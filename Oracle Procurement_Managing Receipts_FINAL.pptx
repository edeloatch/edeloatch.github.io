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 id="2147483648" r:id="rId5"/>
    <p:sldMasterId id="2147483680" r:id="rId6"/>
  </p:sldMasterIdLst>
  <p:notesMasterIdLst>
    <p:notesMasterId r:id="rId38"/>
  </p:notesMasterIdLst>
  <p:handoutMasterIdLst>
    <p:handoutMasterId r:id="rId39"/>
  </p:handoutMasterIdLst>
  <p:sldIdLst>
    <p:sldId id="411" r:id="rId7"/>
    <p:sldId id="617" r:id="rId8"/>
    <p:sldId id="668" r:id="rId9"/>
    <p:sldId id="669" r:id="rId10"/>
    <p:sldId id="670" r:id="rId11"/>
    <p:sldId id="686" r:id="rId12"/>
    <p:sldId id="687" r:id="rId13"/>
    <p:sldId id="688" r:id="rId14"/>
    <p:sldId id="689" r:id="rId15"/>
    <p:sldId id="417" r:id="rId16"/>
    <p:sldId id="321" r:id="rId17"/>
    <p:sldId id="666" r:id="rId18"/>
    <p:sldId id="667" r:id="rId19"/>
    <p:sldId id="675" r:id="rId20"/>
    <p:sldId id="690" r:id="rId21"/>
    <p:sldId id="691" r:id="rId22"/>
    <p:sldId id="692" r:id="rId23"/>
    <p:sldId id="693" r:id="rId24"/>
    <p:sldId id="694" r:id="rId25"/>
    <p:sldId id="695" r:id="rId26"/>
    <p:sldId id="696" r:id="rId27"/>
    <p:sldId id="697" r:id="rId28"/>
    <p:sldId id="698" r:id="rId29"/>
    <p:sldId id="625" r:id="rId30"/>
    <p:sldId id="699" r:id="rId31"/>
    <p:sldId id="674" r:id="rId32"/>
    <p:sldId id="700" r:id="rId33"/>
    <p:sldId id="701" r:id="rId34"/>
    <p:sldId id="702" r:id="rId35"/>
    <p:sldId id="447" r:id="rId36"/>
    <p:sldId id="703" r:id="rId3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arklight Template" id="{0ECF6E1C-2055-4DD9-B87A-A580D4E4DC54}">
          <p14:sldIdLst>
            <p14:sldId id="411"/>
            <p14:sldId id="617"/>
            <p14:sldId id="668"/>
            <p14:sldId id="669"/>
            <p14:sldId id="670"/>
            <p14:sldId id="686"/>
            <p14:sldId id="687"/>
            <p14:sldId id="688"/>
            <p14:sldId id="689"/>
            <p14:sldId id="417"/>
            <p14:sldId id="321"/>
            <p14:sldId id="666"/>
            <p14:sldId id="667"/>
            <p14:sldId id="675"/>
            <p14:sldId id="690"/>
            <p14:sldId id="691"/>
            <p14:sldId id="692"/>
            <p14:sldId id="693"/>
            <p14:sldId id="694"/>
            <p14:sldId id="695"/>
            <p14:sldId id="696"/>
            <p14:sldId id="697"/>
            <p14:sldId id="698"/>
            <p14:sldId id="625"/>
            <p14:sldId id="699"/>
            <p14:sldId id="674"/>
            <p14:sldId id="700"/>
            <p14:sldId id="701"/>
            <p14:sldId id="702"/>
            <p14:sldId id="447"/>
            <p14:sldId id="7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zo, Isabelle" initials="JI" lastIdx="10" clrIdx="0"/>
  <p:cmAuthor id="2" name="Jazo, Isabelle" initials="JI [2]" lastIdx="34" clrIdx="1"/>
  <p:cmAuthor id="3" name="Seff, Julie" initials="SJ" lastIdx="5" clrIdx="2"/>
  <p:cmAuthor id="4" name="Hancock, Austin" initials="HA" lastIdx="6" clrIdx="3"/>
  <p:cmAuthor id="5" name="Barla, Vamshi (MSS Technology)" initials="BV(T" lastIdx="7" clrIdx="4">
    <p:extLst>
      <p:ext uri="{19B8F6BF-5375-455C-9EA6-DF929625EA0E}">
        <p15:presenceInfo xmlns:p15="http://schemas.microsoft.com/office/powerpoint/2012/main" userId="S::BarlaV@corp.cableone.net::6f8a17ed-a0d7-49ff-ae02-791c664800f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3B90"/>
    <a:srgbClr val="353091"/>
    <a:srgbClr val="2B499E"/>
    <a:srgbClr val="FFCE51"/>
    <a:srgbClr val="00B8D8"/>
    <a:srgbClr val="FFF1F5"/>
    <a:srgbClr val="FCE5FF"/>
    <a:srgbClr val="84BD00"/>
    <a:srgbClr val="F04E3E"/>
    <a:srgbClr val="009A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070A7C-E82C-44B0-9B2E-DB848C9CB401}" v="50" dt="2020-12-15T20:22:32.0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05" autoAdjust="0"/>
    <p:restoredTop sz="96357" autoAdjust="0"/>
  </p:normalViewPr>
  <p:slideViewPr>
    <p:cSldViewPr snapToGrid="0">
      <p:cViewPr varScale="1">
        <p:scale>
          <a:sx n="67" d="100"/>
          <a:sy n="67" d="100"/>
        </p:scale>
        <p:origin x="920" y="52"/>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8516"/>
    </p:cViewPr>
  </p:sorterViewPr>
  <p:notesViewPr>
    <p:cSldViewPr snapToGrid="0">
      <p:cViewPr varScale="1">
        <p:scale>
          <a:sx n="83" d="100"/>
          <a:sy n="83" d="100"/>
        </p:scale>
        <p:origin x="3952"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loatch, Eugene (MSS Technology)" userId="6315ab35-5b27-4241-918a-9d99c6065d66" providerId="ADAL" clId="{33E4BD93-0D8E-4FE7-8443-CC950317C1F2}"/>
    <pc:docChg chg="custSel modSld">
      <pc:chgData name="Deloatch, Eugene (MSS Technology)" userId="6315ab35-5b27-4241-918a-9d99c6065d66" providerId="ADAL" clId="{33E4BD93-0D8E-4FE7-8443-CC950317C1F2}" dt="2020-11-13T19:19:09.999" v="143" actId="20577"/>
      <pc:docMkLst>
        <pc:docMk/>
      </pc:docMkLst>
      <pc:sldChg chg="modSp">
        <pc:chgData name="Deloatch, Eugene (MSS Technology)" userId="6315ab35-5b27-4241-918a-9d99c6065d66" providerId="ADAL" clId="{33E4BD93-0D8E-4FE7-8443-CC950317C1F2}" dt="2020-11-13T19:17:29.019" v="23" actId="6549"/>
        <pc:sldMkLst>
          <pc:docMk/>
          <pc:sldMk cId="1601712963" sldId="411"/>
        </pc:sldMkLst>
        <pc:spChg chg="mod">
          <ac:chgData name="Deloatch, Eugene (MSS Technology)" userId="6315ab35-5b27-4241-918a-9d99c6065d66" providerId="ADAL" clId="{33E4BD93-0D8E-4FE7-8443-CC950317C1F2}" dt="2020-11-13T19:17:29.019" v="23" actId="6549"/>
          <ac:spMkLst>
            <pc:docMk/>
            <pc:sldMk cId="1601712963" sldId="411"/>
            <ac:spMk id="3" creationId="{00000000-0000-0000-0000-000000000000}"/>
          </ac:spMkLst>
        </pc:spChg>
      </pc:sldChg>
      <pc:sldChg chg="modSp">
        <pc:chgData name="Deloatch, Eugene (MSS Technology)" userId="6315ab35-5b27-4241-918a-9d99c6065d66" providerId="ADAL" clId="{33E4BD93-0D8E-4FE7-8443-CC950317C1F2}" dt="2020-11-13T19:19:09.999" v="143" actId="20577"/>
        <pc:sldMkLst>
          <pc:docMk/>
          <pc:sldMk cId="1551048417" sldId="651"/>
        </pc:sldMkLst>
        <pc:spChg chg="mod">
          <ac:chgData name="Deloatch, Eugene (MSS Technology)" userId="6315ab35-5b27-4241-918a-9d99c6065d66" providerId="ADAL" clId="{33E4BD93-0D8E-4FE7-8443-CC950317C1F2}" dt="2020-11-13T19:19:09.999" v="143" actId="20577"/>
          <ac:spMkLst>
            <pc:docMk/>
            <pc:sldMk cId="1551048417" sldId="651"/>
            <ac:spMk id="4" creationId="{4EE300BB-75CA-4303-9A54-2C49591F424E}"/>
          </ac:spMkLst>
        </pc:spChg>
      </pc:sldChg>
    </pc:docChg>
  </pc:docChgLst>
  <pc:docChgLst>
    <pc:chgData name="Deloatch, Eugene (MSS Technology)" userId="6315ab35-5b27-4241-918a-9d99c6065d66" providerId="ADAL" clId="{799CF897-F4DE-437D-BC7B-0A61E304B429}"/>
    <pc:docChg chg="custSel addSld delSld modSld sldOrd modSection">
      <pc:chgData name="Deloatch, Eugene (MSS Technology)" userId="6315ab35-5b27-4241-918a-9d99c6065d66" providerId="ADAL" clId="{799CF897-F4DE-437D-BC7B-0A61E304B429}" dt="2020-12-09T22:47:50.549" v="8115" actId="2696"/>
      <pc:docMkLst>
        <pc:docMk/>
      </pc:docMkLst>
      <pc:sldChg chg="del">
        <pc:chgData name="Deloatch, Eugene (MSS Technology)" userId="6315ab35-5b27-4241-918a-9d99c6065d66" providerId="ADAL" clId="{799CF897-F4DE-437D-BC7B-0A61E304B429}" dt="2020-11-17T21:09:25.504" v="365" actId="2696"/>
        <pc:sldMkLst>
          <pc:docMk/>
          <pc:sldMk cId="2128611633" sldId="282"/>
        </pc:sldMkLst>
      </pc:sldChg>
      <pc:sldChg chg="modSp del modNotesTx">
        <pc:chgData name="Deloatch, Eugene (MSS Technology)" userId="6315ab35-5b27-4241-918a-9d99c6065d66" providerId="ADAL" clId="{799CF897-F4DE-437D-BC7B-0A61E304B429}" dt="2020-12-04T19:20:11.658" v="4583" actId="2696"/>
        <pc:sldMkLst>
          <pc:docMk/>
          <pc:sldMk cId="618641865" sldId="283"/>
        </pc:sldMkLst>
        <pc:spChg chg="mod">
          <ac:chgData name="Deloatch, Eugene (MSS Technology)" userId="6315ab35-5b27-4241-918a-9d99c6065d66" providerId="ADAL" clId="{799CF897-F4DE-437D-BC7B-0A61E304B429}" dt="2020-11-18T21:43:40.572" v="1434" actId="1038"/>
          <ac:spMkLst>
            <pc:docMk/>
            <pc:sldMk cId="618641865" sldId="283"/>
            <ac:spMk id="2" creationId="{00000000-0000-0000-0000-000000000000}"/>
          </ac:spMkLst>
        </pc:spChg>
        <pc:graphicFrameChg chg="mod">
          <ac:chgData name="Deloatch, Eugene (MSS Technology)" userId="6315ab35-5b27-4241-918a-9d99c6065d66" providerId="ADAL" clId="{799CF897-F4DE-437D-BC7B-0A61E304B429}" dt="2020-11-18T21:37:34.592" v="1139" actId="20577"/>
          <ac:graphicFrameMkLst>
            <pc:docMk/>
            <pc:sldMk cId="618641865" sldId="283"/>
            <ac:graphicFrameMk id="5" creationId="{00000000-0000-0000-0000-000000000000}"/>
          </ac:graphicFrameMkLst>
        </pc:graphicFrameChg>
        <pc:graphicFrameChg chg="mod">
          <ac:chgData name="Deloatch, Eugene (MSS Technology)" userId="6315ab35-5b27-4241-918a-9d99c6065d66" providerId="ADAL" clId="{799CF897-F4DE-437D-BC7B-0A61E304B429}" dt="2020-11-18T21:36:34.463" v="1101" actId="20577"/>
          <ac:graphicFrameMkLst>
            <pc:docMk/>
            <pc:sldMk cId="618641865" sldId="283"/>
            <ac:graphicFrameMk id="27" creationId="{00000000-0000-0000-0000-000000000000}"/>
          </ac:graphicFrameMkLst>
        </pc:graphicFrameChg>
      </pc:sldChg>
      <pc:sldChg chg="del">
        <pc:chgData name="Deloatch, Eugene (MSS Technology)" userId="6315ab35-5b27-4241-918a-9d99c6065d66" providerId="ADAL" clId="{799CF897-F4DE-437D-BC7B-0A61E304B429}" dt="2020-11-17T21:09:25.406" v="364" actId="2696"/>
        <pc:sldMkLst>
          <pc:docMk/>
          <pc:sldMk cId="2978234265" sldId="301"/>
        </pc:sldMkLst>
      </pc:sldChg>
      <pc:sldChg chg="del">
        <pc:chgData name="Deloatch, Eugene (MSS Technology)" userId="6315ab35-5b27-4241-918a-9d99c6065d66" providerId="ADAL" clId="{799CF897-F4DE-437D-BC7B-0A61E304B429}" dt="2020-11-17T21:09:25.068" v="359" actId="2696"/>
        <pc:sldMkLst>
          <pc:docMk/>
          <pc:sldMk cId="2895176047" sldId="310"/>
        </pc:sldMkLst>
      </pc:sldChg>
      <pc:sldChg chg="del">
        <pc:chgData name="Deloatch, Eugene (MSS Technology)" userId="6315ab35-5b27-4241-918a-9d99c6065d66" providerId="ADAL" clId="{799CF897-F4DE-437D-BC7B-0A61E304B429}" dt="2020-12-04T19:20:11.557" v="4580" actId="2696"/>
        <pc:sldMkLst>
          <pc:docMk/>
          <pc:sldMk cId="4225295000" sldId="317"/>
        </pc:sldMkLst>
      </pc:sldChg>
      <pc:sldChg chg="modSp del">
        <pc:chgData name="Deloatch, Eugene (MSS Technology)" userId="6315ab35-5b27-4241-918a-9d99c6065d66" providerId="ADAL" clId="{799CF897-F4DE-437D-BC7B-0A61E304B429}" dt="2020-12-04T19:20:11.492" v="4579" actId="2696"/>
        <pc:sldMkLst>
          <pc:docMk/>
          <pc:sldMk cId="1086160133" sldId="321"/>
        </pc:sldMkLst>
        <pc:spChg chg="mod">
          <ac:chgData name="Deloatch, Eugene (MSS Technology)" userId="6315ab35-5b27-4241-918a-9d99c6065d66" providerId="ADAL" clId="{799CF897-F4DE-437D-BC7B-0A61E304B429}" dt="2020-11-18T19:22:40.816" v="905" actId="20577"/>
          <ac:spMkLst>
            <pc:docMk/>
            <pc:sldMk cId="1086160133" sldId="321"/>
            <ac:spMk id="7171" creationId="{0CACDEC1-2D3E-4F1E-B769-48712FBBFA60}"/>
          </ac:spMkLst>
        </pc:spChg>
      </pc:sldChg>
      <pc:sldChg chg="modSp del modNotesTx">
        <pc:chgData name="Deloatch, Eugene (MSS Technology)" userId="6315ab35-5b27-4241-918a-9d99c6065d66" providerId="ADAL" clId="{799CF897-F4DE-437D-BC7B-0A61E304B429}" dt="2020-11-18T21:13:14.200" v="1018" actId="2696"/>
        <pc:sldMkLst>
          <pc:docMk/>
          <pc:sldMk cId="1022612941" sldId="324"/>
        </pc:sldMkLst>
        <pc:spChg chg="mod">
          <ac:chgData name="Deloatch, Eugene (MSS Technology)" userId="6315ab35-5b27-4241-918a-9d99c6065d66" providerId="ADAL" clId="{799CF897-F4DE-437D-BC7B-0A61E304B429}" dt="2020-11-18T19:43:33.103" v="1012" actId="20577"/>
          <ac:spMkLst>
            <pc:docMk/>
            <pc:sldMk cId="1022612941" sldId="324"/>
            <ac:spMk id="13315" creationId="{427B9CD5-9E63-4CA0-9BAD-1A41FC1A5720}"/>
          </ac:spMkLst>
        </pc:spChg>
        <pc:spChg chg="mod">
          <ac:chgData name="Deloatch, Eugene (MSS Technology)" userId="6315ab35-5b27-4241-918a-9d99c6065d66" providerId="ADAL" clId="{799CF897-F4DE-437D-BC7B-0A61E304B429}" dt="2020-11-18T19:43:05.211" v="958" actId="20577"/>
          <ac:spMkLst>
            <pc:docMk/>
            <pc:sldMk cId="1022612941" sldId="324"/>
            <ac:spMk id="239618" creationId="{46DFB9BE-24D6-47AB-82E1-E3488B21EFB4}"/>
          </ac:spMkLst>
        </pc:spChg>
      </pc:sldChg>
      <pc:sldChg chg="del">
        <pc:chgData name="Deloatch, Eugene (MSS Technology)" userId="6315ab35-5b27-4241-918a-9d99c6065d66" providerId="ADAL" clId="{799CF897-F4DE-437D-BC7B-0A61E304B429}" dt="2020-11-17T21:09:25.196" v="360" actId="2696"/>
        <pc:sldMkLst>
          <pc:docMk/>
          <pc:sldMk cId="2796010142" sldId="331"/>
        </pc:sldMkLst>
      </pc:sldChg>
      <pc:sldChg chg="modSp">
        <pc:chgData name="Deloatch, Eugene (MSS Technology)" userId="6315ab35-5b27-4241-918a-9d99c6065d66" providerId="ADAL" clId="{799CF897-F4DE-437D-BC7B-0A61E304B429}" dt="2020-12-05T04:11:32.707" v="5533" actId="20577"/>
        <pc:sldMkLst>
          <pc:docMk/>
          <pc:sldMk cId="1601712963" sldId="411"/>
        </pc:sldMkLst>
        <pc:spChg chg="mod">
          <ac:chgData name="Deloatch, Eugene (MSS Technology)" userId="6315ab35-5b27-4241-918a-9d99c6065d66" providerId="ADAL" clId="{799CF897-F4DE-437D-BC7B-0A61E304B429}" dt="2020-12-05T04:11:32.707" v="5533" actId="20577"/>
          <ac:spMkLst>
            <pc:docMk/>
            <pc:sldMk cId="1601712963" sldId="411"/>
            <ac:spMk id="3" creationId="{00000000-0000-0000-0000-000000000000}"/>
          </ac:spMkLst>
        </pc:spChg>
      </pc:sldChg>
      <pc:sldChg chg="modSp del">
        <pc:chgData name="Deloatch, Eugene (MSS Technology)" userId="6315ab35-5b27-4241-918a-9d99c6065d66" providerId="ADAL" clId="{799CF897-F4DE-437D-BC7B-0A61E304B429}" dt="2020-12-04T19:20:11.463" v="4578" actId="2696"/>
        <pc:sldMkLst>
          <pc:docMk/>
          <pc:sldMk cId="158532350" sldId="417"/>
        </pc:sldMkLst>
        <pc:spChg chg="mod">
          <ac:chgData name="Deloatch, Eugene (MSS Technology)" userId="6315ab35-5b27-4241-918a-9d99c6065d66" providerId="ADAL" clId="{799CF897-F4DE-437D-BC7B-0A61E304B429}" dt="2020-11-18T19:20:01.359" v="884" actId="20577"/>
          <ac:spMkLst>
            <pc:docMk/>
            <pc:sldMk cId="158532350" sldId="417"/>
            <ac:spMk id="3" creationId="{00000000-0000-0000-0000-000000000000}"/>
          </ac:spMkLst>
        </pc:spChg>
      </pc:sldChg>
      <pc:sldChg chg="modSp">
        <pc:chgData name="Deloatch, Eugene (MSS Technology)" userId="6315ab35-5b27-4241-918a-9d99c6065d66" providerId="ADAL" clId="{799CF897-F4DE-437D-BC7B-0A61E304B429}" dt="2020-11-17T14:13:25.791" v="13" actId="20577"/>
        <pc:sldMkLst>
          <pc:docMk/>
          <pc:sldMk cId="162874613" sldId="424"/>
        </pc:sldMkLst>
        <pc:spChg chg="mod">
          <ac:chgData name="Deloatch, Eugene (MSS Technology)" userId="6315ab35-5b27-4241-918a-9d99c6065d66" providerId="ADAL" clId="{799CF897-F4DE-437D-BC7B-0A61E304B429}" dt="2020-11-17T14:13:25.791" v="13" actId="20577"/>
          <ac:spMkLst>
            <pc:docMk/>
            <pc:sldMk cId="162874613" sldId="424"/>
            <ac:spMk id="14" creationId="{00000000-0000-0000-0000-000000000000}"/>
          </ac:spMkLst>
        </pc:spChg>
      </pc:sldChg>
      <pc:sldChg chg="modSp del">
        <pc:chgData name="Deloatch, Eugene (MSS Technology)" userId="6315ab35-5b27-4241-918a-9d99c6065d66" providerId="ADAL" clId="{799CF897-F4DE-437D-BC7B-0A61E304B429}" dt="2020-12-04T19:20:11.680" v="4584" actId="2696"/>
        <pc:sldMkLst>
          <pc:docMk/>
          <pc:sldMk cId="2213026468" sldId="432"/>
        </pc:sldMkLst>
        <pc:graphicFrameChg chg="mod">
          <ac:chgData name="Deloatch, Eugene (MSS Technology)" userId="6315ab35-5b27-4241-918a-9d99c6065d66" providerId="ADAL" clId="{799CF897-F4DE-437D-BC7B-0A61E304B429}" dt="2020-11-18T21:47:24.488" v="1500" actId="255"/>
          <ac:graphicFrameMkLst>
            <pc:docMk/>
            <pc:sldMk cId="2213026468" sldId="432"/>
            <ac:graphicFrameMk id="6" creationId="{8778E849-E5E2-4E23-8BD8-F327D09A347C}"/>
          </ac:graphicFrameMkLst>
        </pc:graphicFrameChg>
      </pc:sldChg>
      <pc:sldChg chg="modSp">
        <pc:chgData name="Deloatch, Eugene (MSS Technology)" userId="6315ab35-5b27-4241-918a-9d99c6065d66" providerId="ADAL" clId="{799CF897-F4DE-437D-BC7B-0A61E304B429}" dt="2020-11-23T19:43:46.261" v="4423" actId="20577"/>
        <pc:sldMkLst>
          <pc:docMk/>
          <pc:sldMk cId="4137837358" sldId="433"/>
        </pc:sldMkLst>
        <pc:graphicFrameChg chg="mod">
          <ac:chgData name="Deloatch, Eugene (MSS Technology)" userId="6315ab35-5b27-4241-918a-9d99c6065d66" providerId="ADAL" clId="{799CF897-F4DE-437D-BC7B-0A61E304B429}" dt="2020-11-23T19:43:46.261" v="4423" actId="20577"/>
          <ac:graphicFrameMkLst>
            <pc:docMk/>
            <pc:sldMk cId="4137837358" sldId="433"/>
            <ac:graphicFrameMk id="5" creationId="{69D5772C-2353-486D-8737-01610D673351}"/>
          </ac:graphicFrameMkLst>
        </pc:graphicFrameChg>
      </pc:sldChg>
      <pc:sldChg chg="modSp">
        <pc:chgData name="Deloatch, Eugene (MSS Technology)" userId="6315ab35-5b27-4241-918a-9d99c6065d66" providerId="ADAL" clId="{799CF897-F4DE-437D-BC7B-0A61E304B429}" dt="2020-11-17T21:11:42" v="420" actId="20577"/>
        <pc:sldMkLst>
          <pc:docMk/>
          <pc:sldMk cId="3420933391" sldId="447"/>
        </pc:sldMkLst>
        <pc:spChg chg="mod">
          <ac:chgData name="Deloatch, Eugene (MSS Technology)" userId="6315ab35-5b27-4241-918a-9d99c6065d66" providerId="ADAL" clId="{799CF897-F4DE-437D-BC7B-0A61E304B429}" dt="2020-11-17T21:11:42" v="420" actId="20577"/>
          <ac:spMkLst>
            <pc:docMk/>
            <pc:sldMk cId="3420933391" sldId="447"/>
            <ac:spMk id="14" creationId="{00000000-0000-0000-0000-000000000000}"/>
          </ac:spMkLst>
        </pc:spChg>
      </pc:sldChg>
      <pc:sldChg chg="modSp del modNotesTx">
        <pc:chgData name="Deloatch, Eugene (MSS Technology)" userId="6315ab35-5b27-4241-918a-9d99c6065d66" providerId="ADAL" clId="{799CF897-F4DE-437D-BC7B-0A61E304B429}" dt="2020-12-04T19:20:11.608" v="4581" actId="2696"/>
        <pc:sldMkLst>
          <pc:docMk/>
          <pc:sldMk cId="931856273" sldId="449"/>
        </pc:sldMkLst>
        <pc:spChg chg="mod">
          <ac:chgData name="Deloatch, Eugene (MSS Technology)" userId="6315ab35-5b27-4241-918a-9d99c6065d66" providerId="ADAL" clId="{799CF897-F4DE-437D-BC7B-0A61E304B429}" dt="2020-11-18T19:35:20.072" v="916" actId="20577"/>
          <ac:spMkLst>
            <pc:docMk/>
            <pc:sldMk cId="931856273" sldId="449"/>
            <ac:spMk id="11279" creationId="{57BE2D8A-0871-4608-9A4E-00213C9C742C}"/>
          </ac:spMkLst>
        </pc:spChg>
        <pc:spChg chg="mod">
          <ac:chgData name="Deloatch, Eugene (MSS Technology)" userId="6315ab35-5b27-4241-918a-9d99c6065d66" providerId="ADAL" clId="{799CF897-F4DE-437D-BC7B-0A61E304B429}" dt="2020-11-18T19:34:52.289" v="913" actId="207"/>
          <ac:spMkLst>
            <pc:docMk/>
            <pc:sldMk cId="931856273" sldId="449"/>
            <ac:spMk id="11286" creationId="{17141744-EB78-41DE-A16F-247C7DCF21D2}"/>
          </ac:spMkLst>
        </pc:spChg>
        <pc:spChg chg="mod">
          <ac:chgData name="Deloatch, Eugene (MSS Technology)" userId="6315ab35-5b27-4241-918a-9d99c6065d66" providerId="ADAL" clId="{799CF897-F4DE-437D-BC7B-0A61E304B429}" dt="2020-11-18T19:34:58.147" v="914" actId="207"/>
          <ac:spMkLst>
            <pc:docMk/>
            <pc:sldMk cId="931856273" sldId="449"/>
            <ac:spMk id="11288" creationId="{BF9FA9CC-8094-4042-8A47-648E97CA135B}"/>
          </ac:spMkLst>
        </pc:spChg>
        <pc:spChg chg="mod">
          <ac:chgData name="Deloatch, Eugene (MSS Technology)" userId="6315ab35-5b27-4241-918a-9d99c6065d66" providerId="ADAL" clId="{799CF897-F4DE-437D-BC7B-0A61E304B429}" dt="2020-11-18T19:35:23.891" v="917" actId="20577"/>
          <ac:spMkLst>
            <pc:docMk/>
            <pc:sldMk cId="931856273" sldId="449"/>
            <ac:spMk id="237570" creationId="{60F162FD-B8D0-4E2D-86C6-5B0C6DB79E2E}"/>
          </ac:spMkLst>
        </pc:spChg>
      </pc:sldChg>
      <pc:sldChg chg="modSp add">
        <pc:chgData name="Deloatch, Eugene (MSS Technology)" userId="6315ab35-5b27-4241-918a-9d99c6065d66" providerId="ADAL" clId="{799CF897-F4DE-437D-BC7B-0A61E304B429}" dt="2020-12-07T20:42:43.634" v="7920" actId="2165"/>
        <pc:sldMkLst>
          <pc:docMk/>
          <pc:sldMk cId="1039847694" sldId="592"/>
        </pc:sldMkLst>
        <pc:spChg chg="del mod">
          <ac:chgData name="Deloatch, Eugene (MSS Technology)" userId="6315ab35-5b27-4241-918a-9d99c6065d66" providerId="ADAL" clId="{799CF897-F4DE-437D-BC7B-0A61E304B429}" dt="2020-12-04T19:46:38.730" v="4622" actId="478"/>
          <ac:spMkLst>
            <pc:docMk/>
            <pc:sldMk cId="1039847694" sldId="592"/>
            <ac:spMk id="4" creationId="{00000000-0000-0000-0000-000000000000}"/>
          </ac:spMkLst>
        </pc:spChg>
        <pc:spChg chg="del mod">
          <ac:chgData name="Deloatch, Eugene (MSS Technology)" userId="6315ab35-5b27-4241-918a-9d99c6065d66" providerId="ADAL" clId="{799CF897-F4DE-437D-BC7B-0A61E304B429}" dt="2020-12-04T19:47:12.625" v="4659" actId="478"/>
          <ac:spMkLst>
            <pc:docMk/>
            <pc:sldMk cId="1039847694" sldId="592"/>
            <ac:spMk id="6" creationId="{00000000-0000-0000-0000-000000000000}"/>
          </ac:spMkLst>
        </pc:spChg>
        <pc:spChg chg="mod">
          <ac:chgData name="Deloatch, Eugene (MSS Technology)" userId="6315ab35-5b27-4241-918a-9d99c6065d66" providerId="ADAL" clId="{799CF897-F4DE-437D-BC7B-0A61E304B429}" dt="2020-12-04T19:47:02.655" v="4657" actId="1036"/>
          <ac:spMkLst>
            <pc:docMk/>
            <pc:sldMk cId="1039847694" sldId="592"/>
            <ac:spMk id="10266" creationId="{00000000-0000-0000-0000-000000000000}"/>
          </ac:spMkLst>
        </pc:spChg>
        <pc:graphicFrameChg chg="modGraphic">
          <ac:chgData name="Deloatch, Eugene (MSS Technology)" userId="6315ab35-5b27-4241-918a-9d99c6065d66" providerId="ADAL" clId="{799CF897-F4DE-437D-BC7B-0A61E304B429}" dt="2020-12-07T20:42:43.634" v="7920" actId="2165"/>
          <ac:graphicFrameMkLst>
            <pc:docMk/>
            <pc:sldMk cId="1039847694" sldId="592"/>
            <ac:graphicFrameMk id="5" creationId="{00000000-0000-0000-0000-000000000000}"/>
          </ac:graphicFrameMkLst>
        </pc:graphicFrameChg>
      </pc:sldChg>
      <pc:sldChg chg="modSp">
        <pc:chgData name="Deloatch, Eugene (MSS Technology)" userId="6315ab35-5b27-4241-918a-9d99c6065d66" providerId="ADAL" clId="{799CF897-F4DE-437D-BC7B-0A61E304B429}" dt="2020-12-04T19:45:59.419" v="4619" actId="1036"/>
        <pc:sldMkLst>
          <pc:docMk/>
          <pc:sldMk cId="1296256452" sldId="620"/>
        </pc:sldMkLst>
        <pc:spChg chg="mod">
          <ac:chgData name="Deloatch, Eugene (MSS Technology)" userId="6315ab35-5b27-4241-918a-9d99c6065d66" providerId="ADAL" clId="{799CF897-F4DE-437D-BC7B-0A61E304B429}" dt="2020-12-04T19:45:59.419" v="4619" actId="1036"/>
          <ac:spMkLst>
            <pc:docMk/>
            <pc:sldMk cId="1296256452" sldId="620"/>
            <ac:spMk id="14" creationId="{00000000-0000-0000-0000-000000000000}"/>
          </ac:spMkLst>
        </pc:spChg>
      </pc:sldChg>
      <pc:sldChg chg="del">
        <pc:chgData name="Deloatch, Eugene (MSS Technology)" userId="6315ab35-5b27-4241-918a-9d99c6065d66" providerId="ADAL" clId="{799CF897-F4DE-437D-BC7B-0A61E304B429}" dt="2020-11-17T21:09:24.957" v="356" actId="2696"/>
        <pc:sldMkLst>
          <pc:docMk/>
          <pc:sldMk cId="4088500808" sldId="621"/>
        </pc:sldMkLst>
      </pc:sldChg>
      <pc:sldChg chg="del">
        <pc:chgData name="Deloatch, Eugene (MSS Technology)" userId="6315ab35-5b27-4241-918a-9d99c6065d66" providerId="ADAL" clId="{799CF897-F4DE-437D-BC7B-0A61E304B429}" dt="2020-11-17T21:09:24.986" v="357" actId="2696"/>
        <pc:sldMkLst>
          <pc:docMk/>
          <pc:sldMk cId="1381901670" sldId="623"/>
        </pc:sldMkLst>
      </pc:sldChg>
      <pc:sldChg chg="del">
        <pc:chgData name="Deloatch, Eugene (MSS Technology)" userId="6315ab35-5b27-4241-918a-9d99c6065d66" providerId="ADAL" clId="{799CF897-F4DE-437D-BC7B-0A61E304B429}" dt="2020-11-17T21:09:25.010" v="358" actId="2696"/>
        <pc:sldMkLst>
          <pc:docMk/>
          <pc:sldMk cId="930924560" sldId="624"/>
        </pc:sldMkLst>
      </pc:sldChg>
      <pc:sldChg chg="del">
        <pc:chgData name="Deloatch, Eugene (MSS Technology)" userId="6315ab35-5b27-4241-918a-9d99c6065d66" providerId="ADAL" clId="{799CF897-F4DE-437D-BC7B-0A61E304B429}" dt="2020-11-17T21:09:25.264" v="361" actId="2696"/>
        <pc:sldMkLst>
          <pc:docMk/>
          <pc:sldMk cId="1407204891" sldId="625"/>
        </pc:sldMkLst>
      </pc:sldChg>
      <pc:sldChg chg="del">
        <pc:chgData name="Deloatch, Eugene (MSS Technology)" userId="6315ab35-5b27-4241-918a-9d99c6065d66" providerId="ADAL" clId="{799CF897-F4DE-437D-BC7B-0A61E304B429}" dt="2020-11-17T21:09:25.314" v="362" actId="2696"/>
        <pc:sldMkLst>
          <pc:docMk/>
          <pc:sldMk cId="2097548067" sldId="626"/>
        </pc:sldMkLst>
      </pc:sldChg>
      <pc:sldChg chg="del">
        <pc:chgData name="Deloatch, Eugene (MSS Technology)" userId="6315ab35-5b27-4241-918a-9d99c6065d66" providerId="ADAL" clId="{799CF897-F4DE-437D-BC7B-0A61E304B429}" dt="2020-11-17T21:09:25.354" v="363" actId="2696"/>
        <pc:sldMkLst>
          <pc:docMk/>
          <pc:sldMk cId="4090337406" sldId="627"/>
        </pc:sldMkLst>
      </pc:sldChg>
      <pc:sldChg chg="del">
        <pc:chgData name="Deloatch, Eugene (MSS Technology)" userId="6315ab35-5b27-4241-918a-9d99c6065d66" providerId="ADAL" clId="{799CF897-F4DE-437D-BC7B-0A61E304B429}" dt="2020-11-17T21:09:25.685" v="366" actId="2696"/>
        <pc:sldMkLst>
          <pc:docMk/>
          <pc:sldMk cId="157270696" sldId="628"/>
        </pc:sldMkLst>
      </pc:sldChg>
      <pc:sldChg chg="del">
        <pc:chgData name="Deloatch, Eugene (MSS Technology)" userId="6315ab35-5b27-4241-918a-9d99c6065d66" providerId="ADAL" clId="{799CF897-F4DE-437D-BC7B-0A61E304B429}" dt="2020-11-17T21:09:25.740" v="367" actId="2696"/>
        <pc:sldMkLst>
          <pc:docMk/>
          <pc:sldMk cId="870191198" sldId="629"/>
        </pc:sldMkLst>
      </pc:sldChg>
      <pc:sldChg chg="modSp del">
        <pc:chgData name="Deloatch, Eugene (MSS Technology)" userId="6315ab35-5b27-4241-918a-9d99c6065d66" providerId="ADAL" clId="{799CF897-F4DE-437D-BC7B-0A61E304B429}" dt="2020-12-04T21:33:11.040" v="5464" actId="2696"/>
        <pc:sldMkLst>
          <pc:docMk/>
          <pc:sldMk cId="1559205610" sldId="633"/>
        </pc:sldMkLst>
        <pc:spChg chg="mod">
          <ac:chgData name="Deloatch, Eugene (MSS Technology)" userId="6315ab35-5b27-4241-918a-9d99c6065d66" providerId="ADAL" clId="{799CF897-F4DE-437D-BC7B-0A61E304B429}" dt="2020-11-19T19:54:46.481" v="3012" actId="20577"/>
          <ac:spMkLst>
            <pc:docMk/>
            <pc:sldMk cId="1559205610" sldId="633"/>
            <ac:spMk id="2" creationId="{00000000-0000-0000-0000-000000000000}"/>
          </ac:spMkLst>
        </pc:spChg>
        <pc:spChg chg="mod">
          <ac:chgData name="Deloatch, Eugene (MSS Technology)" userId="6315ab35-5b27-4241-918a-9d99c6065d66" providerId="ADAL" clId="{799CF897-F4DE-437D-BC7B-0A61E304B429}" dt="2020-11-19T20:19:59.570" v="3042" actId="20577"/>
          <ac:spMkLst>
            <pc:docMk/>
            <pc:sldMk cId="1559205610" sldId="633"/>
            <ac:spMk id="3" creationId="{00000000-0000-0000-0000-000000000000}"/>
          </ac:spMkLst>
        </pc:spChg>
        <pc:spChg chg="mod">
          <ac:chgData name="Deloatch, Eugene (MSS Technology)" userId="6315ab35-5b27-4241-918a-9d99c6065d66" providerId="ADAL" clId="{799CF897-F4DE-437D-BC7B-0A61E304B429}" dt="2020-12-03T16:51:17.885" v="4577" actId="6549"/>
          <ac:spMkLst>
            <pc:docMk/>
            <pc:sldMk cId="1559205610" sldId="633"/>
            <ac:spMk id="4" creationId="{00000000-0000-0000-0000-000000000000}"/>
          </ac:spMkLst>
        </pc:spChg>
      </pc:sldChg>
      <pc:sldChg chg="modSp">
        <pc:chgData name="Deloatch, Eugene (MSS Technology)" userId="6315ab35-5b27-4241-918a-9d99c6065d66" providerId="ADAL" clId="{799CF897-F4DE-437D-BC7B-0A61E304B429}" dt="2020-11-19T20:28:47.974" v="3348" actId="20577"/>
        <pc:sldMkLst>
          <pc:docMk/>
          <pc:sldMk cId="3316351960" sldId="635"/>
        </pc:sldMkLst>
        <pc:spChg chg="mod">
          <ac:chgData name="Deloatch, Eugene (MSS Technology)" userId="6315ab35-5b27-4241-918a-9d99c6065d66" providerId="ADAL" clId="{799CF897-F4DE-437D-BC7B-0A61E304B429}" dt="2020-11-19T20:28:47.974" v="3348" actId="20577"/>
          <ac:spMkLst>
            <pc:docMk/>
            <pc:sldMk cId="3316351960" sldId="635"/>
            <ac:spMk id="27651" creationId="{60F2A197-246E-4EDE-A0F6-D1897039DA8D}"/>
          </ac:spMkLst>
        </pc:spChg>
      </pc:sldChg>
      <pc:sldChg chg="addSp delSp modSp">
        <pc:chgData name="Deloatch, Eugene (MSS Technology)" userId="6315ab35-5b27-4241-918a-9d99c6065d66" providerId="ADAL" clId="{799CF897-F4DE-437D-BC7B-0A61E304B429}" dt="2020-12-04T21:33:41.807" v="5527" actId="14100"/>
        <pc:sldMkLst>
          <pc:docMk/>
          <pc:sldMk cId="1612877919" sldId="636"/>
        </pc:sldMkLst>
        <pc:spChg chg="mod">
          <ac:chgData name="Deloatch, Eugene (MSS Technology)" userId="6315ab35-5b27-4241-918a-9d99c6065d66" providerId="ADAL" clId="{799CF897-F4DE-437D-BC7B-0A61E304B429}" dt="2020-12-04T21:28:27.653" v="5299" actId="1036"/>
          <ac:spMkLst>
            <pc:docMk/>
            <pc:sldMk cId="1612877919" sldId="636"/>
            <ac:spMk id="3" creationId="{00000000-0000-0000-0000-000000000000}"/>
          </ac:spMkLst>
        </pc:spChg>
        <pc:spChg chg="mod">
          <ac:chgData name="Deloatch, Eugene (MSS Technology)" userId="6315ab35-5b27-4241-918a-9d99c6065d66" providerId="ADAL" clId="{799CF897-F4DE-437D-BC7B-0A61E304B429}" dt="2020-12-04T21:33:41.807" v="5527" actId="14100"/>
          <ac:spMkLst>
            <pc:docMk/>
            <pc:sldMk cId="1612877919" sldId="636"/>
            <ac:spMk id="6" creationId="{00000000-0000-0000-0000-000000000000}"/>
          </ac:spMkLst>
        </pc:spChg>
        <pc:spChg chg="mod">
          <ac:chgData name="Deloatch, Eugene (MSS Technology)" userId="6315ab35-5b27-4241-918a-9d99c6065d66" providerId="ADAL" clId="{799CF897-F4DE-437D-BC7B-0A61E304B429}" dt="2020-12-04T21:26:49.272" v="5180" actId="14100"/>
          <ac:spMkLst>
            <pc:docMk/>
            <pc:sldMk cId="1612877919" sldId="636"/>
            <ac:spMk id="7" creationId="{00000000-0000-0000-0000-000000000000}"/>
          </ac:spMkLst>
        </pc:spChg>
        <pc:spChg chg="del mod">
          <ac:chgData name="Deloatch, Eugene (MSS Technology)" userId="6315ab35-5b27-4241-918a-9d99c6065d66" providerId="ADAL" clId="{799CF897-F4DE-437D-BC7B-0A61E304B429}" dt="2020-12-04T20:47:42.865" v="5140" actId="478"/>
          <ac:spMkLst>
            <pc:docMk/>
            <pc:sldMk cId="1612877919" sldId="636"/>
            <ac:spMk id="18" creationId="{66F7D983-030B-4475-BFFF-07286B6C6AC5}"/>
          </ac:spMkLst>
        </pc:spChg>
        <pc:spChg chg="mod">
          <ac:chgData name="Deloatch, Eugene (MSS Technology)" userId="6315ab35-5b27-4241-918a-9d99c6065d66" providerId="ADAL" clId="{799CF897-F4DE-437D-BC7B-0A61E304B429}" dt="2020-11-19T20:22:20.297" v="3119" actId="20577"/>
          <ac:spMkLst>
            <pc:docMk/>
            <pc:sldMk cId="1612877919" sldId="636"/>
            <ac:spMk id="26" creationId="{00000000-0000-0000-0000-000000000000}"/>
          </ac:spMkLst>
        </pc:spChg>
        <pc:picChg chg="add mod ord">
          <ac:chgData name="Deloatch, Eugene (MSS Technology)" userId="6315ab35-5b27-4241-918a-9d99c6065d66" providerId="ADAL" clId="{799CF897-F4DE-437D-BC7B-0A61E304B429}" dt="2020-12-04T21:33:25.649" v="5525" actId="339"/>
          <ac:picMkLst>
            <pc:docMk/>
            <pc:sldMk cId="1612877919" sldId="636"/>
            <ac:picMk id="2" creationId="{41BD7CE2-D64F-46DD-9A5E-4DC7B5C59914}"/>
          </ac:picMkLst>
        </pc:picChg>
        <pc:picChg chg="del">
          <ac:chgData name="Deloatch, Eugene (MSS Technology)" userId="6315ab35-5b27-4241-918a-9d99c6065d66" providerId="ADAL" clId="{799CF897-F4DE-437D-BC7B-0A61E304B429}" dt="2020-11-19T20:24:36.588" v="3163" actId="478"/>
          <ac:picMkLst>
            <pc:docMk/>
            <pc:sldMk cId="1612877919" sldId="636"/>
            <ac:picMk id="2" creationId="{74D5AAF0-3E20-461D-A4C0-DC2F60FEEE9A}"/>
          </ac:picMkLst>
        </pc:picChg>
        <pc:picChg chg="del">
          <ac:chgData name="Deloatch, Eugene (MSS Technology)" userId="6315ab35-5b27-4241-918a-9d99c6065d66" providerId="ADAL" clId="{799CF897-F4DE-437D-BC7B-0A61E304B429}" dt="2020-11-19T20:22:58.534" v="3120" actId="478"/>
          <ac:picMkLst>
            <pc:docMk/>
            <pc:sldMk cId="1612877919" sldId="636"/>
            <ac:picMk id="4" creationId="{D1757DFE-85C0-45F4-ADF2-D5C5994BD094}"/>
          </ac:picMkLst>
        </pc:picChg>
        <pc:picChg chg="del">
          <ac:chgData name="Deloatch, Eugene (MSS Technology)" userId="6315ab35-5b27-4241-918a-9d99c6065d66" providerId="ADAL" clId="{799CF897-F4DE-437D-BC7B-0A61E304B429}" dt="2020-11-19T20:26:21.773" v="3210" actId="478"/>
          <ac:picMkLst>
            <pc:docMk/>
            <pc:sldMk cId="1612877919" sldId="636"/>
            <ac:picMk id="5" creationId="{5D1D62C7-E357-46E0-BA04-8ECBE6316E87}"/>
          </ac:picMkLst>
        </pc:picChg>
        <pc:picChg chg="del">
          <ac:chgData name="Deloatch, Eugene (MSS Technology)" userId="6315ab35-5b27-4241-918a-9d99c6065d66" providerId="ADAL" clId="{799CF897-F4DE-437D-BC7B-0A61E304B429}" dt="2020-11-19T20:25:20.917" v="3192" actId="478"/>
          <ac:picMkLst>
            <pc:docMk/>
            <pc:sldMk cId="1612877919" sldId="636"/>
            <ac:picMk id="8" creationId="{37693306-7D41-4B0E-A7A4-64C6C701196F}"/>
          </ac:picMkLst>
        </pc:picChg>
        <pc:picChg chg="add del mod">
          <ac:chgData name="Deloatch, Eugene (MSS Technology)" userId="6315ab35-5b27-4241-918a-9d99c6065d66" providerId="ADAL" clId="{799CF897-F4DE-437D-BC7B-0A61E304B429}" dt="2020-12-04T20:47:48.198" v="5141" actId="478"/>
          <ac:picMkLst>
            <pc:docMk/>
            <pc:sldMk cId="1612877919" sldId="636"/>
            <ac:picMk id="9" creationId="{0F190AFE-EA38-4AB5-825E-FBBE3B29564B}"/>
          </ac:picMkLst>
        </pc:picChg>
        <pc:picChg chg="add del mod ord">
          <ac:chgData name="Deloatch, Eugene (MSS Technology)" userId="6315ab35-5b27-4241-918a-9d99c6065d66" providerId="ADAL" clId="{799CF897-F4DE-437D-BC7B-0A61E304B429}" dt="2020-12-04T20:48:00.872" v="5144" actId="478"/>
          <ac:picMkLst>
            <pc:docMk/>
            <pc:sldMk cId="1612877919" sldId="636"/>
            <ac:picMk id="10" creationId="{03FB43C6-9125-4044-A501-4CC982B3AA81}"/>
          </ac:picMkLst>
        </pc:picChg>
        <pc:picChg chg="add del mod">
          <ac:chgData name="Deloatch, Eugene (MSS Technology)" userId="6315ab35-5b27-4241-918a-9d99c6065d66" providerId="ADAL" clId="{799CF897-F4DE-437D-BC7B-0A61E304B429}" dt="2020-12-04T20:48:15.825" v="5149" actId="478"/>
          <ac:picMkLst>
            <pc:docMk/>
            <pc:sldMk cId="1612877919" sldId="636"/>
            <ac:picMk id="11" creationId="{5642D5B5-3543-4526-8D2C-698BEA0C5083}"/>
          </ac:picMkLst>
        </pc:picChg>
      </pc:sldChg>
      <pc:sldChg chg="addSp delSp modSp">
        <pc:chgData name="Deloatch, Eugene (MSS Technology)" userId="6315ab35-5b27-4241-918a-9d99c6065d66" providerId="ADAL" clId="{799CF897-F4DE-437D-BC7B-0A61E304B429}" dt="2020-12-04T20:42:43.146" v="4881" actId="339"/>
        <pc:sldMkLst>
          <pc:docMk/>
          <pc:sldMk cId="330361114" sldId="639"/>
        </pc:sldMkLst>
        <pc:spChg chg="mod">
          <ac:chgData name="Deloatch, Eugene (MSS Technology)" userId="6315ab35-5b27-4241-918a-9d99c6065d66" providerId="ADAL" clId="{799CF897-F4DE-437D-BC7B-0A61E304B429}" dt="2020-11-19T16:07:27.570" v="2391" actId="20577"/>
          <ac:spMkLst>
            <pc:docMk/>
            <pc:sldMk cId="330361114" sldId="639"/>
            <ac:spMk id="2" creationId="{00000000-0000-0000-0000-000000000000}"/>
          </ac:spMkLst>
        </pc:spChg>
        <pc:spChg chg="mod">
          <ac:chgData name="Deloatch, Eugene (MSS Technology)" userId="6315ab35-5b27-4241-918a-9d99c6065d66" providerId="ADAL" clId="{799CF897-F4DE-437D-BC7B-0A61E304B429}" dt="2020-11-23T19:45:50.744" v="4438" actId="1035"/>
          <ac:spMkLst>
            <pc:docMk/>
            <pc:sldMk cId="330361114" sldId="639"/>
            <ac:spMk id="3" creationId="{00000000-0000-0000-0000-000000000000}"/>
          </ac:spMkLst>
        </pc:spChg>
        <pc:spChg chg="del mod">
          <ac:chgData name="Deloatch, Eugene (MSS Technology)" userId="6315ab35-5b27-4241-918a-9d99c6065d66" providerId="ADAL" clId="{799CF897-F4DE-437D-BC7B-0A61E304B429}" dt="2020-11-23T19:37:25.953" v="4116" actId="478"/>
          <ac:spMkLst>
            <pc:docMk/>
            <pc:sldMk cId="330361114" sldId="639"/>
            <ac:spMk id="4" creationId="{00000000-0000-0000-0000-000000000000}"/>
          </ac:spMkLst>
        </pc:spChg>
        <pc:picChg chg="add mod">
          <ac:chgData name="Deloatch, Eugene (MSS Technology)" userId="6315ab35-5b27-4241-918a-9d99c6065d66" providerId="ADAL" clId="{799CF897-F4DE-437D-BC7B-0A61E304B429}" dt="2020-12-04T20:42:43.146" v="4881" actId="339"/>
          <ac:picMkLst>
            <pc:docMk/>
            <pc:sldMk cId="330361114" sldId="639"/>
            <ac:picMk id="4" creationId="{A559A84E-D573-49BA-B618-FF34BA7BD610}"/>
          </ac:picMkLst>
        </pc:picChg>
        <pc:picChg chg="del">
          <ac:chgData name="Deloatch, Eugene (MSS Technology)" userId="6315ab35-5b27-4241-918a-9d99c6065d66" providerId="ADAL" clId="{799CF897-F4DE-437D-BC7B-0A61E304B429}" dt="2020-11-19T16:07:35.178" v="2392" actId="478"/>
          <ac:picMkLst>
            <pc:docMk/>
            <pc:sldMk cId="330361114" sldId="639"/>
            <ac:picMk id="5" creationId="{43716566-B6FE-4678-BEB3-EE33363A00D9}"/>
          </ac:picMkLst>
        </pc:picChg>
        <pc:picChg chg="add del mod">
          <ac:chgData name="Deloatch, Eugene (MSS Technology)" userId="6315ab35-5b27-4241-918a-9d99c6065d66" providerId="ADAL" clId="{799CF897-F4DE-437D-BC7B-0A61E304B429}" dt="2020-12-04T20:42:10.073" v="4804" actId="478"/>
          <ac:picMkLst>
            <pc:docMk/>
            <pc:sldMk cId="330361114" sldId="639"/>
            <ac:picMk id="5" creationId="{803A64A1-2F68-4C1B-9F5B-AFE0CBE9D4FF}"/>
          </ac:picMkLst>
        </pc:picChg>
      </pc:sldChg>
      <pc:sldChg chg="modSp">
        <pc:chgData name="Deloatch, Eugene (MSS Technology)" userId="6315ab35-5b27-4241-918a-9d99c6065d66" providerId="ADAL" clId="{799CF897-F4DE-437D-BC7B-0A61E304B429}" dt="2020-11-23T14:28:34.941" v="4112" actId="20577"/>
        <pc:sldMkLst>
          <pc:docMk/>
          <pc:sldMk cId="2101039562" sldId="642"/>
        </pc:sldMkLst>
        <pc:graphicFrameChg chg="mod">
          <ac:chgData name="Deloatch, Eugene (MSS Technology)" userId="6315ab35-5b27-4241-918a-9d99c6065d66" providerId="ADAL" clId="{799CF897-F4DE-437D-BC7B-0A61E304B429}" dt="2020-11-23T14:28:34.941" v="4112" actId="20577"/>
          <ac:graphicFrameMkLst>
            <pc:docMk/>
            <pc:sldMk cId="2101039562" sldId="642"/>
            <ac:graphicFrameMk id="5" creationId="{69D5772C-2353-486D-8737-01610D673351}"/>
          </ac:graphicFrameMkLst>
        </pc:graphicFrameChg>
      </pc:sldChg>
      <pc:sldChg chg="addSp delSp modSp">
        <pc:chgData name="Deloatch, Eugene (MSS Technology)" userId="6315ab35-5b27-4241-918a-9d99c6065d66" providerId="ADAL" clId="{799CF897-F4DE-437D-BC7B-0A61E304B429}" dt="2020-12-04T21:34:49.308" v="5531" actId="14100"/>
        <pc:sldMkLst>
          <pc:docMk/>
          <pc:sldMk cId="1188410211" sldId="643"/>
        </pc:sldMkLst>
        <pc:spChg chg="mod">
          <ac:chgData name="Deloatch, Eugene (MSS Technology)" userId="6315ab35-5b27-4241-918a-9d99c6065d66" providerId="ADAL" clId="{799CF897-F4DE-437D-BC7B-0A61E304B429}" dt="2020-12-04T20:35:16.295" v="4776" actId="20577"/>
          <ac:spMkLst>
            <pc:docMk/>
            <pc:sldMk cId="1188410211" sldId="643"/>
            <ac:spMk id="8" creationId="{00000000-0000-0000-0000-000000000000}"/>
          </ac:spMkLst>
        </pc:spChg>
        <pc:spChg chg="mod">
          <ac:chgData name="Deloatch, Eugene (MSS Technology)" userId="6315ab35-5b27-4241-918a-9d99c6065d66" providerId="ADAL" clId="{799CF897-F4DE-437D-BC7B-0A61E304B429}" dt="2020-12-04T20:36:44.906" v="4800" actId="1076"/>
          <ac:spMkLst>
            <pc:docMk/>
            <pc:sldMk cId="1188410211" sldId="643"/>
            <ac:spMk id="25" creationId="{F89E2C0D-2690-4753-8C2B-0AB113635565}"/>
          </ac:spMkLst>
        </pc:spChg>
        <pc:spChg chg="mod">
          <ac:chgData name="Deloatch, Eugene (MSS Technology)" userId="6315ab35-5b27-4241-918a-9d99c6065d66" providerId="ADAL" clId="{799CF897-F4DE-437D-BC7B-0A61E304B429}" dt="2020-12-03T16:28:51.003" v="4481" actId="20577"/>
          <ac:spMkLst>
            <pc:docMk/>
            <pc:sldMk cId="1188410211" sldId="643"/>
            <ac:spMk id="26" creationId="{00000000-0000-0000-0000-000000000000}"/>
          </ac:spMkLst>
        </pc:spChg>
        <pc:spChg chg="mod">
          <ac:chgData name="Deloatch, Eugene (MSS Technology)" userId="6315ab35-5b27-4241-918a-9d99c6065d66" providerId="ADAL" clId="{799CF897-F4DE-437D-BC7B-0A61E304B429}" dt="2020-11-19T15:47:45.791" v="2128" actId="255"/>
          <ac:spMkLst>
            <pc:docMk/>
            <pc:sldMk cId="1188410211" sldId="643"/>
            <ac:spMk id="27" creationId="{00000000-0000-0000-0000-000000000000}"/>
          </ac:spMkLst>
        </pc:spChg>
        <pc:spChg chg="mod">
          <ac:chgData name="Deloatch, Eugene (MSS Technology)" userId="6315ab35-5b27-4241-918a-9d99c6065d66" providerId="ADAL" clId="{799CF897-F4DE-437D-BC7B-0A61E304B429}" dt="2020-12-04T20:36:11.719" v="4795" actId="1037"/>
          <ac:spMkLst>
            <pc:docMk/>
            <pc:sldMk cId="1188410211" sldId="643"/>
            <ac:spMk id="28" creationId="{00000000-0000-0000-0000-000000000000}"/>
          </ac:spMkLst>
        </pc:spChg>
        <pc:grpChg chg="mod">
          <ac:chgData name="Deloatch, Eugene (MSS Technology)" userId="6315ab35-5b27-4241-918a-9d99c6065d66" providerId="ADAL" clId="{799CF897-F4DE-437D-BC7B-0A61E304B429}" dt="2020-12-04T20:36:41.140" v="4799" actId="1076"/>
          <ac:grpSpMkLst>
            <pc:docMk/>
            <pc:sldMk cId="1188410211" sldId="643"/>
            <ac:grpSpMk id="9" creationId="{00000000-0000-0000-0000-000000000000}"/>
          </ac:grpSpMkLst>
        </pc:grpChg>
        <pc:grpChg chg="mod">
          <ac:chgData name="Deloatch, Eugene (MSS Technology)" userId="6315ab35-5b27-4241-918a-9d99c6065d66" providerId="ADAL" clId="{799CF897-F4DE-437D-BC7B-0A61E304B429}" dt="2020-11-19T15:59:56.292" v="2330" actId="1076"/>
          <ac:grpSpMkLst>
            <pc:docMk/>
            <pc:sldMk cId="1188410211" sldId="643"/>
            <ac:grpSpMk id="12" creationId="{00000000-0000-0000-0000-000000000000}"/>
          </ac:grpSpMkLst>
        </pc:grpChg>
        <pc:grpChg chg="mod">
          <ac:chgData name="Deloatch, Eugene (MSS Technology)" userId="6315ab35-5b27-4241-918a-9d99c6065d66" providerId="ADAL" clId="{799CF897-F4DE-437D-BC7B-0A61E304B429}" dt="2020-12-04T20:34:28.398" v="4747" actId="1076"/>
          <ac:grpSpMkLst>
            <pc:docMk/>
            <pc:sldMk cId="1188410211" sldId="643"/>
            <ac:grpSpMk id="17" creationId="{00000000-0000-0000-0000-000000000000}"/>
          </ac:grpSpMkLst>
        </pc:grpChg>
        <pc:grpChg chg="mod">
          <ac:chgData name="Deloatch, Eugene (MSS Technology)" userId="6315ab35-5b27-4241-918a-9d99c6065d66" providerId="ADAL" clId="{799CF897-F4DE-437D-BC7B-0A61E304B429}" dt="2020-11-19T16:00:01.366" v="2331" actId="1076"/>
          <ac:grpSpMkLst>
            <pc:docMk/>
            <pc:sldMk cId="1188410211" sldId="643"/>
            <ac:grpSpMk id="20" creationId="{00000000-0000-0000-0000-000000000000}"/>
          </ac:grpSpMkLst>
        </pc:grpChg>
        <pc:grpChg chg="del">
          <ac:chgData name="Deloatch, Eugene (MSS Technology)" userId="6315ab35-5b27-4241-918a-9d99c6065d66" providerId="ADAL" clId="{799CF897-F4DE-437D-BC7B-0A61E304B429}" dt="2020-11-19T15:22:06.221" v="1692" actId="478"/>
          <ac:grpSpMkLst>
            <pc:docMk/>
            <pc:sldMk cId="1188410211" sldId="643"/>
            <ac:grpSpMk id="30" creationId="{8627E532-4CF2-42DE-BC2C-C65C006DFF06}"/>
          </ac:grpSpMkLst>
        </pc:grpChg>
        <pc:picChg chg="add del mod">
          <ac:chgData name="Deloatch, Eugene (MSS Technology)" userId="6315ab35-5b27-4241-918a-9d99c6065d66" providerId="ADAL" clId="{799CF897-F4DE-437D-BC7B-0A61E304B429}" dt="2020-11-19T15:47:05.209" v="2120" actId="478"/>
          <ac:picMkLst>
            <pc:docMk/>
            <pc:sldMk cId="1188410211" sldId="643"/>
            <ac:picMk id="2" creationId="{79C9C11C-F48D-4BC0-9AB3-36D79DF99054}"/>
          </ac:picMkLst>
        </pc:picChg>
        <pc:picChg chg="add mod ord">
          <ac:chgData name="Deloatch, Eugene (MSS Technology)" userId="6315ab35-5b27-4241-918a-9d99c6065d66" providerId="ADAL" clId="{799CF897-F4DE-437D-BC7B-0A61E304B429}" dt="2020-12-04T21:34:49.308" v="5531" actId="14100"/>
          <ac:picMkLst>
            <pc:docMk/>
            <pc:sldMk cId="1188410211" sldId="643"/>
            <ac:picMk id="2" creationId="{F60B3AD0-7213-4B68-B775-4F10744A5A0C}"/>
          </ac:picMkLst>
        </pc:picChg>
        <pc:picChg chg="add del">
          <ac:chgData name="Deloatch, Eugene (MSS Technology)" userId="6315ab35-5b27-4241-918a-9d99c6065d66" providerId="ADAL" clId="{799CF897-F4DE-437D-BC7B-0A61E304B429}" dt="2020-11-19T15:47:17.956" v="2125"/>
          <ac:picMkLst>
            <pc:docMk/>
            <pc:sldMk cId="1188410211" sldId="643"/>
            <ac:picMk id="3" creationId="{12BA4DCD-FB34-4CCF-A9E8-5BE69CD9F63A}"/>
          </ac:picMkLst>
        </pc:picChg>
        <pc:picChg chg="add mod ord">
          <ac:chgData name="Deloatch, Eugene (MSS Technology)" userId="6315ab35-5b27-4241-918a-9d99c6065d66" providerId="ADAL" clId="{799CF897-F4DE-437D-BC7B-0A61E304B429}" dt="2020-12-04T20:37:36.314" v="4803" actId="167"/>
          <ac:picMkLst>
            <pc:docMk/>
            <pc:sldMk cId="1188410211" sldId="643"/>
            <ac:picMk id="3" creationId="{75B8AD76-2963-496A-BB22-493F05D3332C}"/>
          </ac:picMkLst>
        </pc:picChg>
        <pc:picChg chg="del">
          <ac:chgData name="Deloatch, Eugene (MSS Technology)" userId="6315ab35-5b27-4241-918a-9d99c6065d66" providerId="ADAL" clId="{799CF897-F4DE-437D-BC7B-0A61E304B429}" dt="2020-11-19T15:20:57.312" v="1605" actId="478"/>
          <ac:picMkLst>
            <pc:docMk/>
            <pc:sldMk cId="1188410211" sldId="643"/>
            <ac:picMk id="4" creationId="{65EC9CCB-430D-475E-8A5D-F782DF5054CC}"/>
          </ac:picMkLst>
        </pc:picChg>
        <pc:picChg chg="del">
          <ac:chgData name="Deloatch, Eugene (MSS Technology)" userId="6315ab35-5b27-4241-918a-9d99c6065d66" providerId="ADAL" clId="{799CF897-F4DE-437D-BC7B-0A61E304B429}" dt="2020-11-19T15:21:36.776" v="1664" actId="478"/>
          <ac:picMkLst>
            <pc:docMk/>
            <pc:sldMk cId="1188410211" sldId="643"/>
            <ac:picMk id="5" creationId="{D7470CD9-A1B5-4AE3-BF88-60E55B5C69FA}"/>
          </ac:picMkLst>
        </pc:picChg>
        <pc:picChg chg="del">
          <ac:chgData name="Deloatch, Eugene (MSS Technology)" userId="6315ab35-5b27-4241-918a-9d99c6065d66" providerId="ADAL" clId="{799CF897-F4DE-437D-BC7B-0A61E304B429}" dt="2020-11-19T15:21:42.088" v="1665" actId="478"/>
          <ac:picMkLst>
            <pc:docMk/>
            <pc:sldMk cId="1188410211" sldId="643"/>
            <ac:picMk id="6" creationId="{BD650CD9-F180-45E7-95ED-4D027A400642}"/>
          </ac:picMkLst>
        </pc:picChg>
        <pc:picChg chg="del">
          <ac:chgData name="Deloatch, Eugene (MSS Technology)" userId="6315ab35-5b27-4241-918a-9d99c6065d66" providerId="ADAL" clId="{799CF897-F4DE-437D-BC7B-0A61E304B429}" dt="2020-11-19T15:23:02.756" v="1865" actId="478"/>
          <ac:picMkLst>
            <pc:docMk/>
            <pc:sldMk cId="1188410211" sldId="643"/>
            <ac:picMk id="7" creationId="{5B3EAC70-D638-41A8-AFD4-94BF0447F263}"/>
          </ac:picMkLst>
        </pc:picChg>
        <pc:picChg chg="add del mod ord">
          <ac:chgData name="Deloatch, Eugene (MSS Technology)" userId="6315ab35-5b27-4241-918a-9d99c6065d66" providerId="ADAL" clId="{799CF897-F4DE-437D-BC7B-0A61E304B429}" dt="2020-12-04T20:07:37.144" v="4690" actId="478"/>
          <ac:picMkLst>
            <pc:docMk/>
            <pc:sldMk cId="1188410211" sldId="643"/>
            <ac:picMk id="15" creationId="{95B99916-5E8F-4900-A1FF-4048E919B283}"/>
          </ac:picMkLst>
        </pc:picChg>
        <pc:picChg chg="add del mod">
          <ac:chgData name="Deloatch, Eugene (MSS Technology)" userId="6315ab35-5b27-4241-918a-9d99c6065d66" providerId="ADAL" clId="{799CF897-F4DE-437D-BC7B-0A61E304B429}" dt="2020-12-04T20:34:02.517" v="4740" actId="478"/>
          <ac:picMkLst>
            <pc:docMk/>
            <pc:sldMk cId="1188410211" sldId="643"/>
            <ac:picMk id="16" creationId="{1C8A3F41-584A-48CA-9550-4A8BAD303E67}"/>
          </ac:picMkLst>
        </pc:picChg>
      </pc:sldChg>
      <pc:sldChg chg="del">
        <pc:chgData name="Deloatch, Eugene (MSS Technology)" userId="6315ab35-5b27-4241-918a-9d99c6065d66" providerId="ADAL" clId="{799CF897-F4DE-437D-BC7B-0A61E304B429}" dt="2020-11-17T21:09:24.433" v="349" actId="2696"/>
        <pc:sldMkLst>
          <pc:docMk/>
          <pc:sldMk cId="3688755408" sldId="644"/>
        </pc:sldMkLst>
      </pc:sldChg>
      <pc:sldChg chg="del">
        <pc:chgData name="Deloatch, Eugene (MSS Technology)" userId="6315ab35-5b27-4241-918a-9d99c6065d66" providerId="ADAL" clId="{799CF897-F4DE-437D-BC7B-0A61E304B429}" dt="2020-11-17T21:09:24.469" v="350" actId="2696"/>
        <pc:sldMkLst>
          <pc:docMk/>
          <pc:sldMk cId="3991253147" sldId="645"/>
        </pc:sldMkLst>
      </pc:sldChg>
      <pc:sldChg chg="del">
        <pc:chgData name="Deloatch, Eugene (MSS Technology)" userId="6315ab35-5b27-4241-918a-9d99c6065d66" providerId="ADAL" clId="{799CF897-F4DE-437D-BC7B-0A61E304B429}" dt="2020-11-17T21:09:24.550" v="351" actId="2696"/>
        <pc:sldMkLst>
          <pc:docMk/>
          <pc:sldMk cId="1495279431" sldId="646"/>
        </pc:sldMkLst>
      </pc:sldChg>
      <pc:sldChg chg="del">
        <pc:chgData name="Deloatch, Eugene (MSS Technology)" userId="6315ab35-5b27-4241-918a-9d99c6065d66" providerId="ADAL" clId="{799CF897-F4DE-437D-BC7B-0A61E304B429}" dt="2020-11-17T21:09:24.676" v="352" actId="2696"/>
        <pc:sldMkLst>
          <pc:docMk/>
          <pc:sldMk cId="3345251787" sldId="648"/>
        </pc:sldMkLst>
      </pc:sldChg>
      <pc:sldChg chg="modSp">
        <pc:chgData name="Deloatch, Eugene (MSS Technology)" userId="6315ab35-5b27-4241-918a-9d99c6065d66" providerId="ADAL" clId="{799CF897-F4DE-437D-BC7B-0A61E304B429}" dt="2020-12-04T19:20:29.350" v="4596" actId="20577"/>
        <pc:sldMkLst>
          <pc:docMk/>
          <pc:sldMk cId="3983195950" sldId="650"/>
        </pc:sldMkLst>
        <pc:spChg chg="mod">
          <ac:chgData name="Deloatch, Eugene (MSS Technology)" userId="6315ab35-5b27-4241-918a-9d99c6065d66" providerId="ADAL" clId="{799CF897-F4DE-437D-BC7B-0A61E304B429}" dt="2020-12-04T19:20:29.350" v="4596" actId="20577"/>
          <ac:spMkLst>
            <pc:docMk/>
            <pc:sldMk cId="3983195950" sldId="650"/>
            <ac:spMk id="4" creationId="{8A6FF72E-EA2F-2C43-A940-E06C406358D9}"/>
          </ac:spMkLst>
        </pc:spChg>
      </pc:sldChg>
      <pc:sldChg chg="modSp">
        <pc:chgData name="Deloatch, Eugene (MSS Technology)" userId="6315ab35-5b27-4241-918a-9d99c6065d66" providerId="ADAL" clId="{799CF897-F4DE-437D-BC7B-0A61E304B429}" dt="2020-12-05T04:22:17.408" v="5552" actId="20577"/>
        <pc:sldMkLst>
          <pc:docMk/>
          <pc:sldMk cId="1551048417" sldId="651"/>
        </pc:sldMkLst>
        <pc:spChg chg="mod">
          <ac:chgData name="Deloatch, Eugene (MSS Technology)" userId="6315ab35-5b27-4241-918a-9d99c6065d66" providerId="ADAL" clId="{799CF897-F4DE-437D-BC7B-0A61E304B429}" dt="2020-12-05T04:22:17.408" v="5552" actId="20577"/>
          <ac:spMkLst>
            <pc:docMk/>
            <pc:sldMk cId="1551048417" sldId="651"/>
            <ac:spMk id="4" creationId="{4EE300BB-75CA-4303-9A54-2C49591F424E}"/>
          </ac:spMkLst>
        </pc:spChg>
      </pc:sldChg>
      <pc:sldChg chg="modSp">
        <pc:chgData name="Deloatch, Eugene (MSS Technology)" userId="6315ab35-5b27-4241-918a-9d99c6065d66" providerId="ADAL" clId="{799CF897-F4DE-437D-BC7B-0A61E304B429}" dt="2020-12-04T19:47:54.613" v="4672" actId="1036"/>
        <pc:sldMkLst>
          <pc:docMk/>
          <pc:sldMk cId="3840085506" sldId="652"/>
        </pc:sldMkLst>
        <pc:spChg chg="mod">
          <ac:chgData name="Deloatch, Eugene (MSS Technology)" userId="6315ab35-5b27-4241-918a-9d99c6065d66" providerId="ADAL" clId="{799CF897-F4DE-437D-BC7B-0A61E304B429}" dt="2020-12-04T19:47:54.613" v="4672" actId="1036"/>
          <ac:spMkLst>
            <pc:docMk/>
            <pc:sldMk cId="3840085506" sldId="652"/>
            <ac:spMk id="14" creationId="{00000000-0000-0000-0000-000000000000}"/>
          </ac:spMkLst>
        </pc:spChg>
      </pc:sldChg>
      <pc:sldChg chg="del">
        <pc:chgData name="Deloatch, Eugene (MSS Technology)" userId="6315ab35-5b27-4241-918a-9d99c6065d66" providerId="ADAL" clId="{799CF897-F4DE-437D-BC7B-0A61E304B429}" dt="2020-11-17T21:09:24.741" v="353" actId="2696"/>
        <pc:sldMkLst>
          <pc:docMk/>
          <pc:sldMk cId="2792910576" sldId="653"/>
        </pc:sldMkLst>
      </pc:sldChg>
      <pc:sldChg chg="del">
        <pc:chgData name="Deloatch, Eugene (MSS Technology)" userId="6315ab35-5b27-4241-918a-9d99c6065d66" providerId="ADAL" clId="{799CF897-F4DE-437D-BC7B-0A61E304B429}" dt="2020-11-17T21:09:24.882" v="354" actId="2696"/>
        <pc:sldMkLst>
          <pc:docMk/>
          <pc:sldMk cId="2055024030" sldId="654"/>
        </pc:sldMkLst>
      </pc:sldChg>
      <pc:sldChg chg="del">
        <pc:chgData name="Deloatch, Eugene (MSS Technology)" userId="6315ab35-5b27-4241-918a-9d99c6065d66" providerId="ADAL" clId="{799CF897-F4DE-437D-BC7B-0A61E304B429}" dt="2020-11-18T21:57:02.624" v="1578" actId="2696"/>
        <pc:sldMkLst>
          <pc:docMk/>
          <pc:sldMk cId="3272543438" sldId="655"/>
        </pc:sldMkLst>
      </pc:sldChg>
      <pc:sldChg chg="modSp">
        <pc:chgData name="Deloatch, Eugene (MSS Technology)" userId="6315ab35-5b27-4241-918a-9d99c6065d66" providerId="ADAL" clId="{799CF897-F4DE-437D-BC7B-0A61E304B429}" dt="2020-12-04T19:20:19.408" v="4590" actId="20577"/>
        <pc:sldMkLst>
          <pc:docMk/>
          <pc:sldMk cId="5076610" sldId="656"/>
        </pc:sldMkLst>
        <pc:spChg chg="mod">
          <ac:chgData name="Deloatch, Eugene (MSS Technology)" userId="6315ab35-5b27-4241-918a-9d99c6065d66" providerId="ADAL" clId="{799CF897-F4DE-437D-BC7B-0A61E304B429}" dt="2020-12-03T16:25:54.506" v="4465" actId="20577"/>
          <ac:spMkLst>
            <pc:docMk/>
            <pc:sldMk cId="5076610" sldId="656"/>
            <ac:spMk id="3" creationId="{00000000-0000-0000-0000-000000000000}"/>
          </ac:spMkLst>
        </pc:spChg>
        <pc:spChg chg="mod">
          <ac:chgData name="Deloatch, Eugene (MSS Technology)" userId="6315ab35-5b27-4241-918a-9d99c6065d66" providerId="ADAL" clId="{799CF897-F4DE-437D-BC7B-0A61E304B429}" dt="2020-12-04T19:20:19.408" v="4590" actId="20577"/>
          <ac:spMkLst>
            <pc:docMk/>
            <pc:sldMk cId="5076610" sldId="656"/>
            <ac:spMk id="4" creationId="{8A6FF72E-EA2F-2C43-A940-E06C406358D9}"/>
          </ac:spMkLst>
        </pc:spChg>
      </pc:sldChg>
      <pc:sldChg chg="modSp ord">
        <pc:chgData name="Deloatch, Eugene (MSS Technology)" userId="6315ab35-5b27-4241-918a-9d99c6065d66" providerId="ADAL" clId="{799CF897-F4DE-437D-BC7B-0A61E304B429}" dt="2020-12-07T21:12:25.838" v="7985"/>
        <pc:sldMkLst>
          <pc:docMk/>
          <pc:sldMk cId="2414921279" sldId="657"/>
        </pc:sldMkLst>
        <pc:spChg chg="mod">
          <ac:chgData name="Deloatch, Eugene (MSS Technology)" userId="6315ab35-5b27-4241-918a-9d99c6065d66" providerId="ADAL" clId="{799CF897-F4DE-437D-BC7B-0A61E304B429}" dt="2020-12-04T19:48:38.403" v="4689" actId="6549"/>
          <ac:spMkLst>
            <pc:docMk/>
            <pc:sldMk cId="2414921279" sldId="657"/>
            <ac:spMk id="7171" creationId="{0CACDEC1-2D3E-4F1E-B769-48712FBBFA60}"/>
          </ac:spMkLst>
        </pc:spChg>
      </pc:sldChg>
      <pc:sldChg chg="modSp">
        <pc:chgData name="Deloatch, Eugene (MSS Technology)" userId="6315ab35-5b27-4241-918a-9d99c6065d66" providerId="ADAL" clId="{799CF897-F4DE-437D-BC7B-0A61E304B429}" dt="2020-11-19T19:46:15.120" v="2995" actId="20577"/>
        <pc:sldMkLst>
          <pc:docMk/>
          <pc:sldMk cId="3539804238" sldId="658"/>
        </pc:sldMkLst>
        <pc:spChg chg="mod">
          <ac:chgData name="Deloatch, Eugene (MSS Technology)" userId="6315ab35-5b27-4241-918a-9d99c6065d66" providerId="ADAL" clId="{799CF897-F4DE-437D-BC7B-0A61E304B429}" dt="2020-11-19T19:46:15.120" v="2995" actId="20577"/>
          <ac:spMkLst>
            <pc:docMk/>
            <pc:sldMk cId="3539804238" sldId="658"/>
            <ac:spMk id="27651" creationId="{60F2A197-246E-4EDE-A0F6-D1897039DA8D}"/>
          </ac:spMkLst>
        </pc:spChg>
      </pc:sldChg>
      <pc:sldChg chg="modSp">
        <pc:chgData name="Deloatch, Eugene (MSS Technology)" userId="6315ab35-5b27-4241-918a-9d99c6065d66" providerId="ADAL" clId="{799CF897-F4DE-437D-BC7B-0A61E304B429}" dt="2020-12-03T16:48:06.235" v="4497" actId="20577"/>
        <pc:sldMkLst>
          <pc:docMk/>
          <pc:sldMk cId="1541757619" sldId="659"/>
        </pc:sldMkLst>
        <pc:spChg chg="mod">
          <ac:chgData name="Deloatch, Eugene (MSS Technology)" userId="6315ab35-5b27-4241-918a-9d99c6065d66" providerId="ADAL" clId="{799CF897-F4DE-437D-BC7B-0A61E304B429}" dt="2020-12-03T16:48:06.235" v="4497" actId="20577"/>
          <ac:spMkLst>
            <pc:docMk/>
            <pc:sldMk cId="1541757619" sldId="659"/>
            <ac:spMk id="27651" creationId="{60F2A197-246E-4EDE-A0F6-D1897039DA8D}"/>
          </ac:spMkLst>
        </pc:spChg>
      </pc:sldChg>
      <pc:sldChg chg="del">
        <pc:chgData name="Deloatch, Eugene (MSS Technology)" userId="6315ab35-5b27-4241-918a-9d99c6065d66" providerId="ADAL" clId="{799CF897-F4DE-437D-BC7B-0A61E304B429}" dt="2020-11-19T20:40:05.534" v="3383" actId="2696"/>
        <pc:sldMkLst>
          <pc:docMk/>
          <pc:sldMk cId="1110763869" sldId="660"/>
        </pc:sldMkLst>
      </pc:sldChg>
      <pc:sldChg chg="del">
        <pc:chgData name="Deloatch, Eugene (MSS Technology)" userId="6315ab35-5b27-4241-918a-9d99c6065d66" providerId="ADAL" clId="{799CF897-F4DE-437D-BC7B-0A61E304B429}" dt="2020-11-19T20:40:05.667" v="3384" actId="2696"/>
        <pc:sldMkLst>
          <pc:docMk/>
          <pc:sldMk cId="4225333472" sldId="661"/>
        </pc:sldMkLst>
      </pc:sldChg>
      <pc:sldChg chg="del">
        <pc:chgData name="Deloatch, Eugene (MSS Technology)" userId="6315ab35-5b27-4241-918a-9d99c6065d66" providerId="ADAL" clId="{799CF897-F4DE-437D-BC7B-0A61E304B429}" dt="2020-11-19T20:40:05.715" v="3385" actId="2696"/>
        <pc:sldMkLst>
          <pc:docMk/>
          <pc:sldMk cId="1822273538" sldId="662"/>
        </pc:sldMkLst>
      </pc:sldChg>
      <pc:sldChg chg="del">
        <pc:chgData name="Deloatch, Eugene (MSS Technology)" userId="6315ab35-5b27-4241-918a-9d99c6065d66" providerId="ADAL" clId="{799CF897-F4DE-437D-BC7B-0A61E304B429}" dt="2020-11-19T20:40:05.807" v="3386" actId="2696"/>
        <pc:sldMkLst>
          <pc:docMk/>
          <pc:sldMk cId="3870261955" sldId="663"/>
        </pc:sldMkLst>
      </pc:sldChg>
      <pc:sldChg chg="addSp delSp modSp">
        <pc:chgData name="Deloatch, Eugene (MSS Technology)" userId="6315ab35-5b27-4241-918a-9d99c6065d66" providerId="ADAL" clId="{799CF897-F4DE-437D-BC7B-0A61E304B429}" dt="2020-12-04T21:34:08.590" v="5529" actId="14100"/>
        <pc:sldMkLst>
          <pc:docMk/>
          <pc:sldMk cId="3405335802" sldId="664"/>
        </pc:sldMkLst>
        <pc:spChg chg="mod">
          <ac:chgData name="Deloatch, Eugene (MSS Technology)" userId="6315ab35-5b27-4241-918a-9d99c6065d66" providerId="ADAL" clId="{799CF897-F4DE-437D-BC7B-0A61E304B429}" dt="2020-12-04T21:30:08.665" v="5352" actId="20577"/>
          <ac:spMkLst>
            <pc:docMk/>
            <pc:sldMk cId="3405335802" sldId="664"/>
            <ac:spMk id="2" creationId="{154067EF-FBF1-4D4D-A65D-60B5F5798A76}"/>
          </ac:spMkLst>
        </pc:spChg>
        <pc:spChg chg="mod">
          <ac:chgData name="Deloatch, Eugene (MSS Technology)" userId="6315ab35-5b27-4241-918a-9d99c6065d66" providerId="ADAL" clId="{799CF897-F4DE-437D-BC7B-0A61E304B429}" dt="2020-11-19T20:39:36.008" v="3364" actId="20577"/>
          <ac:spMkLst>
            <pc:docMk/>
            <pc:sldMk cId="3405335802" sldId="664"/>
            <ac:spMk id="3" creationId="{1892D5F7-3001-49F0-89CE-857917709880}"/>
          </ac:spMkLst>
        </pc:spChg>
        <pc:spChg chg="mod">
          <ac:chgData name="Deloatch, Eugene (MSS Technology)" userId="6315ab35-5b27-4241-918a-9d99c6065d66" providerId="ADAL" clId="{799CF897-F4DE-437D-BC7B-0A61E304B429}" dt="2020-12-04T21:32:32.527" v="5370" actId="1035"/>
          <ac:spMkLst>
            <pc:docMk/>
            <pc:sldMk cId="3405335802" sldId="664"/>
            <ac:spMk id="5" creationId="{8DE9892C-11AE-48F0-BEB8-A6E4FF22950C}"/>
          </ac:spMkLst>
        </pc:spChg>
        <pc:spChg chg="add mod">
          <ac:chgData name="Deloatch, Eugene (MSS Technology)" userId="6315ab35-5b27-4241-918a-9d99c6065d66" providerId="ADAL" clId="{799CF897-F4DE-437D-BC7B-0A61E304B429}" dt="2020-12-04T21:34:08.590" v="5529" actId="14100"/>
          <ac:spMkLst>
            <pc:docMk/>
            <pc:sldMk cId="3405335802" sldId="664"/>
            <ac:spMk id="8" creationId="{CE721425-F65C-424F-A5AD-14A4E8A09EAF}"/>
          </ac:spMkLst>
        </pc:spChg>
        <pc:picChg chg="del">
          <ac:chgData name="Deloatch, Eugene (MSS Technology)" userId="6315ab35-5b27-4241-918a-9d99c6065d66" providerId="ADAL" clId="{799CF897-F4DE-437D-BC7B-0A61E304B429}" dt="2020-11-20T00:17:12.046" v="3619" actId="478"/>
          <ac:picMkLst>
            <pc:docMk/>
            <pc:sldMk cId="3405335802" sldId="664"/>
            <ac:picMk id="4" creationId="{24C654C9-486E-4E32-B5AD-B459766FDBD3}"/>
          </ac:picMkLst>
        </pc:picChg>
        <pc:picChg chg="add mod">
          <ac:chgData name="Deloatch, Eugene (MSS Technology)" userId="6315ab35-5b27-4241-918a-9d99c6065d66" providerId="ADAL" clId="{799CF897-F4DE-437D-BC7B-0A61E304B429}" dt="2020-12-04T21:33:01.696" v="5463" actId="339"/>
          <ac:picMkLst>
            <pc:docMk/>
            <pc:sldMk cId="3405335802" sldId="664"/>
            <ac:picMk id="4" creationId="{30CDF5DD-796A-4D71-A1E5-5307AF613241}"/>
          </ac:picMkLst>
        </pc:picChg>
        <pc:picChg chg="add del mod">
          <ac:chgData name="Deloatch, Eugene (MSS Technology)" userId="6315ab35-5b27-4241-918a-9d99c6065d66" providerId="ADAL" clId="{799CF897-F4DE-437D-BC7B-0A61E304B429}" dt="2020-12-04T21:29:35.592" v="5328" actId="478"/>
          <ac:picMkLst>
            <pc:docMk/>
            <pc:sldMk cId="3405335802" sldId="664"/>
            <ac:picMk id="6" creationId="{62796F5A-A821-4506-9E03-78D3A3FA175F}"/>
          </ac:picMkLst>
        </pc:picChg>
        <pc:picChg chg="add del mod">
          <ac:chgData name="Deloatch, Eugene (MSS Technology)" userId="6315ab35-5b27-4241-918a-9d99c6065d66" providerId="ADAL" clId="{799CF897-F4DE-437D-BC7B-0A61E304B429}" dt="2020-12-04T21:29:06.701" v="5300" actId="478"/>
          <ac:picMkLst>
            <pc:docMk/>
            <pc:sldMk cId="3405335802" sldId="664"/>
            <ac:picMk id="7" creationId="{A340440E-6A96-4259-AA6A-606B0792E3B6}"/>
          </ac:picMkLst>
        </pc:picChg>
        <pc:picChg chg="add mod">
          <ac:chgData name="Deloatch, Eugene (MSS Technology)" userId="6315ab35-5b27-4241-918a-9d99c6065d66" providerId="ADAL" clId="{799CF897-F4DE-437D-BC7B-0A61E304B429}" dt="2020-12-04T21:32:46.666" v="5400" actId="339"/>
          <ac:picMkLst>
            <pc:docMk/>
            <pc:sldMk cId="3405335802" sldId="664"/>
            <ac:picMk id="9" creationId="{3D4C565F-36AB-467F-9743-6BA22BA27342}"/>
          </ac:picMkLst>
        </pc:picChg>
      </pc:sldChg>
      <pc:sldChg chg="modSp">
        <pc:chgData name="Deloatch, Eugene (MSS Technology)" userId="6315ab35-5b27-4241-918a-9d99c6065d66" providerId="ADAL" clId="{799CF897-F4DE-437D-BC7B-0A61E304B429}" dt="2020-11-19T20:39:47.798" v="3380" actId="20577"/>
        <pc:sldMkLst>
          <pc:docMk/>
          <pc:sldMk cId="3107985374" sldId="665"/>
        </pc:sldMkLst>
        <pc:spChg chg="mod">
          <ac:chgData name="Deloatch, Eugene (MSS Technology)" userId="6315ab35-5b27-4241-918a-9d99c6065d66" providerId="ADAL" clId="{799CF897-F4DE-437D-BC7B-0A61E304B429}" dt="2020-11-19T20:39:47.798" v="3380" actId="20577"/>
          <ac:spMkLst>
            <pc:docMk/>
            <pc:sldMk cId="3107985374" sldId="665"/>
            <ac:spMk id="27651" creationId="{60F2A197-246E-4EDE-A0F6-D1897039DA8D}"/>
          </ac:spMkLst>
        </pc:spChg>
      </pc:sldChg>
      <pc:sldChg chg="modSp add">
        <pc:chgData name="Deloatch, Eugene (MSS Technology)" userId="6315ab35-5b27-4241-918a-9d99c6065d66" providerId="ADAL" clId="{799CF897-F4DE-437D-BC7B-0A61E304B429}" dt="2020-12-07T21:10:58.512" v="7954" actId="20577"/>
        <pc:sldMkLst>
          <pc:docMk/>
          <pc:sldMk cId="1602226620" sldId="666"/>
        </pc:sldMkLst>
        <pc:spChg chg="mod">
          <ac:chgData name="Deloatch, Eugene (MSS Technology)" userId="6315ab35-5b27-4241-918a-9d99c6065d66" providerId="ADAL" clId="{799CF897-F4DE-437D-BC7B-0A61E304B429}" dt="2020-12-07T21:01:47.041" v="7952" actId="20577"/>
          <ac:spMkLst>
            <pc:docMk/>
            <pc:sldMk cId="1602226620" sldId="666"/>
            <ac:spMk id="2" creationId="{6AD29653-174E-40B8-A63D-F69D6FECD673}"/>
          </ac:spMkLst>
        </pc:spChg>
        <pc:spChg chg="mod">
          <ac:chgData name="Deloatch, Eugene (MSS Technology)" userId="6315ab35-5b27-4241-918a-9d99c6065d66" providerId="ADAL" clId="{799CF897-F4DE-437D-BC7B-0A61E304B429}" dt="2020-12-07T21:10:58.512" v="7954" actId="20577"/>
          <ac:spMkLst>
            <pc:docMk/>
            <pc:sldMk cId="1602226620" sldId="666"/>
            <ac:spMk id="3" creationId="{62686434-B7F5-46E0-9FCD-658EA0762DCE}"/>
          </ac:spMkLst>
        </pc:spChg>
      </pc:sldChg>
      <pc:sldChg chg="modSp add del">
        <pc:chgData name="Deloatch, Eugene (MSS Technology)" userId="6315ab35-5b27-4241-918a-9d99c6065d66" providerId="ADAL" clId="{799CF897-F4DE-437D-BC7B-0A61E304B429}" dt="2020-12-07T20:42:22.250" v="7917" actId="2696"/>
        <pc:sldMkLst>
          <pc:docMk/>
          <pc:sldMk cId="2310749583" sldId="666"/>
        </pc:sldMkLst>
        <pc:spChg chg="mod">
          <ac:chgData name="Deloatch, Eugene (MSS Technology)" userId="6315ab35-5b27-4241-918a-9d99c6065d66" providerId="ADAL" clId="{799CF897-F4DE-437D-BC7B-0A61E304B429}" dt="2020-12-07T20:12:37.250" v="6531" actId="20577"/>
          <ac:spMkLst>
            <pc:docMk/>
            <pc:sldMk cId="2310749583" sldId="666"/>
            <ac:spMk id="2" creationId="{6AD29653-174E-40B8-A63D-F69D6FECD673}"/>
          </ac:spMkLst>
        </pc:spChg>
        <pc:spChg chg="mod">
          <ac:chgData name="Deloatch, Eugene (MSS Technology)" userId="6315ab35-5b27-4241-918a-9d99c6065d66" providerId="ADAL" clId="{799CF897-F4DE-437D-BC7B-0A61E304B429}" dt="2020-12-07T19:15:33.143" v="5571" actId="20577"/>
          <ac:spMkLst>
            <pc:docMk/>
            <pc:sldMk cId="2310749583" sldId="666"/>
            <ac:spMk id="3" creationId="{62686434-B7F5-46E0-9FCD-658EA0762DCE}"/>
          </ac:spMkLst>
        </pc:spChg>
      </pc:sldChg>
      <pc:sldChg chg="del">
        <pc:chgData name="Deloatch, Eugene (MSS Technology)" userId="6315ab35-5b27-4241-918a-9d99c6065d66" providerId="ADAL" clId="{799CF897-F4DE-437D-BC7B-0A61E304B429}" dt="2020-11-19T20:40:05.386" v="3381" actId="2696"/>
        <pc:sldMkLst>
          <pc:docMk/>
          <pc:sldMk cId="3111075551" sldId="666"/>
        </pc:sldMkLst>
      </pc:sldChg>
      <pc:sldChg chg="modSp add">
        <pc:chgData name="Deloatch, Eugene (MSS Technology)" userId="6315ab35-5b27-4241-918a-9d99c6065d66" providerId="ADAL" clId="{799CF897-F4DE-437D-BC7B-0A61E304B429}" dt="2020-12-07T21:12:06.194" v="7984" actId="20577"/>
        <pc:sldMkLst>
          <pc:docMk/>
          <pc:sldMk cId="2634350670" sldId="667"/>
        </pc:sldMkLst>
        <pc:spChg chg="mod">
          <ac:chgData name="Deloatch, Eugene (MSS Technology)" userId="6315ab35-5b27-4241-918a-9d99c6065d66" providerId="ADAL" clId="{799CF897-F4DE-437D-BC7B-0A61E304B429}" dt="2020-12-07T21:12:06.194" v="7984" actId="20577"/>
          <ac:spMkLst>
            <pc:docMk/>
            <pc:sldMk cId="2634350670" sldId="667"/>
            <ac:spMk id="2" creationId="{865CA3CA-2A49-4265-8828-CEC27AA3688E}"/>
          </ac:spMkLst>
        </pc:spChg>
        <pc:spChg chg="mod">
          <ac:chgData name="Deloatch, Eugene (MSS Technology)" userId="6315ab35-5b27-4241-918a-9d99c6065d66" providerId="ADAL" clId="{799CF897-F4DE-437D-BC7B-0A61E304B429}" dt="2020-12-07T21:11:08.864" v="7958" actId="20577"/>
          <ac:spMkLst>
            <pc:docMk/>
            <pc:sldMk cId="2634350670" sldId="667"/>
            <ac:spMk id="3" creationId="{610853C5-C006-4BB7-B55E-3ECFB09FD208}"/>
          </ac:spMkLst>
        </pc:spChg>
      </pc:sldChg>
      <pc:sldChg chg="modSp add del">
        <pc:chgData name="Deloatch, Eugene (MSS Technology)" userId="6315ab35-5b27-4241-918a-9d99c6065d66" providerId="ADAL" clId="{799CF897-F4DE-437D-BC7B-0A61E304B429}" dt="2020-12-07T20:42:22.268" v="7918" actId="2696"/>
        <pc:sldMkLst>
          <pc:docMk/>
          <pc:sldMk cId="2927635591" sldId="667"/>
        </pc:sldMkLst>
        <pc:spChg chg="mod">
          <ac:chgData name="Deloatch, Eugene (MSS Technology)" userId="6315ab35-5b27-4241-918a-9d99c6065d66" providerId="ADAL" clId="{799CF897-F4DE-437D-BC7B-0A61E304B429}" dt="2020-12-07T20:27:13.172" v="7509" actId="20577"/>
          <ac:spMkLst>
            <pc:docMk/>
            <pc:sldMk cId="2927635591" sldId="667"/>
            <ac:spMk id="2" creationId="{865CA3CA-2A49-4265-8828-CEC27AA3688E}"/>
          </ac:spMkLst>
        </pc:spChg>
        <pc:spChg chg="mod">
          <ac:chgData name="Deloatch, Eugene (MSS Technology)" userId="6315ab35-5b27-4241-918a-9d99c6065d66" providerId="ADAL" clId="{799CF897-F4DE-437D-BC7B-0A61E304B429}" dt="2020-12-07T20:13:41.490" v="6572" actId="20577"/>
          <ac:spMkLst>
            <pc:docMk/>
            <pc:sldMk cId="2927635591" sldId="667"/>
            <ac:spMk id="3" creationId="{610853C5-C006-4BB7-B55E-3ECFB09FD208}"/>
          </ac:spMkLst>
        </pc:spChg>
      </pc:sldChg>
      <pc:sldChg chg="del">
        <pc:chgData name="Deloatch, Eugene (MSS Technology)" userId="6315ab35-5b27-4241-918a-9d99c6065d66" providerId="ADAL" clId="{799CF897-F4DE-437D-BC7B-0A61E304B429}" dt="2020-11-19T20:40:05.484" v="3382" actId="2696"/>
        <pc:sldMkLst>
          <pc:docMk/>
          <pc:sldMk cId="4012069156" sldId="667"/>
        </pc:sldMkLst>
      </pc:sldChg>
      <pc:sldChg chg="del">
        <pc:chgData name="Deloatch, Eugene (MSS Technology)" userId="6315ab35-5b27-4241-918a-9d99c6065d66" providerId="ADAL" clId="{799CF897-F4DE-437D-BC7B-0A61E304B429}" dt="2020-11-17T21:09:24.929" v="355" actId="2696"/>
        <pc:sldMkLst>
          <pc:docMk/>
          <pc:sldMk cId="1142898081" sldId="668"/>
        </pc:sldMkLst>
      </pc:sldChg>
      <pc:sldChg chg="addSp delSp modSp add del ord">
        <pc:chgData name="Deloatch, Eugene (MSS Technology)" userId="6315ab35-5b27-4241-918a-9d99c6065d66" providerId="ADAL" clId="{799CF897-F4DE-437D-BC7B-0A61E304B429}" dt="2020-12-09T22:47:50.549" v="8115" actId="2696"/>
        <pc:sldMkLst>
          <pc:docMk/>
          <pc:sldMk cId="2751582799" sldId="668"/>
        </pc:sldMkLst>
        <pc:spChg chg="del">
          <ac:chgData name="Deloatch, Eugene (MSS Technology)" userId="6315ab35-5b27-4241-918a-9d99c6065d66" providerId="ADAL" clId="{799CF897-F4DE-437D-BC7B-0A61E304B429}" dt="2020-12-09T22:46:28.693" v="7988" actId="478"/>
          <ac:spMkLst>
            <pc:docMk/>
            <pc:sldMk cId="2751582799" sldId="668"/>
            <ac:spMk id="3" creationId="{00000000-0000-0000-0000-000000000000}"/>
          </ac:spMkLst>
        </pc:spChg>
        <pc:spChg chg="del">
          <ac:chgData name="Deloatch, Eugene (MSS Technology)" userId="6315ab35-5b27-4241-918a-9d99c6065d66" providerId="ADAL" clId="{799CF897-F4DE-437D-BC7B-0A61E304B429}" dt="2020-12-09T22:46:33.190" v="7989" actId="478"/>
          <ac:spMkLst>
            <pc:docMk/>
            <pc:sldMk cId="2751582799" sldId="668"/>
            <ac:spMk id="4" creationId="{8A6FF72E-EA2F-2C43-A940-E06C406358D9}"/>
          </ac:spMkLst>
        </pc:spChg>
        <pc:spChg chg="add del mod">
          <ac:chgData name="Deloatch, Eugene (MSS Technology)" userId="6315ab35-5b27-4241-918a-9d99c6065d66" providerId="ADAL" clId="{799CF897-F4DE-437D-BC7B-0A61E304B429}" dt="2020-12-09T22:46:43.230" v="7991" actId="478"/>
          <ac:spMkLst>
            <pc:docMk/>
            <pc:sldMk cId="2751582799" sldId="668"/>
            <ac:spMk id="6" creationId="{6684263C-2DBF-4B1A-BFCF-0C056726CEB5}"/>
          </ac:spMkLst>
        </pc:spChg>
        <pc:spChg chg="add mod">
          <ac:chgData name="Deloatch, Eugene (MSS Technology)" userId="6315ab35-5b27-4241-918a-9d99c6065d66" providerId="ADAL" clId="{799CF897-F4DE-437D-BC7B-0A61E304B429}" dt="2020-12-09T22:47:19.388" v="8114" actId="20577"/>
          <ac:spMkLst>
            <pc:docMk/>
            <pc:sldMk cId="2751582799" sldId="668"/>
            <ac:spMk id="8" creationId="{C5A93EC2-322D-47E8-8EDB-2296DE733DB4}"/>
          </ac:spMkLst>
        </pc:spChg>
      </pc:sldChg>
      <pc:sldMasterChg chg="delSldLayout">
        <pc:chgData name="Deloatch, Eugene (MSS Technology)" userId="6315ab35-5b27-4241-918a-9d99c6065d66" providerId="ADAL" clId="{799CF897-F4DE-437D-BC7B-0A61E304B429}" dt="2020-12-04T19:20:11.612" v="4582" actId="2696"/>
        <pc:sldMasterMkLst>
          <pc:docMk/>
          <pc:sldMasterMk cId="1804372838" sldId="2147483648"/>
        </pc:sldMasterMkLst>
        <pc:sldLayoutChg chg="del">
          <pc:chgData name="Deloatch, Eugene (MSS Technology)" userId="6315ab35-5b27-4241-918a-9d99c6065d66" providerId="ADAL" clId="{799CF897-F4DE-437D-BC7B-0A61E304B429}" dt="2020-12-04T19:20:11.612" v="4582" actId="2696"/>
          <pc:sldLayoutMkLst>
            <pc:docMk/>
            <pc:sldMasterMk cId="1804372838" sldId="2147483648"/>
            <pc:sldLayoutMk cId="324497745" sldId="2147483682"/>
          </pc:sldLayoutMkLst>
        </pc:sldLayoutChg>
      </pc:sldMasterChg>
    </pc:docChg>
  </pc:docChgLst>
  <pc:docChgLst>
    <pc:chgData name="Deloatch, Eugene (MSS Technology)" userId="6315ab35-5b27-4241-918a-9d99c6065d66" providerId="ADAL" clId="{D2070A7C-E82C-44B0-9B2E-DB848C9CB401}"/>
    <pc:docChg chg="custSel modSld">
      <pc:chgData name="Deloatch, Eugene (MSS Technology)" userId="6315ab35-5b27-4241-918a-9d99c6065d66" providerId="ADAL" clId="{D2070A7C-E82C-44B0-9B2E-DB848C9CB401}" dt="2020-12-15T20:23:14.092" v="492" actId="20577"/>
      <pc:docMkLst>
        <pc:docMk/>
      </pc:docMkLst>
      <pc:sldChg chg="modSp">
        <pc:chgData name="Deloatch, Eugene (MSS Technology)" userId="6315ab35-5b27-4241-918a-9d99c6065d66" providerId="ADAL" clId="{D2070A7C-E82C-44B0-9B2E-DB848C9CB401}" dt="2020-12-15T19:27:19.029" v="314" actId="113"/>
        <pc:sldMkLst>
          <pc:docMk/>
          <pc:sldMk cId="1602226620" sldId="666"/>
        </pc:sldMkLst>
        <pc:spChg chg="mod">
          <ac:chgData name="Deloatch, Eugene (MSS Technology)" userId="6315ab35-5b27-4241-918a-9d99c6065d66" providerId="ADAL" clId="{D2070A7C-E82C-44B0-9B2E-DB848C9CB401}" dt="2020-12-15T19:27:19.029" v="314" actId="113"/>
          <ac:spMkLst>
            <pc:docMk/>
            <pc:sldMk cId="1602226620" sldId="666"/>
            <ac:spMk id="2" creationId="{6AD29653-174E-40B8-A63D-F69D6FECD673}"/>
          </ac:spMkLst>
        </pc:spChg>
      </pc:sldChg>
      <pc:sldChg chg="modSp">
        <pc:chgData name="Deloatch, Eugene (MSS Technology)" userId="6315ab35-5b27-4241-918a-9d99c6065d66" providerId="ADAL" clId="{D2070A7C-E82C-44B0-9B2E-DB848C9CB401}" dt="2020-12-15T16:08:29.990" v="102" actId="20577"/>
        <pc:sldMkLst>
          <pc:docMk/>
          <pc:sldMk cId="2634350670" sldId="667"/>
        </pc:sldMkLst>
        <pc:spChg chg="mod">
          <ac:chgData name="Deloatch, Eugene (MSS Technology)" userId="6315ab35-5b27-4241-918a-9d99c6065d66" providerId="ADAL" clId="{D2070A7C-E82C-44B0-9B2E-DB848C9CB401}" dt="2020-12-15T16:08:29.990" v="102" actId="20577"/>
          <ac:spMkLst>
            <pc:docMk/>
            <pc:sldMk cId="2634350670" sldId="667"/>
            <ac:spMk id="2" creationId="{865CA3CA-2A49-4265-8828-CEC27AA3688E}"/>
          </ac:spMkLst>
        </pc:spChg>
      </pc:sldChg>
      <pc:sldChg chg="modSp">
        <pc:chgData name="Deloatch, Eugene (MSS Technology)" userId="6315ab35-5b27-4241-918a-9d99c6065d66" providerId="ADAL" clId="{D2070A7C-E82C-44B0-9B2E-DB848C9CB401}" dt="2020-12-14T22:29:21.043" v="13" actId="14100"/>
        <pc:sldMkLst>
          <pc:docMk/>
          <pc:sldMk cId="2124257487" sldId="675"/>
        </pc:sldMkLst>
        <pc:spChg chg="mod">
          <ac:chgData name="Deloatch, Eugene (MSS Technology)" userId="6315ab35-5b27-4241-918a-9d99c6065d66" providerId="ADAL" clId="{D2070A7C-E82C-44B0-9B2E-DB848C9CB401}" dt="2020-12-14T22:29:13.183" v="12" actId="14100"/>
          <ac:spMkLst>
            <pc:docMk/>
            <pc:sldMk cId="2124257487" sldId="675"/>
            <ac:spMk id="27" creationId="{00000000-0000-0000-0000-000000000000}"/>
          </ac:spMkLst>
        </pc:spChg>
        <pc:spChg chg="mod">
          <ac:chgData name="Deloatch, Eugene (MSS Technology)" userId="6315ab35-5b27-4241-918a-9d99c6065d66" providerId="ADAL" clId="{D2070A7C-E82C-44B0-9B2E-DB848C9CB401}" dt="2020-12-14T22:29:21.043" v="13" actId="14100"/>
          <ac:spMkLst>
            <pc:docMk/>
            <pc:sldMk cId="2124257487" sldId="675"/>
            <ac:spMk id="30" creationId="{96665A25-7630-418F-93BC-3C770045F800}"/>
          </ac:spMkLst>
        </pc:spChg>
      </pc:sldChg>
      <pc:sldChg chg="modSp">
        <pc:chgData name="Deloatch, Eugene (MSS Technology)" userId="6315ab35-5b27-4241-918a-9d99c6065d66" providerId="ADAL" clId="{D2070A7C-E82C-44B0-9B2E-DB848C9CB401}" dt="2020-12-15T19:41:58.220" v="468" actId="14100"/>
        <pc:sldMkLst>
          <pc:docMk/>
          <pc:sldMk cId="1915796124" sldId="691"/>
        </pc:sldMkLst>
        <pc:picChg chg="mod">
          <ac:chgData name="Deloatch, Eugene (MSS Technology)" userId="6315ab35-5b27-4241-918a-9d99c6065d66" providerId="ADAL" clId="{D2070A7C-E82C-44B0-9B2E-DB848C9CB401}" dt="2020-12-15T19:41:58.220" v="468" actId="14100"/>
          <ac:picMkLst>
            <pc:docMk/>
            <pc:sldMk cId="1915796124" sldId="691"/>
            <ac:picMk id="15" creationId="{01DAB8B4-E60E-43BE-8EE2-1E42A3BC6E03}"/>
          </ac:picMkLst>
        </pc:picChg>
        <pc:picChg chg="mod">
          <ac:chgData name="Deloatch, Eugene (MSS Technology)" userId="6315ab35-5b27-4241-918a-9d99c6065d66" providerId="ADAL" clId="{D2070A7C-E82C-44B0-9B2E-DB848C9CB401}" dt="2020-12-15T19:41:47.426" v="466" actId="14100"/>
          <ac:picMkLst>
            <pc:docMk/>
            <pc:sldMk cId="1915796124" sldId="691"/>
            <ac:picMk id="17" creationId="{4FBA950D-FEB4-48FF-9BD6-974EAACD7E79}"/>
          </ac:picMkLst>
        </pc:picChg>
      </pc:sldChg>
      <pc:sldChg chg="addSp delSp modSp">
        <pc:chgData name="Deloatch, Eugene (MSS Technology)" userId="6315ab35-5b27-4241-918a-9d99c6065d66" providerId="ADAL" clId="{D2070A7C-E82C-44B0-9B2E-DB848C9CB401}" dt="2020-12-15T19:35:07.429" v="443" actId="1036"/>
        <pc:sldMkLst>
          <pc:docMk/>
          <pc:sldMk cId="1183673500" sldId="693"/>
        </pc:sldMkLst>
        <pc:spChg chg="mod">
          <ac:chgData name="Deloatch, Eugene (MSS Technology)" userId="6315ab35-5b27-4241-918a-9d99c6065d66" providerId="ADAL" clId="{D2070A7C-E82C-44B0-9B2E-DB848C9CB401}" dt="2020-12-15T19:35:07.429" v="443" actId="1036"/>
          <ac:spMkLst>
            <pc:docMk/>
            <pc:sldMk cId="1183673500" sldId="693"/>
            <ac:spMk id="7" creationId="{2A2231D0-58A8-4BAF-B598-C00A4D4F5581}"/>
          </ac:spMkLst>
        </pc:spChg>
        <pc:spChg chg="mod">
          <ac:chgData name="Deloatch, Eugene (MSS Technology)" userId="6315ab35-5b27-4241-918a-9d99c6065d66" providerId="ADAL" clId="{D2070A7C-E82C-44B0-9B2E-DB848C9CB401}" dt="2020-12-15T16:16:01.997" v="122" actId="20577"/>
          <ac:spMkLst>
            <pc:docMk/>
            <pc:sldMk cId="1183673500" sldId="693"/>
            <ac:spMk id="8" creationId="{003316CB-3CCA-4053-8FAC-D6720D7DFB9A}"/>
          </ac:spMkLst>
        </pc:spChg>
        <pc:picChg chg="add mod ord">
          <ac:chgData name="Deloatch, Eugene (MSS Technology)" userId="6315ab35-5b27-4241-918a-9d99c6065d66" providerId="ADAL" clId="{D2070A7C-E82C-44B0-9B2E-DB848C9CB401}" dt="2020-12-15T19:34:30.806" v="359" actId="167"/>
          <ac:picMkLst>
            <pc:docMk/>
            <pc:sldMk cId="1183673500" sldId="693"/>
            <ac:picMk id="3" creationId="{569EE2A5-D655-445D-98A4-6A93F1959C67}"/>
          </ac:picMkLst>
        </pc:picChg>
        <pc:picChg chg="del">
          <ac:chgData name="Deloatch, Eugene (MSS Technology)" userId="6315ab35-5b27-4241-918a-9d99c6065d66" providerId="ADAL" clId="{D2070A7C-E82C-44B0-9B2E-DB848C9CB401}" dt="2020-12-15T16:13:43.711" v="103" actId="478"/>
          <ac:picMkLst>
            <pc:docMk/>
            <pc:sldMk cId="1183673500" sldId="693"/>
            <ac:picMk id="6" creationId="{47ED8B19-1847-4525-8C22-D835B1ACA3B2}"/>
          </ac:picMkLst>
        </pc:picChg>
        <pc:picChg chg="add del mod">
          <ac:chgData name="Deloatch, Eugene (MSS Technology)" userId="6315ab35-5b27-4241-918a-9d99c6065d66" providerId="ADAL" clId="{D2070A7C-E82C-44B0-9B2E-DB848C9CB401}" dt="2020-12-15T19:33:55.420" v="315" actId="478"/>
          <ac:picMkLst>
            <pc:docMk/>
            <pc:sldMk cId="1183673500" sldId="693"/>
            <ac:picMk id="10" creationId="{4F1C2C20-3ABF-4C7A-9475-4CAABB8BC5EC}"/>
          </ac:picMkLst>
        </pc:picChg>
        <pc:cxnChg chg="mod">
          <ac:chgData name="Deloatch, Eugene (MSS Technology)" userId="6315ab35-5b27-4241-918a-9d99c6065d66" providerId="ADAL" clId="{D2070A7C-E82C-44B0-9B2E-DB848C9CB401}" dt="2020-12-15T19:34:39.506" v="360" actId="14100"/>
          <ac:cxnSpMkLst>
            <pc:docMk/>
            <pc:sldMk cId="1183673500" sldId="693"/>
            <ac:cxnSpMk id="9" creationId="{3511A281-9F0E-4D9E-9590-72F39069E4C5}"/>
          </ac:cxnSpMkLst>
        </pc:cxnChg>
      </pc:sldChg>
      <pc:sldChg chg="addSp delSp modSp">
        <pc:chgData name="Deloatch, Eugene (MSS Technology)" userId="6315ab35-5b27-4241-918a-9d99c6065d66" providerId="ADAL" clId="{D2070A7C-E82C-44B0-9B2E-DB848C9CB401}" dt="2020-12-15T20:23:14.092" v="492" actId="20577"/>
        <pc:sldMkLst>
          <pc:docMk/>
          <pc:sldMk cId="3590392155" sldId="695"/>
        </pc:sldMkLst>
        <pc:spChg chg="add mod">
          <ac:chgData name="Deloatch, Eugene (MSS Technology)" userId="6315ab35-5b27-4241-918a-9d99c6065d66" providerId="ADAL" clId="{D2070A7C-E82C-44B0-9B2E-DB848C9CB401}" dt="2020-12-15T20:22:58.790" v="491" actId="1035"/>
          <ac:spMkLst>
            <pc:docMk/>
            <pc:sldMk cId="3590392155" sldId="695"/>
            <ac:spMk id="5" creationId="{22BF2A10-626C-4157-907C-C0CD01AD178F}"/>
          </ac:spMkLst>
        </pc:spChg>
        <pc:spChg chg="mod">
          <ac:chgData name="Deloatch, Eugene (MSS Technology)" userId="6315ab35-5b27-4241-918a-9d99c6065d66" providerId="ADAL" clId="{D2070A7C-E82C-44B0-9B2E-DB848C9CB401}" dt="2020-12-15T20:23:14.092" v="492" actId="20577"/>
          <ac:spMkLst>
            <pc:docMk/>
            <pc:sldMk cId="3590392155" sldId="695"/>
            <ac:spMk id="8" creationId="{4119ED76-EC0B-4EDD-8415-D3F8875800FB}"/>
          </ac:spMkLst>
        </pc:spChg>
        <pc:spChg chg="mod">
          <ac:chgData name="Deloatch, Eugene (MSS Technology)" userId="6315ab35-5b27-4241-918a-9d99c6065d66" providerId="ADAL" clId="{D2070A7C-E82C-44B0-9B2E-DB848C9CB401}" dt="2020-12-15T19:41:03.583" v="465" actId="1037"/>
          <ac:spMkLst>
            <pc:docMk/>
            <pc:sldMk cId="3590392155" sldId="695"/>
            <ac:spMk id="10" creationId="{772540A4-59EA-4866-92A0-574EC4F405C4}"/>
          </ac:spMkLst>
        </pc:spChg>
        <pc:spChg chg="mod">
          <ac:chgData name="Deloatch, Eugene (MSS Technology)" userId="6315ab35-5b27-4241-918a-9d99c6065d66" providerId="ADAL" clId="{D2070A7C-E82C-44B0-9B2E-DB848C9CB401}" dt="2020-12-15T20:22:11.399" v="474"/>
          <ac:spMkLst>
            <pc:docMk/>
            <pc:sldMk cId="3590392155" sldId="695"/>
            <ac:spMk id="27" creationId="{00000000-0000-0000-0000-000000000000}"/>
          </ac:spMkLst>
        </pc:spChg>
        <pc:picChg chg="add del mod">
          <ac:chgData name="Deloatch, Eugene (MSS Technology)" userId="6315ab35-5b27-4241-918a-9d99c6065d66" providerId="ADAL" clId="{D2070A7C-E82C-44B0-9B2E-DB848C9CB401}" dt="2020-12-15T19:40:26.599" v="447" actId="478"/>
          <ac:picMkLst>
            <pc:docMk/>
            <pc:sldMk cId="3590392155" sldId="695"/>
            <ac:picMk id="3" creationId="{F3AF0A77-9D42-4A02-8212-B21BC1840FA4}"/>
          </ac:picMkLst>
        </pc:picChg>
        <pc:picChg chg="del">
          <ac:chgData name="Deloatch, Eugene (MSS Technology)" userId="6315ab35-5b27-4241-918a-9d99c6065d66" providerId="ADAL" clId="{D2070A7C-E82C-44B0-9B2E-DB848C9CB401}" dt="2020-12-15T16:16:17.717" v="123" actId="478"/>
          <ac:picMkLst>
            <pc:docMk/>
            <pc:sldMk cId="3590392155" sldId="695"/>
            <ac:picMk id="6" creationId="{47ED8B19-1847-4525-8C22-D835B1ACA3B2}"/>
          </ac:picMkLst>
        </pc:picChg>
        <pc:picChg chg="add del mod">
          <ac:chgData name="Deloatch, Eugene (MSS Technology)" userId="6315ab35-5b27-4241-918a-9d99c6065d66" providerId="ADAL" clId="{D2070A7C-E82C-44B0-9B2E-DB848C9CB401}" dt="2020-12-15T19:40:21.321" v="444" actId="478"/>
          <ac:picMkLst>
            <pc:docMk/>
            <pc:sldMk cId="3590392155" sldId="695"/>
            <ac:picMk id="11" creationId="{43635FB0-2EE8-40DC-B72B-EAFBE20F19C4}"/>
          </ac:picMkLst>
        </pc:picChg>
        <pc:picChg chg="add mod ord">
          <ac:chgData name="Deloatch, Eugene (MSS Technology)" userId="6315ab35-5b27-4241-918a-9d99c6065d66" providerId="ADAL" clId="{D2070A7C-E82C-44B0-9B2E-DB848C9CB401}" dt="2020-12-15T19:40:40.501" v="450" actId="1076"/>
          <ac:picMkLst>
            <pc:docMk/>
            <pc:sldMk cId="3590392155" sldId="695"/>
            <ac:picMk id="12" creationId="{3BFD1839-1919-4107-9D54-155D9E7F3E0D}"/>
          </ac:picMkLst>
        </pc:picChg>
        <pc:cxnChg chg="mod">
          <ac:chgData name="Deloatch, Eugene (MSS Technology)" userId="6315ab35-5b27-4241-918a-9d99c6065d66" providerId="ADAL" clId="{D2070A7C-E82C-44B0-9B2E-DB848C9CB401}" dt="2020-12-15T19:40:47.826" v="451" actId="14100"/>
          <ac:cxnSpMkLst>
            <pc:docMk/>
            <pc:sldMk cId="3590392155" sldId="695"/>
            <ac:cxnSpMk id="9" creationId="{D46B66DB-2301-4D99-AE16-3E60F6D8C5E1}"/>
          </ac:cxnSpMkLst>
        </pc:cxnChg>
      </pc:sldChg>
    </pc:docChg>
  </pc:docChgLst>
</pc:chgInfo>
</file>

<file path=ppt/diagrams/_rels/data2.xml.rels><?xml version="1.0" encoding="UTF-8" standalone="yes"?>
<Relationships xmlns="http://schemas.openxmlformats.org/package/2006/relationships"><Relationship Id="rId1" Type="http://schemas.openxmlformats.org/officeDocument/2006/relationships/image" Target="../media/image28.png"/></Relationships>
</file>

<file path=ppt/diagrams/_rels/data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 Id="rId4" Type="http://schemas.openxmlformats.org/officeDocument/2006/relationships/image" Target="../media/image31.pn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 Id="rId4" Type="http://schemas.openxmlformats.org/officeDocument/2006/relationships/image" Target="../media/image31.png"/></Relationships>
</file>

<file path=ppt/diagrams/_rels/drawing2.xml.rels><?xml version="1.0" encoding="UTF-8" standalone="yes"?>
<Relationships xmlns="http://schemas.openxmlformats.org/package/2006/relationships"><Relationship Id="rId1" Type="http://schemas.openxmlformats.org/officeDocument/2006/relationships/image" Target="../media/image28.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 Id="rId4" Type="http://schemas.openxmlformats.org/officeDocument/2006/relationships/image" Target="../media/image31.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 Id="rId4" Type="http://schemas.openxmlformats.org/officeDocument/2006/relationships/image" Target="../media/image3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B00F02-FC10-4B3F-A15F-6D4A9D8EACD4}"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5F8582CF-F70D-4CF3-8B0F-9276DE87674A}">
      <dgm:prSet phldrT="[Text]" custT="1"/>
      <dgm:spPr>
        <a:solidFill>
          <a:schemeClr val="tx2">
            <a:lumMod val="50000"/>
          </a:schemeClr>
        </a:solidFill>
        <a:ln>
          <a:noFill/>
        </a:ln>
      </dgm:spPr>
      <dgm:t>
        <a:bodyPr/>
        <a:lstStyle/>
        <a:p>
          <a:pPr algn="l"/>
          <a:r>
            <a:rPr lang="en-US" sz="2800" b="0" dirty="0">
              <a:solidFill>
                <a:schemeClr val="bg1"/>
              </a:solidFill>
              <a:latin typeface="Effra Light" panose="02000306080000020004"/>
            </a:rPr>
            <a:t>Is the following statement True or False?</a:t>
          </a:r>
        </a:p>
        <a:p>
          <a:pPr algn="l"/>
          <a:endParaRPr lang="en-US" sz="2800" b="0" dirty="0">
            <a:solidFill>
              <a:schemeClr val="bg1"/>
            </a:solidFill>
            <a:latin typeface="Effra Light" panose="02000306080000020004"/>
          </a:endParaRPr>
        </a:p>
        <a:p>
          <a:pPr algn="l"/>
          <a:r>
            <a:rPr lang="en-US" sz="2800" b="0" dirty="0">
              <a:solidFill>
                <a:schemeClr val="bg1"/>
              </a:solidFill>
              <a:latin typeface="Effra Light" panose="02000306080000020004"/>
            </a:rPr>
            <a:t>Oracle does not provide you the option of correcting a receipt once it’s been created. You must cancel the receipt and create a new one in its place.</a:t>
          </a:r>
        </a:p>
      </dgm:t>
    </dgm:pt>
    <dgm:pt modelId="{967745D1-B02D-451C-B199-81BB7217A985}" type="parTrans" cxnId="{0CA921AA-B9AB-4BE2-A080-CB5D649E5D40}">
      <dgm:prSet/>
      <dgm:spPr/>
      <dgm:t>
        <a:bodyPr/>
        <a:lstStyle/>
        <a:p>
          <a:endParaRPr lang="en-US"/>
        </a:p>
      </dgm:t>
    </dgm:pt>
    <dgm:pt modelId="{74BCB679-273F-4FD8-B202-01EF8944120B}" type="sibTrans" cxnId="{0CA921AA-B9AB-4BE2-A080-CB5D649E5D40}">
      <dgm:prSet/>
      <dgm:spPr/>
      <dgm:t>
        <a:bodyPr/>
        <a:lstStyle/>
        <a:p>
          <a:endParaRPr lang="en-US"/>
        </a:p>
      </dgm:t>
    </dgm:pt>
    <dgm:pt modelId="{2736C250-ADDA-42B6-B9E4-1EB1A507F0F0}" type="pres">
      <dgm:prSet presAssocID="{D8B00F02-FC10-4B3F-A15F-6D4A9D8EACD4}" presName="layout" presStyleCnt="0">
        <dgm:presLayoutVars>
          <dgm:chMax/>
          <dgm:chPref/>
          <dgm:dir/>
          <dgm:animOne val="branch"/>
          <dgm:animLvl val="lvl"/>
          <dgm:resizeHandles/>
        </dgm:presLayoutVars>
      </dgm:prSet>
      <dgm:spPr/>
    </dgm:pt>
    <dgm:pt modelId="{51F44B86-D107-4392-A3E0-37273978BE5F}" type="pres">
      <dgm:prSet presAssocID="{5F8582CF-F70D-4CF3-8B0F-9276DE87674A}" presName="root" presStyleCnt="0">
        <dgm:presLayoutVars>
          <dgm:chMax/>
          <dgm:chPref val="4"/>
        </dgm:presLayoutVars>
      </dgm:prSet>
      <dgm:spPr/>
    </dgm:pt>
    <dgm:pt modelId="{B613FDA6-B798-4386-B3FA-A5CDCECB78C7}" type="pres">
      <dgm:prSet presAssocID="{5F8582CF-F70D-4CF3-8B0F-9276DE87674A}" presName="rootComposite" presStyleCnt="0">
        <dgm:presLayoutVars/>
      </dgm:prSet>
      <dgm:spPr/>
    </dgm:pt>
    <dgm:pt modelId="{50E99746-1727-43FB-A1DF-3D462F80C895}" type="pres">
      <dgm:prSet presAssocID="{5F8582CF-F70D-4CF3-8B0F-9276DE87674A}" presName="rootText" presStyleLbl="node0" presStyleIdx="0" presStyleCnt="1" custScaleX="110237" custScaleY="277732">
        <dgm:presLayoutVars>
          <dgm:chMax/>
          <dgm:chPref val="4"/>
        </dgm:presLayoutVars>
      </dgm:prSet>
      <dgm:spPr>
        <a:prstGeom prst="rect">
          <a:avLst/>
        </a:prstGeom>
      </dgm:spPr>
    </dgm:pt>
    <dgm:pt modelId="{DB2F3249-E03C-490A-964D-250EBE36A5EF}" type="pres">
      <dgm:prSet presAssocID="{5F8582CF-F70D-4CF3-8B0F-9276DE87674A}" presName="childShape" presStyleCnt="0">
        <dgm:presLayoutVars>
          <dgm:chMax val="0"/>
          <dgm:chPref val="0"/>
        </dgm:presLayoutVars>
      </dgm:prSet>
      <dgm:spPr/>
    </dgm:pt>
  </dgm:ptLst>
  <dgm:cxnLst>
    <dgm:cxn modelId="{85D4C47F-3EF1-40A2-8366-D279117ED07D}" type="presOf" srcId="{5F8582CF-F70D-4CF3-8B0F-9276DE87674A}" destId="{50E99746-1727-43FB-A1DF-3D462F80C895}" srcOrd="0" destOrd="0" presId="urn:microsoft.com/office/officeart/2008/layout/PictureAccentList"/>
    <dgm:cxn modelId="{0CA921AA-B9AB-4BE2-A080-CB5D649E5D40}" srcId="{D8B00F02-FC10-4B3F-A15F-6D4A9D8EACD4}" destId="{5F8582CF-F70D-4CF3-8B0F-9276DE87674A}" srcOrd="0" destOrd="0" parTransId="{967745D1-B02D-451C-B199-81BB7217A985}" sibTransId="{74BCB679-273F-4FD8-B202-01EF8944120B}"/>
    <dgm:cxn modelId="{0F6253E2-F033-488E-AE98-7D02062D3833}" type="presOf" srcId="{D8B00F02-FC10-4B3F-A15F-6D4A9D8EACD4}" destId="{2736C250-ADDA-42B6-B9E4-1EB1A507F0F0}" srcOrd="0" destOrd="0" presId="urn:microsoft.com/office/officeart/2008/layout/PictureAccentList"/>
    <dgm:cxn modelId="{AD2B4934-CB13-4B4D-9568-FC0490E6D664}" type="presParOf" srcId="{2736C250-ADDA-42B6-B9E4-1EB1A507F0F0}" destId="{51F44B86-D107-4392-A3E0-37273978BE5F}" srcOrd="0" destOrd="0" presId="urn:microsoft.com/office/officeart/2008/layout/PictureAccentList"/>
    <dgm:cxn modelId="{4DF6392A-257B-4780-BDAD-9376A8F1898C}" type="presParOf" srcId="{51F44B86-D107-4392-A3E0-37273978BE5F}" destId="{B613FDA6-B798-4386-B3FA-A5CDCECB78C7}" srcOrd="0" destOrd="0" presId="urn:microsoft.com/office/officeart/2008/layout/PictureAccentList"/>
    <dgm:cxn modelId="{4076B70D-1FBA-4D36-8A0C-FB72DAEC779A}" type="presParOf" srcId="{B613FDA6-B798-4386-B3FA-A5CDCECB78C7}" destId="{50E99746-1727-43FB-A1DF-3D462F80C895}" srcOrd="0" destOrd="0" presId="urn:microsoft.com/office/officeart/2008/layout/PictureAccentList"/>
    <dgm:cxn modelId="{FA0AA28F-1BA2-4AEC-9F95-AB8B06CA5791}" type="presParOf" srcId="{51F44B86-D107-4392-A3E0-37273978BE5F}" destId="{DB2F3249-E03C-490A-964D-250EBE36A5EF}"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B00F02-FC10-4B3F-A15F-6D4A9D8EACD4}"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5F8582CF-F70D-4CF3-8B0F-9276DE87674A}">
      <dgm:prSet phldrT="[Text]" custT="1"/>
      <dgm:spPr>
        <a:solidFill>
          <a:schemeClr val="tx2">
            <a:lumMod val="50000"/>
          </a:schemeClr>
        </a:solidFill>
        <a:ln>
          <a:noFill/>
        </a:ln>
      </dgm:spPr>
      <dgm:t>
        <a:bodyPr/>
        <a:lstStyle/>
        <a:p>
          <a:pPr algn="l"/>
          <a:r>
            <a:rPr lang="en-US" sz="2800" b="0" dirty="0">
              <a:solidFill>
                <a:schemeClr val="bg1"/>
              </a:solidFill>
              <a:latin typeface="Effra Light" panose="02000306080000020004"/>
            </a:rPr>
            <a:t>Oracle does not provide you the option of correcting a receipt once it’s been created. You must cancel the receipt and create a new one in its place.</a:t>
          </a:r>
        </a:p>
      </dgm:t>
    </dgm:pt>
    <dgm:pt modelId="{967745D1-B02D-451C-B199-81BB7217A985}" type="parTrans" cxnId="{0CA921AA-B9AB-4BE2-A080-CB5D649E5D40}">
      <dgm:prSet/>
      <dgm:spPr/>
      <dgm:t>
        <a:bodyPr/>
        <a:lstStyle/>
        <a:p>
          <a:endParaRPr lang="en-US"/>
        </a:p>
      </dgm:t>
    </dgm:pt>
    <dgm:pt modelId="{74BCB679-273F-4FD8-B202-01EF8944120B}" type="sibTrans" cxnId="{0CA921AA-B9AB-4BE2-A080-CB5D649E5D40}">
      <dgm:prSet/>
      <dgm:spPr/>
      <dgm:t>
        <a:bodyPr/>
        <a:lstStyle/>
        <a:p>
          <a:endParaRPr lang="en-US"/>
        </a:p>
      </dgm:t>
    </dgm:pt>
    <dgm:pt modelId="{7D6592F2-3817-4E15-B318-110AED6267DE}">
      <dgm:prSet phldrT="[Text]" custT="1"/>
      <dgm:spPr>
        <a:solidFill>
          <a:schemeClr val="accent1">
            <a:lumMod val="20000"/>
            <a:lumOff val="80000"/>
          </a:schemeClr>
        </a:solidFill>
        <a:ln>
          <a:noFill/>
        </a:ln>
      </dgm:spPr>
      <dgm:t>
        <a:bodyPr/>
        <a:lstStyle/>
        <a:p>
          <a:pPr algn="l"/>
          <a:r>
            <a:rPr lang="en-US" sz="2400" b="0" kern="1200" dirty="0">
              <a:solidFill>
                <a:srgbClr val="FF0000"/>
              </a:solidFill>
              <a:latin typeface="Effra Light" panose="02000306080000020004"/>
              <a:ea typeface="+mn-ea"/>
              <a:cs typeface="+mn-cs"/>
            </a:rPr>
            <a:t>False: Oracle provides you the option of correcting a receipt based on various changing business needs.</a:t>
          </a:r>
        </a:p>
      </dgm:t>
    </dgm:pt>
    <dgm:pt modelId="{A1865AAC-E91C-4236-B765-4144AA17464D}" type="parTrans" cxnId="{5AC15900-431D-4A10-AE5E-5422C739E4B3}">
      <dgm:prSet/>
      <dgm:spPr/>
      <dgm:t>
        <a:bodyPr/>
        <a:lstStyle/>
        <a:p>
          <a:endParaRPr lang="en-US"/>
        </a:p>
      </dgm:t>
    </dgm:pt>
    <dgm:pt modelId="{BA542038-8A22-43FE-A58A-21DF63ECC301}" type="sibTrans" cxnId="{5AC15900-431D-4A10-AE5E-5422C739E4B3}">
      <dgm:prSet/>
      <dgm:spPr/>
      <dgm:t>
        <a:bodyPr/>
        <a:lstStyle/>
        <a:p>
          <a:endParaRPr lang="en-US"/>
        </a:p>
      </dgm:t>
    </dgm:pt>
    <dgm:pt modelId="{2736C250-ADDA-42B6-B9E4-1EB1A507F0F0}" type="pres">
      <dgm:prSet presAssocID="{D8B00F02-FC10-4B3F-A15F-6D4A9D8EACD4}" presName="layout" presStyleCnt="0">
        <dgm:presLayoutVars>
          <dgm:chMax/>
          <dgm:chPref/>
          <dgm:dir/>
          <dgm:animOne val="branch"/>
          <dgm:animLvl val="lvl"/>
          <dgm:resizeHandles/>
        </dgm:presLayoutVars>
      </dgm:prSet>
      <dgm:spPr/>
    </dgm:pt>
    <dgm:pt modelId="{51F44B86-D107-4392-A3E0-37273978BE5F}" type="pres">
      <dgm:prSet presAssocID="{5F8582CF-F70D-4CF3-8B0F-9276DE87674A}" presName="root" presStyleCnt="0">
        <dgm:presLayoutVars>
          <dgm:chMax/>
          <dgm:chPref val="4"/>
        </dgm:presLayoutVars>
      </dgm:prSet>
      <dgm:spPr/>
    </dgm:pt>
    <dgm:pt modelId="{B613FDA6-B798-4386-B3FA-A5CDCECB78C7}" type="pres">
      <dgm:prSet presAssocID="{5F8582CF-F70D-4CF3-8B0F-9276DE87674A}" presName="rootComposite" presStyleCnt="0">
        <dgm:presLayoutVars/>
      </dgm:prSet>
      <dgm:spPr/>
    </dgm:pt>
    <dgm:pt modelId="{50E99746-1727-43FB-A1DF-3D462F80C895}" type="pres">
      <dgm:prSet presAssocID="{5F8582CF-F70D-4CF3-8B0F-9276DE87674A}" presName="rootText" presStyleLbl="node0" presStyleIdx="0" presStyleCnt="1" custScaleX="110237" custScaleY="142779">
        <dgm:presLayoutVars>
          <dgm:chMax/>
          <dgm:chPref val="4"/>
        </dgm:presLayoutVars>
      </dgm:prSet>
      <dgm:spPr>
        <a:prstGeom prst="rect">
          <a:avLst/>
        </a:prstGeom>
      </dgm:spPr>
    </dgm:pt>
    <dgm:pt modelId="{DB2F3249-E03C-490A-964D-250EBE36A5EF}" type="pres">
      <dgm:prSet presAssocID="{5F8582CF-F70D-4CF3-8B0F-9276DE87674A}" presName="childShape" presStyleCnt="0">
        <dgm:presLayoutVars>
          <dgm:chMax val="0"/>
          <dgm:chPref val="0"/>
        </dgm:presLayoutVars>
      </dgm:prSet>
      <dgm:spPr/>
    </dgm:pt>
    <dgm:pt modelId="{074AB82C-5845-4207-902B-9FA41DCA86C8}" type="pres">
      <dgm:prSet presAssocID="{7D6592F2-3817-4E15-B318-110AED6267DE}" presName="childComposite" presStyleCnt="0">
        <dgm:presLayoutVars>
          <dgm:chMax val="0"/>
          <dgm:chPref val="0"/>
        </dgm:presLayoutVars>
      </dgm:prSet>
      <dgm:spPr/>
    </dgm:pt>
    <dgm:pt modelId="{E71EB36F-6686-4A76-AD0E-CC8C89052B0D}" type="pres">
      <dgm:prSet presAssocID="{7D6592F2-3817-4E15-B318-110AED6267DE}" presName="Image" presStyleLbl="node1" presStyleIdx="0" presStyleCnt="1"/>
      <dgm:spPr>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pt>
    <dgm:pt modelId="{CAC46EE8-1653-4CDB-A454-E4F17528B5DA}" type="pres">
      <dgm:prSet presAssocID="{7D6592F2-3817-4E15-B318-110AED6267DE}" presName="childText" presStyleLbl="lnNode1" presStyleIdx="0" presStyleCnt="1" custScaleY="156086">
        <dgm:presLayoutVars>
          <dgm:chMax val="0"/>
          <dgm:chPref val="0"/>
          <dgm:bulletEnabled val="1"/>
        </dgm:presLayoutVars>
      </dgm:prSet>
      <dgm:spPr>
        <a:prstGeom prst="rect">
          <a:avLst/>
        </a:prstGeom>
      </dgm:spPr>
    </dgm:pt>
  </dgm:ptLst>
  <dgm:cxnLst>
    <dgm:cxn modelId="{5AC15900-431D-4A10-AE5E-5422C739E4B3}" srcId="{5F8582CF-F70D-4CF3-8B0F-9276DE87674A}" destId="{7D6592F2-3817-4E15-B318-110AED6267DE}" srcOrd="0" destOrd="0" parTransId="{A1865AAC-E91C-4236-B765-4144AA17464D}" sibTransId="{BA542038-8A22-43FE-A58A-21DF63ECC301}"/>
    <dgm:cxn modelId="{85D4C47F-3EF1-40A2-8366-D279117ED07D}" type="presOf" srcId="{5F8582CF-F70D-4CF3-8B0F-9276DE87674A}" destId="{50E99746-1727-43FB-A1DF-3D462F80C895}" srcOrd="0" destOrd="0" presId="urn:microsoft.com/office/officeart/2008/layout/PictureAccentList"/>
    <dgm:cxn modelId="{A708B997-B03F-4853-BABF-8D4E9548C985}" type="presOf" srcId="{7D6592F2-3817-4E15-B318-110AED6267DE}" destId="{CAC46EE8-1653-4CDB-A454-E4F17528B5DA}" srcOrd="0" destOrd="0" presId="urn:microsoft.com/office/officeart/2008/layout/PictureAccentList"/>
    <dgm:cxn modelId="{0CA921AA-B9AB-4BE2-A080-CB5D649E5D40}" srcId="{D8B00F02-FC10-4B3F-A15F-6D4A9D8EACD4}" destId="{5F8582CF-F70D-4CF3-8B0F-9276DE87674A}" srcOrd="0" destOrd="0" parTransId="{967745D1-B02D-451C-B199-81BB7217A985}" sibTransId="{74BCB679-273F-4FD8-B202-01EF8944120B}"/>
    <dgm:cxn modelId="{0F6253E2-F033-488E-AE98-7D02062D3833}" type="presOf" srcId="{D8B00F02-FC10-4B3F-A15F-6D4A9D8EACD4}" destId="{2736C250-ADDA-42B6-B9E4-1EB1A507F0F0}" srcOrd="0" destOrd="0" presId="urn:microsoft.com/office/officeart/2008/layout/PictureAccentList"/>
    <dgm:cxn modelId="{AD2B4934-CB13-4B4D-9568-FC0490E6D664}" type="presParOf" srcId="{2736C250-ADDA-42B6-B9E4-1EB1A507F0F0}" destId="{51F44B86-D107-4392-A3E0-37273978BE5F}" srcOrd="0" destOrd="0" presId="urn:microsoft.com/office/officeart/2008/layout/PictureAccentList"/>
    <dgm:cxn modelId="{4DF6392A-257B-4780-BDAD-9376A8F1898C}" type="presParOf" srcId="{51F44B86-D107-4392-A3E0-37273978BE5F}" destId="{B613FDA6-B798-4386-B3FA-A5CDCECB78C7}" srcOrd="0" destOrd="0" presId="urn:microsoft.com/office/officeart/2008/layout/PictureAccentList"/>
    <dgm:cxn modelId="{4076B70D-1FBA-4D36-8A0C-FB72DAEC779A}" type="presParOf" srcId="{B613FDA6-B798-4386-B3FA-A5CDCECB78C7}" destId="{50E99746-1727-43FB-A1DF-3D462F80C895}" srcOrd="0" destOrd="0" presId="urn:microsoft.com/office/officeart/2008/layout/PictureAccentList"/>
    <dgm:cxn modelId="{FA0AA28F-1BA2-4AEC-9F95-AB8B06CA5791}" type="presParOf" srcId="{51F44B86-D107-4392-A3E0-37273978BE5F}" destId="{DB2F3249-E03C-490A-964D-250EBE36A5EF}" srcOrd="1" destOrd="0" presId="urn:microsoft.com/office/officeart/2008/layout/PictureAccentList"/>
    <dgm:cxn modelId="{65A5F2C0-DBF3-4E5A-910A-B0AD1E4AAC61}" type="presParOf" srcId="{DB2F3249-E03C-490A-964D-250EBE36A5EF}" destId="{074AB82C-5845-4207-902B-9FA41DCA86C8}" srcOrd="0" destOrd="0" presId="urn:microsoft.com/office/officeart/2008/layout/PictureAccentList"/>
    <dgm:cxn modelId="{06A3CFCD-9193-4FC9-84F8-963815B66742}" type="presParOf" srcId="{074AB82C-5845-4207-902B-9FA41DCA86C8}" destId="{E71EB36F-6686-4A76-AD0E-CC8C89052B0D}" srcOrd="0" destOrd="0" presId="urn:microsoft.com/office/officeart/2008/layout/PictureAccentList"/>
    <dgm:cxn modelId="{B9E25F1C-068E-450C-93C5-6534B4CA8332}" type="presParOf" srcId="{074AB82C-5845-4207-902B-9FA41DCA86C8}" destId="{CAC46EE8-1653-4CDB-A454-E4F17528B5DA}"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B00F02-FC10-4B3F-A15F-6D4A9D8EACD4}"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5F8582CF-F70D-4CF3-8B0F-9276DE87674A}">
      <dgm:prSet phldrT="[Text]" custT="1"/>
      <dgm:spPr>
        <a:solidFill>
          <a:schemeClr val="tx2">
            <a:lumMod val="50000"/>
          </a:schemeClr>
        </a:solidFill>
        <a:ln>
          <a:noFill/>
        </a:ln>
      </dgm:spPr>
      <dgm:t>
        <a:bodyPr/>
        <a:lstStyle/>
        <a:p>
          <a:pPr algn="l"/>
          <a:r>
            <a:rPr lang="en-US" sz="2400" b="0" dirty="0">
              <a:solidFill>
                <a:schemeClr val="bg1"/>
              </a:solidFill>
              <a:latin typeface="Effra Light" panose="02000306080000020004"/>
            </a:rPr>
            <a:t>When is a receipt typically rejected and returned?</a:t>
          </a:r>
        </a:p>
      </dgm:t>
    </dgm:pt>
    <dgm:pt modelId="{967745D1-B02D-451C-B199-81BB7217A985}" type="parTrans" cxnId="{0CA921AA-B9AB-4BE2-A080-CB5D649E5D40}">
      <dgm:prSet/>
      <dgm:spPr/>
      <dgm:t>
        <a:bodyPr/>
        <a:lstStyle/>
        <a:p>
          <a:endParaRPr lang="en-US"/>
        </a:p>
      </dgm:t>
    </dgm:pt>
    <dgm:pt modelId="{74BCB679-273F-4FD8-B202-01EF8944120B}" type="sibTrans" cxnId="{0CA921AA-B9AB-4BE2-A080-CB5D649E5D40}">
      <dgm:prSet/>
      <dgm:spPr/>
      <dgm:t>
        <a:bodyPr/>
        <a:lstStyle/>
        <a:p>
          <a:endParaRPr lang="en-US"/>
        </a:p>
      </dgm:t>
    </dgm:pt>
    <dgm:pt modelId="{7D6592F2-3817-4E15-B318-110AED6267DE}">
      <dgm:prSet phldrT="[Text]" custT="1"/>
      <dgm:spPr>
        <a:solidFill>
          <a:schemeClr val="accent1">
            <a:lumMod val="20000"/>
            <a:lumOff val="80000"/>
          </a:schemeClr>
        </a:solidFill>
        <a:ln>
          <a:noFill/>
        </a:ln>
      </dgm:spPr>
      <dgm:t>
        <a:bodyPr/>
        <a:lstStyle/>
        <a:p>
          <a:pPr algn="l"/>
          <a:r>
            <a:rPr lang="en-US" sz="2400" dirty="0">
              <a:solidFill>
                <a:schemeClr val="bg2"/>
              </a:solidFill>
              <a:latin typeface="Effra Light" panose="02000306080000020004"/>
            </a:rPr>
            <a:t>When it is en route to the warehouse</a:t>
          </a:r>
        </a:p>
      </dgm:t>
    </dgm:pt>
    <dgm:pt modelId="{A1865AAC-E91C-4236-B765-4144AA17464D}" type="parTrans" cxnId="{5AC15900-431D-4A10-AE5E-5422C739E4B3}">
      <dgm:prSet/>
      <dgm:spPr/>
      <dgm:t>
        <a:bodyPr/>
        <a:lstStyle/>
        <a:p>
          <a:endParaRPr lang="en-US"/>
        </a:p>
      </dgm:t>
    </dgm:pt>
    <dgm:pt modelId="{BA542038-8A22-43FE-A58A-21DF63ECC301}" type="sibTrans" cxnId="{5AC15900-431D-4A10-AE5E-5422C739E4B3}">
      <dgm:prSet/>
      <dgm:spPr/>
      <dgm:t>
        <a:bodyPr/>
        <a:lstStyle/>
        <a:p>
          <a:endParaRPr lang="en-US"/>
        </a:p>
      </dgm:t>
    </dgm:pt>
    <dgm:pt modelId="{5FED3BFC-CF42-4251-A08B-55CFD115E78C}">
      <dgm:prSet phldrT="[Text]" custT="1"/>
      <dgm:spPr>
        <a:solidFill>
          <a:schemeClr val="accent1">
            <a:lumMod val="20000"/>
            <a:lumOff val="80000"/>
          </a:schemeClr>
        </a:solidFill>
        <a:ln>
          <a:noFill/>
        </a:ln>
      </dgm:spPr>
      <dgm:t>
        <a:bodyPr/>
        <a:lstStyle/>
        <a:p>
          <a:pPr algn="l"/>
          <a:r>
            <a:rPr lang="en-US" sz="2400" kern="1200" dirty="0">
              <a:solidFill>
                <a:schemeClr val="bg2"/>
              </a:solidFill>
              <a:latin typeface="Effra Light" panose="02000306080000020004"/>
              <a:ea typeface="+mn-ea"/>
              <a:cs typeface="+mn-cs"/>
            </a:rPr>
            <a:t>During inspection</a:t>
          </a:r>
        </a:p>
      </dgm:t>
    </dgm:pt>
    <dgm:pt modelId="{1BEDB350-E664-41DE-85BB-EEE61E5204BE}" type="parTrans" cxnId="{1958E0C8-1971-4AE4-AFFF-DD555708C9D4}">
      <dgm:prSet/>
      <dgm:spPr/>
      <dgm:t>
        <a:bodyPr/>
        <a:lstStyle/>
        <a:p>
          <a:endParaRPr lang="en-US"/>
        </a:p>
      </dgm:t>
    </dgm:pt>
    <dgm:pt modelId="{EF300A59-971A-418A-B0D5-EE27FD6FB730}" type="sibTrans" cxnId="{1958E0C8-1971-4AE4-AFFF-DD555708C9D4}">
      <dgm:prSet/>
      <dgm:spPr/>
      <dgm:t>
        <a:bodyPr/>
        <a:lstStyle/>
        <a:p>
          <a:endParaRPr lang="en-US"/>
        </a:p>
      </dgm:t>
    </dgm:pt>
    <dgm:pt modelId="{744521EF-339F-4138-8290-1674811D3EC6}">
      <dgm:prSet phldrT="[Text]" custT="1"/>
      <dgm:spPr>
        <a:solidFill>
          <a:schemeClr val="accent1">
            <a:lumMod val="20000"/>
            <a:lumOff val="80000"/>
          </a:schemeClr>
        </a:solidFill>
        <a:ln>
          <a:noFill/>
        </a:ln>
      </dgm:spPr>
      <dgm:t>
        <a:bodyPr/>
        <a:lstStyle/>
        <a:p>
          <a:pPr algn="l"/>
          <a:r>
            <a:rPr lang="en-US" sz="2400" b="0" dirty="0">
              <a:solidFill>
                <a:schemeClr val="bg2"/>
              </a:solidFill>
              <a:latin typeface="Effra Light" panose="02000306080000020004"/>
            </a:rPr>
            <a:t>After it has been received</a:t>
          </a:r>
        </a:p>
      </dgm:t>
    </dgm:pt>
    <dgm:pt modelId="{005B4735-952F-43AB-AC4D-725FAA13B059}" type="parTrans" cxnId="{7ADC6D69-EE92-4CF1-9110-D6156C2C83C4}">
      <dgm:prSet/>
      <dgm:spPr/>
      <dgm:t>
        <a:bodyPr/>
        <a:lstStyle/>
        <a:p>
          <a:endParaRPr lang="en-US"/>
        </a:p>
      </dgm:t>
    </dgm:pt>
    <dgm:pt modelId="{A5F709F0-DFF7-4E1C-85B5-824C3FAA56C1}" type="sibTrans" cxnId="{7ADC6D69-EE92-4CF1-9110-D6156C2C83C4}">
      <dgm:prSet/>
      <dgm:spPr/>
      <dgm:t>
        <a:bodyPr/>
        <a:lstStyle/>
        <a:p>
          <a:endParaRPr lang="en-US"/>
        </a:p>
      </dgm:t>
    </dgm:pt>
    <dgm:pt modelId="{D91ABE26-E032-49C7-B713-E66BB23CCF87}">
      <dgm:prSet phldrT="[Text]" custT="1"/>
      <dgm:spPr>
        <a:solidFill>
          <a:schemeClr val="accent1">
            <a:lumMod val="20000"/>
            <a:lumOff val="80000"/>
          </a:schemeClr>
        </a:solidFill>
        <a:ln>
          <a:noFill/>
        </a:ln>
      </dgm:spPr>
      <dgm:t>
        <a:bodyPr/>
        <a:lstStyle/>
        <a:p>
          <a:pPr algn="l"/>
          <a:r>
            <a:rPr lang="en-US" sz="2400" dirty="0">
              <a:solidFill>
                <a:schemeClr val="bg2"/>
              </a:solidFill>
              <a:latin typeface="Effra Light" panose="02000306080000020004"/>
            </a:rPr>
            <a:t>Prior to being shipped from the supplier location</a:t>
          </a:r>
        </a:p>
      </dgm:t>
    </dgm:pt>
    <dgm:pt modelId="{135D0067-307C-4488-91DB-6F0124EC55D2}" type="parTrans" cxnId="{495E4FDF-44F0-47F8-B232-F021F27C8BE0}">
      <dgm:prSet/>
      <dgm:spPr/>
      <dgm:t>
        <a:bodyPr/>
        <a:lstStyle/>
        <a:p>
          <a:endParaRPr lang="en-US"/>
        </a:p>
      </dgm:t>
    </dgm:pt>
    <dgm:pt modelId="{D79EFDDD-9FF9-44FA-B9C8-AECC1B860D80}" type="sibTrans" cxnId="{495E4FDF-44F0-47F8-B232-F021F27C8BE0}">
      <dgm:prSet/>
      <dgm:spPr/>
      <dgm:t>
        <a:bodyPr/>
        <a:lstStyle/>
        <a:p>
          <a:endParaRPr lang="en-US"/>
        </a:p>
      </dgm:t>
    </dgm:pt>
    <dgm:pt modelId="{2736C250-ADDA-42B6-B9E4-1EB1A507F0F0}" type="pres">
      <dgm:prSet presAssocID="{D8B00F02-FC10-4B3F-A15F-6D4A9D8EACD4}" presName="layout" presStyleCnt="0">
        <dgm:presLayoutVars>
          <dgm:chMax/>
          <dgm:chPref/>
          <dgm:dir/>
          <dgm:animOne val="branch"/>
          <dgm:animLvl val="lvl"/>
          <dgm:resizeHandles/>
        </dgm:presLayoutVars>
      </dgm:prSet>
      <dgm:spPr/>
    </dgm:pt>
    <dgm:pt modelId="{51F44B86-D107-4392-A3E0-37273978BE5F}" type="pres">
      <dgm:prSet presAssocID="{5F8582CF-F70D-4CF3-8B0F-9276DE87674A}" presName="root" presStyleCnt="0">
        <dgm:presLayoutVars>
          <dgm:chMax/>
          <dgm:chPref val="4"/>
        </dgm:presLayoutVars>
      </dgm:prSet>
      <dgm:spPr/>
    </dgm:pt>
    <dgm:pt modelId="{B613FDA6-B798-4386-B3FA-A5CDCECB78C7}" type="pres">
      <dgm:prSet presAssocID="{5F8582CF-F70D-4CF3-8B0F-9276DE87674A}" presName="rootComposite" presStyleCnt="0">
        <dgm:presLayoutVars/>
      </dgm:prSet>
      <dgm:spPr/>
    </dgm:pt>
    <dgm:pt modelId="{50E99746-1727-43FB-A1DF-3D462F80C895}" type="pres">
      <dgm:prSet presAssocID="{5F8582CF-F70D-4CF3-8B0F-9276DE87674A}" presName="rootText" presStyleLbl="node0" presStyleIdx="0" presStyleCnt="1" custScaleX="137160" custScaleY="93451">
        <dgm:presLayoutVars>
          <dgm:chMax/>
          <dgm:chPref val="4"/>
        </dgm:presLayoutVars>
      </dgm:prSet>
      <dgm:spPr>
        <a:prstGeom prst="rect">
          <a:avLst/>
        </a:prstGeom>
      </dgm:spPr>
    </dgm:pt>
    <dgm:pt modelId="{DB2F3249-E03C-490A-964D-250EBE36A5EF}" type="pres">
      <dgm:prSet presAssocID="{5F8582CF-F70D-4CF3-8B0F-9276DE87674A}" presName="childShape" presStyleCnt="0">
        <dgm:presLayoutVars>
          <dgm:chMax val="0"/>
          <dgm:chPref val="0"/>
        </dgm:presLayoutVars>
      </dgm:prSet>
      <dgm:spPr/>
    </dgm:pt>
    <dgm:pt modelId="{074AB82C-5845-4207-902B-9FA41DCA86C8}" type="pres">
      <dgm:prSet presAssocID="{7D6592F2-3817-4E15-B318-110AED6267DE}" presName="childComposite" presStyleCnt="0">
        <dgm:presLayoutVars>
          <dgm:chMax val="0"/>
          <dgm:chPref val="0"/>
        </dgm:presLayoutVars>
      </dgm:prSet>
      <dgm:spPr/>
    </dgm:pt>
    <dgm:pt modelId="{E71EB36F-6686-4A76-AD0E-CC8C89052B0D}" type="pres">
      <dgm:prSet presAssocID="{7D6592F2-3817-4E15-B318-110AED6267DE}" presName="Image" presStyleLbl="node1" presStyleIdx="0" presStyleCnt="4"/>
      <dgm:spPr>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pt>
    <dgm:pt modelId="{CAC46EE8-1653-4CDB-A454-E4F17528B5DA}" type="pres">
      <dgm:prSet presAssocID="{7D6592F2-3817-4E15-B318-110AED6267DE}" presName="childText" presStyleLbl="lnNode1" presStyleIdx="0" presStyleCnt="4">
        <dgm:presLayoutVars>
          <dgm:chMax val="0"/>
          <dgm:chPref val="0"/>
          <dgm:bulletEnabled val="1"/>
        </dgm:presLayoutVars>
      </dgm:prSet>
      <dgm:spPr>
        <a:prstGeom prst="rect">
          <a:avLst/>
        </a:prstGeom>
      </dgm:spPr>
    </dgm:pt>
    <dgm:pt modelId="{7701325F-5B91-4217-AA46-3AC1786DFD06}" type="pres">
      <dgm:prSet presAssocID="{5FED3BFC-CF42-4251-A08B-55CFD115E78C}" presName="childComposite" presStyleCnt="0">
        <dgm:presLayoutVars>
          <dgm:chMax val="0"/>
          <dgm:chPref val="0"/>
        </dgm:presLayoutVars>
      </dgm:prSet>
      <dgm:spPr/>
    </dgm:pt>
    <dgm:pt modelId="{3583B8EE-7FD2-4410-A547-4B7883486BDD}" type="pres">
      <dgm:prSet presAssocID="{5FED3BFC-CF42-4251-A08B-55CFD115E78C}" presName="Image" presStyleLbl="node1" presStyleIdx="1" presStyleCnt="4"/>
      <dgm:spPr>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pt>
    <dgm:pt modelId="{432B8922-0039-466B-89B6-499FD69E071B}" type="pres">
      <dgm:prSet presAssocID="{5FED3BFC-CF42-4251-A08B-55CFD115E78C}" presName="childText" presStyleLbl="lnNode1" presStyleIdx="1" presStyleCnt="4">
        <dgm:presLayoutVars>
          <dgm:chMax val="0"/>
          <dgm:chPref val="0"/>
          <dgm:bulletEnabled val="1"/>
        </dgm:presLayoutVars>
      </dgm:prSet>
      <dgm:spPr>
        <a:prstGeom prst="rect">
          <a:avLst/>
        </a:prstGeom>
      </dgm:spPr>
    </dgm:pt>
    <dgm:pt modelId="{E4F47B06-3158-430E-A2F9-C9F318ED9A8B}" type="pres">
      <dgm:prSet presAssocID="{744521EF-339F-4138-8290-1674811D3EC6}" presName="childComposite" presStyleCnt="0">
        <dgm:presLayoutVars>
          <dgm:chMax val="0"/>
          <dgm:chPref val="0"/>
        </dgm:presLayoutVars>
      </dgm:prSet>
      <dgm:spPr/>
    </dgm:pt>
    <dgm:pt modelId="{126BBA00-8A1A-44FF-BD23-DDFE94827E1B}" type="pres">
      <dgm:prSet presAssocID="{744521EF-339F-4138-8290-1674811D3EC6}" presName="Image" presStyleLbl="node1" presStyleIdx="2" presStyleCnt="4"/>
      <dgm:spPr>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pt>
    <dgm:pt modelId="{03DB9D0A-5FF2-4DEE-8125-F4700390A01C}" type="pres">
      <dgm:prSet presAssocID="{744521EF-339F-4138-8290-1674811D3EC6}" presName="childText" presStyleLbl="lnNode1" presStyleIdx="2" presStyleCnt="4">
        <dgm:presLayoutVars>
          <dgm:chMax val="0"/>
          <dgm:chPref val="0"/>
          <dgm:bulletEnabled val="1"/>
        </dgm:presLayoutVars>
      </dgm:prSet>
      <dgm:spPr>
        <a:prstGeom prst="rect">
          <a:avLst/>
        </a:prstGeom>
      </dgm:spPr>
    </dgm:pt>
    <dgm:pt modelId="{AA649D8C-ABC7-4222-A455-C97A32C5E42D}" type="pres">
      <dgm:prSet presAssocID="{D91ABE26-E032-49C7-B713-E66BB23CCF87}" presName="childComposite" presStyleCnt="0">
        <dgm:presLayoutVars>
          <dgm:chMax val="0"/>
          <dgm:chPref val="0"/>
        </dgm:presLayoutVars>
      </dgm:prSet>
      <dgm:spPr/>
    </dgm:pt>
    <dgm:pt modelId="{A92732D7-674B-4BDA-87BF-FC293078597F}" type="pres">
      <dgm:prSet presAssocID="{D91ABE26-E032-49C7-B713-E66BB23CCF87}" presName="Image" presStyleLbl="node1" presStyleIdx="3" presStyleCnt="4"/>
      <dgm:spPr>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dgm:spPr>
    </dgm:pt>
    <dgm:pt modelId="{10B9F295-4B1E-44B4-9050-5D0CFA35E852}" type="pres">
      <dgm:prSet presAssocID="{D91ABE26-E032-49C7-B713-E66BB23CCF87}" presName="childText" presStyleLbl="lnNode1" presStyleIdx="3" presStyleCnt="4">
        <dgm:presLayoutVars>
          <dgm:chMax val="0"/>
          <dgm:chPref val="0"/>
          <dgm:bulletEnabled val="1"/>
        </dgm:presLayoutVars>
      </dgm:prSet>
      <dgm:spPr>
        <a:prstGeom prst="rect">
          <a:avLst/>
        </a:prstGeom>
      </dgm:spPr>
    </dgm:pt>
  </dgm:ptLst>
  <dgm:cxnLst>
    <dgm:cxn modelId="{5AC15900-431D-4A10-AE5E-5422C739E4B3}" srcId="{5F8582CF-F70D-4CF3-8B0F-9276DE87674A}" destId="{7D6592F2-3817-4E15-B318-110AED6267DE}" srcOrd="0" destOrd="0" parTransId="{A1865AAC-E91C-4236-B765-4144AA17464D}" sibTransId="{BA542038-8A22-43FE-A58A-21DF63ECC301}"/>
    <dgm:cxn modelId="{A7B6780E-F05F-4E21-BCC8-59242CE7BA4B}" type="presOf" srcId="{7D6592F2-3817-4E15-B318-110AED6267DE}" destId="{CAC46EE8-1653-4CDB-A454-E4F17528B5DA}" srcOrd="0" destOrd="0" presId="urn:microsoft.com/office/officeart/2008/layout/PictureAccentList"/>
    <dgm:cxn modelId="{D704FB5D-3E9F-43ED-8EB5-78960B2FA082}" type="presOf" srcId="{5F8582CF-F70D-4CF3-8B0F-9276DE87674A}" destId="{50E99746-1727-43FB-A1DF-3D462F80C895}" srcOrd="0" destOrd="0" presId="urn:microsoft.com/office/officeart/2008/layout/PictureAccentList"/>
    <dgm:cxn modelId="{7ADC6D69-EE92-4CF1-9110-D6156C2C83C4}" srcId="{5F8582CF-F70D-4CF3-8B0F-9276DE87674A}" destId="{744521EF-339F-4138-8290-1674811D3EC6}" srcOrd="2" destOrd="0" parTransId="{005B4735-952F-43AB-AC4D-725FAA13B059}" sibTransId="{A5F709F0-DFF7-4E1C-85B5-824C3FAA56C1}"/>
    <dgm:cxn modelId="{2487754B-F1F5-4691-B602-634E4706E128}" type="presOf" srcId="{D8B00F02-FC10-4B3F-A15F-6D4A9D8EACD4}" destId="{2736C250-ADDA-42B6-B9E4-1EB1A507F0F0}" srcOrd="0" destOrd="0" presId="urn:microsoft.com/office/officeart/2008/layout/PictureAccentList"/>
    <dgm:cxn modelId="{0CA921AA-B9AB-4BE2-A080-CB5D649E5D40}" srcId="{D8B00F02-FC10-4B3F-A15F-6D4A9D8EACD4}" destId="{5F8582CF-F70D-4CF3-8B0F-9276DE87674A}" srcOrd="0" destOrd="0" parTransId="{967745D1-B02D-451C-B199-81BB7217A985}" sibTransId="{74BCB679-273F-4FD8-B202-01EF8944120B}"/>
    <dgm:cxn modelId="{C33E49BE-974D-4A3C-81FC-65FF084E6FE5}" type="presOf" srcId="{D91ABE26-E032-49C7-B713-E66BB23CCF87}" destId="{10B9F295-4B1E-44B4-9050-5D0CFA35E852}" srcOrd="0" destOrd="0" presId="urn:microsoft.com/office/officeart/2008/layout/PictureAccentList"/>
    <dgm:cxn modelId="{1958E0C8-1971-4AE4-AFFF-DD555708C9D4}" srcId="{5F8582CF-F70D-4CF3-8B0F-9276DE87674A}" destId="{5FED3BFC-CF42-4251-A08B-55CFD115E78C}" srcOrd="1" destOrd="0" parTransId="{1BEDB350-E664-41DE-85BB-EEE61E5204BE}" sibTransId="{EF300A59-971A-418A-B0D5-EE27FD6FB730}"/>
    <dgm:cxn modelId="{5D5646CD-CC51-4377-BCF4-ADF6DB788CF9}" type="presOf" srcId="{5FED3BFC-CF42-4251-A08B-55CFD115E78C}" destId="{432B8922-0039-466B-89B6-499FD69E071B}" srcOrd="0" destOrd="0" presId="urn:microsoft.com/office/officeart/2008/layout/PictureAccentList"/>
    <dgm:cxn modelId="{DF5896D4-BE8E-4352-BB0E-DAD8B9D19DB6}" type="presOf" srcId="{744521EF-339F-4138-8290-1674811D3EC6}" destId="{03DB9D0A-5FF2-4DEE-8125-F4700390A01C}" srcOrd="0" destOrd="0" presId="urn:microsoft.com/office/officeart/2008/layout/PictureAccentList"/>
    <dgm:cxn modelId="{495E4FDF-44F0-47F8-B232-F021F27C8BE0}" srcId="{5F8582CF-F70D-4CF3-8B0F-9276DE87674A}" destId="{D91ABE26-E032-49C7-B713-E66BB23CCF87}" srcOrd="3" destOrd="0" parTransId="{135D0067-307C-4488-91DB-6F0124EC55D2}" sibTransId="{D79EFDDD-9FF9-44FA-B9C8-AECC1B860D80}"/>
    <dgm:cxn modelId="{37004B60-6AA0-48A7-A18B-CB423DDBA58E}" type="presParOf" srcId="{2736C250-ADDA-42B6-B9E4-1EB1A507F0F0}" destId="{51F44B86-D107-4392-A3E0-37273978BE5F}" srcOrd="0" destOrd="0" presId="urn:microsoft.com/office/officeart/2008/layout/PictureAccentList"/>
    <dgm:cxn modelId="{912CD0AB-BFC1-4425-AEB0-AD202EE71EAE}" type="presParOf" srcId="{51F44B86-D107-4392-A3E0-37273978BE5F}" destId="{B613FDA6-B798-4386-B3FA-A5CDCECB78C7}" srcOrd="0" destOrd="0" presId="urn:microsoft.com/office/officeart/2008/layout/PictureAccentList"/>
    <dgm:cxn modelId="{030BA051-E049-4D94-A066-2397DA5381DB}" type="presParOf" srcId="{B613FDA6-B798-4386-B3FA-A5CDCECB78C7}" destId="{50E99746-1727-43FB-A1DF-3D462F80C895}" srcOrd="0" destOrd="0" presId="urn:microsoft.com/office/officeart/2008/layout/PictureAccentList"/>
    <dgm:cxn modelId="{945B7D74-8FB6-4C4E-B3E4-FD4392DF54E2}" type="presParOf" srcId="{51F44B86-D107-4392-A3E0-37273978BE5F}" destId="{DB2F3249-E03C-490A-964D-250EBE36A5EF}" srcOrd="1" destOrd="0" presId="urn:microsoft.com/office/officeart/2008/layout/PictureAccentList"/>
    <dgm:cxn modelId="{F10C6805-1C9B-4CAB-9844-9957FF1F05B0}" type="presParOf" srcId="{DB2F3249-E03C-490A-964D-250EBE36A5EF}" destId="{074AB82C-5845-4207-902B-9FA41DCA86C8}" srcOrd="0" destOrd="0" presId="urn:microsoft.com/office/officeart/2008/layout/PictureAccentList"/>
    <dgm:cxn modelId="{EE7C3413-8F0A-4E6A-ADEF-AD779C6026C0}" type="presParOf" srcId="{074AB82C-5845-4207-902B-9FA41DCA86C8}" destId="{E71EB36F-6686-4A76-AD0E-CC8C89052B0D}" srcOrd="0" destOrd="0" presId="urn:microsoft.com/office/officeart/2008/layout/PictureAccentList"/>
    <dgm:cxn modelId="{31A7A54D-9CA7-41C4-81F3-C376DBD25E96}" type="presParOf" srcId="{074AB82C-5845-4207-902B-9FA41DCA86C8}" destId="{CAC46EE8-1653-4CDB-A454-E4F17528B5DA}" srcOrd="1" destOrd="0" presId="urn:microsoft.com/office/officeart/2008/layout/PictureAccentList"/>
    <dgm:cxn modelId="{2AF69BC9-922B-478B-BE0D-9FF7D9114DA4}" type="presParOf" srcId="{DB2F3249-E03C-490A-964D-250EBE36A5EF}" destId="{7701325F-5B91-4217-AA46-3AC1786DFD06}" srcOrd="1" destOrd="0" presId="urn:microsoft.com/office/officeart/2008/layout/PictureAccentList"/>
    <dgm:cxn modelId="{BB9E83B4-2695-4DAF-893D-D67A7AF0B50A}" type="presParOf" srcId="{7701325F-5B91-4217-AA46-3AC1786DFD06}" destId="{3583B8EE-7FD2-4410-A547-4B7883486BDD}" srcOrd="0" destOrd="0" presId="urn:microsoft.com/office/officeart/2008/layout/PictureAccentList"/>
    <dgm:cxn modelId="{239B2ACE-FCEE-4E18-9EFE-30CFFFB363F2}" type="presParOf" srcId="{7701325F-5B91-4217-AA46-3AC1786DFD06}" destId="{432B8922-0039-466B-89B6-499FD69E071B}" srcOrd="1" destOrd="0" presId="urn:microsoft.com/office/officeart/2008/layout/PictureAccentList"/>
    <dgm:cxn modelId="{DA50E60B-6D1B-49D9-8618-0B047AF01817}" type="presParOf" srcId="{DB2F3249-E03C-490A-964D-250EBE36A5EF}" destId="{E4F47B06-3158-430E-A2F9-C9F318ED9A8B}" srcOrd="2" destOrd="0" presId="urn:microsoft.com/office/officeart/2008/layout/PictureAccentList"/>
    <dgm:cxn modelId="{D4C0A788-0ACF-4A68-B264-1F52964C1BFD}" type="presParOf" srcId="{E4F47B06-3158-430E-A2F9-C9F318ED9A8B}" destId="{126BBA00-8A1A-44FF-BD23-DDFE94827E1B}" srcOrd="0" destOrd="0" presId="urn:microsoft.com/office/officeart/2008/layout/PictureAccentList"/>
    <dgm:cxn modelId="{9ADD01EA-140A-4AAD-B782-68C46DA9A790}" type="presParOf" srcId="{E4F47B06-3158-430E-A2F9-C9F318ED9A8B}" destId="{03DB9D0A-5FF2-4DEE-8125-F4700390A01C}" srcOrd="1" destOrd="0" presId="urn:microsoft.com/office/officeart/2008/layout/PictureAccentList"/>
    <dgm:cxn modelId="{0003D270-20FF-428C-B40A-193BEA7BEE71}" type="presParOf" srcId="{DB2F3249-E03C-490A-964D-250EBE36A5EF}" destId="{AA649D8C-ABC7-4222-A455-C97A32C5E42D}" srcOrd="3" destOrd="0" presId="urn:microsoft.com/office/officeart/2008/layout/PictureAccentList"/>
    <dgm:cxn modelId="{C8C1B12A-3B64-4381-868B-E94E49CED86C}" type="presParOf" srcId="{AA649D8C-ABC7-4222-A455-C97A32C5E42D}" destId="{A92732D7-674B-4BDA-87BF-FC293078597F}" srcOrd="0" destOrd="0" presId="urn:microsoft.com/office/officeart/2008/layout/PictureAccentList"/>
    <dgm:cxn modelId="{411779B3-69C3-4E09-8E29-4A954D70B235}" type="presParOf" srcId="{AA649D8C-ABC7-4222-A455-C97A32C5E42D}" destId="{10B9F295-4B1E-44B4-9050-5D0CFA35E852}"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8B00F02-FC10-4B3F-A15F-6D4A9D8EACD4}" type="doc">
      <dgm:prSet loTypeId="urn:microsoft.com/office/officeart/2008/layout/PictureAccentList" loCatId="list" qsTypeId="urn:microsoft.com/office/officeart/2005/8/quickstyle/simple1" qsCatId="simple" csTypeId="urn:microsoft.com/office/officeart/2005/8/colors/accent1_2" csCatId="accent1" phldr="1"/>
      <dgm:spPr/>
      <dgm:t>
        <a:bodyPr/>
        <a:lstStyle/>
        <a:p>
          <a:endParaRPr lang="en-US"/>
        </a:p>
      </dgm:t>
    </dgm:pt>
    <dgm:pt modelId="{5F8582CF-F70D-4CF3-8B0F-9276DE87674A}">
      <dgm:prSet phldrT="[Text]" custT="1"/>
      <dgm:spPr>
        <a:solidFill>
          <a:schemeClr val="tx2">
            <a:lumMod val="50000"/>
          </a:schemeClr>
        </a:solidFill>
        <a:ln>
          <a:noFill/>
        </a:ln>
      </dgm:spPr>
      <dgm:t>
        <a:bodyPr/>
        <a:lstStyle/>
        <a:p>
          <a:pPr algn="l"/>
          <a:r>
            <a:rPr lang="en-US" sz="2400" b="0" dirty="0">
              <a:solidFill>
                <a:schemeClr val="bg1"/>
              </a:solidFill>
              <a:latin typeface="Effra Light" panose="02000306080000020004"/>
            </a:rPr>
            <a:t>When is a receipt typically rejected and returned?</a:t>
          </a:r>
        </a:p>
      </dgm:t>
    </dgm:pt>
    <dgm:pt modelId="{967745D1-B02D-451C-B199-81BB7217A985}" type="parTrans" cxnId="{0CA921AA-B9AB-4BE2-A080-CB5D649E5D40}">
      <dgm:prSet/>
      <dgm:spPr/>
      <dgm:t>
        <a:bodyPr/>
        <a:lstStyle/>
        <a:p>
          <a:endParaRPr lang="en-US"/>
        </a:p>
      </dgm:t>
    </dgm:pt>
    <dgm:pt modelId="{74BCB679-273F-4FD8-B202-01EF8944120B}" type="sibTrans" cxnId="{0CA921AA-B9AB-4BE2-A080-CB5D649E5D40}">
      <dgm:prSet/>
      <dgm:spPr/>
      <dgm:t>
        <a:bodyPr/>
        <a:lstStyle/>
        <a:p>
          <a:endParaRPr lang="en-US"/>
        </a:p>
      </dgm:t>
    </dgm:pt>
    <dgm:pt modelId="{7D6592F2-3817-4E15-B318-110AED6267DE}">
      <dgm:prSet phldrT="[Text]" custT="1"/>
      <dgm:spPr>
        <a:solidFill>
          <a:schemeClr val="accent1">
            <a:lumMod val="20000"/>
            <a:lumOff val="80000"/>
          </a:schemeClr>
        </a:solidFill>
        <a:ln>
          <a:noFill/>
        </a:ln>
      </dgm:spPr>
      <dgm:t>
        <a:bodyPr/>
        <a:lstStyle/>
        <a:p>
          <a:pPr algn="l"/>
          <a:r>
            <a:rPr lang="en-US" sz="2400" dirty="0">
              <a:solidFill>
                <a:schemeClr val="bg2"/>
              </a:solidFill>
              <a:latin typeface="Effra Light" panose="02000306080000020004"/>
            </a:rPr>
            <a:t>When it is en route to the warehouse</a:t>
          </a:r>
        </a:p>
      </dgm:t>
    </dgm:pt>
    <dgm:pt modelId="{A1865AAC-E91C-4236-B765-4144AA17464D}" type="parTrans" cxnId="{5AC15900-431D-4A10-AE5E-5422C739E4B3}">
      <dgm:prSet/>
      <dgm:spPr/>
      <dgm:t>
        <a:bodyPr/>
        <a:lstStyle/>
        <a:p>
          <a:endParaRPr lang="en-US"/>
        </a:p>
      </dgm:t>
    </dgm:pt>
    <dgm:pt modelId="{BA542038-8A22-43FE-A58A-21DF63ECC301}" type="sibTrans" cxnId="{5AC15900-431D-4A10-AE5E-5422C739E4B3}">
      <dgm:prSet/>
      <dgm:spPr/>
      <dgm:t>
        <a:bodyPr/>
        <a:lstStyle/>
        <a:p>
          <a:endParaRPr lang="en-US"/>
        </a:p>
      </dgm:t>
    </dgm:pt>
    <dgm:pt modelId="{5FED3BFC-CF42-4251-A08B-55CFD115E78C}">
      <dgm:prSet phldrT="[Text]" custT="1"/>
      <dgm:spPr>
        <a:solidFill>
          <a:srgbClr val="0070C0"/>
        </a:solidFill>
        <a:ln w="12700" cap="flat" cmpd="sng" algn="ctr">
          <a:noFill/>
          <a:prstDash val="solid"/>
          <a:miter lim="800000"/>
        </a:ln>
        <a:effectLst/>
      </dgm:spPr>
      <dgm:t>
        <a:bodyPr spcFirstLastPara="0" vert="horz" wrap="square" lIns="170688" tIns="170688" rIns="170688" bIns="170688" numCol="1" spcCol="1270" anchor="ctr" anchorCtr="0"/>
        <a:lstStyle/>
        <a:p>
          <a:pPr algn="l"/>
          <a:r>
            <a:rPr lang="en-US" sz="2400" b="1" kern="1200" dirty="0">
              <a:solidFill>
                <a:srgbClr val="FFFFFF"/>
              </a:solidFill>
              <a:latin typeface="Effra Light" panose="02000306080000020004"/>
              <a:ea typeface="+mn-ea"/>
              <a:cs typeface="+mn-cs"/>
            </a:rPr>
            <a:t>During</a:t>
          </a:r>
          <a:r>
            <a:rPr lang="en-US" sz="2400" kern="1200" dirty="0">
              <a:solidFill>
                <a:schemeClr val="bg2"/>
              </a:solidFill>
              <a:latin typeface="Effra Light" panose="02000306080000020004"/>
              <a:ea typeface="+mn-ea"/>
              <a:cs typeface="+mn-cs"/>
            </a:rPr>
            <a:t> </a:t>
          </a:r>
          <a:r>
            <a:rPr lang="en-US" sz="2400" b="1" kern="1200" dirty="0">
              <a:solidFill>
                <a:srgbClr val="FFFFFF"/>
              </a:solidFill>
              <a:latin typeface="Effra Light" panose="02000306080000020004"/>
              <a:ea typeface="+mn-ea"/>
              <a:cs typeface="+mn-cs"/>
            </a:rPr>
            <a:t>inspection</a:t>
          </a:r>
        </a:p>
      </dgm:t>
    </dgm:pt>
    <dgm:pt modelId="{1BEDB350-E664-41DE-85BB-EEE61E5204BE}" type="parTrans" cxnId="{1958E0C8-1971-4AE4-AFFF-DD555708C9D4}">
      <dgm:prSet/>
      <dgm:spPr/>
      <dgm:t>
        <a:bodyPr/>
        <a:lstStyle/>
        <a:p>
          <a:endParaRPr lang="en-US"/>
        </a:p>
      </dgm:t>
    </dgm:pt>
    <dgm:pt modelId="{EF300A59-971A-418A-B0D5-EE27FD6FB730}" type="sibTrans" cxnId="{1958E0C8-1971-4AE4-AFFF-DD555708C9D4}">
      <dgm:prSet/>
      <dgm:spPr/>
      <dgm:t>
        <a:bodyPr/>
        <a:lstStyle/>
        <a:p>
          <a:endParaRPr lang="en-US"/>
        </a:p>
      </dgm:t>
    </dgm:pt>
    <dgm:pt modelId="{744521EF-339F-4138-8290-1674811D3EC6}">
      <dgm:prSet phldrT="[Text]" custT="1"/>
      <dgm:spPr>
        <a:solidFill>
          <a:schemeClr val="accent1">
            <a:lumMod val="20000"/>
            <a:lumOff val="80000"/>
          </a:schemeClr>
        </a:solidFill>
        <a:ln>
          <a:noFill/>
        </a:ln>
      </dgm:spPr>
      <dgm:t>
        <a:bodyPr/>
        <a:lstStyle/>
        <a:p>
          <a:pPr algn="l"/>
          <a:r>
            <a:rPr lang="en-US" sz="2400" b="0" dirty="0">
              <a:solidFill>
                <a:schemeClr val="bg2"/>
              </a:solidFill>
              <a:latin typeface="Effra Light" panose="02000306080000020004"/>
            </a:rPr>
            <a:t>After it has been received</a:t>
          </a:r>
        </a:p>
      </dgm:t>
    </dgm:pt>
    <dgm:pt modelId="{005B4735-952F-43AB-AC4D-725FAA13B059}" type="parTrans" cxnId="{7ADC6D69-EE92-4CF1-9110-D6156C2C83C4}">
      <dgm:prSet/>
      <dgm:spPr/>
      <dgm:t>
        <a:bodyPr/>
        <a:lstStyle/>
        <a:p>
          <a:endParaRPr lang="en-US"/>
        </a:p>
      </dgm:t>
    </dgm:pt>
    <dgm:pt modelId="{A5F709F0-DFF7-4E1C-85B5-824C3FAA56C1}" type="sibTrans" cxnId="{7ADC6D69-EE92-4CF1-9110-D6156C2C83C4}">
      <dgm:prSet/>
      <dgm:spPr/>
      <dgm:t>
        <a:bodyPr/>
        <a:lstStyle/>
        <a:p>
          <a:endParaRPr lang="en-US"/>
        </a:p>
      </dgm:t>
    </dgm:pt>
    <dgm:pt modelId="{D91ABE26-E032-49C7-B713-E66BB23CCF87}">
      <dgm:prSet phldrT="[Text]" custT="1"/>
      <dgm:spPr>
        <a:solidFill>
          <a:schemeClr val="accent1">
            <a:lumMod val="20000"/>
            <a:lumOff val="80000"/>
          </a:schemeClr>
        </a:solidFill>
        <a:ln>
          <a:noFill/>
        </a:ln>
      </dgm:spPr>
      <dgm:t>
        <a:bodyPr/>
        <a:lstStyle/>
        <a:p>
          <a:pPr algn="l"/>
          <a:r>
            <a:rPr lang="en-US" sz="2400" dirty="0">
              <a:solidFill>
                <a:schemeClr val="bg2"/>
              </a:solidFill>
              <a:latin typeface="Effra Light" panose="02000306080000020004"/>
            </a:rPr>
            <a:t>Prior to being shipped from the supplier location</a:t>
          </a:r>
        </a:p>
      </dgm:t>
    </dgm:pt>
    <dgm:pt modelId="{135D0067-307C-4488-91DB-6F0124EC55D2}" type="parTrans" cxnId="{495E4FDF-44F0-47F8-B232-F021F27C8BE0}">
      <dgm:prSet/>
      <dgm:spPr/>
      <dgm:t>
        <a:bodyPr/>
        <a:lstStyle/>
        <a:p>
          <a:endParaRPr lang="en-US"/>
        </a:p>
      </dgm:t>
    </dgm:pt>
    <dgm:pt modelId="{D79EFDDD-9FF9-44FA-B9C8-AECC1B860D80}" type="sibTrans" cxnId="{495E4FDF-44F0-47F8-B232-F021F27C8BE0}">
      <dgm:prSet/>
      <dgm:spPr/>
      <dgm:t>
        <a:bodyPr/>
        <a:lstStyle/>
        <a:p>
          <a:endParaRPr lang="en-US"/>
        </a:p>
      </dgm:t>
    </dgm:pt>
    <dgm:pt modelId="{2736C250-ADDA-42B6-B9E4-1EB1A507F0F0}" type="pres">
      <dgm:prSet presAssocID="{D8B00F02-FC10-4B3F-A15F-6D4A9D8EACD4}" presName="layout" presStyleCnt="0">
        <dgm:presLayoutVars>
          <dgm:chMax/>
          <dgm:chPref/>
          <dgm:dir/>
          <dgm:animOne val="branch"/>
          <dgm:animLvl val="lvl"/>
          <dgm:resizeHandles/>
        </dgm:presLayoutVars>
      </dgm:prSet>
      <dgm:spPr/>
    </dgm:pt>
    <dgm:pt modelId="{51F44B86-D107-4392-A3E0-37273978BE5F}" type="pres">
      <dgm:prSet presAssocID="{5F8582CF-F70D-4CF3-8B0F-9276DE87674A}" presName="root" presStyleCnt="0">
        <dgm:presLayoutVars>
          <dgm:chMax/>
          <dgm:chPref val="4"/>
        </dgm:presLayoutVars>
      </dgm:prSet>
      <dgm:spPr/>
    </dgm:pt>
    <dgm:pt modelId="{B613FDA6-B798-4386-B3FA-A5CDCECB78C7}" type="pres">
      <dgm:prSet presAssocID="{5F8582CF-F70D-4CF3-8B0F-9276DE87674A}" presName="rootComposite" presStyleCnt="0">
        <dgm:presLayoutVars/>
      </dgm:prSet>
      <dgm:spPr/>
    </dgm:pt>
    <dgm:pt modelId="{50E99746-1727-43FB-A1DF-3D462F80C895}" type="pres">
      <dgm:prSet presAssocID="{5F8582CF-F70D-4CF3-8B0F-9276DE87674A}" presName="rootText" presStyleLbl="node0" presStyleIdx="0" presStyleCnt="1" custScaleX="137160" custScaleY="93451">
        <dgm:presLayoutVars>
          <dgm:chMax/>
          <dgm:chPref val="4"/>
        </dgm:presLayoutVars>
      </dgm:prSet>
      <dgm:spPr>
        <a:prstGeom prst="rect">
          <a:avLst/>
        </a:prstGeom>
      </dgm:spPr>
    </dgm:pt>
    <dgm:pt modelId="{DB2F3249-E03C-490A-964D-250EBE36A5EF}" type="pres">
      <dgm:prSet presAssocID="{5F8582CF-F70D-4CF3-8B0F-9276DE87674A}" presName="childShape" presStyleCnt="0">
        <dgm:presLayoutVars>
          <dgm:chMax val="0"/>
          <dgm:chPref val="0"/>
        </dgm:presLayoutVars>
      </dgm:prSet>
      <dgm:spPr/>
    </dgm:pt>
    <dgm:pt modelId="{074AB82C-5845-4207-902B-9FA41DCA86C8}" type="pres">
      <dgm:prSet presAssocID="{7D6592F2-3817-4E15-B318-110AED6267DE}" presName="childComposite" presStyleCnt="0">
        <dgm:presLayoutVars>
          <dgm:chMax val="0"/>
          <dgm:chPref val="0"/>
        </dgm:presLayoutVars>
      </dgm:prSet>
      <dgm:spPr/>
    </dgm:pt>
    <dgm:pt modelId="{E71EB36F-6686-4A76-AD0E-CC8C89052B0D}" type="pres">
      <dgm:prSet presAssocID="{7D6592F2-3817-4E15-B318-110AED6267DE}" presName="Image" presStyleLbl="node1" presStyleIdx="0" presStyleCnt="4"/>
      <dgm:spPr>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pt>
    <dgm:pt modelId="{CAC46EE8-1653-4CDB-A454-E4F17528B5DA}" type="pres">
      <dgm:prSet presAssocID="{7D6592F2-3817-4E15-B318-110AED6267DE}" presName="childText" presStyleLbl="lnNode1" presStyleIdx="0" presStyleCnt="4">
        <dgm:presLayoutVars>
          <dgm:chMax val="0"/>
          <dgm:chPref val="0"/>
          <dgm:bulletEnabled val="1"/>
        </dgm:presLayoutVars>
      </dgm:prSet>
      <dgm:spPr>
        <a:prstGeom prst="rect">
          <a:avLst/>
        </a:prstGeom>
      </dgm:spPr>
    </dgm:pt>
    <dgm:pt modelId="{7701325F-5B91-4217-AA46-3AC1786DFD06}" type="pres">
      <dgm:prSet presAssocID="{5FED3BFC-CF42-4251-A08B-55CFD115E78C}" presName="childComposite" presStyleCnt="0">
        <dgm:presLayoutVars>
          <dgm:chMax val="0"/>
          <dgm:chPref val="0"/>
        </dgm:presLayoutVars>
      </dgm:prSet>
      <dgm:spPr/>
    </dgm:pt>
    <dgm:pt modelId="{3583B8EE-7FD2-4410-A547-4B7883486BDD}" type="pres">
      <dgm:prSet presAssocID="{5FED3BFC-CF42-4251-A08B-55CFD115E78C}" presName="Image" presStyleLbl="node1" presStyleIdx="1" presStyleCnt="4"/>
      <dgm:spPr>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pt>
    <dgm:pt modelId="{432B8922-0039-466B-89B6-499FD69E071B}" type="pres">
      <dgm:prSet presAssocID="{5FED3BFC-CF42-4251-A08B-55CFD115E78C}" presName="childText" presStyleLbl="lnNode1" presStyleIdx="1" presStyleCnt="4">
        <dgm:presLayoutVars>
          <dgm:chMax val="0"/>
          <dgm:chPref val="0"/>
          <dgm:bulletEnabled val="1"/>
        </dgm:presLayoutVars>
      </dgm:prSet>
      <dgm:spPr>
        <a:xfrm>
          <a:off x="1938158" y="1773614"/>
          <a:ext cx="5064280" cy="790887"/>
        </a:xfrm>
        <a:prstGeom prst="rect">
          <a:avLst/>
        </a:prstGeom>
      </dgm:spPr>
    </dgm:pt>
    <dgm:pt modelId="{E4F47B06-3158-430E-A2F9-C9F318ED9A8B}" type="pres">
      <dgm:prSet presAssocID="{744521EF-339F-4138-8290-1674811D3EC6}" presName="childComposite" presStyleCnt="0">
        <dgm:presLayoutVars>
          <dgm:chMax val="0"/>
          <dgm:chPref val="0"/>
        </dgm:presLayoutVars>
      </dgm:prSet>
      <dgm:spPr/>
    </dgm:pt>
    <dgm:pt modelId="{126BBA00-8A1A-44FF-BD23-DDFE94827E1B}" type="pres">
      <dgm:prSet presAssocID="{744521EF-339F-4138-8290-1674811D3EC6}" presName="Image" presStyleLbl="node1" presStyleIdx="2" presStyleCnt="4"/>
      <dgm:spPr>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pt>
    <dgm:pt modelId="{03DB9D0A-5FF2-4DEE-8125-F4700390A01C}" type="pres">
      <dgm:prSet presAssocID="{744521EF-339F-4138-8290-1674811D3EC6}" presName="childText" presStyleLbl="lnNode1" presStyleIdx="2" presStyleCnt="4">
        <dgm:presLayoutVars>
          <dgm:chMax val="0"/>
          <dgm:chPref val="0"/>
          <dgm:bulletEnabled val="1"/>
        </dgm:presLayoutVars>
      </dgm:prSet>
      <dgm:spPr>
        <a:prstGeom prst="rect">
          <a:avLst/>
        </a:prstGeom>
      </dgm:spPr>
    </dgm:pt>
    <dgm:pt modelId="{AA649D8C-ABC7-4222-A455-C97A32C5E42D}" type="pres">
      <dgm:prSet presAssocID="{D91ABE26-E032-49C7-B713-E66BB23CCF87}" presName="childComposite" presStyleCnt="0">
        <dgm:presLayoutVars>
          <dgm:chMax val="0"/>
          <dgm:chPref val="0"/>
        </dgm:presLayoutVars>
      </dgm:prSet>
      <dgm:spPr/>
    </dgm:pt>
    <dgm:pt modelId="{A92732D7-674B-4BDA-87BF-FC293078597F}" type="pres">
      <dgm:prSet presAssocID="{D91ABE26-E032-49C7-B713-E66BB23CCF87}" presName="Image" presStyleLbl="node1" presStyleIdx="3" presStyleCnt="4"/>
      <dgm:spPr>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dgm:spPr>
    </dgm:pt>
    <dgm:pt modelId="{10B9F295-4B1E-44B4-9050-5D0CFA35E852}" type="pres">
      <dgm:prSet presAssocID="{D91ABE26-E032-49C7-B713-E66BB23CCF87}" presName="childText" presStyleLbl="lnNode1" presStyleIdx="3" presStyleCnt="4">
        <dgm:presLayoutVars>
          <dgm:chMax val="0"/>
          <dgm:chPref val="0"/>
          <dgm:bulletEnabled val="1"/>
        </dgm:presLayoutVars>
      </dgm:prSet>
      <dgm:spPr>
        <a:prstGeom prst="rect">
          <a:avLst/>
        </a:prstGeom>
      </dgm:spPr>
    </dgm:pt>
  </dgm:ptLst>
  <dgm:cxnLst>
    <dgm:cxn modelId="{5AC15900-431D-4A10-AE5E-5422C739E4B3}" srcId="{5F8582CF-F70D-4CF3-8B0F-9276DE87674A}" destId="{7D6592F2-3817-4E15-B318-110AED6267DE}" srcOrd="0" destOrd="0" parTransId="{A1865AAC-E91C-4236-B765-4144AA17464D}" sibTransId="{BA542038-8A22-43FE-A58A-21DF63ECC301}"/>
    <dgm:cxn modelId="{A7B6780E-F05F-4E21-BCC8-59242CE7BA4B}" type="presOf" srcId="{7D6592F2-3817-4E15-B318-110AED6267DE}" destId="{CAC46EE8-1653-4CDB-A454-E4F17528B5DA}" srcOrd="0" destOrd="0" presId="urn:microsoft.com/office/officeart/2008/layout/PictureAccentList"/>
    <dgm:cxn modelId="{D704FB5D-3E9F-43ED-8EB5-78960B2FA082}" type="presOf" srcId="{5F8582CF-F70D-4CF3-8B0F-9276DE87674A}" destId="{50E99746-1727-43FB-A1DF-3D462F80C895}" srcOrd="0" destOrd="0" presId="urn:microsoft.com/office/officeart/2008/layout/PictureAccentList"/>
    <dgm:cxn modelId="{7ADC6D69-EE92-4CF1-9110-D6156C2C83C4}" srcId="{5F8582CF-F70D-4CF3-8B0F-9276DE87674A}" destId="{744521EF-339F-4138-8290-1674811D3EC6}" srcOrd="2" destOrd="0" parTransId="{005B4735-952F-43AB-AC4D-725FAA13B059}" sibTransId="{A5F709F0-DFF7-4E1C-85B5-824C3FAA56C1}"/>
    <dgm:cxn modelId="{2487754B-F1F5-4691-B602-634E4706E128}" type="presOf" srcId="{D8B00F02-FC10-4B3F-A15F-6D4A9D8EACD4}" destId="{2736C250-ADDA-42B6-B9E4-1EB1A507F0F0}" srcOrd="0" destOrd="0" presId="urn:microsoft.com/office/officeart/2008/layout/PictureAccentList"/>
    <dgm:cxn modelId="{0CA921AA-B9AB-4BE2-A080-CB5D649E5D40}" srcId="{D8B00F02-FC10-4B3F-A15F-6D4A9D8EACD4}" destId="{5F8582CF-F70D-4CF3-8B0F-9276DE87674A}" srcOrd="0" destOrd="0" parTransId="{967745D1-B02D-451C-B199-81BB7217A985}" sibTransId="{74BCB679-273F-4FD8-B202-01EF8944120B}"/>
    <dgm:cxn modelId="{C33E49BE-974D-4A3C-81FC-65FF084E6FE5}" type="presOf" srcId="{D91ABE26-E032-49C7-B713-E66BB23CCF87}" destId="{10B9F295-4B1E-44B4-9050-5D0CFA35E852}" srcOrd="0" destOrd="0" presId="urn:microsoft.com/office/officeart/2008/layout/PictureAccentList"/>
    <dgm:cxn modelId="{1958E0C8-1971-4AE4-AFFF-DD555708C9D4}" srcId="{5F8582CF-F70D-4CF3-8B0F-9276DE87674A}" destId="{5FED3BFC-CF42-4251-A08B-55CFD115E78C}" srcOrd="1" destOrd="0" parTransId="{1BEDB350-E664-41DE-85BB-EEE61E5204BE}" sibTransId="{EF300A59-971A-418A-B0D5-EE27FD6FB730}"/>
    <dgm:cxn modelId="{5D5646CD-CC51-4377-BCF4-ADF6DB788CF9}" type="presOf" srcId="{5FED3BFC-CF42-4251-A08B-55CFD115E78C}" destId="{432B8922-0039-466B-89B6-499FD69E071B}" srcOrd="0" destOrd="0" presId="urn:microsoft.com/office/officeart/2008/layout/PictureAccentList"/>
    <dgm:cxn modelId="{DF5896D4-BE8E-4352-BB0E-DAD8B9D19DB6}" type="presOf" srcId="{744521EF-339F-4138-8290-1674811D3EC6}" destId="{03DB9D0A-5FF2-4DEE-8125-F4700390A01C}" srcOrd="0" destOrd="0" presId="urn:microsoft.com/office/officeart/2008/layout/PictureAccentList"/>
    <dgm:cxn modelId="{495E4FDF-44F0-47F8-B232-F021F27C8BE0}" srcId="{5F8582CF-F70D-4CF3-8B0F-9276DE87674A}" destId="{D91ABE26-E032-49C7-B713-E66BB23CCF87}" srcOrd="3" destOrd="0" parTransId="{135D0067-307C-4488-91DB-6F0124EC55D2}" sibTransId="{D79EFDDD-9FF9-44FA-B9C8-AECC1B860D80}"/>
    <dgm:cxn modelId="{37004B60-6AA0-48A7-A18B-CB423DDBA58E}" type="presParOf" srcId="{2736C250-ADDA-42B6-B9E4-1EB1A507F0F0}" destId="{51F44B86-D107-4392-A3E0-37273978BE5F}" srcOrd="0" destOrd="0" presId="urn:microsoft.com/office/officeart/2008/layout/PictureAccentList"/>
    <dgm:cxn modelId="{912CD0AB-BFC1-4425-AEB0-AD202EE71EAE}" type="presParOf" srcId="{51F44B86-D107-4392-A3E0-37273978BE5F}" destId="{B613FDA6-B798-4386-B3FA-A5CDCECB78C7}" srcOrd="0" destOrd="0" presId="urn:microsoft.com/office/officeart/2008/layout/PictureAccentList"/>
    <dgm:cxn modelId="{030BA051-E049-4D94-A066-2397DA5381DB}" type="presParOf" srcId="{B613FDA6-B798-4386-B3FA-A5CDCECB78C7}" destId="{50E99746-1727-43FB-A1DF-3D462F80C895}" srcOrd="0" destOrd="0" presId="urn:microsoft.com/office/officeart/2008/layout/PictureAccentList"/>
    <dgm:cxn modelId="{945B7D74-8FB6-4C4E-B3E4-FD4392DF54E2}" type="presParOf" srcId="{51F44B86-D107-4392-A3E0-37273978BE5F}" destId="{DB2F3249-E03C-490A-964D-250EBE36A5EF}" srcOrd="1" destOrd="0" presId="urn:microsoft.com/office/officeart/2008/layout/PictureAccentList"/>
    <dgm:cxn modelId="{F10C6805-1C9B-4CAB-9844-9957FF1F05B0}" type="presParOf" srcId="{DB2F3249-E03C-490A-964D-250EBE36A5EF}" destId="{074AB82C-5845-4207-902B-9FA41DCA86C8}" srcOrd="0" destOrd="0" presId="urn:microsoft.com/office/officeart/2008/layout/PictureAccentList"/>
    <dgm:cxn modelId="{EE7C3413-8F0A-4E6A-ADEF-AD779C6026C0}" type="presParOf" srcId="{074AB82C-5845-4207-902B-9FA41DCA86C8}" destId="{E71EB36F-6686-4A76-AD0E-CC8C89052B0D}" srcOrd="0" destOrd="0" presId="urn:microsoft.com/office/officeart/2008/layout/PictureAccentList"/>
    <dgm:cxn modelId="{31A7A54D-9CA7-41C4-81F3-C376DBD25E96}" type="presParOf" srcId="{074AB82C-5845-4207-902B-9FA41DCA86C8}" destId="{CAC46EE8-1653-4CDB-A454-E4F17528B5DA}" srcOrd="1" destOrd="0" presId="urn:microsoft.com/office/officeart/2008/layout/PictureAccentList"/>
    <dgm:cxn modelId="{2AF69BC9-922B-478B-BE0D-9FF7D9114DA4}" type="presParOf" srcId="{DB2F3249-E03C-490A-964D-250EBE36A5EF}" destId="{7701325F-5B91-4217-AA46-3AC1786DFD06}" srcOrd="1" destOrd="0" presId="urn:microsoft.com/office/officeart/2008/layout/PictureAccentList"/>
    <dgm:cxn modelId="{BB9E83B4-2695-4DAF-893D-D67A7AF0B50A}" type="presParOf" srcId="{7701325F-5B91-4217-AA46-3AC1786DFD06}" destId="{3583B8EE-7FD2-4410-A547-4B7883486BDD}" srcOrd="0" destOrd="0" presId="urn:microsoft.com/office/officeart/2008/layout/PictureAccentList"/>
    <dgm:cxn modelId="{239B2ACE-FCEE-4E18-9EFE-30CFFFB363F2}" type="presParOf" srcId="{7701325F-5B91-4217-AA46-3AC1786DFD06}" destId="{432B8922-0039-466B-89B6-499FD69E071B}" srcOrd="1" destOrd="0" presId="urn:microsoft.com/office/officeart/2008/layout/PictureAccentList"/>
    <dgm:cxn modelId="{DA50E60B-6D1B-49D9-8618-0B047AF01817}" type="presParOf" srcId="{DB2F3249-E03C-490A-964D-250EBE36A5EF}" destId="{E4F47B06-3158-430E-A2F9-C9F318ED9A8B}" srcOrd="2" destOrd="0" presId="urn:microsoft.com/office/officeart/2008/layout/PictureAccentList"/>
    <dgm:cxn modelId="{D4C0A788-0ACF-4A68-B264-1F52964C1BFD}" type="presParOf" srcId="{E4F47B06-3158-430E-A2F9-C9F318ED9A8B}" destId="{126BBA00-8A1A-44FF-BD23-DDFE94827E1B}" srcOrd="0" destOrd="0" presId="urn:microsoft.com/office/officeart/2008/layout/PictureAccentList"/>
    <dgm:cxn modelId="{9ADD01EA-140A-4AAD-B782-68C46DA9A790}" type="presParOf" srcId="{E4F47B06-3158-430E-A2F9-C9F318ED9A8B}" destId="{03DB9D0A-5FF2-4DEE-8125-F4700390A01C}" srcOrd="1" destOrd="0" presId="urn:microsoft.com/office/officeart/2008/layout/PictureAccentList"/>
    <dgm:cxn modelId="{0003D270-20FF-428C-B40A-193BEA7BEE71}" type="presParOf" srcId="{DB2F3249-E03C-490A-964D-250EBE36A5EF}" destId="{AA649D8C-ABC7-4222-A455-C97A32C5E42D}" srcOrd="3" destOrd="0" presId="urn:microsoft.com/office/officeart/2008/layout/PictureAccentList"/>
    <dgm:cxn modelId="{C8C1B12A-3B64-4381-868B-E94E49CED86C}" type="presParOf" srcId="{AA649D8C-ABC7-4222-A455-C97A32C5E42D}" destId="{A92732D7-674B-4BDA-87BF-FC293078597F}" srcOrd="0" destOrd="0" presId="urn:microsoft.com/office/officeart/2008/layout/PictureAccentList"/>
    <dgm:cxn modelId="{411779B3-69C3-4E09-8E29-4A954D70B235}" type="presParOf" srcId="{AA649D8C-ABC7-4222-A455-C97A32C5E42D}" destId="{10B9F295-4B1E-44B4-9050-5D0CFA35E852}"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99746-1727-43FB-A1DF-3D462F80C895}">
      <dsp:nvSpPr>
        <dsp:cNvPr id="0" name=""/>
        <dsp:cNvSpPr/>
      </dsp:nvSpPr>
      <dsp:spPr>
        <a:xfrm>
          <a:off x="3958" y="805012"/>
          <a:ext cx="8094339" cy="2732433"/>
        </a:xfrm>
        <a:prstGeom prst="rect">
          <a:avLst/>
        </a:prstGeom>
        <a:solidFill>
          <a:schemeClr val="tx2">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l" defTabSz="1244600">
            <a:lnSpc>
              <a:spcPct val="90000"/>
            </a:lnSpc>
            <a:spcBef>
              <a:spcPct val="0"/>
            </a:spcBef>
            <a:spcAft>
              <a:spcPct val="35000"/>
            </a:spcAft>
            <a:buNone/>
          </a:pPr>
          <a:r>
            <a:rPr lang="en-US" sz="2800" b="0" kern="1200" dirty="0">
              <a:solidFill>
                <a:schemeClr val="bg1"/>
              </a:solidFill>
              <a:latin typeface="Effra Light" panose="02000306080000020004"/>
            </a:rPr>
            <a:t>Is the following statement True or False?</a:t>
          </a:r>
        </a:p>
        <a:p>
          <a:pPr marL="0" lvl="0" indent="0" algn="l" defTabSz="1244600">
            <a:lnSpc>
              <a:spcPct val="90000"/>
            </a:lnSpc>
            <a:spcBef>
              <a:spcPct val="0"/>
            </a:spcBef>
            <a:spcAft>
              <a:spcPct val="35000"/>
            </a:spcAft>
            <a:buNone/>
          </a:pPr>
          <a:endParaRPr lang="en-US" sz="2800" b="0" kern="1200" dirty="0">
            <a:solidFill>
              <a:schemeClr val="bg1"/>
            </a:solidFill>
            <a:latin typeface="Effra Light" panose="02000306080000020004"/>
          </a:endParaRPr>
        </a:p>
        <a:p>
          <a:pPr marL="0" lvl="0" indent="0" algn="l" defTabSz="1244600">
            <a:lnSpc>
              <a:spcPct val="90000"/>
            </a:lnSpc>
            <a:spcBef>
              <a:spcPct val="0"/>
            </a:spcBef>
            <a:spcAft>
              <a:spcPct val="35000"/>
            </a:spcAft>
            <a:buNone/>
          </a:pPr>
          <a:r>
            <a:rPr lang="en-US" sz="2800" b="0" kern="1200" dirty="0">
              <a:solidFill>
                <a:schemeClr val="bg1"/>
              </a:solidFill>
              <a:latin typeface="Effra Light" panose="02000306080000020004"/>
            </a:rPr>
            <a:t>Oracle does not provide you the option of correcting a receipt once it’s been created. You must cancel the receipt and create a new one in its place.</a:t>
          </a:r>
        </a:p>
      </dsp:txBody>
      <dsp:txXfrm>
        <a:off x="3958" y="805012"/>
        <a:ext cx="8094339" cy="2732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99746-1727-43FB-A1DF-3D462F80C895}">
      <dsp:nvSpPr>
        <dsp:cNvPr id="0" name=""/>
        <dsp:cNvSpPr/>
      </dsp:nvSpPr>
      <dsp:spPr>
        <a:xfrm>
          <a:off x="3958" y="612509"/>
          <a:ext cx="8094339" cy="1404714"/>
        </a:xfrm>
        <a:prstGeom prst="rect">
          <a:avLst/>
        </a:prstGeom>
        <a:solidFill>
          <a:schemeClr val="tx2">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l" defTabSz="1244600">
            <a:lnSpc>
              <a:spcPct val="90000"/>
            </a:lnSpc>
            <a:spcBef>
              <a:spcPct val="0"/>
            </a:spcBef>
            <a:spcAft>
              <a:spcPct val="35000"/>
            </a:spcAft>
            <a:buNone/>
          </a:pPr>
          <a:r>
            <a:rPr lang="en-US" sz="2800" b="0" kern="1200" dirty="0">
              <a:solidFill>
                <a:schemeClr val="bg1"/>
              </a:solidFill>
              <a:latin typeface="Effra Light" panose="02000306080000020004"/>
            </a:rPr>
            <a:t>Oracle does not provide you the option of correcting a receipt once it’s been created. You must cancel the receipt and create a new one in its place.</a:t>
          </a:r>
        </a:p>
      </dsp:txBody>
      <dsp:txXfrm>
        <a:off x="3958" y="612509"/>
        <a:ext cx="8094339" cy="1404714"/>
      </dsp:txXfrm>
    </dsp:sp>
    <dsp:sp modelId="{E71EB36F-6686-4A76-AD0E-CC8C89052B0D}">
      <dsp:nvSpPr>
        <dsp:cNvPr id="0" name=""/>
        <dsp:cNvSpPr/>
      </dsp:nvSpPr>
      <dsp:spPr>
        <a:xfrm>
          <a:off x="379793" y="2470212"/>
          <a:ext cx="983838" cy="983838"/>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C46EE8-1653-4CDB-A454-E4F17528B5DA}">
      <dsp:nvSpPr>
        <dsp:cNvPr id="0" name=""/>
        <dsp:cNvSpPr/>
      </dsp:nvSpPr>
      <dsp:spPr>
        <a:xfrm>
          <a:off x="1422661" y="2194314"/>
          <a:ext cx="6299801" cy="1535633"/>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b="0" kern="1200" dirty="0">
              <a:solidFill>
                <a:srgbClr val="FF0000"/>
              </a:solidFill>
              <a:latin typeface="Effra Light" panose="02000306080000020004"/>
              <a:ea typeface="+mn-ea"/>
              <a:cs typeface="+mn-cs"/>
            </a:rPr>
            <a:t>False: Oracle provides you the option of correcting a receipt based on various changing business needs.</a:t>
          </a:r>
        </a:p>
      </dsp:txBody>
      <dsp:txXfrm>
        <a:off x="1422661" y="2194314"/>
        <a:ext cx="6299801" cy="15356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99746-1727-43FB-A1DF-3D462F80C895}">
      <dsp:nvSpPr>
        <dsp:cNvPr id="0" name=""/>
        <dsp:cNvSpPr/>
      </dsp:nvSpPr>
      <dsp:spPr>
        <a:xfrm>
          <a:off x="3111" y="6369"/>
          <a:ext cx="8096034" cy="739091"/>
        </a:xfrm>
        <a:prstGeom prst="rect">
          <a:avLst/>
        </a:prstGeom>
        <a:solidFill>
          <a:schemeClr val="tx2">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l" defTabSz="1066800">
            <a:lnSpc>
              <a:spcPct val="90000"/>
            </a:lnSpc>
            <a:spcBef>
              <a:spcPct val="0"/>
            </a:spcBef>
            <a:spcAft>
              <a:spcPct val="35000"/>
            </a:spcAft>
            <a:buNone/>
          </a:pPr>
          <a:r>
            <a:rPr lang="en-US" sz="2400" b="0" kern="1200" dirty="0">
              <a:solidFill>
                <a:schemeClr val="bg1"/>
              </a:solidFill>
              <a:latin typeface="Effra Light" panose="02000306080000020004"/>
            </a:rPr>
            <a:t>When is a receipt typically rejected and returned?</a:t>
          </a:r>
        </a:p>
      </dsp:txBody>
      <dsp:txXfrm>
        <a:off x="3111" y="6369"/>
        <a:ext cx="8096034" cy="739091"/>
      </dsp:txXfrm>
    </dsp:sp>
    <dsp:sp modelId="{E71EB36F-6686-4A76-AD0E-CC8C89052B0D}">
      <dsp:nvSpPr>
        <dsp:cNvPr id="0" name=""/>
        <dsp:cNvSpPr/>
      </dsp:nvSpPr>
      <dsp:spPr>
        <a:xfrm>
          <a:off x="1099818" y="887820"/>
          <a:ext cx="790887" cy="79088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C46EE8-1653-4CDB-A454-E4F17528B5DA}">
      <dsp:nvSpPr>
        <dsp:cNvPr id="0" name=""/>
        <dsp:cNvSpPr/>
      </dsp:nvSpPr>
      <dsp:spPr>
        <a:xfrm>
          <a:off x="1938158" y="887820"/>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latin typeface="Effra Light" panose="02000306080000020004"/>
            </a:rPr>
            <a:t>When it is en route to the warehouse</a:t>
          </a:r>
        </a:p>
      </dsp:txBody>
      <dsp:txXfrm>
        <a:off x="1938158" y="887820"/>
        <a:ext cx="5064280" cy="790887"/>
      </dsp:txXfrm>
    </dsp:sp>
    <dsp:sp modelId="{3583B8EE-7FD2-4410-A547-4B7883486BDD}">
      <dsp:nvSpPr>
        <dsp:cNvPr id="0" name=""/>
        <dsp:cNvSpPr/>
      </dsp:nvSpPr>
      <dsp:spPr>
        <a:xfrm>
          <a:off x="1099818" y="1773614"/>
          <a:ext cx="790887" cy="79088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2B8922-0039-466B-89B6-499FD69E071B}">
      <dsp:nvSpPr>
        <dsp:cNvPr id="0" name=""/>
        <dsp:cNvSpPr/>
      </dsp:nvSpPr>
      <dsp:spPr>
        <a:xfrm>
          <a:off x="1938158" y="1773614"/>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latin typeface="Effra Light" panose="02000306080000020004"/>
              <a:ea typeface="+mn-ea"/>
              <a:cs typeface="+mn-cs"/>
            </a:rPr>
            <a:t>During inspection</a:t>
          </a:r>
        </a:p>
      </dsp:txBody>
      <dsp:txXfrm>
        <a:off x="1938158" y="1773614"/>
        <a:ext cx="5064280" cy="790887"/>
      </dsp:txXfrm>
    </dsp:sp>
    <dsp:sp modelId="{126BBA00-8A1A-44FF-BD23-DDFE94827E1B}">
      <dsp:nvSpPr>
        <dsp:cNvPr id="0" name=""/>
        <dsp:cNvSpPr/>
      </dsp:nvSpPr>
      <dsp:spPr>
        <a:xfrm>
          <a:off x="1099818" y="2659408"/>
          <a:ext cx="790887" cy="79088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DB9D0A-5FF2-4DEE-8125-F4700390A01C}">
      <dsp:nvSpPr>
        <dsp:cNvPr id="0" name=""/>
        <dsp:cNvSpPr/>
      </dsp:nvSpPr>
      <dsp:spPr>
        <a:xfrm>
          <a:off x="1938158" y="2659408"/>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b="0" kern="1200" dirty="0">
              <a:solidFill>
                <a:schemeClr val="bg2"/>
              </a:solidFill>
              <a:latin typeface="Effra Light" panose="02000306080000020004"/>
            </a:rPr>
            <a:t>After it has been received</a:t>
          </a:r>
        </a:p>
      </dsp:txBody>
      <dsp:txXfrm>
        <a:off x="1938158" y="2659408"/>
        <a:ext cx="5064280" cy="790887"/>
      </dsp:txXfrm>
    </dsp:sp>
    <dsp:sp modelId="{A92732D7-674B-4BDA-87BF-FC293078597F}">
      <dsp:nvSpPr>
        <dsp:cNvPr id="0" name=""/>
        <dsp:cNvSpPr/>
      </dsp:nvSpPr>
      <dsp:spPr>
        <a:xfrm>
          <a:off x="1099818" y="3545201"/>
          <a:ext cx="790887" cy="790887"/>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9F295-4B1E-44B4-9050-5D0CFA35E852}">
      <dsp:nvSpPr>
        <dsp:cNvPr id="0" name=""/>
        <dsp:cNvSpPr/>
      </dsp:nvSpPr>
      <dsp:spPr>
        <a:xfrm>
          <a:off x="1938158" y="3545201"/>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latin typeface="Effra Light" panose="02000306080000020004"/>
            </a:rPr>
            <a:t>Prior to being shipped from the supplier location</a:t>
          </a:r>
        </a:p>
      </dsp:txBody>
      <dsp:txXfrm>
        <a:off x="1938158" y="3545201"/>
        <a:ext cx="5064280" cy="7908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E99746-1727-43FB-A1DF-3D462F80C895}">
      <dsp:nvSpPr>
        <dsp:cNvPr id="0" name=""/>
        <dsp:cNvSpPr/>
      </dsp:nvSpPr>
      <dsp:spPr>
        <a:xfrm>
          <a:off x="3111" y="6369"/>
          <a:ext cx="8096034" cy="739091"/>
        </a:xfrm>
        <a:prstGeom prst="rect">
          <a:avLst/>
        </a:prstGeom>
        <a:solidFill>
          <a:schemeClr val="tx2">
            <a:lumMod val="5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l" defTabSz="1066800">
            <a:lnSpc>
              <a:spcPct val="90000"/>
            </a:lnSpc>
            <a:spcBef>
              <a:spcPct val="0"/>
            </a:spcBef>
            <a:spcAft>
              <a:spcPct val="35000"/>
            </a:spcAft>
            <a:buNone/>
          </a:pPr>
          <a:r>
            <a:rPr lang="en-US" sz="2400" b="0" kern="1200" dirty="0">
              <a:solidFill>
                <a:schemeClr val="bg1"/>
              </a:solidFill>
              <a:latin typeface="Effra Light" panose="02000306080000020004"/>
            </a:rPr>
            <a:t>When is a receipt typically rejected and returned?</a:t>
          </a:r>
        </a:p>
      </dsp:txBody>
      <dsp:txXfrm>
        <a:off x="3111" y="6369"/>
        <a:ext cx="8096034" cy="739091"/>
      </dsp:txXfrm>
    </dsp:sp>
    <dsp:sp modelId="{E71EB36F-6686-4A76-AD0E-CC8C89052B0D}">
      <dsp:nvSpPr>
        <dsp:cNvPr id="0" name=""/>
        <dsp:cNvSpPr/>
      </dsp:nvSpPr>
      <dsp:spPr>
        <a:xfrm>
          <a:off x="1099818" y="887820"/>
          <a:ext cx="790887" cy="79088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C46EE8-1653-4CDB-A454-E4F17528B5DA}">
      <dsp:nvSpPr>
        <dsp:cNvPr id="0" name=""/>
        <dsp:cNvSpPr/>
      </dsp:nvSpPr>
      <dsp:spPr>
        <a:xfrm>
          <a:off x="1938158" y="887820"/>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latin typeface="Effra Light" panose="02000306080000020004"/>
            </a:rPr>
            <a:t>When it is en route to the warehouse</a:t>
          </a:r>
        </a:p>
      </dsp:txBody>
      <dsp:txXfrm>
        <a:off x="1938158" y="887820"/>
        <a:ext cx="5064280" cy="790887"/>
      </dsp:txXfrm>
    </dsp:sp>
    <dsp:sp modelId="{3583B8EE-7FD2-4410-A547-4B7883486BDD}">
      <dsp:nvSpPr>
        <dsp:cNvPr id="0" name=""/>
        <dsp:cNvSpPr/>
      </dsp:nvSpPr>
      <dsp:spPr>
        <a:xfrm>
          <a:off x="1099818" y="1773614"/>
          <a:ext cx="790887" cy="79088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2B8922-0039-466B-89B6-499FD69E071B}">
      <dsp:nvSpPr>
        <dsp:cNvPr id="0" name=""/>
        <dsp:cNvSpPr/>
      </dsp:nvSpPr>
      <dsp:spPr>
        <a:xfrm>
          <a:off x="1938158" y="1773614"/>
          <a:ext cx="5064280" cy="790887"/>
        </a:xfrm>
        <a:prstGeom prst="rect">
          <a:avLst/>
        </a:prstGeom>
        <a:solidFill>
          <a:srgbClr val="0070C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b="1" kern="1200" dirty="0">
              <a:solidFill>
                <a:srgbClr val="FFFFFF"/>
              </a:solidFill>
              <a:latin typeface="Effra Light" panose="02000306080000020004"/>
              <a:ea typeface="+mn-ea"/>
              <a:cs typeface="+mn-cs"/>
            </a:rPr>
            <a:t>During</a:t>
          </a:r>
          <a:r>
            <a:rPr lang="en-US" sz="2400" kern="1200" dirty="0">
              <a:solidFill>
                <a:schemeClr val="bg2"/>
              </a:solidFill>
              <a:latin typeface="Effra Light" panose="02000306080000020004"/>
              <a:ea typeface="+mn-ea"/>
              <a:cs typeface="+mn-cs"/>
            </a:rPr>
            <a:t> </a:t>
          </a:r>
          <a:r>
            <a:rPr lang="en-US" sz="2400" b="1" kern="1200" dirty="0">
              <a:solidFill>
                <a:srgbClr val="FFFFFF"/>
              </a:solidFill>
              <a:latin typeface="Effra Light" panose="02000306080000020004"/>
              <a:ea typeface="+mn-ea"/>
              <a:cs typeface="+mn-cs"/>
            </a:rPr>
            <a:t>inspection</a:t>
          </a:r>
        </a:p>
      </dsp:txBody>
      <dsp:txXfrm>
        <a:off x="1938158" y="1773614"/>
        <a:ext cx="5064280" cy="790887"/>
      </dsp:txXfrm>
    </dsp:sp>
    <dsp:sp modelId="{126BBA00-8A1A-44FF-BD23-DDFE94827E1B}">
      <dsp:nvSpPr>
        <dsp:cNvPr id="0" name=""/>
        <dsp:cNvSpPr/>
      </dsp:nvSpPr>
      <dsp:spPr>
        <a:xfrm>
          <a:off x="1099818" y="2659408"/>
          <a:ext cx="790887" cy="79088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DB9D0A-5FF2-4DEE-8125-F4700390A01C}">
      <dsp:nvSpPr>
        <dsp:cNvPr id="0" name=""/>
        <dsp:cNvSpPr/>
      </dsp:nvSpPr>
      <dsp:spPr>
        <a:xfrm>
          <a:off x="1938158" y="2659408"/>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b="0" kern="1200" dirty="0">
              <a:solidFill>
                <a:schemeClr val="bg2"/>
              </a:solidFill>
              <a:latin typeface="Effra Light" panose="02000306080000020004"/>
            </a:rPr>
            <a:t>After it has been received</a:t>
          </a:r>
        </a:p>
      </dsp:txBody>
      <dsp:txXfrm>
        <a:off x="1938158" y="2659408"/>
        <a:ext cx="5064280" cy="790887"/>
      </dsp:txXfrm>
    </dsp:sp>
    <dsp:sp modelId="{A92732D7-674B-4BDA-87BF-FC293078597F}">
      <dsp:nvSpPr>
        <dsp:cNvPr id="0" name=""/>
        <dsp:cNvSpPr/>
      </dsp:nvSpPr>
      <dsp:spPr>
        <a:xfrm>
          <a:off x="1099818" y="3545201"/>
          <a:ext cx="790887" cy="790887"/>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B9F295-4B1E-44B4-9050-5D0CFA35E852}">
      <dsp:nvSpPr>
        <dsp:cNvPr id="0" name=""/>
        <dsp:cNvSpPr/>
      </dsp:nvSpPr>
      <dsp:spPr>
        <a:xfrm>
          <a:off x="1938158" y="3545201"/>
          <a:ext cx="5064280" cy="790887"/>
        </a:xfrm>
        <a:prstGeom prst="rect">
          <a:avLst/>
        </a:prstGeom>
        <a:solidFill>
          <a:schemeClr val="accent1">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bg2"/>
              </a:solidFill>
              <a:latin typeface="Effra Light" panose="02000306080000020004"/>
            </a:rPr>
            <a:t>Prior to being shipped from the supplier location</a:t>
          </a:r>
        </a:p>
      </dsp:txBody>
      <dsp:txXfrm>
        <a:off x="1938158" y="3545201"/>
        <a:ext cx="5064280" cy="790887"/>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4C8BEB-EF9A-4310-883A-66FB0A10E5D2}"/>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a:extLst>
              <a:ext uri="{FF2B5EF4-FFF2-40B4-BE49-F238E27FC236}">
                <a16:creationId xmlns:a16="http://schemas.microsoft.com/office/drawing/2014/main" id="{9495E3DF-A5EA-4961-81ED-C6ED5A31840C}"/>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821E2059-93F7-4E90-AF03-79F9E91E2EEF}" type="datetimeFigureOut">
              <a:rPr lang="en-US" smtClean="0"/>
              <a:t>12/15/2020</a:t>
            </a:fld>
            <a:endParaRPr lang="en-US"/>
          </a:p>
        </p:txBody>
      </p:sp>
      <p:sp>
        <p:nvSpPr>
          <p:cNvPr id="4" name="Footer Placeholder 3">
            <a:extLst>
              <a:ext uri="{FF2B5EF4-FFF2-40B4-BE49-F238E27FC236}">
                <a16:creationId xmlns:a16="http://schemas.microsoft.com/office/drawing/2014/main" id="{F89266FD-1448-4B07-9CF1-0228ECFBE8AE}"/>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AAD7BEB-B3FB-42FF-B19A-388B6DC61B57}"/>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54F2E3AF-5E13-406E-A345-4A7FDE88F20F}" type="slidenum">
              <a:rPr lang="en-US" smtClean="0"/>
              <a:t>‹#›</a:t>
            </a:fld>
            <a:endParaRPr lang="en-US"/>
          </a:p>
        </p:txBody>
      </p:sp>
    </p:spTree>
    <p:extLst>
      <p:ext uri="{BB962C8B-B14F-4D97-AF65-F5344CB8AC3E}">
        <p14:creationId xmlns:p14="http://schemas.microsoft.com/office/powerpoint/2010/main" val="28432950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E082E134-EDDB-4886-844C-6B3C819FC53B}" type="datetimeFigureOut">
              <a:rPr lang="en-US" smtClean="0"/>
              <a:t>12/15/2020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BC900504-28B3-4D9B-A765-EAC3BCDFB64C}" type="slidenum">
              <a:rPr lang="en-US" smtClean="0"/>
              <a:t>‹#›</a:t>
            </a:fld>
            <a:endParaRPr lang="en-US"/>
          </a:p>
        </p:txBody>
      </p:sp>
    </p:spTree>
    <p:extLst>
      <p:ext uri="{BB962C8B-B14F-4D97-AF65-F5344CB8AC3E}">
        <p14:creationId xmlns:p14="http://schemas.microsoft.com/office/powerpoint/2010/main" val="335721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7F281E5C-5893-447D-B4EA-BB156D5D98B7}" type="slidenum">
              <a:rPr lang="en-US"/>
              <a:pPr/>
              <a:t>3</a:t>
            </a:fld>
            <a:endParaRPr lang="en-US" dirty="0"/>
          </a:p>
        </p:txBody>
      </p:sp>
      <p:sp>
        <p:nvSpPr>
          <p:cNvPr id="44035" name="Rectangle 2"/>
          <p:cNvSpPr>
            <a:spLocks noGrp="1" noRot="1" noChangeAspect="1" noChangeArrowheads="1" noTextEdit="1"/>
          </p:cNvSpPr>
          <p:nvPr>
            <p:ph type="sldImg"/>
          </p:nvPr>
        </p:nvSpPr>
        <p:spPr>
          <a:xfrm>
            <a:off x="268288" y="696913"/>
            <a:ext cx="6473825" cy="3641725"/>
          </a:xfrm>
          <a:ln/>
        </p:spPr>
      </p:sp>
      <p:sp>
        <p:nvSpPr>
          <p:cNvPr id="44036" name="Rectangle 3"/>
          <p:cNvSpPr>
            <a:spLocks noGrp="1" noChangeArrowheads="1"/>
          </p:cNvSpPr>
          <p:nvPr>
            <p:ph type="body" idx="1"/>
          </p:nvPr>
        </p:nvSpPr>
        <p:spPr>
          <a:noFill/>
        </p:spPr>
        <p:txBody>
          <a:bodyPr/>
          <a:lstStyle/>
          <a:p>
            <a:endParaRPr lang="en-US" dirty="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9B3CE070-D409-4F73-A4B7-67003AFF4DE7}" type="slidenum">
              <a:rPr lang="en-US"/>
              <a:pPr/>
              <a:t>4</a:t>
            </a:fld>
            <a:endParaRPr lang="en-US" dirty="0"/>
          </a:p>
        </p:txBody>
      </p:sp>
      <p:sp>
        <p:nvSpPr>
          <p:cNvPr id="45059" name="Rectangle 2"/>
          <p:cNvSpPr>
            <a:spLocks noGrp="1" noRot="1" noChangeAspect="1" noChangeArrowheads="1" noTextEdit="1"/>
          </p:cNvSpPr>
          <p:nvPr>
            <p:ph type="sldImg"/>
          </p:nvPr>
        </p:nvSpPr>
        <p:spPr>
          <a:xfrm>
            <a:off x="268288" y="696913"/>
            <a:ext cx="6473825" cy="3641725"/>
          </a:xfrm>
          <a:ln/>
        </p:spPr>
      </p:sp>
      <p:sp>
        <p:nvSpPr>
          <p:cNvPr id="45060" name="Rectangle 3"/>
          <p:cNvSpPr>
            <a:spLocks noGrp="1" noChangeArrowheads="1"/>
          </p:cNvSpPr>
          <p:nvPr>
            <p:ph type="body" idx="1"/>
          </p:nvPr>
        </p:nvSpPr>
        <p:spPr>
          <a:noFill/>
        </p:spPr>
        <p:txBody>
          <a:bodyPr/>
          <a:lstStyle/>
          <a:p>
            <a:endParaRPr lang="en-US" dirty="0">
              <a:latin typeface="Arial" pitchFamily="34" charset="0"/>
              <a:cs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F85BB17-253D-42DC-84FF-482C48772D45}"/>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CCCD8714-A60D-4B25-AB11-6EEA95C53B40}"/>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67FDE12A-1B2D-4F37-81EC-D19B05A12F86}"/>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BE816E26-F953-4404-86BC-46739BEB410B}"/>
              </a:ext>
            </a:extLst>
          </p:cNvPr>
          <p:cNvSpPr>
            <a:spLocks noGrp="1" noChangeArrowheads="1"/>
          </p:cNvSpPr>
          <p:nvPr>
            <p:ph type="sldNum" sz="quarter" idx="5"/>
          </p:nvPr>
        </p:nvSpPr>
        <p:spPr/>
        <p:txBody>
          <a:bodyPr/>
          <a:lstStyle/>
          <a:p>
            <a:pPr>
              <a:defRPr/>
            </a:pPr>
            <a:fld id="{37D3AD9B-E420-40B7-BE89-2D6E54B75D27}" type="slidenum">
              <a:rPr lang="en-US" altLang="en-US"/>
              <a:pPr>
                <a:defRPr/>
              </a:pPr>
              <a:t>6</a:t>
            </a:fld>
            <a:r>
              <a:rPr lang="en-US" altLang="en-US"/>
              <a:t> of 26</a:t>
            </a:r>
          </a:p>
        </p:txBody>
      </p:sp>
      <p:sp>
        <p:nvSpPr>
          <p:cNvPr id="8198" name="Rectangle 2">
            <a:extLst>
              <a:ext uri="{FF2B5EF4-FFF2-40B4-BE49-F238E27FC236}">
                <a16:creationId xmlns:a16="http://schemas.microsoft.com/office/drawing/2014/main" id="{CF2BCD22-6A9B-47D2-8A39-AD298B30224F}"/>
              </a:ext>
            </a:extLst>
          </p:cNvPr>
          <p:cNvSpPr>
            <a:spLocks noGrp="1" noRot="1" noChangeAspect="1" noChangeArrowheads="1" noTextEdit="1"/>
          </p:cNvSpPr>
          <p:nvPr>
            <p:ph type="sldImg"/>
          </p:nvPr>
        </p:nvSpPr>
        <p:spPr>
          <a:ln/>
        </p:spPr>
      </p:sp>
      <p:sp>
        <p:nvSpPr>
          <p:cNvPr id="8199" name="Rectangle 3">
            <a:extLst>
              <a:ext uri="{FF2B5EF4-FFF2-40B4-BE49-F238E27FC236}">
                <a16:creationId xmlns:a16="http://schemas.microsoft.com/office/drawing/2014/main" id="{9722B723-912D-4A13-B3E9-B9BDCE26C787}"/>
              </a:ext>
            </a:extLst>
          </p:cNvPr>
          <p:cNvSpPr>
            <a:spLocks noGrp="1" noChangeArrowheads="1"/>
          </p:cNvSpPr>
          <p:nvPr>
            <p:ph type="body" idx="1"/>
          </p:nvPr>
        </p:nvSpPr>
        <p:spPr>
          <a:noFill/>
        </p:spPr>
        <p:txBody>
          <a:bodyPr/>
          <a:lstStyle/>
          <a:p>
            <a:pPr marL="228600" indent="-228600">
              <a:buSzPct val="225000"/>
              <a:buFont typeface="Wingdings" panose="05000000000000000000" pitchFamily="2" charset="2"/>
              <a:buNone/>
            </a:pPr>
            <a:r>
              <a:rPr lang="en-US" altLang="en-US" dirty="0"/>
              <a:t>Bullet Reference</a:t>
            </a:r>
          </a:p>
          <a:p>
            <a:pPr marL="228600" indent="-228600">
              <a:buSzPct val="200000"/>
              <a:buFont typeface="Wingdings" panose="05000000000000000000" pitchFamily="2" charset="2"/>
              <a:buBlip>
                <a:blip r:embed="rId3"/>
              </a:buBlip>
            </a:pPr>
            <a:r>
              <a:rPr lang="en-US" altLang="en-US" dirty="0"/>
              <a:t>  Specific points of interest</a:t>
            </a:r>
          </a:p>
          <a:p>
            <a:pPr marL="228600" indent="-228600">
              <a:buSzPct val="200000"/>
              <a:buFont typeface="Wingdings" panose="05000000000000000000" pitchFamily="2" charset="2"/>
              <a:buBlip>
                <a:blip r:embed="rId4"/>
              </a:buBlip>
            </a:pPr>
            <a:r>
              <a:rPr lang="en-US" altLang="en-US" dirty="0"/>
              <a:t>  Questions to ask the class </a:t>
            </a:r>
          </a:p>
          <a:p>
            <a:pPr marL="228600" indent="-228600">
              <a:buSzPct val="200000"/>
              <a:buFont typeface="Wingdings" panose="05000000000000000000" pitchFamily="2" charset="2"/>
              <a:buBlip>
                <a:blip r:embed="rId5"/>
              </a:buBlip>
            </a:pPr>
            <a:r>
              <a:rPr lang="en-US" altLang="en-US" dirty="0"/>
              <a:t>  Example</a:t>
            </a:r>
          </a:p>
          <a:p>
            <a:pPr marL="228600" indent="-228600">
              <a:buSzPct val="200000"/>
              <a:buFont typeface="Wingdings" panose="05000000000000000000" pitchFamily="2" charset="2"/>
              <a:buBlip>
                <a:blip r:embed="rId6"/>
              </a:buBlip>
            </a:pPr>
            <a:r>
              <a:rPr lang="en-US" altLang="en-US" dirty="0"/>
              <a:t>  Reminders for Instructor</a:t>
            </a:r>
          </a:p>
          <a:p>
            <a:pPr marL="228600" indent="-228600">
              <a:buSzPct val="200000"/>
              <a:buFont typeface="Wingdings" panose="05000000000000000000" pitchFamily="2" charset="2"/>
              <a:buNone/>
            </a:pPr>
            <a:endParaRPr lang="en-US" altLang="en-US" dirty="0"/>
          </a:p>
          <a:p>
            <a:pPr marL="228600" indent="-228600">
              <a:buSzPct val="200000"/>
              <a:buFont typeface="Wingdings" panose="05000000000000000000" pitchFamily="2" charset="2"/>
              <a:buBlip>
                <a:blip r:embed="rId4"/>
              </a:buBlip>
            </a:pPr>
            <a:r>
              <a:rPr lang="en-US" altLang="en-US" dirty="0">
                <a:solidFill>
                  <a:srgbClr val="000000"/>
                </a:solidFill>
                <a:cs typeface="Times New Roman" panose="02020603050405020304" pitchFamily="18" charset="0"/>
              </a:rPr>
              <a:t> Ask participants to introduce themselves and talk about their general experience in the </a:t>
            </a:r>
            <a:r>
              <a:rPr lang="en-US" altLang="en-US" dirty="0" err="1">
                <a:solidFill>
                  <a:srgbClr val="000000"/>
                </a:solidFill>
                <a:cs typeface="Times New Roman" panose="02020603050405020304" pitchFamily="18" charset="0"/>
              </a:rPr>
              <a:t>xxxx</a:t>
            </a:r>
            <a:r>
              <a:rPr lang="en-US" altLang="en-US" dirty="0">
                <a:solidFill>
                  <a:srgbClr val="000000"/>
                </a:solidFill>
                <a:cs typeface="Times New Roman" panose="02020603050405020304" pitchFamily="18" charset="0"/>
              </a:rPr>
              <a:t> area. (Include this note only in overview units - and delete this sentence)</a:t>
            </a:r>
            <a:r>
              <a:rPr lang="en-US" altLang="en-US" dirty="0"/>
              <a:t> </a:t>
            </a:r>
          </a:p>
          <a:p>
            <a:pPr marL="228600" indent="-228600">
              <a:buSzPct val="200000"/>
              <a:buFont typeface="Wingdings" panose="05000000000000000000" pitchFamily="2" charset="2"/>
              <a:buBlip>
                <a:blip r:embed="rId4"/>
              </a:buBlip>
            </a:pPr>
            <a:r>
              <a:rPr lang="en-US" altLang="en-US" dirty="0">
                <a:solidFill>
                  <a:srgbClr val="000000"/>
                </a:solidFill>
                <a:cs typeface="Times New Roman" panose="02020603050405020304" pitchFamily="18" charset="0"/>
              </a:rPr>
              <a:t> Ask if there are any questions before you get started.</a:t>
            </a:r>
            <a:r>
              <a:rPr lang="en-US" altLang="en-US" dirty="0"/>
              <a:t> </a:t>
            </a:r>
          </a:p>
          <a:p>
            <a:pPr marL="228600" indent="-228600">
              <a:buSzPct val="200000"/>
              <a:buFont typeface="Wingdings" panose="05000000000000000000" pitchFamily="2" charset="2"/>
              <a:buBlip>
                <a:blip r:embed="rId3"/>
              </a:buBlip>
            </a:pPr>
            <a:r>
              <a:rPr lang="en-US" altLang="en-US" dirty="0">
                <a:solidFill>
                  <a:srgbClr val="000000"/>
                </a:solidFill>
                <a:cs typeface="Times New Roman" panose="02020603050405020304" pitchFamily="18" charset="0"/>
              </a:rPr>
              <a:t> Some quick references listed may not be demonstrated in class, but are included in the Quick Reference Notebook.</a:t>
            </a:r>
            <a:r>
              <a:rPr lang="en-US" altLang="en-US" dirty="0"/>
              <a:t> </a:t>
            </a:r>
            <a:r>
              <a:rPr lang="en-US" altLang="en-US" dirty="0">
                <a:solidFill>
                  <a:srgbClr val="000000"/>
                </a:solidFill>
                <a:cs typeface="Times New Roman" panose="02020603050405020304" pitchFamily="18" charset="0"/>
              </a:rPr>
              <a:t>(Include this note only in overview units - and delete this sentence)</a:t>
            </a:r>
          </a:p>
        </p:txBody>
      </p:sp>
    </p:spTree>
    <p:extLst>
      <p:ext uri="{BB962C8B-B14F-4D97-AF65-F5344CB8AC3E}">
        <p14:creationId xmlns:p14="http://schemas.microsoft.com/office/powerpoint/2010/main" val="3705489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a:solidFill>
                  <a:schemeClr val="tx1"/>
                </a:solidFill>
                <a:latin typeface="Arial" pitchFamily="34" charset="0"/>
                <a:cs typeface="Arial" pitchFamily="34" charset="0"/>
              </a:defRPr>
            </a:lvl1pPr>
            <a:lvl2pPr marL="742950" indent="-285750" defTabSz="931863" eaLnBrk="0" hangingPunct="0">
              <a:defRPr>
                <a:solidFill>
                  <a:schemeClr val="tx1"/>
                </a:solidFill>
                <a:latin typeface="Arial" pitchFamily="34" charset="0"/>
                <a:cs typeface="Arial" pitchFamily="34" charset="0"/>
              </a:defRPr>
            </a:lvl2pPr>
            <a:lvl3pPr marL="1143000" indent="-228600" defTabSz="931863" eaLnBrk="0" hangingPunct="0">
              <a:defRPr>
                <a:solidFill>
                  <a:schemeClr val="tx1"/>
                </a:solidFill>
                <a:latin typeface="Arial" pitchFamily="34" charset="0"/>
                <a:cs typeface="Arial" pitchFamily="34" charset="0"/>
              </a:defRPr>
            </a:lvl3pPr>
            <a:lvl4pPr marL="1600200" indent="-228600" defTabSz="931863" eaLnBrk="0" hangingPunct="0">
              <a:defRPr>
                <a:solidFill>
                  <a:schemeClr val="tx1"/>
                </a:solidFill>
                <a:latin typeface="Arial" pitchFamily="34" charset="0"/>
                <a:cs typeface="Arial" pitchFamily="34" charset="0"/>
              </a:defRPr>
            </a:lvl4pPr>
            <a:lvl5pPr marL="2057400" indent="-228600" defTabSz="931863" eaLnBrk="0" hangingPunct="0">
              <a:defRPr>
                <a:solidFill>
                  <a:schemeClr val="tx1"/>
                </a:solidFill>
                <a:latin typeface="Arial" pitchFamily="34" charset="0"/>
                <a:cs typeface="Arial" pitchFamily="34" charset="0"/>
              </a:defRPr>
            </a:lvl5pPr>
            <a:lvl6pPr marL="2514600" indent="-228600" defTabSz="931863"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931863"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931863"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931863"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9A4228E2-C66C-4B6E-8490-85687C653602}" type="slidenum">
              <a:rPr lang="en-US" smtClean="0"/>
              <a:pPr eaLnBrk="1" hangingPunct="1"/>
              <a:t>9</a:t>
            </a:fld>
            <a:endParaRPr lang="en-US"/>
          </a:p>
        </p:txBody>
      </p:sp>
      <p:sp>
        <p:nvSpPr>
          <p:cNvPr id="47107" name="Rectangle 2"/>
          <p:cNvSpPr>
            <a:spLocks noGrp="1" noRot="1" noChangeAspect="1" noChangeArrowheads="1" noTextEdit="1"/>
          </p:cNvSpPr>
          <p:nvPr>
            <p:ph type="sldImg"/>
          </p:nvPr>
        </p:nvSpPr>
        <p:spPr bwMode="auto">
          <a:xfrm>
            <a:off x="106363" y="763588"/>
            <a:ext cx="6556375" cy="36893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a:xfrm>
            <a:off x="534988" y="4960938"/>
            <a:ext cx="5889625" cy="3511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46035" rIns="0" bIns="46035"/>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F85BB17-253D-42DC-84FF-482C48772D45}"/>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CCCD8714-A60D-4B25-AB11-6EEA95C53B40}"/>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67FDE12A-1B2D-4F37-81EC-D19B05A12F86}"/>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BE816E26-F953-4404-86BC-46739BEB410B}"/>
              </a:ext>
            </a:extLst>
          </p:cNvPr>
          <p:cNvSpPr>
            <a:spLocks noGrp="1" noChangeArrowheads="1"/>
          </p:cNvSpPr>
          <p:nvPr>
            <p:ph type="sldNum" sz="quarter" idx="5"/>
          </p:nvPr>
        </p:nvSpPr>
        <p:spPr/>
        <p:txBody>
          <a:bodyPr/>
          <a:lstStyle/>
          <a:p>
            <a:pPr>
              <a:defRPr/>
            </a:pPr>
            <a:fld id="{37D3AD9B-E420-40B7-BE89-2D6E54B75D27}" type="slidenum">
              <a:rPr lang="en-US" altLang="en-US"/>
              <a:pPr>
                <a:defRPr/>
              </a:pPr>
              <a:t>11</a:t>
            </a:fld>
            <a:r>
              <a:rPr lang="en-US" altLang="en-US"/>
              <a:t> of 26</a:t>
            </a:r>
          </a:p>
        </p:txBody>
      </p:sp>
      <p:sp>
        <p:nvSpPr>
          <p:cNvPr id="8198" name="Rectangle 2">
            <a:extLst>
              <a:ext uri="{FF2B5EF4-FFF2-40B4-BE49-F238E27FC236}">
                <a16:creationId xmlns:a16="http://schemas.microsoft.com/office/drawing/2014/main" id="{CF2BCD22-6A9B-47D2-8A39-AD298B30224F}"/>
              </a:ext>
            </a:extLst>
          </p:cNvPr>
          <p:cNvSpPr>
            <a:spLocks noGrp="1" noRot="1" noChangeAspect="1" noChangeArrowheads="1" noTextEdit="1"/>
          </p:cNvSpPr>
          <p:nvPr>
            <p:ph type="sldImg"/>
          </p:nvPr>
        </p:nvSpPr>
        <p:spPr>
          <a:ln/>
        </p:spPr>
      </p:sp>
      <p:sp>
        <p:nvSpPr>
          <p:cNvPr id="8199" name="Rectangle 3">
            <a:extLst>
              <a:ext uri="{FF2B5EF4-FFF2-40B4-BE49-F238E27FC236}">
                <a16:creationId xmlns:a16="http://schemas.microsoft.com/office/drawing/2014/main" id="{9722B723-912D-4A13-B3E9-B9BDCE26C787}"/>
              </a:ext>
            </a:extLst>
          </p:cNvPr>
          <p:cNvSpPr>
            <a:spLocks noGrp="1" noChangeArrowheads="1"/>
          </p:cNvSpPr>
          <p:nvPr>
            <p:ph type="body" idx="1"/>
          </p:nvPr>
        </p:nvSpPr>
        <p:spPr>
          <a:noFill/>
        </p:spPr>
        <p:txBody>
          <a:bodyPr/>
          <a:lstStyle/>
          <a:p>
            <a:pPr marL="228600" indent="-228600">
              <a:buSzPct val="225000"/>
              <a:buFont typeface="Wingdings" panose="05000000000000000000" pitchFamily="2" charset="2"/>
              <a:buNone/>
            </a:pPr>
            <a:r>
              <a:rPr lang="en-US" altLang="en-US"/>
              <a:t>Bullet Reference</a:t>
            </a:r>
          </a:p>
          <a:p>
            <a:pPr marL="228600" indent="-228600">
              <a:buSzPct val="200000"/>
              <a:buFont typeface="Wingdings" panose="05000000000000000000" pitchFamily="2" charset="2"/>
              <a:buBlip>
                <a:blip r:embed="rId3"/>
              </a:buBlip>
            </a:pPr>
            <a:r>
              <a:rPr lang="en-US" altLang="en-US"/>
              <a:t>  Specific points of interest</a:t>
            </a:r>
          </a:p>
          <a:p>
            <a:pPr marL="228600" indent="-228600">
              <a:buSzPct val="200000"/>
              <a:buFont typeface="Wingdings" panose="05000000000000000000" pitchFamily="2" charset="2"/>
              <a:buBlip>
                <a:blip r:embed="rId4"/>
              </a:buBlip>
            </a:pPr>
            <a:r>
              <a:rPr lang="en-US" altLang="en-US"/>
              <a:t>  Questions to ask the class </a:t>
            </a:r>
          </a:p>
          <a:p>
            <a:pPr marL="228600" indent="-228600">
              <a:buSzPct val="200000"/>
              <a:buFont typeface="Wingdings" panose="05000000000000000000" pitchFamily="2" charset="2"/>
              <a:buBlip>
                <a:blip r:embed="rId5"/>
              </a:buBlip>
            </a:pPr>
            <a:r>
              <a:rPr lang="en-US" altLang="en-US"/>
              <a:t>  Example</a:t>
            </a:r>
          </a:p>
          <a:p>
            <a:pPr marL="228600" indent="-228600">
              <a:buSzPct val="200000"/>
              <a:buFont typeface="Wingdings" panose="05000000000000000000" pitchFamily="2" charset="2"/>
              <a:buBlip>
                <a:blip r:embed="rId6"/>
              </a:buBlip>
            </a:pPr>
            <a:r>
              <a:rPr lang="en-US" altLang="en-US"/>
              <a:t>  Reminders for Instructor</a:t>
            </a:r>
          </a:p>
          <a:p>
            <a:pPr marL="228600" indent="-228600">
              <a:buSzPct val="200000"/>
              <a:buFont typeface="Wingdings" panose="05000000000000000000" pitchFamily="2" charset="2"/>
              <a:buNone/>
            </a:pPr>
            <a:endParaRPr lang="en-US" altLang="en-US"/>
          </a:p>
          <a:p>
            <a:pPr marL="228600" indent="-228600">
              <a:buSzPct val="200000"/>
              <a:buFont typeface="Wingdings" panose="05000000000000000000" pitchFamily="2" charset="2"/>
              <a:buBlip>
                <a:blip r:embed="rId4"/>
              </a:buBlip>
            </a:pPr>
            <a:r>
              <a:rPr lang="en-US" altLang="en-US">
                <a:solidFill>
                  <a:srgbClr val="000000"/>
                </a:solidFill>
                <a:cs typeface="Times New Roman" panose="02020603050405020304" pitchFamily="18" charset="0"/>
              </a:rPr>
              <a:t> Ask participants to introduce themselves and talk about their general experience in the </a:t>
            </a:r>
            <a:r>
              <a:rPr lang="en-US" altLang="en-US" err="1">
                <a:solidFill>
                  <a:srgbClr val="000000"/>
                </a:solidFill>
                <a:cs typeface="Times New Roman" panose="02020603050405020304" pitchFamily="18" charset="0"/>
              </a:rPr>
              <a:t>xxxx</a:t>
            </a:r>
            <a:r>
              <a:rPr lang="en-US" altLang="en-US">
                <a:solidFill>
                  <a:srgbClr val="000000"/>
                </a:solidFill>
                <a:cs typeface="Times New Roman" panose="02020603050405020304" pitchFamily="18" charset="0"/>
              </a:rPr>
              <a:t> area. (Include this note only in overview units - and delete this sentence)</a:t>
            </a:r>
            <a:r>
              <a:rPr lang="en-US" altLang="en-US"/>
              <a:t> </a:t>
            </a:r>
          </a:p>
          <a:p>
            <a:pPr marL="228600" indent="-228600">
              <a:buSzPct val="200000"/>
              <a:buFont typeface="Wingdings" panose="05000000000000000000" pitchFamily="2" charset="2"/>
              <a:buBlip>
                <a:blip r:embed="rId4"/>
              </a:buBlip>
            </a:pPr>
            <a:r>
              <a:rPr lang="en-US" altLang="en-US">
                <a:solidFill>
                  <a:srgbClr val="000000"/>
                </a:solidFill>
                <a:cs typeface="Times New Roman" panose="02020603050405020304" pitchFamily="18" charset="0"/>
              </a:rPr>
              <a:t> Ask if there are any questions before you get started.</a:t>
            </a:r>
            <a:r>
              <a:rPr lang="en-US" altLang="en-US"/>
              <a:t> </a:t>
            </a:r>
          </a:p>
          <a:p>
            <a:pPr marL="228600" indent="-228600">
              <a:buSzPct val="200000"/>
              <a:buFont typeface="Wingdings" panose="05000000000000000000" pitchFamily="2" charset="2"/>
              <a:buBlip>
                <a:blip r:embed="rId3"/>
              </a:buBlip>
            </a:pPr>
            <a:r>
              <a:rPr lang="en-US" altLang="en-US">
                <a:solidFill>
                  <a:srgbClr val="000000"/>
                </a:solidFill>
                <a:cs typeface="Times New Roman" panose="02020603050405020304" pitchFamily="18" charset="0"/>
              </a:rPr>
              <a:t> Some quick references listed may not be demonstrated in class, but are included in the Quick Reference Notebook.</a:t>
            </a:r>
            <a:r>
              <a:rPr lang="en-US" altLang="en-US"/>
              <a:t> </a:t>
            </a:r>
            <a:r>
              <a:rPr lang="en-US" altLang="en-US">
                <a:solidFill>
                  <a:srgbClr val="000000"/>
                </a:solidFill>
                <a:cs typeface="Times New Roman" panose="02020603050405020304" pitchFamily="18" charset="0"/>
              </a:rPr>
              <a:t>(Include this note only in overview units - and delete this sentence)</a:t>
            </a:r>
          </a:p>
        </p:txBody>
      </p:sp>
    </p:spTree>
    <p:extLst>
      <p:ext uri="{BB962C8B-B14F-4D97-AF65-F5344CB8AC3E}">
        <p14:creationId xmlns:p14="http://schemas.microsoft.com/office/powerpoint/2010/main" val="3483582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00504-28B3-4D9B-A765-EAC3BCDFB64C}" type="slidenum">
              <a:rPr lang="en-US" smtClean="0"/>
              <a:t>14</a:t>
            </a:fld>
            <a:endParaRPr lang="en-US"/>
          </a:p>
        </p:txBody>
      </p:sp>
    </p:spTree>
    <p:extLst>
      <p:ext uri="{BB962C8B-B14F-4D97-AF65-F5344CB8AC3E}">
        <p14:creationId xmlns:p14="http://schemas.microsoft.com/office/powerpoint/2010/main" val="8091656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D3E2874-7B3C-41C2-82B5-3E6485C39374}"/>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05A4349A-7387-4958-BEFE-D5031213FDDA}"/>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0BF15E38-1460-4010-AFEB-CBEBF4E69444}"/>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CC119DD9-0EDD-406B-ABB9-8582AB3ABD8A}"/>
              </a:ext>
            </a:extLst>
          </p:cNvPr>
          <p:cNvSpPr>
            <a:spLocks noGrp="1" noChangeArrowheads="1"/>
          </p:cNvSpPr>
          <p:nvPr>
            <p:ph type="sldNum" sz="quarter" idx="5"/>
          </p:nvPr>
        </p:nvSpPr>
        <p:spPr/>
        <p:txBody>
          <a:bodyPr/>
          <a:lstStyle/>
          <a:p>
            <a:pPr>
              <a:defRPr/>
            </a:pPr>
            <a:fld id="{E64D2D49-5FFB-4FD7-8446-155D32646986}" type="slidenum">
              <a:rPr lang="en-US" altLang="en-US"/>
              <a:pPr>
                <a:defRPr/>
              </a:pPr>
              <a:t>15</a:t>
            </a:fld>
            <a:r>
              <a:rPr lang="en-US" altLang="en-US"/>
              <a:t> of 26</a:t>
            </a:r>
          </a:p>
        </p:txBody>
      </p:sp>
      <p:sp>
        <p:nvSpPr>
          <p:cNvPr id="28678" name="Rectangle 2">
            <a:extLst>
              <a:ext uri="{FF2B5EF4-FFF2-40B4-BE49-F238E27FC236}">
                <a16:creationId xmlns:a16="http://schemas.microsoft.com/office/drawing/2014/main" id="{757E4FAE-C16A-4BCD-A6F0-A870E59A7540}"/>
              </a:ext>
            </a:extLst>
          </p:cNvPr>
          <p:cNvSpPr>
            <a:spLocks noGrp="1" noRot="1" noChangeAspect="1" noChangeArrowheads="1" noTextEdit="1"/>
          </p:cNvSpPr>
          <p:nvPr>
            <p:ph type="sldImg"/>
          </p:nvPr>
        </p:nvSpPr>
        <p:spPr>
          <a:xfrm>
            <a:off x="309563" y="687388"/>
            <a:ext cx="6107112" cy="3436937"/>
          </a:xfrm>
          <a:ln/>
        </p:spPr>
      </p:sp>
      <p:sp>
        <p:nvSpPr>
          <p:cNvPr id="28679" name="Rectangle 3">
            <a:extLst>
              <a:ext uri="{FF2B5EF4-FFF2-40B4-BE49-F238E27FC236}">
                <a16:creationId xmlns:a16="http://schemas.microsoft.com/office/drawing/2014/main" id="{A9D26513-5335-4886-8495-0ACE2438C88D}"/>
              </a:ext>
            </a:extLst>
          </p:cNvPr>
          <p:cNvSpPr>
            <a:spLocks noGrp="1" noChangeArrowheads="1"/>
          </p:cNvSpPr>
          <p:nvPr>
            <p:ph type="body" idx="1"/>
          </p:nvPr>
        </p:nvSpPr>
        <p:spPr>
          <a:noFill/>
        </p:spPr>
        <p:txBody>
          <a:bodyPr/>
          <a:lstStyle/>
          <a:p>
            <a:pPr marL="228600" indent="-228600">
              <a:buSzPct val="200000"/>
              <a:buFontTx/>
              <a:buBlip>
                <a:blip r:embed="rId3"/>
              </a:buBlip>
            </a:pPr>
            <a:r>
              <a:rPr lang="en-US" altLang="en-US"/>
              <a:t> </a:t>
            </a:r>
            <a:r>
              <a:rPr lang="en-US" altLang="en-US">
                <a:latin typeface="Times New Roman" panose="02020603050405020304" pitchFamily="18" charset="0"/>
                <a:cs typeface="Times New Roman" panose="02020603050405020304" pitchFamily="18" charset="0"/>
              </a:rPr>
              <a:t>To perform a Demonstration/Exercise:</a:t>
            </a:r>
          </a:p>
          <a:p>
            <a:pPr marL="228600" indent="-228600">
              <a:buFontTx/>
              <a:buAutoNum type="arabicPeriod"/>
            </a:pPr>
            <a:r>
              <a:rPr lang="en-US" altLang="en-US">
                <a:latin typeface="Times New Roman" panose="02020603050405020304" pitchFamily="18" charset="0"/>
                <a:cs typeface="Times New Roman" panose="02020603050405020304" pitchFamily="18" charset="0"/>
              </a:rPr>
              <a:t>Direct participants to the Quick Reference Notebook and ask that they follow along as you demonstrate the task.</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Turn to the appropriate quick reference in the Quick Reference Notebook and demonstrate the entire transaction on the system by following the steps in the quick reference.</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If there is an exercise, after completing the demonstration, distribute copies of the Exercise to the entire class. If there is not an exercise, answer any questions about the demo and go on to the next slide.</a:t>
            </a: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0818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00504-28B3-4D9B-A765-EAC3BCDFB64C}" type="slidenum">
              <a:rPr lang="en-US" smtClean="0"/>
              <a:t>16</a:t>
            </a:fld>
            <a:endParaRPr lang="en-US"/>
          </a:p>
        </p:txBody>
      </p:sp>
    </p:spTree>
    <p:extLst>
      <p:ext uri="{BB962C8B-B14F-4D97-AF65-F5344CB8AC3E}">
        <p14:creationId xmlns:p14="http://schemas.microsoft.com/office/powerpoint/2010/main" val="2938296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D3E2874-7B3C-41C2-82B5-3E6485C39374}"/>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05A4349A-7387-4958-BEFE-D5031213FDDA}"/>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0BF15E38-1460-4010-AFEB-CBEBF4E69444}"/>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CC119DD9-0EDD-406B-ABB9-8582AB3ABD8A}"/>
              </a:ext>
            </a:extLst>
          </p:cNvPr>
          <p:cNvSpPr>
            <a:spLocks noGrp="1" noChangeArrowheads="1"/>
          </p:cNvSpPr>
          <p:nvPr>
            <p:ph type="sldNum" sz="quarter" idx="5"/>
          </p:nvPr>
        </p:nvSpPr>
        <p:spPr/>
        <p:txBody>
          <a:bodyPr/>
          <a:lstStyle/>
          <a:p>
            <a:pPr>
              <a:defRPr/>
            </a:pPr>
            <a:fld id="{E64D2D49-5FFB-4FD7-8446-155D32646986}" type="slidenum">
              <a:rPr lang="en-US" altLang="en-US"/>
              <a:pPr>
                <a:defRPr/>
              </a:pPr>
              <a:t>17</a:t>
            </a:fld>
            <a:r>
              <a:rPr lang="en-US" altLang="en-US"/>
              <a:t> of 26</a:t>
            </a:r>
          </a:p>
        </p:txBody>
      </p:sp>
      <p:sp>
        <p:nvSpPr>
          <p:cNvPr id="28678" name="Rectangle 2">
            <a:extLst>
              <a:ext uri="{FF2B5EF4-FFF2-40B4-BE49-F238E27FC236}">
                <a16:creationId xmlns:a16="http://schemas.microsoft.com/office/drawing/2014/main" id="{757E4FAE-C16A-4BCD-A6F0-A870E59A7540}"/>
              </a:ext>
            </a:extLst>
          </p:cNvPr>
          <p:cNvSpPr>
            <a:spLocks noGrp="1" noRot="1" noChangeAspect="1" noChangeArrowheads="1" noTextEdit="1"/>
          </p:cNvSpPr>
          <p:nvPr>
            <p:ph type="sldImg"/>
          </p:nvPr>
        </p:nvSpPr>
        <p:spPr>
          <a:xfrm>
            <a:off x="309563" y="687388"/>
            <a:ext cx="6107112" cy="3436937"/>
          </a:xfrm>
          <a:ln/>
        </p:spPr>
      </p:sp>
      <p:sp>
        <p:nvSpPr>
          <p:cNvPr id="28679" name="Rectangle 3">
            <a:extLst>
              <a:ext uri="{FF2B5EF4-FFF2-40B4-BE49-F238E27FC236}">
                <a16:creationId xmlns:a16="http://schemas.microsoft.com/office/drawing/2014/main" id="{A9D26513-5335-4886-8495-0ACE2438C88D}"/>
              </a:ext>
            </a:extLst>
          </p:cNvPr>
          <p:cNvSpPr>
            <a:spLocks noGrp="1" noChangeArrowheads="1"/>
          </p:cNvSpPr>
          <p:nvPr>
            <p:ph type="body" idx="1"/>
          </p:nvPr>
        </p:nvSpPr>
        <p:spPr>
          <a:noFill/>
        </p:spPr>
        <p:txBody>
          <a:bodyPr/>
          <a:lstStyle/>
          <a:p>
            <a:pPr marL="228600" indent="-228600">
              <a:buSzPct val="200000"/>
              <a:buFontTx/>
              <a:buBlip>
                <a:blip r:embed="rId3"/>
              </a:buBlip>
            </a:pPr>
            <a:r>
              <a:rPr lang="en-US" altLang="en-US"/>
              <a:t> </a:t>
            </a:r>
            <a:r>
              <a:rPr lang="en-US" altLang="en-US">
                <a:latin typeface="Times New Roman" panose="02020603050405020304" pitchFamily="18" charset="0"/>
                <a:cs typeface="Times New Roman" panose="02020603050405020304" pitchFamily="18" charset="0"/>
              </a:rPr>
              <a:t>To perform a Demonstration/Exercise:</a:t>
            </a:r>
          </a:p>
          <a:p>
            <a:pPr marL="228600" indent="-228600">
              <a:buFontTx/>
              <a:buAutoNum type="arabicPeriod"/>
            </a:pPr>
            <a:r>
              <a:rPr lang="en-US" altLang="en-US">
                <a:latin typeface="Times New Roman" panose="02020603050405020304" pitchFamily="18" charset="0"/>
                <a:cs typeface="Times New Roman" panose="02020603050405020304" pitchFamily="18" charset="0"/>
              </a:rPr>
              <a:t>Direct participants to the Quick Reference Notebook and ask that they follow along as you demonstrate the task.</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Turn to the appropriate quick reference in the Quick Reference Notebook and demonstrate the entire transaction on the system by following the steps in the quick reference.</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If there is an exercise, after completing the demonstration, distribute copies of the Exercise to the entire class. If there is not an exercise, answer any questions about the demo and go on to the next slide.</a:t>
            </a: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8539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00504-28B3-4D9B-A765-EAC3BCDFB64C}" type="slidenum">
              <a:rPr lang="en-US" smtClean="0"/>
              <a:t>18</a:t>
            </a:fld>
            <a:endParaRPr lang="en-US"/>
          </a:p>
        </p:txBody>
      </p:sp>
    </p:spTree>
    <p:extLst>
      <p:ext uri="{BB962C8B-B14F-4D97-AF65-F5344CB8AC3E}">
        <p14:creationId xmlns:p14="http://schemas.microsoft.com/office/powerpoint/2010/main" val="257740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D3E2874-7B3C-41C2-82B5-3E6485C39374}"/>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05A4349A-7387-4958-BEFE-D5031213FDDA}"/>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0BF15E38-1460-4010-AFEB-CBEBF4E69444}"/>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CC119DD9-0EDD-406B-ABB9-8582AB3ABD8A}"/>
              </a:ext>
            </a:extLst>
          </p:cNvPr>
          <p:cNvSpPr>
            <a:spLocks noGrp="1" noChangeArrowheads="1"/>
          </p:cNvSpPr>
          <p:nvPr>
            <p:ph type="sldNum" sz="quarter" idx="5"/>
          </p:nvPr>
        </p:nvSpPr>
        <p:spPr/>
        <p:txBody>
          <a:bodyPr/>
          <a:lstStyle/>
          <a:p>
            <a:pPr>
              <a:defRPr/>
            </a:pPr>
            <a:fld id="{E64D2D49-5FFB-4FD7-8446-155D32646986}" type="slidenum">
              <a:rPr lang="en-US" altLang="en-US"/>
              <a:pPr>
                <a:defRPr/>
              </a:pPr>
              <a:t>19</a:t>
            </a:fld>
            <a:r>
              <a:rPr lang="en-US" altLang="en-US"/>
              <a:t> of 26</a:t>
            </a:r>
          </a:p>
        </p:txBody>
      </p:sp>
      <p:sp>
        <p:nvSpPr>
          <p:cNvPr id="28678" name="Rectangle 2">
            <a:extLst>
              <a:ext uri="{FF2B5EF4-FFF2-40B4-BE49-F238E27FC236}">
                <a16:creationId xmlns:a16="http://schemas.microsoft.com/office/drawing/2014/main" id="{757E4FAE-C16A-4BCD-A6F0-A870E59A7540}"/>
              </a:ext>
            </a:extLst>
          </p:cNvPr>
          <p:cNvSpPr>
            <a:spLocks noGrp="1" noRot="1" noChangeAspect="1" noChangeArrowheads="1" noTextEdit="1"/>
          </p:cNvSpPr>
          <p:nvPr>
            <p:ph type="sldImg"/>
          </p:nvPr>
        </p:nvSpPr>
        <p:spPr>
          <a:xfrm>
            <a:off x="309563" y="687388"/>
            <a:ext cx="6107112" cy="3436937"/>
          </a:xfrm>
          <a:ln/>
        </p:spPr>
      </p:sp>
      <p:sp>
        <p:nvSpPr>
          <p:cNvPr id="28679" name="Rectangle 3">
            <a:extLst>
              <a:ext uri="{FF2B5EF4-FFF2-40B4-BE49-F238E27FC236}">
                <a16:creationId xmlns:a16="http://schemas.microsoft.com/office/drawing/2014/main" id="{A9D26513-5335-4886-8495-0ACE2438C88D}"/>
              </a:ext>
            </a:extLst>
          </p:cNvPr>
          <p:cNvSpPr>
            <a:spLocks noGrp="1" noChangeArrowheads="1"/>
          </p:cNvSpPr>
          <p:nvPr>
            <p:ph type="body" idx="1"/>
          </p:nvPr>
        </p:nvSpPr>
        <p:spPr>
          <a:noFill/>
        </p:spPr>
        <p:txBody>
          <a:bodyPr/>
          <a:lstStyle/>
          <a:p>
            <a:pPr marL="228600" indent="-228600">
              <a:buSzPct val="200000"/>
              <a:buFontTx/>
              <a:buBlip>
                <a:blip r:embed="rId3"/>
              </a:buBlip>
            </a:pPr>
            <a:r>
              <a:rPr lang="en-US" altLang="en-US"/>
              <a:t> </a:t>
            </a:r>
            <a:r>
              <a:rPr lang="en-US" altLang="en-US">
                <a:latin typeface="Times New Roman" panose="02020603050405020304" pitchFamily="18" charset="0"/>
                <a:cs typeface="Times New Roman" panose="02020603050405020304" pitchFamily="18" charset="0"/>
              </a:rPr>
              <a:t>To perform a Demonstration/Exercise:</a:t>
            </a:r>
          </a:p>
          <a:p>
            <a:pPr marL="228600" indent="-228600">
              <a:buFontTx/>
              <a:buAutoNum type="arabicPeriod"/>
            </a:pPr>
            <a:r>
              <a:rPr lang="en-US" altLang="en-US">
                <a:latin typeface="Times New Roman" panose="02020603050405020304" pitchFamily="18" charset="0"/>
                <a:cs typeface="Times New Roman" panose="02020603050405020304" pitchFamily="18" charset="0"/>
              </a:rPr>
              <a:t>Direct participants to the Quick Reference Notebook and ask that they follow along as you demonstrate the task.</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Turn to the appropriate quick reference in the Quick Reference Notebook and demonstrate the entire transaction on the system by following the steps in the quick reference.</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If there is an exercise, after completing the demonstration, distribute copies of the Exercise to the entire class. If there is not an exercise, answer any questions about the demo and go on to the next slide.</a:t>
            </a: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5091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00504-28B3-4D9B-A765-EAC3BCDFB64C}" type="slidenum">
              <a:rPr lang="en-US" smtClean="0"/>
              <a:t>20</a:t>
            </a:fld>
            <a:endParaRPr lang="en-US"/>
          </a:p>
        </p:txBody>
      </p:sp>
    </p:spTree>
    <p:extLst>
      <p:ext uri="{BB962C8B-B14F-4D97-AF65-F5344CB8AC3E}">
        <p14:creationId xmlns:p14="http://schemas.microsoft.com/office/powerpoint/2010/main" val="4023945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D3E2874-7B3C-41C2-82B5-3E6485C39374}"/>
              </a:ext>
            </a:extLst>
          </p:cNvPr>
          <p:cNvSpPr>
            <a:spLocks noGrp="1" noChangeArrowheads="1"/>
          </p:cNvSpPr>
          <p:nvPr>
            <p:ph type="hdr" sz="quarter"/>
          </p:nvPr>
        </p:nvSpPr>
        <p:spPr/>
        <p:txBody>
          <a:bodyPr/>
          <a:lstStyle/>
          <a:p>
            <a:pPr>
              <a:defRPr/>
            </a:pPr>
            <a:r>
              <a:rPr lang="en-US" altLang="en-US"/>
              <a:t>Procurement</a:t>
            </a:r>
          </a:p>
        </p:txBody>
      </p:sp>
      <p:sp>
        <p:nvSpPr>
          <p:cNvPr id="5" name="Rectangle 3">
            <a:extLst>
              <a:ext uri="{FF2B5EF4-FFF2-40B4-BE49-F238E27FC236}">
                <a16:creationId xmlns:a16="http://schemas.microsoft.com/office/drawing/2014/main" id="{05A4349A-7387-4958-BEFE-D5031213FDDA}"/>
              </a:ext>
            </a:extLst>
          </p:cNvPr>
          <p:cNvSpPr>
            <a:spLocks noGrp="1" noChangeArrowheads="1"/>
          </p:cNvSpPr>
          <p:nvPr>
            <p:ph type="dt" sz="quarter" idx="1"/>
          </p:nvPr>
        </p:nvSpPr>
        <p:spPr/>
        <p:txBody>
          <a:bodyPr/>
          <a:lstStyle/>
          <a:p>
            <a:pPr>
              <a:defRPr/>
            </a:pPr>
            <a:r>
              <a:rPr lang="en-US" altLang="en-US"/>
              <a:t>Managing Purchase Requisitions</a:t>
            </a:r>
          </a:p>
        </p:txBody>
      </p:sp>
      <p:sp>
        <p:nvSpPr>
          <p:cNvPr id="6" name="Rectangle 6">
            <a:extLst>
              <a:ext uri="{FF2B5EF4-FFF2-40B4-BE49-F238E27FC236}">
                <a16:creationId xmlns:a16="http://schemas.microsoft.com/office/drawing/2014/main" id="{0BF15E38-1460-4010-AFEB-CBEBF4E69444}"/>
              </a:ext>
            </a:extLst>
          </p:cNvPr>
          <p:cNvSpPr>
            <a:spLocks noGrp="1" noChangeArrowheads="1"/>
          </p:cNvSpPr>
          <p:nvPr>
            <p:ph type="ftr" sz="quarter" idx="4"/>
          </p:nvPr>
        </p:nvSpPr>
        <p:spPr/>
        <p:txBody>
          <a:bodyPr/>
          <a:lstStyle/>
          <a:p>
            <a:pPr>
              <a:defRPr/>
            </a:pPr>
            <a:r>
              <a:rPr lang="en-US" altLang="en-US"/>
              <a:t>Rev 2</a:t>
            </a:r>
          </a:p>
        </p:txBody>
      </p:sp>
      <p:sp>
        <p:nvSpPr>
          <p:cNvPr id="7" name="Rectangle 7">
            <a:extLst>
              <a:ext uri="{FF2B5EF4-FFF2-40B4-BE49-F238E27FC236}">
                <a16:creationId xmlns:a16="http://schemas.microsoft.com/office/drawing/2014/main" id="{CC119DD9-0EDD-406B-ABB9-8582AB3ABD8A}"/>
              </a:ext>
            </a:extLst>
          </p:cNvPr>
          <p:cNvSpPr>
            <a:spLocks noGrp="1" noChangeArrowheads="1"/>
          </p:cNvSpPr>
          <p:nvPr>
            <p:ph type="sldNum" sz="quarter" idx="5"/>
          </p:nvPr>
        </p:nvSpPr>
        <p:spPr/>
        <p:txBody>
          <a:bodyPr/>
          <a:lstStyle/>
          <a:p>
            <a:pPr>
              <a:defRPr/>
            </a:pPr>
            <a:fld id="{E64D2D49-5FFB-4FD7-8446-155D32646986}" type="slidenum">
              <a:rPr lang="en-US" altLang="en-US"/>
              <a:pPr>
                <a:defRPr/>
              </a:pPr>
              <a:t>21</a:t>
            </a:fld>
            <a:r>
              <a:rPr lang="en-US" altLang="en-US"/>
              <a:t> of 26</a:t>
            </a:r>
          </a:p>
        </p:txBody>
      </p:sp>
      <p:sp>
        <p:nvSpPr>
          <p:cNvPr id="28678" name="Rectangle 2">
            <a:extLst>
              <a:ext uri="{FF2B5EF4-FFF2-40B4-BE49-F238E27FC236}">
                <a16:creationId xmlns:a16="http://schemas.microsoft.com/office/drawing/2014/main" id="{757E4FAE-C16A-4BCD-A6F0-A870E59A7540}"/>
              </a:ext>
            </a:extLst>
          </p:cNvPr>
          <p:cNvSpPr>
            <a:spLocks noGrp="1" noRot="1" noChangeAspect="1" noChangeArrowheads="1" noTextEdit="1"/>
          </p:cNvSpPr>
          <p:nvPr>
            <p:ph type="sldImg"/>
          </p:nvPr>
        </p:nvSpPr>
        <p:spPr>
          <a:xfrm>
            <a:off x="309563" y="687388"/>
            <a:ext cx="6107112" cy="3436937"/>
          </a:xfrm>
          <a:ln/>
        </p:spPr>
      </p:sp>
      <p:sp>
        <p:nvSpPr>
          <p:cNvPr id="28679" name="Rectangle 3">
            <a:extLst>
              <a:ext uri="{FF2B5EF4-FFF2-40B4-BE49-F238E27FC236}">
                <a16:creationId xmlns:a16="http://schemas.microsoft.com/office/drawing/2014/main" id="{A9D26513-5335-4886-8495-0ACE2438C88D}"/>
              </a:ext>
            </a:extLst>
          </p:cNvPr>
          <p:cNvSpPr>
            <a:spLocks noGrp="1" noChangeArrowheads="1"/>
          </p:cNvSpPr>
          <p:nvPr>
            <p:ph type="body" idx="1"/>
          </p:nvPr>
        </p:nvSpPr>
        <p:spPr>
          <a:noFill/>
        </p:spPr>
        <p:txBody>
          <a:bodyPr/>
          <a:lstStyle/>
          <a:p>
            <a:pPr marL="228600" indent="-228600">
              <a:buSzPct val="200000"/>
              <a:buFontTx/>
              <a:buBlip>
                <a:blip r:embed="rId3"/>
              </a:buBlip>
            </a:pPr>
            <a:r>
              <a:rPr lang="en-US" altLang="en-US"/>
              <a:t> </a:t>
            </a:r>
            <a:r>
              <a:rPr lang="en-US" altLang="en-US">
                <a:latin typeface="Times New Roman" panose="02020603050405020304" pitchFamily="18" charset="0"/>
                <a:cs typeface="Times New Roman" panose="02020603050405020304" pitchFamily="18" charset="0"/>
              </a:rPr>
              <a:t>To perform a Demonstration/Exercise:</a:t>
            </a:r>
          </a:p>
          <a:p>
            <a:pPr marL="228600" indent="-228600">
              <a:buFontTx/>
              <a:buAutoNum type="arabicPeriod"/>
            </a:pPr>
            <a:r>
              <a:rPr lang="en-US" altLang="en-US">
                <a:latin typeface="Times New Roman" panose="02020603050405020304" pitchFamily="18" charset="0"/>
                <a:cs typeface="Times New Roman" panose="02020603050405020304" pitchFamily="18" charset="0"/>
              </a:rPr>
              <a:t>Direct participants to the Quick Reference Notebook and ask that they follow along as you demonstrate the task.</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Turn to the appropriate quick reference in the Quick Reference Notebook and demonstrate the entire transaction on the system by following the steps in the quick reference.</a:t>
            </a:r>
            <a:endParaRPr lang="en-US" altLang="en-US">
              <a:latin typeface="Arial" panose="020B0604020202020204" pitchFamily="34" charset="0"/>
              <a:cs typeface="Arial" panose="020B0604020202020204" pitchFamily="34" charset="0"/>
            </a:endParaRPr>
          </a:p>
          <a:p>
            <a:pPr marL="228600" indent="-228600">
              <a:buFontTx/>
              <a:buAutoNum type="arabicPeriod"/>
            </a:pPr>
            <a:r>
              <a:rPr lang="en-US" altLang="en-US">
                <a:latin typeface="Times New Roman" panose="02020603050405020304" pitchFamily="18" charset="0"/>
                <a:cs typeface="Times New Roman" panose="02020603050405020304" pitchFamily="18" charset="0"/>
              </a:rPr>
              <a:t>If there is an exercise, after completing the demonstration, distribute copies of the Exercise to the entire class. If there is not an exercise, answer any questions about the demo and go on to the next slide.</a:t>
            </a:r>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7921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900504-28B3-4D9B-A765-EAC3BCDFB64C}" type="slidenum">
              <a:rPr lang="en-US" smtClean="0"/>
              <a:t>27</a:t>
            </a:fld>
            <a:endParaRPr lang="en-US"/>
          </a:p>
        </p:txBody>
      </p:sp>
    </p:spTree>
    <p:extLst>
      <p:ext uri="{BB962C8B-B14F-4D97-AF65-F5344CB8AC3E}">
        <p14:creationId xmlns:p14="http://schemas.microsoft.com/office/powerpoint/2010/main" val="541977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urple ba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3704" y="144408"/>
            <a:ext cx="10515600" cy="1325563"/>
          </a:xfrm>
        </p:spPr>
        <p:txBody>
          <a:bodyPr/>
          <a:lstStyle/>
          <a:p>
            <a:r>
              <a:rPr lang="en-US" dirty="0"/>
              <a:t>Content bottom bar</a:t>
            </a:r>
          </a:p>
        </p:txBody>
      </p:sp>
      <p:sp>
        <p:nvSpPr>
          <p:cNvPr id="5" name="Rectangle 4"/>
          <p:cNvSpPr/>
          <p:nvPr/>
        </p:nvSpPr>
        <p:spPr>
          <a:xfrm>
            <a:off x="0" y="6406197"/>
            <a:ext cx="12192000" cy="469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ate Placeholder 3">
            <a:extLst>
              <a:ext uri="{FF2B5EF4-FFF2-40B4-BE49-F238E27FC236}">
                <a16:creationId xmlns:a16="http://schemas.microsoft.com/office/drawing/2014/main" id="{9ECFA2DB-B25B-4DE1-9E33-56E1E5B05144}"/>
              </a:ext>
            </a:extLst>
          </p:cNvPr>
          <p:cNvSpPr txBox="1">
            <a:spLocks/>
          </p:cNvSpPr>
          <p:nvPr/>
        </p:nvSpPr>
        <p:spPr>
          <a:xfrm>
            <a:off x="4246754" y="6542293"/>
            <a:ext cx="3625234" cy="190294"/>
          </a:xfrm>
          <a:prstGeom prst="rect">
            <a:avLst/>
          </a:prstGeom>
        </p:spPr>
        <p:txBody>
          <a:bodyPr/>
          <a:lstStyle>
            <a:defPPr>
              <a:defRPr lang="en-US"/>
            </a:defPPr>
            <a:lvl1pPr marL="0" algn="r" defTabSz="914400" rtl="0" eaLnBrk="1" latinLnBrk="0" hangingPunct="1">
              <a:defRPr sz="800" b="0" i="0" kern="1200" spc="200" baseline="0">
                <a:solidFill>
                  <a:schemeClr val="bg1"/>
                </a:solidFill>
                <a:latin typeface="Effra" charset="0"/>
                <a:ea typeface="Effra" charset="0"/>
                <a:cs typeface="Effr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COMMITTED | HELPFUL | PROACTIVE | PERSONAL</a:t>
            </a:r>
          </a:p>
        </p:txBody>
      </p:sp>
      <p:sp>
        <p:nvSpPr>
          <p:cNvPr id="8" name="Slide Number Placeholder 5">
            <a:extLst>
              <a:ext uri="{FF2B5EF4-FFF2-40B4-BE49-F238E27FC236}">
                <a16:creationId xmlns:a16="http://schemas.microsoft.com/office/drawing/2014/main" id="{3FBE23C1-DD6F-4A88-8187-0E998B09C5AB}"/>
              </a:ext>
            </a:extLst>
          </p:cNvPr>
          <p:cNvSpPr txBox="1">
            <a:spLocks/>
          </p:cNvSpPr>
          <p:nvPr/>
        </p:nvSpPr>
        <p:spPr>
          <a:xfrm>
            <a:off x="11798436" y="6533324"/>
            <a:ext cx="324114" cy="182880"/>
          </a:xfrm>
          <a:prstGeom prst="rect">
            <a:avLst/>
          </a:prstGeom>
        </p:spPr>
        <p:txBody>
          <a:bodyPr/>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3B55F8-CE52-E440-80F0-553C6C6F699D}" type="slidenum">
              <a:rPr lang="en-US" smtClean="0"/>
              <a:t>‹#›</a:t>
            </a:fld>
            <a:endParaRPr lang="en-US" dirty="0"/>
          </a:p>
        </p:txBody>
      </p:sp>
      <p:grpSp>
        <p:nvGrpSpPr>
          <p:cNvPr id="9" name="Group 8">
            <a:extLst>
              <a:ext uri="{FF2B5EF4-FFF2-40B4-BE49-F238E27FC236}">
                <a16:creationId xmlns:a16="http://schemas.microsoft.com/office/drawing/2014/main" id="{909E6745-D861-C240-A53F-7E8BEC6CF7EF}"/>
              </a:ext>
            </a:extLst>
          </p:cNvPr>
          <p:cNvGrpSpPr/>
          <p:nvPr userDrawn="1"/>
        </p:nvGrpSpPr>
        <p:grpSpPr>
          <a:xfrm>
            <a:off x="131953" y="6546339"/>
            <a:ext cx="2279473" cy="186248"/>
            <a:chOff x="131953" y="6546339"/>
            <a:chExt cx="2279473" cy="186248"/>
          </a:xfrm>
        </p:grpSpPr>
        <p:sp>
          <p:nvSpPr>
            <p:cNvPr id="7" name="Footer Placeholder 4">
              <a:extLst>
                <a:ext uri="{FF2B5EF4-FFF2-40B4-BE49-F238E27FC236}">
                  <a16:creationId xmlns:a16="http://schemas.microsoft.com/office/drawing/2014/main" id="{BDC5197B-BD0B-42AD-886A-9933FC3FC1F2}"/>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3" name="TextBox 2">
              <a:extLst>
                <a:ext uri="{FF2B5EF4-FFF2-40B4-BE49-F238E27FC236}">
                  <a16:creationId xmlns:a16="http://schemas.microsoft.com/office/drawing/2014/main" id="{F34BDE0F-9C98-7547-9DD7-B796658D15EF}"/>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191336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alf &amp; half (Purple bar)">
    <p:spTree>
      <p:nvGrpSpPr>
        <p:cNvPr id="1" name=""/>
        <p:cNvGrpSpPr/>
        <p:nvPr/>
      </p:nvGrpSpPr>
      <p:grpSpPr>
        <a:xfrm>
          <a:off x="0" y="0"/>
          <a:ext cx="0" cy="0"/>
          <a:chOff x="0" y="0"/>
          <a:chExt cx="0" cy="0"/>
        </a:xfrm>
      </p:grpSpPr>
      <p:sp>
        <p:nvSpPr>
          <p:cNvPr id="4" name="Rectangle 3"/>
          <p:cNvSpPr/>
          <p:nvPr userDrawn="1"/>
        </p:nvSpPr>
        <p:spPr>
          <a:xfrm>
            <a:off x="6001789" y="0"/>
            <a:ext cx="61864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p:cNvSpPr>
            <a:spLocks noGrp="1"/>
          </p:cNvSpPr>
          <p:nvPr>
            <p:ph type="title" hasCustomPrompt="1"/>
          </p:nvPr>
        </p:nvSpPr>
        <p:spPr>
          <a:xfrm>
            <a:off x="344095" y="341836"/>
            <a:ext cx="5557941" cy="1325563"/>
          </a:xfrm>
        </p:spPr>
        <p:txBody>
          <a:bodyPr>
            <a:normAutofit/>
          </a:bodyPr>
          <a:lstStyle>
            <a:lvl1pPr>
              <a:defRPr sz="4400" baseline="0"/>
            </a:lvl1pPr>
          </a:lstStyle>
          <a:p>
            <a:r>
              <a:rPr lang="en-US" dirty="0"/>
              <a:t>The half &amp; half </a:t>
            </a:r>
            <a:br>
              <a:rPr lang="en-US" dirty="0"/>
            </a:br>
            <a:r>
              <a:rPr lang="en-US" dirty="0"/>
              <a:t>with bar</a:t>
            </a:r>
          </a:p>
        </p:txBody>
      </p:sp>
      <p:sp>
        <p:nvSpPr>
          <p:cNvPr id="7" name="Rectangle 6"/>
          <p:cNvSpPr/>
          <p:nvPr/>
        </p:nvSpPr>
        <p:spPr>
          <a:xfrm>
            <a:off x="0" y="6406197"/>
            <a:ext cx="12192000" cy="469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Date Placeholder 3">
            <a:extLst>
              <a:ext uri="{FF2B5EF4-FFF2-40B4-BE49-F238E27FC236}">
                <a16:creationId xmlns:a16="http://schemas.microsoft.com/office/drawing/2014/main" id="{9ECFA2DB-B25B-4DE1-9E33-56E1E5B05144}"/>
              </a:ext>
            </a:extLst>
          </p:cNvPr>
          <p:cNvSpPr txBox="1">
            <a:spLocks/>
          </p:cNvSpPr>
          <p:nvPr/>
        </p:nvSpPr>
        <p:spPr>
          <a:xfrm>
            <a:off x="4246754" y="6542293"/>
            <a:ext cx="3625234" cy="190294"/>
          </a:xfrm>
          <a:prstGeom prst="rect">
            <a:avLst/>
          </a:prstGeom>
        </p:spPr>
        <p:txBody>
          <a:bodyPr/>
          <a:lstStyle>
            <a:defPPr>
              <a:defRPr lang="en-US"/>
            </a:defPPr>
            <a:lvl1pPr marL="0" algn="r" defTabSz="914400" rtl="0" eaLnBrk="1" latinLnBrk="0" hangingPunct="1">
              <a:defRPr sz="800" b="0" i="0" kern="1200" spc="200" baseline="0">
                <a:solidFill>
                  <a:schemeClr val="bg1"/>
                </a:solidFill>
                <a:latin typeface="Effra" charset="0"/>
                <a:ea typeface="Effra" charset="0"/>
                <a:cs typeface="Effr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COMMITTED | HELPFUL | PROACTIVE | PERSONAL</a:t>
            </a:r>
          </a:p>
        </p:txBody>
      </p:sp>
      <p:sp>
        <p:nvSpPr>
          <p:cNvPr id="10" name="Slide Number Placeholder 5">
            <a:extLst>
              <a:ext uri="{FF2B5EF4-FFF2-40B4-BE49-F238E27FC236}">
                <a16:creationId xmlns:a16="http://schemas.microsoft.com/office/drawing/2014/main" id="{3FBE23C1-DD6F-4A88-8187-0E998B09C5AB}"/>
              </a:ext>
            </a:extLst>
          </p:cNvPr>
          <p:cNvSpPr txBox="1">
            <a:spLocks/>
          </p:cNvSpPr>
          <p:nvPr/>
        </p:nvSpPr>
        <p:spPr>
          <a:xfrm>
            <a:off x="11798436" y="6533324"/>
            <a:ext cx="324114" cy="182880"/>
          </a:xfrm>
          <a:prstGeom prst="rect">
            <a:avLst/>
          </a:prstGeom>
        </p:spPr>
        <p:txBody>
          <a:bodyPr/>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B3B55F8-CE52-E440-80F0-553C6C6F699D}" type="slidenum">
              <a:rPr lang="en-US" smtClean="0"/>
              <a:t>‹#›</a:t>
            </a:fld>
            <a:endParaRPr lang="en-US" dirty="0"/>
          </a:p>
        </p:txBody>
      </p:sp>
      <p:sp>
        <p:nvSpPr>
          <p:cNvPr id="11" name="Content Placeholder 2">
            <a:extLst>
              <a:ext uri="{FF2B5EF4-FFF2-40B4-BE49-F238E27FC236}">
                <a16:creationId xmlns:a16="http://schemas.microsoft.com/office/drawing/2014/main" id="{8BAF3F32-1E83-F147-BB6C-64FEC37F58A7}"/>
              </a:ext>
            </a:extLst>
          </p:cNvPr>
          <p:cNvSpPr>
            <a:spLocks noGrp="1"/>
          </p:cNvSpPr>
          <p:nvPr userDrawn="1">
            <p:ph idx="1"/>
          </p:nvPr>
        </p:nvSpPr>
        <p:spPr>
          <a:xfrm>
            <a:off x="344095" y="1900361"/>
            <a:ext cx="5557941" cy="3794143"/>
          </a:xfrm>
          <a:prstGeom prst="rect">
            <a:avLst/>
          </a:prstGeom>
        </p:spPr>
        <p:txBody>
          <a:bodyPr>
            <a:normAutofit/>
          </a:bodyPr>
          <a:lstStyle>
            <a:lvl1pPr marL="18288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1pPr>
            <a:lvl2pPr marL="36576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2pPr>
            <a:lvl3pPr marL="54864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3pPr>
            <a:lvl4pPr marL="73152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4pPr>
            <a:lvl5pPr marL="91440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2" name="Group 11">
            <a:extLst>
              <a:ext uri="{FF2B5EF4-FFF2-40B4-BE49-F238E27FC236}">
                <a16:creationId xmlns:a16="http://schemas.microsoft.com/office/drawing/2014/main" id="{14303870-1009-B346-A92F-408D1DFABB5F}"/>
              </a:ext>
            </a:extLst>
          </p:cNvPr>
          <p:cNvGrpSpPr/>
          <p:nvPr userDrawn="1"/>
        </p:nvGrpSpPr>
        <p:grpSpPr>
          <a:xfrm>
            <a:off x="131953" y="6546339"/>
            <a:ext cx="2279473" cy="186248"/>
            <a:chOff x="131953" y="6546339"/>
            <a:chExt cx="2279473" cy="186248"/>
          </a:xfrm>
        </p:grpSpPr>
        <p:sp>
          <p:nvSpPr>
            <p:cNvPr id="13" name="Footer Placeholder 4">
              <a:extLst>
                <a:ext uri="{FF2B5EF4-FFF2-40B4-BE49-F238E27FC236}">
                  <a16:creationId xmlns:a16="http://schemas.microsoft.com/office/drawing/2014/main" id="{C6255390-3D6A-E547-8C76-8B92D875D039}"/>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14" name="TextBox 13">
              <a:extLst>
                <a:ext uri="{FF2B5EF4-FFF2-40B4-BE49-F238E27FC236}">
                  <a16:creationId xmlns:a16="http://schemas.microsoft.com/office/drawing/2014/main" id="{C6E3F33A-C312-7840-A114-72148B7AECD5}"/>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1634820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Blank)">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18BD62-3C0B-48C6-BB6C-04A0AF9DF8F3}"/>
              </a:ext>
            </a:extLst>
          </p:cNvPr>
          <p:cNvSpPr>
            <a:spLocks noGrp="1"/>
          </p:cNvSpPr>
          <p:nvPr>
            <p:ph idx="1"/>
          </p:nvPr>
        </p:nvSpPr>
        <p:spPr>
          <a:xfrm>
            <a:off x="422517" y="1513491"/>
            <a:ext cx="11064240" cy="4181014"/>
          </a:xfrm>
          <a:prstGeom prst="rect">
            <a:avLst/>
          </a:prstGeom>
        </p:spPr>
        <p:txBody>
          <a:bodyPr>
            <a:normAutofit/>
          </a:bodyPr>
          <a:lstStyle>
            <a:lvl1pPr marL="18288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1pPr>
            <a:lvl2pPr marL="36576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2pPr>
            <a:lvl3pPr marL="54864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3pPr>
            <a:lvl4pPr marL="73152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4pPr>
            <a:lvl5pPr marL="91440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F1719F16-5A02-4350-8BC0-7620C05E8FBD}"/>
              </a:ext>
            </a:extLst>
          </p:cNvPr>
          <p:cNvCxnSpPr/>
          <p:nvPr userDrawn="1"/>
        </p:nvCxnSpPr>
        <p:spPr>
          <a:xfrm>
            <a:off x="0" y="1190298"/>
            <a:ext cx="12192000" cy="0"/>
          </a:xfrm>
          <a:prstGeom prst="line">
            <a:avLst/>
          </a:prstGeom>
          <a:ln w="4445">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422517" y="187928"/>
            <a:ext cx="11064240" cy="1325563"/>
          </a:xfrm>
          <a:prstGeom prst="rect">
            <a:avLst/>
          </a:prstGeom>
        </p:spPr>
        <p:txBody>
          <a:bodyPr/>
          <a:lstStyle/>
          <a:p>
            <a:r>
              <a:rPr lang="en-US"/>
              <a:t>Click to edit Master title style</a:t>
            </a:r>
          </a:p>
        </p:txBody>
      </p:sp>
      <p:sp>
        <p:nvSpPr>
          <p:cNvPr id="7" name="Footer Placeholder 8"/>
          <p:cNvSpPr txBox="1">
            <a:spLocks/>
          </p:cNvSpPr>
          <p:nvPr userDrawn="1"/>
        </p:nvSpPr>
        <p:spPr>
          <a:xfrm>
            <a:off x="8947029" y="6452714"/>
            <a:ext cx="3080055" cy="391291"/>
          </a:xfrm>
          <a:prstGeom prst="rect">
            <a:avLst/>
          </a:prstGeom>
        </p:spPr>
        <p:txBody>
          <a:bodyPr vert="horz" lIns="91440" tIns="45720" rIns="91440" bIns="45720" rtlCol="0" anchor="ctr"/>
          <a:lstStyle>
            <a:defPPr>
              <a:defRPr lang="en-US"/>
            </a:defPPr>
            <a:lvl1pPr marL="0" algn="l" defTabSz="914400" rtl="0" eaLnBrk="1" latinLnBrk="0" hangingPunct="1">
              <a:defRPr sz="1200" b="0" i="0" kern="1200">
                <a:solidFill>
                  <a:schemeClr val="tx1">
                    <a:lumMod val="75000"/>
                  </a:schemeClr>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922C30-C497-594A-9360-82361E9342C9}" type="slidenum">
              <a:rPr lang="en-US" sz="800" smtClean="0"/>
              <a:t>‹#›</a:t>
            </a:fld>
            <a:endParaRPr lang="en-US" sz="800" dirty="0"/>
          </a:p>
        </p:txBody>
      </p:sp>
    </p:spTree>
    <p:extLst>
      <p:ext uri="{BB962C8B-B14F-4D97-AF65-F5344CB8AC3E}">
        <p14:creationId xmlns:p14="http://schemas.microsoft.com/office/powerpoint/2010/main" val="281519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Blu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22517" y="177362"/>
            <a:ext cx="11064240" cy="1012936"/>
          </a:xfrm>
          <a:prstGeom prst="rect">
            <a:avLst/>
          </a:prstGeom>
          <a:noFill/>
          <a:ln>
            <a:noFill/>
          </a:ln>
        </p:spPr>
        <p:txBody>
          <a:bodyPr>
            <a:normAutofit/>
          </a:bodyPr>
          <a:lstStyle>
            <a:lvl1pPr>
              <a:defRPr sz="5400" b="0" i="0" baseline="0">
                <a:solidFill>
                  <a:srgbClr val="353091"/>
                </a:solidFill>
                <a:latin typeface="Effra Light" charset="0"/>
                <a:ea typeface="Effra Light" charset="0"/>
                <a:cs typeface="Effra Light" charset="0"/>
              </a:defRPr>
            </a:lvl1pPr>
          </a:lstStyle>
          <a:p>
            <a:r>
              <a:rPr lang="en-US" dirty="0"/>
              <a:t>Subtle dynamic bar blue</a:t>
            </a:r>
          </a:p>
        </p:txBody>
      </p:sp>
      <p:sp>
        <p:nvSpPr>
          <p:cNvPr id="6" name="Content Placeholder 2">
            <a:extLst>
              <a:ext uri="{FF2B5EF4-FFF2-40B4-BE49-F238E27FC236}">
                <a16:creationId xmlns:a16="http://schemas.microsoft.com/office/drawing/2014/main" id="{2818BD62-3C0B-48C6-BB6C-04A0AF9DF8F3}"/>
              </a:ext>
            </a:extLst>
          </p:cNvPr>
          <p:cNvSpPr>
            <a:spLocks noGrp="1"/>
          </p:cNvSpPr>
          <p:nvPr>
            <p:ph idx="1"/>
          </p:nvPr>
        </p:nvSpPr>
        <p:spPr>
          <a:xfrm>
            <a:off x="422517" y="1513491"/>
            <a:ext cx="11064240" cy="4181014"/>
          </a:xfrm>
          <a:prstGeom prst="rect">
            <a:avLst/>
          </a:prstGeom>
        </p:spPr>
        <p:txBody>
          <a:bodyPr>
            <a:normAutofit/>
          </a:bodyPr>
          <a:lstStyle>
            <a:lvl1pPr marL="18288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1pPr>
            <a:lvl2pPr marL="36576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2pPr>
            <a:lvl3pPr marL="54864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3pPr>
            <a:lvl4pPr marL="73152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4pPr>
            <a:lvl5pPr marL="91440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F1719F16-5A02-4350-8BC0-7620C05E8FBD}"/>
              </a:ext>
            </a:extLst>
          </p:cNvPr>
          <p:cNvCxnSpPr/>
          <p:nvPr userDrawn="1"/>
        </p:nvCxnSpPr>
        <p:spPr>
          <a:xfrm>
            <a:off x="0" y="1190298"/>
            <a:ext cx="12192000" cy="0"/>
          </a:xfrm>
          <a:prstGeom prst="line">
            <a:avLst/>
          </a:prstGeom>
          <a:ln w="4445">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8"/>
          <p:cNvSpPr txBox="1">
            <a:spLocks/>
          </p:cNvSpPr>
          <p:nvPr userDrawn="1"/>
        </p:nvSpPr>
        <p:spPr>
          <a:xfrm>
            <a:off x="8947029" y="6452714"/>
            <a:ext cx="3080055" cy="391291"/>
          </a:xfrm>
          <a:prstGeom prst="rect">
            <a:avLst/>
          </a:prstGeom>
        </p:spPr>
        <p:txBody>
          <a:bodyPr vert="horz" lIns="91440" tIns="45720" rIns="91440" bIns="45720" rtlCol="0" anchor="ctr"/>
          <a:lstStyle>
            <a:defPPr>
              <a:defRPr lang="en-US"/>
            </a:defPPr>
            <a:lvl1pPr marL="0" algn="l" defTabSz="914400" rtl="0" eaLnBrk="1" latinLnBrk="0" hangingPunct="1">
              <a:defRPr sz="1200" b="0" i="0" kern="1200">
                <a:solidFill>
                  <a:schemeClr val="tx1">
                    <a:lumMod val="75000"/>
                  </a:schemeClr>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922C30-C497-594A-9360-82361E9342C9}" type="slidenum">
              <a:rPr lang="en-US" sz="800" smtClean="0"/>
              <a:t>‹#›</a:t>
            </a:fld>
            <a:endParaRPr lang="en-US" sz="800" dirty="0"/>
          </a:p>
        </p:txBody>
      </p:sp>
      <p:pic>
        <p:nvPicPr>
          <p:cNvPr id="9" name="Picture 8">
            <a:extLst>
              <a:ext uri="{FF2B5EF4-FFF2-40B4-BE49-F238E27FC236}">
                <a16:creationId xmlns:a16="http://schemas.microsoft.com/office/drawing/2014/main" id="{C85CCA93-74E4-3E40-BF79-C44FD07EE195}"/>
              </a:ext>
            </a:extLst>
          </p:cNvPr>
          <p:cNvPicPr>
            <a:picLocks noChangeAspect="1"/>
          </p:cNvPicPr>
          <p:nvPr userDrawn="1"/>
        </p:nvPicPr>
        <p:blipFill>
          <a:blip r:embed="rId2"/>
          <a:stretch>
            <a:fillRect/>
          </a:stretch>
        </p:blipFill>
        <p:spPr>
          <a:xfrm>
            <a:off x="0" y="3459644"/>
            <a:ext cx="12192000" cy="2613965"/>
          </a:xfrm>
          <a:prstGeom prst="rect">
            <a:avLst/>
          </a:prstGeom>
        </p:spPr>
      </p:pic>
    </p:spTree>
    <p:extLst>
      <p:ext uri="{BB962C8B-B14F-4D97-AF65-F5344CB8AC3E}">
        <p14:creationId xmlns:p14="http://schemas.microsoft.com/office/powerpoint/2010/main" val="2045237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Blank)">
    <p:spTree>
      <p:nvGrpSpPr>
        <p:cNvPr id="1" name=""/>
        <p:cNvGrpSpPr/>
        <p:nvPr/>
      </p:nvGrpSpPr>
      <p:grpSpPr>
        <a:xfrm>
          <a:off x="0" y="0"/>
          <a:ext cx="0" cy="0"/>
          <a:chOff x="0" y="0"/>
          <a:chExt cx="0" cy="0"/>
        </a:xfrm>
      </p:grpSpPr>
      <p:sp>
        <p:nvSpPr>
          <p:cNvPr id="4" name="Rectangle 3"/>
          <p:cNvSpPr/>
          <p:nvPr userDrawn="1"/>
        </p:nvSpPr>
        <p:spPr>
          <a:xfrm>
            <a:off x="6001789" y="0"/>
            <a:ext cx="618646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p:cNvSpPr>
            <a:spLocks noGrp="1"/>
          </p:cNvSpPr>
          <p:nvPr>
            <p:ph type="title" hasCustomPrompt="1"/>
          </p:nvPr>
        </p:nvSpPr>
        <p:spPr>
          <a:xfrm>
            <a:off x="344095" y="341836"/>
            <a:ext cx="5557941" cy="1325563"/>
          </a:xfrm>
        </p:spPr>
        <p:txBody>
          <a:bodyPr>
            <a:normAutofit/>
          </a:bodyPr>
          <a:lstStyle>
            <a:lvl1pPr>
              <a:defRPr sz="4400" baseline="0"/>
            </a:lvl1pPr>
          </a:lstStyle>
          <a:p>
            <a:r>
              <a:rPr lang="en-US" dirty="0"/>
              <a:t>The half &amp; half </a:t>
            </a:r>
            <a:br>
              <a:rPr lang="en-US" dirty="0"/>
            </a:br>
            <a:r>
              <a:rPr lang="en-US" dirty="0"/>
              <a:t>blank</a:t>
            </a:r>
          </a:p>
        </p:txBody>
      </p:sp>
      <p:sp>
        <p:nvSpPr>
          <p:cNvPr id="14" name="Footer Placeholder 8"/>
          <p:cNvSpPr txBox="1">
            <a:spLocks/>
          </p:cNvSpPr>
          <p:nvPr userDrawn="1"/>
        </p:nvSpPr>
        <p:spPr>
          <a:xfrm>
            <a:off x="8947029" y="6452714"/>
            <a:ext cx="3080055" cy="391291"/>
          </a:xfrm>
          <a:prstGeom prst="rect">
            <a:avLst/>
          </a:prstGeom>
        </p:spPr>
        <p:txBody>
          <a:bodyPr vert="horz" lIns="91440" tIns="45720" rIns="91440" bIns="45720" rtlCol="0" anchor="ctr"/>
          <a:lstStyle>
            <a:defPPr>
              <a:defRPr lang="en-US"/>
            </a:defPPr>
            <a:lvl1pPr marL="0" algn="l" defTabSz="914400" rtl="0" eaLnBrk="1" latinLnBrk="0" hangingPunct="1">
              <a:defRPr sz="1200" b="0" i="0" kern="1200">
                <a:solidFill>
                  <a:schemeClr val="tx1">
                    <a:lumMod val="75000"/>
                  </a:schemeClr>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922C30-C497-594A-9360-82361E9342C9}" type="slidenum">
              <a:rPr lang="en-US" sz="800" smtClean="0"/>
              <a:t>‹#›</a:t>
            </a:fld>
            <a:endParaRPr lang="en-US" sz="800" dirty="0"/>
          </a:p>
        </p:txBody>
      </p:sp>
      <p:sp>
        <p:nvSpPr>
          <p:cNvPr id="6" name="Content Placeholder 2">
            <a:extLst>
              <a:ext uri="{FF2B5EF4-FFF2-40B4-BE49-F238E27FC236}">
                <a16:creationId xmlns:a16="http://schemas.microsoft.com/office/drawing/2014/main" id="{D8972641-0A77-EA4A-8EDB-916BEA7A86B8}"/>
              </a:ext>
            </a:extLst>
          </p:cNvPr>
          <p:cNvSpPr>
            <a:spLocks noGrp="1"/>
          </p:cNvSpPr>
          <p:nvPr>
            <p:ph idx="1"/>
          </p:nvPr>
        </p:nvSpPr>
        <p:spPr>
          <a:xfrm>
            <a:off x="344095" y="1900361"/>
            <a:ext cx="5557941" cy="3794143"/>
          </a:xfrm>
          <a:prstGeom prst="rect">
            <a:avLst/>
          </a:prstGeom>
        </p:spPr>
        <p:txBody>
          <a:bodyPr>
            <a:normAutofit/>
          </a:bodyPr>
          <a:lstStyle>
            <a:lvl1pPr marL="18288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1pPr>
            <a:lvl2pPr marL="36576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2pPr>
            <a:lvl3pPr marL="54864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3pPr>
            <a:lvl4pPr marL="73152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4pPr>
            <a:lvl5pPr marL="914400" indent="-182880">
              <a:lnSpc>
                <a:spcPts val="2400"/>
              </a:lnSpc>
              <a:buFont typeface="Wingdings" charset="2"/>
              <a:buChar char="§"/>
              <a:defRPr sz="1800" b="0" i="0">
                <a:solidFill>
                  <a:schemeClr val="tx1">
                    <a:lumMod val="75000"/>
                  </a:schemeClr>
                </a:solidFill>
                <a:latin typeface="Effra Light" charset="0"/>
                <a:ea typeface="Effra Light" charset="0"/>
                <a:cs typeface="Effra Light"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51821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ue background">
    <p:bg>
      <p:bgPr>
        <a:solidFill>
          <a:schemeClr val="accent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bright blue</a:t>
            </a:r>
          </a:p>
        </p:txBody>
      </p:sp>
      <p:sp>
        <p:nvSpPr>
          <p:cNvPr id="3" name="Content Placeholder 2">
            <a:extLst>
              <a:ext uri="{FF2B5EF4-FFF2-40B4-BE49-F238E27FC236}">
                <a16:creationId xmlns:a16="http://schemas.microsoft.com/office/drawing/2014/main" id="{5679E4EE-90DA-A343-894D-9E5BE1C1C63E}"/>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5" name="Group 4">
            <a:extLst>
              <a:ext uri="{FF2B5EF4-FFF2-40B4-BE49-F238E27FC236}">
                <a16:creationId xmlns:a16="http://schemas.microsoft.com/office/drawing/2014/main" id="{CB3CFF5F-E95F-AD45-9DD9-DFBE552A6A88}"/>
              </a:ext>
            </a:extLst>
          </p:cNvPr>
          <p:cNvGrpSpPr/>
          <p:nvPr userDrawn="1"/>
        </p:nvGrpSpPr>
        <p:grpSpPr>
          <a:xfrm>
            <a:off x="131953" y="6546339"/>
            <a:ext cx="2279473" cy="186248"/>
            <a:chOff x="131953" y="6546339"/>
            <a:chExt cx="2279473" cy="186248"/>
          </a:xfrm>
        </p:grpSpPr>
        <p:sp>
          <p:nvSpPr>
            <p:cNvPr id="6" name="Footer Placeholder 4">
              <a:extLst>
                <a:ext uri="{FF2B5EF4-FFF2-40B4-BE49-F238E27FC236}">
                  <a16:creationId xmlns:a16="http://schemas.microsoft.com/office/drawing/2014/main" id="{41899673-80D8-9744-A150-BF11A38E1F92}"/>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97187DE3-395E-E043-91E2-7A642203D1FC}"/>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2745445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urple background">
    <p:bg>
      <p:bgPr>
        <a:solidFill>
          <a:srgbClr val="8D3B9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purple</a:t>
            </a:r>
          </a:p>
        </p:txBody>
      </p:sp>
      <p:sp>
        <p:nvSpPr>
          <p:cNvPr id="3" name="Content Placeholder 2">
            <a:extLst>
              <a:ext uri="{FF2B5EF4-FFF2-40B4-BE49-F238E27FC236}">
                <a16:creationId xmlns:a16="http://schemas.microsoft.com/office/drawing/2014/main" id="{9897B477-23F8-4D46-925F-49D772DE9D05}"/>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5" name="Group 4">
            <a:extLst>
              <a:ext uri="{FF2B5EF4-FFF2-40B4-BE49-F238E27FC236}">
                <a16:creationId xmlns:a16="http://schemas.microsoft.com/office/drawing/2014/main" id="{68EAEBAA-2181-0A42-B0FA-605272217F6A}"/>
              </a:ext>
            </a:extLst>
          </p:cNvPr>
          <p:cNvGrpSpPr/>
          <p:nvPr userDrawn="1"/>
        </p:nvGrpSpPr>
        <p:grpSpPr>
          <a:xfrm>
            <a:off x="131953" y="6546339"/>
            <a:ext cx="2279473" cy="186248"/>
            <a:chOff x="131953" y="6546339"/>
            <a:chExt cx="2279473" cy="186248"/>
          </a:xfrm>
        </p:grpSpPr>
        <p:sp>
          <p:nvSpPr>
            <p:cNvPr id="6" name="Footer Placeholder 4">
              <a:extLst>
                <a:ext uri="{FF2B5EF4-FFF2-40B4-BE49-F238E27FC236}">
                  <a16:creationId xmlns:a16="http://schemas.microsoft.com/office/drawing/2014/main" id="{828AB568-16D7-4C40-99EF-209C8D87ECE7}"/>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B3D11163-6A14-A940-845E-859E0BC41F2B}"/>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851137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purple background">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dark purple</a:t>
            </a:r>
          </a:p>
        </p:txBody>
      </p:sp>
      <p:sp>
        <p:nvSpPr>
          <p:cNvPr id="3" name="Content Placeholder 2">
            <a:extLst>
              <a:ext uri="{FF2B5EF4-FFF2-40B4-BE49-F238E27FC236}">
                <a16:creationId xmlns:a16="http://schemas.microsoft.com/office/drawing/2014/main" id="{84B9EF79-18C6-2743-84A7-6D8590710CB4}"/>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5" name="Group 4">
            <a:extLst>
              <a:ext uri="{FF2B5EF4-FFF2-40B4-BE49-F238E27FC236}">
                <a16:creationId xmlns:a16="http://schemas.microsoft.com/office/drawing/2014/main" id="{D9164B04-4514-9242-B582-AFD960B32738}"/>
              </a:ext>
            </a:extLst>
          </p:cNvPr>
          <p:cNvGrpSpPr/>
          <p:nvPr userDrawn="1"/>
        </p:nvGrpSpPr>
        <p:grpSpPr>
          <a:xfrm>
            <a:off x="131953" y="6546339"/>
            <a:ext cx="2279473" cy="186248"/>
            <a:chOff x="131953" y="6546339"/>
            <a:chExt cx="2279473" cy="186248"/>
          </a:xfrm>
        </p:grpSpPr>
        <p:sp>
          <p:nvSpPr>
            <p:cNvPr id="6" name="Footer Placeholder 4">
              <a:extLst>
                <a:ext uri="{FF2B5EF4-FFF2-40B4-BE49-F238E27FC236}">
                  <a16:creationId xmlns:a16="http://schemas.microsoft.com/office/drawing/2014/main" id="{DE0603A9-EA7B-394D-B063-C93A222F8252}"/>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0E1A6AD4-450C-C04B-9AFB-95FD98717E52}"/>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579911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ark purple background">
    <p:bg>
      <p:bgPr>
        <a:solidFill>
          <a:schemeClr val="accent4"/>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green</a:t>
            </a:r>
          </a:p>
        </p:txBody>
      </p:sp>
      <p:sp>
        <p:nvSpPr>
          <p:cNvPr id="3" name="Content Placeholder 2">
            <a:extLst>
              <a:ext uri="{FF2B5EF4-FFF2-40B4-BE49-F238E27FC236}">
                <a16:creationId xmlns:a16="http://schemas.microsoft.com/office/drawing/2014/main" id="{84B9EF79-18C6-2743-84A7-6D8590710CB4}"/>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5" name="Group 4">
            <a:extLst>
              <a:ext uri="{FF2B5EF4-FFF2-40B4-BE49-F238E27FC236}">
                <a16:creationId xmlns:a16="http://schemas.microsoft.com/office/drawing/2014/main" id="{CA111023-9AE6-1E42-840F-1352F5E89594}"/>
              </a:ext>
            </a:extLst>
          </p:cNvPr>
          <p:cNvGrpSpPr/>
          <p:nvPr userDrawn="1"/>
        </p:nvGrpSpPr>
        <p:grpSpPr>
          <a:xfrm>
            <a:off x="131953" y="6546339"/>
            <a:ext cx="2279473" cy="186248"/>
            <a:chOff x="131953" y="6546339"/>
            <a:chExt cx="2279473" cy="186248"/>
          </a:xfrm>
        </p:grpSpPr>
        <p:sp>
          <p:nvSpPr>
            <p:cNvPr id="6" name="Footer Placeholder 4">
              <a:extLst>
                <a:ext uri="{FF2B5EF4-FFF2-40B4-BE49-F238E27FC236}">
                  <a16:creationId xmlns:a16="http://schemas.microsoft.com/office/drawing/2014/main" id="{6F42998A-9DB5-1A4B-B633-2AE27789BF74}"/>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FCF2A222-090F-664C-BA1F-EAB2E54175A6}"/>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2716198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right blue background">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bright blue</a:t>
            </a:r>
          </a:p>
        </p:txBody>
      </p:sp>
      <p:sp>
        <p:nvSpPr>
          <p:cNvPr id="3" name="Content Placeholder 2">
            <a:extLst>
              <a:ext uri="{FF2B5EF4-FFF2-40B4-BE49-F238E27FC236}">
                <a16:creationId xmlns:a16="http://schemas.microsoft.com/office/drawing/2014/main" id="{CCC0D019-D38E-9048-A013-0531C95AE2BD}"/>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4" name="Group 3">
            <a:extLst>
              <a:ext uri="{FF2B5EF4-FFF2-40B4-BE49-F238E27FC236}">
                <a16:creationId xmlns:a16="http://schemas.microsoft.com/office/drawing/2014/main" id="{D25DA6E4-274B-3642-899B-9D467D91B933}"/>
              </a:ext>
            </a:extLst>
          </p:cNvPr>
          <p:cNvGrpSpPr/>
          <p:nvPr userDrawn="1"/>
        </p:nvGrpSpPr>
        <p:grpSpPr>
          <a:xfrm>
            <a:off x="131953" y="6546339"/>
            <a:ext cx="2279473" cy="186248"/>
            <a:chOff x="131953" y="6546339"/>
            <a:chExt cx="2279473" cy="186248"/>
          </a:xfrm>
        </p:grpSpPr>
        <p:sp>
          <p:nvSpPr>
            <p:cNvPr id="5" name="Footer Placeholder 4">
              <a:extLst>
                <a:ext uri="{FF2B5EF4-FFF2-40B4-BE49-F238E27FC236}">
                  <a16:creationId xmlns:a16="http://schemas.microsoft.com/office/drawing/2014/main" id="{DCBFC9FA-B375-F846-BA60-7D6AB60AEF29}"/>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B7F48206-796C-6749-8CEB-472F3C20041E}"/>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71753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ue background">
    <p:bg>
      <p:bgPr>
        <a:solidFill>
          <a:schemeClr val="accent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BE9C8D-E4A3-419D-BEFD-283D9E9999EC}"/>
              </a:ext>
            </a:extLst>
          </p:cNvPr>
          <p:cNvSpPr>
            <a:spLocks noGrp="1"/>
          </p:cNvSpPr>
          <p:nvPr>
            <p:ph type="title" hasCustomPrompt="1"/>
          </p:nvPr>
        </p:nvSpPr>
        <p:spPr>
          <a:xfrm>
            <a:off x="432908" y="478699"/>
            <a:ext cx="11064240" cy="1012936"/>
          </a:xfrm>
          <a:prstGeom prst="rect">
            <a:avLst/>
          </a:prstGeom>
          <a:noFill/>
          <a:ln>
            <a:noFill/>
          </a:ln>
        </p:spPr>
        <p:txBody>
          <a:bodyPr>
            <a:normAutofit/>
          </a:bodyPr>
          <a:lstStyle>
            <a:lvl1pPr>
              <a:defRPr sz="5400" b="0" i="0" baseline="0">
                <a:solidFill>
                  <a:schemeClr val="bg1"/>
                </a:solidFill>
                <a:latin typeface="Effra Light" charset="0"/>
                <a:ea typeface="Effra Light" charset="0"/>
                <a:cs typeface="Effra Light" charset="0"/>
              </a:defRPr>
            </a:lvl1pPr>
          </a:lstStyle>
          <a:p>
            <a:r>
              <a:rPr lang="en-US" dirty="0"/>
              <a:t>Colored background bright blue</a:t>
            </a:r>
          </a:p>
        </p:txBody>
      </p:sp>
      <p:sp>
        <p:nvSpPr>
          <p:cNvPr id="3" name="Content Placeholder 2">
            <a:extLst>
              <a:ext uri="{FF2B5EF4-FFF2-40B4-BE49-F238E27FC236}">
                <a16:creationId xmlns:a16="http://schemas.microsoft.com/office/drawing/2014/main" id="{5679E4EE-90DA-A343-894D-9E5BE1C1C63E}"/>
              </a:ext>
            </a:extLst>
          </p:cNvPr>
          <p:cNvSpPr>
            <a:spLocks noGrp="1"/>
          </p:cNvSpPr>
          <p:nvPr>
            <p:ph idx="1"/>
          </p:nvPr>
        </p:nvSpPr>
        <p:spPr>
          <a:xfrm>
            <a:off x="407087" y="1908312"/>
            <a:ext cx="5557941" cy="3794143"/>
          </a:xfrm>
          <a:prstGeom prst="rect">
            <a:avLst/>
          </a:prstGeom>
        </p:spPr>
        <p:txBody>
          <a:bodyPr>
            <a:normAutofit/>
          </a:bodyPr>
          <a:lstStyle>
            <a:lvl1pPr marL="0" indent="0">
              <a:lnSpc>
                <a:spcPts val="2400"/>
              </a:lnSpc>
              <a:buFont typeface="Wingdings" charset="2"/>
              <a:buNone/>
              <a:defRPr sz="2400" b="0" i="0">
                <a:solidFill>
                  <a:schemeClr val="bg1"/>
                </a:solidFill>
                <a:latin typeface="Effra Light" charset="0"/>
                <a:ea typeface="Effra Light" charset="0"/>
                <a:cs typeface="Effra Light" charset="0"/>
              </a:defRPr>
            </a:lvl1pPr>
            <a:lvl2pPr marL="182880" indent="0">
              <a:lnSpc>
                <a:spcPts val="2400"/>
              </a:lnSpc>
              <a:buFont typeface="Wingdings" charset="2"/>
              <a:buNone/>
              <a:defRPr sz="2400" b="0" i="0">
                <a:solidFill>
                  <a:schemeClr val="bg1"/>
                </a:solidFill>
                <a:latin typeface="Effra Light" charset="0"/>
                <a:ea typeface="Effra Light" charset="0"/>
                <a:cs typeface="Effra Light" charset="0"/>
              </a:defRPr>
            </a:lvl2pPr>
            <a:lvl3pPr marL="365760" indent="0">
              <a:lnSpc>
                <a:spcPts val="2400"/>
              </a:lnSpc>
              <a:buFont typeface="Wingdings" charset="2"/>
              <a:buNone/>
              <a:defRPr sz="2400" b="0" i="0">
                <a:solidFill>
                  <a:schemeClr val="bg1"/>
                </a:solidFill>
                <a:latin typeface="Effra Light" charset="0"/>
                <a:ea typeface="Effra Light" charset="0"/>
                <a:cs typeface="Effra Light" charset="0"/>
              </a:defRPr>
            </a:lvl3pPr>
            <a:lvl4pPr marL="548640" indent="0">
              <a:lnSpc>
                <a:spcPts val="2400"/>
              </a:lnSpc>
              <a:buFont typeface="Wingdings" charset="2"/>
              <a:buNone/>
              <a:defRPr sz="2400" b="0" i="0">
                <a:solidFill>
                  <a:schemeClr val="bg1"/>
                </a:solidFill>
                <a:latin typeface="Effra Light" charset="0"/>
                <a:ea typeface="Effra Light" charset="0"/>
                <a:cs typeface="Effra Light" charset="0"/>
              </a:defRPr>
            </a:lvl4pPr>
            <a:lvl5pPr marL="731520" indent="0">
              <a:lnSpc>
                <a:spcPts val="2400"/>
              </a:lnSpc>
              <a:buFont typeface="Wingdings" charset="2"/>
              <a:buNone/>
              <a:defRPr sz="2400" b="0" i="0">
                <a:solidFill>
                  <a:schemeClr val="bg1"/>
                </a:solidFill>
                <a:latin typeface="Effra Light" charset="0"/>
                <a:ea typeface="Effra Light" charset="0"/>
                <a:cs typeface="Effra Light" charset="0"/>
              </a:defRPr>
            </a:lvl5pPr>
          </a:lstStyle>
          <a:p>
            <a:pPr lvl="0"/>
            <a:r>
              <a:rPr lang="en-US" dirty="0"/>
              <a:t>Edit Master text styles</a:t>
            </a:r>
          </a:p>
        </p:txBody>
      </p:sp>
      <p:grpSp>
        <p:nvGrpSpPr>
          <p:cNvPr id="5" name="Group 4">
            <a:extLst>
              <a:ext uri="{FF2B5EF4-FFF2-40B4-BE49-F238E27FC236}">
                <a16:creationId xmlns:a16="http://schemas.microsoft.com/office/drawing/2014/main" id="{CB3CFF5F-E95F-AD45-9DD9-DFBE552A6A88}"/>
              </a:ext>
            </a:extLst>
          </p:cNvPr>
          <p:cNvGrpSpPr/>
          <p:nvPr userDrawn="1"/>
        </p:nvGrpSpPr>
        <p:grpSpPr>
          <a:xfrm>
            <a:off x="131953" y="6546339"/>
            <a:ext cx="2279473" cy="186248"/>
            <a:chOff x="131953" y="6546339"/>
            <a:chExt cx="2279473" cy="186248"/>
          </a:xfrm>
        </p:grpSpPr>
        <p:sp>
          <p:nvSpPr>
            <p:cNvPr id="6" name="Footer Placeholder 4">
              <a:extLst>
                <a:ext uri="{FF2B5EF4-FFF2-40B4-BE49-F238E27FC236}">
                  <a16:creationId xmlns:a16="http://schemas.microsoft.com/office/drawing/2014/main" id="{41899673-80D8-9744-A150-BF11A38E1F92}"/>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2019 Confidential | Cable One</a:t>
              </a:r>
              <a:endParaRPr lang="en-US" sz="500" baseline="30000" dirty="0"/>
            </a:p>
          </p:txBody>
        </p:sp>
        <p:sp>
          <p:nvSpPr>
            <p:cNvPr id="7" name="TextBox 6">
              <a:extLst>
                <a:ext uri="{FF2B5EF4-FFF2-40B4-BE49-F238E27FC236}">
                  <a16:creationId xmlns:a16="http://schemas.microsoft.com/office/drawing/2014/main" id="{97187DE3-395E-E043-91E2-7A642203D1FC}"/>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bg1"/>
                  </a:solidFill>
                  <a:latin typeface="Effra" panose="02000506080000020004" pitchFamily="2" charset="77"/>
                </a:rPr>
                <a:t>TM</a:t>
              </a:r>
              <a:endParaRPr lang="en-US" sz="400" dirty="0">
                <a:solidFill>
                  <a:schemeClr val="bg1"/>
                </a:solidFill>
                <a:latin typeface="Effra" panose="02000506080000020004" pitchFamily="2" charset="77"/>
              </a:endParaRPr>
            </a:p>
          </p:txBody>
        </p:sp>
      </p:grpSp>
    </p:spTree>
    <p:extLst>
      <p:ext uri="{BB962C8B-B14F-4D97-AF65-F5344CB8AC3E}">
        <p14:creationId xmlns:p14="http://schemas.microsoft.com/office/powerpoint/2010/main" val="1248067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Blank)">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18BD62-3C0B-48C6-BB6C-04A0AF9DF8F3}"/>
              </a:ext>
            </a:extLst>
          </p:cNvPr>
          <p:cNvSpPr>
            <a:spLocks noGrp="1"/>
          </p:cNvSpPr>
          <p:nvPr>
            <p:ph idx="1"/>
          </p:nvPr>
        </p:nvSpPr>
        <p:spPr>
          <a:xfrm>
            <a:off x="422517" y="1513491"/>
            <a:ext cx="11064240" cy="4181014"/>
          </a:xfrm>
          <a:prstGeom prst="rect">
            <a:avLst/>
          </a:prstGeom>
        </p:spPr>
        <p:txBody>
          <a:bodyPr>
            <a:normAutofit/>
          </a:bodyPr>
          <a:lstStyle>
            <a:lvl1pPr marL="18288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1pPr>
            <a:lvl2pPr marL="36576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2pPr>
            <a:lvl3pPr marL="54864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3pPr>
            <a:lvl4pPr marL="73152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4pPr>
            <a:lvl5pPr marL="914400" indent="-182880">
              <a:lnSpc>
                <a:spcPts val="3800"/>
              </a:lnSpc>
              <a:buFont typeface="Wingdings" charset="2"/>
              <a:buChar char="§"/>
              <a:defRPr sz="2800" b="0" i="0">
                <a:solidFill>
                  <a:schemeClr val="tx1">
                    <a:lumMod val="75000"/>
                  </a:schemeClr>
                </a:solidFill>
                <a:latin typeface="Effra Light" charset="0"/>
                <a:ea typeface="Effra Light" charset="0"/>
                <a:cs typeface="Effra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F1719F16-5A02-4350-8BC0-7620C05E8FBD}"/>
              </a:ext>
            </a:extLst>
          </p:cNvPr>
          <p:cNvCxnSpPr/>
          <p:nvPr userDrawn="1"/>
        </p:nvCxnSpPr>
        <p:spPr>
          <a:xfrm>
            <a:off x="0" y="1190298"/>
            <a:ext cx="12192000" cy="0"/>
          </a:xfrm>
          <a:prstGeom prst="line">
            <a:avLst/>
          </a:prstGeom>
          <a:ln w="4445">
            <a:solidFill>
              <a:schemeClr val="tx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422517" y="187928"/>
            <a:ext cx="11064240" cy="1325563"/>
          </a:xfrm>
          <a:prstGeom prst="rect">
            <a:avLst/>
          </a:prstGeom>
        </p:spPr>
        <p:txBody>
          <a:bodyPr/>
          <a:lstStyle/>
          <a:p>
            <a:r>
              <a:rPr lang="en-US"/>
              <a:t>Click to edit Master title style</a:t>
            </a:r>
          </a:p>
        </p:txBody>
      </p:sp>
      <p:sp>
        <p:nvSpPr>
          <p:cNvPr id="7" name="Footer Placeholder 8"/>
          <p:cNvSpPr txBox="1">
            <a:spLocks/>
          </p:cNvSpPr>
          <p:nvPr userDrawn="1"/>
        </p:nvSpPr>
        <p:spPr>
          <a:xfrm>
            <a:off x="8947029" y="6452714"/>
            <a:ext cx="3080055" cy="391291"/>
          </a:xfrm>
          <a:prstGeom prst="rect">
            <a:avLst/>
          </a:prstGeom>
        </p:spPr>
        <p:txBody>
          <a:bodyPr vert="horz" lIns="91440" tIns="45720" rIns="91440" bIns="45720" rtlCol="0" anchor="ctr"/>
          <a:lstStyle>
            <a:defPPr>
              <a:defRPr lang="en-US"/>
            </a:defPPr>
            <a:lvl1pPr marL="0" algn="l" defTabSz="914400" rtl="0" eaLnBrk="1" latinLnBrk="0" hangingPunct="1">
              <a:defRPr sz="1200" b="0" i="0" kern="1200">
                <a:solidFill>
                  <a:schemeClr val="tx1">
                    <a:lumMod val="75000"/>
                  </a:schemeClr>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922C30-C497-594A-9360-82361E9342C9}" type="slidenum">
              <a:rPr lang="en-US" sz="800" smtClean="0"/>
              <a:t>‹#›</a:t>
            </a:fld>
            <a:endParaRPr lang="en-US" sz="800"/>
          </a:p>
        </p:txBody>
      </p:sp>
    </p:spTree>
    <p:extLst>
      <p:ext uri="{BB962C8B-B14F-4D97-AF65-F5344CB8AC3E}">
        <p14:creationId xmlns:p14="http://schemas.microsoft.com/office/powerpoint/2010/main" val="5596640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7"/>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Bottom Bar</a:t>
            </a:r>
          </a:p>
        </p:txBody>
      </p:sp>
    </p:spTree>
    <p:extLst>
      <p:ext uri="{BB962C8B-B14F-4D97-AF65-F5344CB8AC3E}">
        <p14:creationId xmlns:p14="http://schemas.microsoft.com/office/powerpoint/2010/main" val="140237027"/>
      </p:ext>
    </p:extLst>
  </p:cSld>
  <p:clrMap bg1="lt1" tx1="dk1" bg2="lt2" tx2="dk2" accent1="accent1" accent2="accent2" accent3="accent3" accent4="accent4" accent5="accent5" accent6="accent6" hlink="hlink" folHlink="folHlink"/>
  <p:sldLayoutIdLst>
    <p:sldLayoutId id="2147483665" r:id="rId1"/>
    <p:sldLayoutId id="2147483667" r:id="rId2"/>
  </p:sldLayoutIdLst>
  <p:txStyles>
    <p:titleStyle>
      <a:lvl1pPr algn="l" defTabSz="914400" rtl="0" eaLnBrk="1" latinLnBrk="0" hangingPunct="1">
        <a:lnSpc>
          <a:spcPct val="90000"/>
        </a:lnSpc>
        <a:spcBef>
          <a:spcPct val="0"/>
        </a:spcBef>
        <a:buNone/>
        <a:defRPr sz="5400" b="0" i="0" kern="1200" baseline="0">
          <a:solidFill>
            <a:schemeClr val="accent2"/>
          </a:solidFill>
          <a:latin typeface="Effra Light" charset="0"/>
          <a:ea typeface="Effra Light" charset="0"/>
          <a:cs typeface="Effra Light"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 Placeholder 4"/>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7"/>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Content slides</a:t>
            </a:r>
          </a:p>
        </p:txBody>
      </p:sp>
      <p:sp>
        <p:nvSpPr>
          <p:cNvPr id="16" name="Footer Placeholder 8"/>
          <p:cNvSpPr txBox="1">
            <a:spLocks/>
          </p:cNvSpPr>
          <p:nvPr userDrawn="1"/>
        </p:nvSpPr>
        <p:spPr>
          <a:xfrm>
            <a:off x="8947029" y="6452714"/>
            <a:ext cx="3080055" cy="391291"/>
          </a:xfrm>
          <a:prstGeom prst="rect">
            <a:avLst/>
          </a:prstGeom>
        </p:spPr>
        <p:txBody>
          <a:bodyPr vert="horz" lIns="91440" tIns="45720" rIns="91440" bIns="45720" rtlCol="0" anchor="ctr"/>
          <a:lstStyle>
            <a:defPPr>
              <a:defRPr lang="en-US"/>
            </a:defPPr>
            <a:lvl1pPr marL="0" algn="l" defTabSz="914400" rtl="0" eaLnBrk="1" latinLnBrk="0" hangingPunct="1">
              <a:defRPr sz="1200" b="0" i="0" kern="1200">
                <a:solidFill>
                  <a:schemeClr val="tx1">
                    <a:lumMod val="75000"/>
                  </a:schemeClr>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0922C30-C497-594A-9360-82361E9342C9}" type="slidenum">
              <a:rPr lang="en-US" sz="800" smtClean="0"/>
              <a:t>‹#›</a:t>
            </a:fld>
            <a:endParaRPr lang="en-US" sz="800" dirty="0"/>
          </a:p>
        </p:txBody>
      </p:sp>
      <p:sp>
        <p:nvSpPr>
          <p:cNvPr id="19" name="Footer Placeholder 18"/>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grpSp>
        <p:nvGrpSpPr>
          <p:cNvPr id="9" name="Group 8">
            <a:extLst>
              <a:ext uri="{FF2B5EF4-FFF2-40B4-BE49-F238E27FC236}">
                <a16:creationId xmlns:a16="http://schemas.microsoft.com/office/drawing/2014/main" id="{B5146C79-9FFB-B14D-8A2C-500AA118E141}"/>
              </a:ext>
            </a:extLst>
          </p:cNvPr>
          <p:cNvGrpSpPr/>
          <p:nvPr userDrawn="1"/>
        </p:nvGrpSpPr>
        <p:grpSpPr>
          <a:xfrm>
            <a:off x="131953" y="6546339"/>
            <a:ext cx="2279473" cy="186248"/>
            <a:chOff x="131953" y="6546339"/>
            <a:chExt cx="2279473" cy="186248"/>
          </a:xfrm>
        </p:grpSpPr>
        <p:sp>
          <p:nvSpPr>
            <p:cNvPr id="10" name="Footer Placeholder 4">
              <a:extLst>
                <a:ext uri="{FF2B5EF4-FFF2-40B4-BE49-F238E27FC236}">
                  <a16:creationId xmlns:a16="http://schemas.microsoft.com/office/drawing/2014/main" id="{B6D950C2-8930-F54C-B466-B1BEC55BC4B3}"/>
                </a:ext>
              </a:extLst>
            </p:cNvPr>
            <p:cNvSpPr txBox="1">
              <a:spLocks/>
            </p:cNvSpPr>
            <p:nvPr/>
          </p:nvSpPr>
          <p:spPr>
            <a:xfrm>
              <a:off x="131953" y="6549707"/>
              <a:ext cx="1599743" cy="182880"/>
            </a:xfrm>
            <a:prstGeom prst="rect">
              <a:avLst/>
            </a:prstGeom>
          </p:spPr>
          <p:txBody>
            <a:bodyPr anchor="t"/>
            <a:lstStyle>
              <a:defPPr>
                <a:defRPr lang="en-US"/>
              </a:defPPr>
              <a:lvl1pPr marL="0" algn="l" defTabSz="914400" rtl="0" eaLnBrk="1" latinLnBrk="0" hangingPunct="1">
                <a:defRPr sz="800" b="0" i="0" kern="1200">
                  <a:solidFill>
                    <a:schemeClr val="bg1"/>
                  </a:solidFill>
                  <a:latin typeface="Effra Light" charset="0"/>
                  <a:ea typeface="Effra Light" charset="0"/>
                  <a:cs typeface="Effra Light"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rPr>
                <a:t>© 2019 Confidential | Cable One</a:t>
              </a:r>
              <a:endParaRPr lang="en-US" sz="500" baseline="30000" dirty="0">
                <a:solidFill>
                  <a:schemeClr val="tx1"/>
                </a:solidFill>
              </a:endParaRPr>
            </a:p>
          </p:txBody>
        </p:sp>
        <p:sp>
          <p:nvSpPr>
            <p:cNvPr id="11" name="TextBox 10">
              <a:extLst>
                <a:ext uri="{FF2B5EF4-FFF2-40B4-BE49-F238E27FC236}">
                  <a16:creationId xmlns:a16="http://schemas.microsoft.com/office/drawing/2014/main" id="{C8519BCD-C2F2-0741-A3CB-EDB39C9A1337}"/>
                </a:ext>
              </a:extLst>
            </p:cNvPr>
            <p:cNvSpPr txBox="1"/>
            <p:nvPr userDrawn="1"/>
          </p:nvSpPr>
          <p:spPr>
            <a:xfrm>
              <a:off x="1497026" y="6546339"/>
              <a:ext cx="914400" cy="153888"/>
            </a:xfrm>
            <a:prstGeom prst="rect">
              <a:avLst/>
            </a:prstGeom>
            <a:noFill/>
          </p:spPr>
          <p:txBody>
            <a:bodyPr wrap="square" rtlCol="0">
              <a:spAutoFit/>
            </a:bodyPr>
            <a:lstStyle/>
            <a:p>
              <a:r>
                <a:rPr lang="en-US" sz="400" baseline="30000" dirty="0">
                  <a:solidFill>
                    <a:schemeClr val="tx1"/>
                  </a:solidFill>
                  <a:latin typeface="Effra" panose="02000506080000020004" pitchFamily="2" charset="77"/>
                </a:rPr>
                <a:t>TM</a:t>
              </a:r>
              <a:endParaRPr lang="en-US" sz="400" dirty="0">
                <a:solidFill>
                  <a:schemeClr val="tx1"/>
                </a:solidFill>
                <a:latin typeface="Effra" panose="02000506080000020004" pitchFamily="2" charset="77"/>
              </a:endParaRPr>
            </a:p>
          </p:txBody>
        </p:sp>
      </p:grpSp>
    </p:spTree>
    <p:extLst>
      <p:ext uri="{BB962C8B-B14F-4D97-AF65-F5344CB8AC3E}">
        <p14:creationId xmlns:p14="http://schemas.microsoft.com/office/powerpoint/2010/main" val="1804372838"/>
      </p:ext>
    </p:extLst>
  </p:cSld>
  <p:clrMap bg1="lt1" tx1="dk1" bg2="lt2" tx2="dk2" accent1="accent1" accent2="accent2" accent3="accent3" accent4="accent4" accent5="accent5" accent6="accent6" hlink="hlink" folHlink="folHlink"/>
  <p:sldLayoutIdLst>
    <p:sldLayoutId id="2147483650" r:id="rId1"/>
    <p:sldLayoutId id="2147483660" r:id="rId2"/>
    <p:sldLayoutId id="2147483669" r:id="rId3"/>
    <p:sldLayoutId id="2147483678" r:id="rId4"/>
  </p:sldLayoutIdLst>
  <p:hf hdr="0" dt="0"/>
  <p:txStyles>
    <p:titleStyle>
      <a:lvl1pPr algn="l" defTabSz="914400" rtl="0" eaLnBrk="1" latinLnBrk="0" hangingPunct="1">
        <a:lnSpc>
          <a:spcPct val="90000"/>
        </a:lnSpc>
        <a:spcBef>
          <a:spcPct val="0"/>
        </a:spcBef>
        <a:buNone/>
        <a:defRPr sz="5400" b="0" i="0" kern="1200">
          <a:solidFill>
            <a:srgbClr val="353091"/>
          </a:solidFill>
          <a:latin typeface="Effra Light" charset="0"/>
          <a:ea typeface="Effra Light" charset="0"/>
          <a:cs typeface="Effra Light" charset="0"/>
        </a:defRPr>
      </a:lvl1pPr>
    </p:titleStyle>
    <p:bodyStyle>
      <a:lvl1pPr marL="228600" indent="-228600" algn="l" defTabSz="914400" rtl="0" eaLnBrk="1" latinLnBrk="0" hangingPunct="1">
        <a:lnSpc>
          <a:spcPct val="90000"/>
        </a:lnSpc>
        <a:spcBef>
          <a:spcPts val="1000"/>
        </a:spcBef>
        <a:buFont typeface="Wingdings" pitchFamily="2" charset="2"/>
        <a:buChar char="§"/>
        <a:defRPr sz="2800" b="0" i="0" kern="1200">
          <a:solidFill>
            <a:schemeClr val="tx1">
              <a:lumMod val="75000"/>
            </a:schemeClr>
          </a:solidFill>
          <a:latin typeface="Effra Light" charset="0"/>
          <a:ea typeface="Effra Light" charset="0"/>
          <a:cs typeface="Effra Light" charset="0"/>
        </a:defRPr>
      </a:lvl1pPr>
      <a:lvl2pPr marL="685800" indent="-228600" algn="l" defTabSz="914400" rtl="0" eaLnBrk="1" latinLnBrk="0" hangingPunct="1">
        <a:lnSpc>
          <a:spcPct val="90000"/>
        </a:lnSpc>
        <a:spcBef>
          <a:spcPts val="500"/>
        </a:spcBef>
        <a:buFont typeface="Wingdings" pitchFamily="2" charset="2"/>
        <a:buChar char="§"/>
        <a:defRPr sz="2400" b="0" i="0" kern="1200">
          <a:solidFill>
            <a:schemeClr val="tx1">
              <a:lumMod val="75000"/>
            </a:schemeClr>
          </a:solidFill>
          <a:latin typeface="Effra Light" charset="0"/>
          <a:ea typeface="Effra Light" charset="0"/>
          <a:cs typeface="Effra Light" charset="0"/>
        </a:defRPr>
      </a:lvl2pPr>
      <a:lvl3pPr marL="1143000" indent="-228600" algn="l" defTabSz="914400" rtl="0" eaLnBrk="1" latinLnBrk="0" hangingPunct="1">
        <a:lnSpc>
          <a:spcPct val="90000"/>
        </a:lnSpc>
        <a:spcBef>
          <a:spcPts val="500"/>
        </a:spcBef>
        <a:buFont typeface="Wingdings" pitchFamily="2" charset="2"/>
        <a:buChar char="§"/>
        <a:defRPr sz="2000" b="0" i="0" kern="1200">
          <a:solidFill>
            <a:schemeClr val="tx1">
              <a:lumMod val="75000"/>
            </a:schemeClr>
          </a:solidFill>
          <a:latin typeface="Effra Light" charset="0"/>
          <a:ea typeface="Effra Light" charset="0"/>
          <a:cs typeface="Effra Light" charset="0"/>
        </a:defRPr>
      </a:lvl3pPr>
      <a:lvl4pPr marL="1600200" indent="-228600" algn="l" defTabSz="914400" rtl="0" eaLnBrk="1" latinLnBrk="0" hangingPunct="1">
        <a:lnSpc>
          <a:spcPct val="90000"/>
        </a:lnSpc>
        <a:spcBef>
          <a:spcPts val="500"/>
        </a:spcBef>
        <a:buFont typeface="Wingdings" pitchFamily="2" charset="2"/>
        <a:buChar char="§"/>
        <a:defRPr sz="1800" b="0" i="0" kern="1200">
          <a:solidFill>
            <a:schemeClr val="tx1">
              <a:lumMod val="75000"/>
            </a:schemeClr>
          </a:solidFill>
          <a:latin typeface="Effra Light" charset="0"/>
          <a:ea typeface="Effra Light" charset="0"/>
          <a:cs typeface="Effra Light" charset="0"/>
        </a:defRPr>
      </a:lvl4pPr>
      <a:lvl5pPr marL="2057400" indent="-228600" algn="l" defTabSz="914400" rtl="0" eaLnBrk="1" latinLnBrk="0" hangingPunct="1">
        <a:lnSpc>
          <a:spcPct val="90000"/>
        </a:lnSpc>
        <a:spcBef>
          <a:spcPts val="500"/>
        </a:spcBef>
        <a:buFont typeface="Wingdings" pitchFamily="2" charset="2"/>
        <a:buChar char="§"/>
        <a:defRPr sz="1800" b="0" i="0" kern="1200">
          <a:solidFill>
            <a:schemeClr val="tx1">
              <a:lumMod val="75000"/>
            </a:schemeClr>
          </a:solidFill>
          <a:latin typeface="Effra Light" charset="0"/>
          <a:ea typeface="Effra Light" charset="0"/>
          <a:cs typeface="Effra Light"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Background slides</a:t>
            </a:r>
          </a:p>
        </p:txBody>
      </p:sp>
    </p:spTree>
    <p:extLst>
      <p:ext uri="{BB962C8B-B14F-4D97-AF65-F5344CB8AC3E}">
        <p14:creationId xmlns:p14="http://schemas.microsoft.com/office/powerpoint/2010/main" val="190974798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7" r:id="rId3"/>
    <p:sldLayoutId id="2147483679" r:id="rId4"/>
    <p:sldLayoutId id="2147483673" r:id="rId5"/>
    <p:sldLayoutId id="2147483682" r:id="rId6"/>
  </p:sldLayoutIdLst>
  <p:hf hdr="0" dt="0"/>
  <p:txStyles>
    <p:titleStyle>
      <a:lvl1pPr algn="l" defTabSz="914400" rtl="0" eaLnBrk="1" latinLnBrk="0" hangingPunct="1">
        <a:lnSpc>
          <a:spcPct val="90000"/>
        </a:lnSpc>
        <a:spcBef>
          <a:spcPct val="0"/>
        </a:spcBef>
        <a:buNone/>
        <a:defRPr sz="5400" b="0" i="0" kern="1200">
          <a:solidFill>
            <a:schemeClr val="tx2"/>
          </a:solidFill>
          <a:latin typeface="Effra Light" charset="0"/>
          <a:ea typeface="Effra Light" charset="0"/>
          <a:cs typeface="Effra Light" charset="0"/>
        </a:defRPr>
      </a:lvl1pPr>
    </p:titleStyle>
    <p:bodyStyle>
      <a:lvl1pPr marL="228600" indent="-228600" algn="l" defTabSz="914400" rtl="0" eaLnBrk="1" latinLnBrk="0" hangingPunct="1">
        <a:lnSpc>
          <a:spcPct val="90000"/>
        </a:lnSpc>
        <a:spcBef>
          <a:spcPts val="1000"/>
        </a:spcBef>
        <a:buFont typeface="Wingdings" charset="2"/>
        <a:buChar char="§"/>
        <a:defRPr sz="2800" b="0" i="0" kern="1200">
          <a:solidFill>
            <a:schemeClr val="tx1">
              <a:lumMod val="75000"/>
            </a:schemeClr>
          </a:solidFill>
          <a:latin typeface="Effra Light" charset="0"/>
          <a:ea typeface="Effra Light" charset="0"/>
          <a:cs typeface="Effra Light" charset="0"/>
        </a:defRPr>
      </a:lvl1pPr>
      <a:lvl2pPr marL="685800" indent="-228600" algn="l" defTabSz="914400" rtl="0" eaLnBrk="1" latinLnBrk="0" hangingPunct="1">
        <a:lnSpc>
          <a:spcPct val="90000"/>
        </a:lnSpc>
        <a:spcBef>
          <a:spcPts val="500"/>
        </a:spcBef>
        <a:buFont typeface="Wingdings" charset="2"/>
        <a:buChar char="§"/>
        <a:defRPr sz="2400" b="0" i="0" kern="1200">
          <a:solidFill>
            <a:schemeClr val="tx1">
              <a:lumMod val="75000"/>
            </a:schemeClr>
          </a:solidFill>
          <a:latin typeface="Effra Light" charset="0"/>
          <a:ea typeface="Effra Light" charset="0"/>
          <a:cs typeface="Effra Light" charset="0"/>
        </a:defRPr>
      </a:lvl2pPr>
      <a:lvl3pPr marL="1143000" indent="-228600" algn="l" defTabSz="914400" rtl="0" eaLnBrk="1" latinLnBrk="0" hangingPunct="1">
        <a:lnSpc>
          <a:spcPct val="90000"/>
        </a:lnSpc>
        <a:spcBef>
          <a:spcPts val="500"/>
        </a:spcBef>
        <a:buFont typeface="Wingdings" charset="2"/>
        <a:buChar char="§"/>
        <a:defRPr sz="2000" b="0" i="0" kern="1200">
          <a:solidFill>
            <a:schemeClr val="tx1">
              <a:lumMod val="75000"/>
            </a:schemeClr>
          </a:solidFill>
          <a:latin typeface="Effra Light" charset="0"/>
          <a:ea typeface="Effra Light" charset="0"/>
          <a:cs typeface="Effra Light" charset="0"/>
        </a:defRPr>
      </a:lvl3pPr>
      <a:lvl4pPr marL="1600200" indent="-228600" algn="l" defTabSz="914400" rtl="0" eaLnBrk="1" latinLnBrk="0" hangingPunct="1">
        <a:lnSpc>
          <a:spcPct val="90000"/>
        </a:lnSpc>
        <a:spcBef>
          <a:spcPts val="500"/>
        </a:spcBef>
        <a:buFont typeface="Wingdings" charset="2"/>
        <a:buChar char="§"/>
        <a:defRPr sz="1800" b="0" i="0" kern="1200">
          <a:solidFill>
            <a:schemeClr val="tx1">
              <a:lumMod val="75000"/>
            </a:schemeClr>
          </a:solidFill>
          <a:latin typeface="Effra Light" charset="0"/>
          <a:ea typeface="Effra Light" charset="0"/>
          <a:cs typeface="Effra Light" charset="0"/>
        </a:defRPr>
      </a:lvl4pPr>
      <a:lvl5pPr marL="2057400" indent="-228600" algn="l" defTabSz="914400" rtl="0" eaLnBrk="1" latinLnBrk="0" hangingPunct="1">
        <a:lnSpc>
          <a:spcPct val="90000"/>
        </a:lnSpc>
        <a:spcBef>
          <a:spcPts val="500"/>
        </a:spcBef>
        <a:buFont typeface="Wingdings" charset="2"/>
        <a:buChar char="§"/>
        <a:defRPr sz="1800" b="0" i="0" kern="1200">
          <a:solidFill>
            <a:schemeClr val="tx1">
              <a:lumMod val="75000"/>
            </a:schemeClr>
          </a:solidFill>
          <a:latin typeface="Effra Light" charset="0"/>
          <a:ea typeface="Effra Light" charset="0"/>
          <a:cs typeface="Effra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xml"/><Relationship Id="rId7" Type="http://schemas.openxmlformats.org/officeDocument/2006/relationships/notesSlide" Target="../notesSlides/notesSlide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2.xml"/><Relationship Id="rId11" Type="http://schemas.openxmlformats.org/officeDocument/2006/relationships/image" Target="../media/image8.emf"/><Relationship Id="rId5" Type="http://schemas.openxmlformats.org/officeDocument/2006/relationships/tags" Target="../tags/tag5.xml"/><Relationship Id="rId10" Type="http://schemas.openxmlformats.org/officeDocument/2006/relationships/image" Target="../media/image7.png"/><Relationship Id="rId4" Type="http://schemas.openxmlformats.org/officeDocument/2006/relationships/tags" Target="../tags/tag4.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13.png"/><Relationship Id="rId3" Type="http://schemas.openxmlformats.org/officeDocument/2006/relationships/tags" Target="../tags/tag8.xml"/><Relationship Id="rId7" Type="http://schemas.openxmlformats.org/officeDocument/2006/relationships/slideLayout" Target="../slideLayouts/slideLayout12.xml"/><Relationship Id="rId12" Type="http://schemas.openxmlformats.org/officeDocument/2006/relationships/image" Target="../media/image12.emf"/><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11.png"/><Relationship Id="rId5" Type="http://schemas.openxmlformats.org/officeDocument/2006/relationships/tags" Target="../tags/tag10.xml"/><Relationship Id="rId10" Type="http://schemas.openxmlformats.org/officeDocument/2006/relationships/image" Target="../media/image10.png"/><Relationship Id="rId4" Type="http://schemas.openxmlformats.org/officeDocument/2006/relationships/tags" Target="../tags/tag9.xml"/><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7.jpe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7.jpe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7.jpeg"/><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7.jpeg"/><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2FC855-046F-0D48-A04E-A3DF12FCFF85}"/>
              </a:ext>
            </a:extLst>
          </p:cNvPr>
          <p:cNvPicPr>
            <a:picLocks noChangeAspect="1"/>
          </p:cNvPicPr>
          <p:nvPr/>
        </p:nvPicPr>
        <p:blipFill rotWithShape="1">
          <a:blip r:embed="rId2">
            <a:extLst>
              <a:ext uri="{28A0092B-C50C-407E-A947-70E740481C1C}">
                <a14:useLocalDpi xmlns:a14="http://schemas.microsoft.com/office/drawing/2010/main" val="0"/>
              </a:ext>
            </a:extLst>
          </a:blip>
          <a:srcRect r="37919"/>
          <a:stretch/>
        </p:blipFill>
        <p:spPr>
          <a:xfrm>
            <a:off x="0" y="0"/>
            <a:ext cx="6386286" cy="6858000"/>
          </a:xfrm>
          <a:prstGeom prst="rect">
            <a:avLst/>
          </a:prstGeom>
        </p:spPr>
      </p:pic>
      <p:sp>
        <p:nvSpPr>
          <p:cNvPr id="3" name="Title 2"/>
          <p:cNvSpPr>
            <a:spLocks noGrp="1"/>
          </p:cNvSpPr>
          <p:nvPr>
            <p:ph type="title"/>
          </p:nvPr>
        </p:nvSpPr>
        <p:spPr>
          <a:xfrm>
            <a:off x="6573079" y="384313"/>
            <a:ext cx="5446643" cy="4135436"/>
          </a:xfrm>
          <a:noFill/>
          <a:ln>
            <a:noFill/>
          </a:ln>
        </p:spPr>
        <p:txBody>
          <a:bodyPr vert="horz" lIns="91440" tIns="45720" rIns="91440" bIns="45720" rtlCol="0" anchor="ctr">
            <a:noAutofit/>
          </a:bodyPr>
          <a:lstStyle/>
          <a:p>
            <a:r>
              <a:rPr lang="en-US" dirty="0"/>
              <a:t>Oracle Cloud ERP</a:t>
            </a:r>
            <a:br>
              <a:rPr lang="en-US" dirty="0"/>
            </a:br>
            <a:br>
              <a:rPr lang="en-US" dirty="0"/>
            </a:br>
            <a:br>
              <a:rPr lang="en-US" dirty="0"/>
            </a:br>
            <a:r>
              <a:rPr lang="en-US" dirty="0"/>
              <a:t>Managing My Receipts</a:t>
            </a:r>
          </a:p>
        </p:txBody>
      </p:sp>
      <p:pic>
        <p:nvPicPr>
          <p:cNvPr id="5" name="Picture 4">
            <a:extLst>
              <a:ext uri="{FF2B5EF4-FFF2-40B4-BE49-F238E27FC236}">
                <a16:creationId xmlns:a16="http://schemas.microsoft.com/office/drawing/2014/main" id="{91721609-4435-1143-A313-6ABCD0DE9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1370" y="5972767"/>
            <a:ext cx="2680830" cy="406535"/>
          </a:xfrm>
          <a:prstGeom prst="rect">
            <a:avLst/>
          </a:prstGeom>
        </p:spPr>
      </p:pic>
    </p:spTree>
    <p:extLst>
      <p:ext uri="{BB962C8B-B14F-4D97-AF65-F5344CB8AC3E}">
        <p14:creationId xmlns:p14="http://schemas.microsoft.com/office/powerpoint/2010/main" val="1601712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2"/>
                </a:solidFill>
              </a:rPr>
              <a:t>Welcome</a:t>
            </a:r>
          </a:p>
        </p:txBody>
      </p:sp>
      <p:sp>
        <p:nvSpPr>
          <p:cNvPr id="8" name="Content Placeholder 13">
            <a:extLst>
              <a:ext uri="{FF2B5EF4-FFF2-40B4-BE49-F238E27FC236}">
                <a16:creationId xmlns:a16="http://schemas.microsoft.com/office/drawing/2014/main" id="{03098FDC-B654-44AF-9455-F4902D799312}"/>
              </a:ext>
            </a:extLst>
          </p:cNvPr>
          <p:cNvSpPr>
            <a:spLocks noGrp="1"/>
          </p:cNvSpPr>
          <p:nvPr>
            <p:ph idx="1"/>
          </p:nvPr>
        </p:nvSpPr>
        <p:spPr>
          <a:xfrm>
            <a:off x="422517" y="1513491"/>
            <a:ext cx="11064240" cy="4181014"/>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Please briefly share the following information about yourself:</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Name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Department and Role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One non work-related fun fact about you</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Your familiarity with the Oracle ERP system</a:t>
            </a:r>
          </a:p>
          <a:p>
            <a:pPr marL="461963" indent="-461963">
              <a:lnSpc>
                <a:spcPct val="100000"/>
              </a:lnSpc>
              <a:spcAft>
                <a:spcPts val="300"/>
              </a:spcAft>
              <a:buClr>
                <a:schemeClr val="accent1">
                  <a:lumMod val="50000"/>
                </a:schemeClr>
              </a:buClr>
              <a:buFont typeface="Wingdings" panose="05000000000000000000" pitchFamily="2" charset="2"/>
            </a:pPr>
            <a:endParaRPr lang="en-US" dirty="0"/>
          </a:p>
          <a:p>
            <a:pPr marL="461963" indent="-461963">
              <a:lnSpc>
                <a:spcPct val="100000"/>
              </a:lnSpc>
              <a:spcAft>
                <a:spcPts val="300"/>
              </a:spcAft>
              <a:buClr>
                <a:schemeClr val="accent1">
                  <a:lumMod val="50000"/>
                </a:schemeClr>
              </a:buClr>
              <a:buFont typeface="Wingdings" panose="05000000000000000000" pitchFamily="2" charset="2"/>
            </a:pPr>
            <a:endParaRPr lang="en-US" dirty="0"/>
          </a:p>
        </p:txBody>
      </p:sp>
      <p:pic>
        <p:nvPicPr>
          <p:cNvPr id="9" name="Picture 8">
            <a:extLst>
              <a:ext uri="{FF2B5EF4-FFF2-40B4-BE49-F238E27FC236}">
                <a16:creationId xmlns:a16="http://schemas.microsoft.com/office/drawing/2014/main" id="{4DEF8C7D-6CCA-4067-AEB0-135BE8B9708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224152" y="4707393"/>
            <a:ext cx="2262605" cy="1505989"/>
          </a:xfrm>
          <a:prstGeom prst="rect">
            <a:avLst/>
          </a:prstGeom>
        </p:spPr>
      </p:pic>
    </p:spTree>
    <p:extLst>
      <p:ext uri="{BB962C8B-B14F-4D97-AF65-F5344CB8AC3E}">
        <p14:creationId xmlns:p14="http://schemas.microsoft.com/office/powerpoint/2010/main" val="1778567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3"/>
          <p:cNvSpPr txBox="1">
            <a:spLocks noChangeArrowheads="1"/>
          </p:cNvSpPr>
          <p:nvPr/>
        </p:nvSpPr>
        <p:spPr bwMode="auto">
          <a:xfrm>
            <a:off x="2972746" y="2126983"/>
            <a:ext cx="3284537" cy="646331"/>
          </a:xfrm>
          <a:prstGeom prst="rect">
            <a:avLst/>
          </a:prstGeom>
          <a:noFill/>
          <a:ln w="9525" algn="ctr">
            <a:noFill/>
            <a:miter lim="800000"/>
            <a:headEnd/>
            <a:tailEnd/>
          </a:ln>
        </p:spPr>
        <p:txBody>
          <a:bodyPr anchor="ct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Help manage activities by starting and stopping on time</a:t>
            </a:r>
          </a:p>
        </p:txBody>
      </p:sp>
      <p:sp>
        <p:nvSpPr>
          <p:cNvPr id="6147" name="Text Box 6"/>
          <p:cNvSpPr txBox="1">
            <a:spLocks noChangeArrowheads="1"/>
          </p:cNvSpPr>
          <p:nvPr/>
        </p:nvSpPr>
        <p:spPr bwMode="auto">
          <a:xfrm>
            <a:off x="7719000" y="4249368"/>
            <a:ext cx="3284537" cy="646331"/>
          </a:xfrm>
          <a:prstGeom prst="rect">
            <a:avLst/>
          </a:prstGeom>
          <a:noFill/>
          <a:ln w="9525" algn="ctr">
            <a:noFill/>
            <a:miter lim="800000"/>
            <a:headEnd/>
            <a:tailEnd/>
          </a:ln>
        </p:spPr>
        <p:txBody>
          <a:bodyPr anchor="ct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Actively listen and participate in presentations</a:t>
            </a:r>
          </a:p>
        </p:txBody>
      </p:sp>
      <p:sp>
        <p:nvSpPr>
          <p:cNvPr id="6148" name="Text Box 9"/>
          <p:cNvSpPr txBox="1">
            <a:spLocks noChangeArrowheads="1"/>
          </p:cNvSpPr>
          <p:nvPr/>
        </p:nvSpPr>
        <p:spPr bwMode="auto">
          <a:xfrm>
            <a:off x="7719000" y="1988483"/>
            <a:ext cx="3284537" cy="923330"/>
          </a:xfrm>
          <a:prstGeom prst="rect">
            <a:avLst/>
          </a:prstGeom>
          <a:noFill/>
          <a:ln w="9525" algn="ctr">
            <a:noFill/>
            <a:miter lim="800000"/>
            <a:headEnd/>
            <a:tailEnd/>
          </a:ln>
        </p:spPr>
        <p:txBody>
          <a:bodyPr anchor="ct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A 15-minute break </a:t>
            </a:r>
            <a:br>
              <a:rPr lang="en-US" dirty="0">
                <a:solidFill>
                  <a:schemeClr val="tx1">
                    <a:lumMod val="75000"/>
                  </a:schemeClr>
                </a:solidFill>
                <a:latin typeface="Effra Light" panose="020B0403020203020204"/>
                <a:ea typeface="Verdana" pitchFamily="34" charset="0"/>
                <a:cs typeface="Verdana" pitchFamily="34" charset="0"/>
              </a:rPr>
            </a:br>
            <a:r>
              <a:rPr lang="en-US" dirty="0">
                <a:solidFill>
                  <a:schemeClr val="tx1">
                    <a:lumMod val="75000"/>
                  </a:schemeClr>
                </a:solidFill>
                <a:latin typeface="Effra Light" panose="020B0403020203020204"/>
                <a:ea typeface="Verdana" pitchFamily="34" charset="0"/>
                <a:cs typeface="Verdana" pitchFamily="34" charset="0"/>
              </a:rPr>
              <a:t>will be taken </a:t>
            </a:r>
            <a:br>
              <a:rPr lang="en-US" dirty="0">
                <a:solidFill>
                  <a:schemeClr val="tx1">
                    <a:lumMod val="75000"/>
                  </a:schemeClr>
                </a:solidFill>
                <a:latin typeface="Effra Light" panose="020B0403020203020204"/>
                <a:ea typeface="Verdana" pitchFamily="34" charset="0"/>
                <a:cs typeface="Verdana" pitchFamily="34" charset="0"/>
              </a:rPr>
            </a:br>
            <a:r>
              <a:rPr lang="en-US" dirty="0">
                <a:solidFill>
                  <a:schemeClr val="tx1">
                    <a:lumMod val="75000"/>
                  </a:schemeClr>
                </a:solidFill>
                <a:latin typeface="Effra Light" panose="020B0403020203020204"/>
                <a:ea typeface="Verdana" pitchFamily="34" charset="0"/>
                <a:cs typeface="Verdana" pitchFamily="34" charset="0"/>
              </a:rPr>
              <a:t>approximately every 2 hours</a:t>
            </a:r>
          </a:p>
        </p:txBody>
      </p:sp>
      <p:sp>
        <p:nvSpPr>
          <p:cNvPr id="6150" name="Text Box 12"/>
          <p:cNvSpPr txBox="1">
            <a:spLocks noChangeArrowheads="1"/>
          </p:cNvSpPr>
          <p:nvPr/>
        </p:nvSpPr>
        <p:spPr bwMode="auto">
          <a:xfrm>
            <a:off x="3022136" y="4249368"/>
            <a:ext cx="2466975" cy="646331"/>
          </a:xfrm>
          <a:prstGeom prst="rect">
            <a:avLst/>
          </a:prstGeom>
          <a:noFill/>
          <a:ln w="9525" algn="ctr">
            <a:noFill/>
            <a:miter lim="800000"/>
            <a:headEnd/>
            <a:tailEnd/>
          </a:ln>
        </p:spPr>
        <p:txBody>
          <a:bodyPr anchor="ct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Feel free to </a:t>
            </a:r>
            <a:br>
              <a:rPr lang="en-US" dirty="0">
                <a:solidFill>
                  <a:schemeClr val="tx1">
                    <a:lumMod val="75000"/>
                  </a:schemeClr>
                </a:solidFill>
                <a:latin typeface="Effra Light" panose="020B0403020203020204"/>
                <a:ea typeface="Verdana" pitchFamily="34" charset="0"/>
                <a:cs typeface="Verdana" pitchFamily="34" charset="0"/>
              </a:rPr>
            </a:br>
            <a:r>
              <a:rPr lang="en-US" dirty="0">
                <a:solidFill>
                  <a:schemeClr val="tx1">
                    <a:lumMod val="75000"/>
                  </a:schemeClr>
                </a:solidFill>
                <a:latin typeface="Effra Light" panose="020B0403020203020204"/>
                <a:ea typeface="Verdana" pitchFamily="34" charset="0"/>
                <a:cs typeface="Verdana" pitchFamily="34" charset="0"/>
              </a:rPr>
              <a:t>ask questions</a:t>
            </a:r>
          </a:p>
        </p:txBody>
      </p:sp>
      <p:sp>
        <p:nvSpPr>
          <p:cNvPr id="6153" name="Rectangle 17"/>
          <p:cNvSpPr>
            <a:spLocks noGrp="1" noChangeArrowheads="1"/>
          </p:cNvSpPr>
          <p:nvPr>
            <p:ph type="title"/>
          </p:nvPr>
        </p:nvSpPr>
        <p:spPr/>
        <p:txBody>
          <a:bodyPr vert="horz" lIns="91440" tIns="45720" rIns="91440" bIns="45720" rtlCol="0" anchor="ctr">
            <a:noAutofit/>
          </a:bodyPr>
          <a:lstStyle/>
          <a:p>
            <a:r>
              <a:rPr lang="en-US" dirty="0">
                <a:solidFill>
                  <a:schemeClr val="accent2"/>
                </a:solidFill>
              </a:rPr>
              <a:t>Housekeeping</a:t>
            </a:r>
          </a:p>
        </p:txBody>
      </p:sp>
      <p:pic>
        <p:nvPicPr>
          <p:cNvPr id="6154" name="Picture 2" descr="C:\Users\amittal\Desktop\Onebit-free-icon-set-2\coquette-part-3-icons-set\png\128x128\old_clock.png"/>
          <p:cNvPicPr>
            <a:picLocks noChangeAspect="1" noChangeArrowheads="1"/>
          </p:cNvPicPr>
          <p:nvPr>
            <p:custDataLst>
              <p:tags r:id="rId2"/>
            </p:custDataLst>
          </p:nvPr>
        </p:nvPicPr>
        <p:blipFill>
          <a:blip r:embed="rId8" cstate="print"/>
          <a:srcRect/>
          <a:stretch>
            <a:fillRect/>
          </a:stretch>
        </p:blipFill>
        <p:spPr bwMode="auto">
          <a:xfrm>
            <a:off x="1650536" y="1764348"/>
            <a:ext cx="1371600" cy="1371600"/>
          </a:xfrm>
          <a:prstGeom prst="rect">
            <a:avLst/>
          </a:prstGeom>
          <a:noFill/>
          <a:ln w="9525">
            <a:noFill/>
            <a:miter lim="800000"/>
            <a:headEnd/>
            <a:tailEnd/>
          </a:ln>
        </p:spPr>
      </p:pic>
      <p:pic>
        <p:nvPicPr>
          <p:cNvPr id="6155" name="PPTShape_0" descr="C:\Users\amittal\Desktop\png7\help (2).png"/>
          <p:cNvPicPr>
            <a:picLocks noChangeAspect="1" noChangeArrowheads="1"/>
          </p:cNvPicPr>
          <p:nvPr>
            <p:custDataLst>
              <p:tags r:id="rId3"/>
            </p:custDataLst>
          </p:nvPr>
        </p:nvPicPr>
        <p:blipFill>
          <a:blip r:embed="rId9" cstate="print"/>
          <a:srcRect/>
          <a:stretch>
            <a:fillRect/>
          </a:stretch>
        </p:blipFill>
        <p:spPr bwMode="auto">
          <a:xfrm>
            <a:off x="1751743" y="3987540"/>
            <a:ext cx="1169988" cy="1169987"/>
          </a:xfrm>
          <a:prstGeom prst="rect">
            <a:avLst/>
          </a:prstGeom>
          <a:noFill/>
          <a:ln w="9525">
            <a:noFill/>
            <a:miter lim="800000"/>
            <a:headEnd/>
            <a:tailEnd/>
          </a:ln>
        </p:spPr>
      </p:pic>
      <p:pic>
        <p:nvPicPr>
          <p:cNvPr id="6157" name="Picture 4" descr="C:\Users\amittal\Desktop\png7\male_user_comment.png"/>
          <p:cNvPicPr>
            <a:picLocks noChangeAspect="1" noChangeArrowheads="1"/>
          </p:cNvPicPr>
          <p:nvPr>
            <p:custDataLst>
              <p:tags r:id="rId4"/>
            </p:custDataLst>
          </p:nvPr>
        </p:nvPicPr>
        <p:blipFill>
          <a:blip r:embed="rId10" cstate="print"/>
          <a:srcRect/>
          <a:stretch>
            <a:fillRect/>
          </a:stretch>
        </p:blipFill>
        <p:spPr bwMode="auto">
          <a:xfrm>
            <a:off x="6333290" y="3823233"/>
            <a:ext cx="1498600" cy="1498600"/>
          </a:xfrm>
          <a:prstGeom prst="rect">
            <a:avLst/>
          </a:prstGeom>
          <a:noFill/>
          <a:ln w="9525">
            <a:noFill/>
            <a:miter lim="800000"/>
            <a:headEnd/>
            <a:tailEnd/>
          </a:ln>
        </p:spPr>
      </p:pic>
      <p:pic>
        <p:nvPicPr>
          <p:cNvPr id="6158" name="Picture 5"/>
          <p:cNvPicPr>
            <a:picLocks noChangeAspect="1" noChangeArrowheads="1"/>
          </p:cNvPicPr>
          <p:nvPr>
            <p:custDataLst>
              <p:tags r:id="rId5"/>
            </p:custDataLst>
          </p:nvPr>
        </p:nvPicPr>
        <p:blipFill>
          <a:blip r:embed="rId11" cstate="print"/>
          <a:srcRect/>
          <a:stretch>
            <a:fillRect/>
          </a:stretch>
        </p:blipFill>
        <p:spPr bwMode="auto">
          <a:xfrm>
            <a:off x="6618399" y="1677036"/>
            <a:ext cx="1039812" cy="154622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1878759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2997846" y="1840407"/>
            <a:ext cx="2679700" cy="369332"/>
          </a:xfrm>
          <a:prstGeom prst="rect">
            <a:avLst/>
          </a:prstGeom>
          <a:noFill/>
          <a:ln w="9525" algn="ctr">
            <a:noFill/>
            <a:miter lim="800000"/>
            <a:headEnd/>
            <a:tailEnd/>
          </a:ln>
        </p:spPr>
        <p:txBody>
          <a:bodyP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Silence cell phones</a:t>
            </a:r>
          </a:p>
        </p:txBody>
      </p:sp>
      <p:sp>
        <p:nvSpPr>
          <p:cNvPr id="7172" name="Text Box 6"/>
          <p:cNvSpPr txBox="1">
            <a:spLocks noChangeArrowheads="1"/>
          </p:cNvSpPr>
          <p:nvPr/>
        </p:nvSpPr>
        <p:spPr bwMode="auto">
          <a:xfrm>
            <a:off x="7642872" y="1840407"/>
            <a:ext cx="2713037" cy="646331"/>
          </a:xfrm>
          <a:prstGeom prst="rect">
            <a:avLst/>
          </a:prstGeom>
          <a:noFill/>
          <a:ln w="9525" algn="ctr">
            <a:noFill/>
            <a:miter lim="800000"/>
            <a:headEnd/>
            <a:tailEnd/>
          </a:ln>
        </p:spPr>
        <p:txBody>
          <a:bodyP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Check E-mail during breaks ONLY</a:t>
            </a:r>
          </a:p>
        </p:txBody>
      </p:sp>
      <p:sp>
        <p:nvSpPr>
          <p:cNvPr id="7173" name="Text Box 8"/>
          <p:cNvSpPr txBox="1">
            <a:spLocks noChangeArrowheads="1"/>
          </p:cNvSpPr>
          <p:nvPr/>
        </p:nvSpPr>
        <p:spPr bwMode="auto">
          <a:xfrm>
            <a:off x="2961270" y="3350779"/>
            <a:ext cx="3116262" cy="646331"/>
          </a:xfrm>
          <a:prstGeom prst="rect">
            <a:avLst/>
          </a:prstGeom>
          <a:noFill/>
          <a:ln w="9525" algn="ctr">
            <a:noFill/>
            <a:miter lim="800000"/>
            <a:headEnd/>
            <a:tailEnd/>
          </a:ln>
        </p:spPr>
        <p:txBody>
          <a:bodyP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Do not work on computers during instructor presentations</a:t>
            </a:r>
          </a:p>
        </p:txBody>
      </p:sp>
      <p:sp>
        <p:nvSpPr>
          <p:cNvPr id="7174" name="Text Box 12"/>
          <p:cNvSpPr txBox="1">
            <a:spLocks noChangeArrowheads="1"/>
          </p:cNvSpPr>
          <p:nvPr/>
        </p:nvSpPr>
        <p:spPr bwMode="auto">
          <a:xfrm>
            <a:off x="5787696" y="5138150"/>
            <a:ext cx="2706687" cy="646331"/>
          </a:xfrm>
          <a:prstGeom prst="rect">
            <a:avLst/>
          </a:prstGeom>
          <a:noFill/>
          <a:ln w="9525" algn="ctr">
            <a:noFill/>
            <a:miter lim="800000"/>
            <a:headEnd/>
            <a:tailEnd/>
          </a:ln>
        </p:spPr>
        <p:txBody>
          <a:bodyP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Minimize side conversations/chats</a:t>
            </a:r>
          </a:p>
        </p:txBody>
      </p:sp>
      <p:sp>
        <p:nvSpPr>
          <p:cNvPr id="7175" name="Rectangle 33"/>
          <p:cNvSpPr>
            <a:spLocks noGrp="1" noChangeArrowheads="1"/>
          </p:cNvSpPr>
          <p:nvPr>
            <p:ph type="title"/>
          </p:nvPr>
        </p:nvSpPr>
        <p:spPr/>
        <p:txBody>
          <a:bodyPr>
            <a:normAutofit/>
          </a:bodyPr>
          <a:lstStyle/>
          <a:p>
            <a:r>
              <a:rPr lang="en-US" dirty="0">
                <a:solidFill>
                  <a:schemeClr val="accent2"/>
                </a:solidFill>
              </a:rPr>
              <a:t>Ground Rules</a:t>
            </a:r>
          </a:p>
        </p:txBody>
      </p:sp>
      <p:pic>
        <p:nvPicPr>
          <p:cNvPr id="7176" name="Picture 2" descr="C:\Users\amittal\Desktop\png23\png23\128x128\users_comments.png"/>
          <p:cNvPicPr>
            <a:picLocks noChangeAspect="1" noChangeArrowheads="1"/>
          </p:cNvPicPr>
          <p:nvPr>
            <p:custDataLst>
              <p:tags r:id="rId2"/>
            </p:custDataLst>
          </p:nvPr>
        </p:nvPicPr>
        <p:blipFill>
          <a:blip r:embed="rId9" cstate="print"/>
          <a:srcRect/>
          <a:stretch>
            <a:fillRect/>
          </a:stretch>
        </p:blipFill>
        <p:spPr bwMode="auto">
          <a:xfrm>
            <a:off x="4353674" y="4813615"/>
            <a:ext cx="1295400" cy="1295400"/>
          </a:xfrm>
          <a:prstGeom prst="rect">
            <a:avLst/>
          </a:prstGeom>
          <a:noFill/>
          <a:ln w="9525">
            <a:noFill/>
            <a:miter lim="800000"/>
            <a:headEnd/>
            <a:tailEnd/>
          </a:ln>
        </p:spPr>
      </p:pic>
      <p:pic>
        <p:nvPicPr>
          <p:cNvPr id="7177" name="Picture 4" descr="C:\Users\amittal\Desktop\png7\yellow_mail.png"/>
          <p:cNvPicPr>
            <a:picLocks noChangeAspect="1" noChangeArrowheads="1"/>
          </p:cNvPicPr>
          <p:nvPr>
            <p:custDataLst>
              <p:tags r:id="rId3"/>
            </p:custDataLst>
          </p:nvPr>
        </p:nvPicPr>
        <p:blipFill>
          <a:blip r:embed="rId10" cstate="print"/>
          <a:srcRect/>
          <a:stretch>
            <a:fillRect/>
          </a:stretch>
        </p:blipFill>
        <p:spPr bwMode="auto">
          <a:xfrm>
            <a:off x="6242633" y="1513491"/>
            <a:ext cx="1300163" cy="1300163"/>
          </a:xfrm>
          <a:prstGeom prst="rect">
            <a:avLst/>
          </a:prstGeom>
          <a:noFill/>
          <a:ln w="9525">
            <a:noFill/>
            <a:miter lim="800000"/>
            <a:headEnd/>
            <a:tailEnd/>
          </a:ln>
        </p:spPr>
      </p:pic>
      <p:pic>
        <p:nvPicPr>
          <p:cNvPr id="7178" name="Picture 5" descr="C:\Users\amittal\Desktop\png7\computer_delete.png"/>
          <p:cNvPicPr>
            <a:picLocks noChangeAspect="1" noChangeArrowheads="1"/>
          </p:cNvPicPr>
          <p:nvPr>
            <p:custDataLst>
              <p:tags r:id="rId4"/>
            </p:custDataLst>
          </p:nvPr>
        </p:nvPicPr>
        <p:blipFill>
          <a:blip r:embed="rId11" cstate="print"/>
          <a:srcRect/>
          <a:stretch>
            <a:fillRect/>
          </a:stretch>
        </p:blipFill>
        <p:spPr bwMode="auto">
          <a:xfrm>
            <a:off x="1708733" y="3145307"/>
            <a:ext cx="1057275" cy="1057275"/>
          </a:xfrm>
          <a:prstGeom prst="rect">
            <a:avLst/>
          </a:prstGeom>
          <a:noFill/>
          <a:ln w="9525">
            <a:noFill/>
            <a:miter lim="800000"/>
            <a:headEnd/>
            <a:tailEnd/>
          </a:ln>
        </p:spPr>
      </p:pic>
      <p:pic>
        <p:nvPicPr>
          <p:cNvPr id="7180" name="Picture 7"/>
          <p:cNvPicPr>
            <a:picLocks noChangeAspect="1" noChangeArrowheads="1"/>
          </p:cNvPicPr>
          <p:nvPr>
            <p:custDataLst>
              <p:tags r:id="rId5"/>
            </p:custDataLst>
          </p:nvPr>
        </p:nvPicPr>
        <p:blipFill>
          <a:blip r:embed="rId12" cstate="print"/>
          <a:srcRect/>
          <a:stretch>
            <a:fillRect/>
          </a:stretch>
        </p:blipFill>
        <p:spPr bwMode="auto">
          <a:xfrm>
            <a:off x="1645232" y="1473010"/>
            <a:ext cx="1379538" cy="1381125"/>
          </a:xfrm>
          <a:prstGeom prst="rect">
            <a:avLst/>
          </a:prstGeom>
          <a:noFill/>
          <a:ln w="9525">
            <a:noFill/>
            <a:miter lim="800000"/>
            <a:headEnd/>
            <a:tailEnd/>
          </a:ln>
        </p:spPr>
      </p:pic>
      <p:sp>
        <p:nvSpPr>
          <p:cNvPr id="7182" name="PPTShape_0"/>
          <p:cNvSpPr txBox="1">
            <a:spLocks noChangeArrowheads="1"/>
          </p:cNvSpPr>
          <p:nvPr/>
        </p:nvSpPr>
        <p:spPr bwMode="auto">
          <a:xfrm>
            <a:off x="7606296" y="3350779"/>
            <a:ext cx="2713037" cy="646331"/>
          </a:xfrm>
          <a:prstGeom prst="rect">
            <a:avLst/>
          </a:prstGeom>
          <a:noFill/>
          <a:ln w="9525" algn="ctr">
            <a:noFill/>
            <a:miter lim="800000"/>
            <a:headEnd/>
            <a:tailEnd/>
          </a:ln>
        </p:spPr>
        <p:txBody>
          <a:bodyPr>
            <a:spAutoFit/>
          </a:bodyPr>
          <a:lstStyle/>
          <a:p>
            <a:pPr algn="l">
              <a:spcBef>
                <a:spcPct val="50000"/>
              </a:spcBef>
            </a:pPr>
            <a:r>
              <a:rPr lang="en-US" dirty="0">
                <a:solidFill>
                  <a:schemeClr val="tx1">
                    <a:lumMod val="75000"/>
                  </a:schemeClr>
                </a:solidFill>
                <a:latin typeface="Effra Light" panose="020B0403020203020204"/>
                <a:ea typeface="Verdana" pitchFamily="34" charset="0"/>
                <a:cs typeface="Verdana" pitchFamily="34" charset="0"/>
              </a:rPr>
              <a:t>Provide feedback to improve training</a:t>
            </a:r>
          </a:p>
        </p:txBody>
      </p:sp>
      <p:pic>
        <p:nvPicPr>
          <p:cNvPr id="7183" name="Picture 14" descr="C:\Users\amittal\Documents\Deloitte\Projects\Genzyme\ILT Template\Images\png7\edit_male_user.png"/>
          <p:cNvPicPr>
            <a:picLocks noChangeAspect="1" noChangeArrowheads="1"/>
          </p:cNvPicPr>
          <p:nvPr>
            <p:custDataLst>
              <p:tags r:id="rId6"/>
            </p:custDataLst>
          </p:nvPr>
        </p:nvPicPr>
        <p:blipFill>
          <a:blip r:embed="rId13" cstate="print"/>
          <a:srcRect/>
          <a:stretch>
            <a:fillRect/>
          </a:stretch>
        </p:blipFill>
        <p:spPr bwMode="auto">
          <a:xfrm>
            <a:off x="6229933" y="2983382"/>
            <a:ext cx="1381125" cy="138112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201368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You should have completed the following courses before attending class today:</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Oracle General Overview, Navigation, and Reporting</a:t>
            </a:r>
          </a:p>
          <a:p>
            <a:pPr marL="461963" indent="-461963">
              <a:lnSpc>
                <a:spcPct val="100000"/>
              </a:lnSpc>
              <a:spcAft>
                <a:spcPts val="300"/>
              </a:spcAft>
              <a:buClr>
                <a:schemeClr val="accent1">
                  <a:lumMod val="50000"/>
                </a:schemeClr>
              </a:buClr>
              <a:buFont typeface="Wingdings" panose="05000000000000000000" pitchFamily="2" charset="2"/>
            </a:pPr>
            <a:endParaRPr lang="en-US" dirty="0"/>
          </a:p>
          <a:p>
            <a:pPr marL="461963" indent="-461963">
              <a:lnSpc>
                <a:spcPct val="100000"/>
              </a:lnSpc>
              <a:spcAft>
                <a:spcPts val="300"/>
              </a:spcAft>
              <a:buClr>
                <a:schemeClr val="accent1">
                  <a:lumMod val="50000"/>
                </a:schemeClr>
              </a:buClr>
              <a:buFont typeface="Wingdings" panose="05000000000000000000" pitchFamily="2" charset="2"/>
            </a:pPr>
            <a:endParaRPr lang="en-US" dirty="0"/>
          </a:p>
        </p:txBody>
      </p:sp>
      <p:sp>
        <p:nvSpPr>
          <p:cNvPr id="3" name="Title 2"/>
          <p:cNvSpPr>
            <a:spLocks noGrp="1"/>
          </p:cNvSpPr>
          <p:nvPr>
            <p:ph type="title"/>
          </p:nvPr>
        </p:nvSpPr>
        <p:spPr/>
        <p:txBody>
          <a:bodyPr vert="horz" lIns="91440" tIns="45720" rIns="91440" bIns="45720" rtlCol="0" anchor="ctr">
            <a:normAutofit/>
          </a:bodyPr>
          <a:lstStyle/>
          <a:p>
            <a:r>
              <a:rPr lang="en-US" dirty="0">
                <a:solidFill>
                  <a:schemeClr val="accent2"/>
                </a:solidFill>
              </a:rPr>
              <a:t>Course Prerequisites</a:t>
            </a:r>
          </a:p>
        </p:txBody>
      </p:sp>
      <p:grpSp>
        <p:nvGrpSpPr>
          <p:cNvPr id="5" name="Group 4">
            <a:extLst>
              <a:ext uri="{FF2B5EF4-FFF2-40B4-BE49-F238E27FC236}">
                <a16:creationId xmlns:a16="http://schemas.microsoft.com/office/drawing/2014/main" id="{9C9E816B-3456-4D33-8C5C-4887013A27CC}"/>
              </a:ext>
            </a:extLst>
          </p:cNvPr>
          <p:cNvGrpSpPr>
            <a:grpSpLocks/>
          </p:cNvGrpSpPr>
          <p:nvPr/>
        </p:nvGrpSpPr>
        <p:grpSpPr bwMode="auto">
          <a:xfrm>
            <a:off x="9926242" y="4417419"/>
            <a:ext cx="1843241" cy="1854180"/>
            <a:chOff x="3060" y="541"/>
            <a:chExt cx="2540" cy="2606"/>
          </a:xfrm>
        </p:grpSpPr>
        <p:pic>
          <p:nvPicPr>
            <p:cNvPr id="6" name="Picture 6" descr="MPj04223900000[1]">
              <a:extLst>
                <a:ext uri="{FF2B5EF4-FFF2-40B4-BE49-F238E27FC236}">
                  <a16:creationId xmlns:a16="http://schemas.microsoft.com/office/drawing/2014/main" id="{A701E081-3E4D-4B09-A79B-C7D0D399152E}"/>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b="27422"/>
            <a:stretch>
              <a:fillRect/>
            </a:stretch>
          </p:blipFill>
          <p:spPr bwMode="auto">
            <a:xfrm>
              <a:off x="3060" y="541"/>
              <a:ext cx="1350" cy="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MPj04388650000[1]">
              <a:extLst>
                <a:ext uri="{FF2B5EF4-FFF2-40B4-BE49-F238E27FC236}">
                  <a16:creationId xmlns:a16="http://schemas.microsoft.com/office/drawing/2014/main" id="{DD1CDAF6-0D5C-42D6-AABA-798D19858CB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b="17883"/>
            <a:stretch>
              <a:fillRect/>
            </a:stretch>
          </p:blipFill>
          <p:spPr bwMode="auto">
            <a:xfrm>
              <a:off x="3926" y="1774"/>
              <a:ext cx="1674" cy="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1614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0CACDEC1-2D3E-4F1E-B769-48712FBBFA60}"/>
              </a:ext>
            </a:extLst>
          </p:cNvPr>
          <p:cNvSpPr>
            <a:spLocks noGrp="1" noChangeArrowheads="1"/>
          </p:cNvSpPr>
          <p:nvPr>
            <p:ph idx="1"/>
          </p:nvPr>
        </p:nvSpPr>
        <p:spPr>
          <a:xfrm>
            <a:off x="422517" y="1513491"/>
            <a:ext cx="11064240" cy="4713138"/>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Upon completion of this course, you should be able to explain the processes involved with managing receipts, which includes :</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Receiving a requisition line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Viewing a receipt</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Correcting a receipt</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Returning a receipt</a:t>
            </a:r>
          </a:p>
        </p:txBody>
      </p:sp>
      <p:sp>
        <p:nvSpPr>
          <p:cNvPr id="233474" name="Rectangle 2">
            <a:extLst>
              <a:ext uri="{FF2B5EF4-FFF2-40B4-BE49-F238E27FC236}">
                <a16:creationId xmlns:a16="http://schemas.microsoft.com/office/drawing/2014/main" id="{A4B8C58C-FB4F-44D3-A594-46135B68547B}"/>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Course Objectives</a:t>
            </a:r>
          </a:p>
        </p:txBody>
      </p:sp>
    </p:spTree>
    <p:extLst>
      <p:ext uri="{BB962C8B-B14F-4D97-AF65-F5344CB8AC3E}">
        <p14:creationId xmlns:p14="http://schemas.microsoft.com/office/powerpoint/2010/main" val="237103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4765" y="1513491"/>
            <a:ext cx="10911991" cy="4181014"/>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Participant Guide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 Concepts</a:t>
            </a:r>
          </a:p>
          <a:p>
            <a:pPr marL="461963" indent="-461963">
              <a:lnSpc>
                <a:spcPct val="100000"/>
              </a:lnSpc>
              <a:spcAft>
                <a:spcPts val="300"/>
              </a:spcAft>
              <a:buClr>
                <a:schemeClr val="accent1">
                  <a:lumMod val="50000"/>
                </a:schemeClr>
              </a:buClr>
              <a:buFont typeface="Wingdings" panose="05000000000000000000" pitchFamily="2" charset="2"/>
            </a:pPr>
            <a:r>
              <a:rPr lang="en-US" dirty="0"/>
              <a:t>Activity Guide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 Exercises/Demonstrations</a:t>
            </a:r>
          </a:p>
          <a:p>
            <a:pPr marL="461963" indent="-461963">
              <a:lnSpc>
                <a:spcPct val="100000"/>
              </a:lnSpc>
              <a:spcAft>
                <a:spcPts val="300"/>
              </a:spcAft>
              <a:buClr>
                <a:schemeClr val="accent1">
                  <a:lumMod val="50000"/>
                </a:schemeClr>
              </a:buClr>
              <a:buFont typeface="Wingdings" panose="05000000000000000000" pitchFamily="2" charset="2"/>
            </a:pPr>
            <a:r>
              <a:rPr lang="en-US" dirty="0"/>
              <a:t>Job Aids</a:t>
            </a:r>
          </a:p>
          <a:p>
            <a:pPr marL="461963" indent="-461963">
              <a:lnSpc>
                <a:spcPct val="100000"/>
              </a:lnSpc>
              <a:spcAft>
                <a:spcPts val="300"/>
              </a:spcAft>
              <a:buClr>
                <a:schemeClr val="accent1">
                  <a:lumMod val="50000"/>
                </a:schemeClr>
              </a:buClr>
              <a:buFont typeface="Wingdings" panose="05000000000000000000" pitchFamily="2" charset="2"/>
            </a:pPr>
            <a:r>
              <a:rPr lang="en-US" dirty="0"/>
              <a:t>Course Evaluation</a:t>
            </a:r>
          </a:p>
          <a:p>
            <a:pPr marL="461963" indent="-461963">
              <a:lnSpc>
                <a:spcPct val="100000"/>
              </a:lnSpc>
              <a:spcAft>
                <a:spcPts val="300"/>
              </a:spcAft>
              <a:buClr>
                <a:schemeClr val="accent1">
                  <a:lumMod val="50000"/>
                </a:schemeClr>
              </a:buClr>
              <a:buFont typeface="Wingdings" panose="05000000000000000000" pitchFamily="2" charset="2"/>
            </a:pPr>
            <a:endParaRPr lang="en-US" dirty="0"/>
          </a:p>
        </p:txBody>
      </p:sp>
      <p:sp>
        <p:nvSpPr>
          <p:cNvPr id="2" name="Title 1"/>
          <p:cNvSpPr>
            <a:spLocks noGrp="1"/>
          </p:cNvSpPr>
          <p:nvPr>
            <p:ph type="title"/>
          </p:nvPr>
        </p:nvSpPr>
        <p:spPr/>
        <p:txBody>
          <a:bodyPr vert="horz" lIns="91440" tIns="45720" rIns="91440" bIns="45720" rtlCol="0" anchor="ctr">
            <a:normAutofit/>
          </a:bodyPr>
          <a:lstStyle/>
          <a:p>
            <a:r>
              <a:rPr lang="en-US" dirty="0">
                <a:solidFill>
                  <a:schemeClr val="accent2"/>
                </a:solidFill>
              </a:rPr>
              <a:t>Course Components</a:t>
            </a:r>
          </a:p>
        </p:txBody>
      </p:sp>
      <p:pic>
        <p:nvPicPr>
          <p:cNvPr id="4" name="Picture 2" descr="C:\Users\namudaliar\Documents\Narayanan\Ball Corp\Images\shutterstock_59897182_small.jpg"/>
          <p:cNvPicPr>
            <a:picLocks noChangeAspect="1" noChangeArrowheads="1"/>
          </p:cNvPicPr>
          <p:nvPr/>
        </p:nvPicPr>
        <p:blipFill>
          <a:blip r:embed="rId2" cstate="print"/>
          <a:srcRect/>
          <a:stretch>
            <a:fillRect/>
          </a:stretch>
        </p:blipFill>
        <p:spPr bwMode="auto">
          <a:xfrm>
            <a:off x="6528624" y="3196714"/>
            <a:ext cx="3991897" cy="2993923"/>
          </a:xfrm>
          <a:prstGeom prst="rect">
            <a:avLst/>
          </a:prstGeom>
          <a:noFill/>
        </p:spPr>
      </p:pic>
    </p:spTree>
    <p:extLst>
      <p:ext uri="{BB962C8B-B14F-4D97-AF65-F5344CB8AC3E}">
        <p14:creationId xmlns:p14="http://schemas.microsoft.com/office/powerpoint/2010/main" val="1827116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namudaliar\Documents\Narayanan\Ball Corp\Images\shutterstock_50164627_Small.jpg">
            <a:extLst>
              <a:ext uri="{FF2B5EF4-FFF2-40B4-BE49-F238E27FC236}">
                <a16:creationId xmlns:a16="http://schemas.microsoft.com/office/drawing/2014/main" id="{E4D5593F-EC6C-45A0-B4F0-9C1778507674}"/>
              </a:ext>
            </a:extLst>
          </p:cNvPr>
          <p:cNvPicPr>
            <a:picLocks noChangeAspect="1" noChangeArrowheads="1"/>
          </p:cNvPicPr>
          <p:nvPr/>
        </p:nvPicPr>
        <p:blipFill>
          <a:blip r:embed="rId2" cstate="print"/>
          <a:srcRect/>
          <a:stretch>
            <a:fillRect/>
          </a:stretch>
        </p:blipFill>
        <p:spPr bwMode="auto">
          <a:xfrm>
            <a:off x="9129792" y="3429000"/>
            <a:ext cx="3062208" cy="3090497"/>
          </a:xfrm>
          <a:prstGeom prst="rect">
            <a:avLst/>
          </a:prstGeom>
          <a:noFill/>
        </p:spPr>
      </p:pic>
      <p:sp>
        <p:nvSpPr>
          <p:cNvPr id="4" name="Content Placeholder 2">
            <a:extLst>
              <a:ext uri="{FF2B5EF4-FFF2-40B4-BE49-F238E27FC236}">
                <a16:creationId xmlns:a16="http://schemas.microsoft.com/office/drawing/2014/main" id="{4EE300BB-75CA-4303-9A54-2C49591F424E}"/>
              </a:ext>
            </a:extLst>
          </p:cNvPr>
          <p:cNvSpPr>
            <a:spLocks noGrp="1"/>
          </p:cNvSpPr>
          <p:nvPr>
            <p:ph idx="1"/>
          </p:nvPr>
        </p:nvSpPr>
        <p:spPr>
          <a:xfrm>
            <a:off x="422517" y="1375954"/>
            <a:ext cx="11064240" cy="4318551"/>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This course is intended to introduce you to managing the procurement receipts process in Oracle. In this course, participants learn about receiving a requisition line, correcting a receipt, and returning a receipt. The course is composed of the following modules:</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Module 1: Managing My Receipts</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Module 2: Summary</a:t>
            </a:r>
          </a:p>
        </p:txBody>
      </p:sp>
      <p:sp>
        <p:nvSpPr>
          <p:cNvPr id="3" name="Title 2">
            <a:extLst>
              <a:ext uri="{FF2B5EF4-FFF2-40B4-BE49-F238E27FC236}">
                <a16:creationId xmlns:a16="http://schemas.microsoft.com/office/drawing/2014/main" id="{A2389AEC-C7F9-4C1B-AC55-E11775748FC2}"/>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Course Modules</a:t>
            </a:r>
          </a:p>
        </p:txBody>
      </p:sp>
    </p:spTree>
    <p:extLst>
      <p:ext uri="{BB962C8B-B14F-4D97-AF65-F5344CB8AC3E}">
        <p14:creationId xmlns:p14="http://schemas.microsoft.com/office/powerpoint/2010/main" val="2704331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4"/>
          <p:cNvGraphicFramePr>
            <a:graphicFrameLocks noGrp="1"/>
          </p:cNvGraphicFramePr>
          <p:nvPr>
            <p:extLst>
              <p:ext uri="{D42A27DB-BD31-4B8C-83A1-F6EECF244321}">
                <p14:modId xmlns:p14="http://schemas.microsoft.com/office/powerpoint/2010/main" val="26389455"/>
              </p:ext>
            </p:extLst>
          </p:nvPr>
        </p:nvGraphicFramePr>
        <p:xfrm>
          <a:off x="1028700" y="1513491"/>
          <a:ext cx="10134600" cy="3167408"/>
        </p:xfrm>
        <a:graphic>
          <a:graphicData uri="http://schemas.openxmlformats.org/drawingml/2006/table">
            <a:tbl>
              <a:tblPr firstRow="1" bandRow="1">
                <a:tableStyleId>{5C22544A-7EE6-4342-B048-85BDC9FD1C3A}</a:tableStyleId>
              </a:tblPr>
              <a:tblGrid>
                <a:gridCol w="2117745">
                  <a:extLst>
                    <a:ext uri="{9D8B030D-6E8A-4147-A177-3AD203B41FA5}">
                      <a16:colId xmlns:a16="http://schemas.microsoft.com/office/drawing/2014/main" val="20000"/>
                    </a:ext>
                  </a:extLst>
                </a:gridCol>
                <a:gridCol w="8016855">
                  <a:extLst>
                    <a:ext uri="{9D8B030D-6E8A-4147-A177-3AD203B41FA5}">
                      <a16:colId xmlns:a16="http://schemas.microsoft.com/office/drawing/2014/main" val="20001"/>
                    </a:ext>
                  </a:extLst>
                </a:gridCol>
              </a:tblGrid>
              <a:tr h="69848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a:ln>
                            <a:noFill/>
                          </a:ln>
                          <a:effectLst/>
                        </a:rPr>
                        <a:t>Key Term</a:t>
                      </a:r>
                      <a:endParaRPr kumimoji="0" lang="en-US" sz="2400" b="1" i="0" u="none" strike="noStrike" cap="none" normalizeH="0" baseline="0" dirty="0">
                        <a:ln>
                          <a:noFill/>
                        </a:ln>
                        <a:solidFill>
                          <a:schemeClr val="tx1"/>
                        </a:solidFill>
                        <a:effectLst/>
                        <a:latin typeface="Verdana" pitchFamily="34" charset="0"/>
                        <a:ea typeface="Verdana" pitchFamily="34" charset="0"/>
                        <a:cs typeface="+mn-cs"/>
                      </a:endParaRPr>
                    </a:p>
                  </a:txBody>
                  <a:tcPr marL="91443" marR="91443" marT="45727" marB="45727"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a:ln>
                            <a:noFill/>
                          </a:ln>
                          <a:effectLst/>
                        </a:rPr>
                        <a:t>Definition</a:t>
                      </a:r>
                      <a:endParaRPr kumimoji="0" lang="en-US" sz="2400" b="1" i="0" u="none" strike="noStrike" cap="none" normalizeH="0" baseline="0" dirty="0">
                        <a:ln>
                          <a:noFill/>
                        </a:ln>
                        <a:solidFill>
                          <a:schemeClr val="tx1"/>
                        </a:solidFill>
                        <a:effectLst/>
                        <a:latin typeface="Verdana" pitchFamily="34" charset="0"/>
                        <a:ea typeface="Verdana" pitchFamily="34" charset="0"/>
                        <a:cs typeface="+mn-cs"/>
                      </a:endParaRPr>
                    </a:p>
                  </a:txBody>
                  <a:tcPr marL="91443" marR="91443" marT="45727" marB="45727" anchor="ctr" horzOverflow="overflow"/>
                </a:tc>
                <a:extLst>
                  <a:ext uri="{0D108BD9-81ED-4DB2-BD59-A6C34878D82A}">
                    <a16:rowId xmlns:a16="http://schemas.microsoft.com/office/drawing/2014/main" val="10000"/>
                  </a:ext>
                </a:extLst>
              </a:tr>
              <a:tr h="55548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RMA</a:t>
                      </a:r>
                    </a:p>
                  </a:txBody>
                  <a:tcPr marL="91443" marR="91443" marT="45727" marB="45727"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Return Merchandise Authorization – Process to receive a refund, replacement, or repair of a product</a:t>
                      </a:r>
                    </a:p>
                  </a:txBody>
                  <a:tcPr marL="91443" marR="91443" marT="45727" marB="45727" anchor="ctr" horzOverflow="overflow"/>
                </a:tc>
                <a:extLst>
                  <a:ext uri="{0D108BD9-81ED-4DB2-BD59-A6C34878D82A}">
                    <a16:rowId xmlns:a16="http://schemas.microsoft.com/office/drawing/2014/main" val="10001"/>
                  </a:ext>
                </a:extLst>
              </a:tr>
              <a:tr h="5994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Description</a:t>
                      </a:r>
                    </a:p>
                  </a:txBody>
                  <a:tcPr marL="91443" marR="91443" marT="45727" marB="45727"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The description attached to the requisition that was originally created</a:t>
                      </a:r>
                    </a:p>
                  </a:txBody>
                  <a:tcPr marL="91443" marR="91443" marT="45727" marB="45727" anchor="ctr" horzOverflow="overflow"/>
                </a:tc>
                <a:extLst>
                  <a:ext uri="{0D108BD9-81ED-4DB2-BD59-A6C34878D82A}">
                    <a16:rowId xmlns:a16="http://schemas.microsoft.com/office/drawing/2014/main" val="10002"/>
                  </a:ext>
                </a:extLst>
              </a:tr>
              <a:tr h="72869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Item Description</a:t>
                      </a:r>
                    </a:p>
                  </a:txBody>
                  <a:tcPr marL="91443" marR="91443" marT="45727" marB="45727" anchor="ct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2400" kern="1200" dirty="0">
                          <a:solidFill>
                            <a:schemeClr val="tx1">
                              <a:lumMod val="50000"/>
                            </a:schemeClr>
                          </a:solidFill>
                          <a:latin typeface="Effra Light" panose="02000306080000020004" pitchFamily="2" charset="0"/>
                          <a:ea typeface="Verdana" pitchFamily="34" charset="0"/>
                          <a:cs typeface="+mn-cs"/>
                        </a:rPr>
                        <a:t>Field used to describe the specific item that was created (could be an inventory item or project description)</a:t>
                      </a:r>
                    </a:p>
                  </a:txBody>
                  <a:tcPr marL="91443" marR="91443" marT="45727" marB="45727" anchor="ctr" horzOverflow="overflow"/>
                </a:tc>
                <a:extLst>
                  <a:ext uri="{0D108BD9-81ED-4DB2-BD59-A6C34878D82A}">
                    <a16:rowId xmlns:a16="http://schemas.microsoft.com/office/drawing/2014/main" val="10003"/>
                  </a:ext>
                </a:extLst>
              </a:tr>
            </a:tbl>
          </a:graphicData>
        </a:graphic>
      </p:graphicFrame>
      <p:sp>
        <p:nvSpPr>
          <p:cNvPr id="10266" name="Rectangle 2"/>
          <p:cNvSpPr>
            <a:spLocks noGrp="1" noChangeArrowheads="1"/>
          </p:cNvSpPr>
          <p:nvPr>
            <p:ph type="title"/>
          </p:nvPr>
        </p:nvSpPr>
        <p:spPr bwMode="auto">
          <a:prstGeom prst="rect">
            <a:avLst/>
          </a:prstGeom>
        </p:spPr>
        <p:txBody>
          <a:bodyPr vert="horz" lIns="91440" tIns="45720" rIns="91440" bIns="45720" rtlCol="0" anchor="ctr">
            <a:normAutofit/>
          </a:bodyPr>
          <a:lstStyle/>
          <a:p>
            <a:r>
              <a:rPr lang="en-US" dirty="0">
                <a:solidFill>
                  <a:schemeClr val="accent2"/>
                </a:solidFill>
              </a:rPr>
              <a:t>Key Receipt Terms </a:t>
            </a:r>
          </a:p>
        </p:txBody>
      </p:sp>
    </p:spTree>
    <p:custDataLst>
      <p:tags r:id="rId1"/>
    </p:custData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2FC855-046F-0D48-A04E-A3DF12FCFF85}"/>
              </a:ext>
            </a:extLst>
          </p:cNvPr>
          <p:cNvPicPr>
            <a:picLocks noChangeAspect="1"/>
          </p:cNvPicPr>
          <p:nvPr/>
        </p:nvPicPr>
        <p:blipFill rotWithShape="1">
          <a:blip r:embed="rId2">
            <a:extLst>
              <a:ext uri="{28A0092B-C50C-407E-A947-70E740481C1C}">
                <a14:useLocalDpi xmlns:a14="http://schemas.microsoft.com/office/drawing/2010/main" val="0"/>
              </a:ext>
            </a:extLst>
          </a:blip>
          <a:srcRect r="37919"/>
          <a:stretch/>
        </p:blipFill>
        <p:spPr>
          <a:xfrm>
            <a:off x="0" y="0"/>
            <a:ext cx="6386286" cy="6858000"/>
          </a:xfrm>
          <a:prstGeom prst="rect">
            <a:avLst/>
          </a:prstGeom>
        </p:spPr>
      </p:pic>
      <p:sp>
        <p:nvSpPr>
          <p:cNvPr id="3" name="Title 2"/>
          <p:cNvSpPr>
            <a:spLocks noGrp="1"/>
          </p:cNvSpPr>
          <p:nvPr>
            <p:ph type="title"/>
          </p:nvPr>
        </p:nvSpPr>
        <p:spPr>
          <a:xfrm>
            <a:off x="6833937" y="906011"/>
            <a:ext cx="4663211" cy="1636892"/>
          </a:xfrm>
          <a:noFill/>
          <a:ln>
            <a:noFill/>
          </a:ln>
        </p:spPr>
        <p:txBody>
          <a:bodyPr vert="horz" lIns="91440" tIns="45720" rIns="91440" bIns="45720" rtlCol="0" anchor="ctr">
            <a:noAutofit/>
          </a:bodyPr>
          <a:lstStyle/>
          <a:p>
            <a:r>
              <a:rPr lang="en-US" b="1" dirty="0"/>
              <a:t>Managing My Receipts</a:t>
            </a:r>
          </a:p>
        </p:txBody>
      </p:sp>
      <p:sp>
        <p:nvSpPr>
          <p:cNvPr id="4" name="Title 2">
            <a:extLst>
              <a:ext uri="{FF2B5EF4-FFF2-40B4-BE49-F238E27FC236}">
                <a16:creationId xmlns:a16="http://schemas.microsoft.com/office/drawing/2014/main" id="{8A6FF72E-EA2F-2C43-A940-E06C406358D9}"/>
              </a:ext>
            </a:extLst>
          </p:cNvPr>
          <p:cNvSpPr txBox="1">
            <a:spLocks/>
          </p:cNvSpPr>
          <p:nvPr/>
        </p:nvSpPr>
        <p:spPr>
          <a:xfrm>
            <a:off x="6833937" y="2922532"/>
            <a:ext cx="4263990" cy="1012936"/>
          </a:xfrm>
          <a:prstGeom prst="rect">
            <a:avLst/>
          </a:prstGeom>
          <a:noFill/>
          <a:ln>
            <a:noFill/>
          </a:ln>
        </p:spPr>
        <p:txBody>
          <a:bodyPr vert="horz" lIns="91440" tIns="45720" rIns="91440" bIns="45720" rtlCol="0" anchor="ctr">
            <a:normAutofit/>
          </a:bodyPr>
          <a:lstStyle>
            <a:defPPr>
              <a:defRPr lang="en-US"/>
            </a:defPPr>
            <a:lvl1pPr>
              <a:lnSpc>
                <a:spcPct val="90000"/>
              </a:lnSpc>
              <a:spcBef>
                <a:spcPct val="0"/>
              </a:spcBef>
              <a:buNone/>
              <a:defRPr sz="2400" b="0" i="0" spc="300" baseline="0">
                <a:solidFill>
                  <a:schemeClr val="bg1"/>
                </a:solidFill>
                <a:latin typeface="Effra" panose="02000506080000020004" pitchFamily="2" charset="77"/>
                <a:ea typeface="Effra Light" charset="0"/>
                <a:cs typeface="Effra Light" charset="0"/>
              </a:defRPr>
            </a:lvl1pPr>
          </a:lstStyle>
          <a:p>
            <a:r>
              <a:rPr lang="en-US" dirty="0"/>
              <a:t>Module One</a:t>
            </a:r>
          </a:p>
        </p:txBody>
      </p:sp>
      <p:pic>
        <p:nvPicPr>
          <p:cNvPr id="5" name="Picture 4">
            <a:extLst>
              <a:ext uri="{FF2B5EF4-FFF2-40B4-BE49-F238E27FC236}">
                <a16:creationId xmlns:a16="http://schemas.microsoft.com/office/drawing/2014/main" id="{91721609-4435-1143-A313-6ABCD0DE9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1370" y="5972767"/>
            <a:ext cx="2680830" cy="406535"/>
          </a:xfrm>
          <a:prstGeom prst="rect">
            <a:avLst/>
          </a:prstGeom>
        </p:spPr>
      </p:pic>
    </p:spTree>
    <p:extLst>
      <p:ext uri="{BB962C8B-B14F-4D97-AF65-F5344CB8AC3E}">
        <p14:creationId xmlns:p14="http://schemas.microsoft.com/office/powerpoint/2010/main" val="158532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a:extLst>
              <a:ext uri="{FF2B5EF4-FFF2-40B4-BE49-F238E27FC236}">
                <a16:creationId xmlns:a16="http://schemas.microsoft.com/office/drawing/2014/main" id="{0CACDEC1-2D3E-4F1E-B769-48712FBBFA60}"/>
              </a:ext>
            </a:extLst>
          </p:cNvPr>
          <p:cNvSpPr>
            <a:spLocks noGrp="1" noChangeArrowheads="1"/>
          </p:cNvSpPr>
          <p:nvPr>
            <p:ph idx="1"/>
          </p:nvPr>
        </p:nvSpPr>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Upon completion of this section, you should be able to:</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Describe the steps needed to receive a requisition line in Oracle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Explain how to view a receipt</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Describe the steps needed to correct a receipt</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altLang="en-US" dirty="0"/>
              <a:t>Explain how to return a receipt</a:t>
            </a:r>
          </a:p>
        </p:txBody>
      </p:sp>
      <p:sp>
        <p:nvSpPr>
          <p:cNvPr id="233474" name="Rectangle 2">
            <a:extLst>
              <a:ext uri="{FF2B5EF4-FFF2-40B4-BE49-F238E27FC236}">
                <a16:creationId xmlns:a16="http://schemas.microsoft.com/office/drawing/2014/main" id="{A4B8C58C-FB4F-44D3-A594-46135B68547B}"/>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Learning Objectives</a:t>
            </a:r>
          </a:p>
        </p:txBody>
      </p:sp>
    </p:spTree>
    <p:extLst>
      <p:ext uri="{BB962C8B-B14F-4D97-AF65-F5344CB8AC3E}">
        <p14:creationId xmlns:p14="http://schemas.microsoft.com/office/powerpoint/2010/main" val="1086160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D29653-174E-40B8-A63D-F69D6FECD673}"/>
              </a:ext>
            </a:extLst>
          </p:cNvPr>
          <p:cNvSpPr>
            <a:spLocks noGrp="1"/>
          </p:cNvSpPr>
          <p:nvPr>
            <p:ph idx="1"/>
          </p:nvPr>
        </p:nvSpPr>
        <p:spPr>
          <a:xfrm>
            <a:off x="95250" y="1233237"/>
            <a:ext cx="11982449" cy="5185610"/>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sz="2400" dirty="0"/>
              <a:t>Managing receipts using Oracle is a new process for Cable One requesters of Purchase Requisitions. With this process, there are specific items requesters receive/do not receive within Oracle.</a:t>
            </a:r>
          </a:p>
          <a:p>
            <a:pPr marL="461963" indent="-461963">
              <a:lnSpc>
                <a:spcPct val="100000"/>
              </a:lnSpc>
              <a:spcAft>
                <a:spcPts val="300"/>
              </a:spcAft>
              <a:buClr>
                <a:schemeClr val="accent1">
                  <a:lumMod val="50000"/>
                </a:schemeClr>
              </a:buClr>
              <a:buFont typeface="Wingdings" panose="05000000000000000000" pitchFamily="2" charset="2"/>
            </a:pPr>
            <a:r>
              <a:rPr lang="en-US" sz="2400" dirty="0"/>
              <a:t>Requesters are now tasked with receiving when they are given an invoice for a service or when service has been rendered:</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sz="2400" dirty="0"/>
              <a:t>Non-Inventory Items (i.e., as part of a 3-way match for Suppliers to be paid by AP)</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sz="2400" dirty="0"/>
              <a:t>Contract Labor receipts (authorizes an invoice to be paid by AP)</a:t>
            </a:r>
          </a:p>
          <a:p>
            <a:pPr marL="461963" indent="-461963">
              <a:lnSpc>
                <a:spcPct val="100000"/>
              </a:lnSpc>
              <a:spcAft>
                <a:spcPts val="300"/>
              </a:spcAft>
              <a:buClr>
                <a:schemeClr val="accent1">
                  <a:lumMod val="50000"/>
                </a:schemeClr>
              </a:buClr>
              <a:buFont typeface="Wingdings" panose="05000000000000000000" pitchFamily="2" charset="2"/>
            </a:pPr>
            <a:r>
              <a:rPr lang="en-US" sz="2400" dirty="0"/>
              <a:t>Requesters do NOT receive Inventory items at warehouse locations (includes common and project inventory). These are always received by the Warehouse Associate assigned to the receiving warehouse location</a:t>
            </a:r>
          </a:p>
          <a:p>
            <a:pPr marL="461963" indent="-461963">
              <a:lnSpc>
                <a:spcPct val="100000"/>
              </a:lnSpc>
              <a:spcAft>
                <a:spcPts val="300"/>
              </a:spcAft>
              <a:buClr>
                <a:schemeClr val="accent1">
                  <a:lumMod val="50000"/>
                </a:schemeClr>
              </a:buClr>
              <a:buFont typeface="Wingdings" panose="05000000000000000000" pitchFamily="2" charset="2"/>
            </a:pPr>
            <a:r>
              <a:rPr lang="en-US" sz="2400" dirty="0"/>
              <a:t>Users can only receive receipts THEY created. A user </a:t>
            </a:r>
            <a:r>
              <a:rPr lang="en-US" sz="2400" b="1" i="1" u="sng" dirty="0"/>
              <a:t>cannot</a:t>
            </a:r>
            <a:r>
              <a:rPr lang="en-US" sz="2400" dirty="0"/>
              <a:t> receive receipts created by others</a:t>
            </a:r>
          </a:p>
        </p:txBody>
      </p:sp>
      <p:sp>
        <p:nvSpPr>
          <p:cNvPr id="3" name="Title 2">
            <a:extLst>
              <a:ext uri="{FF2B5EF4-FFF2-40B4-BE49-F238E27FC236}">
                <a16:creationId xmlns:a16="http://schemas.microsoft.com/office/drawing/2014/main" id="{62686434-B7F5-46E0-9FCD-658EA0762DCE}"/>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What Is Changing?</a:t>
            </a:r>
          </a:p>
        </p:txBody>
      </p:sp>
    </p:spTree>
    <p:extLst>
      <p:ext uri="{BB962C8B-B14F-4D97-AF65-F5344CB8AC3E}">
        <p14:creationId xmlns:p14="http://schemas.microsoft.com/office/powerpoint/2010/main" val="1602226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5CA3CA-2A49-4265-8828-CEC27AA3688E}"/>
              </a:ext>
            </a:extLst>
          </p:cNvPr>
          <p:cNvSpPr>
            <a:spLocks noGrp="1"/>
          </p:cNvSpPr>
          <p:nvPr>
            <p:ph idx="1"/>
          </p:nvPr>
        </p:nvSpPr>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A Requester processes a receipt when:</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They receive a physical item (expense item)</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Service has been completed and invoice is received</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Requester is aware of an outstanding receipt that must be processed</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Reviewing past due items based on due date that must be received (can be displayed to show due dates for 30/60/90 days or anytime)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i="1" u="sng" dirty="0">
                <a:solidFill>
                  <a:srgbClr val="FF0000"/>
                </a:solidFill>
              </a:rPr>
              <a:t>* Requester should get into the habit of performing a daily check on outstanding receipts and process that receipt as required</a:t>
            </a:r>
          </a:p>
        </p:txBody>
      </p:sp>
      <p:sp>
        <p:nvSpPr>
          <p:cNvPr id="3" name="Title 2">
            <a:extLst>
              <a:ext uri="{FF2B5EF4-FFF2-40B4-BE49-F238E27FC236}">
                <a16:creationId xmlns:a16="http://schemas.microsoft.com/office/drawing/2014/main" id="{610853C5-C006-4BB7-B55E-3ECFB09FD208}"/>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When Is A Receipt Performed?</a:t>
            </a:r>
          </a:p>
        </p:txBody>
      </p:sp>
    </p:spTree>
    <p:extLst>
      <p:ext uri="{BB962C8B-B14F-4D97-AF65-F5344CB8AC3E}">
        <p14:creationId xmlns:p14="http://schemas.microsoft.com/office/powerpoint/2010/main" val="2634350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3721AE0-20B0-4D82-8433-AFA24EAE0E4A}"/>
              </a:ext>
            </a:extLst>
          </p:cNvPr>
          <p:cNvPicPr>
            <a:picLocks noChangeAspect="1"/>
          </p:cNvPicPr>
          <p:nvPr/>
        </p:nvPicPr>
        <p:blipFill>
          <a:blip r:embed="rId3"/>
          <a:stretch>
            <a:fillRect/>
          </a:stretch>
        </p:blipFill>
        <p:spPr>
          <a:xfrm>
            <a:off x="521980" y="2638720"/>
            <a:ext cx="5693775" cy="2812591"/>
          </a:xfrm>
          <a:prstGeom prst="rect">
            <a:avLst/>
          </a:prstGeom>
          <a:scene3d>
            <a:camera prst="orthographicFront"/>
            <a:lightRig rig="threePt" dir="t"/>
          </a:scene3d>
          <a:sp3d>
            <a:bevelT/>
          </a:sp3d>
        </p:spPr>
      </p:pic>
      <p:pic>
        <p:nvPicPr>
          <p:cNvPr id="25" name="Picture 24">
            <a:extLst>
              <a:ext uri="{FF2B5EF4-FFF2-40B4-BE49-F238E27FC236}">
                <a16:creationId xmlns:a16="http://schemas.microsoft.com/office/drawing/2014/main" id="{75B8AD76-2963-496A-BB22-493F05D3332C}"/>
              </a:ext>
            </a:extLst>
          </p:cNvPr>
          <p:cNvPicPr>
            <a:picLocks noChangeAspect="1"/>
          </p:cNvPicPr>
          <p:nvPr/>
        </p:nvPicPr>
        <p:blipFill>
          <a:blip r:embed="rId4"/>
          <a:stretch>
            <a:fillRect/>
          </a:stretch>
        </p:blipFill>
        <p:spPr>
          <a:xfrm>
            <a:off x="5812824" y="3690945"/>
            <a:ext cx="5891832" cy="2953366"/>
          </a:xfrm>
          <a:prstGeom prst="rect">
            <a:avLst/>
          </a:prstGeom>
          <a:scene3d>
            <a:camera prst="orthographicFront"/>
            <a:lightRig rig="threePt" dir="t"/>
          </a:scene3d>
          <a:sp3d>
            <a:bevelT/>
          </a:sp3d>
        </p:spPr>
      </p:pic>
      <p:sp>
        <p:nvSpPr>
          <p:cNvPr id="27" name="Content Placeholder 2"/>
          <p:cNvSpPr txBox="1">
            <a:spLocks/>
          </p:cNvSpPr>
          <p:nvPr/>
        </p:nvSpPr>
        <p:spPr>
          <a:xfrm>
            <a:off x="422517" y="1269591"/>
            <a:ext cx="11664708" cy="1178115"/>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spcBef>
                <a:spcPts val="500"/>
              </a:spcBef>
            </a:pPr>
            <a:r>
              <a:rPr lang="en-US" sz="2400" dirty="0">
                <a:solidFill>
                  <a:schemeClr val="tx1">
                    <a:lumMod val="75000"/>
                  </a:schemeClr>
                </a:solidFill>
                <a:latin typeface="Effra Light" charset="0"/>
              </a:rPr>
              <a:t>Purchase orders are used to initiate a transaction with a supplier when a business wants to purchase something. This allows both parties to have matching records they can use to verify what was purchased, the price of the transaction, and when the purchase took place.</a:t>
            </a:r>
          </a:p>
        </p:txBody>
      </p:sp>
      <p:sp>
        <p:nvSpPr>
          <p:cNvPr id="2" name="Title 1">
            <a:extLst>
              <a:ext uri="{FF2B5EF4-FFF2-40B4-BE49-F238E27FC236}">
                <a16:creationId xmlns:a16="http://schemas.microsoft.com/office/drawing/2014/main" id="{D7F5254B-E697-4745-810B-F00779FF6456}"/>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Receiving a Requisition Line</a:t>
            </a:r>
          </a:p>
        </p:txBody>
      </p:sp>
      <p:sp>
        <p:nvSpPr>
          <p:cNvPr id="24" name="Slide Number Placeholder 3"/>
          <p:cNvSpPr>
            <a:spLocks noGrp="1"/>
          </p:cNvSpPr>
          <p:nvPr>
            <p:ph type="sldNum" sz="quarter" idx="4294967295"/>
          </p:nvPr>
        </p:nvSpPr>
        <p:spPr/>
        <p:txBody>
          <a:bodyPr/>
          <a:lstStyle/>
          <a:p>
            <a:r>
              <a:rPr lang="en-US">
                <a:solidFill>
                  <a:schemeClr val="bg1"/>
                </a:solidFill>
              </a:rPr>
              <a:t>27</a:t>
            </a:r>
          </a:p>
        </p:txBody>
      </p:sp>
      <p:sp>
        <p:nvSpPr>
          <p:cNvPr id="26" name="Rectangle 25">
            <a:extLst>
              <a:ext uri="{FF2B5EF4-FFF2-40B4-BE49-F238E27FC236}">
                <a16:creationId xmlns:a16="http://schemas.microsoft.com/office/drawing/2014/main" id="{7924BE90-6E2F-49FF-8CD4-D70077DDD1D1}"/>
              </a:ext>
            </a:extLst>
          </p:cNvPr>
          <p:cNvSpPr/>
          <p:nvPr/>
        </p:nvSpPr>
        <p:spPr>
          <a:xfrm>
            <a:off x="3965197" y="3642012"/>
            <a:ext cx="510550" cy="53640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ular Callout 7">
            <a:extLst>
              <a:ext uri="{FF2B5EF4-FFF2-40B4-BE49-F238E27FC236}">
                <a16:creationId xmlns:a16="http://schemas.microsoft.com/office/drawing/2014/main" id="{52BC4269-EB4D-4597-83AA-15D44DA01CE6}"/>
              </a:ext>
            </a:extLst>
          </p:cNvPr>
          <p:cNvSpPr/>
          <p:nvPr/>
        </p:nvSpPr>
        <p:spPr>
          <a:xfrm>
            <a:off x="6523410" y="2612189"/>
            <a:ext cx="1273054" cy="538960"/>
          </a:xfrm>
          <a:prstGeom prst="wedgeRoundRectCallout">
            <a:avLst>
              <a:gd name="adj1" fmla="val -212976"/>
              <a:gd name="adj2" fmla="val 150966"/>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r>
              <a:rPr lang="en-US" sz="1400" dirty="0">
                <a:solidFill>
                  <a:srgbClr val="002060"/>
                </a:solidFill>
                <a:latin typeface="Effra Light" panose="020B0403020203020204"/>
              </a:rPr>
              <a:t>Click the </a:t>
            </a:r>
            <a:r>
              <a:rPr lang="en-US" sz="1400" b="1" dirty="0">
                <a:solidFill>
                  <a:srgbClr val="C00000"/>
                </a:solidFill>
                <a:latin typeface="Effra Light" charset="0"/>
              </a:rPr>
              <a:t>My Receipts </a:t>
            </a:r>
            <a:r>
              <a:rPr lang="en-US" sz="1400" dirty="0">
                <a:solidFill>
                  <a:srgbClr val="002060"/>
                </a:solidFill>
                <a:latin typeface="Effra Light" panose="020B0403020203020204"/>
              </a:rPr>
              <a:t>icon</a:t>
            </a:r>
          </a:p>
        </p:txBody>
      </p:sp>
      <p:sp>
        <p:nvSpPr>
          <p:cNvPr id="30" name="Rounded Rectangular Callout 7">
            <a:extLst>
              <a:ext uri="{FF2B5EF4-FFF2-40B4-BE49-F238E27FC236}">
                <a16:creationId xmlns:a16="http://schemas.microsoft.com/office/drawing/2014/main" id="{96665A25-7630-418F-93BC-3C770045F800}"/>
              </a:ext>
            </a:extLst>
          </p:cNvPr>
          <p:cNvSpPr/>
          <p:nvPr/>
        </p:nvSpPr>
        <p:spPr>
          <a:xfrm>
            <a:off x="8359702" y="2447707"/>
            <a:ext cx="3281395" cy="1116618"/>
          </a:xfrm>
          <a:prstGeom prst="wedgeRoundRectCallout">
            <a:avLst>
              <a:gd name="adj1" fmla="val -74079"/>
              <a:gd name="adj2" fmla="val 214964"/>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r>
              <a:rPr lang="en-US" sz="1400" dirty="0">
                <a:solidFill>
                  <a:srgbClr val="002060"/>
                </a:solidFill>
                <a:latin typeface="Effra Light" panose="020B0403020203020204"/>
              </a:rPr>
              <a:t>Once on the </a:t>
            </a:r>
            <a:r>
              <a:rPr lang="en-US" sz="1400" b="1" dirty="0">
                <a:solidFill>
                  <a:srgbClr val="C00000"/>
                </a:solidFill>
                <a:latin typeface="Effra Light" charset="0"/>
              </a:rPr>
              <a:t>Receive Items </a:t>
            </a:r>
            <a:r>
              <a:rPr lang="en-US" sz="1400" dirty="0">
                <a:solidFill>
                  <a:srgbClr val="002060"/>
                </a:solidFill>
                <a:latin typeface="Effra Light" panose="020B0403020203020204"/>
              </a:rPr>
              <a:t>screen, Search based on Requisition or Purchase Order.  Select displayed “open” (not fully received) requisition line(s) and </a:t>
            </a:r>
            <a:r>
              <a:rPr lang="en-US" sz="1400" b="1" dirty="0">
                <a:solidFill>
                  <a:srgbClr val="C00000"/>
                </a:solidFill>
                <a:latin typeface="Effra Light" charset="0"/>
              </a:rPr>
              <a:t>Receive</a:t>
            </a:r>
            <a:r>
              <a:rPr lang="en-US" sz="1400" dirty="0">
                <a:solidFill>
                  <a:srgbClr val="002060"/>
                </a:solidFill>
                <a:latin typeface="Effra Light" panose="020B0403020203020204"/>
              </a:rPr>
              <a:t>.</a:t>
            </a:r>
          </a:p>
        </p:txBody>
      </p:sp>
      <p:sp>
        <p:nvSpPr>
          <p:cNvPr id="31" name="Arrow: Bent 30">
            <a:extLst>
              <a:ext uri="{FF2B5EF4-FFF2-40B4-BE49-F238E27FC236}">
                <a16:creationId xmlns:a16="http://schemas.microsoft.com/office/drawing/2014/main" id="{8B582677-B160-4161-B08C-234A0B72FB49}"/>
              </a:ext>
            </a:extLst>
          </p:cNvPr>
          <p:cNvSpPr/>
          <p:nvPr/>
        </p:nvSpPr>
        <p:spPr>
          <a:xfrm rot="10800000" flipH="1">
            <a:off x="3838073" y="5588409"/>
            <a:ext cx="1974751" cy="841205"/>
          </a:xfrm>
          <a:prstGeom prst="bentArrow">
            <a:avLst>
              <a:gd name="adj1" fmla="val 25000"/>
              <a:gd name="adj2" fmla="val 25000"/>
              <a:gd name="adj3" fmla="val 50000"/>
              <a:gd name="adj4" fmla="val 4375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24257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60F2A197-246E-4EDE-A0F6-D1897039DA8D}"/>
              </a:ext>
            </a:extLst>
          </p:cNvPr>
          <p:cNvSpPr>
            <a:spLocks noGrp="1" noChangeArrowheads="1"/>
          </p:cNvSpPr>
          <p:nvPr>
            <p:ph idx="1"/>
          </p:nvPr>
        </p:nvSpPr>
        <p:spPr>
          <a:xfrm>
            <a:off x="422517" y="1513491"/>
            <a:ext cx="11064240" cy="2022189"/>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Receive a Requisition Line</a:t>
            </a:r>
          </a:p>
        </p:txBody>
      </p:sp>
      <p:sp>
        <p:nvSpPr>
          <p:cNvPr id="253954" name="Rectangle 2">
            <a:extLst>
              <a:ext uri="{FF2B5EF4-FFF2-40B4-BE49-F238E27FC236}">
                <a16:creationId xmlns:a16="http://schemas.microsoft.com/office/drawing/2014/main" id="{0EAA948D-F8C5-4C48-89F3-B3B9F45DF10C}"/>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Demo/Exercise</a:t>
            </a:r>
          </a:p>
        </p:txBody>
      </p:sp>
      <p:grpSp>
        <p:nvGrpSpPr>
          <p:cNvPr id="27652" name="Group 4">
            <a:extLst>
              <a:ext uri="{FF2B5EF4-FFF2-40B4-BE49-F238E27FC236}">
                <a16:creationId xmlns:a16="http://schemas.microsoft.com/office/drawing/2014/main" id="{3B6FB7F0-3736-4D53-8E2D-47D2AF6318F8}"/>
              </a:ext>
            </a:extLst>
          </p:cNvPr>
          <p:cNvGrpSpPr>
            <a:grpSpLocks/>
          </p:cNvGrpSpPr>
          <p:nvPr/>
        </p:nvGrpSpPr>
        <p:grpSpPr bwMode="auto">
          <a:xfrm>
            <a:off x="1676401" y="5181601"/>
            <a:ext cx="1700213" cy="1133475"/>
            <a:chOff x="288" y="3408"/>
            <a:chExt cx="1071" cy="714"/>
          </a:xfrm>
        </p:grpSpPr>
        <p:sp>
          <p:nvSpPr>
            <p:cNvPr id="27714" name="Rectangle 5" descr="PP_blue_background">
              <a:extLst>
                <a:ext uri="{FF2B5EF4-FFF2-40B4-BE49-F238E27FC236}">
                  <a16:creationId xmlns:a16="http://schemas.microsoft.com/office/drawing/2014/main" id="{1F4049F6-A3D3-4742-8F1F-149304D56E65}"/>
                </a:ext>
              </a:extLst>
            </p:cNvPr>
            <p:cNvSpPr>
              <a:spLocks noChangeArrowheads="1"/>
            </p:cNvSpPr>
            <p:nvPr/>
          </p:nvSpPr>
          <p:spPr bwMode="auto">
            <a:xfrm>
              <a:off x="288" y="3408"/>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5" name="AutoShape 6">
              <a:extLst>
                <a:ext uri="{FF2B5EF4-FFF2-40B4-BE49-F238E27FC236}">
                  <a16:creationId xmlns:a16="http://schemas.microsoft.com/office/drawing/2014/main" id="{4474DB60-6508-493F-81F9-564CD0132FF8}"/>
                </a:ext>
              </a:extLst>
            </p:cNvPr>
            <p:cNvSpPr>
              <a:spLocks noChangeArrowheads="1"/>
            </p:cNvSpPr>
            <p:nvPr/>
          </p:nvSpPr>
          <p:spPr bwMode="auto">
            <a:xfrm flipH="1">
              <a:off x="938" y="3671"/>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6" name="Rectangle 7">
              <a:extLst>
                <a:ext uri="{FF2B5EF4-FFF2-40B4-BE49-F238E27FC236}">
                  <a16:creationId xmlns:a16="http://schemas.microsoft.com/office/drawing/2014/main" id="{52E09096-A3E0-4471-8D6C-8E42281BF0D7}"/>
                </a:ext>
              </a:extLst>
            </p:cNvPr>
            <p:cNvSpPr>
              <a:spLocks noChangeArrowheads="1"/>
            </p:cNvSpPr>
            <p:nvPr/>
          </p:nvSpPr>
          <p:spPr bwMode="auto">
            <a:xfrm>
              <a:off x="360" y="3444"/>
              <a:ext cx="936"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Demonstration</a:t>
              </a:r>
            </a:p>
          </p:txBody>
        </p:sp>
        <p:grpSp>
          <p:nvGrpSpPr>
            <p:cNvPr id="27717" name="Group 8">
              <a:extLst>
                <a:ext uri="{FF2B5EF4-FFF2-40B4-BE49-F238E27FC236}">
                  <a16:creationId xmlns:a16="http://schemas.microsoft.com/office/drawing/2014/main" id="{99928C2B-C097-4A3C-B3CC-F90956E25772}"/>
                </a:ext>
              </a:extLst>
            </p:cNvPr>
            <p:cNvGrpSpPr>
              <a:grpSpLocks/>
            </p:cNvGrpSpPr>
            <p:nvPr/>
          </p:nvGrpSpPr>
          <p:grpSpPr bwMode="auto">
            <a:xfrm>
              <a:off x="968" y="3777"/>
              <a:ext cx="361" cy="316"/>
              <a:chOff x="3264" y="2304"/>
              <a:chExt cx="1584" cy="1297"/>
            </a:xfrm>
          </p:grpSpPr>
          <p:sp>
            <p:nvSpPr>
              <p:cNvPr id="27718" name="Rectangle 9">
                <a:extLst>
                  <a:ext uri="{FF2B5EF4-FFF2-40B4-BE49-F238E27FC236}">
                    <a16:creationId xmlns:a16="http://schemas.microsoft.com/office/drawing/2014/main" id="{F8332E53-AE75-4251-A629-5FD12A1FAC0A}"/>
                  </a:ext>
                </a:extLst>
              </p:cNvPr>
              <p:cNvSpPr>
                <a:spLocks noChangeArrowheads="1"/>
              </p:cNvSpPr>
              <p:nvPr/>
            </p:nvSpPr>
            <p:spPr bwMode="auto">
              <a:xfrm>
                <a:off x="3538" y="2335"/>
                <a:ext cx="878" cy="645"/>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9" name="Rectangle 10">
                <a:extLst>
                  <a:ext uri="{FF2B5EF4-FFF2-40B4-BE49-F238E27FC236}">
                    <a16:creationId xmlns:a16="http://schemas.microsoft.com/office/drawing/2014/main" id="{A4B36243-2932-42EF-A5A1-F9283A9047AD}"/>
                  </a:ext>
                </a:extLst>
              </p:cNvPr>
              <p:cNvSpPr>
                <a:spLocks noChangeArrowheads="1"/>
              </p:cNvSpPr>
              <p:nvPr/>
            </p:nvSpPr>
            <p:spPr bwMode="auto">
              <a:xfrm>
                <a:off x="3520" y="2304"/>
                <a:ext cx="916" cy="31"/>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0" name="Rectangle 11" descr="PP_blue_background">
                <a:extLst>
                  <a:ext uri="{FF2B5EF4-FFF2-40B4-BE49-F238E27FC236}">
                    <a16:creationId xmlns:a16="http://schemas.microsoft.com/office/drawing/2014/main" id="{220A1BAA-919D-4B79-9F0C-120BD830A3E4}"/>
                  </a:ext>
                </a:extLst>
              </p:cNvPr>
              <p:cNvSpPr>
                <a:spLocks noChangeArrowheads="1"/>
              </p:cNvSpPr>
              <p:nvPr/>
            </p:nvSpPr>
            <p:spPr bwMode="auto">
              <a:xfrm>
                <a:off x="3561" y="2335"/>
                <a:ext cx="834" cy="621"/>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1" name="Freeform 12">
                <a:extLst>
                  <a:ext uri="{FF2B5EF4-FFF2-40B4-BE49-F238E27FC236}">
                    <a16:creationId xmlns:a16="http://schemas.microsoft.com/office/drawing/2014/main" id="{D799A67C-67DF-40CF-87D3-D3A6B3511F80}"/>
                  </a:ext>
                </a:extLst>
              </p:cNvPr>
              <p:cNvSpPr>
                <a:spLocks/>
              </p:cNvSpPr>
              <p:nvPr/>
            </p:nvSpPr>
            <p:spPr bwMode="auto">
              <a:xfrm>
                <a:off x="4166" y="2846"/>
                <a:ext cx="285" cy="637"/>
              </a:xfrm>
              <a:custGeom>
                <a:avLst/>
                <a:gdLst>
                  <a:gd name="T0" fmla="*/ 157 w 523"/>
                  <a:gd name="T1" fmla="*/ 637 h 1164"/>
                  <a:gd name="T2" fmla="*/ 156 w 523"/>
                  <a:gd name="T3" fmla="*/ 620 h 1164"/>
                  <a:gd name="T4" fmla="*/ 156 w 523"/>
                  <a:gd name="T5" fmla="*/ 606 h 1164"/>
                  <a:gd name="T6" fmla="*/ 157 w 523"/>
                  <a:gd name="T7" fmla="*/ 567 h 1164"/>
                  <a:gd name="T8" fmla="*/ 156 w 523"/>
                  <a:gd name="T9" fmla="*/ 508 h 1164"/>
                  <a:gd name="T10" fmla="*/ 151 w 523"/>
                  <a:gd name="T11" fmla="*/ 448 h 1164"/>
                  <a:gd name="T12" fmla="*/ 149 w 523"/>
                  <a:gd name="T13" fmla="*/ 385 h 1164"/>
                  <a:gd name="T14" fmla="*/ 143 w 523"/>
                  <a:gd name="T15" fmla="*/ 338 h 1164"/>
                  <a:gd name="T16" fmla="*/ 141 w 523"/>
                  <a:gd name="T17" fmla="*/ 258 h 1164"/>
                  <a:gd name="T18" fmla="*/ 163 w 523"/>
                  <a:gd name="T19" fmla="*/ 364 h 1164"/>
                  <a:gd name="T20" fmla="*/ 176 w 523"/>
                  <a:gd name="T21" fmla="*/ 441 h 1164"/>
                  <a:gd name="T22" fmla="*/ 175 w 523"/>
                  <a:gd name="T23" fmla="*/ 560 h 1164"/>
                  <a:gd name="T24" fmla="*/ 165 w 523"/>
                  <a:gd name="T25" fmla="*/ 634 h 1164"/>
                  <a:gd name="T26" fmla="*/ 178 w 523"/>
                  <a:gd name="T27" fmla="*/ 636 h 1164"/>
                  <a:gd name="T28" fmla="*/ 212 w 523"/>
                  <a:gd name="T29" fmla="*/ 637 h 1164"/>
                  <a:gd name="T30" fmla="*/ 247 w 523"/>
                  <a:gd name="T31" fmla="*/ 634 h 1164"/>
                  <a:gd name="T32" fmla="*/ 275 w 523"/>
                  <a:gd name="T33" fmla="*/ 626 h 1164"/>
                  <a:gd name="T34" fmla="*/ 272 w 523"/>
                  <a:gd name="T35" fmla="*/ 607 h 1164"/>
                  <a:gd name="T36" fmla="*/ 278 w 523"/>
                  <a:gd name="T37" fmla="*/ 533 h 1164"/>
                  <a:gd name="T38" fmla="*/ 285 w 523"/>
                  <a:gd name="T39" fmla="*/ 428 h 1164"/>
                  <a:gd name="T40" fmla="*/ 275 w 523"/>
                  <a:gd name="T41" fmla="*/ 380 h 1164"/>
                  <a:gd name="T42" fmla="*/ 268 w 523"/>
                  <a:gd name="T43" fmla="*/ 346 h 1164"/>
                  <a:gd name="T44" fmla="*/ 263 w 523"/>
                  <a:gd name="T45" fmla="*/ 315 h 1164"/>
                  <a:gd name="T46" fmla="*/ 260 w 523"/>
                  <a:gd name="T47" fmla="*/ 211 h 1164"/>
                  <a:gd name="T48" fmla="*/ 242 w 523"/>
                  <a:gd name="T49" fmla="*/ 191 h 1164"/>
                  <a:gd name="T50" fmla="*/ 208 w 523"/>
                  <a:gd name="T51" fmla="*/ 194 h 1164"/>
                  <a:gd name="T52" fmla="*/ 171 w 523"/>
                  <a:gd name="T53" fmla="*/ 200 h 1164"/>
                  <a:gd name="T54" fmla="*/ 148 w 523"/>
                  <a:gd name="T55" fmla="*/ 142 h 1164"/>
                  <a:gd name="T56" fmla="*/ 135 w 523"/>
                  <a:gd name="T57" fmla="*/ 21 h 1164"/>
                  <a:gd name="T58" fmla="*/ 86 w 523"/>
                  <a:gd name="T59" fmla="*/ 22 h 1164"/>
                  <a:gd name="T60" fmla="*/ 58 w 523"/>
                  <a:gd name="T61" fmla="*/ 13 h 1164"/>
                  <a:gd name="T62" fmla="*/ 37 w 523"/>
                  <a:gd name="T63" fmla="*/ 4 h 1164"/>
                  <a:gd name="T64" fmla="*/ 25 w 523"/>
                  <a:gd name="T65" fmla="*/ 1 h 1164"/>
                  <a:gd name="T66" fmla="*/ 20 w 523"/>
                  <a:gd name="T67" fmla="*/ 122 h 1164"/>
                  <a:gd name="T68" fmla="*/ 6 w 523"/>
                  <a:gd name="T69" fmla="*/ 128 h 1164"/>
                  <a:gd name="T70" fmla="*/ 13 w 523"/>
                  <a:gd name="T71" fmla="*/ 167 h 1164"/>
                  <a:gd name="T72" fmla="*/ 23 w 523"/>
                  <a:gd name="T73" fmla="*/ 209 h 1164"/>
                  <a:gd name="T74" fmla="*/ 36 w 523"/>
                  <a:gd name="T75" fmla="*/ 263 h 1164"/>
                  <a:gd name="T76" fmla="*/ 45 w 523"/>
                  <a:gd name="T77" fmla="*/ 317 h 1164"/>
                  <a:gd name="T78" fmla="*/ 45 w 523"/>
                  <a:gd name="T79" fmla="*/ 351 h 1164"/>
                  <a:gd name="T80" fmla="*/ 50 w 523"/>
                  <a:gd name="T81" fmla="*/ 370 h 1164"/>
                  <a:gd name="T82" fmla="*/ 52 w 523"/>
                  <a:gd name="T83" fmla="*/ 390 h 1164"/>
                  <a:gd name="T84" fmla="*/ 62 w 523"/>
                  <a:gd name="T85" fmla="*/ 447 h 1164"/>
                  <a:gd name="T86" fmla="*/ 66 w 523"/>
                  <a:gd name="T87" fmla="*/ 505 h 1164"/>
                  <a:gd name="T88" fmla="*/ 66 w 523"/>
                  <a:gd name="T89" fmla="*/ 547 h 1164"/>
                  <a:gd name="T90" fmla="*/ 61 w 523"/>
                  <a:gd name="T91" fmla="*/ 587 h 1164"/>
                  <a:gd name="T92" fmla="*/ 56 w 523"/>
                  <a:gd name="T93" fmla="*/ 598 h 1164"/>
                  <a:gd name="T94" fmla="*/ 45 w 523"/>
                  <a:gd name="T95" fmla="*/ 616 h 1164"/>
                  <a:gd name="T96" fmla="*/ 50 w 523"/>
                  <a:gd name="T97" fmla="*/ 624 h 1164"/>
                  <a:gd name="T98" fmla="*/ 81 w 523"/>
                  <a:gd name="T99" fmla="*/ 629 h 1164"/>
                  <a:gd name="T100" fmla="*/ 117 w 523"/>
                  <a:gd name="T101" fmla="*/ 634 h 1164"/>
                  <a:gd name="T102" fmla="*/ 148 w 523"/>
                  <a:gd name="T103" fmla="*/ 637 h 11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23" h="1164">
                    <a:moveTo>
                      <a:pt x="279" y="1164"/>
                    </a:moveTo>
                    <a:lnTo>
                      <a:pt x="281" y="1164"/>
                    </a:lnTo>
                    <a:lnTo>
                      <a:pt x="284" y="1164"/>
                    </a:lnTo>
                    <a:lnTo>
                      <a:pt x="286" y="1164"/>
                    </a:lnTo>
                    <a:lnTo>
                      <a:pt x="288" y="1164"/>
                    </a:lnTo>
                    <a:lnTo>
                      <a:pt x="288" y="1158"/>
                    </a:lnTo>
                    <a:lnTo>
                      <a:pt x="289" y="1152"/>
                    </a:lnTo>
                    <a:lnTo>
                      <a:pt x="289" y="1145"/>
                    </a:lnTo>
                    <a:lnTo>
                      <a:pt x="288" y="1139"/>
                    </a:lnTo>
                    <a:lnTo>
                      <a:pt x="287" y="1133"/>
                    </a:lnTo>
                    <a:lnTo>
                      <a:pt x="286" y="1128"/>
                    </a:lnTo>
                    <a:lnTo>
                      <a:pt x="286" y="1123"/>
                    </a:lnTo>
                    <a:lnTo>
                      <a:pt x="287" y="1118"/>
                    </a:lnTo>
                    <a:lnTo>
                      <a:pt x="288" y="1114"/>
                    </a:lnTo>
                    <a:lnTo>
                      <a:pt x="287" y="1107"/>
                    </a:lnTo>
                    <a:lnTo>
                      <a:pt x="286" y="1101"/>
                    </a:lnTo>
                    <a:lnTo>
                      <a:pt x="286" y="1094"/>
                    </a:lnTo>
                    <a:lnTo>
                      <a:pt x="286" y="1082"/>
                    </a:lnTo>
                    <a:lnTo>
                      <a:pt x="287" y="1060"/>
                    </a:lnTo>
                    <a:lnTo>
                      <a:pt x="288" y="1037"/>
                    </a:lnTo>
                    <a:lnTo>
                      <a:pt x="288" y="1019"/>
                    </a:lnTo>
                    <a:lnTo>
                      <a:pt x="287" y="1001"/>
                    </a:lnTo>
                    <a:lnTo>
                      <a:pt x="287" y="976"/>
                    </a:lnTo>
                    <a:lnTo>
                      <a:pt x="287" y="950"/>
                    </a:lnTo>
                    <a:lnTo>
                      <a:pt x="287" y="929"/>
                    </a:lnTo>
                    <a:lnTo>
                      <a:pt x="287" y="910"/>
                    </a:lnTo>
                    <a:lnTo>
                      <a:pt x="285" y="887"/>
                    </a:lnTo>
                    <a:lnTo>
                      <a:pt x="283" y="862"/>
                    </a:lnTo>
                    <a:lnTo>
                      <a:pt x="279" y="840"/>
                    </a:lnTo>
                    <a:lnTo>
                      <a:pt x="277" y="819"/>
                    </a:lnTo>
                    <a:lnTo>
                      <a:pt x="276" y="796"/>
                    </a:lnTo>
                    <a:lnTo>
                      <a:pt x="276" y="774"/>
                    </a:lnTo>
                    <a:lnTo>
                      <a:pt x="276" y="752"/>
                    </a:lnTo>
                    <a:lnTo>
                      <a:pt x="274" y="729"/>
                    </a:lnTo>
                    <a:lnTo>
                      <a:pt x="273" y="704"/>
                    </a:lnTo>
                    <a:lnTo>
                      <a:pt x="271" y="681"/>
                    </a:lnTo>
                    <a:lnTo>
                      <a:pt x="270" y="668"/>
                    </a:lnTo>
                    <a:lnTo>
                      <a:pt x="268" y="656"/>
                    </a:lnTo>
                    <a:lnTo>
                      <a:pt x="265" y="638"/>
                    </a:lnTo>
                    <a:lnTo>
                      <a:pt x="263" y="618"/>
                    </a:lnTo>
                    <a:lnTo>
                      <a:pt x="262" y="601"/>
                    </a:lnTo>
                    <a:lnTo>
                      <a:pt x="262" y="575"/>
                    </a:lnTo>
                    <a:lnTo>
                      <a:pt x="261" y="533"/>
                    </a:lnTo>
                    <a:lnTo>
                      <a:pt x="258" y="493"/>
                    </a:lnTo>
                    <a:lnTo>
                      <a:pt x="258" y="472"/>
                    </a:lnTo>
                    <a:lnTo>
                      <a:pt x="261" y="499"/>
                    </a:lnTo>
                    <a:lnTo>
                      <a:pt x="268" y="534"/>
                    </a:lnTo>
                    <a:lnTo>
                      <a:pt x="278" y="576"/>
                    </a:lnTo>
                    <a:lnTo>
                      <a:pt x="288" y="621"/>
                    </a:lnTo>
                    <a:lnTo>
                      <a:pt x="300" y="665"/>
                    </a:lnTo>
                    <a:lnTo>
                      <a:pt x="309" y="703"/>
                    </a:lnTo>
                    <a:lnTo>
                      <a:pt x="316" y="731"/>
                    </a:lnTo>
                    <a:lnTo>
                      <a:pt x="318" y="749"/>
                    </a:lnTo>
                    <a:lnTo>
                      <a:pt x="319" y="781"/>
                    </a:lnTo>
                    <a:lnTo>
                      <a:pt x="323" y="806"/>
                    </a:lnTo>
                    <a:lnTo>
                      <a:pt x="327" y="827"/>
                    </a:lnTo>
                    <a:lnTo>
                      <a:pt x="331" y="843"/>
                    </a:lnTo>
                    <a:lnTo>
                      <a:pt x="330" y="882"/>
                    </a:lnTo>
                    <a:lnTo>
                      <a:pt x="326" y="954"/>
                    </a:lnTo>
                    <a:lnTo>
                      <a:pt x="322" y="1024"/>
                    </a:lnTo>
                    <a:lnTo>
                      <a:pt x="319" y="1063"/>
                    </a:lnTo>
                    <a:lnTo>
                      <a:pt x="317" y="1080"/>
                    </a:lnTo>
                    <a:lnTo>
                      <a:pt x="311" y="1105"/>
                    </a:lnTo>
                    <a:lnTo>
                      <a:pt x="307" y="1132"/>
                    </a:lnTo>
                    <a:lnTo>
                      <a:pt x="303" y="1159"/>
                    </a:lnTo>
                    <a:lnTo>
                      <a:pt x="306" y="1160"/>
                    </a:lnTo>
                    <a:lnTo>
                      <a:pt x="309" y="1160"/>
                    </a:lnTo>
                    <a:lnTo>
                      <a:pt x="312" y="1161"/>
                    </a:lnTo>
                    <a:lnTo>
                      <a:pt x="317" y="1161"/>
                    </a:lnTo>
                    <a:lnTo>
                      <a:pt x="326" y="1162"/>
                    </a:lnTo>
                    <a:lnTo>
                      <a:pt x="338" y="1163"/>
                    </a:lnTo>
                    <a:lnTo>
                      <a:pt x="349" y="1164"/>
                    </a:lnTo>
                    <a:lnTo>
                      <a:pt x="362" y="1164"/>
                    </a:lnTo>
                    <a:lnTo>
                      <a:pt x="375" y="1164"/>
                    </a:lnTo>
                    <a:lnTo>
                      <a:pt x="389" y="1164"/>
                    </a:lnTo>
                    <a:lnTo>
                      <a:pt x="401" y="1164"/>
                    </a:lnTo>
                    <a:lnTo>
                      <a:pt x="415" y="1163"/>
                    </a:lnTo>
                    <a:lnTo>
                      <a:pt x="429" y="1162"/>
                    </a:lnTo>
                    <a:lnTo>
                      <a:pt x="442" y="1161"/>
                    </a:lnTo>
                    <a:lnTo>
                      <a:pt x="454" y="1159"/>
                    </a:lnTo>
                    <a:lnTo>
                      <a:pt x="467" y="1156"/>
                    </a:lnTo>
                    <a:lnTo>
                      <a:pt x="477" y="1154"/>
                    </a:lnTo>
                    <a:lnTo>
                      <a:pt x="488" y="1151"/>
                    </a:lnTo>
                    <a:lnTo>
                      <a:pt x="497" y="1147"/>
                    </a:lnTo>
                    <a:lnTo>
                      <a:pt x="504" y="1143"/>
                    </a:lnTo>
                    <a:lnTo>
                      <a:pt x="503" y="1138"/>
                    </a:lnTo>
                    <a:lnTo>
                      <a:pt x="501" y="1133"/>
                    </a:lnTo>
                    <a:lnTo>
                      <a:pt x="498" y="1130"/>
                    </a:lnTo>
                    <a:lnTo>
                      <a:pt x="494" y="1126"/>
                    </a:lnTo>
                    <a:lnTo>
                      <a:pt x="499" y="1110"/>
                    </a:lnTo>
                    <a:lnTo>
                      <a:pt x="503" y="1090"/>
                    </a:lnTo>
                    <a:lnTo>
                      <a:pt x="504" y="1069"/>
                    </a:lnTo>
                    <a:lnTo>
                      <a:pt x="504" y="1050"/>
                    </a:lnTo>
                    <a:lnTo>
                      <a:pt x="506" y="1020"/>
                    </a:lnTo>
                    <a:lnTo>
                      <a:pt x="511" y="974"/>
                    </a:lnTo>
                    <a:lnTo>
                      <a:pt x="515" y="928"/>
                    </a:lnTo>
                    <a:lnTo>
                      <a:pt x="519" y="897"/>
                    </a:lnTo>
                    <a:lnTo>
                      <a:pt x="521" y="867"/>
                    </a:lnTo>
                    <a:lnTo>
                      <a:pt x="523" y="825"/>
                    </a:lnTo>
                    <a:lnTo>
                      <a:pt x="523" y="782"/>
                    </a:lnTo>
                    <a:lnTo>
                      <a:pt x="520" y="752"/>
                    </a:lnTo>
                    <a:lnTo>
                      <a:pt x="515" y="735"/>
                    </a:lnTo>
                    <a:lnTo>
                      <a:pt x="511" y="720"/>
                    </a:lnTo>
                    <a:lnTo>
                      <a:pt x="508" y="706"/>
                    </a:lnTo>
                    <a:lnTo>
                      <a:pt x="505" y="694"/>
                    </a:lnTo>
                    <a:lnTo>
                      <a:pt x="501" y="681"/>
                    </a:lnTo>
                    <a:lnTo>
                      <a:pt x="498" y="665"/>
                    </a:lnTo>
                    <a:lnTo>
                      <a:pt x="494" y="651"/>
                    </a:lnTo>
                    <a:lnTo>
                      <a:pt x="493" y="642"/>
                    </a:lnTo>
                    <a:lnTo>
                      <a:pt x="492" y="633"/>
                    </a:lnTo>
                    <a:lnTo>
                      <a:pt x="490" y="621"/>
                    </a:lnTo>
                    <a:lnTo>
                      <a:pt x="486" y="608"/>
                    </a:lnTo>
                    <a:lnTo>
                      <a:pt x="485" y="598"/>
                    </a:lnTo>
                    <a:lnTo>
                      <a:pt x="484" y="587"/>
                    </a:lnTo>
                    <a:lnTo>
                      <a:pt x="482" y="575"/>
                    </a:lnTo>
                    <a:lnTo>
                      <a:pt x="480" y="561"/>
                    </a:lnTo>
                    <a:lnTo>
                      <a:pt x="478" y="549"/>
                    </a:lnTo>
                    <a:lnTo>
                      <a:pt x="478" y="515"/>
                    </a:lnTo>
                    <a:lnTo>
                      <a:pt x="480" y="450"/>
                    </a:lnTo>
                    <a:lnTo>
                      <a:pt x="478" y="385"/>
                    </a:lnTo>
                    <a:lnTo>
                      <a:pt x="477" y="347"/>
                    </a:lnTo>
                    <a:lnTo>
                      <a:pt x="471" y="347"/>
                    </a:lnTo>
                    <a:lnTo>
                      <a:pt x="465" y="348"/>
                    </a:lnTo>
                    <a:lnTo>
                      <a:pt x="455" y="348"/>
                    </a:lnTo>
                    <a:lnTo>
                      <a:pt x="445" y="349"/>
                    </a:lnTo>
                    <a:lnTo>
                      <a:pt x="435" y="349"/>
                    </a:lnTo>
                    <a:lnTo>
                      <a:pt x="422" y="350"/>
                    </a:lnTo>
                    <a:lnTo>
                      <a:pt x="409" y="351"/>
                    </a:lnTo>
                    <a:lnTo>
                      <a:pt x="395" y="352"/>
                    </a:lnTo>
                    <a:lnTo>
                      <a:pt x="382" y="355"/>
                    </a:lnTo>
                    <a:lnTo>
                      <a:pt x="368" y="357"/>
                    </a:lnTo>
                    <a:lnTo>
                      <a:pt x="353" y="358"/>
                    </a:lnTo>
                    <a:lnTo>
                      <a:pt x="340" y="360"/>
                    </a:lnTo>
                    <a:lnTo>
                      <a:pt x="326" y="364"/>
                    </a:lnTo>
                    <a:lnTo>
                      <a:pt x="314" y="366"/>
                    </a:lnTo>
                    <a:lnTo>
                      <a:pt x="302" y="370"/>
                    </a:lnTo>
                    <a:lnTo>
                      <a:pt x="292" y="373"/>
                    </a:lnTo>
                    <a:lnTo>
                      <a:pt x="286" y="345"/>
                    </a:lnTo>
                    <a:lnTo>
                      <a:pt x="279" y="306"/>
                    </a:lnTo>
                    <a:lnTo>
                      <a:pt x="271" y="260"/>
                    </a:lnTo>
                    <a:lnTo>
                      <a:pt x="263" y="211"/>
                    </a:lnTo>
                    <a:lnTo>
                      <a:pt x="256" y="160"/>
                    </a:lnTo>
                    <a:lnTo>
                      <a:pt x="251" y="112"/>
                    </a:lnTo>
                    <a:lnTo>
                      <a:pt x="248" y="70"/>
                    </a:lnTo>
                    <a:lnTo>
                      <a:pt x="248" y="38"/>
                    </a:lnTo>
                    <a:lnTo>
                      <a:pt x="228" y="44"/>
                    </a:lnTo>
                    <a:lnTo>
                      <a:pt x="209" y="46"/>
                    </a:lnTo>
                    <a:lnTo>
                      <a:pt x="190" y="46"/>
                    </a:lnTo>
                    <a:lnTo>
                      <a:pt x="174" y="44"/>
                    </a:lnTo>
                    <a:lnTo>
                      <a:pt x="158" y="40"/>
                    </a:lnTo>
                    <a:lnTo>
                      <a:pt x="144" y="37"/>
                    </a:lnTo>
                    <a:lnTo>
                      <a:pt x="133" y="32"/>
                    </a:lnTo>
                    <a:lnTo>
                      <a:pt x="122" y="29"/>
                    </a:lnTo>
                    <a:lnTo>
                      <a:pt x="114" y="26"/>
                    </a:lnTo>
                    <a:lnTo>
                      <a:pt x="106" y="23"/>
                    </a:lnTo>
                    <a:lnTo>
                      <a:pt x="98" y="21"/>
                    </a:lnTo>
                    <a:lnTo>
                      <a:pt x="91" y="18"/>
                    </a:lnTo>
                    <a:lnTo>
                      <a:pt x="84" y="16"/>
                    </a:lnTo>
                    <a:lnTo>
                      <a:pt x="76" y="13"/>
                    </a:lnTo>
                    <a:lnTo>
                      <a:pt x="68" y="8"/>
                    </a:lnTo>
                    <a:lnTo>
                      <a:pt x="60" y="2"/>
                    </a:lnTo>
                    <a:lnTo>
                      <a:pt x="57" y="1"/>
                    </a:lnTo>
                    <a:lnTo>
                      <a:pt x="53" y="0"/>
                    </a:lnTo>
                    <a:lnTo>
                      <a:pt x="50" y="0"/>
                    </a:lnTo>
                    <a:lnTo>
                      <a:pt x="45" y="1"/>
                    </a:lnTo>
                    <a:lnTo>
                      <a:pt x="44" y="43"/>
                    </a:lnTo>
                    <a:lnTo>
                      <a:pt x="42" y="110"/>
                    </a:lnTo>
                    <a:lnTo>
                      <a:pt x="41" y="178"/>
                    </a:lnTo>
                    <a:lnTo>
                      <a:pt x="41" y="221"/>
                    </a:lnTo>
                    <a:lnTo>
                      <a:pt x="36" y="223"/>
                    </a:lnTo>
                    <a:lnTo>
                      <a:pt x="30" y="226"/>
                    </a:lnTo>
                    <a:lnTo>
                      <a:pt x="26" y="228"/>
                    </a:lnTo>
                    <a:lnTo>
                      <a:pt x="21" y="230"/>
                    </a:lnTo>
                    <a:lnTo>
                      <a:pt x="15" y="233"/>
                    </a:lnTo>
                    <a:lnTo>
                      <a:pt x="11" y="234"/>
                    </a:lnTo>
                    <a:lnTo>
                      <a:pt x="5" y="236"/>
                    </a:lnTo>
                    <a:lnTo>
                      <a:pt x="0" y="238"/>
                    </a:lnTo>
                    <a:lnTo>
                      <a:pt x="8" y="263"/>
                    </a:lnTo>
                    <a:lnTo>
                      <a:pt x="16" y="286"/>
                    </a:lnTo>
                    <a:lnTo>
                      <a:pt x="23" y="305"/>
                    </a:lnTo>
                    <a:lnTo>
                      <a:pt x="27" y="320"/>
                    </a:lnTo>
                    <a:lnTo>
                      <a:pt x="29" y="335"/>
                    </a:lnTo>
                    <a:lnTo>
                      <a:pt x="33" y="354"/>
                    </a:lnTo>
                    <a:lnTo>
                      <a:pt x="37" y="371"/>
                    </a:lnTo>
                    <a:lnTo>
                      <a:pt x="42" y="382"/>
                    </a:lnTo>
                    <a:lnTo>
                      <a:pt x="48" y="397"/>
                    </a:lnTo>
                    <a:lnTo>
                      <a:pt x="54" y="424"/>
                    </a:lnTo>
                    <a:lnTo>
                      <a:pt x="61" y="451"/>
                    </a:lnTo>
                    <a:lnTo>
                      <a:pt x="65" y="466"/>
                    </a:lnTo>
                    <a:lnTo>
                      <a:pt x="66" y="480"/>
                    </a:lnTo>
                    <a:lnTo>
                      <a:pt x="69" y="502"/>
                    </a:lnTo>
                    <a:lnTo>
                      <a:pt x="73" y="527"/>
                    </a:lnTo>
                    <a:lnTo>
                      <a:pt x="76" y="547"/>
                    </a:lnTo>
                    <a:lnTo>
                      <a:pt x="80" y="563"/>
                    </a:lnTo>
                    <a:lnTo>
                      <a:pt x="83" y="580"/>
                    </a:lnTo>
                    <a:lnTo>
                      <a:pt x="84" y="597"/>
                    </a:lnTo>
                    <a:lnTo>
                      <a:pt x="83" y="610"/>
                    </a:lnTo>
                    <a:lnTo>
                      <a:pt x="82" y="622"/>
                    </a:lnTo>
                    <a:lnTo>
                      <a:pt x="82" y="632"/>
                    </a:lnTo>
                    <a:lnTo>
                      <a:pt x="82" y="642"/>
                    </a:lnTo>
                    <a:lnTo>
                      <a:pt x="84" y="648"/>
                    </a:lnTo>
                    <a:lnTo>
                      <a:pt x="87" y="655"/>
                    </a:lnTo>
                    <a:lnTo>
                      <a:pt x="90" y="663"/>
                    </a:lnTo>
                    <a:lnTo>
                      <a:pt x="91" y="670"/>
                    </a:lnTo>
                    <a:lnTo>
                      <a:pt x="91" y="676"/>
                    </a:lnTo>
                    <a:lnTo>
                      <a:pt x="90" y="682"/>
                    </a:lnTo>
                    <a:lnTo>
                      <a:pt x="90" y="691"/>
                    </a:lnTo>
                    <a:lnTo>
                      <a:pt x="90" y="698"/>
                    </a:lnTo>
                    <a:lnTo>
                      <a:pt x="91" y="703"/>
                    </a:lnTo>
                    <a:lnTo>
                      <a:pt x="96" y="713"/>
                    </a:lnTo>
                    <a:lnTo>
                      <a:pt x="102" y="732"/>
                    </a:lnTo>
                    <a:lnTo>
                      <a:pt x="109" y="756"/>
                    </a:lnTo>
                    <a:lnTo>
                      <a:pt x="112" y="773"/>
                    </a:lnTo>
                    <a:lnTo>
                      <a:pt x="113" y="791"/>
                    </a:lnTo>
                    <a:lnTo>
                      <a:pt x="114" y="817"/>
                    </a:lnTo>
                    <a:lnTo>
                      <a:pt x="114" y="844"/>
                    </a:lnTo>
                    <a:lnTo>
                      <a:pt x="117" y="865"/>
                    </a:lnTo>
                    <a:lnTo>
                      <a:pt x="119" y="883"/>
                    </a:lnTo>
                    <a:lnTo>
                      <a:pt x="120" y="903"/>
                    </a:lnTo>
                    <a:lnTo>
                      <a:pt x="121" y="923"/>
                    </a:lnTo>
                    <a:lnTo>
                      <a:pt x="120" y="935"/>
                    </a:lnTo>
                    <a:lnTo>
                      <a:pt x="119" y="949"/>
                    </a:lnTo>
                    <a:lnTo>
                      <a:pt x="120" y="967"/>
                    </a:lnTo>
                    <a:lnTo>
                      <a:pt x="120" y="986"/>
                    </a:lnTo>
                    <a:lnTo>
                      <a:pt x="122" y="999"/>
                    </a:lnTo>
                    <a:lnTo>
                      <a:pt x="124" y="1012"/>
                    </a:lnTo>
                    <a:lnTo>
                      <a:pt x="121" y="1033"/>
                    </a:lnTo>
                    <a:lnTo>
                      <a:pt x="118" y="1054"/>
                    </a:lnTo>
                    <a:lnTo>
                      <a:pt x="114" y="1067"/>
                    </a:lnTo>
                    <a:lnTo>
                      <a:pt x="112" y="1072"/>
                    </a:lnTo>
                    <a:lnTo>
                      <a:pt x="111" y="1078"/>
                    </a:lnTo>
                    <a:lnTo>
                      <a:pt x="110" y="1083"/>
                    </a:lnTo>
                    <a:lnTo>
                      <a:pt x="110" y="1087"/>
                    </a:lnTo>
                    <a:lnTo>
                      <a:pt x="105" y="1090"/>
                    </a:lnTo>
                    <a:lnTo>
                      <a:pt x="102" y="1092"/>
                    </a:lnTo>
                    <a:lnTo>
                      <a:pt x="98" y="1095"/>
                    </a:lnTo>
                    <a:lnTo>
                      <a:pt x="96" y="1098"/>
                    </a:lnTo>
                    <a:lnTo>
                      <a:pt x="94" y="1103"/>
                    </a:lnTo>
                    <a:lnTo>
                      <a:pt x="88" y="1115"/>
                    </a:lnTo>
                    <a:lnTo>
                      <a:pt x="82" y="1126"/>
                    </a:lnTo>
                    <a:lnTo>
                      <a:pt x="79" y="1136"/>
                    </a:lnTo>
                    <a:lnTo>
                      <a:pt x="82" y="1137"/>
                    </a:lnTo>
                    <a:lnTo>
                      <a:pt x="86" y="1138"/>
                    </a:lnTo>
                    <a:lnTo>
                      <a:pt x="89" y="1139"/>
                    </a:lnTo>
                    <a:lnTo>
                      <a:pt x="92" y="1140"/>
                    </a:lnTo>
                    <a:lnTo>
                      <a:pt x="102" y="1143"/>
                    </a:lnTo>
                    <a:lnTo>
                      <a:pt x="112" y="1144"/>
                    </a:lnTo>
                    <a:lnTo>
                      <a:pt x="122" y="1146"/>
                    </a:lnTo>
                    <a:lnTo>
                      <a:pt x="135" y="1148"/>
                    </a:lnTo>
                    <a:lnTo>
                      <a:pt x="148" y="1149"/>
                    </a:lnTo>
                    <a:lnTo>
                      <a:pt x="160" y="1152"/>
                    </a:lnTo>
                    <a:lnTo>
                      <a:pt x="174" y="1154"/>
                    </a:lnTo>
                    <a:lnTo>
                      <a:pt x="188" y="1155"/>
                    </a:lnTo>
                    <a:lnTo>
                      <a:pt x="201" y="1158"/>
                    </a:lnTo>
                    <a:lnTo>
                      <a:pt x="215" y="1159"/>
                    </a:lnTo>
                    <a:lnTo>
                      <a:pt x="227" y="1160"/>
                    </a:lnTo>
                    <a:lnTo>
                      <a:pt x="239" y="1161"/>
                    </a:lnTo>
                    <a:lnTo>
                      <a:pt x="250" y="1162"/>
                    </a:lnTo>
                    <a:lnTo>
                      <a:pt x="262" y="1163"/>
                    </a:lnTo>
                    <a:lnTo>
                      <a:pt x="271" y="1164"/>
                    </a:lnTo>
                    <a:lnTo>
                      <a:pt x="279" y="1164"/>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2" name="Freeform 13">
                <a:extLst>
                  <a:ext uri="{FF2B5EF4-FFF2-40B4-BE49-F238E27FC236}">
                    <a16:creationId xmlns:a16="http://schemas.microsoft.com/office/drawing/2014/main" id="{EB53645F-EB9C-406E-9F05-5F3F4BD81AB9}"/>
                  </a:ext>
                </a:extLst>
              </p:cNvPr>
              <p:cNvSpPr>
                <a:spLocks/>
              </p:cNvSpPr>
              <p:nvPr/>
            </p:nvSpPr>
            <p:spPr bwMode="auto">
              <a:xfrm>
                <a:off x="4301" y="2547"/>
                <a:ext cx="209" cy="503"/>
              </a:xfrm>
              <a:custGeom>
                <a:avLst/>
                <a:gdLst>
                  <a:gd name="T0" fmla="*/ 118 w 384"/>
                  <a:gd name="T1" fmla="*/ 489 h 921"/>
                  <a:gd name="T2" fmla="*/ 102 w 384"/>
                  <a:gd name="T3" fmla="*/ 490 h 921"/>
                  <a:gd name="T4" fmla="*/ 80 w 384"/>
                  <a:gd name="T5" fmla="*/ 492 h 921"/>
                  <a:gd name="T6" fmla="*/ 57 w 384"/>
                  <a:gd name="T7" fmla="*/ 495 h 921"/>
                  <a:gd name="T8" fmla="*/ 36 w 384"/>
                  <a:gd name="T9" fmla="*/ 499 h 921"/>
                  <a:gd name="T10" fmla="*/ 21 w 384"/>
                  <a:gd name="T11" fmla="*/ 488 h 921"/>
                  <a:gd name="T12" fmla="*/ 8 w 384"/>
                  <a:gd name="T13" fmla="*/ 415 h 921"/>
                  <a:gd name="T14" fmla="*/ 0 w 384"/>
                  <a:gd name="T15" fmla="*/ 338 h 921"/>
                  <a:gd name="T16" fmla="*/ 8 w 384"/>
                  <a:gd name="T17" fmla="*/ 261 h 921"/>
                  <a:gd name="T18" fmla="*/ 17 w 384"/>
                  <a:gd name="T19" fmla="*/ 202 h 921"/>
                  <a:gd name="T20" fmla="*/ 37 w 384"/>
                  <a:gd name="T21" fmla="*/ 133 h 921"/>
                  <a:gd name="T22" fmla="*/ 60 w 384"/>
                  <a:gd name="T23" fmla="*/ 70 h 921"/>
                  <a:gd name="T24" fmla="*/ 69 w 384"/>
                  <a:gd name="T25" fmla="*/ 48 h 921"/>
                  <a:gd name="T26" fmla="*/ 78 w 384"/>
                  <a:gd name="T27" fmla="*/ 31 h 921"/>
                  <a:gd name="T28" fmla="*/ 85 w 384"/>
                  <a:gd name="T29" fmla="*/ 0 h 921"/>
                  <a:gd name="T30" fmla="*/ 93 w 384"/>
                  <a:gd name="T31" fmla="*/ 6 h 921"/>
                  <a:gd name="T32" fmla="*/ 99 w 384"/>
                  <a:gd name="T33" fmla="*/ 16 h 921"/>
                  <a:gd name="T34" fmla="*/ 107 w 384"/>
                  <a:gd name="T35" fmla="*/ 31 h 921"/>
                  <a:gd name="T36" fmla="*/ 117 w 384"/>
                  <a:gd name="T37" fmla="*/ 35 h 921"/>
                  <a:gd name="T38" fmla="*/ 125 w 384"/>
                  <a:gd name="T39" fmla="*/ 39 h 921"/>
                  <a:gd name="T40" fmla="*/ 128 w 384"/>
                  <a:gd name="T41" fmla="*/ 51 h 921"/>
                  <a:gd name="T42" fmla="*/ 136 w 384"/>
                  <a:gd name="T43" fmla="*/ 58 h 921"/>
                  <a:gd name="T44" fmla="*/ 145 w 384"/>
                  <a:gd name="T45" fmla="*/ 61 h 921"/>
                  <a:gd name="T46" fmla="*/ 152 w 384"/>
                  <a:gd name="T47" fmla="*/ 65 h 921"/>
                  <a:gd name="T48" fmla="*/ 161 w 384"/>
                  <a:gd name="T49" fmla="*/ 72 h 921"/>
                  <a:gd name="T50" fmla="*/ 168 w 384"/>
                  <a:gd name="T51" fmla="*/ 77 h 921"/>
                  <a:gd name="T52" fmla="*/ 185 w 384"/>
                  <a:gd name="T53" fmla="*/ 88 h 921"/>
                  <a:gd name="T54" fmla="*/ 199 w 384"/>
                  <a:gd name="T55" fmla="*/ 101 h 921"/>
                  <a:gd name="T56" fmla="*/ 201 w 384"/>
                  <a:gd name="T57" fmla="*/ 119 h 921"/>
                  <a:gd name="T58" fmla="*/ 199 w 384"/>
                  <a:gd name="T59" fmla="*/ 135 h 921"/>
                  <a:gd name="T60" fmla="*/ 199 w 384"/>
                  <a:gd name="T61" fmla="*/ 159 h 921"/>
                  <a:gd name="T62" fmla="*/ 195 w 384"/>
                  <a:gd name="T63" fmla="*/ 174 h 921"/>
                  <a:gd name="T64" fmla="*/ 193 w 384"/>
                  <a:gd name="T65" fmla="*/ 181 h 921"/>
                  <a:gd name="T66" fmla="*/ 194 w 384"/>
                  <a:gd name="T67" fmla="*/ 188 h 921"/>
                  <a:gd name="T68" fmla="*/ 200 w 384"/>
                  <a:gd name="T69" fmla="*/ 202 h 921"/>
                  <a:gd name="T70" fmla="*/ 198 w 384"/>
                  <a:gd name="T71" fmla="*/ 230 h 921"/>
                  <a:gd name="T72" fmla="*/ 206 w 384"/>
                  <a:gd name="T73" fmla="*/ 258 h 921"/>
                  <a:gd name="T74" fmla="*/ 206 w 384"/>
                  <a:gd name="T75" fmla="*/ 288 h 921"/>
                  <a:gd name="T76" fmla="*/ 194 w 384"/>
                  <a:gd name="T77" fmla="*/ 309 h 921"/>
                  <a:gd name="T78" fmla="*/ 183 w 384"/>
                  <a:gd name="T79" fmla="*/ 326 h 921"/>
                  <a:gd name="T80" fmla="*/ 173 w 384"/>
                  <a:gd name="T81" fmla="*/ 329 h 921"/>
                  <a:gd name="T82" fmla="*/ 163 w 384"/>
                  <a:gd name="T83" fmla="*/ 326 h 921"/>
                  <a:gd name="T84" fmla="*/ 145 w 384"/>
                  <a:gd name="T85" fmla="*/ 310 h 921"/>
                  <a:gd name="T86" fmla="*/ 122 w 384"/>
                  <a:gd name="T87" fmla="*/ 292 h 921"/>
                  <a:gd name="T88" fmla="*/ 118 w 384"/>
                  <a:gd name="T89" fmla="*/ 295 h 921"/>
                  <a:gd name="T90" fmla="*/ 120 w 384"/>
                  <a:gd name="T91" fmla="*/ 305 h 921"/>
                  <a:gd name="T92" fmla="*/ 121 w 384"/>
                  <a:gd name="T93" fmla="*/ 326 h 921"/>
                  <a:gd name="T94" fmla="*/ 125 w 384"/>
                  <a:gd name="T95" fmla="*/ 348 h 921"/>
                  <a:gd name="T96" fmla="*/ 127 w 384"/>
                  <a:gd name="T97" fmla="*/ 374 h 921"/>
                  <a:gd name="T98" fmla="*/ 132 w 384"/>
                  <a:gd name="T99" fmla="*/ 407 h 921"/>
                  <a:gd name="T100" fmla="*/ 134 w 384"/>
                  <a:gd name="T101" fmla="*/ 440 h 921"/>
                  <a:gd name="T102" fmla="*/ 136 w 384"/>
                  <a:gd name="T103" fmla="*/ 471 h 921"/>
                  <a:gd name="T104" fmla="*/ 140 w 384"/>
                  <a:gd name="T105" fmla="*/ 486 h 921"/>
                  <a:gd name="T106" fmla="*/ 132 w 384"/>
                  <a:gd name="T107" fmla="*/ 488 h 921"/>
                  <a:gd name="T108" fmla="*/ 125 w 384"/>
                  <a:gd name="T109" fmla="*/ 489 h 9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84" h="921">
                    <a:moveTo>
                      <a:pt x="229" y="895"/>
                    </a:moveTo>
                    <a:lnTo>
                      <a:pt x="223" y="895"/>
                    </a:lnTo>
                    <a:lnTo>
                      <a:pt x="217" y="896"/>
                    </a:lnTo>
                    <a:lnTo>
                      <a:pt x="207" y="896"/>
                    </a:lnTo>
                    <a:lnTo>
                      <a:pt x="197" y="897"/>
                    </a:lnTo>
                    <a:lnTo>
                      <a:pt x="187" y="897"/>
                    </a:lnTo>
                    <a:lnTo>
                      <a:pt x="174" y="898"/>
                    </a:lnTo>
                    <a:lnTo>
                      <a:pt x="161" y="899"/>
                    </a:lnTo>
                    <a:lnTo>
                      <a:pt x="147" y="900"/>
                    </a:lnTo>
                    <a:lnTo>
                      <a:pt x="134" y="903"/>
                    </a:lnTo>
                    <a:lnTo>
                      <a:pt x="120" y="905"/>
                    </a:lnTo>
                    <a:lnTo>
                      <a:pt x="105" y="906"/>
                    </a:lnTo>
                    <a:lnTo>
                      <a:pt x="92" y="908"/>
                    </a:lnTo>
                    <a:lnTo>
                      <a:pt x="78" y="912"/>
                    </a:lnTo>
                    <a:lnTo>
                      <a:pt x="66" y="914"/>
                    </a:lnTo>
                    <a:lnTo>
                      <a:pt x="54" y="918"/>
                    </a:lnTo>
                    <a:lnTo>
                      <a:pt x="44" y="921"/>
                    </a:lnTo>
                    <a:lnTo>
                      <a:pt x="38" y="893"/>
                    </a:lnTo>
                    <a:lnTo>
                      <a:pt x="31" y="854"/>
                    </a:lnTo>
                    <a:lnTo>
                      <a:pt x="23" y="808"/>
                    </a:lnTo>
                    <a:lnTo>
                      <a:pt x="15" y="759"/>
                    </a:lnTo>
                    <a:lnTo>
                      <a:pt x="8" y="708"/>
                    </a:lnTo>
                    <a:lnTo>
                      <a:pt x="3" y="660"/>
                    </a:lnTo>
                    <a:lnTo>
                      <a:pt x="0" y="618"/>
                    </a:lnTo>
                    <a:lnTo>
                      <a:pt x="0" y="586"/>
                    </a:lnTo>
                    <a:lnTo>
                      <a:pt x="7" y="532"/>
                    </a:lnTo>
                    <a:lnTo>
                      <a:pt x="15" y="478"/>
                    </a:lnTo>
                    <a:lnTo>
                      <a:pt x="23" y="430"/>
                    </a:lnTo>
                    <a:lnTo>
                      <a:pt x="26" y="399"/>
                    </a:lnTo>
                    <a:lnTo>
                      <a:pt x="31" y="369"/>
                    </a:lnTo>
                    <a:lnTo>
                      <a:pt x="40" y="331"/>
                    </a:lnTo>
                    <a:lnTo>
                      <a:pt x="53" y="288"/>
                    </a:lnTo>
                    <a:lnTo>
                      <a:pt x="68" y="243"/>
                    </a:lnTo>
                    <a:lnTo>
                      <a:pt x="84" y="199"/>
                    </a:lnTo>
                    <a:lnTo>
                      <a:pt x="98" y="160"/>
                    </a:lnTo>
                    <a:lnTo>
                      <a:pt x="111" y="129"/>
                    </a:lnTo>
                    <a:lnTo>
                      <a:pt x="119" y="108"/>
                    </a:lnTo>
                    <a:lnTo>
                      <a:pt x="122" y="99"/>
                    </a:lnTo>
                    <a:lnTo>
                      <a:pt x="127" y="87"/>
                    </a:lnTo>
                    <a:lnTo>
                      <a:pt x="131" y="77"/>
                    </a:lnTo>
                    <a:lnTo>
                      <a:pt x="134" y="69"/>
                    </a:lnTo>
                    <a:lnTo>
                      <a:pt x="144" y="57"/>
                    </a:lnTo>
                    <a:lnTo>
                      <a:pt x="152" y="41"/>
                    </a:lnTo>
                    <a:lnTo>
                      <a:pt x="157" y="22"/>
                    </a:lnTo>
                    <a:lnTo>
                      <a:pt x="157" y="0"/>
                    </a:lnTo>
                    <a:lnTo>
                      <a:pt x="164" y="3"/>
                    </a:lnTo>
                    <a:lnTo>
                      <a:pt x="168" y="7"/>
                    </a:lnTo>
                    <a:lnTo>
                      <a:pt x="170" y="11"/>
                    </a:lnTo>
                    <a:lnTo>
                      <a:pt x="173" y="15"/>
                    </a:lnTo>
                    <a:lnTo>
                      <a:pt x="176" y="20"/>
                    </a:lnTo>
                    <a:lnTo>
                      <a:pt x="182" y="30"/>
                    </a:lnTo>
                    <a:lnTo>
                      <a:pt x="188" y="42"/>
                    </a:lnTo>
                    <a:lnTo>
                      <a:pt x="191" y="55"/>
                    </a:lnTo>
                    <a:lnTo>
                      <a:pt x="197" y="57"/>
                    </a:lnTo>
                    <a:lnTo>
                      <a:pt x="203" y="60"/>
                    </a:lnTo>
                    <a:lnTo>
                      <a:pt x="210" y="62"/>
                    </a:lnTo>
                    <a:lnTo>
                      <a:pt x="215" y="64"/>
                    </a:lnTo>
                    <a:lnTo>
                      <a:pt x="220" y="66"/>
                    </a:lnTo>
                    <a:lnTo>
                      <a:pt x="226" y="69"/>
                    </a:lnTo>
                    <a:lnTo>
                      <a:pt x="229" y="71"/>
                    </a:lnTo>
                    <a:lnTo>
                      <a:pt x="233" y="72"/>
                    </a:lnTo>
                    <a:lnTo>
                      <a:pt x="234" y="83"/>
                    </a:lnTo>
                    <a:lnTo>
                      <a:pt x="236" y="93"/>
                    </a:lnTo>
                    <a:lnTo>
                      <a:pt x="240" y="102"/>
                    </a:lnTo>
                    <a:lnTo>
                      <a:pt x="244" y="106"/>
                    </a:lnTo>
                    <a:lnTo>
                      <a:pt x="250" y="106"/>
                    </a:lnTo>
                    <a:lnTo>
                      <a:pt x="257" y="107"/>
                    </a:lnTo>
                    <a:lnTo>
                      <a:pt x="263" y="109"/>
                    </a:lnTo>
                    <a:lnTo>
                      <a:pt x="267" y="111"/>
                    </a:lnTo>
                    <a:lnTo>
                      <a:pt x="270" y="113"/>
                    </a:lnTo>
                    <a:lnTo>
                      <a:pt x="274" y="116"/>
                    </a:lnTo>
                    <a:lnTo>
                      <a:pt x="279" y="119"/>
                    </a:lnTo>
                    <a:lnTo>
                      <a:pt x="285" y="123"/>
                    </a:lnTo>
                    <a:lnTo>
                      <a:pt x="289" y="127"/>
                    </a:lnTo>
                    <a:lnTo>
                      <a:pt x="295" y="131"/>
                    </a:lnTo>
                    <a:lnTo>
                      <a:pt x="299" y="134"/>
                    </a:lnTo>
                    <a:lnTo>
                      <a:pt x="304" y="138"/>
                    </a:lnTo>
                    <a:lnTo>
                      <a:pt x="309" y="141"/>
                    </a:lnTo>
                    <a:lnTo>
                      <a:pt x="317" y="147"/>
                    </a:lnTo>
                    <a:lnTo>
                      <a:pt x="327" y="154"/>
                    </a:lnTo>
                    <a:lnTo>
                      <a:pt x="339" y="161"/>
                    </a:lnTo>
                    <a:lnTo>
                      <a:pt x="349" y="170"/>
                    </a:lnTo>
                    <a:lnTo>
                      <a:pt x="358" y="178"/>
                    </a:lnTo>
                    <a:lnTo>
                      <a:pt x="365" y="185"/>
                    </a:lnTo>
                    <a:lnTo>
                      <a:pt x="369" y="192"/>
                    </a:lnTo>
                    <a:lnTo>
                      <a:pt x="370" y="205"/>
                    </a:lnTo>
                    <a:lnTo>
                      <a:pt x="369" y="217"/>
                    </a:lnTo>
                    <a:lnTo>
                      <a:pt x="367" y="229"/>
                    </a:lnTo>
                    <a:lnTo>
                      <a:pt x="366" y="237"/>
                    </a:lnTo>
                    <a:lnTo>
                      <a:pt x="366" y="247"/>
                    </a:lnTo>
                    <a:lnTo>
                      <a:pt x="366" y="262"/>
                    </a:lnTo>
                    <a:lnTo>
                      <a:pt x="366" y="278"/>
                    </a:lnTo>
                    <a:lnTo>
                      <a:pt x="366" y="291"/>
                    </a:lnTo>
                    <a:lnTo>
                      <a:pt x="365" y="299"/>
                    </a:lnTo>
                    <a:lnTo>
                      <a:pt x="363" y="308"/>
                    </a:lnTo>
                    <a:lnTo>
                      <a:pt x="359" y="319"/>
                    </a:lnTo>
                    <a:lnTo>
                      <a:pt x="356" y="328"/>
                    </a:lnTo>
                    <a:lnTo>
                      <a:pt x="355" y="330"/>
                    </a:lnTo>
                    <a:lnTo>
                      <a:pt x="355" y="331"/>
                    </a:lnTo>
                    <a:lnTo>
                      <a:pt x="355" y="334"/>
                    </a:lnTo>
                    <a:lnTo>
                      <a:pt x="355" y="335"/>
                    </a:lnTo>
                    <a:lnTo>
                      <a:pt x="356" y="344"/>
                    </a:lnTo>
                    <a:lnTo>
                      <a:pt x="361" y="353"/>
                    </a:lnTo>
                    <a:lnTo>
                      <a:pt x="364" y="362"/>
                    </a:lnTo>
                    <a:lnTo>
                      <a:pt x="367" y="369"/>
                    </a:lnTo>
                    <a:lnTo>
                      <a:pt x="367" y="380"/>
                    </a:lnTo>
                    <a:lnTo>
                      <a:pt x="365" y="400"/>
                    </a:lnTo>
                    <a:lnTo>
                      <a:pt x="363" y="421"/>
                    </a:lnTo>
                    <a:lnTo>
                      <a:pt x="364" y="434"/>
                    </a:lnTo>
                    <a:lnTo>
                      <a:pt x="370" y="448"/>
                    </a:lnTo>
                    <a:lnTo>
                      <a:pt x="378" y="472"/>
                    </a:lnTo>
                    <a:lnTo>
                      <a:pt x="384" y="497"/>
                    </a:lnTo>
                    <a:lnTo>
                      <a:pt x="382" y="518"/>
                    </a:lnTo>
                    <a:lnTo>
                      <a:pt x="379" y="527"/>
                    </a:lnTo>
                    <a:lnTo>
                      <a:pt x="372" y="540"/>
                    </a:lnTo>
                    <a:lnTo>
                      <a:pt x="365" y="553"/>
                    </a:lnTo>
                    <a:lnTo>
                      <a:pt x="357" y="566"/>
                    </a:lnTo>
                    <a:lnTo>
                      <a:pt x="349" y="580"/>
                    </a:lnTo>
                    <a:lnTo>
                      <a:pt x="342" y="591"/>
                    </a:lnTo>
                    <a:lnTo>
                      <a:pt x="336" y="597"/>
                    </a:lnTo>
                    <a:lnTo>
                      <a:pt x="333" y="601"/>
                    </a:lnTo>
                    <a:lnTo>
                      <a:pt x="327" y="602"/>
                    </a:lnTo>
                    <a:lnTo>
                      <a:pt x="317" y="602"/>
                    </a:lnTo>
                    <a:lnTo>
                      <a:pt x="308" y="602"/>
                    </a:lnTo>
                    <a:lnTo>
                      <a:pt x="303" y="600"/>
                    </a:lnTo>
                    <a:lnTo>
                      <a:pt x="299" y="596"/>
                    </a:lnTo>
                    <a:lnTo>
                      <a:pt x="291" y="589"/>
                    </a:lnTo>
                    <a:lnTo>
                      <a:pt x="280" y="579"/>
                    </a:lnTo>
                    <a:lnTo>
                      <a:pt x="266" y="567"/>
                    </a:lnTo>
                    <a:lnTo>
                      <a:pt x="252" y="556"/>
                    </a:lnTo>
                    <a:lnTo>
                      <a:pt x="237" y="543"/>
                    </a:lnTo>
                    <a:lnTo>
                      <a:pt x="225" y="534"/>
                    </a:lnTo>
                    <a:lnTo>
                      <a:pt x="214" y="526"/>
                    </a:lnTo>
                    <a:lnTo>
                      <a:pt x="215" y="533"/>
                    </a:lnTo>
                    <a:lnTo>
                      <a:pt x="217" y="540"/>
                    </a:lnTo>
                    <a:lnTo>
                      <a:pt x="220" y="546"/>
                    </a:lnTo>
                    <a:lnTo>
                      <a:pt x="222" y="549"/>
                    </a:lnTo>
                    <a:lnTo>
                      <a:pt x="221" y="558"/>
                    </a:lnTo>
                    <a:lnTo>
                      <a:pt x="221" y="571"/>
                    </a:lnTo>
                    <a:lnTo>
                      <a:pt x="220" y="585"/>
                    </a:lnTo>
                    <a:lnTo>
                      <a:pt x="222" y="597"/>
                    </a:lnTo>
                    <a:lnTo>
                      <a:pt x="226" y="611"/>
                    </a:lnTo>
                    <a:lnTo>
                      <a:pt x="228" y="625"/>
                    </a:lnTo>
                    <a:lnTo>
                      <a:pt x="230" y="638"/>
                    </a:lnTo>
                    <a:lnTo>
                      <a:pt x="232" y="648"/>
                    </a:lnTo>
                    <a:lnTo>
                      <a:pt x="233" y="662"/>
                    </a:lnTo>
                    <a:lnTo>
                      <a:pt x="234" y="684"/>
                    </a:lnTo>
                    <a:lnTo>
                      <a:pt x="236" y="708"/>
                    </a:lnTo>
                    <a:lnTo>
                      <a:pt x="240" y="728"/>
                    </a:lnTo>
                    <a:lnTo>
                      <a:pt x="243" y="746"/>
                    </a:lnTo>
                    <a:lnTo>
                      <a:pt x="245" y="768"/>
                    </a:lnTo>
                    <a:lnTo>
                      <a:pt x="246" y="789"/>
                    </a:lnTo>
                    <a:lnTo>
                      <a:pt x="246" y="805"/>
                    </a:lnTo>
                    <a:lnTo>
                      <a:pt x="246" y="823"/>
                    </a:lnTo>
                    <a:lnTo>
                      <a:pt x="248" y="844"/>
                    </a:lnTo>
                    <a:lnTo>
                      <a:pt x="250" y="862"/>
                    </a:lnTo>
                    <a:lnTo>
                      <a:pt x="253" y="874"/>
                    </a:lnTo>
                    <a:lnTo>
                      <a:pt x="258" y="883"/>
                    </a:lnTo>
                    <a:lnTo>
                      <a:pt x="258" y="889"/>
                    </a:lnTo>
                    <a:lnTo>
                      <a:pt x="255" y="892"/>
                    </a:lnTo>
                    <a:lnTo>
                      <a:pt x="248" y="893"/>
                    </a:lnTo>
                    <a:lnTo>
                      <a:pt x="242" y="893"/>
                    </a:lnTo>
                    <a:lnTo>
                      <a:pt x="237" y="893"/>
                    </a:lnTo>
                    <a:lnTo>
                      <a:pt x="234" y="895"/>
                    </a:lnTo>
                    <a:lnTo>
                      <a:pt x="229" y="89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3" name="Freeform 14">
                <a:extLst>
                  <a:ext uri="{FF2B5EF4-FFF2-40B4-BE49-F238E27FC236}">
                    <a16:creationId xmlns:a16="http://schemas.microsoft.com/office/drawing/2014/main" id="{22BFD8CD-D502-4E07-B344-473A6FCC0A54}"/>
                  </a:ext>
                </a:extLst>
              </p:cNvPr>
              <p:cNvSpPr>
                <a:spLocks/>
              </p:cNvSpPr>
              <p:nvPr/>
            </p:nvSpPr>
            <p:spPr bwMode="auto">
              <a:xfrm>
                <a:off x="3976" y="2544"/>
                <a:ext cx="324" cy="443"/>
              </a:xfrm>
              <a:custGeom>
                <a:avLst/>
                <a:gdLst>
                  <a:gd name="T0" fmla="*/ 175 w 591"/>
                  <a:gd name="T1" fmla="*/ 438 h 811"/>
                  <a:gd name="T2" fmla="*/ 146 w 591"/>
                  <a:gd name="T3" fmla="*/ 443 h 811"/>
                  <a:gd name="T4" fmla="*/ 130 w 591"/>
                  <a:gd name="T5" fmla="*/ 381 h 811"/>
                  <a:gd name="T6" fmla="*/ 147 w 591"/>
                  <a:gd name="T7" fmla="*/ 326 h 811"/>
                  <a:gd name="T8" fmla="*/ 168 w 591"/>
                  <a:gd name="T9" fmla="*/ 265 h 811"/>
                  <a:gd name="T10" fmla="*/ 180 w 591"/>
                  <a:gd name="T11" fmla="*/ 231 h 811"/>
                  <a:gd name="T12" fmla="*/ 188 w 591"/>
                  <a:gd name="T13" fmla="*/ 158 h 811"/>
                  <a:gd name="T14" fmla="*/ 179 w 591"/>
                  <a:gd name="T15" fmla="*/ 146 h 811"/>
                  <a:gd name="T16" fmla="*/ 165 w 591"/>
                  <a:gd name="T17" fmla="*/ 149 h 811"/>
                  <a:gd name="T18" fmla="*/ 155 w 591"/>
                  <a:gd name="T19" fmla="*/ 150 h 811"/>
                  <a:gd name="T20" fmla="*/ 146 w 591"/>
                  <a:gd name="T21" fmla="*/ 152 h 811"/>
                  <a:gd name="T22" fmla="*/ 138 w 591"/>
                  <a:gd name="T23" fmla="*/ 152 h 811"/>
                  <a:gd name="T24" fmla="*/ 127 w 591"/>
                  <a:gd name="T25" fmla="*/ 150 h 811"/>
                  <a:gd name="T26" fmla="*/ 117 w 591"/>
                  <a:gd name="T27" fmla="*/ 147 h 811"/>
                  <a:gd name="T28" fmla="*/ 100 w 591"/>
                  <a:gd name="T29" fmla="*/ 146 h 811"/>
                  <a:gd name="T30" fmla="*/ 86 w 591"/>
                  <a:gd name="T31" fmla="*/ 148 h 811"/>
                  <a:gd name="T32" fmla="*/ 72 w 591"/>
                  <a:gd name="T33" fmla="*/ 148 h 811"/>
                  <a:gd name="T34" fmla="*/ 47 w 591"/>
                  <a:gd name="T35" fmla="*/ 138 h 811"/>
                  <a:gd name="T36" fmla="*/ 7 w 591"/>
                  <a:gd name="T37" fmla="*/ 124 h 811"/>
                  <a:gd name="T38" fmla="*/ 1 w 591"/>
                  <a:gd name="T39" fmla="*/ 112 h 811"/>
                  <a:gd name="T40" fmla="*/ 9 w 591"/>
                  <a:gd name="T41" fmla="*/ 82 h 811"/>
                  <a:gd name="T42" fmla="*/ 25 w 591"/>
                  <a:gd name="T43" fmla="*/ 55 h 811"/>
                  <a:gd name="T44" fmla="*/ 54 w 591"/>
                  <a:gd name="T45" fmla="*/ 58 h 811"/>
                  <a:gd name="T46" fmla="*/ 86 w 591"/>
                  <a:gd name="T47" fmla="*/ 65 h 811"/>
                  <a:gd name="T48" fmla="*/ 98 w 591"/>
                  <a:gd name="T49" fmla="*/ 64 h 811"/>
                  <a:gd name="T50" fmla="*/ 109 w 591"/>
                  <a:gd name="T51" fmla="*/ 65 h 811"/>
                  <a:gd name="T52" fmla="*/ 119 w 591"/>
                  <a:gd name="T53" fmla="*/ 69 h 811"/>
                  <a:gd name="T54" fmla="*/ 134 w 591"/>
                  <a:gd name="T55" fmla="*/ 74 h 811"/>
                  <a:gd name="T56" fmla="*/ 143 w 591"/>
                  <a:gd name="T57" fmla="*/ 68 h 811"/>
                  <a:gd name="T58" fmla="*/ 154 w 591"/>
                  <a:gd name="T59" fmla="*/ 66 h 811"/>
                  <a:gd name="T60" fmla="*/ 163 w 591"/>
                  <a:gd name="T61" fmla="*/ 61 h 811"/>
                  <a:gd name="T62" fmla="*/ 180 w 591"/>
                  <a:gd name="T63" fmla="*/ 55 h 811"/>
                  <a:gd name="T64" fmla="*/ 209 w 591"/>
                  <a:gd name="T65" fmla="*/ 41 h 811"/>
                  <a:gd name="T66" fmla="*/ 225 w 591"/>
                  <a:gd name="T67" fmla="*/ 40 h 811"/>
                  <a:gd name="T68" fmla="*/ 229 w 591"/>
                  <a:gd name="T69" fmla="*/ 32 h 811"/>
                  <a:gd name="T70" fmla="*/ 240 w 591"/>
                  <a:gd name="T71" fmla="*/ 20 h 811"/>
                  <a:gd name="T72" fmla="*/ 259 w 591"/>
                  <a:gd name="T73" fmla="*/ 3 h 811"/>
                  <a:gd name="T74" fmla="*/ 270 w 591"/>
                  <a:gd name="T75" fmla="*/ 0 h 811"/>
                  <a:gd name="T76" fmla="*/ 286 w 591"/>
                  <a:gd name="T77" fmla="*/ 0 h 811"/>
                  <a:gd name="T78" fmla="*/ 301 w 591"/>
                  <a:gd name="T79" fmla="*/ 7 h 811"/>
                  <a:gd name="T80" fmla="*/ 321 w 591"/>
                  <a:gd name="T81" fmla="*/ 19 h 811"/>
                  <a:gd name="T82" fmla="*/ 317 w 591"/>
                  <a:gd name="T83" fmla="*/ 34 h 811"/>
                  <a:gd name="T84" fmla="*/ 312 w 591"/>
                  <a:gd name="T85" fmla="*/ 49 h 811"/>
                  <a:gd name="T86" fmla="*/ 298 w 591"/>
                  <a:gd name="T87" fmla="*/ 61 h 811"/>
                  <a:gd name="T88" fmla="*/ 276 w 591"/>
                  <a:gd name="T89" fmla="*/ 84 h 811"/>
                  <a:gd name="T90" fmla="*/ 254 w 591"/>
                  <a:gd name="T91" fmla="*/ 121 h 811"/>
                  <a:gd name="T92" fmla="*/ 230 w 591"/>
                  <a:gd name="T93" fmla="*/ 182 h 811"/>
                  <a:gd name="T94" fmla="*/ 215 w 591"/>
                  <a:gd name="T95" fmla="*/ 282 h 811"/>
                  <a:gd name="T96" fmla="*/ 212 w 591"/>
                  <a:gd name="T97" fmla="*/ 399 h 811"/>
                  <a:gd name="T98" fmla="*/ 204 w 591"/>
                  <a:gd name="T99" fmla="*/ 427 h 811"/>
                  <a:gd name="T100" fmla="*/ 192 w 591"/>
                  <a:gd name="T101" fmla="*/ 431 h 8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1" h="811">
                    <a:moveTo>
                      <a:pt x="346" y="791"/>
                    </a:moveTo>
                    <a:lnTo>
                      <a:pt x="341" y="794"/>
                    </a:lnTo>
                    <a:lnTo>
                      <a:pt x="331" y="797"/>
                    </a:lnTo>
                    <a:lnTo>
                      <a:pt x="320" y="801"/>
                    </a:lnTo>
                    <a:lnTo>
                      <a:pt x="307" y="804"/>
                    </a:lnTo>
                    <a:lnTo>
                      <a:pt x="293" y="807"/>
                    </a:lnTo>
                    <a:lnTo>
                      <a:pt x="280" y="810"/>
                    </a:lnTo>
                    <a:lnTo>
                      <a:pt x="266" y="811"/>
                    </a:lnTo>
                    <a:lnTo>
                      <a:pt x="253" y="811"/>
                    </a:lnTo>
                    <a:lnTo>
                      <a:pt x="245" y="776"/>
                    </a:lnTo>
                    <a:lnTo>
                      <a:pt x="239" y="737"/>
                    </a:lnTo>
                    <a:lnTo>
                      <a:pt x="238" y="698"/>
                    </a:lnTo>
                    <a:lnTo>
                      <a:pt x="241" y="667"/>
                    </a:lnTo>
                    <a:lnTo>
                      <a:pt x="247" y="650"/>
                    </a:lnTo>
                    <a:lnTo>
                      <a:pt x="256" y="624"/>
                    </a:lnTo>
                    <a:lnTo>
                      <a:pt x="268" y="596"/>
                    </a:lnTo>
                    <a:lnTo>
                      <a:pt x="280" y="564"/>
                    </a:lnTo>
                    <a:lnTo>
                      <a:pt x="291" y="533"/>
                    </a:lnTo>
                    <a:lnTo>
                      <a:pt x="300" y="507"/>
                    </a:lnTo>
                    <a:lnTo>
                      <a:pt x="307" y="485"/>
                    </a:lnTo>
                    <a:lnTo>
                      <a:pt x="309" y="472"/>
                    </a:lnTo>
                    <a:lnTo>
                      <a:pt x="318" y="461"/>
                    </a:lnTo>
                    <a:lnTo>
                      <a:pt x="323" y="442"/>
                    </a:lnTo>
                    <a:lnTo>
                      <a:pt x="328" y="422"/>
                    </a:lnTo>
                    <a:lnTo>
                      <a:pt x="330" y="401"/>
                    </a:lnTo>
                    <a:lnTo>
                      <a:pt x="332" y="372"/>
                    </a:lnTo>
                    <a:lnTo>
                      <a:pt x="337" y="329"/>
                    </a:lnTo>
                    <a:lnTo>
                      <a:pt x="343" y="289"/>
                    </a:lnTo>
                    <a:lnTo>
                      <a:pt x="346" y="261"/>
                    </a:lnTo>
                    <a:lnTo>
                      <a:pt x="341" y="264"/>
                    </a:lnTo>
                    <a:lnTo>
                      <a:pt x="334" y="265"/>
                    </a:lnTo>
                    <a:lnTo>
                      <a:pt x="327" y="267"/>
                    </a:lnTo>
                    <a:lnTo>
                      <a:pt x="320" y="268"/>
                    </a:lnTo>
                    <a:lnTo>
                      <a:pt x="314" y="271"/>
                    </a:lnTo>
                    <a:lnTo>
                      <a:pt x="307" y="272"/>
                    </a:lnTo>
                    <a:lnTo>
                      <a:pt x="301" y="273"/>
                    </a:lnTo>
                    <a:lnTo>
                      <a:pt x="297" y="273"/>
                    </a:lnTo>
                    <a:lnTo>
                      <a:pt x="292" y="273"/>
                    </a:lnTo>
                    <a:lnTo>
                      <a:pt x="288" y="273"/>
                    </a:lnTo>
                    <a:lnTo>
                      <a:pt x="283" y="274"/>
                    </a:lnTo>
                    <a:lnTo>
                      <a:pt x="278" y="274"/>
                    </a:lnTo>
                    <a:lnTo>
                      <a:pt x="274" y="275"/>
                    </a:lnTo>
                    <a:lnTo>
                      <a:pt x="269" y="276"/>
                    </a:lnTo>
                    <a:lnTo>
                      <a:pt x="266" y="278"/>
                    </a:lnTo>
                    <a:lnTo>
                      <a:pt x="262" y="279"/>
                    </a:lnTo>
                    <a:lnTo>
                      <a:pt x="259" y="279"/>
                    </a:lnTo>
                    <a:lnTo>
                      <a:pt x="255" y="279"/>
                    </a:lnTo>
                    <a:lnTo>
                      <a:pt x="251" y="279"/>
                    </a:lnTo>
                    <a:lnTo>
                      <a:pt x="245" y="278"/>
                    </a:lnTo>
                    <a:lnTo>
                      <a:pt x="240" y="276"/>
                    </a:lnTo>
                    <a:lnTo>
                      <a:pt x="236" y="275"/>
                    </a:lnTo>
                    <a:lnTo>
                      <a:pt x="231" y="274"/>
                    </a:lnTo>
                    <a:lnTo>
                      <a:pt x="228" y="273"/>
                    </a:lnTo>
                    <a:lnTo>
                      <a:pt x="224" y="272"/>
                    </a:lnTo>
                    <a:lnTo>
                      <a:pt x="218" y="271"/>
                    </a:lnTo>
                    <a:lnTo>
                      <a:pt x="213" y="270"/>
                    </a:lnTo>
                    <a:lnTo>
                      <a:pt x="205" y="268"/>
                    </a:lnTo>
                    <a:lnTo>
                      <a:pt x="197" y="268"/>
                    </a:lnTo>
                    <a:lnTo>
                      <a:pt x="190" y="268"/>
                    </a:lnTo>
                    <a:lnTo>
                      <a:pt x="182" y="268"/>
                    </a:lnTo>
                    <a:lnTo>
                      <a:pt x="176" y="268"/>
                    </a:lnTo>
                    <a:lnTo>
                      <a:pt x="170" y="270"/>
                    </a:lnTo>
                    <a:lnTo>
                      <a:pt x="163" y="271"/>
                    </a:lnTo>
                    <a:lnTo>
                      <a:pt x="157" y="271"/>
                    </a:lnTo>
                    <a:lnTo>
                      <a:pt x="150" y="272"/>
                    </a:lnTo>
                    <a:lnTo>
                      <a:pt x="144" y="272"/>
                    </a:lnTo>
                    <a:lnTo>
                      <a:pt x="138" y="271"/>
                    </a:lnTo>
                    <a:lnTo>
                      <a:pt x="131" y="271"/>
                    </a:lnTo>
                    <a:lnTo>
                      <a:pt x="125" y="268"/>
                    </a:lnTo>
                    <a:lnTo>
                      <a:pt x="116" y="265"/>
                    </a:lnTo>
                    <a:lnTo>
                      <a:pt x="102" y="260"/>
                    </a:lnTo>
                    <a:lnTo>
                      <a:pt x="86" y="252"/>
                    </a:lnTo>
                    <a:lnTo>
                      <a:pt x="66" y="245"/>
                    </a:lnTo>
                    <a:lnTo>
                      <a:pt x="47" y="237"/>
                    </a:lnTo>
                    <a:lnTo>
                      <a:pt x="28" y="232"/>
                    </a:lnTo>
                    <a:lnTo>
                      <a:pt x="12" y="227"/>
                    </a:lnTo>
                    <a:lnTo>
                      <a:pt x="0" y="225"/>
                    </a:lnTo>
                    <a:lnTo>
                      <a:pt x="0" y="219"/>
                    </a:lnTo>
                    <a:lnTo>
                      <a:pt x="0" y="212"/>
                    </a:lnTo>
                    <a:lnTo>
                      <a:pt x="1" y="205"/>
                    </a:lnTo>
                    <a:lnTo>
                      <a:pt x="2" y="198"/>
                    </a:lnTo>
                    <a:lnTo>
                      <a:pt x="5" y="183"/>
                    </a:lnTo>
                    <a:lnTo>
                      <a:pt x="11" y="167"/>
                    </a:lnTo>
                    <a:lnTo>
                      <a:pt x="17" y="151"/>
                    </a:lnTo>
                    <a:lnTo>
                      <a:pt x="24" y="136"/>
                    </a:lnTo>
                    <a:lnTo>
                      <a:pt x="31" y="122"/>
                    </a:lnTo>
                    <a:lnTo>
                      <a:pt x="38" y="111"/>
                    </a:lnTo>
                    <a:lnTo>
                      <a:pt x="45" y="101"/>
                    </a:lnTo>
                    <a:lnTo>
                      <a:pt x="49" y="94"/>
                    </a:lnTo>
                    <a:lnTo>
                      <a:pt x="64" y="98"/>
                    </a:lnTo>
                    <a:lnTo>
                      <a:pt x="80" y="101"/>
                    </a:lnTo>
                    <a:lnTo>
                      <a:pt x="99" y="106"/>
                    </a:lnTo>
                    <a:lnTo>
                      <a:pt x="116" y="109"/>
                    </a:lnTo>
                    <a:lnTo>
                      <a:pt x="133" y="114"/>
                    </a:lnTo>
                    <a:lnTo>
                      <a:pt x="147" y="116"/>
                    </a:lnTo>
                    <a:lnTo>
                      <a:pt x="157" y="119"/>
                    </a:lnTo>
                    <a:lnTo>
                      <a:pt x="164" y="119"/>
                    </a:lnTo>
                    <a:lnTo>
                      <a:pt x="169" y="118"/>
                    </a:lnTo>
                    <a:lnTo>
                      <a:pt x="174" y="118"/>
                    </a:lnTo>
                    <a:lnTo>
                      <a:pt x="178" y="118"/>
                    </a:lnTo>
                    <a:lnTo>
                      <a:pt x="184" y="118"/>
                    </a:lnTo>
                    <a:lnTo>
                      <a:pt x="190" y="118"/>
                    </a:lnTo>
                    <a:lnTo>
                      <a:pt x="194" y="119"/>
                    </a:lnTo>
                    <a:lnTo>
                      <a:pt x="198" y="119"/>
                    </a:lnTo>
                    <a:lnTo>
                      <a:pt x="201" y="120"/>
                    </a:lnTo>
                    <a:lnTo>
                      <a:pt x="205" y="121"/>
                    </a:lnTo>
                    <a:lnTo>
                      <a:pt x="210" y="123"/>
                    </a:lnTo>
                    <a:lnTo>
                      <a:pt x="217" y="127"/>
                    </a:lnTo>
                    <a:lnTo>
                      <a:pt x="225" y="129"/>
                    </a:lnTo>
                    <a:lnTo>
                      <a:pt x="232" y="132"/>
                    </a:lnTo>
                    <a:lnTo>
                      <a:pt x="239" y="134"/>
                    </a:lnTo>
                    <a:lnTo>
                      <a:pt x="245" y="135"/>
                    </a:lnTo>
                    <a:lnTo>
                      <a:pt x="248" y="134"/>
                    </a:lnTo>
                    <a:lnTo>
                      <a:pt x="253" y="130"/>
                    </a:lnTo>
                    <a:lnTo>
                      <a:pt x="256" y="127"/>
                    </a:lnTo>
                    <a:lnTo>
                      <a:pt x="261" y="124"/>
                    </a:lnTo>
                    <a:lnTo>
                      <a:pt x="265" y="121"/>
                    </a:lnTo>
                    <a:lnTo>
                      <a:pt x="269" y="121"/>
                    </a:lnTo>
                    <a:lnTo>
                      <a:pt x="275" y="121"/>
                    </a:lnTo>
                    <a:lnTo>
                      <a:pt x="280" y="120"/>
                    </a:lnTo>
                    <a:lnTo>
                      <a:pt x="284" y="118"/>
                    </a:lnTo>
                    <a:lnTo>
                      <a:pt x="289" y="115"/>
                    </a:lnTo>
                    <a:lnTo>
                      <a:pt x="293" y="114"/>
                    </a:lnTo>
                    <a:lnTo>
                      <a:pt x="298" y="112"/>
                    </a:lnTo>
                    <a:lnTo>
                      <a:pt x="301" y="111"/>
                    </a:lnTo>
                    <a:lnTo>
                      <a:pt x="307" y="109"/>
                    </a:lnTo>
                    <a:lnTo>
                      <a:pt x="316" y="106"/>
                    </a:lnTo>
                    <a:lnTo>
                      <a:pt x="328" y="101"/>
                    </a:lnTo>
                    <a:lnTo>
                      <a:pt x="342" y="96"/>
                    </a:lnTo>
                    <a:lnTo>
                      <a:pt x="356" y="90"/>
                    </a:lnTo>
                    <a:lnTo>
                      <a:pt x="369" y="82"/>
                    </a:lnTo>
                    <a:lnTo>
                      <a:pt x="381" y="75"/>
                    </a:lnTo>
                    <a:lnTo>
                      <a:pt x="391" y="67"/>
                    </a:lnTo>
                    <a:lnTo>
                      <a:pt x="397" y="69"/>
                    </a:lnTo>
                    <a:lnTo>
                      <a:pt x="404" y="71"/>
                    </a:lnTo>
                    <a:lnTo>
                      <a:pt x="410" y="73"/>
                    </a:lnTo>
                    <a:lnTo>
                      <a:pt x="412" y="71"/>
                    </a:lnTo>
                    <a:lnTo>
                      <a:pt x="413" y="67"/>
                    </a:lnTo>
                    <a:lnTo>
                      <a:pt x="415" y="62"/>
                    </a:lnTo>
                    <a:lnTo>
                      <a:pt x="418" y="58"/>
                    </a:lnTo>
                    <a:lnTo>
                      <a:pt x="420" y="53"/>
                    </a:lnTo>
                    <a:lnTo>
                      <a:pt x="423" y="50"/>
                    </a:lnTo>
                    <a:lnTo>
                      <a:pt x="429" y="44"/>
                    </a:lnTo>
                    <a:lnTo>
                      <a:pt x="437" y="36"/>
                    </a:lnTo>
                    <a:lnTo>
                      <a:pt x="447" y="27"/>
                    </a:lnTo>
                    <a:lnTo>
                      <a:pt x="456" y="18"/>
                    </a:lnTo>
                    <a:lnTo>
                      <a:pt x="465" y="10"/>
                    </a:lnTo>
                    <a:lnTo>
                      <a:pt x="472" y="5"/>
                    </a:lnTo>
                    <a:lnTo>
                      <a:pt x="476" y="2"/>
                    </a:lnTo>
                    <a:lnTo>
                      <a:pt x="480" y="2"/>
                    </a:lnTo>
                    <a:lnTo>
                      <a:pt x="486" y="1"/>
                    </a:lnTo>
                    <a:lnTo>
                      <a:pt x="493" y="0"/>
                    </a:lnTo>
                    <a:lnTo>
                      <a:pt x="501" y="0"/>
                    </a:lnTo>
                    <a:lnTo>
                      <a:pt x="508" y="0"/>
                    </a:lnTo>
                    <a:lnTo>
                      <a:pt x="514" y="0"/>
                    </a:lnTo>
                    <a:lnTo>
                      <a:pt x="521" y="0"/>
                    </a:lnTo>
                    <a:lnTo>
                      <a:pt x="526" y="1"/>
                    </a:lnTo>
                    <a:lnTo>
                      <a:pt x="531" y="3"/>
                    </a:lnTo>
                    <a:lnTo>
                      <a:pt x="539" y="7"/>
                    </a:lnTo>
                    <a:lnTo>
                      <a:pt x="549" y="12"/>
                    </a:lnTo>
                    <a:lnTo>
                      <a:pt x="559" y="17"/>
                    </a:lnTo>
                    <a:lnTo>
                      <a:pt x="570" y="24"/>
                    </a:lnTo>
                    <a:lnTo>
                      <a:pt x="579" y="30"/>
                    </a:lnTo>
                    <a:lnTo>
                      <a:pt x="586" y="35"/>
                    </a:lnTo>
                    <a:lnTo>
                      <a:pt x="591" y="39"/>
                    </a:lnTo>
                    <a:lnTo>
                      <a:pt x="586" y="46"/>
                    </a:lnTo>
                    <a:lnTo>
                      <a:pt x="581" y="54"/>
                    </a:lnTo>
                    <a:lnTo>
                      <a:pt x="578" y="62"/>
                    </a:lnTo>
                    <a:lnTo>
                      <a:pt x="577" y="70"/>
                    </a:lnTo>
                    <a:lnTo>
                      <a:pt x="574" y="77"/>
                    </a:lnTo>
                    <a:lnTo>
                      <a:pt x="573" y="83"/>
                    </a:lnTo>
                    <a:lnTo>
                      <a:pt x="570" y="89"/>
                    </a:lnTo>
                    <a:lnTo>
                      <a:pt x="565" y="92"/>
                    </a:lnTo>
                    <a:lnTo>
                      <a:pt x="561" y="96"/>
                    </a:lnTo>
                    <a:lnTo>
                      <a:pt x="554" y="103"/>
                    </a:lnTo>
                    <a:lnTo>
                      <a:pt x="544" y="111"/>
                    </a:lnTo>
                    <a:lnTo>
                      <a:pt x="534" y="121"/>
                    </a:lnTo>
                    <a:lnTo>
                      <a:pt x="523" y="131"/>
                    </a:lnTo>
                    <a:lnTo>
                      <a:pt x="512" y="143"/>
                    </a:lnTo>
                    <a:lnTo>
                      <a:pt x="503" y="153"/>
                    </a:lnTo>
                    <a:lnTo>
                      <a:pt x="495" y="164"/>
                    </a:lnTo>
                    <a:lnTo>
                      <a:pt x="487" y="177"/>
                    </a:lnTo>
                    <a:lnTo>
                      <a:pt x="475" y="197"/>
                    </a:lnTo>
                    <a:lnTo>
                      <a:pt x="463" y="222"/>
                    </a:lnTo>
                    <a:lnTo>
                      <a:pt x="450" y="251"/>
                    </a:lnTo>
                    <a:lnTo>
                      <a:pt x="437" y="281"/>
                    </a:lnTo>
                    <a:lnTo>
                      <a:pt x="427" y="309"/>
                    </a:lnTo>
                    <a:lnTo>
                      <a:pt x="419" y="334"/>
                    </a:lnTo>
                    <a:lnTo>
                      <a:pt x="414" y="354"/>
                    </a:lnTo>
                    <a:lnTo>
                      <a:pt x="407" y="399"/>
                    </a:lnTo>
                    <a:lnTo>
                      <a:pt x="399" y="460"/>
                    </a:lnTo>
                    <a:lnTo>
                      <a:pt x="392" y="517"/>
                    </a:lnTo>
                    <a:lnTo>
                      <a:pt x="391" y="554"/>
                    </a:lnTo>
                    <a:lnTo>
                      <a:pt x="390" y="596"/>
                    </a:lnTo>
                    <a:lnTo>
                      <a:pt x="388" y="663"/>
                    </a:lnTo>
                    <a:lnTo>
                      <a:pt x="387" y="731"/>
                    </a:lnTo>
                    <a:lnTo>
                      <a:pt x="387" y="774"/>
                    </a:lnTo>
                    <a:lnTo>
                      <a:pt x="382" y="776"/>
                    </a:lnTo>
                    <a:lnTo>
                      <a:pt x="376" y="779"/>
                    </a:lnTo>
                    <a:lnTo>
                      <a:pt x="372" y="781"/>
                    </a:lnTo>
                    <a:lnTo>
                      <a:pt x="367" y="783"/>
                    </a:lnTo>
                    <a:lnTo>
                      <a:pt x="361" y="786"/>
                    </a:lnTo>
                    <a:lnTo>
                      <a:pt x="357" y="787"/>
                    </a:lnTo>
                    <a:lnTo>
                      <a:pt x="351" y="789"/>
                    </a:lnTo>
                    <a:lnTo>
                      <a:pt x="346" y="79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4" name="Freeform 15">
                <a:extLst>
                  <a:ext uri="{FF2B5EF4-FFF2-40B4-BE49-F238E27FC236}">
                    <a16:creationId xmlns:a16="http://schemas.microsoft.com/office/drawing/2014/main" id="{729FDA9E-3068-41BE-BD24-3A9C51860E31}"/>
                  </a:ext>
                </a:extLst>
              </p:cNvPr>
              <p:cNvSpPr>
                <a:spLocks/>
              </p:cNvSpPr>
              <p:nvPr/>
            </p:nvSpPr>
            <p:spPr bwMode="auto">
              <a:xfrm>
                <a:off x="3966" y="2591"/>
                <a:ext cx="38" cy="62"/>
              </a:xfrm>
              <a:custGeom>
                <a:avLst/>
                <a:gdLst>
                  <a:gd name="T0" fmla="*/ 38 w 69"/>
                  <a:gd name="T1" fmla="*/ 5 h 113"/>
                  <a:gd name="T2" fmla="*/ 36 w 69"/>
                  <a:gd name="T3" fmla="*/ 9 h 113"/>
                  <a:gd name="T4" fmla="*/ 32 w 69"/>
                  <a:gd name="T5" fmla="*/ 14 h 113"/>
                  <a:gd name="T6" fmla="*/ 28 w 69"/>
                  <a:gd name="T7" fmla="*/ 20 h 113"/>
                  <a:gd name="T8" fmla="*/ 24 w 69"/>
                  <a:gd name="T9" fmla="*/ 28 h 113"/>
                  <a:gd name="T10" fmla="*/ 20 w 69"/>
                  <a:gd name="T11" fmla="*/ 36 h 113"/>
                  <a:gd name="T12" fmla="*/ 17 w 69"/>
                  <a:gd name="T13" fmla="*/ 45 h 113"/>
                  <a:gd name="T14" fmla="*/ 14 w 69"/>
                  <a:gd name="T15" fmla="*/ 54 h 113"/>
                  <a:gd name="T16" fmla="*/ 12 w 69"/>
                  <a:gd name="T17" fmla="*/ 62 h 113"/>
                  <a:gd name="T18" fmla="*/ 8 w 69"/>
                  <a:gd name="T19" fmla="*/ 61 h 113"/>
                  <a:gd name="T20" fmla="*/ 5 w 69"/>
                  <a:gd name="T21" fmla="*/ 61 h 113"/>
                  <a:gd name="T22" fmla="*/ 3 w 69"/>
                  <a:gd name="T23" fmla="*/ 61 h 113"/>
                  <a:gd name="T24" fmla="*/ 0 w 69"/>
                  <a:gd name="T25" fmla="*/ 61 h 113"/>
                  <a:gd name="T26" fmla="*/ 2 w 69"/>
                  <a:gd name="T27" fmla="*/ 54 h 113"/>
                  <a:gd name="T28" fmla="*/ 4 w 69"/>
                  <a:gd name="T29" fmla="*/ 48 h 113"/>
                  <a:gd name="T30" fmla="*/ 4 w 69"/>
                  <a:gd name="T31" fmla="*/ 44 h 113"/>
                  <a:gd name="T32" fmla="*/ 6 w 69"/>
                  <a:gd name="T33" fmla="*/ 40 h 113"/>
                  <a:gd name="T34" fmla="*/ 8 w 69"/>
                  <a:gd name="T35" fmla="*/ 29 h 113"/>
                  <a:gd name="T36" fmla="*/ 11 w 69"/>
                  <a:gd name="T37" fmla="*/ 18 h 113"/>
                  <a:gd name="T38" fmla="*/ 16 w 69"/>
                  <a:gd name="T39" fmla="*/ 8 h 113"/>
                  <a:gd name="T40" fmla="*/ 22 w 69"/>
                  <a:gd name="T41" fmla="*/ 0 h 113"/>
                  <a:gd name="T42" fmla="*/ 26 w 69"/>
                  <a:gd name="T43" fmla="*/ 2 h 113"/>
                  <a:gd name="T44" fmla="*/ 30 w 69"/>
                  <a:gd name="T45" fmla="*/ 3 h 113"/>
                  <a:gd name="T46" fmla="*/ 34 w 69"/>
                  <a:gd name="T47" fmla="*/ 4 h 113"/>
                  <a:gd name="T48" fmla="*/ 38 w 69"/>
                  <a:gd name="T49" fmla="*/ 5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113">
                    <a:moveTo>
                      <a:pt x="69" y="9"/>
                    </a:moveTo>
                    <a:lnTo>
                      <a:pt x="65" y="16"/>
                    </a:lnTo>
                    <a:lnTo>
                      <a:pt x="58" y="26"/>
                    </a:lnTo>
                    <a:lnTo>
                      <a:pt x="51" y="37"/>
                    </a:lnTo>
                    <a:lnTo>
                      <a:pt x="44" y="51"/>
                    </a:lnTo>
                    <a:lnTo>
                      <a:pt x="37" y="66"/>
                    </a:lnTo>
                    <a:lnTo>
                      <a:pt x="31" y="82"/>
                    </a:lnTo>
                    <a:lnTo>
                      <a:pt x="25" y="98"/>
                    </a:lnTo>
                    <a:lnTo>
                      <a:pt x="22" y="113"/>
                    </a:lnTo>
                    <a:lnTo>
                      <a:pt x="15" y="112"/>
                    </a:lnTo>
                    <a:lnTo>
                      <a:pt x="9" y="112"/>
                    </a:lnTo>
                    <a:lnTo>
                      <a:pt x="5" y="111"/>
                    </a:lnTo>
                    <a:lnTo>
                      <a:pt x="0" y="111"/>
                    </a:lnTo>
                    <a:lnTo>
                      <a:pt x="3" y="98"/>
                    </a:lnTo>
                    <a:lnTo>
                      <a:pt x="7" y="88"/>
                    </a:lnTo>
                    <a:lnTo>
                      <a:pt x="8" y="80"/>
                    </a:lnTo>
                    <a:lnTo>
                      <a:pt x="10" y="72"/>
                    </a:lnTo>
                    <a:lnTo>
                      <a:pt x="14" y="53"/>
                    </a:lnTo>
                    <a:lnTo>
                      <a:pt x="20" y="33"/>
                    </a:lnTo>
                    <a:lnTo>
                      <a:pt x="29" y="14"/>
                    </a:lnTo>
                    <a:lnTo>
                      <a:pt x="40" y="0"/>
                    </a:lnTo>
                    <a:lnTo>
                      <a:pt x="47" y="3"/>
                    </a:lnTo>
                    <a:lnTo>
                      <a:pt x="55" y="5"/>
                    </a:lnTo>
                    <a:lnTo>
                      <a:pt x="62" y="7"/>
                    </a:lnTo>
                    <a:lnTo>
                      <a:pt x="69"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5" name="Freeform 16">
                <a:extLst>
                  <a:ext uri="{FF2B5EF4-FFF2-40B4-BE49-F238E27FC236}">
                    <a16:creationId xmlns:a16="http://schemas.microsoft.com/office/drawing/2014/main" id="{240C414D-E21B-4C4B-94A3-04AAA284F43E}"/>
                  </a:ext>
                </a:extLst>
              </p:cNvPr>
              <p:cNvSpPr>
                <a:spLocks/>
              </p:cNvSpPr>
              <p:nvPr/>
            </p:nvSpPr>
            <p:spPr bwMode="auto">
              <a:xfrm>
                <a:off x="4190" y="2566"/>
                <a:ext cx="184" cy="305"/>
              </a:xfrm>
              <a:custGeom>
                <a:avLst/>
                <a:gdLst>
                  <a:gd name="T0" fmla="*/ 182 w 337"/>
                  <a:gd name="T1" fmla="*/ 23 h 560"/>
                  <a:gd name="T2" fmla="*/ 177 w 337"/>
                  <a:gd name="T3" fmla="*/ 35 h 560"/>
                  <a:gd name="T4" fmla="*/ 171 w 337"/>
                  <a:gd name="T5" fmla="*/ 52 h 560"/>
                  <a:gd name="T6" fmla="*/ 157 w 337"/>
                  <a:gd name="T7" fmla="*/ 90 h 560"/>
                  <a:gd name="T8" fmla="*/ 140 w 337"/>
                  <a:gd name="T9" fmla="*/ 138 h 560"/>
                  <a:gd name="T10" fmla="*/ 128 w 337"/>
                  <a:gd name="T11" fmla="*/ 182 h 560"/>
                  <a:gd name="T12" fmla="*/ 123 w 337"/>
                  <a:gd name="T13" fmla="*/ 216 h 560"/>
                  <a:gd name="T14" fmla="*/ 115 w 337"/>
                  <a:gd name="T15" fmla="*/ 271 h 560"/>
                  <a:gd name="T16" fmla="*/ 100 w 337"/>
                  <a:gd name="T17" fmla="*/ 304 h 560"/>
                  <a:gd name="T18" fmla="*/ 79 w 337"/>
                  <a:gd name="T19" fmla="*/ 305 h 560"/>
                  <a:gd name="T20" fmla="*/ 62 w 337"/>
                  <a:gd name="T21" fmla="*/ 302 h 560"/>
                  <a:gd name="T22" fmla="*/ 48 w 337"/>
                  <a:gd name="T23" fmla="*/ 297 h 560"/>
                  <a:gd name="T24" fmla="*/ 38 w 337"/>
                  <a:gd name="T25" fmla="*/ 294 h 560"/>
                  <a:gd name="T26" fmla="*/ 29 w 337"/>
                  <a:gd name="T27" fmla="*/ 291 h 560"/>
                  <a:gd name="T28" fmla="*/ 21 w 337"/>
                  <a:gd name="T29" fmla="*/ 289 h 560"/>
                  <a:gd name="T30" fmla="*/ 13 w 337"/>
                  <a:gd name="T31" fmla="*/ 284 h 560"/>
                  <a:gd name="T32" fmla="*/ 7 w 337"/>
                  <a:gd name="T33" fmla="*/ 280 h 560"/>
                  <a:gd name="T34" fmla="*/ 3 w 337"/>
                  <a:gd name="T35" fmla="*/ 280 h 560"/>
                  <a:gd name="T36" fmla="*/ 1 w 337"/>
                  <a:gd name="T37" fmla="*/ 260 h 560"/>
                  <a:gd name="T38" fmla="*/ 9 w 337"/>
                  <a:gd name="T39" fmla="*/ 196 h 560"/>
                  <a:gd name="T40" fmla="*/ 15 w 337"/>
                  <a:gd name="T41" fmla="*/ 161 h 560"/>
                  <a:gd name="T42" fmla="*/ 25 w 337"/>
                  <a:gd name="T43" fmla="*/ 132 h 560"/>
                  <a:gd name="T44" fmla="*/ 39 w 337"/>
                  <a:gd name="T45" fmla="*/ 100 h 560"/>
                  <a:gd name="T46" fmla="*/ 52 w 337"/>
                  <a:gd name="T47" fmla="*/ 75 h 560"/>
                  <a:gd name="T48" fmla="*/ 61 w 337"/>
                  <a:gd name="T49" fmla="*/ 62 h 560"/>
                  <a:gd name="T50" fmla="*/ 72 w 337"/>
                  <a:gd name="T51" fmla="*/ 50 h 560"/>
                  <a:gd name="T52" fmla="*/ 84 w 337"/>
                  <a:gd name="T53" fmla="*/ 39 h 560"/>
                  <a:gd name="T54" fmla="*/ 93 w 337"/>
                  <a:gd name="T55" fmla="*/ 31 h 560"/>
                  <a:gd name="T56" fmla="*/ 98 w 337"/>
                  <a:gd name="T57" fmla="*/ 27 h 560"/>
                  <a:gd name="T58" fmla="*/ 100 w 337"/>
                  <a:gd name="T59" fmla="*/ 21 h 560"/>
                  <a:gd name="T60" fmla="*/ 102 w 337"/>
                  <a:gd name="T61" fmla="*/ 13 h 560"/>
                  <a:gd name="T62" fmla="*/ 106 w 337"/>
                  <a:gd name="T63" fmla="*/ 4 h 560"/>
                  <a:gd name="T64" fmla="*/ 110 w 337"/>
                  <a:gd name="T65" fmla="*/ 4 h 560"/>
                  <a:gd name="T66" fmla="*/ 114 w 337"/>
                  <a:gd name="T67" fmla="*/ 13 h 560"/>
                  <a:gd name="T68" fmla="*/ 117 w 337"/>
                  <a:gd name="T69" fmla="*/ 21 h 560"/>
                  <a:gd name="T70" fmla="*/ 124 w 337"/>
                  <a:gd name="T71" fmla="*/ 28 h 560"/>
                  <a:gd name="T72" fmla="*/ 130 w 337"/>
                  <a:gd name="T73" fmla="*/ 31 h 560"/>
                  <a:gd name="T74" fmla="*/ 136 w 337"/>
                  <a:gd name="T75" fmla="*/ 33 h 560"/>
                  <a:gd name="T76" fmla="*/ 141 w 337"/>
                  <a:gd name="T77" fmla="*/ 33 h 560"/>
                  <a:gd name="T78" fmla="*/ 147 w 337"/>
                  <a:gd name="T79" fmla="*/ 34 h 560"/>
                  <a:gd name="T80" fmla="*/ 152 w 337"/>
                  <a:gd name="T81" fmla="*/ 34 h 560"/>
                  <a:gd name="T82" fmla="*/ 157 w 337"/>
                  <a:gd name="T83" fmla="*/ 33 h 560"/>
                  <a:gd name="T84" fmla="*/ 162 w 337"/>
                  <a:gd name="T85" fmla="*/ 32 h 560"/>
                  <a:gd name="T86" fmla="*/ 167 w 337"/>
                  <a:gd name="T87" fmla="*/ 31 h 560"/>
                  <a:gd name="T88" fmla="*/ 174 w 337"/>
                  <a:gd name="T89" fmla="*/ 27 h 560"/>
                  <a:gd name="T90" fmla="*/ 181 w 337"/>
                  <a:gd name="T91" fmla="*/ 21 h 5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37" h="560">
                    <a:moveTo>
                      <a:pt x="337" y="35"/>
                    </a:moveTo>
                    <a:lnTo>
                      <a:pt x="334" y="43"/>
                    </a:lnTo>
                    <a:lnTo>
                      <a:pt x="330" y="53"/>
                    </a:lnTo>
                    <a:lnTo>
                      <a:pt x="325" y="65"/>
                    </a:lnTo>
                    <a:lnTo>
                      <a:pt x="322" y="74"/>
                    </a:lnTo>
                    <a:lnTo>
                      <a:pt x="314" y="95"/>
                    </a:lnTo>
                    <a:lnTo>
                      <a:pt x="301" y="126"/>
                    </a:lnTo>
                    <a:lnTo>
                      <a:pt x="287" y="165"/>
                    </a:lnTo>
                    <a:lnTo>
                      <a:pt x="271" y="209"/>
                    </a:lnTo>
                    <a:lnTo>
                      <a:pt x="256" y="254"/>
                    </a:lnTo>
                    <a:lnTo>
                      <a:pt x="243" y="297"/>
                    </a:lnTo>
                    <a:lnTo>
                      <a:pt x="234" y="335"/>
                    </a:lnTo>
                    <a:lnTo>
                      <a:pt x="229" y="365"/>
                    </a:lnTo>
                    <a:lnTo>
                      <a:pt x="226" y="396"/>
                    </a:lnTo>
                    <a:lnTo>
                      <a:pt x="218" y="444"/>
                    </a:lnTo>
                    <a:lnTo>
                      <a:pt x="210" y="498"/>
                    </a:lnTo>
                    <a:lnTo>
                      <a:pt x="203" y="552"/>
                    </a:lnTo>
                    <a:lnTo>
                      <a:pt x="183" y="558"/>
                    </a:lnTo>
                    <a:lnTo>
                      <a:pt x="164" y="560"/>
                    </a:lnTo>
                    <a:lnTo>
                      <a:pt x="145" y="560"/>
                    </a:lnTo>
                    <a:lnTo>
                      <a:pt x="129" y="558"/>
                    </a:lnTo>
                    <a:lnTo>
                      <a:pt x="113" y="554"/>
                    </a:lnTo>
                    <a:lnTo>
                      <a:pt x="99" y="551"/>
                    </a:lnTo>
                    <a:lnTo>
                      <a:pt x="88" y="546"/>
                    </a:lnTo>
                    <a:lnTo>
                      <a:pt x="77" y="543"/>
                    </a:lnTo>
                    <a:lnTo>
                      <a:pt x="69" y="540"/>
                    </a:lnTo>
                    <a:lnTo>
                      <a:pt x="61" y="537"/>
                    </a:lnTo>
                    <a:lnTo>
                      <a:pt x="53" y="535"/>
                    </a:lnTo>
                    <a:lnTo>
                      <a:pt x="46" y="532"/>
                    </a:lnTo>
                    <a:lnTo>
                      <a:pt x="39" y="530"/>
                    </a:lnTo>
                    <a:lnTo>
                      <a:pt x="31" y="527"/>
                    </a:lnTo>
                    <a:lnTo>
                      <a:pt x="23" y="522"/>
                    </a:lnTo>
                    <a:lnTo>
                      <a:pt x="15" y="516"/>
                    </a:lnTo>
                    <a:lnTo>
                      <a:pt x="12" y="515"/>
                    </a:lnTo>
                    <a:lnTo>
                      <a:pt x="8" y="514"/>
                    </a:lnTo>
                    <a:lnTo>
                      <a:pt x="5" y="514"/>
                    </a:lnTo>
                    <a:lnTo>
                      <a:pt x="0" y="515"/>
                    </a:lnTo>
                    <a:lnTo>
                      <a:pt x="1" y="478"/>
                    </a:lnTo>
                    <a:lnTo>
                      <a:pt x="8" y="421"/>
                    </a:lnTo>
                    <a:lnTo>
                      <a:pt x="16" y="360"/>
                    </a:lnTo>
                    <a:lnTo>
                      <a:pt x="23" y="315"/>
                    </a:lnTo>
                    <a:lnTo>
                      <a:pt x="28" y="295"/>
                    </a:lnTo>
                    <a:lnTo>
                      <a:pt x="36" y="270"/>
                    </a:lnTo>
                    <a:lnTo>
                      <a:pt x="46" y="242"/>
                    </a:lnTo>
                    <a:lnTo>
                      <a:pt x="59" y="212"/>
                    </a:lnTo>
                    <a:lnTo>
                      <a:pt x="72" y="183"/>
                    </a:lnTo>
                    <a:lnTo>
                      <a:pt x="84" y="158"/>
                    </a:lnTo>
                    <a:lnTo>
                      <a:pt x="96" y="138"/>
                    </a:lnTo>
                    <a:lnTo>
                      <a:pt x="104" y="125"/>
                    </a:lnTo>
                    <a:lnTo>
                      <a:pt x="112" y="114"/>
                    </a:lnTo>
                    <a:lnTo>
                      <a:pt x="121" y="104"/>
                    </a:lnTo>
                    <a:lnTo>
                      <a:pt x="132" y="92"/>
                    </a:lnTo>
                    <a:lnTo>
                      <a:pt x="143" y="82"/>
                    </a:lnTo>
                    <a:lnTo>
                      <a:pt x="153" y="72"/>
                    </a:lnTo>
                    <a:lnTo>
                      <a:pt x="163" y="64"/>
                    </a:lnTo>
                    <a:lnTo>
                      <a:pt x="170" y="57"/>
                    </a:lnTo>
                    <a:lnTo>
                      <a:pt x="174" y="53"/>
                    </a:lnTo>
                    <a:lnTo>
                      <a:pt x="179" y="50"/>
                    </a:lnTo>
                    <a:lnTo>
                      <a:pt x="182" y="44"/>
                    </a:lnTo>
                    <a:lnTo>
                      <a:pt x="183" y="38"/>
                    </a:lnTo>
                    <a:lnTo>
                      <a:pt x="186" y="31"/>
                    </a:lnTo>
                    <a:lnTo>
                      <a:pt x="187" y="23"/>
                    </a:lnTo>
                    <a:lnTo>
                      <a:pt x="190" y="15"/>
                    </a:lnTo>
                    <a:lnTo>
                      <a:pt x="195" y="7"/>
                    </a:lnTo>
                    <a:lnTo>
                      <a:pt x="200" y="0"/>
                    </a:lnTo>
                    <a:lnTo>
                      <a:pt x="202" y="8"/>
                    </a:lnTo>
                    <a:lnTo>
                      <a:pt x="204" y="16"/>
                    </a:lnTo>
                    <a:lnTo>
                      <a:pt x="208" y="24"/>
                    </a:lnTo>
                    <a:lnTo>
                      <a:pt x="211" y="32"/>
                    </a:lnTo>
                    <a:lnTo>
                      <a:pt x="214" y="38"/>
                    </a:lnTo>
                    <a:lnTo>
                      <a:pt x="220" y="45"/>
                    </a:lnTo>
                    <a:lnTo>
                      <a:pt x="227" y="51"/>
                    </a:lnTo>
                    <a:lnTo>
                      <a:pt x="234" y="55"/>
                    </a:lnTo>
                    <a:lnTo>
                      <a:pt x="239" y="57"/>
                    </a:lnTo>
                    <a:lnTo>
                      <a:pt x="244" y="59"/>
                    </a:lnTo>
                    <a:lnTo>
                      <a:pt x="249" y="60"/>
                    </a:lnTo>
                    <a:lnTo>
                      <a:pt x="255" y="60"/>
                    </a:lnTo>
                    <a:lnTo>
                      <a:pt x="259" y="61"/>
                    </a:lnTo>
                    <a:lnTo>
                      <a:pt x="265" y="62"/>
                    </a:lnTo>
                    <a:lnTo>
                      <a:pt x="270" y="62"/>
                    </a:lnTo>
                    <a:lnTo>
                      <a:pt x="274" y="62"/>
                    </a:lnTo>
                    <a:lnTo>
                      <a:pt x="279" y="62"/>
                    </a:lnTo>
                    <a:lnTo>
                      <a:pt x="284" y="62"/>
                    </a:lnTo>
                    <a:lnTo>
                      <a:pt x="288" y="61"/>
                    </a:lnTo>
                    <a:lnTo>
                      <a:pt x="293" y="60"/>
                    </a:lnTo>
                    <a:lnTo>
                      <a:pt x="297" y="59"/>
                    </a:lnTo>
                    <a:lnTo>
                      <a:pt x="301" y="58"/>
                    </a:lnTo>
                    <a:lnTo>
                      <a:pt x="305" y="57"/>
                    </a:lnTo>
                    <a:lnTo>
                      <a:pt x="310" y="54"/>
                    </a:lnTo>
                    <a:lnTo>
                      <a:pt x="318" y="50"/>
                    </a:lnTo>
                    <a:lnTo>
                      <a:pt x="325" y="44"/>
                    </a:lnTo>
                    <a:lnTo>
                      <a:pt x="331" y="39"/>
                    </a:lnTo>
                    <a:lnTo>
                      <a:pt x="337" y="3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6" name="Freeform 17">
                <a:extLst>
                  <a:ext uri="{FF2B5EF4-FFF2-40B4-BE49-F238E27FC236}">
                    <a16:creationId xmlns:a16="http://schemas.microsoft.com/office/drawing/2014/main" id="{B436EE96-9C4D-4151-96C5-8B5F074CBF84}"/>
                  </a:ext>
                </a:extLst>
              </p:cNvPr>
              <p:cNvSpPr>
                <a:spLocks/>
              </p:cNvSpPr>
              <p:nvPr/>
            </p:nvSpPr>
            <p:spPr bwMode="auto">
              <a:xfrm>
                <a:off x="4234" y="2596"/>
                <a:ext cx="106" cy="279"/>
              </a:xfrm>
              <a:custGeom>
                <a:avLst/>
                <a:gdLst>
                  <a:gd name="T0" fmla="*/ 104 w 194"/>
                  <a:gd name="T1" fmla="*/ 4 h 512"/>
                  <a:gd name="T2" fmla="*/ 98 w 194"/>
                  <a:gd name="T3" fmla="*/ 3 h 512"/>
                  <a:gd name="T4" fmla="*/ 92 w 194"/>
                  <a:gd name="T5" fmla="*/ 3 h 512"/>
                  <a:gd name="T6" fmla="*/ 87 w 194"/>
                  <a:gd name="T7" fmla="*/ 1 h 512"/>
                  <a:gd name="T8" fmla="*/ 81 w 194"/>
                  <a:gd name="T9" fmla="*/ 2 h 512"/>
                  <a:gd name="T10" fmla="*/ 77 w 194"/>
                  <a:gd name="T11" fmla="*/ 9 h 512"/>
                  <a:gd name="T12" fmla="*/ 73 w 194"/>
                  <a:gd name="T13" fmla="*/ 14 h 512"/>
                  <a:gd name="T14" fmla="*/ 67 w 194"/>
                  <a:gd name="T15" fmla="*/ 16 h 512"/>
                  <a:gd name="T16" fmla="*/ 61 w 194"/>
                  <a:gd name="T17" fmla="*/ 19 h 512"/>
                  <a:gd name="T18" fmla="*/ 56 w 194"/>
                  <a:gd name="T19" fmla="*/ 22 h 512"/>
                  <a:gd name="T20" fmla="*/ 52 w 194"/>
                  <a:gd name="T21" fmla="*/ 24 h 512"/>
                  <a:gd name="T22" fmla="*/ 48 w 194"/>
                  <a:gd name="T23" fmla="*/ 31 h 512"/>
                  <a:gd name="T24" fmla="*/ 43 w 194"/>
                  <a:gd name="T25" fmla="*/ 38 h 512"/>
                  <a:gd name="T26" fmla="*/ 39 w 194"/>
                  <a:gd name="T27" fmla="*/ 46 h 512"/>
                  <a:gd name="T28" fmla="*/ 35 w 194"/>
                  <a:gd name="T29" fmla="*/ 55 h 512"/>
                  <a:gd name="T30" fmla="*/ 31 w 194"/>
                  <a:gd name="T31" fmla="*/ 64 h 512"/>
                  <a:gd name="T32" fmla="*/ 27 w 194"/>
                  <a:gd name="T33" fmla="*/ 75 h 512"/>
                  <a:gd name="T34" fmla="*/ 23 w 194"/>
                  <a:gd name="T35" fmla="*/ 88 h 512"/>
                  <a:gd name="T36" fmla="*/ 20 w 194"/>
                  <a:gd name="T37" fmla="*/ 98 h 512"/>
                  <a:gd name="T38" fmla="*/ 18 w 194"/>
                  <a:gd name="T39" fmla="*/ 106 h 512"/>
                  <a:gd name="T40" fmla="*/ 16 w 194"/>
                  <a:gd name="T41" fmla="*/ 115 h 512"/>
                  <a:gd name="T42" fmla="*/ 13 w 194"/>
                  <a:gd name="T43" fmla="*/ 128 h 512"/>
                  <a:gd name="T44" fmla="*/ 10 w 194"/>
                  <a:gd name="T45" fmla="*/ 138 h 512"/>
                  <a:gd name="T46" fmla="*/ 9 w 194"/>
                  <a:gd name="T47" fmla="*/ 146 h 512"/>
                  <a:gd name="T48" fmla="*/ 8 w 194"/>
                  <a:gd name="T49" fmla="*/ 156 h 512"/>
                  <a:gd name="T50" fmla="*/ 5 w 194"/>
                  <a:gd name="T51" fmla="*/ 169 h 512"/>
                  <a:gd name="T52" fmla="*/ 4 w 194"/>
                  <a:gd name="T53" fmla="*/ 180 h 512"/>
                  <a:gd name="T54" fmla="*/ 3 w 194"/>
                  <a:gd name="T55" fmla="*/ 190 h 512"/>
                  <a:gd name="T56" fmla="*/ 2 w 194"/>
                  <a:gd name="T57" fmla="*/ 203 h 512"/>
                  <a:gd name="T58" fmla="*/ 1 w 194"/>
                  <a:gd name="T59" fmla="*/ 220 h 512"/>
                  <a:gd name="T60" fmla="*/ 0 w 194"/>
                  <a:gd name="T61" fmla="*/ 233 h 512"/>
                  <a:gd name="T62" fmla="*/ 0 w 194"/>
                  <a:gd name="T63" fmla="*/ 241 h 512"/>
                  <a:gd name="T64" fmla="*/ 3 w 194"/>
                  <a:gd name="T65" fmla="*/ 248 h 512"/>
                  <a:gd name="T66" fmla="*/ 13 w 194"/>
                  <a:gd name="T67" fmla="*/ 258 h 512"/>
                  <a:gd name="T68" fmla="*/ 25 w 194"/>
                  <a:gd name="T69" fmla="*/ 268 h 512"/>
                  <a:gd name="T70" fmla="*/ 33 w 194"/>
                  <a:gd name="T71" fmla="*/ 277 h 512"/>
                  <a:gd name="T72" fmla="*/ 38 w 194"/>
                  <a:gd name="T73" fmla="*/ 276 h 512"/>
                  <a:gd name="T74" fmla="*/ 45 w 194"/>
                  <a:gd name="T75" fmla="*/ 270 h 512"/>
                  <a:gd name="T76" fmla="*/ 52 w 194"/>
                  <a:gd name="T77" fmla="*/ 260 h 512"/>
                  <a:gd name="T78" fmla="*/ 58 w 194"/>
                  <a:gd name="T79" fmla="*/ 254 h 512"/>
                  <a:gd name="T80" fmla="*/ 58 w 194"/>
                  <a:gd name="T81" fmla="*/ 225 h 512"/>
                  <a:gd name="T82" fmla="*/ 58 w 194"/>
                  <a:gd name="T83" fmla="*/ 185 h 512"/>
                  <a:gd name="T84" fmla="*/ 61 w 194"/>
                  <a:gd name="T85" fmla="*/ 162 h 512"/>
                  <a:gd name="T86" fmla="*/ 66 w 194"/>
                  <a:gd name="T87" fmla="*/ 135 h 512"/>
                  <a:gd name="T88" fmla="*/ 67 w 194"/>
                  <a:gd name="T89" fmla="*/ 122 h 512"/>
                  <a:gd name="T90" fmla="*/ 70 w 194"/>
                  <a:gd name="T91" fmla="*/ 107 h 512"/>
                  <a:gd name="T92" fmla="*/ 73 w 194"/>
                  <a:gd name="T93" fmla="*/ 93 h 512"/>
                  <a:gd name="T94" fmla="*/ 75 w 194"/>
                  <a:gd name="T95" fmla="*/ 85 h 512"/>
                  <a:gd name="T96" fmla="*/ 76 w 194"/>
                  <a:gd name="T97" fmla="*/ 77 h 512"/>
                  <a:gd name="T98" fmla="*/ 78 w 194"/>
                  <a:gd name="T99" fmla="*/ 70 h 512"/>
                  <a:gd name="T100" fmla="*/ 81 w 194"/>
                  <a:gd name="T101" fmla="*/ 51 h 512"/>
                  <a:gd name="T102" fmla="*/ 86 w 194"/>
                  <a:gd name="T103" fmla="*/ 31 h 512"/>
                  <a:gd name="T104" fmla="*/ 95 w 194"/>
                  <a:gd name="T105" fmla="*/ 23 h 512"/>
                  <a:gd name="T106" fmla="*/ 104 w 194"/>
                  <a:gd name="T107" fmla="*/ 11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94" h="512">
                    <a:moveTo>
                      <a:pt x="194" y="7"/>
                    </a:moveTo>
                    <a:lnTo>
                      <a:pt x="190" y="7"/>
                    </a:lnTo>
                    <a:lnTo>
                      <a:pt x="185" y="7"/>
                    </a:lnTo>
                    <a:lnTo>
                      <a:pt x="179" y="6"/>
                    </a:lnTo>
                    <a:lnTo>
                      <a:pt x="175" y="5"/>
                    </a:lnTo>
                    <a:lnTo>
                      <a:pt x="169" y="5"/>
                    </a:lnTo>
                    <a:lnTo>
                      <a:pt x="164" y="4"/>
                    </a:lnTo>
                    <a:lnTo>
                      <a:pt x="159" y="2"/>
                    </a:lnTo>
                    <a:lnTo>
                      <a:pt x="154" y="0"/>
                    </a:lnTo>
                    <a:lnTo>
                      <a:pt x="149" y="4"/>
                    </a:lnTo>
                    <a:lnTo>
                      <a:pt x="145" y="10"/>
                    </a:lnTo>
                    <a:lnTo>
                      <a:pt x="141" y="17"/>
                    </a:lnTo>
                    <a:lnTo>
                      <a:pt x="140" y="24"/>
                    </a:lnTo>
                    <a:lnTo>
                      <a:pt x="134" y="25"/>
                    </a:lnTo>
                    <a:lnTo>
                      <a:pt x="129" y="27"/>
                    </a:lnTo>
                    <a:lnTo>
                      <a:pt x="123" y="29"/>
                    </a:lnTo>
                    <a:lnTo>
                      <a:pt x="117" y="32"/>
                    </a:lnTo>
                    <a:lnTo>
                      <a:pt x="111" y="35"/>
                    </a:lnTo>
                    <a:lnTo>
                      <a:pt x="107" y="37"/>
                    </a:lnTo>
                    <a:lnTo>
                      <a:pt x="102" y="40"/>
                    </a:lnTo>
                    <a:lnTo>
                      <a:pt x="99" y="42"/>
                    </a:lnTo>
                    <a:lnTo>
                      <a:pt x="95" y="44"/>
                    </a:lnTo>
                    <a:lnTo>
                      <a:pt x="92" y="49"/>
                    </a:lnTo>
                    <a:lnTo>
                      <a:pt x="87" y="56"/>
                    </a:lnTo>
                    <a:lnTo>
                      <a:pt x="82" y="64"/>
                    </a:lnTo>
                    <a:lnTo>
                      <a:pt x="78" y="70"/>
                    </a:lnTo>
                    <a:lnTo>
                      <a:pt x="75" y="76"/>
                    </a:lnTo>
                    <a:lnTo>
                      <a:pt x="71" y="85"/>
                    </a:lnTo>
                    <a:lnTo>
                      <a:pt x="68" y="93"/>
                    </a:lnTo>
                    <a:lnTo>
                      <a:pt x="64" y="101"/>
                    </a:lnTo>
                    <a:lnTo>
                      <a:pt x="61" y="109"/>
                    </a:lnTo>
                    <a:lnTo>
                      <a:pt x="57" y="118"/>
                    </a:lnTo>
                    <a:lnTo>
                      <a:pt x="54" y="127"/>
                    </a:lnTo>
                    <a:lnTo>
                      <a:pt x="50" y="138"/>
                    </a:lnTo>
                    <a:lnTo>
                      <a:pt x="47" y="149"/>
                    </a:lnTo>
                    <a:lnTo>
                      <a:pt x="42" y="162"/>
                    </a:lnTo>
                    <a:lnTo>
                      <a:pt x="39" y="174"/>
                    </a:lnTo>
                    <a:lnTo>
                      <a:pt x="37" y="180"/>
                    </a:lnTo>
                    <a:lnTo>
                      <a:pt x="35" y="187"/>
                    </a:lnTo>
                    <a:lnTo>
                      <a:pt x="33" y="194"/>
                    </a:lnTo>
                    <a:lnTo>
                      <a:pt x="31" y="201"/>
                    </a:lnTo>
                    <a:lnTo>
                      <a:pt x="29" y="211"/>
                    </a:lnTo>
                    <a:lnTo>
                      <a:pt x="26" y="223"/>
                    </a:lnTo>
                    <a:lnTo>
                      <a:pt x="23" y="234"/>
                    </a:lnTo>
                    <a:lnTo>
                      <a:pt x="20" y="246"/>
                    </a:lnTo>
                    <a:lnTo>
                      <a:pt x="19" y="253"/>
                    </a:lnTo>
                    <a:lnTo>
                      <a:pt x="18" y="261"/>
                    </a:lnTo>
                    <a:lnTo>
                      <a:pt x="16" y="268"/>
                    </a:lnTo>
                    <a:lnTo>
                      <a:pt x="15" y="276"/>
                    </a:lnTo>
                    <a:lnTo>
                      <a:pt x="14" y="287"/>
                    </a:lnTo>
                    <a:lnTo>
                      <a:pt x="11" y="299"/>
                    </a:lnTo>
                    <a:lnTo>
                      <a:pt x="10" y="310"/>
                    </a:lnTo>
                    <a:lnTo>
                      <a:pt x="8" y="322"/>
                    </a:lnTo>
                    <a:lnTo>
                      <a:pt x="7" y="331"/>
                    </a:lnTo>
                    <a:lnTo>
                      <a:pt x="7" y="339"/>
                    </a:lnTo>
                    <a:lnTo>
                      <a:pt x="5" y="348"/>
                    </a:lnTo>
                    <a:lnTo>
                      <a:pt x="4" y="358"/>
                    </a:lnTo>
                    <a:lnTo>
                      <a:pt x="3" y="373"/>
                    </a:lnTo>
                    <a:lnTo>
                      <a:pt x="2" y="387"/>
                    </a:lnTo>
                    <a:lnTo>
                      <a:pt x="1" y="404"/>
                    </a:lnTo>
                    <a:lnTo>
                      <a:pt x="0" y="420"/>
                    </a:lnTo>
                    <a:lnTo>
                      <a:pt x="0" y="428"/>
                    </a:lnTo>
                    <a:lnTo>
                      <a:pt x="0" y="435"/>
                    </a:lnTo>
                    <a:lnTo>
                      <a:pt x="0" y="443"/>
                    </a:lnTo>
                    <a:lnTo>
                      <a:pt x="0" y="451"/>
                    </a:lnTo>
                    <a:lnTo>
                      <a:pt x="5" y="455"/>
                    </a:lnTo>
                    <a:lnTo>
                      <a:pt x="14" y="464"/>
                    </a:lnTo>
                    <a:lnTo>
                      <a:pt x="23" y="473"/>
                    </a:lnTo>
                    <a:lnTo>
                      <a:pt x="34" y="482"/>
                    </a:lnTo>
                    <a:lnTo>
                      <a:pt x="45" y="492"/>
                    </a:lnTo>
                    <a:lnTo>
                      <a:pt x="54" y="502"/>
                    </a:lnTo>
                    <a:lnTo>
                      <a:pt x="61" y="508"/>
                    </a:lnTo>
                    <a:lnTo>
                      <a:pt x="65" y="512"/>
                    </a:lnTo>
                    <a:lnTo>
                      <a:pt x="70" y="507"/>
                    </a:lnTo>
                    <a:lnTo>
                      <a:pt x="76" y="502"/>
                    </a:lnTo>
                    <a:lnTo>
                      <a:pt x="82" y="495"/>
                    </a:lnTo>
                    <a:lnTo>
                      <a:pt x="90" y="487"/>
                    </a:lnTo>
                    <a:lnTo>
                      <a:pt x="95" y="478"/>
                    </a:lnTo>
                    <a:lnTo>
                      <a:pt x="102" y="472"/>
                    </a:lnTo>
                    <a:lnTo>
                      <a:pt x="107" y="466"/>
                    </a:lnTo>
                    <a:lnTo>
                      <a:pt x="109" y="461"/>
                    </a:lnTo>
                    <a:lnTo>
                      <a:pt x="106" y="413"/>
                    </a:lnTo>
                    <a:lnTo>
                      <a:pt x="106" y="371"/>
                    </a:lnTo>
                    <a:lnTo>
                      <a:pt x="107" y="339"/>
                    </a:lnTo>
                    <a:lnTo>
                      <a:pt x="109" y="317"/>
                    </a:lnTo>
                    <a:lnTo>
                      <a:pt x="111" y="298"/>
                    </a:lnTo>
                    <a:lnTo>
                      <a:pt x="116" y="272"/>
                    </a:lnTo>
                    <a:lnTo>
                      <a:pt x="120" y="248"/>
                    </a:lnTo>
                    <a:lnTo>
                      <a:pt x="121" y="232"/>
                    </a:lnTo>
                    <a:lnTo>
                      <a:pt x="122" y="224"/>
                    </a:lnTo>
                    <a:lnTo>
                      <a:pt x="124" y="211"/>
                    </a:lnTo>
                    <a:lnTo>
                      <a:pt x="128" y="196"/>
                    </a:lnTo>
                    <a:lnTo>
                      <a:pt x="131" y="178"/>
                    </a:lnTo>
                    <a:lnTo>
                      <a:pt x="133" y="171"/>
                    </a:lnTo>
                    <a:lnTo>
                      <a:pt x="134" y="163"/>
                    </a:lnTo>
                    <a:lnTo>
                      <a:pt x="137" y="156"/>
                    </a:lnTo>
                    <a:lnTo>
                      <a:pt x="138" y="148"/>
                    </a:lnTo>
                    <a:lnTo>
                      <a:pt x="139" y="142"/>
                    </a:lnTo>
                    <a:lnTo>
                      <a:pt x="140" y="135"/>
                    </a:lnTo>
                    <a:lnTo>
                      <a:pt x="143" y="129"/>
                    </a:lnTo>
                    <a:lnTo>
                      <a:pt x="144" y="124"/>
                    </a:lnTo>
                    <a:lnTo>
                      <a:pt x="149" y="94"/>
                    </a:lnTo>
                    <a:lnTo>
                      <a:pt x="154" y="72"/>
                    </a:lnTo>
                    <a:lnTo>
                      <a:pt x="158" y="56"/>
                    </a:lnTo>
                    <a:lnTo>
                      <a:pt x="163" y="44"/>
                    </a:lnTo>
                    <a:lnTo>
                      <a:pt x="174" y="42"/>
                    </a:lnTo>
                    <a:lnTo>
                      <a:pt x="184" y="33"/>
                    </a:lnTo>
                    <a:lnTo>
                      <a:pt x="191" y="20"/>
                    </a:lnTo>
                    <a:lnTo>
                      <a:pt x="194" y="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7" name="Freeform 18">
                <a:extLst>
                  <a:ext uri="{FF2B5EF4-FFF2-40B4-BE49-F238E27FC236}">
                    <a16:creationId xmlns:a16="http://schemas.microsoft.com/office/drawing/2014/main" id="{0CD56719-42B8-4EBE-A97F-5BB599E529EA}"/>
                  </a:ext>
                </a:extLst>
              </p:cNvPr>
              <p:cNvSpPr>
                <a:spLocks/>
              </p:cNvSpPr>
              <p:nvPr/>
            </p:nvSpPr>
            <p:spPr bwMode="auto">
              <a:xfrm>
                <a:off x="4311" y="2585"/>
                <a:ext cx="63" cy="53"/>
              </a:xfrm>
              <a:custGeom>
                <a:avLst/>
                <a:gdLst>
                  <a:gd name="T0" fmla="*/ 55 w 117"/>
                  <a:gd name="T1" fmla="*/ 21 h 99"/>
                  <a:gd name="T2" fmla="*/ 57 w 117"/>
                  <a:gd name="T3" fmla="*/ 16 h 99"/>
                  <a:gd name="T4" fmla="*/ 59 w 117"/>
                  <a:gd name="T5" fmla="*/ 10 h 99"/>
                  <a:gd name="T6" fmla="*/ 61 w 117"/>
                  <a:gd name="T7" fmla="*/ 4 h 99"/>
                  <a:gd name="T8" fmla="*/ 63 w 117"/>
                  <a:gd name="T9" fmla="*/ 0 h 99"/>
                  <a:gd name="T10" fmla="*/ 60 w 117"/>
                  <a:gd name="T11" fmla="*/ 2 h 99"/>
                  <a:gd name="T12" fmla="*/ 57 w 117"/>
                  <a:gd name="T13" fmla="*/ 5 h 99"/>
                  <a:gd name="T14" fmla="*/ 53 w 117"/>
                  <a:gd name="T15" fmla="*/ 8 h 99"/>
                  <a:gd name="T16" fmla="*/ 48 w 117"/>
                  <a:gd name="T17" fmla="*/ 10 h 99"/>
                  <a:gd name="T18" fmla="*/ 46 w 117"/>
                  <a:gd name="T19" fmla="*/ 12 h 99"/>
                  <a:gd name="T20" fmla="*/ 44 w 117"/>
                  <a:gd name="T21" fmla="*/ 12 h 99"/>
                  <a:gd name="T22" fmla="*/ 41 w 117"/>
                  <a:gd name="T23" fmla="*/ 13 h 99"/>
                  <a:gd name="T24" fmla="*/ 39 w 117"/>
                  <a:gd name="T25" fmla="*/ 13 h 99"/>
                  <a:gd name="T26" fmla="*/ 37 w 117"/>
                  <a:gd name="T27" fmla="*/ 14 h 99"/>
                  <a:gd name="T28" fmla="*/ 34 w 117"/>
                  <a:gd name="T29" fmla="*/ 14 h 99"/>
                  <a:gd name="T30" fmla="*/ 32 w 117"/>
                  <a:gd name="T31" fmla="*/ 14 h 99"/>
                  <a:gd name="T32" fmla="*/ 29 w 117"/>
                  <a:gd name="T33" fmla="*/ 14 h 99"/>
                  <a:gd name="T34" fmla="*/ 27 w 117"/>
                  <a:gd name="T35" fmla="*/ 14 h 99"/>
                  <a:gd name="T36" fmla="*/ 24 w 117"/>
                  <a:gd name="T37" fmla="*/ 14 h 99"/>
                  <a:gd name="T38" fmla="*/ 21 w 117"/>
                  <a:gd name="T39" fmla="*/ 14 h 99"/>
                  <a:gd name="T40" fmla="*/ 19 w 117"/>
                  <a:gd name="T41" fmla="*/ 13 h 99"/>
                  <a:gd name="T42" fmla="*/ 16 w 117"/>
                  <a:gd name="T43" fmla="*/ 13 h 99"/>
                  <a:gd name="T44" fmla="*/ 13 w 117"/>
                  <a:gd name="T45" fmla="*/ 13 h 99"/>
                  <a:gd name="T46" fmla="*/ 10 w 117"/>
                  <a:gd name="T47" fmla="*/ 12 h 99"/>
                  <a:gd name="T48" fmla="*/ 8 w 117"/>
                  <a:gd name="T49" fmla="*/ 11 h 99"/>
                  <a:gd name="T50" fmla="*/ 5 w 117"/>
                  <a:gd name="T51" fmla="*/ 13 h 99"/>
                  <a:gd name="T52" fmla="*/ 3 w 117"/>
                  <a:gd name="T53" fmla="*/ 16 h 99"/>
                  <a:gd name="T54" fmla="*/ 1 w 117"/>
                  <a:gd name="T55" fmla="*/ 20 h 99"/>
                  <a:gd name="T56" fmla="*/ 0 w 117"/>
                  <a:gd name="T57" fmla="*/ 24 h 99"/>
                  <a:gd name="T58" fmla="*/ 0 w 117"/>
                  <a:gd name="T59" fmla="*/ 25 h 99"/>
                  <a:gd name="T60" fmla="*/ 2 w 117"/>
                  <a:gd name="T61" fmla="*/ 26 h 99"/>
                  <a:gd name="T62" fmla="*/ 3 w 117"/>
                  <a:gd name="T63" fmla="*/ 29 h 99"/>
                  <a:gd name="T64" fmla="*/ 4 w 117"/>
                  <a:gd name="T65" fmla="*/ 31 h 99"/>
                  <a:gd name="T66" fmla="*/ 7 w 117"/>
                  <a:gd name="T67" fmla="*/ 33 h 99"/>
                  <a:gd name="T68" fmla="*/ 10 w 117"/>
                  <a:gd name="T69" fmla="*/ 34 h 99"/>
                  <a:gd name="T70" fmla="*/ 15 w 117"/>
                  <a:gd name="T71" fmla="*/ 34 h 99"/>
                  <a:gd name="T72" fmla="*/ 19 w 117"/>
                  <a:gd name="T73" fmla="*/ 35 h 99"/>
                  <a:gd name="T74" fmla="*/ 21 w 117"/>
                  <a:gd name="T75" fmla="*/ 39 h 99"/>
                  <a:gd name="T76" fmla="*/ 24 w 117"/>
                  <a:gd name="T77" fmla="*/ 44 h 99"/>
                  <a:gd name="T78" fmla="*/ 25 w 117"/>
                  <a:gd name="T79" fmla="*/ 49 h 99"/>
                  <a:gd name="T80" fmla="*/ 26 w 117"/>
                  <a:gd name="T81" fmla="*/ 53 h 99"/>
                  <a:gd name="T82" fmla="*/ 29 w 117"/>
                  <a:gd name="T83" fmla="*/ 50 h 99"/>
                  <a:gd name="T84" fmla="*/ 32 w 117"/>
                  <a:gd name="T85" fmla="*/ 47 h 99"/>
                  <a:gd name="T86" fmla="*/ 33 w 117"/>
                  <a:gd name="T87" fmla="*/ 45 h 99"/>
                  <a:gd name="T88" fmla="*/ 35 w 117"/>
                  <a:gd name="T89" fmla="*/ 44 h 99"/>
                  <a:gd name="T90" fmla="*/ 37 w 117"/>
                  <a:gd name="T91" fmla="*/ 44 h 99"/>
                  <a:gd name="T92" fmla="*/ 39 w 117"/>
                  <a:gd name="T93" fmla="*/ 42 h 99"/>
                  <a:gd name="T94" fmla="*/ 40 w 117"/>
                  <a:gd name="T95" fmla="*/ 40 h 99"/>
                  <a:gd name="T96" fmla="*/ 41 w 117"/>
                  <a:gd name="T97" fmla="*/ 38 h 99"/>
                  <a:gd name="T98" fmla="*/ 41 w 117"/>
                  <a:gd name="T99" fmla="*/ 35 h 99"/>
                  <a:gd name="T100" fmla="*/ 43 w 117"/>
                  <a:gd name="T101" fmla="*/ 30 h 99"/>
                  <a:gd name="T102" fmla="*/ 44 w 117"/>
                  <a:gd name="T103" fmla="*/ 26 h 99"/>
                  <a:gd name="T104" fmla="*/ 45 w 117"/>
                  <a:gd name="T105" fmla="*/ 25 h 99"/>
                  <a:gd name="T106" fmla="*/ 47 w 117"/>
                  <a:gd name="T107" fmla="*/ 24 h 99"/>
                  <a:gd name="T108" fmla="*/ 49 w 117"/>
                  <a:gd name="T109" fmla="*/ 24 h 99"/>
                  <a:gd name="T110" fmla="*/ 52 w 117"/>
                  <a:gd name="T111" fmla="*/ 22 h 99"/>
                  <a:gd name="T112" fmla="*/ 55 w 117"/>
                  <a:gd name="T113" fmla="*/ 21 h 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7" h="99">
                    <a:moveTo>
                      <a:pt x="102" y="39"/>
                    </a:moveTo>
                    <a:lnTo>
                      <a:pt x="105" y="30"/>
                    </a:lnTo>
                    <a:lnTo>
                      <a:pt x="110" y="18"/>
                    </a:lnTo>
                    <a:lnTo>
                      <a:pt x="114" y="8"/>
                    </a:lnTo>
                    <a:lnTo>
                      <a:pt x="117" y="0"/>
                    </a:lnTo>
                    <a:lnTo>
                      <a:pt x="111" y="4"/>
                    </a:lnTo>
                    <a:lnTo>
                      <a:pt x="105" y="9"/>
                    </a:lnTo>
                    <a:lnTo>
                      <a:pt x="98" y="15"/>
                    </a:lnTo>
                    <a:lnTo>
                      <a:pt x="90" y="19"/>
                    </a:lnTo>
                    <a:lnTo>
                      <a:pt x="85" y="22"/>
                    </a:lnTo>
                    <a:lnTo>
                      <a:pt x="81" y="23"/>
                    </a:lnTo>
                    <a:lnTo>
                      <a:pt x="77" y="24"/>
                    </a:lnTo>
                    <a:lnTo>
                      <a:pt x="73" y="25"/>
                    </a:lnTo>
                    <a:lnTo>
                      <a:pt x="68" y="26"/>
                    </a:lnTo>
                    <a:lnTo>
                      <a:pt x="64" y="27"/>
                    </a:lnTo>
                    <a:lnTo>
                      <a:pt x="59" y="27"/>
                    </a:lnTo>
                    <a:lnTo>
                      <a:pt x="54" y="27"/>
                    </a:lnTo>
                    <a:lnTo>
                      <a:pt x="50" y="27"/>
                    </a:lnTo>
                    <a:lnTo>
                      <a:pt x="45" y="27"/>
                    </a:lnTo>
                    <a:lnTo>
                      <a:pt x="39" y="26"/>
                    </a:lnTo>
                    <a:lnTo>
                      <a:pt x="35" y="25"/>
                    </a:lnTo>
                    <a:lnTo>
                      <a:pt x="29" y="25"/>
                    </a:lnTo>
                    <a:lnTo>
                      <a:pt x="24" y="24"/>
                    </a:lnTo>
                    <a:lnTo>
                      <a:pt x="19" y="22"/>
                    </a:lnTo>
                    <a:lnTo>
                      <a:pt x="14" y="20"/>
                    </a:lnTo>
                    <a:lnTo>
                      <a:pt x="9" y="24"/>
                    </a:lnTo>
                    <a:lnTo>
                      <a:pt x="5" y="30"/>
                    </a:lnTo>
                    <a:lnTo>
                      <a:pt x="1" y="37"/>
                    </a:lnTo>
                    <a:lnTo>
                      <a:pt x="0" y="44"/>
                    </a:lnTo>
                    <a:lnTo>
                      <a:pt x="0" y="47"/>
                    </a:lnTo>
                    <a:lnTo>
                      <a:pt x="3" y="49"/>
                    </a:lnTo>
                    <a:lnTo>
                      <a:pt x="5" y="54"/>
                    </a:lnTo>
                    <a:lnTo>
                      <a:pt x="8" y="57"/>
                    </a:lnTo>
                    <a:lnTo>
                      <a:pt x="13" y="61"/>
                    </a:lnTo>
                    <a:lnTo>
                      <a:pt x="19" y="63"/>
                    </a:lnTo>
                    <a:lnTo>
                      <a:pt x="27" y="64"/>
                    </a:lnTo>
                    <a:lnTo>
                      <a:pt x="36" y="65"/>
                    </a:lnTo>
                    <a:lnTo>
                      <a:pt x="39" y="72"/>
                    </a:lnTo>
                    <a:lnTo>
                      <a:pt x="44" y="82"/>
                    </a:lnTo>
                    <a:lnTo>
                      <a:pt x="46" y="92"/>
                    </a:lnTo>
                    <a:lnTo>
                      <a:pt x="49" y="99"/>
                    </a:lnTo>
                    <a:lnTo>
                      <a:pt x="54" y="93"/>
                    </a:lnTo>
                    <a:lnTo>
                      <a:pt x="59" y="87"/>
                    </a:lnTo>
                    <a:lnTo>
                      <a:pt x="61" y="84"/>
                    </a:lnTo>
                    <a:lnTo>
                      <a:pt x="65" y="83"/>
                    </a:lnTo>
                    <a:lnTo>
                      <a:pt x="69" y="82"/>
                    </a:lnTo>
                    <a:lnTo>
                      <a:pt x="73" y="78"/>
                    </a:lnTo>
                    <a:lnTo>
                      <a:pt x="75" y="75"/>
                    </a:lnTo>
                    <a:lnTo>
                      <a:pt x="76" y="71"/>
                    </a:lnTo>
                    <a:lnTo>
                      <a:pt x="77" y="65"/>
                    </a:lnTo>
                    <a:lnTo>
                      <a:pt x="80" y="56"/>
                    </a:lnTo>
                    <a:lnTo>
                      <a:pt x="82" y="49"/>
                    </a:lnTo>
                    <a:lnTo>
                      <a:pt x="84" y="46"/>
                    </a:lnTo>
                    <a:lnTo>
                      <a:pt x="88" y="45"/>
                    </a:lnTo>
                    <a:lnTo>
                      <a:pt x="91" y="44"/>
                    </a:lnTo>
                    <a:lnTo>
                      <a:pt x="97" y="41"/>
                    </a:lnTo>
                    <a:lnTo>
                      <a:pt x="102" y="39"/>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8" name="Freeform 19">
                <a:extLst>
                  <a:ext uri="{FF2B5EF4-FFF2-40B4-BE49-F238E27FC236}">
                    <a16:creationId xmlns:a16="http://schemas.microsoft.com/office/drawing/2014/main" id="{EBCFCBE0-7425-4EF8-A920-96504AC15696}"/>
                  </a:ext>
                </a:extLst>
              </p:cNvPr>
              <p:cNvSpPr>
                <a:spLocks/>
              </p:cNvSpPr>
              <p:nvPr/>
            </p:nvSpPr>
            <p:spPr bwMode="auto">
              <a:xfrm>
                <a:off x="4234" y="2646"/>
                <a:ext cx="72" cy="229"/>
              </a:xfrm>
              <a:custGeom>
                <a:avLst/>
                <a:gdLst>
                  <a:gd name="T0" fmla="*/ 68 w 131"/>
                  <a:gd name="T1" fmla="*/ 64 h 419"/>
                  <a:gd name="T2" fmla="*/ 66 w 131"/>
                  <a:gd name="T3" fmla="*/ 85 h 419"/>
                  <a:gd name="T4" fmla="*/ 60 w 131"/>
                  <a:gd name="T5" fmla="*/ 122 h 419"/>
                  <a:gd name="T6" fmla="*/ 58 w 131"/>
                  <a:gd name="T7" fmla="*/ 175 h 419"/>
                  <a:gd name="T8" fmla="*/ 56 w 131"/>
                  <a:gd name="T9" fmla="*/ 207 h 419"/>
                  <a:gd name="T10" fmla="*/ 45 w 131"/>
                  <a:gd name="T11" fmla="*/ 220 h 419"/>
                  <a:gd name="T12" fmla="*/ 36 w 131"/>
                  <a:gd name="T13" fmla="*/ 229 h 419"/>
                  <a:gd name="T14" fmla="*/ 25 w 131"/>
                  <a:gd name="T15" fmla="*/ 218 h 419"/>
                  <a:gd name="T16" fmla="*/ 8 w 131"/>
                  <a:gd name="T17" fmla="*/ 203 h 419"/>
                  <a:gd name="T18" fmla="*/ 0 w 131"/>
                  <a:gd name="T19" fmla="*/ 191 h 419"/>
                  <a:gd name="T20" fmla="*/ 0 w 131"/>
                  <a:gd name="T21" fmla="*/ 179 h 419"/>
                  <a:gd name="T22" fmla="*/ 12 w 131"/>
                  <a:gd name="T23" fmla="*/ 191 h 419"/>
                  <a:gd name="T24" fmla="*/ 29 w 131"/>
                  <a:gd name="T25" fmla="*/ 206 h 419"/>
                  <a:gd name="T26" fmla="*/ 39 w 131"/>
                  <a:gd name="T27" fmla="*/ 209 h 419"/>
                  <a:gd name="T28" fmla="*/ 50 w 131"/>
                  <a:gd name="T29" fmla="*/ 193 h 419"/>
                  <a:gd name="T30" fmla="*/ 27 w 131"/>
                  <a:gd name="T31" fmla="*/ 176 h 419"/>
                  <a:gd name="T32" fmla="*/ 9 w 131"/>
                  <a:gd name="T33" fmla="*/ 155 h 419"/>
                  <a:gd name="T34" fmla="*/ 3 w 131"/>
                  <a:gd name="T35" fmla="*/ 139 h 419"/>
                  <a:gd name="T36" fmla="*/ 4 w 131"/>
                  <a:gd name="T37" fmla="*/ 125 h 419"/>
                  <a:gd name="T38" fmla="*/ 21 w 131"/>
                  <a:gd name="T39" fmla="*/ 151 h 419"/>
                  <a:gd name="T40" fmla="*/ 42 w 131"/>
                  <a:gd name="T41" fmla="*/ 172 h 419"/>
                  <a:gd name="T42" fmla="*/ 52 w 131"/>
                  <a:gd name="T43" fmla="*/ 174 h 419"/>
                  <a:gd name="T44" fmla="*/ 50 w 131"/>
                  <a:gd name="T45" fmla="*/ 148 h 419"/>
                  <a:gd name="T46" fmla="*/ 33 w 131"/>
                  <a:gd name="T47" fmla="*/ 133 h 419"/>
                  <a:gd name="T48" fmla="*/ 15 w 131"/>
                  <a:gd name="T49" fmla="*/ 111 h 419"/>
                  <a:gd name="T50" fmla="*/ 9 w 131"/>
                  <a:gd name="T51" fmla="*/ 96 h 419"/>
                  <a:gd name="T52" fmla="*/ 11 w 131"/>
                  <a:gd name="T53" fmla="*/ 84 h 419"/>
                  <a:gd name="T54" fmla="*/ 25 w 131"/>
                  <a:gd name="T55" fmla="*/ 104 h 419"/>
                  <a:gd name="T56" fmla="*/ 43 w 131"/>
                  <a:gd name="T57" fmla="*/ 125 h 419"/>
                  <a:gd name="T58" fmla="*/ 54 w 131"/>
                  <a:gd name="T59" fmla="*/ 128 h 419"/>
                  <a:gd name="T60" fmla="*/ 56 w 131"/>
                  <a:gd name="T61" fmla="*/ 105 h 419"/>
                  <a:gd name="T62" fmla="*/ 42 w 131"/>
                  <a:gd name="T63" fmla="*/ 92 h 419"/>
                  <a:gd name="T64" fmla="*/ 25 w 131"/>
                  <a:gd name="T65" fmla="*/ 71 h 419"/>
                  <a:gd name="T66" fmla="*/ 18 w 131"/>
                  <a:gd name="T67" fmla="*/ 55 h 419"/>
                  <a:gd name="T68" fmla="*/ 21 w 131"/>
                  <a:gd name="T69" fmla="*/ 44 h 419"/>
                  <a:gd name="T70" fmla="*/ 33 w 131"/>
                  <a:gd name="T71" fmla="*/ 62 h 419"/>
                  <a:gd name="T72" fmla="*/ 50 w 131"/>
                  <a:gd name="T73" fmla="*/ 84 h 419"/>
                  <a:gd name="T74" fmla="*/ 59 w 131"/>
                  <a:gd name="T75" fmla="*/ 89 h 419"/>
                  <a:gd name="T76" fmla="*/ 62 w 131"/>
                  <a:gd name="T77" fmla="*/ 71 h 419"/>
                  <a:gd name="T78" fmla="*/ 51 w 131"/>
                  <a:gd name="T79" fmla="*/ 54 h 419"/>
                  <a:gd name="T80" fmla="*/ 36 w 131"/>
                  <a:gd name="T81" fmla="*/ 30 h 419"/>
                  <a:gd name="T82" fmla="*/ 31 w 131"/>
                  <a:gd name="T83" fmla="*/ 14 h 419"/>
                  <a:gd name="T84" fmla="*/ 37 w 131"/>
                  <a:gd name="T85" fmla="*/ 0 h 419"/>
                  <a:gd name="T86" fmla="*/ 47 w 131"/>
                  <a:gd name="T87" fmla="*/ 20 h 419"/>
                  <a:gd name="T88" fmla="*/ 60 w 131"/>
                  <a:gd name="T89" fmla="*/ 46 h 419"/>
                  <a:gd name="T90" fmla="*/ 67 w 131"/>
                  <a:gd name="T91" fmla="*/ 52 h 419"/>
                  <a:gd name="T92" fmla="*/ 71 w 131"/>
                  <a:gd name="T93" fmla="*/ 43 h 419"/>
                  <a:gd name="T94" fmla="*/ 72 w 131"/>
                  <a:gd name="T95" fmla="*/ 43 h 4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31" h="419">
                    <a:moveTo>
                      <a:pt x="131" y="85"/>
                    </a:moveTo>
                    <a:lnTo>
                      <a:pt x="128" y="103"/>
                    </a:lnTo>
                    <a:lnTo>
                      <a:pt x="124" y="118"/>
                    </a:lnTo>
                    <a:lnTo>
                      <a:pt x="122" y="131"/>
                    </a:lnTo>
                    <a:lnTo>
                      <a:pt x="121" y="139"/>
                    </a:lnTo>
                    <a:lnTo>
                      <a:pt x="120" y="155"/>
                    </a:lnTo>
                    <a:lnTo>
                      <a:pt x="116" y="179"/>
                    </a:lnTo>
                    <a:lnTo>
                      <a:pt x="111" y="205"/>
                    </a:lnTo>
                    <a:lnTo>
                      <a:pt x="109" y="224"/>
                    </a:lnTo>
                    <a:lnTo>
                      <a:pt x="107" y="246"/>
                    </a:lnTo>
                    <a:lnTo>
                      <a:pt x="106" y="278"/>
                    </a:lnTo>
                    <a:lnTo>
                      <a:pt x="106" y="320"/>
                    </a:lnTo>
                    <a:lnTo>
                      <a:pt x="109" y="368"/>
                    </a:lnTo>
                    <a:lnTo>
                      <a:pt x="107" y="373"/>
                    </a:lnTo>
                    <a:lnTo>
                      <a:pt x="102" y="379"/>
                    </a:lnTo>
                    <a:lnTo>
                      <a:pt x="95" y="385"/>
                    </a:lnTo>
                    <a:lnTo>
                      <a:pt x="90" y="394"/>
                    </a:lnTo>
                    <a:lnTo>
                      <a:pt x="82" y="402"/>
                    </a:lnTo>
                    <a:lnTo>
                      <a:pt x="76" y="409"/>
                    </a:lnTo>
                    <a:lnTo>
                      <a:pt x="70" y="414"/>
                    </a:lnTo>
                    <a:lnTo>
                      <a:pt x="65" y="419"/>
                    </a:lnTo>
                    <a:lnTo>
                      <a:pt x="61" y="415"/>
                    </a:lnTo>
                    <a:lnTo>
                      <a:pt x="54" y="409"/>
                    </a:lnTo>
                    <a:lnTo>
                      <a:pt x="45" y="399"/>
                    </a:lnTo>
                    <a:lnTo>
                      <a:pt x="34" y="389"/>
                    </a:lnTo>
                    <a:lnTo>
                      <a:pt x="23" y="380"/>
                    </a:lnTo>
                    <a:lnTo>
                      <a:pt x="14" y="371"/>
                    </a:lnTo>
                    <a:lnTo>
                      <a:pt x="5" y="362"/>
                    </a:lnTo>
                    <a:lnTo>
                      <a:pt x="0" y="358"/>
                    </a:lnTo>
                    <a:lnTo>
                      <a:pt x="0" y="350"/>
                    </a:lnTo>
                    <a:lnTo>
                      <a:pt x="0" y="342"/>
                    </a:lnTo>
                    <a:lnTo>
                      <a:pt x="0" y="335"/>
                    </a:lnTo>
                    <a:lnTo>
                      <a:pt x="0" y="327"/>
                    </a:lnTo>
                    <a:lnTo>
                      <a:pt x="4" y="333"/>
                    </a:lnTo>
                    <a:lnTo>
                      <a:pt x="12" y="341"/>
                    </a:lnTo>
                    <a:lnTo>
                      <a:pt x="22" y="350"/>
                    </a:lnTo>
                    <a:lnTo>
                      <a:pt x="31" y="359"/>
                    </a:lnTo>
                    <a:lnTo>
                      <a:pt x="41" y="368"/>
                    </a:lnTo>
                    <a:lnTo>
                      <a:pt x="52" y="377"/>
                    </a:lnTo>
                    <a:lnTo>
                      <a:pt x="60" y="384"/>
                    </a:lnTo>
                    <a:lnTo>
                      <a:pt x="65" y="390"/>
                    </a:lnTo>
                    <a:lnTo>
                      <a:pt x="71" y="383"/>
                    </a:lnTo>
                    <a:lnTo>
                      <a:pt x="79" y="373"/>
                    </a:lnTo>
                    <a:lnTo>
                      <a:pt x="86" y="362"/>
                    </a:lnTo>
                    <a:lnTo>
                      <a:pt x="91" y="353"/>
                    </a:lnTo>
                    <a:lnTo>
                      <a:pt x="76" y="345"/>
                    </a:lnTo>
                    <a:lnTo>
                      <a:pt x="62" y="335"/>
                    </a:lnTo>
                    <a:lnTo>
                      <a:pt x="49" y="322"/>
                    </a:lnTo>
                    <a:lnTo>
                      <a:pt x="37" y="308"/>
                    </a:lnTo>
                    <a:lnTo>
                      <a:pt x="26" y="296"/>
                    </a:lnTo>
                    <a:lnTo>
                      <a:pt x="17" y="283"/>
                    </a:lnTo>
                    <a:lnTo>
                      <a:pt x="9" y="273"/>
                    </a:lnTo>
                    <a:lnTo>
                      <a:pt x="4" y="265"/>
                    </a:lnTo>
                    <a:lnTo>
                      <a:pt x="5" y="255"/>
                    </a:lnTo>
                    <a:lnTo>
                      <a:pt x="7" y="246"/>
                    </a:lnTo>
                    <a:lnTo>
                      <a:pt x="7" y="238"/>
                    </a:lnTo>
                    <a:lnTo>
                      <a:pt x="8" y="229"/>
                    </a:lnTo>
                    <a:lnTo>
                      <a:pt x="15" y="245"/>
                    </a:lnTo>
                    <a:lnTo>
                      <a:pt x="25" y="261"/>
                    </a:lnTo>
                    <a:lnTo>
                      <a:pt x="38" y="276"/>
                    </a:lnTo>
                    <a:lnTo>
                      <a:pt x="50" y="291"/>
                    </a:lnTo>
                    <a:lnTo>
                      <a:pt x="64" y="304"/>
                    </a:lnTo>
                    <a:lnTo>
                      <a:pt x="77" y="315"/>
                    </a:lnTo>
                    <a:lnTo>
                      <a:pt x="88" y="324"/>
                    </a:lnTo>
                    <a:lnTo>
                      <a:pt x="96" y="330"/>
                    </a:lnTo>
                    <a:lnTo>
                      <a:pt x="95" y="319"/>
                    </a:lnTo>
                    <a:lnTo>
                      <a:pt x="94" y="300"/>
                    </a:lnTo>
                    <a:lnTo>
                      <a:pt x="92" y="282"/>
                    </a:lnTo>
                    <a:lnTo>
                      <a:pt x="91" y="270"/>
                    </a:lnTo>
                    <a:lnTo>
                      <a:pt x="82" y="263"/>
                    </a:lnTo>
                    <a:lnTo>
                      <a:pt x="71" y="254"/>
                    </a:lnTo>
                    <a:lnTo>
                      <a:pt x="60" y="243"/>
                    </a:lnTo>
                    <a:lnTo>
                      <a:pt x="48" y="230"/>
                    </a:lnTo>
                    <a:lnTo>
                      <a:pt x="38" y="216"/>
                    </a:lnTo>
                    <a:lnTo>
                      <a:pt x="27" y="203"/>
                    </a:lnTo>
                    <a:lnTo>
                      <a:pt x="20" y="192"/>
                    </a:lnTo>
                    <a:lnTo>
                      <a:pt x="15" y="183"/>
                    </a:lnTo>
                    <a:lnTo>
                      <a:pt x="16" y="175"/>
                    </a:lnTo>
                    <a:lnTo>
                      <a:pt x="18" y="168"/>
                    </a:lnTo>
                    <a:lnTo>
                      <a:pt x="19" y="160"/>
                    </a:lnTo>
                    <a:lnTo>
                      <a:pt x="20" y="153"/>
                    </a:lnTo>
                    <a:lnTo>
                      <a:pt x="26" y="164"/>
                    </a:lnTo>
                    <a:lnTo>
                      <a:pt x="34" y="177"/>
                    </a:lnTo>
                    <a:lnTo>
                      <a:pt x="45" y="191"/>
                    </a:lnTo>
                    <a:lnTo>
                      <a:pt x="56" y="203"/>
                    </a:lnTo>
                    <a:lnTo>
                      <a:pt x="68" y="217"/>
                    </a:lnTo>
                    <a:lnTo>
                      <a:pt x="79" y="229"/>
                    </a:lnTo>
                    <a:lnTo>
                      <a:pt x="91" y="238"/>
                    </a:lnTo>
                    <a:lnTo>
                      <a:pt x="99" y="245"/>
                    </a:lnTo>
                    <a:lnTo>
                      <a:pt x="99" y="235"/>
                    </a:lnTo>
                    <a:lnTo>
                      <a:pt x="100" y="220"/>
                    </a:lnTo>
                    <a:lnTo>
                      <a:pt x="101" y="203"/>
                    </a:lnTo>
                    <a:lnTo>
                      <a:pt x="102" y="192"/>
                    </a:lnTo>
                    <a:lnTo>
                      <a:pt x="95" y="187"/>
                    </a:lnTo>
                    <a:lnTo>
                      <a:pt x="87" y="178"/>
                    </a:lnTo>
                    <a:lnTo>
                      <a:pt x="77" y="168"/>
                    </a:lnTo>
                    <a:lnTo>
                      <a:pt x="67" y="155"/>
                    </a:lnTo>
                    <a:lnTo>
                      <a:pt x="55" y="141"/>
                    </a:lnTo>
                    <a:lnTo>
                      <a:pt x="46" y="129"/>
                    </a:lnTo>
                    <a:lnTo>
                      <a:pt x="37" y="117"/>
                    </a:lnTo>
                    <a:lnTo>
                      <a:pt x="31" y="108"/>
                    </a:lnTo>
                    <a:lnTo>
                      <a:pt x="33" y="101"/>
                    </a:lnTo>
                    <a:lnTo>
                      <a:pt x="35" y="94"/>
                    </a:lnTo>
                    <a:lnTo>
                      <a:pt x="37" y="87"/>
                    </a:lnTo>
                    <a:lnTo>
                      <a:pt x="39" y="81"/>
                    </a:lnTo>
                    <a:lnTo>
                      <a:pt x="43" y="91"/>
                    </a:lnTo>
                    <a:lnTo>
                      <a:pt x="50" y="101"/>
                    </a:lnTo>
                    <a:lnTo>
                      <a:pt x="60" y="114"/>
                    </a:lnTo>
                    <a:lnTo>
                      <a:pt x="70" y="127"/>
                    </a:lnTo>
                    <a:lnTo>
                      <a:pt x="80" y="141"/>
                    </a:lnTo>
                    <a:lnTo>
                      <a:pt x="91" y="153"/>
                    </a:lnTo>
                    <a:lnTo>
                      <a:pt x="99" y="163"/>
                    </a:lnTo>
                    <a:lnTo>
                      <a:pt x="106" y="171"/>
                    </a:lnTo>
                    <a:lnTo>
                      <a:pt x="107" y="163"/>
                    </a:lnTo>
                    <a:lnTo>
                      <a:pt x="109" y="152"/>
                    </a:lnTo>
                    <a:lnTo>
                      <a:pt x="111" y="139"/>
                    </a:lnTo>
                    <a:lnTo>
                      <a:pt x="113" y="130"/>
                    </a:lnTo>
                    <a:lnTo>
                      <a:pt x="108" y="123"/>
                    </a:lnTo>
                    <a:lnTo>
                      <a:pt x="101" y="111"/>
                    </a:lnTo>
                    <a:lnTo>
                      <a:pt x="92" y="99"/>
                    </a:lnTo>
                    <a:lnTo>
                      <a:pt x="83" y="83"/>
                    </a:lnTo>
                    <a:lnTo>
                      <a:pt x="73" y="68"/>
                    </a:lnTo>
                    <a:lnTo>
                      <a:pt x="65" y="54"/>
                    </a:lnTo>
                    <a:lnTo>
                      <a:pt x="58" y="42"/>
                    </a:lnTo>
                    <a:lnTo>
                      <a:pt x="54" y="34"/>
                    </a:lnTo>
                    <a:lnTo>
                      <a:pt x="57" y="25"/>
                    </a:lnTo>
                    <a:lnTo>
                      <a:pt x="61" y="16"/>
                    </a:lnTo>
                    <a:lnTo>
                      <a:pt x="64" y="8"/>
                    </a:lnTo>
                    <a:lnTo>
                      <a:pt x="68" y="0"/>
                    </a:lnTo>
                    <a:lnTo>
                      <a:pt x="72" y="9"/>
                    </a:lnTo>
                    <a:lnTo>
                      <a:pt x="79" y="22"/>
                    </a:lnTo>
                    <a:lnTo>
                      <a:pt x="86" y="36"/>
                    </a:lnTo>
                    <a:lnTo>
                      <a:pt x="95" y="53"/>
                    </a:lnTo>
                    <a:lnTo>
                      <a:pt x="103" y="69"/>
                    </a:lnTo>
                    <a:lnTo>
                      <a:pt x="110" y="84"/>
                    </a:lnTo>
                    <a:lnTo>
                      <a:pt x="116" y="94"/>
                    </a:lnTo>
                    <a:lnTo>
                      <a:pt x="120" y="100"/>
                    </a:lnTo>
                    <a:lnTo>
                      <a:pt x="122" y="95"/>
                    </a:lnTo>
                    <a:lnTo>
                      <a:pt x="125" y="89"/>
                    </a:lnTo>
                    <a:lnTo>
                      <a:pt x="128" y="84"/>
                    </a:lnTo>
                    <a:lnTo>
                      <a:pt x="129" y="79"/>
                    </a:lnTo>
                    <a:lnTo>
                      <a:pt x="130" y="77"/>
                    </a:lnTo>
                    <a:lnTo>
                      <a:pt x="131" y="77"/>
                    </a:lnTo>
                    <a:lnTo>
                      <a:pt x="131" y="79"/>
                    </a:lnTo>
                    <a:lnTo>
                      <a:pt x="131" y="8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9" name="Freeform 20">
                <a:extLst>
                  <a:ext uri="{FF2B5EF4-FFF2-40B4-BE49-F238E27FC236}">
                    <a16:creationId xmlns:a16="http://schemas.microsoft.com/office/drawing/2014/main" id="{410D9C1C-AEF8-4953-B811-E2CA61FAF133}"/>
                  </a:ext>
                </a:extLst>
              </p:cNvPr>
              <p:cNvSpPr>
                <a:spLocks/>
              </p:cNvSpPr>
              <p:nvPr/>
            </p:nvSpPr>
            <p:spPr bwMode="auto">
              <a:xfrm>
                <a:off x="4279" y="2619"/>
                <a:ext cx="34" cy="58"/>
              </a:xfrm>
              <a:custGeom>
                <a:avLst/>
                <a:gdLst>
                  <a:gd name="T0" fmla="*/ 9 w 62"/>
                  <a:gd name="T1" fmla="*/ 0 h 106"/>
                  <a:gd name="T2" fmla="*/ 7 w 62"/>
                  <a:gd name="T3" fmla="*/ 1 h 106"/>
                  <a:gd name="T4" fmla="*/ 5 w 62"/>
                  <a:gd name="T5" fmla="*/ 4 h 106"/>
                  <a:gd name="T6" fmla="*/ 3 w 62"/>
                  <a:gd name="T7" fmla="*/ 8 h 106"/>
                  <a:gd name="T8" fmla="*/ 0 w 62"/>
                  <a:gd name="T9" fmla="*/ 12 h 106"/>
                  <a:gd name="T10" fmla="*/ 3 w 62"/>
                  <a:gd name="T11" fmla="*/ 16 h 106"/>
                  <a:gd name="T12" fmla="*/ 7 w 62"/>
                  <a:gd name="T13" fmla="*/ 21 h 106"/>
                  <a:gd name="T14" fmla="*/ 12 w 62"/>
                  <a:gd name="T15" fmla="*/ 28 h 106"/>
                  <a:gd name="T16" fmla="*/ 17 w 62"/>
                  <a:gd name="T17" fmla="*/ 36 h 106"/>
                  <a:gd name="T18" fmla="*/ 21 w 62"/>
                  <a:gd name="T19" fmla="*/ 43 h 106"/>
                  <a:gd name="T20" fmla="*/ 26 w 62"/>
                  <a:gd name="T21" fmla="*/ 50 h 106"/>
                  <a:gd name="T22" fmla="*/ 29 w 62"/>
                  <a:gd name="T23" fmla="*/ 55 h 106"/>
                  <a:gd name="T24" fmla="*/ 31 w 62"/>
                  <a:gd name="T25" fmla="*/ 58 h 106"/>
                  <a:gd name="T26" fmla="*/ 31 w 62"/>
                  <a:gd name="T27" fmla="*/ 55 h 106"/>
                  <a:gd name="T28" fmla="*/ 32 w 62"/>
                  <a:gd name="T29" fmla="*/ 51 h 106"/>
                  <a:gd name="T30" fmla="*/ 33 w 62"/>
                  <a:gd name="T31" fmla="*/ 48 h 106"/>
                  <a:gd name="T32" fmla="*/ 34 w 62"/>
                  <a:gd name="T33" fmla="*/ 45 h 106"/>
                  <a:gd name="T34" fmla="*/ 32 w 62"/>
                  <a:gd name="T35" fmla="*/ 41 h 106"/>
                  <a:gd name="T36" fmla="*/ 29 w 62"/>
                  <a:gd name="T37" fmla="*/ 35 h 106"/>
                  <a:gd name="T38" fmla="*/ 25 w 62"/>
                  <a:gd name="T39" fmla="*/ 29 h 106"/>
                  <a:gd name="T40" fmla="*/ 21 w 62"/>
                  <a:gd name="T41" fmla="*/ 21 h 106"/>
                  <a:gd name="T42" fmla="*/ 18 w 62"/>
                  <a:gd name="T43" fmla="*/ 14 h 106"/>
                  <a:gd name="T44" fmla="*/ 14 w 62"/>
                  <a:gd name="T45" fmla="*/ 8 h 106"/>
                  <a:gd name="T46" fmla="*/ 11 w 62"/>
                  <a:gd name="T47" fmla="*/ 3 h 106"/>
                  <a:gd name="T48" fmla="*/ 9 w 62"/>
                  <a:gd name="T49" fmla="*/ 0 h 1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2" h="106">
                    <a:moveTo>
                      <a:pt x="17" y="0"/>
                    </a:moveTo>
                    <a:lnTo>
                      <a:pt x="13" y="2"/>
                    </a:lnTo>
                    <a:lnTo>
                      <a:pt x="10" y="7"/>
                    </a:lnTo>
                    <a:lnTo>
                      <a:pt x="5" y="14"/>
                    </a:lnTo>
                    <a:lnTo>
                      <a:pt x="0" y="22"/>
                    </a:lnTo>
                    <a:lnTo>
                      <a:pt x="5" y="29"/>
                    </a:lnTo>
                    <a:lnTo>
                      <a:pt x="12" y="39"/>
                    </a:lnTo>
                    <a:lnTo>
                      <a:pt x="21" y="52"/>
                    </a:lnTo>
                    <a:lnTo>
                      <a:pt x="31" y="66"/>
                    </a:lnTo>
                    <a:lnTo>
                      <a:pt x="39" y="79"/>
                    </a:lnTo>
                    <a:lnTo>
                      <a:pt x="47" y="91"/>
                    </a:lnTo>
                    <a:lnTo>
                      <a:pt x="52" y="100"/>
                    </a:lnTo>
                    <a:lnTo>
                      <a:pt x="56" y="106"/>
                    </a:lnTo>
                    <a:lnTo>
                      <a:pt x="57" y="100"/>
                    </a:lnTo>
                    <a:lnTo>
                      <a:pt x="58" y="93"/>
                    </a:lnTo>
                    <a:lnTo>
                      <a:pt x="61" y="87"/>
                    </a:lnTo>
                    <a:lnTo>
                      <a:pt x="62" y="82"/>
                    </a:lnTo>
                    <a:lnTo>
                      <a:pt x="58" y="75"/>
                    </a:lnTo>
                    <a:lnTo>
                      <a:pt x="52" y="64"/>
                    </a:lnTo>
                    <a:lnTo>
                      <a:pt x="46" y="53"/>
                    </a:lnTo>
                    <a:lnTo>
                      <a:pt x="39" y="39"/>
                    </a:lnTo>
                    <a:lnTo>
                      <a:pt x="32" y="26"/>
                    </a:lnTo>
                    <a:lnTo>
                      <a:pt x="25" y="15"/>
                    </a:lnTo>
                    <a:lnTo>
                      <a:pt x="20" y="6"/>
                    </a:lnTo>
                    <a:lnTo>
                      <a:pt x="17"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0" name="Freeform 21">
                <a:extLst>
                  <a:ext uri="{FF2B5EF4-FFF2-40B4-BE49-F238E27FC236}">
                    <a16:creationId xmlns:a16="http://schemas.microsoft.com/office/drawing/2014/main" id="{ACAC3B29-6E6E-40E3-8EF2-79C7F5F8ED85}"/>
                  </a:ext>
                </a:extLst>
              </p:cNvPr>
              <p:cNvSpPr>
                <a:spLocks/>
              </p:cNvSpPr>
              <p:nvPr/>
            </p:nvSpPr>
            <p:spPr bwMode="auto">
              <a:xfrm>
                <a:off x="4311" y="2596"/>
                <a:ext cx="29" cy="24"/>
              </a:xfrm>
              <a:custGeom>
                <a:avLst/>
                <a:gdLst>
                  <a:gd name="T0" fmla="*/ 12 w 54"/>
                  <a:gd name="T1" fmla="*/ 24 h 44"/>
                  <a:gd name="T2" fmla="*/ 7 w 54"/>
                  <a:gd name="T3" fmla="*/ 22 h 44"/>
                  <a:gd name="T4" fmla="*/ 3 w 54"/>
                  <a:gd name="T5" fmla="*/ 19 h 44"/>
                  <a:gd name="T6" fmla="*/ 1 w 54"/>
                  <a:gd name="T7" fmla="*/ 15 h 44"/>
                  <a:gd name="T8" fmla="*/ 0 w 54"/>
                  <a:gd name="T9" fmla="*/ 13 h 44"/>
                  <a:gd name="T10" fmla="*/ 1 w 54"/>
                  <a:gd name="T11" fmla="*/ 9 h 44"/>
                  <a:gd name="T12" fmla="*/ 3 w 54"/>
                  <a:gd name="T13" fmla="*/ 5 h 44"/>
                  <a:gd name="T14" fmla="*/ 5 w 54"/>
                  <a:gd name="T15" fmla="*/ 2 h 44"/>
                  <a:gd name="T16" fmla="*/ 8 w 54"/>
                  <a:gd name="T17" fmla="*/ 0 h 44"/>
                  <a:gd name="T18" fmla="*/ 10 w 54"/>
                  <a:gd name="T19" fmla="*/ 1 h 44"/>
                  <a:gd name="T20" fmla="*/ 13 w 54"/>
                  <a:gd name="T21" fmla="*/ 2 h 44"/>
                  <a:gd name="T22" fmla="*/ 16 w 54"/>
                  <a:gd name="T23" fmla="*/ 3 h 44"/>
                  <a:gd name="T24" fmla="*/ 19 w 54"/>
                  <a:gd name="T25" fmla="*/ 3 h 44"/>
                  <a:gd name="T26" fmla="*/ 21 w 54"/>
                  <a:gd name="T27" fmla="*/ 3 h 44"/>
                  <a:gd name="T28" fmla="*/ 24 w 54"/>
                  <a:gd name="T29" fmla="*/ 4 h 44"/>
                  <a:gd name="T30" fmla="*/ 27 w 54"/>
                  <a:gd name="T31" fmla="*/ 4 h 44"/>
                  <a:gd name="T32" fmla="*/ 29 w 54"/>
                  <a:gd name="T33" fmla="*/ 4 h 44"/>
                  <a:gd name="T34" fmla="*/ 27 w 54"/>
                  <a:gd name="T35" fmla="*/ 11 h 44"/>
                  <a:gd name="T36" fmla="*/ 24 w 54"/>
                  <a:gd name="T37" fmla="*/ 18 h 44"/>
                  <a:gd name="T38" fmla="*/ 18 w 54"/>
                  <a:gd name="T39" fmla="*/ 23 h 44"/>
                  <a:gd name="T40" fmla="*/ 12 w 54"/>
                  <a:gd name="T41" fmla="*/ 24 h 44"/>
                  <a:gd name="T42" fmla="*/ 12 w 54"/>
                  <a:gd name="T43" fmla="*/ 24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4" h="44">
                    <a:moveTo>
                      <a:pt x="23" y="44"/>
                    </a:moveTo>
                    <a:lnTo>
                      <a:pt x="13" y="41"/>
                    </a:lnTo>
                    <a:lnTo>
                      <a:pt x="6" y="35"/>
                    </a:lnTo>
                    <a:lnTo>
                      <a:pt x="1" y="28"/>
                    </a:lnTo>
                    <a:lnTo>
                      <a:pt x="0" y="24"/>
                    </a:lnTo>
                    <a:lnTo>
                      <a:pt x="1" y="17"/>
                    </a:lnTo>
                    <a:lnTo>
                      <a:pt x="5" y="10"/>
                    </a:lnTo>
                    <a:lnTo>
                      <a:pt x="9" y="4"/>
                    </a:lnTo>
                    <a:lnTo>
                      <a:pt x="14" y="0"/>
                    </a:lnTo>
                    <a:lnTo>
                      <a:pt x="19" y="2"/>
                    </a:lnTo>
                    <a:lnTo>
                      <a:pt x="24" y="4"/>
                    </a:lnTo>
                    <a:lnTo>
                      <a:pt x="29" y="5"/>
                    </a:lnTo>
                    <a:lnTo>
                      <a:pt x="35" y="5"/>
                    </a:lnTo>
                    <a:lnTo>
                      <a:pt x="39" y="6"/>
                    </a:lnTo>
                    <a:lnTo>
                      <a:pt x="45" y="7"/>
                    </a:lnTo>
                    <a:lnTo>
                      <a:pt x="50" y="7"/>
                    </a:lnTo>
                    <a:lnTo>
                      <a:pt x="54" y="7"/>
                    </a:lnTo>
                    <a:lnTo>
                      <a:pt x="51" y="20"/>
                    </a:lnTo>
                    <a:lnTo>
                      <a:pt x="44" y="33"/>
                    </a:lnTo>
                    <a:lnTo>
                      <a:pt x="34" y="42"/>
                    </a:lnTo>
                    <a:lnTo>
                      <a:pt x="23" y="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1" name="Freeform 22">
                <a:extLst>
                  <a:ext uri="{FF2B5EF4-FFF2-40B4-BE49-F238E27FC236}">
                    <a16:creationId xmlns:a16="http://schemas.microsoft.com/office/drawing/2014/main" id="{1F4FB355-953C-4189-8B73-5BC0418CCE70}"/>
                  </a:ext>
                </a:extLst>
              </p:cNvPr>
              <p:cNvSpPr>
                <a:spLocks/>
              </p:cNvSpPr>
              <p:nvPr/>
            </p:nvSpPr>
            <p:spPr bwMode="auto">
              <a:xfrm>
                <a:off x="4354" y="2703"/>
                <a:ext cx="75" cy="95"/>
              </a:xfrm>
              <a:custGeom>
                <a:avLst/>
                <a:gdLst>
                  <a:gd name="T0" fmla="*/ 24 w 137"/>
                  <a:gd name="T1" fmla="*/ 81 h 174"/>
                  <a:gd name="T2" fmla="*/ 22 w 137"/>
                  <a:gd name="T3" fmla="*/ 83 h 174"/>
                  <a:gd name="T4" fmla="*/ 25 w 137"/>
                  <a:gd name="T5" fmla="*/ 86 h 174"/>
                  <a:gd name="T6" fmla="*/ 30 w 137"/>
                  <a:gd name="T7" fmla="*/ 90 h 174"/>
                  <a:gd name="T8" fmla="*/ 36 w 137"/>
                  <a:gd name="T9" fmla="*/ 93 h 174"/>
                  <a:gd name="T10" fmla="*/ 41 w 137"/>
                  <a:gd name="T11" fmla="*/ 94 h 174"/>
                  <a:gd name="T12" fmla="*/ 45 w 137"/>
                  <a:gd name="T13" fmla="*/ 95 h 174"/>
                  <a:gd name="T14" fmla="*/ 51 w 137"/>
                  <a:gd name="T15" fmla="*/ 95 h 174"/>
                  <a:gd name="T16" fmla="*/ 58 w 137"/>
                  <a:gd name="T17" fmla="*/ 94 h 174"/>
                  <a:gd name="T18" fmla="*/ 65 w 137"/>
                  <a:gd name="T19" fmla="*/ 91 h 174"/>
                  <a:gd name="T20" fmla="*/ 71 w 137"/>
                  <a:gd name="T21" fmla="*/ 84 h 174"/>
                  <a:gd name="T22" fmla="*/ 72 w 137"/>
                  <a:gd name="T23" fmla="*/ 73 h 174"/>
                  <a:gd name="T24" fmla="*/ 73 w 137"/>
                  <a:gd name="T25" fmla="*/ 61 h 174"/>
                  <a:gd name="T26" fmla="*/ 74 w 137"/>
                  <a:gd name="T27" fmla="*/ 38 h 174"/>
                  <a:gd name="T28" fmla="*/ 74 w 137"/>
                  <a:gd name="T29" fmla="*/ 29 h 174"/>
                  <a:gd name="T30" fmla="*/ 74 w 137"/>
                  <a:gd name="T31" fmla="*/ 23 h 174"/>
                  <a:gd name="T32" fmla="*/ 75 w 137"/>
                  <a:gd name="T33" fmla="*/ 16 h 174"/>
                  <a:gd name="T34" fmla="*/ 75 w 137"/>
                  <a:gd name="T35" fmla="*/ 8 h 174"/>
                  <a:gd name="T36" fmla="*/ 72 w 137"/>
                  <a:gd name="T37" fmla="*/ 3 h 174"/>
                  <a:gd name="T38" fmla="*/ 67 w 137"/>
                  <a:gd name="T39" fmla="*/ 1 h 174"/>
                  <a:gd name="T40" fmla="*/ 62 w 137"/>
                  <a:gd name="T41" fmla="*/ 1 h 174"/>
                  <a:gd name="T42" fmla="*/ 56 w 137"/>
                  <a:gd name="T43" fmla="*/ 8 h 174"/>
                  <a:gd name="T44" fmla="*/ 53 w 137"/>
                  <a:gd name="T45" fmla="*/ 15 h 174"/>
                  <a:gd name="T46" fmla="*/ 47 w 137"/>
                  <a:gd name="T47" fmla="*/ 13 h 174"/>
                  <a:gd name="T48" fmla="*/ 42 w 137"/>
                  <a:gd name="T49" fmla="*/ 15 h 174"/>
                  <a:gd name="T50" fmla="*/ 37 w 137"/>
                  <a:gd name="T51" fmla="*/ 13 h 174"/>
                  <a:gd name="T52" fmla="*/ 34 w 137"/>
                  <a:gd name="T53" fmla="*/ 11 h 174"/>
                  <a:gd name="T54" fmla="*/ 28 w 137"/>
                  <a:gd name="T55" fmla="*/ 9 h 174"/>
                  <a:gd name="T56" fmla="*/ 22 w 137"/>
                  <a:gd name="T57" fmla="*/ 9 h 174"/>
                  <a:gd name="T58" fmla="*/ 17 w 137"/>
                  <a:gd name="T59" fmla="*/ 10 h 174"/>
                  <a:gd name="T60" fmla="*/ 12 w 137"/>
                  <a:gd name="T61" fmla="*/ 10 h 174"/>
                  <a:gd name="T62" fmla="*/ 5 w 137"/>
                  <a:gd name="T63" fmla="*/ 10 h 174"/>
                  <a:gd name="T64" fmla="*/ 1 w 137"/>
                  <a:gd name="T65" fmla="*/ 13 h 174"/>
                  <a:gd name="T66" fmla="*/ 0 w 137"/>
                  <a:gd name="T67" fmla="*/ 21 h 174"/>
                  <a:gd name="T68" fmla="*/ 4 w 137"/>
                  <a:gd name="T69" fmla="*/ 25 h 174"/>
                  <a:gd name="T70" fmla="*/ 9 w 137"/>
                  <a:gd name="T71" fmla="*/ 27 h 174"/>
                  <a:gd name="T72" fmla="*/ 10 w 137"/>
                  <a:gd name="T73" fmla="*/ 29 h 174"/>
                  <a:gd name="T74" fmla="*/ 11 w 137"/>
                  <a:gd name="T75" fmla="*/ 34 h 174"/>
                  <a:gd name="T76" fmla="*/ 13 w 137"/>
                  <a:gd name="T77" fmla="*/ 37 h 174"/>
                  <a:gd name="T78" fmla="*/ 13 w 137"/>
                  <a:gd name="T79" fmla="*/ 38 h 174"/>
                  <a:gd name="T80" fmla="*/ 13 w 137"/>
                  <a:gd name="T81" fmla="*/ 40 h 174"/>
                  <a:gd name="T82" fmla="*/ 13 w 137"/>
                  <a:gd name="T83" fmla="*/ 46 h 174"/>
                  <a:gd name="T84" fmla="*/ 14 w 137"/>
                  <a:gd name="T85" fmla="*/ 49 h 174"/>
                  <a:gd name="T86" fmla="*/ 14 w 137"/>
                  <a:gd name="T87" fmla="*/ 50 h 174"/>
                  <a:gd name="T88" fmla="*/ 14 w 137"/>
                  <a:gd name="T89" fmla="*/ 54 h 174"/>
                  <a:gd name="T90" fmla="*/ 14 w 137"/>
                  <a:gd name="T91" fmla="*/ 62 h 174"/>
                  <a:gd name="T92" fmla="*/ 17 w 137"/>
                  <a:gd name="T93" fmla="*/ 66 h 174"/>
                  <a:gd name="T94" fmla="*/ 20 w 137"/>
                  <a:gd name="T95" fmla="*/ 68 h 174"/>
                  <a:gd name="T96" fmla="*/ 22 w 137"/>
                  <a:gd name="T97" fmla="*/ 71 h 174"/>
                  <a:gd name="T98" fmla="*/ 24 w 137"/>
                  <a:gd name="T99" fmla="*/ 79 h 1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37" h="174">
                    <a:moveTo>
                      <a:pt x="46" y="148"/>
                    </a:moveTo>
                    <a:lnTo>
                      <a:pt x="44" y="149"/>
                    </a:lnTo>
                    <a:lnTo>
                      <a:pt x="42" y="150"/>
                    </a:lnTo>
                    <a:lnTo>
                      <a:pt x="41" y="152"/>
                    </a:lnTo>
                    <a:lnTo>
                      <a:pt x="41" y="153"/>
                    </a:lnTo>
                    <a:lnTo>
                      <a:pt x="46" y="157"/>
                    </a:lnTo>
                    <a:lnTo>
                      <a:pt x="50" y="160"/>
                    </a:lnTo>
                    <a:lnTo>
                      <a:pt x="55" y="164"/>
                    </a:lnTo>
                    <a:lnTo>
                      <a:pt x="61" y="167"/>
                    </a:lnTo>
                    <a:lnTo>
                      <a:pt x="65" y="170"/>
                    </a:lnTo>
                    <a:lnTo>
                      <a:pt x="70" y="172"/>
                    </a:lnTo>
                    <a:lnTo>
                      <a:pt x="75" y="173"/>
                    </a:lnTo>
                    <a:lnTo>
                      <a:pt x="78" y="174"/>
                    </a:lnTo>
                    <a:lnTo>
                      <a:pt x="83" y="174"/>
                    </a:lnTo>
                    <a:lnTo>
                      <a:pt x="87" y="174"/>
                    </a:lnTo>
                    <a:lnTo>
                      <a:pt x="93" y="174"/>
                    </a:lnTo>
                    <a:lnTo>
                      <a:pt x="99" y="173"/>
                    </a:lnTo>
                    <a:lnTo>
                      <a:pt x="106" y="172"/>
                    </a:lnTo>
                    <a:lnTo>
                      <a:pt x="113" y="170"/>
                    </a:lnTo>
                    <a:lnTo>
                      <a:pt x="118" y="166"/>
                    </a:lnTo>
                    <a:lnTo>
                      <a:pt x="125" y="162"/>
                    </a:lnTo>
                    <a:lnTo>
                      <a:pt x="129" y="153"/>
                    </a:lnTo>
                    <a:lnTo>
                      <a:pt x="131" y="143"/>
                    </a:lnTo>
                    <a:lnTo>
                      <a:pt x="132" y="133"/>
                    </a:lnTo>
                    <a:lnTo>
                      <a:pt x="132" y="122"/>
                    </a:lnTo>
                    <a:lnTo>
                      <a:pt x="133" y="111"/>
                    </a:lnTo>
                    <a:lnTo>
                      <a:pt x="135" y="90"/>
                    </a:lnTo>
                    <a:lnTo>
                      <a:pt x="136" y="69"/>
                    </a:lnTo>
                    <a:lnTo>
                      <a:pt x="136" y="58"/>
                    </a:lnTo>
                    <a:lnTo>
                      <a:pt x="136" y="53"/>
                    </a:lnTo>
                    <a:lnTo>
                      <a:pt x="135" y="49"/>
                    </a:lnTo>
                    <a:lnTo>
                      <a:pt x="135" y="42"/>
                    </a:lnTo>
                    <a:lnTo>
                      <a:pt x="136" y="36"/>
                    </a:lnTo>
                    <a:lnTo>
                      <a:pt x="137" y="29"/>
                    </a:lnTo>
                    <a:lnTo>
                      <a:pt x="137" y="21"/>
                    </a:lnTo>
                    <a:lnTo>
                      <a:pt x="137" y="15"/>
                    </a:lnTo>
                    <a:lnTo>
                      <a:pt x="135" y="9"/>
                    </a:lnTo>
                    <a:lnTo>
                      <a:pt x="131" y="6"/>
                    </a:lnTo>
                    <a:lnTo>
                      <a:pt x="128" y="3"/>
                    </a:lnTo>
                    <a:lnTo>
                      <a:pt x="123" y="1"/>
                    </a:lnTo>
                    <a:lnTo>
                      <a:pt x="118" y="0"/>
                    </a:lnTo>
                    <a:lnTo>
                      <a:pt x="113" y="1"/>
                    </a:lnTo>
                    <a:lnTo>
                      <a:pt x="108" y="6"/>
                    </a:lnTo>
                    <a:lnTo>
                      <a:pt x="103" y="15"/>
                    </a:lnTo>
                    <a:lnTo>
                      <a:pt x="100" y="29"/>
                    </a:lnTo>
                    <a:lnTo>
                      <a:pt x="97" y="28"/>
                    </a:lnTo>
                    <a:lnTo>
                      <a:pt x="92" y="26"/>
                    </a:lnTo>
                    <a:lnTo>
                      <a:pt x="85" y="24"/>
                    </a:lnTo>
                    <a:lnTo>
                      <a:pt x="80" y="26"/>
                    </a:lnTo>
                    <a:lnTo>
                      <a:pt x="76" y="27"/>
                    </a:lnTo>
                    <a:lnTo>
                      <a:pt x="71" y="26"/>
                    </a:lnTo>
                    <a:lnTo>
                      <a:pt x="67" y="24"/>
                    </a:lnTo>
                    <a:lnTo>
                      <a:pt x="64" y="23"/>
                    </a:lnTo>
                    <a:lnTo>
                      <a:pt x="62" y="21"/>
                    </a:lnTo>
                    <a:lnTo>
                      <a:pt x="57" y="18"/>
                    </a:lnTo>
                    <a:lnTo>
                      <a:pt x="52" y="16"/>
                    </a:lnTo>
                    <a:lnTo>
                      <a:pt x="47" y="15"/>
                    </a:lnTo>
                    <a:lnTo>
                      <a:pt x="41" y="16"/>
                    </a:lnTo>
                    <a:lnTo>
                      <a:pt x="37" y="18"/>
                    </a:lnTo>
                    <a:lnTo>
                      <a:pt x="31" y="19"/>
                    </a:lnTo>
                    <a:lnTo>
                      <a:pt x="26" y="19"/>
                    </a:lnTo>
                    <a:lnTo>
                      <a:pt x="22" y="19"/>
                    </a:lnTo>
                    <a:lnTo>
                      <a:pt x="16" y="18"/>
                    </a:lnTo>
                    <a:lnTo>
                      <a:pt x="9" y="18"/>
                    </a:lnTo>
                    <a:lnTo>
                      <a:pt x="4" y="19"/>
                    </a:lnTo>
                    <a:lnTo>
                      <a:pt x="2" y="23"/>
                    </a:lnTo>
                    <a:lnTo>
                      <a:pt x="0" y="30"/>
                    </a:lnTo>
                    <a:lnTo>
                      <a:pt x="0" y="38"/>
                    </a:lnTo>
                    <a:lnTo>
                      <a:pt x="2" y="43"/>
                    </a:lnTo>
                    <a:lnTo>
                      <a:pt x="7" y="45"/>
                    </a:lnTo>
                    <a:lnTo>
                      <a:pt x="11" y="48"/>
                    </a:lnTo>
                    <a:lnTo>
                      <a:pt x="16" y="49"/>
                    </a:lnTo>
                    <a:lnTo>
                      <a:pt x="20" y="50"/>
                    </a:lnTo>
                    <a:lnTo>
                      <a:pt x="19" y="53"/>
                    </a:lnTo>
                    <a:lnTo>
                      <a:pt x="19" y="58"/>
                    </a:lnTo>
                    <a:lnTo>
                      <a:pt x="20" y="62"/>
                    </a:lnTo>
                    <a:lnTo>
                      <a:pt x="24" y="66"/>
                    </a:lnTo>
                    <a:lnTo>
                      <a:pt x="24" y="67"/>
                    </a:lnTo>
                    <a:lnTo>
                      <a:pt x="24" y="68"/>
                    </a:lnTo>
                    <a:lnTo>
                      <a:pt x="23" y="69"/>
                    </a:lnTo>
                    <a:lnTo>
                      <a:pt x="23" y="71"/>
                    </a:lnTo>
                    <a:lnTo>
                      <a:pt x="23" y="74"/>
                    </a:lnTo>
                    <a:lnTo>
                      <a:pt x="23" y="80"/>
                    </a:lnTo>
                    <a:lnTo>
                      <a:pt x="24" y="84"/>
                    </a:lnTo>
                    <a:lnTo>
                      <a:pt x="25" y="89"/>
                    </a:lnTo>
                    <a:lnTo>
                      <a:pt x="26" y="90"/>
                    </a:lnTo>
                    <a:lnTo>
                      <a:pt x="26" y="91"/>
                    </a:lnTo>
                    <a:lnTo>
                      <a:pt x="27" y="92"/>
                    </a:lnTo>
                    <a:lnTo>
                      <a:pt x="25" y="98"/>
                    </a:lnTo>
                    <a:lnTo>
                      <a:pt x="24" y="106"/>
                    </a:lnTo>
                    <a:lnTo>
                      <a:pt x="25" y="114"/>
                    </a:lnTo>
                    <a:lnTo>
                      <a:pt x="27" y="119"/>
                    </a:lnTo>
                    <a:lnTo>
                      <a:pt x="31" y="120"/>
                    </a:lnTo>
                    <a:lnTo>
                      <a:pt x="33" y="122"/>
                    </a:lnTo>
                    <a:lnTo>
                      <a:pt x="37" y="124"/>
                    </a:lnTo>
                    <a:lnTo>
                      <a:pt x="41" y="125"/>
                    </a:lnTo>
                    <a:lnTo>
                      <a:pt x="40" y="130"/>
                    </a:lnTo>
                    <a:lnTo>
                      <a:pt x="41" y="137"/>
                    </a:lnTo>
                    <a:lnTo>
                      <a:pt x="44" y="144"/>
                    </a:lnTo>
                    <a:lnTo>
                      <a:pt x="46" y="148"/>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2" name="Freeform 23">
                <a:extLst>
                  <a:ext uri="{FF2B5EF4-FFF2-40B4-BE49-F238E27FC236}">
                    <a16:creationId xmlns:a16="http://schemas.microsoft.com/office/drawing/2014/main" id="{A3859CC1-1762-4D80-9888-60CB31916B74}"/>
                  </a:ext>
                </a:extLst>
              </p:cNvPr>
              <p:cNvSpPr>
                <a:spLocks/>
              </p:cNvSpPr>
              <p:nvPr/>
            </p:nvSpPr>
            <p:spPr bwMode="auto">
              <a:xfrm>
                <a:off x="3881" y="2566"/>
                <a:ext cx="107" cy="75"/>
              </a:xfrm>
              <a:custGeom>
                <a:avLst/>
                <a:gdLst>
                  <a:gd name="T0" fmla="*/ 92 w 194"/>
                  <a:gd name="T1" fmla="*/ 59 h 135"/>
                  <a:gd name="T2" fmla="*/ 94 w 194"/>
                  <a:gd name="T3" fmla="*/ 48 h 135"/>
                  <a:gd name="T4" fmla="*/ 98 w 194"/>
                  <a:gd name="T5" fmla="*/ 37 h 135"/>
                  <a:gd name="T6" fmla="*/ 104 w 194"/>
                  <a:gd name="T7" fmla="*/ 28 h 135"/>
                  <a:gd name="T8" fmla="*/ 102 w 194"/>
                  <a:gd name="T9" fmla="*/ 23 h 135"/>
                  <a:gd name="T10" fmla="*/ 94 w 194"/>
                  <a:gd name="T11" fmla="*/ 19 h 135"/>
                  <a:gd name="T12" fmla="*/ 88 w 194"/>
                  <a:gd name="T13" fmla="*/ 17 h 135"/>
                  <a:gd name="T14" fmla="*/ 81 w 194"/>
                  <a:gd name="T15" fmla="*/ 15 h 135"/>
                  <a:gd name="T16" fmla="*/ 75 w 194"/>
                  <a:gd name="T17" fmla="*/ 14 h 135"/>
                  <a:gd name="T18" fmla="*/ 68 w 194"/>
                  <a:gd name="T19" fmla="*/ 12 h 135"/>
                  <a:gd name="T20" fmla="*/ 61 w 194"/>
                  <a:gd name="T21" fmla="*/ 10 h 135"/>
                  <a:gd name="T22" fmla="*/ 55 w 194"/>
                  <a:gd name="T23" fmla="*/ 7 h 135"/>
                  <a:gd name="T24" fmla="*/ 50 w 194"/>
                  <a:gd name="T25" fmla="*/ 6 h 135"/>
                  <a:gd name="T26" fmla="*/ 45 w 194"/>
                  <a:gd name="T27" fmla="*/ 6 h 135"/>
                  <a:gd name="T28" fmla="*/ 41 w 194"/>
                  <a:gd name="T29" fmla="*/ 7 h 135"/>
                  <a:gd name="T30" fmla="*/ 36 w 194"/>
                  <a:gd name="T31" fmla="*/ 7 h 135"/>
                  <a:gd name="T32" fmla="*/ 29 w 194"/>
                  <a:gd name="T33" fmla="*/ 7 h 135"/>
                  <a:gd name="T34" fmla="*/ 22 w 194"/>
                  <a:gd name="T35" fmla="*/ 6 h 135"/>
                  <a:gd name="T36" fmla="*/ 15 w 194"/>
                  <a:gd name="T37" fmla="*/ 3 h 135"/>
                  <a:gd name="T38" fmla="*/ 10 w 194"/>
                  <a:gd name="T39" fmla="*/ 2 h 135"/>
                  <a:gd name="T40" fmla="*/ 6 w 194"/>
                  <a:gd name="T41" fmla="*/ 3 h 135"/>
                  <a:gd name="T42" fmla="*/ 6 w 194"/>
                  <a:gd name="T43" fmla="*/ 16 h 135"/>
                  <a:gd name="T44" fmla="*/ 6 w 194"/>
                  <a:gd name="T45" fmla="*/ 19 h 135"/>
                  <a:gd name="T46" fmla="*/ 1 w 194"/>
                  <a:gd name="T47" fmla="*/ 27 h 135"/>
                  <a:gd name="T48" fmla="*/ 0 w 194"/>
                  <a:gd name="T49" fmla="*/ 37 h 135"/>
                  <a:gd name="T50" fmla="*/ 2 w 194"/>
                  <a:gd name="T51" fmla="*/ 41 h 135"/>
                  <a:gd name="T52" fmla="*/ 5 w 194"/>
                  <a:gd name="T53" fmla="*/ 44 h 135"/>
                  <a:gd name="T54" fmla="*/ 9 w 194"/>
                  <a:gd name="T55" fmla="*/ 46 h 135"/>
                  <a:gd name="T56" fmla="*/ 12 w 194"/>
                  <a:gd name="T57" fmla="*/ 47 h 135"/>
                  <a:gd name="T58" fmla="*/ 12 w 194"/>
                  <a:gd name="T59" fmla="*/ 49 h 135"/>
                  <a:gd name="T60" fmla="*/ 15 w 194"/>
                  <a:gd name="T61" fmla="*/ 54 h 135"/>
                  <a:gd name="T62" fmla="*/ 23 w 194"/>
                  <a:gd name="T63" fmla="*/ 61 h 135"/>
                  <a:gd name="T64" fmla="*/ 30 w 194"/>
                  <a:gd name="T65" fmla="*/ 63 h 135"/>
                  <a:gd name="T66" fmla="*/ 32 w 194"/>
                  <a:gd name="T67" fmla="*/ 67 h 135"/>
                  <a:gd name="T68" fmla="*/ 38 w 194"/>
                  <a:gd name="T69" fmla="*/ 69 h 135"/>
                  <a:gd name="T70" fmla="*/ 44 w 194"/>
                  <a:gd name="T71" fmla="*/ 71 h 135"/>
                  <a:gd name="T72" fmla="*/ 49 w 194"/>
                  <a:gd name="T73" fmla="*/ 74 h 135"/>
                  <a:gd name="T74" fmla="*/ 57 w 194"/>
                  <a:gd name="T75" fmla="*/ 74 h 135"/>
                  <a:gd name="T76" fmla="*/ 68 w 194"/>
                  <a:gd name="T77" fmla="*/ 71 h 135"/>
                  <a:gd name="T78" fmla="*/ 76 w 194"/>
                  <a:gd name="T79" fmla="*/ 71 h 135"/>
                  <a:gd name="T80" fmla="*/ 82 w 194"/>
                  <a:gd name="T81" fmla="*/ 69 h 135"/>
                  <a:gd name="T82" fmla="*/ 89 w 194"/>
                  <a:gd name="T83" fmla="*/ 67 h 13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4" h="135">
                    <a:moveTo>
                      <a:pt x="164" y="117"/>
                    </a:moveTo>
                    <a:lnTo>
                      <a:pt x="166" y="106"/>
                    </a:lnTo>
                    <a:lnTo>
                      <a:pt x="168" y="96"/>
                    </a:lnTo>
                    <a:lnTo>
                      <a:pt x="171" y="86"/>
                    </a:lnTo>
                    <a:lnTo>
                      <a:pt x="175" y="75"/>
                    </a:lnTo>
                    <a:lnTo>
                      <a:pt x="178" y="66"/>
                    </a:lnTo>
                    <a:lnTo>
                      <a:pt x="183" y="58"/>
                    </a:lnTo>
                    <a:lnTo>
                      <a:pt x="189" y="51"/>
                    </a:lnTo>
                    <a:lnTo>
                      <a:pt x="194" y="45"/>
                    </a:lnTo>
                    <a:lnTo>
                      <a:pt x="185" y="42"/>
                    </a:lnTo>
                    <a:lnTo>
                      <a:pt x="177" y="38"/>
                    </a:lnTo>
                    <a:lnTo>
                      <a:pt x="170" y="35"/>
                    </a:lnTo>
                    <a:lnTo>
                      <a:pt x="164" y="33"/>
                    </a:lnTo>
                    <a:lnTo>
                      <a:pt x="160" y="30"/>
                    </a:lnTo>
                    <a:lnTo>
                      <a:pt x="154" y="28"/>
                    </a:lnTo>
                    <a:lnTo>
                      <a:pt x="147" y="27"/>
                    </a:lnTo>
                    <a:lnTo>
                      <a:pt x="141" y="26"/>
                    </a:lnTo>
                    <a:lnTo>
                      <a:pt x="136" y="26"/>
                    </a:lnTo>
                    <a:lnTo>
                      <a:pt x="129" y="25"/>
                    </a:lnTo>
                    <a:lnTo>
                      <a:pt x="123" y="22"/>
                    </a:lnTo>
                    <a:lnTo>
                      <a:pt x="117" y="20"/>
                    </a:lnTo>
                    <a:lnTo>
                      <a:pt x="111" y="18"/>
                    </a:lnTo>
                    <a:lnTo>
                      <a:pt x="104" y="15"/>
                    </a:lnTo>
                    <a:lnTo>
                      <a:pt x="99" y="13"/>
                    </a:lnTo>
                    <a:lnTo>
                      <a:pt x="94" y="12"/>
                    </a:lnTo>
                    <a:lnTo>
                      <a:pt x="91" y="11"/>
                    </a:lnTo>
                    <a:lnTo>
                      <a:pt x="86" y="10"/>
                    </a:lnTo>
                    <a:lnTo>
                      <a:pt x="81" y="10"/>
                    </a:lnTo>
                    <a:lnTo>
                      <a:pt x="78" y="11"/>
                    </a:lnTo>
                    <a:lnTo>
                      <a:pt x="75" y="12"/>
                    </a:lnTo>
                    <a:lnTo>
                      <a:pt x="70" y="12"/>
                    </a:lnTo>
                    <a:lnTo>
                      <a:pt x="65" y="12"/>
                    </a:lnTo>
                    <a:lnTo>
                      <a:pt x="60" y="12"/>
                    </a:lnTo>
                    <a:lnTo>
                      <a:pt x="53" y="12"/>
                    </a:lnTo>
                    <a:lnTo>
                      <a:pt x="46" y="11"/>
                    </a:lnTo>
                    <a:lnTo>
                      <a:pt x="39" y="10"/>
                    </a:lnTo>
                    <a:lnTo>
                      <a:pt x="32" y="7"/>
                    </a:lnTo>
                    <a:lnTo>
                      <a:pt x="27" y="6"/>
                    </a:lnTo>
                    <a:lnTo>
                      <a:pt x="24" y="4"/>
                    </a:lnTo>
                    <a:lnTo>
                      <a:pt x="19" y="3"/>
                    </a:lnTo>
                    <a:lnTo>
                      <a:pt x="16" y="0"/>
                    </a:lnTo>
                    <a:lnTo>
                      <a:pt x="11" y="5"/>
                    </a:lnTo>
                    <a:lnTo>
                      <a:pt x="10" y="16"/>
                    </a:lnTo>
                    <a:lnTo>
                      <a:pt x="11" y="28"/>
                    </a:lnTo>
                    <a:lnTo>
                      <a:pt x="17" y="35"/>
                    </a:lnTo>
                    <a:lnTo>
                      <a:pt x="10" y="35"/>
                    </a:lnTo>
                    <a:lnTo>
                      <a:pt x="4" y="39"/>
                    </a:lnTo>
                    <a:lnTo>
                      <a:pt x="1" y="49"/>
                    </a:lnTo>
                    <a:lnTo>
                      <a:pt x="0" y="65"/>
                    </a:lnTo>
                    <a:lnTo>
                      <a:pt x="0" y="67"/>
                    </a:lnTo>
                    <a:lnTo>
                      <a:pt x="1" y="69"/>
                    </a:lnTo>
                    <a:lnTo>
                      <a:pt x="3" y="73"/>
                    </a:lnTo>
                    <a:lnTo>
                      <a:pt x="5" y="76"/>
                    </a:lnTo>
                    <a:lnTo>
                      <a:pt x="9" y="79"/>
                    </a:lnTo>
                    <a:lnTo>
                      <a:pt x="12" y="81"/>
                    </a:lnTo>
                    <a:lnTo>
                      <a:pt x="17" y="82"/>
                    </a:lnTo>
                    <a:lnTo>
                      <a:pt x="22" y="83"/>
                    </a:lnTo>
                    <a:lnTo>
                      <a:pt x="22" y="84"/>
                    </a:lnTo>
                    <a:lnTo>
                      <a:pt x="22" y="87"/>
                    </a:lnTo>
                    <a:lnTo>
                      <a:pt x="22" y="88"/>
                    </a:lnTo>
                    <a:lnTo>
                      <a:pt x="23" y="90"/>
                    </a:lnTo>
                    <a:lnTo>
                      <a:pt x="27" y="98"/>
                    </a:lnTo>
                    <a:lnTo>
                      <a:pt x="33" y="104"/>
                    </a:lnTo>
                    <a:lnTo>
                      <a:pt x="42" y="109"/>
                    </a:lnTo>
                    <a:lnTo>
                      <a:pt x="54" y="110"/>
                    </a:lnTo>
                    <a:lnTo>
                      <a:pt x="55" y="113"/>
                    </a:lnTo>
                    <a:lnTo>
                      <a:pt x="56" y="117"/>
                    </a:lnTo>
                    <a:lnTo>
                      <a:pt x="58" y="120"/>
                    </a:lnTo>
                    <a:lnTo>
                      <a:pt x="62" y="122"/>
                    </a:lnTo>
                    <a:lnTo>
                      <a:pt x="68" y="125"/>
                    </a:lnTo>
                    <a:lnTo>
                      <a:pt x="73" y="127"/>
                    </a:lnTo>
                    <a:lnTo>
                      <a:pt x="80" y="127"/>
                    </a:lnTo>
                    <a:lnTo>
                      <a:pt x="85" y="127"/>
                    </a:lnTo>
                    <a:lnTo>
                      <a:pt x="88" y="133"/>
                    </a:lnTo>
                    <a:lnTo>
                      <a:pt x="95" y="135"/>
                    </a:lnTo>
                    <a:lnTo>
                      <a:pt x="104" y="134"/>
                    </a:lnTo>
                    <a:lnTo>
                      <a:pt x="117" y="128"/>
                    </a:lnTo>
                    <a:lnTo>
                      <a:pt x="123" y="128"/>
                    </a:lnTo>
                    <a:lnTo>
                      <a:pt x="130" y="127"/>
                    </a:lnTo>
                    <a:lnTo>
                      <a:pt x="137" y="127"/>
                    </a:lnTo>
                    <a:lnTo>
                      <a:pt x="144" y="126"/>
                    </a:lnTo>
                    <a:lnTo>
                      <a:pt x="149" y="125"/>
                    </a:lnTo>
                    <a:lnTo>
                      <a:pt x="155" y="122"/>
                    </a:lnTo>
                    <a:lnTo>
                      <a:pt x="161" y="120"/>
                    </a:lnTo>
                    <a:lnTo>
                      <a:pt x="164" y="117"/>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3" name="Freeform 24">
                <a:extLst>
                  <a:ext uri="{FF2B5EF4-FFF2-40B4-BE49-F238E27FC236}">
                    <a16:creationId xmlns:a16="http://schemas.microsoft.com/office/drawing/2014/main" id="{F00DA1DB-AE34-4F99-B126-B87DD821B032}"/>
                  </a:ext>
                </a:extLst>
              </p:cNvPr>
              <p:cNvSpPr>
                <a:spLocks/>
              </p:cNvSpPr>
              <p:nvPr/>
            </p:nvSpPr>
            <p:spPr bwMode="auto">
              <a:xfrm>
                <a:off x="3746" y="2554"/>
                <a:ext cx="209" cy="61"/>
              </a:xfrm>
              <a:custGeom>
                <a:avLst/>
                <a:gdLst>
                  <a:gd name="T0" fmla="*/ 7 w 384"/>
                  <a:gd name="T1" fmla="*/ 0 h 113"/>
                  <a:gd name="T2" fmla="*/ 10 w 384"/>
                  <a:gd name="T3" fmla="*/ 1 h 113"/>
                  <a:gd name="T4" fmla="*/ 16 w 384"/>
                  <a:gd name="T5" fmla="*/ 2 h 113"/>
                  <a:gd name="T6" fmla="*/ 24 w 384"/>
                  <a:gd name="T7" fmla="*/ 4 h 113"/>
                  <a:gd name="T8" fmla="*/ 34 w 384"/>
                  <a:gd name="T9" fmla="*/ 6 h 113"/>
                  <a:gd name="T10" fmla="*/ 45 w 384"/>
                  <a:gd name="T11" fmla="*/ 10 h 113"/>
                  <a:gd name="T12" fmla="*/ 58 w 384"/>
                  <a:gd name="T13" fmla="*/ 12 h 113"/>
                  <a:gd name="T14" fmla="*/ 71 w 384"/>
                  <a:gd name="T15" fmla="*/ 16 h 113"/>
                  <a:gd name="T16" fmla="*/ 86 w 384"/>
                  <a:gd name="T17" fmla="*/ 19 h 113"/>
                  <a:gd name="T18" fmla="*/ 100 w 384"/>
                  <a:gd name="T19" fmla="*/ 23 h 113"/>
                  <a:gd name="T20" fmla="*/ 113 w 384"/>
                  <a:gd name="T21" fmla="*/ 26 h 113"/>
                  <a:gd name="T22" fmla="*/ 125 w 384"/>
                  <a:gd name="T23" fmla="*/ 29 h 113"/>
                  <a:gd name="T24" fmla="*/ 137 w 384"/>
                  <a:gd name="T25" fmla="*/ 31 h 113"/>
                  <a:gd name="T26" fmla="*/ 147 w 384"/>
                  <a:gd name="T27" fmla="*/ 33 h 113"/>
                  <a:gd name="T28" fmla="*/ 155 w 384"/>
                  <a:gd name="T29" fmla="*/ 36 h 113"/>
                  <a:gd name="T30" fmla="*/ 161 w 384"/>
                  <a:gd name="T31" fmla="*/ 37 h 113"/>
                  <a:gd name="T32" fmla="*/ 163 w 384"/>
                  <a:gd name="T33" fmla="*/ 37 h 113"/>
                  <a:gd name="T34" fmla="*/ 167 w 384"/>
                  <a:gd name="T35" fmla="*/ 37 h 113"/>
                  <a:gd name="T36" fmla="*/ 171 w 384"/>
                  <a:gd name="T37" fmla="*/ 37 h 113"/>
                  <a:gd name="T38" fmla="*/ 174 w 384"/>
                  <a:gd name="T39" fmla="*/ 37 h 113"/>
                  <a:gd name="T40" fmla="*/ 177 w 384"/>
                  <a:gd name="T41" fmla="*/ 37 h 113"/>
                  <a:gd name="T42" fmla="*/ 180 w 384"/>
                  <a:gd name="T43" fmla="*/ 40 h 113"/>
                  <a:gd name="T44" fmla="*/ 183 w 384"/>
                  <a:gd name="T45" fmla="*/ 44 h 113"/>
                  <a:gd name="T46" fmla="*/ 187 w 384"/>
                  <a:gd name="T47" fmla="*/ 47 h 113"/>
                  <a:gd name="T48" fmla="*/ 191 w 384"/>
                  <a:gd name="T49" fmla="*/ 49 h 113"/>
                  <a:gd name="T50" fmla="*/ 193 w 384"/>
                  <a:gd name="T51" fmla="*/ 49 h 113"/>
                  <a:gd name="T52" fmla="*/ 196 w 384"/>
                  <a:gd name="T53" fmla="*/ 49 h 113"/>
                  <a:gd name="T54" fmla="*/ 199 w 384"/>
                  <a:gd name="T55" fmla="*/ 49 h 113"/>
                  <a:gd name="T56" fmla="*/ 202 w 384"/>
                  <a:gd name="T57" fmla="*/ 49 h 113"/>
                  <a:gd name="T58" fmla="*/ 205 w 384"/>
                  <a:gd name="T59" fmla="*/ 50 h 113"/>
                  <a:gd name="T60" fmla="*/ 207 w 384"/>
                  <a:gd name="T61" fmla="*/ 51 h 113"/>
                  <a:gd name="T62" fmla="*/ 209 w 384"/>
                  <a:gd name="T63" fmla="*/ 53 h 113"/>
                  <a:gd name="T64" fmla="*/ 209 w 384"/>
                  <a:gd name="T65" fmla="*/ 56 h 113"/>
                  <a:gd name="T66" fmla="*/ 206 w 384"/>
                  <a:gd name="T67" fmla="*/ 60 h 113"/>
                  <a:gd name="T68" fmla="*/ 202 w 384"/>
                  <a:gd name="T69" fmla="*/ 61 h 113"/>
                  <a:gd name="T70" fmla="*/ 197 w 384"/>
                  <a:gd name="T71" fmla="*/ 59 h 113"/>
                  <a:gd name="T72" fmla="*/ 190 w 384"/>
                  <a:gd name="T73" fmla="*/ 57 h 113"/>
                  <a:gd name="T74" fmla="*/ 187 w 384"/>
                  <a:gd name="T75" fmla="*/ 57 h 113"/>
                  <a:gd name="T76" fmla="*/ 181 w 384"/>
                  <a:gd name="T77" fmla="*/ 55 h 113"/>
                  <a:gd name="T78" fmla="*/ 171 w 384"/>
                  <a:gd name="T79" fmla="*/ 52 h 113"/>
                  <a:gd name="T80" fmla="*/ 159 w 384"/>
                  <a:gd name="T81" fmla="*/ 49 h 113"/>
                  <a:gd name="T82" fmla="*/ 145 w 384"/>
                  <a:gd name="T83" fmla="*/ 45 h 113"/>
                  <a:gd name="T84" fmla="*/ 130 w 384"/>
                  <a:gd name="T85" fmla="*/ 41 h 113"/>
                  <a:gd name="T86" fmla="*/ 114 w 384"/>
                  <a:gd name="T87" fmla="*/ 37 h 113"/>
                  <a:gd name="T88" fmla="*/ 97 w 384"/>
                  <a:gd name="T89" fmla="*/ 32 h 113"/>
                  <a:gd name="T90" fmla="*/ 81 w 384"/>
                  <a:gd name="T91" fmla="*/ 28 h 113"/>
                  <a:gd name="T92" fmla="*/ 65 w 384"/>
                  <a:gd name="T93" fmla="*/ 24 h 113"/>
                  <a:gd name="T94" fmla="*/ 50 w 384"/>
                  <a:gd name="T95" fmla="*/ 19 h 113"/>
                  <a:gd name="T96" fmla="*/ 36 w 384"/>
                  <a:gd name="T97" fmla="*/ 16 h 113"/>
                  <a:gd name="T98" fmla="*/ 24 w 384"/>
                  <a:gd name="T99" fmla="*/ 12 h 113"/>
                  <a:gd name="T100" fmla="*/ 15 w 384"/>
                  <a:gd name="T101" fmla="*/ 10 h 113"/>
                  <a:gd name="T102" fmla="*/ 9 w 384"/>
                  <a:gd name="T103" fmla="*/ 8 h 113"/>
                  <a:gd name="T104" fmla="*/ 5 w 384"/>
                  <a:gd name="T105" fmla="*/ 8 h 113"/>
                  <a:gd name="T106" fmla="*/ 1 w 384"/>
                  <a:gd name="T107" fmla="*/ 6 h 113"/>
                  <a:gd name="T108" fmla="*/ 0 w 384"/>
                  <a:gd name="T109" fmla="*/ 3 h 113"/>
                  <a:gd name="T110" fmla="*/ 1 w 384"/>
                  <a:gd name="T111" fmla="*/ 1 h 113"/>
                  <a:gd name="T112" fmla="*/ 7 w 384"/>
                  <a:gd name="T113" fmla="*/ 0 h 11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84" h="113">
                    <a:moveTo>
                      <a:pt x="13" y="0"/>
                    </a:moveTo>
                    <a:lnTo>
                      <a:pt x="18" y="1"/>
                    </a:lnTo>
                    <a:lnTo>
                      <a:pt x="29" y="4"/>
                    </a:lnTo>
                    <a:lnTo>
                      <a:pt x="44" y="7"/>
                    </a:lnTo>
                    <a:lnTo>
                      <a:pt x="62" y="12"/>
                    </a:lnTo>
                    <a:lnTo>
                      <a:pt x="83" y="18"/>
                    </a:lnTo>
                    <a:lnTo>
                      <a:pt x="107" y="23"/>
                    </a:lnTo>
                    <a:lnTo>
                      <a:pt x="131" y="29"/>
                    </a:lnTo>
                    <a:lnTo>
                      <a:pt x="158" y="35"/>
                    </a:lnTo>
                    <a:lnTo>
                      <a:pt x="183" y="42"/>
                    </a:lnTo>
                    <a:lnTo>
                      <a:pt x="207" y="48"/>
                    </a:lnTo>
                    <a:lnTo>
                      <a:pt x="230" y="53"/>
                    </a:lnTo>
                    <a:lnTo>
                      <a:pt x="252" y="58"/>
                    </a:lnTo>
                    <a:lnTo>
                      <a:pt x="270" y="62"/>
                    </a:lnTo>
                    <a:lnTo>
                      <a:pt x="285" y="66"/>
                    </a:lnTo>
                    <a:lnTo>
                      <a:pt x="295" y="68"/>
                    </a:lnTo>
                    <a:lnTo>
                      <a:pt x="299" y="69"/>
                    </a:lnTo>
                    <a:lnTo>
                      <a:pt x="306" y="69"/>
                    </a:lnTo>
                    <a:lnTo>
                      <a:pt x="314" y="69"/>
                    </a:lnTo>
                    <a:lnTo>
                      <a:pt x="320" y="69"/>
                    </a:lnTo>
                    <a:lnTo>
                      <a:pt x="325" y="69"/>
                    </a:lnTo>
                    <a:lnTo>
                      <a:pt x="331" y="74"/>
                    </a:lnTo>
                    <a:lnTo>
                      <a:pt x="337" y="81"/>
                    </a:lnTo>
                    <a:lnTo>
                      <a:pt x="344" y="87"/>
                    </a:lnTo>
                    <a:lnTo>
                      <a:pt x="351" y="90"/>
                    </a:lnTo>
                    <a:lnTo>
                      <a:pt x="355" y="90"/>
                    </a:lnTo>
                    <a:lnTo>
                      <a:pt x="361" y="91"/>
                    </a:lnTo>
                    <a:lnTo>
                      <a:pt x="365" y="91"/>
                    </a:lnTo>
                    <a:lnTo>
                      <a:pt x="371" y="91"/>
                    </a:lnTo>
                    <a:lnTo>
                      <a:pt x="377" y="92"/>
                    </a:lnTo>
                    <a:lnTo>
                      <a:pt x="380" y="95"/>
                    </a:lnTo>
                    <a:lnTo>
                      <a:pt x="384" y="98"/>
                    </a:lnTo>
                    <a:lnTo>
                      <a:pt x="384" y="103"/>
                    </a:lnTo>
                    <a:lnTo>
                      <a:pt x="379" y="112"/>
                    </a:lnTo>
                    <a:lnTo>
                      <a:pt x="371" y="113"/>
                    </a:lnTo>
                    <a:lnTo>
                      <a:pt x="362" y="110"/>
                    </a:lnTo>
                    <a:lnTo>
                      <a:pt x="350" y="106"/>
                    </a:lnTo>
                    <a:lnTo>
                      <a:pt x="344" y="105"/>
                    </a:lnTo>
                    <a:lnTo>
                      <a:pt x="332" y="102"/>
                    </a:lnTo>
                    <a:lnTo>
                      <a:pt x="314" y="97"/>
                    </a:lnTo>
                    <a:lnTo>
                      <a:pt x="293" y="91"/>
                    </a:lnTo>
                    <a:lnTo>
                      <a:pt x="267" y="84"/>
                    </a:lnTo>
                    <a:lnTo>
                      <a:pt x="238" y="76"/>
                    </a:lnTo>
                    <a:lnTo>
                      <a:pt x="210" y="68"/>
                    </a:lnTo>
                    <a:lnTo>
                      <a:pt x="179" y="60"/>
                    </a:lnTo>
                    <a:lnTo>
                      <a:pt x="149" y="52"/>
                    </a:lnTo>
                    <a:lnTo>
                      <a:pt x="119" y="44"/>
                    </a:lnTo>
                    <a:lnTo>
                      <a:pt x="91" y="36"/>
                    </a:lnTo>
                    <a:lnTo>
                      <a:pt x="67" y="29"/>
                    </a:lnTo>
                    <a:lnTo>
                      <a:pt x="45" y="23"/>
                    </a:lnTo>
                    <a:lnTo>
                      <a:pt x="28" y="19"/>
                    </a:lnTo>
                    <a:lnTo>
                      <a:pt x="16" y="15"/>
                    </a:lnTo>
                    <a:lnTo>
                      <a:pt x="10" y="14"/>
                    </a:lnTo>
                    <a:lnTo>
                      <a:pt x="2" y="11"/>
                    </a:lnTo>
                    <a:lnTo>
                      <a:pt x="0" y="5"/>
                    </a:lnTo>
                    <a:lnTo>
                      <a:pt x="2" y="1"/>
                    </a:lnTo>
                    <a:lnTo>
                      <a:pt x="13"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4" name="Freeform 25">
                <a:extLst>
                  <a:ext uri="{FF2B5EF4-FFF2-40B4-BE49-F238E27FC236}">
                    <a16:creationId xmlns:a16="http://schemas.microsoft.com/office/drawing/2014/main" id="{E510226D-0723-4BF3-8E0E-1E2CABCD8A25}"/>
                  </a:ext>
                </a:extLst>
              </p:cNvPr>
              <p:cNvSpPr>
                <a:spLocks/>
              </p:cNvSpPr>
              <p:nvPr/>
            </p:nvSpPr>
            <p:spPr bwMode="auto">
              <a:xfrm>
                <a:off x="3749" y="2555"/>
                <a:ext cx="203" cy="57"/>
              </a:xfrm>
              <a:custGeom>
                <a:avLst/>
                <a:gdLst>
                  <a:gd name="T0" fmla="*/ 6 w 372"/>
                  <a:gd name="T1" fmla="*/ 6 h 103"/>
                  <a:gd name="T2" fmla="*/ 2 w 372"/>
                  <a:gd name="T3" fmla="*/ 4 h 103"/>
                  <a:gd name="T4" fmla="*/ 0 w 372"/>
                  <a:gd name="T5" fmla="*/ 2 h 103"/>
                  <a:gd name="T6" fmla="*/ 1 w 372"/>
                  <a:gd name="T7" fmla="*/ 0 h 103"/>
                  <a:gd name="T8" fmla="*/ 6 w 372"/>
                  <a:gd name="T9" fmla="*/ 1 h 103"/>
                  <a:gd name="T10" fmla="*/ 11 w 372"/>
                  <a:gd name="T11" fmla="*/ 2 h 103"/>
                  <a:gd name="T12" fmla="*/ 18 w 372"/>
                  <a:gd name="T13" fmla="*/ 4 h 103"/>
                  <a:gd name="T14" fmla="*/ 27 w 372"/>
                  <a:gd name="T15" fmla="*/ 6 h 103"/>
                  <a:gd name="T16" fmla="*/ 38 w 372"/>
                  <a:gd name="T17" fmla="*/ 9 h 103"/>
                  <a:gd name="T18" fmla="*/ 49 w 372"/>
                  <a:gd name="T19" fmla="*/ 12 h 103"/>
                  <a:gd name="T20" fmla="*/ 62 w 372"/>
                  <a:gd name="T21" fmla="*/ 15 h 103"/>
                  <a:gd name="T22" fmla="*/ 75 w 372"/>
                  <a:gd name="T23" fmla="*/ 18 h 103"/>
                  <a:gd name="T24" fmla="*/ 88 w 372"/>
                  <a:gd name="T25" fmla="*/ 22 h 103"/>
                  <a:gd name="T26" fmla="*/ 101 w 372"/>
                  <a:gd name="T27" fmla="*/ 25 h 103"/>
                  <a:gd name="T28" fmla="*/ 114 w 372"/>
                  <a:gd name="T29" fmla="*/ 28 h 103"/>
                  <a:gd name="T30" fmla="*/ 126 w 372"/>
                  <a:gd name="T31" fmla="*/ 31 h 103"/>
                  <a:gd name="T32" fmla="*/ 137 w 372"/>
                  <a:gd name="T33" fmla="*/ 34 h 103"/>
                  <a:gd name="T34" fmla="*/ 146 w 372"/>
                  <a:gd name="T35" fmla="*/ 35 h 103"/>
                  <a:gd name="T36" fmla="*/ 153 w 372"/>
                  <a:gd name="T37" fmla="*/ 38 h 103"/>
                  <a:gd name="T38" fmla="*/ 158 w 372"/>
                  <a:gd name="T39" fmla="*/ 39 h 103"/>
                  <a:gd name="T40" fmla="*/ 161 w 372"/>
                  <a:gd name="T41" fmla="*/ 39 h 103"/>
                  <a:gd name="T42" fmla="*/ 165 w 372"/>
                  <a:gd name="T43" fmla="*/ 40 h 103"/>
                  <a:gd name="T44" fmla="*/ 168 w 372"/>
                  <a:gd name="T45" fmla="*/ 40 h 103"/>
                  <a:gd name="T46" fmla="*/ 171 w 372"/>
                  <a:gd name="T47" fmla="*/ 40 h 103"/>
                  <a:gd name="T48" fmla="*/ 173 w 372"/>
                  <a:gd name="T49" fmla="*/ 40 h 103"/>
                  <a:gd name="T50" fmla="*/ 175 w 372"/>
                  <a:gd name="T51" fmla="*/ 42 h 103"/>
                  <a:gd name="T52" fmla="*/ 179 w 372"/>
                  <a:gd name="T53" fmla="*/ 44 h 103"/>
                  <a:gd name="T54" fmla="*/ 183 w 372"/>
                  <a:gd name="T55" fmla="*/ 48 h 103"/>
                  <a:gd name="T56" fmla="*/ 186 w 372"/>
                  <a:gd name="T57" fmla="*/ 49 h 103"/>
                  <a:gd name="T58" fmla="*/ 190 w 372"/>
                  <a:gd name="T59" fmla="*/ 50 h 103"/>
                  <a:gd name="T60" fmla="*/ 194 w 372"/>
                  <a:gd name="T61" fmla="*/ 51 h 103"/>
                  <a:gd name="T62" fmla="*/ 197 w 372"/>
                  <a:gd name="T63" fmla="*/ 51 h 103"/>
                  <a:gd name="T64" fmla="*/ 200 w 372"/>
                  <a:gd name="T65" fmla="*/ 51 h 103"/>
                  <a:gd name="T66" fmla="*/ 202 w 372"/>
                  <a:gd name="T67" fmla="*/ 53 h 103"/>
                  <a:gd name="T68" fmla="*/ 203 w 372"/>
                  <a:gd name="T69" fmla="*/ 55 h 103"/>
                  <a:gd name="T70" fmla="*/ 202 w 372"/>
                  <a:gd name="T71" fmla="*/ 57 h 103"/>
                  <a:gd name="T72" fmla="*/ 199 w 372"/>
                  <a:gd name="T73" fmla="*/ 57 h 103"/>
                  <a:gd name="T74" fmla="*/ 195 w 372"/>
                  <a:gd name="T75" fmla="*/ 56 h 103"/>
                  <a:gd name="T76" fmla="*/ 188 w 372"/>
                  <a:gd name="T77" fmla="*/ 55 h 103"/>
                  <a:gd name="T78" fmla="*/ 179 w 372"/>
                  <a:gd name="T79" fmla="*/ 52 h 103"/>
                  <a:gd name="T80" fmla="*/ 167 w 372"/>
                  <a:gd name="T81" fmla="*/ 49 h 103"/>
                  <a:gd name="T82" fmla="*/ 153 w 372"/>
                  <a:gd name="T83" fmla="*/ 45 h 103"/>
                  <a:gd name="T84" fmla="*/ 137 w 372"/>
                  <a:gd name="T85" fmla="*/ 41 h 103"/>
                  <a:gd name="T86" fmla="*/ 120 w 372"/>
                  <a:gd name="T87" fmla="*/ 37 h 103"/>
                  <a:gd name="T88" fmla="*/ 103 w 372"/>
                  <a:gd name="T89" fmla="*/ 32 h 103"/>
                  <a:gd name="T90" fmla="*/ 85 w 372"/>
                  <a:gd name="T91" fmla="*/ 27 h 103"/>
                  <a:gd name="T92" fmla="*/ 68 w 372"/>
                  <a:gd name="T93" fmla="*/ 23 h 103"/>
                  <a:gd name="T94" fmla="*/ 53 w 372"/>
                  <a:gd name="T95" fmla="*/ 18 h 103"/>
                  <a:gd name="T96" fmla="*/ 38 w 372"/>
                  <a:gd name="T97" fmla="*/ 14 h 103"/>
                  <a:gd name="T98" fmla="*/ 26 w 372"/>
                  <a:gd name="T99" fmla="*/ 11 h 103"/>
                  <a:gd name="T100" fmla="*/ 16 w 372"/>
                  <a:gd name="T101" fmla="*/ 9 h 103"/>
                  <a:gd name="T102" fmla="*/ 9 w 372"/>
                  <a:gd name="T103" fmla="*/ 7 h 103"/>
                  <a:gd name="T104" fmla="*/ 6 w 372"/>
                  <a:gd name="T105" fmla="*/ 6 h 10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2" h="103">
                    <a:moveTo>
                      <a:pt x="11" y="11"/>
                    </a:moveTo>
                    <a:lnTo>
                      <a:pt x="3" y="8"/>
                    </a:lnTo>
                    <a:lnTo>
                      <a:pt x="0" y="3"/>
                    </a:lnTo>
                    <a:lnTo>
                      <a:pt x="2" y="0"/>
                    </a:lnTo>
                    <a:lnTo>
                      <a:pt x="11" y="1"/>
                    </a:lnTo>
                    <a:lnTo>
                      <a:pt x="20" y="3"/>
                    </a:lnTo>
                    <a:lnTo>
                      <a:pt x="33" y="7"/>
                    </a:lnTo>
                    <a:lnTo>
                      <a:pt x="49" y="11"/>
                    </a:lnTo>
                    <a:lnTo>
                      <a:pt x="69" y="16"/>
                    </a:lnTo>
                    <a:lnTo>
                      <a:pt x="90" y="21"/>
                    </a:lnTo>
                    <a:lnTo>
                      <a:pt x="113" y="27"/>
                    </a:lnTo>
                    <a:lnTo>
                      <a:pt x="137" y="33"/>
                    </a:lnTo>
                    <a:lnTo>
                      <a:pt x="162" y="39"/>
                    </a:lnTo>
                    <a:lnTo>
                      <a:pt x="185" y="45"/>
                    </a:lnTo>
                    <a:lnTo>
                      <a:pt x="209" y="50"/>
                    </a:lnTo>
                    <a:lnTo>
                      <a:pt x="231" y="56"/>
                    </a:lnTo>
                    <a:lnTo>
                      <a:pt x="251" y="61"/>
                    </a:lnTo>
                    <a:lnTo>
                      <a:pt x="267" y="64"/>
                    </a:lnTo>
                    <a:lnTo>
                      <a:pt x="281" y="68"/>
                    </a:lnTo>
                    <a:lnTo>
                      <a:pt x="290" y="70"/>
                    </a:lnTo>
                    <a:lnTo>
                      <a:pt x="295" y="71"/>
                    </a:lnTo>
                    <a:lnTo>
                      <a:pt x="302" y="72"/>
                    </a:lnTo>
                    <a:lnTo>
                      <a:pt x="308" y="72"/>
                    </a:lnTo>
                    <a:lnTo>
                      <a:pt x="313" y="72"/>
                    </a:lnTo>
                    <a:lnTo>
                      <a:pt x="317" y="72"/>
                    </a:lnTo>
                    <a:lnTo>
                      <a:pt x="321" y="76"/>
                    </a:lnTo>
                    <a:lnTo>
                      <a:pt x="328" y="80"/>
                    </a:lnTo>
                    <a:lnTo>
                      <a:pt x="335" y="86"/>
                    </a:lnTo>
                    <a:lnTo>
                      <a:pt x="340" y="89"/>
                    </a:lnTo>
                    <a:lnTo>
                      <a:pt x="348" y="91"/>
                    </a:lnTo>
                    <a:lnTo>
                      <a:pt x="355" y="92"/>
                    </a:lnTo>
                    <a:lnTo>
                      <a:pt x="361" y="92"/>
                    </a:lnTo>
                    <a:lnTo>
                      <a:pt x="366" y="93"/>
                    </a:lnTo>
                    <a:lnTo>
                      <a:pt x="370" y="95"/>
                    </a:lnTo>
                    <a:lnTo>
                      <a:pt x="372" y="100"/>
                    </a:lnTo>
                    <a:lnTo>
                      <a:pt x="370" y="103"/>
                    </a:lnTo>
                    <a:lnTo>
                      <a:pt x="364" y="103"/>
                    </a:lnTo>
                    <a:lnTo>
                      <a:pt x="358" y="102"/>
                    </a:lnTo>
                    <a:lnTo>
                      <a:pt x="345" y="99"/>
                    </a:lnTo>
                    <a:lnTo>
                      <a:pt x="328" y="94"/>
                    </a:lnTo>
                    <a:lnTo>
                      <a:pt x="306" y="88"/>
                    </a:lnTo>
                    <a:lnTo>
                      <a:pt x="280" y="81"/>
                    </a:lnTo>
                    <a:lnTo>
                      <a:pt x="251" y="74"/>
                    </a:lnTo>
                    <a:lnTo>
                      <a:pt x="220" y="66"/>
                    </a:lnTo>
                    <a:lnTo>
                      <a:pt x="189" y="57"/>
                    </a:lnTo>
                    <a:lnTo>
                      <a:pt x="156" y="49"/>
                    </a:lnTo>
                    <a:lnTo>
                      <a:pt x="125" y="41"/>
                    </a:lnTo>
                    <a:lnTo>
                      <a:pt x="97" y="33"/>
                    </a:lnTo>
                    <a:lnTo>
                      <a:pt x="70" y="26"/>
                    </a:lnTo>
                    <a:lnTo>
                      <a:pt x="48" y="20"/>
                    </a:lnTo>
                    <a:lnTo>
                      <a:pt x="30" y="16"/>
                    </a:lnTo>
                    <a:lnTo>
                      <a:pt x="17" y="12"/>
                    </a:lnTo>
                    <a:lnTo>
                      <a:pt x="11" y="1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5" name="Freeform 26">
                <a:extLst>
                  <a:ext uri="{FF2B5EF4-FFF2-40B4-BE49-F238E27FC236}">
                    <a16:creationId xmlns:a16="http://schemas.microsoft.com/office/drawing/2014/main" id="{2561C7C2-8CC4-4F88-B042-C15F14FFC8A3}"/>
                  </a:ext>
                </a:extLst>
              </p:cNvPr>
              <p:cNvSpPr>
                <a:spLocks/>
              </p:cNvSpPr>
              <p:nvPr/>
            </p:nvSpPr>
            <p:spPr bwMode="auto">
              <a:xfrm>
                <a:off x="4138" y="3470"/>
                <a:ext cx="183" cy="52"/>
              </a:xfrm>
              <a:custGeom>
                <a:avLst/>
                <a:gdLst>
                  <a:gd name="T0" fmla="*/ 181 w 335"/>
                  <a:gd name="T1" fmla="*/ 22 h 97"/>
                  <a:gd name="T2" fmla="*/ 180 w 335"/>
                  <a:gd name="T3" fmla="*/ 16 h 97"/>
                  <a:gd name="T4" fmla="*/ 175 w 335"/>
                  <a:gd name="T5" fmla="*/ 13 h 97"/>
                  <a:gd name="T6" fmla="*/ 164 w 335"/>
                  <a:gd name="T7" fmla="*/ 12 h 97"/>
                  <a:gd name="T8" fmla="*/ 151 w 335"/>
                  <a:gd name="T9" fmla="*/ 11 h 97"/>
                  <a:gd name="T10" fmla="*/ 137 w 335"/>
                  <a:gd name="T11" fmla="*/ 10 h 97"/>
                  <a:gd name="T12" fmla="*/ 122 w 335"/>
                  <a:gd name="T13" fmla="*/ 8 h 97"/>
                  <a:gd name="T14" fmla="*/ 108 w 335"/>
                  <a:gd name="T15" fmla="*/ 5 h 97"/>
                  <a:gd name="T16" fmla="*/ 94 w 335"/>
                  <a:gd name="T17" fmla="*/ 3 h 97"/>
                  <a:gd name="T18" fmla="*/ 83 w 335"/>
                  <a:gd name="T19" fmla="*/ 2 h 97"/>
                  <a:gd name="T20" fmla="*/ 75 w 335"/>
                  <a:gd name="T21" fmla="*/ 2 h 97"/>
                  <a:gd name="T22" fmla="*/ 68 w 335"/>
                  <a:gd name="T23" fmla="*/ 8 h 97"/>
                  <a:gd name="T24" fmla="*/ 62 w 335"/>
                  <a:gd name="T25" fmla="*/ 14 h 97"/>
                  <a:gd name="T26" fmla="*/ 55 w 335"/>
                  <a:gd name="T27" fmla="*/ 18 h 97"/>
                  <a:gd name="T28" fmla="*/ 51 w 335"/>
                  <a:gd name="T29" fmla="*/ 20 h 97"/>
                  <a:gd name="T30" fmla="*/ 43 w 335"/>
                  <a:gd name="T31" fmla="*/ 21 h 97"/>
                  <a:gd name="T32" fmla="*/ 33 w 335"/>
                  <a:gd name="T33" fmla="*/ 23 h 97"/>
                  <a:gd name="T34" fmla="*/ 25 w 335"/>
                  <a:gd name="T35" fmla="*/ 25 h 97"/>
                  <a:gd name="T36" fmla="*/ 19 w 335"/>
                  <a:gd name="T37" fmla="*/ 27 h 97"/>
                  <a:gd name="T38" fmla="*/ 13 w 335"/>
                  <a:gd name="T39" fmla="*/ 33 h 97"/>
                  <a:gd name="T40" fmla="*/ 5 w 335"/>
                  <a:gd name="T41" fmla="*/ 41 h 97"/>
                  <a:gd name="T42" fmla="*/ 1 w 335"/>
                  <a:gd name="T43" fmla="*/ 48 h 97"/>
                  <a:gd name="T44" fmla="*/ 8 w 335"/>
                  <a:gd name="T45" fmla="*/ 51 h 97"/>
                  <a:gd name="T46" fmla="*/ 35 w 335"/>
                  <a:gd name="T47" fmla="*/ 52 h 97"/>
                  <a:gd name="T48" fmla="*/ 67 w 335"/>
                  <a:gd name="T49" fmla="*/ 52 h 97"/>
                  <a:gd name="T50" fmla="*/ 92 w 335"/>
                  <a:gd name="T51" fmla="*/ 51 h 97"/>
                  <a:gd name="T52" fmla="*/ 105 w 335"/>
                  <a:gd name="T53" fmla="*/ 48 h 97"/>
                  <a:gd name="T54" fmla="*/ 117 w 335"/>
                  <a:gd name="T55" fmla="*/ 45 h 97"/>
                  <a:gd name="T56" fmla="*/ 129 w 335"/>
                  <a:gd name="T57" fmla="*/ 42 h 97"/>
                  <a:gd name="T58" fmla="*/ 138 w 335"/>
                  <a:gd name="T59" fmla="*/ 40 h 97"/>
                  <a:gd name="T60" fmla="*/ 141 w 335"/>
                  <a:gd name="T61" fmla="*/ 42 h 97"/>
                  <a:gd name="T62" fmla="*/ 141 w 335"/>
                  <a:gd name="T63" fmla="*/ 46 h 97"/>
                  <a:gd name="T64" fmla="*/ 145 w 335"/>
                  <a:gd name="T65" fmla="*/ 48 h 97"/>
                  <a:gd name="T66" fmla="*/ 154 w 335"/>
                  <a:gd name="T67" fmla="*/ 47 h 97"/>
                  <a:gd name="T68" fmla="*/ 166 w 335"/>
                  <a:gd name="T69" fmla="*/ 47 h 97"/>
                  <a:gd name="T70" fmla="*/ 175 w 335"/>
                  <a:gd name="T71" fmla="*/ 45 h 97"/>
                  <a:gd name="T72" fmla="*/ 180 w 335"/>
                  <a:gd name="T73" fmla="*/ 44 h 97"/>
                  <a:gd name="T74" fmla="*/ 182 w 335"/>
                  <a:gd name="T75" fmla="*/ 44 h 97"/>
                  <a:gd name="T76" fmla="*/ 182 w 335"/>
                  <a:gd name="T77" fmla="*/ 41 h 97"/>
                  <a:gd name="T78" fmla="*/ 182 w 335"/>
                  <a:gd name="T79" fmla="*/ 32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5" h="97">
                    <a:moveTo>
                      <a:pt x="331" y="47"/>
                    </a:moveTo>
                    <a:lnTo>
                      <a:pt x="331" y="41"/>
                    </a:lnTo>
                    <a:lnTo>
                      <a:pt x="330" y="35"/>
                    </a:lnTo>
                    <a:lnTo>
                      <a:pt x="330" y="29"/>
                    </a:lnTo>
                    <a:lnTo>
                      <a:pt x="329" y="24"/>
                    </a:lnTo>
                    <a:lnTo>
                      <a:pt x="321" y="24"/>
                    </a:lnTo>
                    <a:lnTo>
                      <a:pt x="312" y="23"/>
                    </a:lnTo>
                    <a:lnTo>
                      <a:pt x="300" y="22"/>
                    </a:lnTo>
                    <a:lnTo>
                      <a:pt x="289" y="21"/>
                    </a:lnTo>
                    <a:lnTo>
                      <a:pt x="277" y="20"/>
                    </a:lnTo>
                    <a:lnTo>
                      <a:pt x="265" y="19"/>
                    </a:lnTo>
                    <a:lnTo>
                      <a:pt x="251" y="18"/>
                    </a:lnTo>
                    <a:lnTo>
                      <a:pt x="238" y="15"/>
                    </a:lnTo>
                    <a:lnTo>
                      <a:pt x="224" y="14"/>
                    </a:lnTo>
                    <a:lnTo>
                      <a:pt x="210" y="12"/>
                    </a:lnTo>
                    <a:lnTo>
                      <a:pt x="198" y="9"/>
                    </a:lnTo>
                    <a:lnTo>
                      <a:pt x="185" y="8"/>
                    </a:lnTo>
                    <a:lnTo>
                      <a:pt x="172" y="6"/>
                    </a:lnTo>
                    <a:lnTo>
                      <a:pt x="162" y="4"/>
                    </a:lnTo>
                    <a:lnTo>
                      <a:pt x="152" y="3"/>
                    </a:lnTo>
                    <a:lnTo>
                      <a:pt x="142" y="0"/>
                    </a:lnTo>
                    <a:lnTo>
                      <a:pt x="138" y="4"/>
                    </a:lnTo>
                    <a:lnTo>
                      <a:pt x="132" y="8"/>
                    </a:lnTo>
                    <a:lnTo>
                      <a:pt x="125" y="14"/>
                    </a:lnTo>
                    <a:lnTo>
                      <a:pt x="118" y="20"/>
                    </a:lnTo>
                    <a:lnTo>
                      <a:pt x="113" y="26"/>
                    </a:lnTo>
                    <a:lnTo>
                      <a:pt x="106" y="30"/>
                    </a:lnTo>
                    <a:lnTo>
                      <a:pt x="101" y="34"/>
                    </a:lnTo>
                    <a:lnTo>
                      <a:pt x="98" y="36"/>
                    </a:lnTo>
                    <a:lnTo>
                      <a:pt x="93" y="37"/>
                    </a:lnTo>
                    <a:lnTo>
                      <a:pt x="87" y="38"/>
                    </a:lnTo>
                    <a:lnTo>
                      <a:pt x="79" y="39"/>
                    </a:lnTo>
                    <a:lnTo>
                      <a:pt x="70" y="42"/>
                    </a:lnTo>
                    <a:lnTo>
                      <a:pt x="61" y="43"/>
                    </a:lnTo>
                    <a:lnTo>
                      <a:pt x="51" y="44"/>
                    </a:lnTo>
                    <a:lnTo>
                      <a:pt x="45" y="46"/>
                    </a:lnTo>
                    <a:lnTo>
                      <a:pt x="40" y="47"/>
                    </a:lnTo>
                    <a:lnTo>
                      <a:pt x="35" y="51"/>
                    </a:lnTo>
                    <a:lnTo>
                      <a:pt x="30" y="56"/>
                    </a:lnTo>
                    <a:lnTo>
                      <a:pt x="23" y="61"/>
                    </a:lnTo>
                    <a:lnTo>
                      <a:pt x="17" y="68"/>
                    </a:lnTo>
                    <a:lnTo>
                      <a:pt x="10" y="76"/>
                    </a:lnTo>
                    <a:lnTo>
                      <a:pt x="4" y="83"/>
                    </a:lnTo>
                    <a:lnTo>
                      <a:pt x="1" y="89"/>
                    </a:lnTo>
                    <a:lnTo>
                      <a:pt x="0" y="94"/>
                    </a:lnTo>
                    <a:lnTo>
                      <a:pt x="15" y="95"/>
                    </a:lnTo>
                    <a:lnTo>
                      <a:pt x="36" y="96"/>
                    </a:lnTo>
                    <a:lnTo>
                      <a:pt x="64" y="97"/>
                    </a:lnTo>
                    <a:lnTo>
                      <a:pt x="93" y="97"/>
                    </a:lnTo>
                    <a:lnTo>
                      <a:pt x="122" y="97"/>
                    </a:lnTo>
                    <a:lnTo>
                      <a:pt x="148" y="96"/>
                    </a:lnTo>
                    <a:lnTo>
                      <a:pt x="169" y="95"/>
                    </a:lnTo>
                    <a:lnTo>
                      <a:pt x="183" y="92"/>
                    </a:lnTo>
                    <a:lnTo>
                      <a:pt x="192" y="90"/>
                    </a:lnTo>
                    <a:lnTo>
                      <a:pt x="202" y="87"/>
                    </a:lnTo>
                    <a:lnTo>
                      <a:pt x="214" y="84"/>
                    </a:lnTo>
                    <a:lnTo>
                      <a:pt x="225" y="81"/>
                    </a:lnTo>
                    <a:lnTo>
                      <a:pt x="236" y="79"/>
                    </a:lnTo>
                    <a:lnTo>
                      <a:pt x="245" y="76"/>
                    </a:lnTo>
                    <a:lnTo>
                      <a:pt x="252" y="75"/>
                    </a:lnTo>
                    <a:lnTo>
                      <a:pt x="258" y="75"/>
                    </a:lnTo>
                    <a:lnTo>
                      <a:pt x="258" y="79"/>
                    </a:lnTo>
                    <a:lnTo>
                      <a:pt x="259" y="82"/>
                    </a:lnTo>
                    <a:lnTo>
                      <a:pt x="259" y="85"/>
                    </a:lnTo>
                    <a:lnTo>
                      <a:pt x="259" y="89"/>
                    </a:lnTo>
                    <a:lnTo>
                      <a:pt x="265" y="89"/>
                    </a:lnTo>
                    <a:lnTo>
                      <a:pt x="273" y="89"/>
                    </a:lnTo>
                    <a:lnTo>
                      <a:pt x="282" y="88"/>
                    </a:lnTo>
                    <a:lnTo>
                      <a:pt x="292" y="88"/>
                    </a:lnTo>
                    <a:lnTo>
                      <a:pt x="303" y="87"/>
                    </a:lnTo>
                    <a:lnTo>
                      <a:pt x="312" y="85"/>
                    </a:lnTo>
                    <a:lnTo>
                      <a:pt x="321" y="84"/>
                    </a:lnTo>
                    <a:lnTo>
                      <a:pt x="329" y="83"/>
                    </a:lnTo>
                    <a:lnTo>
                      <a:pt x="330" y="83"/>
                    </a:lnTo>
                    <a:lnTo>
                      <a:pt x="333" y="83"/>
                    </a:lnTo>
                    <a:lnTo>
                      <a:pt x="334" y="83"/>
                    </a:lnTo>
                    <a:lnTo>
                      <a:pt x="335" y="83"/>
                    </a:lnTo>
                    <a:lnTo>
                      <a:pt x="334" y="77"/>
                    </a:lnTo>
                    <a:lnTo>
                      <a:pt x="334" y="68"/>
                    </a:lnTo>
                    <a:lnTo>
                      <a:pt x="333" y="59"/>
                    </a:lnTo>
                    <a:lnTo>
                      <a:pt x="331" y="4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6" name="Freeform 27">
                <a:extLst>
                  <a:ext uri="{FF2B5EF4-FFF2-40B4-BE49-F238E27FC236}">
                    <a16:creationId xmlns:a16="http://schemas.microsoft.com/office/drawing/2014/main" id="{6FCB9160-AE3F-41E8-918C-DA3A891B22C3}"/>
                  </a:ext>
                </a:extLst>
              </p:cNvPr>
              <p:cNvSpPr>
                <a:spLocks/>
              </p:cNvSpPr>
              <p:nvPr/>
            </p:nvSpPr>
            <p:spPr bwMode="auto">
              <a:xfrm>
                <a:off x="4318" y="3471"/>
                <a:ext cx="123" cy="55"/>
              </a:xfrm>
              <a:custGeom>
                <a:avLst/>
                <a:gdLst>
                  <a:gd name="T0" fmla="*/ 26 w 225"/>
                  <a:gd name="T1" fmla="*/ 10 h 100"/>
                  <a:gd name="T2" fmla="*/ 38 w 225"/>
                  <a:gd name="T3" fmla="*/ 12 h 100"/>
                  <a:gd name="T4" fmla="*/ 52 w 225"/>
                  <a:gd name="T5" fmla="*/ 12 h 100"/>
                  <a:gd name="T6" fmla="*/ 67 w 225"/>
                  <a:gd name="T7" fmla="*/ 12 h 100"/>
                  <a:gd name="T8" fmla="*/ 82 w 225"/>
                  <a:gd name="T9" fmla="*/ 10 h 100"/>
                  <a:gd name="T10" fmla="*/ 96 w 225"/>
                  <a:gd name="T11" fmla="*/ 9 h 100"/>
                  <a:gd name="T12" fmla="*/ 108 w 225"/>
                  <a:gd name="T13" fmla="*/ 6 h 100"/>
                  <a:gd name="T14" fmla="*/ 119 w 225"/>
                  <a:gd name="T15" fmla="*/ 2 h 100"/>
                  <a:gd name="T16" fmla="*/ 121 w 225"/>
                  <a:gd name="T17" fmla="*/ 9 h 100"/>
                  <a:gd name="T18" fmla="*/ 119 w 225"/>
                  <a:gd name="T19" fmla="*/ 30 h 100"/>
                  <a:gd name="T20" fmla="*/ 112 w 225"/>
                  <a:gd name="T21" fmla="*/ 37 h 100"/>
                  <a:gd name="T22" fmla="*/ 103 w 225"/>
                  <a:gd name="T23" fmla="*/ 38 h 100"/>
                  <a:gd name="T24" fmla="*/ 96 w 225"/>
                  <a:gd name="T25" fmla="*/ 42 h 100"/>
                  <a:gd name="T26" fmla="*/ 92 w 225"/>
                  <a:gd name="T27" fmla="*/ 47 h 100"/>
                  <a:gd name="T28" fmla="*/ 90 w 225"/>
                  <a:gd name="T29" fmla="*/ 49 h 100"/>
                  <a:gd name="T30" fmla="*/ 84 w 225"/>
                  <a:gd name="T31" fmla="*/ 51 h 100"/>
                  <a:gd name="T32" fmla="*/ 79 w 225"/>
                  <a:gd name="T33" fmla="*/ 53 h 100"/>
                  <a:gd name="T34" fmla="*/ 73 w 225"/>
                  <a:gd name="T35" fmla="*/ 55 h 100"/>
                  <a:gd name="T36" fmla="*/ 65 w 225"/>
                  <a:gd name="T37" fmla="*/ 55 h 100"/>
                  <a:gd name="T38" fmla="*/ 51 w 225"/>
                  <a:gd name="T39" fmla="*/ 54 h 100"/>
                  <a:gd name="T40" fmla="*/ 33 w 225"/>
                  <a:gd name="T41" fmla="*/ 53 h 100"/>
                  <a:gd name="T42" fmla="*/ 18 w 225"/>
                  <a:gd name="T43" fmla="*/ 51 h 100"/>
                  <a:gd name="T44" fmla="*/ 9 w 225"/>
                  <a:gd name="T45" fmla="*/ 49 h 100"/>
                  <a:gd name="T46" fmla="*/ 3 w 225"/>
                  <a:gd name="T47" fmla="*/ 46 h 100"/>
                  <a:gd name="T48" fmla="*/ 1 w 225"/>
                  <a:gd name="T49" fmla="*/ 44 h 100"/>
                  <a:gd name="T50" fmla="*/ 3 w 225"/>
                  <a:gd name="T51" fmla="*/ 44 h 100"/>
                  <a:gd name="T52" fmla="*/ 3 w 225"/>
                  <a:gd name="T53" fmla="*/ 41 h 100"/>
                  <a:gd name="T54" fmla="*/ 2 w 225"/>
                  <a:gd name="T55" fmla="*/ 31 h 100"/>
                  <a:gd name="T56" fmla="*/ 5 w 225"/>
                  <a:gd name="T57" fmla="*/ 23 h 100"/>
                  <a:gd name="T58" fmla="*/ 16 w 225"/>
                  <a:gd name="T59" fmla="*/ 19 h 100"/>
                  <a:gd name="T60" fmla="*/ 20 w 225"/>
                  <a:gd name="T61" fmla="*/ 17 h 100"/>
                  <a:gd name="T62" fmla="*/ 21 w 225"/>
                  <a:gd name="T63" fmla="*/ 12 h 1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5" h="100">
                    <a:moveTo>
                      <a:pt x="38" y="18"/>
                    </a:moveTo>
                    <a:lnTo>
                      <a:pt x="47" y="19"/>
                    </a:lnTo>
                    <a:lnTo>
                      <a:pt x="59" y="20"/>
                    </a:lnTo>
                    <a:lnTo>
                      <a:pt x="70" y="21"/>
                    </a:lnTo>
                    <a:lnTo>
                      <a:pt x="83" y="21"/>
                    </a:lnTo>
                    <a:lnTo>
                      <a:pt x="96" y="21"/>
                    </a:lnTo>
                    <a:lnTo>
                      <a:pt x="110" y="21"/>
                    </a:lnTo>
                    <a:lnTo>
                      <a:pt x="122" y="21"/>
                    </a:lnTo>
                    <a:lnTo>
                      <a:pt x="136" y="20"/>
                    </a:lnTo>
                    <a:lnTo>
                      <a:pt x="150" y="19"/>
                    </a:lnTo>
                    <a:lnTo>
                      <a:pt x="163" y="18"/>
                    </a:lnTo>
                    <a:lnTo>
                      <a:pt x="175" y="16"/>
                    </a:lnTo>
                    <a:lnTo>
                      <a:pt x="188" y="13"/>
                    </a:lnTo>
                    <a:lnTo>
                      <a:pt x="198" y="11"/>
                    </a:lnTo>
                    <a:lnTo>
                      <a:pt x="209" y="8"/>
                    </a:lnTo>
                    <a:lnTo>
                      <a:pt x="218" y="4"/>
                    </a:lnTo>
                    <a:lnTo>
                      <a:pt x="225" y="0"/>
                    </a:lnTo>
                    <a:lnTo>
                      <a:pt x="222" y="16"/>
                    </a:lnTo>
                    <a:lnTo>
                      <a:pt x="220" y="36"/>
                    </a:lnTo>
                    <a:lnTo>
                      <a:pt x="217" y="55"/>
                    </a:lnTo>
                    <a:lnTo>
                      <a:pt x="213" y="66"/>
                    </a:lnTo>
                    <a:lnTo>
                      <a:pt x="205" y="68"/>
                    </a:lnTo>
                    <a:lnTo>
                      <a:pt x="196" y="69"/>
                    </a:lnTo>
                    <a:lnTo>
                      <a:pt x="188" y="69"/>
                    </a:lnTo>
                    <a:lnTo>
                      <a:pt x="181" y="69"/>
                    </a:lnTo>
                    <a:lnTo>
                      <a:pt x="175" y="77"/>
                    </a:lnTo>
                    <a:lnTo>
                      <a:pt x="172" y="82"/>
                    </a:lnTo>
                    <a:lnTo>
                      <a:pt x="169" y="86"/>
                    </a:lnTo>
                    <a:lnTo>
                      <a:pt x="166" y="88"/>
                    </a:lnTo>
                    <a:lnTo>
                      <a:pt x="164" y="89"/>
                    </a:lnTo>
                    <a:lnTo>
                      <a:pt x="159" y="91"/>
                    </a:lnTo>
                    <a:lnTo>
                      <a:pt x="154" y="93"/>
                    </a:lnTo>
                    <a:lnTo>
                      <a:pt x="150" y="95"/>
                    </a:lnTo>
                    <a:lnTo>
                      <a:pt x="144" y="96"/>
                    </a:lnTo>
                    <a:lnTo>
                      <a:pt x="138" y="99"/>
                    </a:lnTo>
                    <a:lnTo>
                      <a:pt x="133" y="100"/>
                    </a:lnTo>
                    <a:lnTo>
                      <a:pt x="127" y="100"/>
                    </a:lnTo>
                    <a:lnTo>
                      <a:pt x="119" y="100"/>
                    </a:lnTo>
                    <a:lnTo>
                      <a:pt x="107" y="99"/>
                    </a:lnTo>
                    <a:lnTo>
                      <a:pt x="93" y="99"/>
                    </a:lnTo>
                    <a:lnTo>
                      <a:pt x="77" y="97"/>
                    </a:lnTo>
                    <a:lnTo>
                      <a:pt x="61" y="96"/>
                    </a:lnTo>
                    <a:lnTo>
                      <a:pt x="46" y="95"/>
                    </a:lnTo>
                    <a:lnTo>
                      <a:pt x="33" y="93"/>
                    </a:lnTo>
                    <a:lnTo>
                      <a:pt x="23" y="92"/>
                    </a:lnTo>
                    <a:lnTo>
                      <a:pt x="17" y="89"/>
                    </a:lnTo>
                    <a:lnTo>
                      <a:pt x="10" y="87"/>
                    </a:lnTo>
                    <a:lnTo>
                      <a:pt x="5" y="84"/>
                    </a:lnTo>
                    <a:lnTo>
                      <a:pt x="0" y="80"/>
                    </a:lnTo>
                    <a:lnTo>
                      <a:pt x="1" y="80"/>
                    </a:lnTo>
                    <a:lnTo>
                      <a:pt x="4" y="80"/>
                    </a:lnTo>
                    <a:lnTo>
                      <a:pt x="5" y="80"/>
                    </a:lnTo>
                    <a:lnTo>
                      <a:pt x="6" y="80"/>
                    </a:lnTo>
                    <a:lnTo>
                      <a:pt x="5" y="74"/>
                    </a:lnTo>
                    <a:lnTo>
                      <a:pt x="5" y="65"/>
                    </a:lnTo>
                    <a:lnTo>
                      <a:pt x="4" y="56"/>
                    </a:lnTo>
                    <a:lnTo>
                      <a:pt x="2" y="44"/>
                    </a:lnTo>
                    <a:lnTo>
                      <a:pt x="10" y="42"/>
                    </a:lnTo>
                    <a:lnTo>
                      <a:pt x="21" y="39"/>
                    </a:lnTo>
                    <a:lnTo>
                      <a:pt x="30" y="35"/>
                    </a:lnTo>
                    <a:lnTo>
                      <a:pt x="36" y="33"/>
                    </a:lnTo>
                    <a:lnTo>
                      <a:pt x="36" y="30"/>
                    </a:lnTo>
                    <a:lnTo>
                      <a:pt x="37" y="25"/>
                    </a:lnTo>
                    <a:lnTo>
                      <a:pt x="38" y="21"/>
                    </a:lnTo>
                    <a:lnTo>
                      <a:pt x="38" y="1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7" name="Freeform 28">
                <a:extLst>
                  <a:ext uri="{FF2B5EF4-FFF2-40B4-BE49-F238E27FC236}">
                    <a16:creationId xmlns:a16="http://schemas.microsoft.com/office/drawing/2014/main" id="{9126D384-C2D7-4998-84D1-1339D86A5EA9}"/>
                  </a:ext>
                </a:extLst>
              </p:cNvPr>
              <p:cNvSpPr>
                <a:spLocks/>
              </p:cNvSpPr>
              <p:nvPr/>
            </p:nvSpPr>
            <p:spPr bwMode="auto">
              <a:xfrm>
                <a:off x="4284" y="3115"/>
                <a:ext cx="29" cy="96"/>
              </a:xfrm>
              <a:custGeom>
                <a:avLst/>
                <a:gdLst>
                  <a:gd name="T0" fmla="*/ 25 w 53"/>
                  <a:gd name="T1" fmla="*/ 59 h 176"/>
                  <a:gd name="T2" fmla="*/ 25 w 53"/>
                  <a:gd name="T3" fmla="*/ 69 h 176"/>
                  <a:gd name="T4" fmla="*/ 26 w 53"/>
                  <a:gd name="T5" fmla="*/ 80 h 176"/>
                  <a:gd name="T6" fmla="*/ 28 w 53"/>
                  <a:gd name="T7" fmla="*/ 89 h 176"/>
                  <a:gd name="T8" fmla="*/ 29 w 53"/>
                  <a:gd name="T9" fmla="*/ 96 h 176"/>
                  <a:gd name="T10" fmla="*/ 25 w 53"/>
                  <a:gd name="T11" fmla="*/ 84 h 176"/>
                  <a:gd name="T12" fmla="*/ 21 w 53"/>
                  <a:gd name="T13" fmla="*/ 74 h 176"/>
                  <a:gd name="T14" fmla="*/ 18 w 53"/>
                  <a:gd name="T15" fmla="*/ 65 h 176"/>
                  <a:gd name="T16" fmla="*/ 15 w 53"/>
                  <a:gd name="T17" fmla="*/ 59 h 176"/>
                  <a:gd name="T18" fmla="*/ 13 w 53"/>
                  <a:gd name="T19" fmla="*/ 54 h 176"/>
                  <a:gd name="T20" fmla="*/ 11 w 53"/>
                  <a:gd name="T21" fmla="*/ 47 h 176"/>
                  <a:gd name="T22" fmla="*/ 10 w 53"/>
                  <a:gd name="T23" fmla="*/ 40 h 176"/>
                  <a:gd name="T24" fmla="*/ 9 w 53"/>
                  <a:gd name="T25" fmla="*/ 35 h 176"/>
                  <a:gd name="T26" fmla="*/ 9 w 53"/>
                  <a:gd name="T27" fmla="*/ 29 h 176"/>
                  <a:gd name="T28" fmla="*/ 7 w 53"/>
                  <a:gd name="T29" fmla="*/ 19 h 176"/>
                  <a:gd name="T30" fmla="*/ 4 w 53"/>
                  <a:gd name="T31" fmla="*/ 9 h 176"/>
                  <a:gd name="T32" fmla="*/ 0 w 53"/>
                  <a:gd name="T33" fmla="*/ 0 h 176"/>
                  <a:gd name="T34" fmla="*/ 5 w 53"/>
                  <a:gd name="T35" fmla="*/ 6 h 176"/>
                  <a:gd name="T36" fmla="*/ 9 w 53"/>
                  <a:gd name="T37" fmla="*/ 12 h 176"/>
                  <a:gd name="T38" fmla="*/ 11 w 53"/>
                  <a:gd name="T39" fmla="*/ 19 h 176"/>
                  <a:gd name="T40" fmla="*/ 13 w 53"/>
                  <a:gd name="T41" fmla="*/ 27 h 176"/>
                  <a:gd name="T42" fmla="*/ 14 w 53"/>
                  <a:gd name="T43" fmla="*/ 38 h 176"/>
                  <a:gd name="T44" fmla="*/ 18 w 53"/>
                  <a:gd name="T45" fmla="*/ 47 h 176"/>
                  <a:gd name="T46" fmla="*/ 21 w 53"/>
                  <a:gd name="T47" fmla="*/ 55 h 176"/>
                  <a:gd name="T48" fmla="*/ 25 w 53"/>
                  <a:gd name="T49" fmla="*/ 59 h 1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176">
                    <a:moveTo>
                      <a:pt x="45" y="109"/>
                    </a:moveTo>
                    <a:lnTo>
                      <a:pt x="46" y="126"/>
                    </a:lnTo>
                    <a:lnTo>
                      <a:pt x="48" y="146"/>
                    </a:lnTo>
                    <a:lnTo>
                      <a:pt x="51" y="164"/>
                    </a:lnTo>
                    <a:lnTo>
                      <a:pt x="53" y="176"/>
                    </a:lnTo>
                    <a:lnTo>
                      <a:pt x="46" y="154"/>
                    </a:lnTo>
                    <a:lnTo>
                      <a:pt x="39" y="135"/>
                    </a:lnTo>
                    <a:lnTo>
                      <a:pt x="33" y="120"/>
                    </a:lnTo>
                    <a:lnTo>
                      <a:pt x="28" y="109"/>
                    </a:lnTo>
                    <a:lnTo>
                      <a:pt x="23" y="99"/>
                    </a:lnTo>
                    <a:lnTo>
                      <a:pt x="21" y="86"/>
                    </a:lnTo>
                    <a:lnTo>
                      <a:pt x="18" y="73"/>
                    </a:lnTo>
                    <a:lnTo>
                      <a:pt x="17" y="64"/>
                    </a:lnTo>
                    <a:lnTo>
                      <a:pt x="16" y="53"/>
                    </a:lnTo>
                    <a:lnTo>
                      <a:pt x="13" y="34"/>
                    </a:lnTo>
                    <a:lnTo>
                      <a:pt x="7" y="16"/>
                    </a:lnTo>
                    <a:lnTo>
                      <a:pt x="0" y="0"/>
                    </a:lnTo>
                    <a:lnTo>
                      <a:pt x="9" y="11"/>
                    </a:lnTo>
                    <a:lnTo>
                      <a:pt x="16" y="22"/>
                    </a:lnTo>
                    <a:lnTo>
                      <a:pt x="21" y="34"/>
                    </a:lnTo>
                    <a:lnTo>
                      <a:pt x="23" y="50"/>
                    </a:lnTo>
                    <a:lnTo>
                      <a:pt x="26" y="69"/>
                    </a:lnTo>
                    <a:lnTo>
                      <a:pt x="32" y="87"/>
                    </a:lnTo>
                    <a:lnTo>
                      <a:pt x="39" y="101"/>
                    </a:lnTo>
                    <a:lnTo>
                      <a:pt x="45" y="10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8" name="Freeform 29">
                <a:extLst>
                  <a:ext uri="{FF2B5EF4-FFF2-40B4-BE49-F238E27FC236}">
                    <a16:creationId xmlns:a16="http://schemas.microsoft.com/office/drawing/2014/main" id="{F27F880E-D095-4C93-999D-F23D7E61783C}"/>
                  </a:ext>
                </a:extLst>
              </p:cNvPr>
              <p:cNvSpPr>
                <a:spLocks/>
              </p:cNvSpPr>
              <p:nvPr/>
            </p:nvSpPr>
            <p:spPr bwMode="auto">
              <a:xfrm>
                <a:off x="4402" y="3068"/>
                <a:ext cx="29" cy="105"/>
              </a:xfrm>
              <a:custGeom>
                <a:avLst/>
                <a:gdLst>
                  <a:gd name="T0" fmla="*/ 25 w 52"/>
                  <a:gd name="T1" fmla="*/ 78 h 194"/>
                  <a:gd name="T2" fmla="*/ 26 w 52"/>
                  <a:gd name="T3" fmla="*/ 85 h 194"/>
                  <a:gd name="T4" fmla="*/ 27 w 52"/>
                  <a:gd name="T5" fmla="*/ 93 h 194"/>
                  <a:gd name="T6" fmla="*/ 28 w 52"/>
                  <a:gd name="T7" fmla="*/ 99 h 194"/>
                  <a:gd name="T8" fmla="*/ 29 w 52"/>
                  <a:gd name="T9" fmla="*/ 105 h 194"/>
                  <a:gd name="T10" fmla="*/ 25 w 52"/>
                  <a:gd name="T11" fmla="*/ 95 h 194"/>
                  <a:gd name="T12" fmla="*/ 20 w 52"/>
                  <a:gd name="T13" fmla="*/ 83 h 194"/>
                  <a:gd name="T14" fmla="*/ 14 w 52"/>
                  <a:gd name="T15" fmla="*/ 70 h 194"/>
                  <a:gd name="T16" fmla="*/ 8 w 52"/>
                  <a:gd name="T17" fmla="*/ 56 h 194"/>
                  <a:gd name="T18" fmla="*/ 4 w 52"/>
                  <a:gd name="T19" fmla="*/ 42 h 194"/>
                  <a:gd name="T20" fmla="*/ 2 w 52"/>
                  <a:gd name="T21" fmla="*/ 28 h 194"/>
                  <a:gd name="T22" fmla="*/ 0 w 52"/>
                  <a:gd name="T23" fmla="*/ 14 h 194"/>
                  <a:gd name="T24" fmla="*/ 2 w 52"/>
                  <a:gd name="T25" fmla="*/ 0 h 194"/>
                  <a:gd name="T26" fmla="*/ 3 w 52"/>
                  <a:gd name="T27" fmla="*/ 10 h 194"/>
                  <a:gd name="T28" fmla="*/ 5 w 52"/>
                  <a:gd name="T29" fmla="*/ 21 h 194"/>
                  <a:gd name="T30" fmla="*/ 8 w 52"/>
                  <a:gd name="T31" fmla="*/ 33 h 194"/>
                  <a:gd name="T32" fmla="*/ 11 w 52"/>
                  <a:gd name="T33" fmla="*/ 45 h 194"/>
                  <a:gd name="T34" fmla="*/ 15 w 52"/>
                  <a:gd name="T35" fmla="*/ 56 h 194"/>
                  <a:gd name="T36" fmla="*/ 19 w 52"/>
                  <a:gd name="T37" fmla="*/ 66 h 194"/>
                  <a:gd name="T38" fmla="*/ 22 w 52"/>
                  <a:gd name="T39" fmla="*/ 74 h 194"/>
                  <a:gd name="T40" fmla="*/ 25 w 52"/>
                  <a:gd name="T41" fmla="*/ 78 h 1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194">
                    <a:moveTo>
                      <a:pt x="45" y="145"/>
                    </a:moveTo>
                    <a:lnTo>
                      <a:pt x="47" y="157"/>
                    </a:lnTo>
                    <a:lnTo>
                      <a:pt x="49" y="171"/>
                    </a:lnTo>
                    <a:lnTo>
                      <a:pt x="51" y="183"/>
                    </a:lnTo>
                    <a:lnTo>
                      <a:pt x="52" y="194"/>
                    </a:lnTo>
                    <a:lnTo>
                      <a:pt x="44" y="175"/>
                    </a:lnTo>
                    <a:lnTo>
                      <a:pt x="35" y="153"/>
                    </a:lnTo>
                    <a:lnTo>
                      <a:pt x="25" y="129"/>
                    </a:lnTo>
                    <a:lnTo>
                      <a:pt x="15" y="104"/>
                    </a:lnTo>
                    <a:lnTo>
                      <a:pt x="7" y="77"/>
                    </a:lnTo>
                    <a:lnTo>
                      <a:pt x="3" y="51"/>
                    </a:lnTo>
                    <a:lnTo>
                      <a:pt x="0" y="26"/>
                    </a:lnTo>
                    <a:lnTo>
                      <a:pt x="3" y="0"/>
                    </a:lnTo>
                    <a:lnTo>
                      <a:pt x="5" y="19"/>
                    </a:lnTo>
                    <a:lnTo>
                      <a:pt x="9" y="39"/>
                    </a:lnTo>
                    <a:lnTo>
                      <a:pt x="14" y="61"/>
                    </a:lnTo>
                    <a:lnTo>
                      <a:pt x="20" y="83"/>
                    </a:lnTo>
                    <a:lnTo>
                      <a:pt x="27" y="104"/>
                    </a:lnTo>
                    <a:lnTo>
                      <a:pt x="34" y="122"/>
                    </a:lnTo>
                    <a:lnTo>
                      <a:pt x="40" y="136"/>
                    </a:lnTo>
                    <a:lnTo>
                      <a:pt x="45" y="1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9" name="Freeform 30">
                <a:extLst>
                  <a:ext uri="{FF2B5EF4-FFF2-40B4-BE49-F238E27FC236}">
                    <a16:creationId xmlns:a16="http://schemas.microsoft.com/office/drawing/2014/main" id="{1C035914-3DA0-45C6-995F-2BDCE8478029}"/>
                  </a:ext>
                </a:extLst>
              </p:cNvPr>
              <p:cNvSpPr>
                <a:spLocks/>
              </p:cNvSpPr>
              <p:nvPr/>
            </p:nvSpPr>
            <p:spPr bwMode="auto">
              <a:xfrm>
                <a:off x="4406" y="2839"/>
                <a:ext cx="21" cy="63"/>
              </a:xfrm>
              <a:custGeom>
                <a:avLst/>
                <a:gdLst>
                  <a:gd name="T0" fmla="*/ 16 w 42"/>
                  <a:gd name="T1" fmla="*/ 35 h 113"/>
                  <a:gd name="T2" fmla="*/ 18 w 42"/>
                  <a:gd name="T3" fmla="*/ 42 h 113"/>
                  <a:gd name="T4" fmla="*/ 19 w 42"/>
                  <a:gd name="T5" fmla="*/ 50 h 113"/>
                  <a:gd name="T6" fmla="*/ 20 w 42"/>
                  <a:gd name="T7" fmla="*/ 57 h 113"/>
                  <a:gd name="T8" fmla="*/ 21 w 42"/>
                  <a:gd name="T9" fmla="*/ 63 h 113"/>
                  <a:gd name="T10" fmla="*/ 19 w 42"/>
                  <a:gd name="T11" fmla="*/ 54 h 113"/>
                  <a:gd name="T12" fmla="*/ 15 w 42"/>
                  <a:gd name="T13" fmla="*/ 45 h 113"/>
                  <a:gd name="T14" fmla="*/ 11 w 42"/>
                  <a:gd name="T15" fmla="*/ 36 h 113"/>
                  <a:gd name="T16" fmla="*/ 8 w 42"/>
                  <a:gd name="T17" fmla="*/ 30 h 113"/>
                  <a:gd name="T18" fmla="*/ 5 w 42"/>
                  <a:gd name="T19" fmla="*/ 25 h 113"/>
                  <a:gd name="T20" fmla="*/ 3 w 42"/>
                  <a:gd name="T21" fmla="*/ 19 h 113"/>
                  <a:gd name="T22" fmla="*/ 1 w 42"/>
                  <a:gd name="T23" fmla="*/ 13 h 113"/>
                  <a:gd name="T24" fmla="*/ 0 w 42"/>
                  <a:gd name="T25" fmla="*/ 10 h 113"/>
                  <a:gd name="T26" fmla="*/ 0 w 42"/>
                  <a:gd name="T27" fmla="*/ 8 h 113"/>
                  <a:gd name="T28" fmla="*/ 1 w 42"/>
                  <a:gd name="T29" fmla="*/ 5 h 113"/>
                  <a:gd name="T30" fmla="*/ 1 w 42"/>
                  <a:gd name="T31" fmla="*/ 3 h 113"/>
                  <a:gd name="T32" fmla="*/ 1 w 42"/>
                  <a:gd name="T33" fmla="*/ 0 h 113"/>
                  <a:gd name="T34" fmla="*/ 5 w 42"/>
                  <a:gd name="T35" fmla="*/ 8 h 113"/>
                  <a:gd name="T36" fmla="*/ 9 w 42"/>
                  <a:gd name="T37" fmla="*/ 19 h 113"/>
                  <a:gd name="T38" fmla="*/ 13 w 42"/>
                  <a:gd name="T39" fmla="*/ 28 h 113"/>
                  <a:gd name="T40" fmla="*/ 16 w 42"/>
                  <a:gd name="T41" fmla="*/ 35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13">
                    <a:moveTo>
                      <a:pt x="32" y="62"/>
                    </a:moveTo>
                    <a:lnTo>
                      <a:pt x="36" y="76"/>
                    </a:lnTo>
                    <a:lnTo>
                      <a:pt x="38" y="90"/>
                    </a:lnTo>
                    <a:lnTo>
                      <a:pt x="40" y="103"/>
                    </a:lnTo>
                    <a:lnTo>
                      <a:pt x="42" y="113"/>
                    </a:lnTo>
                    <a:lnTo>
                      <a:pt x="37" y="97"/>
                    </a:lnTo>
                    <a:lnTo>
                      <a:pt x="29" y="80"/>
                    </a:lnTo>
                    <a:lnTo>
                      <a:pt x="22" y="65"/>
                    </a:lnTo>
                    <a:lnTo>
                      <a:pt x="15" y="54"/>
                    </a:lnTo>
                    <a:lnTo>
                      <a:pt x="9" y="45"/>
                    </a:lnTo>
                    <a:lnTo>
                      <a:pt x="5" y="34"/>
                    </a:lnTo>
                    <a:lnTo>
                      <a:pt x="1" y="23"/>
                    </a:lnTo>
                    <a:lnTo>
                      <a:pt x="0" y="18"/>
                    </a:lnTo>
                    <a:lnTo>
                      <a:pt x="0" y="14"/>
                    </a:lnTo>
                    <a:lnTo>
                      <a:pt x="1" y="9"/>
                    </a:lnTo>
                    <a:lnTo>
                      <a:pt x="1" y="5"/>
                    </a:lnTo>
                    <a:lnTo>
                      <a:pt x="2" y="0"/>
                    </a:lnTo>
                    <a:lnTo>
                      <a:pt x="9" y="15"/>
                    </a:lnTo>
                    <a:lnTo>
                      <a:pt x="17" y="34"/>
                    </a:lnTo>
                    <a:lnTo>
                      <a:pt x="25" y="51"/>
                    </a:lnTo>
                    <a:lnTo>
                      <a:pt x="32" y="6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0" name="Freeform 31">
                <a:extLst>
                  <a:ext uri="{FF2B5EF4-FFF2-40B4-BE49-F238E27FC236}">
                    <a16:creationId xmlns:a16="http://schemas.microsoft.com/office/drawing/2014/main" id="{DED045D7-C0AD-4BF0-A7A0-42AF66647683}"/>
                  </a:ext>
                </a:extLst>
              </p:cNvPr>
              <p:cNvSpPr>
                <a:spLocks/>
              </p:cNvSpPr>
              <p:nvPr/>
            </p:nvSpPr>
            <p:spPr bwMode="auto">
              <a:xfrm>
                <a:off x="4480" y="2665"/>
                <a:ext cx="15" cy="65"/>
              </a:xfrm>
              <a:custGeom>
                <a:avLst/>
                <a:gdLst>
                  <a:gd name="T0" fmla="*/ 15 w 29"/>
                  <a:gd name="T1" fmla="*/ 61 h 120"/>
                  <a:gd name="T2" fmla="*/ 14 w 29"/>
                  <a:gd name="T3" fmla="*/ 62 h 120"/>
                  <a:gd name="T4" fmla="*/ 14 w 29"/>
                  <a:gd name="T5" fmla="*/ 63 h 120"/>
                  <a:gd name="T6" fmla="*/ 14 w 29"/>
                  <a:gd name="T7" fmla="*/ 64 h 120"/>
                  <a:gd name="T8" fmla="*/ 14 w 29"/>
                  <a:gd name="T9" fmla="*/ 65 h 120"/>
                  <a:gd name="T10" fmla="*/ 11 w 29"/>
                  <a:gd name="T11" fmla="*/ 57 h 120"/>
                  <a:gd name="T12" fmla="*/ 7 w 29"/>
                  <a:gd name="T13" fmla="*/ 48 h 120"/>
                  <a:gd name="T14" fmla="*/ 4 w 29"/>
                  <a:gd name="T15" fmla="*/ 37 h 120"/>
                  <a:gd name="T16" fmla="*/ 2 w 29"/>
                  <a:gd name="T17" fmla="*/ 27 h 120"/>
                  <a:gd name="T18" fmla="*/ 1 w 29"/>
                  <a:gd name="T19" fmla="*/ 16 h 120"/>
                  <a:gd name="T20" fmla="*/ 0 w 29"/>
                  <a:gd name="T21" fmla="*/ 8 h 120"/>
                  <a:gd name="T22" fmla="*/ 0 w 29"/>
                  <a:gd name="T23" fmla="*/ 3 h 120"/>
                  <a:gd name="T24" fmla="*/ 2 w 29"/>
                  <a:gd name="T25" fmla="*/ 0 h 120"/>
                  <a:gd name="T26" fmla="*/ 5 w 29"/>
                  <a:gd name="T27" fmla="*/ 4 h 120"/>
                  <a:gd name="T28" fmla="*/ 8 w 29"/>
                  <a:gd name="T29" fmla="*/ 14 h 120"/>
                  <a:gd name="T30" fmla="*/ 9 w 29"/>
                  <a:gd name="T31" fmla="*/ 25 h 120"/>
                  <a:gd name="T32" fmla="*/ 9 w 29"/>
                  <a:gd name="T33" fmla="*/ 33 h 120"/>
                  <a:gd name="T34" fmla="*/ 8 w 29"/>
                  <a:gd name="T35" fmla="*/ 40 h 120"/>
                  <a:gd name="T36" fmla="*/ 9 w 29"/>
                  <a:gd name="T37" fmla="*/ 48 h 120"/>
                  <a:gd name="T38" fmla="*/ 11 w 29"/>
                  <a:gd name="T39" fmla="*/ 56 h 120"/>
                  <a:gd name="T40" fmla="*/ 15 w 29"/>
                  <a:gd name="T41" fmla="*/ 61 h 1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 h="120">
                    <a:moveTo>
                      <a:pt x="29" y="113"/>
                    </a:moveTo>
                    <a:lnTo>
                      <a:pt x="28" y="115"/>
                    </a:lnTo>
                    <a:lnTo>
                      <a:pt x="28" y="116"/>
                    </a:lnTo>
                    <a:lnTo>
                      <a:pt x="28" y="119"/>
                    </a:lnTo>
                    <a:lnTo>
                      <a:pt x="28" y="120"/>
                    </a:lnTo>
                    <a:lnTo>
                      <a:pt x="21" y="106"/>
                    </a:lnTo>
                    <a:lnTo>
                      <a:pt x="14" y="89"/>
                    </a:lnTo>
                    <a:lnTo>
                      <a:pt x="8" y="69"/>
                    </a:lnTo>
                    <a:lnTo>
                      <a:pt x="4" y="50"/>
                    </a:lnTo>
                    <a:lnTo>
                      <a:pt x="1" y="30"/>
                    </a:lnTo>
                    <a:lnTo>
                      <a:pt x="0" y="15"/>
                    </a:lnTo>
                    <a:lnTo>
                      <a:pt x="0" y="5"/>
                    </a:lnTo>
                    <a:lnTo>
                      <a:pt x="4" y="0"/>
                    </a:lnTo>
                    <a:lnTo>
                      <a:pt x="10" y="7"/>
                    </a:lnTo>
                    <a:lnTo>
                      <a:pt x="15" y="25"/>
                    </a:lnTo>
                    <a:lnTo>
                      <a:pt x="17" y="46"/>
                    </a:lnTo>
                    <a:lnTo>
                      <a:pt x="17" y="61"/>
                    </a:lnTo>
                    <a:lnTo>
                      <a:pt x="16" y="74"/>
                    </a:lnTo>
                    <a:lnTo>
                      <a:pt x="17" y="89"/>
                    </a:lnTo>
                    <a:lnTo>
                      <a:pt x="22" y="103"/>
                    </a:lnTo>
                    <a:lnTo>
                      <a:pt x="29" y="11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1" name="Freeform 32">
                <a:extLst>
                  <a:ext uri="{FF2B5EF4-FFF2-40B4-BE49-F238E27FC236}">
                    <a16:creationId xmlns:a16="http://schemas.microsoft.com/office/drawing/2014/main" id="{E065F759-B6BA-4092-B8CB-54779DC8FF65}"/>
                  </a:ext>
                </a:extLst>
              </p:cNvPr>
              <p:cNvSpPr>
                <a:spLocks/>
              </p:cNvSpPr>
              <p:nvPr/>
            </p:nvSpPr>
            <p:spPr bwMode="auto">
              <a:xfrm>
                <a:off x="4429" y="2821"/>
                <a:ext cx="8" cy="9"/>
              </a:xfrm>
              <a:custGeom>
                <a:avLst/>
                <a:gdLst>
                  <a:gd name="T0" fmla="*/ 4 w 16"/>
                  <a:gd name="T1" fmla="*/ 9 h 16"/>
                  <a:gd name="T2" fmla="*/ 6 w 16"/>
                  <a:gd name="T3" fmla="*/ 8 h 16"/>
                  <a:gd name="T4" fmla="*/ 7 w 16"/>
                  <a:gd name="T5" fmla="*/ 8 h 16"/>
                  <a:gd name="T6" fmla="*/ 8 w 16"/>
                  <a:gd name="T7" fmla="*/ 6 h 16"/>
                  <a:gd name="T8" fmla="*/ 8 w 16"/>
                  <a:gd name="T9" fmla="*/ 5 h 16"/>
                  <a:gd name="T10" fmla="*/ 8 w 16"/>
                  <a:gd name="T11" fmla="*/ 2 h 16"/>
                  <a:gd name="T12" fmla="*/ 7 w 16"/>
                  <a:gd name="T13" fmla="*/ 1 h 16"/>
                  <a:gd name="T14" fmla="*/ 6 w 16"/>
                  <a:gd name="T15" fmla="*/ 1 h 16"/>
                  <a:gd name="T16" fmla="*/ 4 w 16"/>
                  <a:gd name="T17" fmla="*/ 0 h 16"/>
                  <a:gd name="T18" fmla="*/ 2 w 16"/>
                  <a:gd name="T19" fmla="*/ 1 h 16"/>
                  <a:gd name="T20" fmla="*/ 1 w 16"/>
                  <a:gd name="T21" fmla="*/ 1 h 16"/>
                  <a:gd name="T22" fmla="*/ 1 w 16"/>
                  <a:gd name="T23" fmla="*/ 2 h 16"/>
                  <a:gd name="T24" fmla="*/ 0 w 16"/>
                  <a:gd name="T25" fmla="*/ 5 h 16"/>
                  <a:gd name="T26" fmla="*/ 1 w 16"/>
                  <a:gd name="T27" fmla="*/ 6 h 16"/>
                  <a:gd name="T28" fmla="*/ 1 w 16"/>
                  <a:gd name="T29" fmla="*/ 8 h 16"/>
                  <a:gd name="T30" fmla="*/ 2 w 16"/>
                  <a:gd name="T31" fmla="*/ 8 h 16"/>
                  <a:gd name="T32" fmla="*/ 4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1" y="15"/>
                    </a:lnTo>
                    <a:lnTo>
                      <a:pt x="14" y="14"/>
                    </a:lnTo>
                    <a:lnTo>
                      <a:pt x="15" y="11"/>
                    </a:lnTo>
                    <a:lnTo>
                      <a:pt x="16" y="8"/>
                    </a:lnTo>
                    <a:lnTo>
                      <a:pt x="15" y="4"/>
                    </a:lnTo>
                    <a:lnTo>
                      <a:pt x="14" y="2"/>
                    </a:lnTo>
                    <a:lnTo>
                      <a:pt x="11" y="1"/>
                    </a:lnTo>
                    <a:lnTo>
                      <a:pt x="8" y="0"/>
                    </a:lnTo>
                    <a:lnTo>
                      <a:pt x="4" y="1"/>
                    </a:lnTo>
                    <a:lnTo>
                      <a:pt x="2" y="2"/>
                    </a:lnTo>
                    <a:lnTo>
                      <a:pt x="1" y="4"/>
                    </a:lnTo>
                    <a:lnTo>
                      <a:pt x="0" y="8"/>
                    </a:lnTo>
                    <a:lnTo>
                      <a:pt x="1" y="11"/>
                    </a:lnTo>
                    <a:lnTo>
                      <a:pt x="2" y="14"/>
                    </a:lnTo>
                    <a:lnTo>
                      <a:pt x="4"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2" name="Freeform 33">
                <a:extLst>
                  <a:ext uri="{FF2B5EF4-FFF2-40B4-BE49-F238E27FC236}">
                    <a16:creationId xmlns:a16="http://schemas.microsoft.com/office/drawing/2014/main" id="{906F09CA-4B4C-44D1-ABB0-085359AA9573}"/>
                  </a:ext>
                </a:extLst>
              </p:cNvPr>
              <p:cNvSpPr>
                <a:spLocks/>
              </p:cNvSpPr>
              <p:nvPr/>
            </p:nvSpPr>
            <p:spPr bwMode="auto">
              <a:xfrm>
                <a:off x="4439" y="2828"/>
                <a:ext cx="9" cy="9"/>
              </a:xfrm>
              <a:custGeom>
                <a:avLst/>
                <a:gdLst>
                  <a:gd name="T0" fmla="*/ 5 w 15"/>
                  <a:gd name="T1" fmla="*/ 9 h 16"/>
                  <a:gd name="T2" fmla="*/ 7 w 15"/>
                  <a:gd name="T3" fmla="*/ 8 h 16"/>
                  <a:gd name="T4" fmla="*/ 8 w 15"/>
                  <a:gd name="T5" fmla="*/ 7 h 16"/>
                  <a:gd name="T6" fmla="*/ 8 w 15"/>
                  <a:gd name="T7" fmla="*/ 6 h 16"/>
                  <a:gd name="T8" fmla="*/ 9 w 15"/>
                  <a:gd name="T9" fmla="*/ 5 h 16"/>
                  <a:gd name="T10" fmla="*/ 8 w 15"/>
                  <a:gd name="T11" fmla="*/ 2 h 16"/>
                  <a:gd name="T12" fmla="*/ 8 w 15"/>
                  <a:gd name="T13" fmla="*/ 1 h 16"/>
                  <a:gd name="T14" fmla="*/ 7 w 15"/>
                  <a:gd name="T15" fmla="*/ 1 h 16"/>
                  <a:gd name="T16" fmla="*/ 5 w 15"/>
                  <a:gd name="T17" fmla="*/ 0 h 16"/>
                  <a:gd name="T18" fmla="*/ 3 w 15"/>
                  <a:gd name="T19" fmla="*/ 1 h 16"/>
                  <a:gd name="T20" fmla="*/ 2 w 15"/>
                  <a:gd name="T21" fmla="*/ 1 h 16"/>
                  <a:gd name="T22" fmla="*/ 1 w 15"/>
                  <a:gd name="T23" fmla="*/ 2 h 16"/>
                  <a:gd name="T24" fmla="*/ 0 w 15"/>
                  <a:gd name="T25" fmla="*/ 5 h 16"/>
                  <a:gd name="T26" fmla="*/ 1 w 15"/>
                  <a:gd name="T27" fmla="*/ 6 h 16"/>
                  <a:gd name="T28" fmla="*/ 2 w 15"/>
                  <a:gd name="T29" fmla="*/ 7 h 16"/>
                  <a:gd name="T30" fmla="*/ 3 w 15"/>
                  <a:gd name="T31" fmla="*/ 8 h 16"/>
                  <a:gd name="T32" fmla="*/ 5 w 15"/>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16">
                    <a:moveTo>
                      <a:pt x="8" y="16"/>
                    </a:moveTo>
                    <a:lnTo>
                      <a:pt x="11" y="14"/>
                    </a:lnTo>
                    <a:lnTo>
                      <a:pt x="13" y="13"/>
                    </a:lnTo>
                    <a:lnTo>
                      <a:pt x="14" y="11"/>
                    </a:lnTo>
                    <a:lnTo>
                      <a:pt x="15" y="8"/>
                    </a:lnTo>
                    <a:lnTo>
                      <a:pt x="14" y="4"/>
                    </a:lnTo>
                    <a:lnTo>
                      <a:pt x="13" y="2"/>
                    </a:lnTo>
                    <a:lnTo>
                      <a:pt x="11" y="1"/>
                    </a:lnTo>
                    <a:lnTo>
                      <a:pt x="8" y="0"/>
                    </a:lnTo>
                    <a:lnTo>
                      <a:pt x="5" y="1"/>
                    </a:lnTo>
                    <a:lnTo>
                      <a:pt x="3" y="2"/>
                    </a:lnTo>
                    <a:lnTo>
                      <a:pt x="2" y="4"/>
                    </a:lnTo>
                    <a:lnTo>
                      <a:pt x="0" y="8"/>
                    </a:lnTo>
                    <a:lnTo>
                      <a:pt x="2" y="11"/>
                    </a:lnTo>
                    <a:lnTo>
                      <a:pt x="3" y="13"/>
                    </a:lnTo>
                    <a:lnTo>
                      <a:pt x="5" y="14"/>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3" name="Freeform 34">
                <a:extLst>
                  <a:ext uri="{FF2B5EF4-FFF2-40B4-BE49-F238E27FC236}">
                    <a16:creationId xmlns:a16="http://schemas.microsoft.com/office/drawing/2014/main" id="{494E1D0F-A86B-4E1B-B7EE-5C8EA458EAB7}"/>
                  </a:ext>
                </a:extLst>
              </p:cNvPr>
              <p:cNvSpPr>
                <a:spLocks/>
              </p:cNvSpPr>
              <p:nvPr/>
            </p:nvSpPr>
            <p:spPr bwMode="auto">
              <a:xfrm>
                <a:off x="4450" y="2835"/>
                <a:ext cx="9" cy="9"/>
              </a:xfrm>
              <a:custGeom>
                <a:avLst/>
                <a:gdLst>
                  <a:gd name="T0" fmla="*/ 5 w 16"/>
                  <a:gd name="T1" fmla="*/ 9 h 16"/>
                  <a:gd name="T2" fmla="*/ 7 w 16"/>
                  <a:gd name="T3" fmla="*/ 8 h 16"/>
                  <a:gd name="T4" fmla="*/ 8 w 16"/>
                  <a:gd name="T5" fmla="*/ 8 h 16"/>
                  <a:gd name="T6" fmla="*/ 8 w 16"/>
                  <a:gd name="T7" fmla="*/ 7 h 16"/>
                  <a:gd name="T8" fmla="*/ 9 w 16"/>
                  <a:gd name="T9" fmla="*/ 5 h 16"/>
                  <a:gd name="T10" fmla="*/ 8 w 16"/>
                  <a:gd name="T11" fmla="*/ 3 h 16"/>
                  <a:gd name="T12" fmla="*/ 8 w 16"/>
                  <a:gd name="T13" fmla="*/ 1 h 16"/>
                  <a:gd name="T14" fmla="*/ 7 w 16"/>
                  <a:gd name="T15" fmla="*/ 1 h 16"/>
                  <a:gd name="T16" fmla="*/ 5 w 16"/>
                  <a:gd name="T17" fmla="*/ 0 h 16"/>
                  <a:gd name="T18" fmla="*/ 3 w 16"/>
                  <a:gd name="T19" fmla="*/ 1 h 16"/>
                  <a:gd name="T20" fmla="*/ 1 w 16"/>
                  <a:gd name="T21" fmla="*/ 1 h 16"/>
                  <a:gd name="T22" fmla="*/ 1 w 16"/>
                  <a:gd name="T23" fmla="*/ 3 h 16"/>
                  <a:gd name="T24" fmla="*/ 0 w 16"/>
                  <a:gd name="T25" fmla="*/ 5 h 16"/>
                  <a:gd name="T26" fmla="*/ 1 w 16"/>
                  <a:gd name="T27" fmla="*/ 7 h 16"/>
                  <a:gd name="T28" fmla="*/ 1 w 16"/>
                  <a:gd name="T29" fmla="*/ 8 h 16"/>
                  <a:gd name="T30" fmla="*/ 3 w 16"/>
                  <a:gd name="T31" fmla="*/ 8 h 16"/>
                  <a:gd name="T32" fmla="*/ 5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2" y="15"/>
                    </a:lnTo>
                    <a:lnTo>
                      <a:pt x="14" y="14"/>
                    </a:lnTo>
                    <a:lnTo>
                      <a:pt x="15" y="12"/>
                    </a:lnTo>
                    <a:lnTo>
                      <a:pt x="16" y="8"/>
                    </a:lnTo>
                    <a:lnTo>
                      <a:pt x="15" y="6"/>
                    </a:lnTo>
                    <a:lnTo>
                      <a:pt x="14" y="2"/>
                    </a:lnTo>
                    <a:lnTo>
                      <a:pt x="12" y="1"/>
                    </a:lnTo>
                    <a:lnTo>
                      <a:pt x="8" y="0"/>
                    </a:lnTo>
                    <a:lnTo>
                      <a:pt x="5" y="1"/>
                    </a:lnTo>
                    <a:lnTo>
                      <a:pt x="2" y="2"/>
                    </a:lnTo>
                    <a:lnTo>
                      <a:pt x="1" y="6"/>
                    </a:lnTo>
                    <a:lnTo>
                      <a:pt x="0" y="8"/>
                    </a:lnTo>
                    <a:lnTo>
                      <a:pt x="1" y="12"/>
                    </a:lnTo>
                    <a:lnTo>
                      <a:pt x="2" y="14"/>
                    </a:lnTo>
                    <a:lnTo>
                      <a:pt x="5"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4" name="Freeform 35">
                <a:extLst>
                  <a:ext uri="{FF2B5EF4-FFF2-40B4-BE49-F238E27FC236}">
                    <a16:creationId xmlns:a16="http://schemas.microsoft.com/office/drawing/2014/main" id="{C453DB80-FD35-4B64-811F-BD4602EE45A8}"/>
                  </a:ext>
                </a:extLst>
              </p:cNvPr>
              <p:cNvSpPr>
                <a:spLocks/>
              </p:cNvSpPr>
              <p:nvPr/>
            </p:nvSpPr>
            <p:spPr bwMode="auto">
              <a:xfrm>
                <a:off x="4422" y="2747"/>
                <a:ext cx="70" cy="75"/>
              </a:xfrm>
              <a:custGeom>
                <a:avLst/>
                <a:gdLst>
                  <a:gd name="T0" fmla="*/ 10 w 128"/>
                  <a:gd name="T1" fmla="*/ 14 h 137"/>
                  <a:gd name="T2" fmla="*/ 6 w 128"/>
                  <a:gd name="T3" fmla="*/ 55 h 137"/>
                  <a:gd name="T4" fmla="*/ 4 w 128"/>
                  <a:gd name="T5" fmla="*/ 71 h 137"/>
                  <a:gd name="T6" fmla="*/ 13 w 128"/>
                  <a:gd name="T7" fmla="*/ 71 h 137"/>
                  <a:gd name="T8" fmla="*/ 16 w 128"/>
                  <a:gd name="T9" fmla="*/ 70 h 137"/>
                  <a:gd name="T10" fmla="*/ 11 w 128"/>
                  <a:gd name="T11" fmla="*/ 67 h 137"/>
                  <a:gd name="T12" fmla="*/ 13 w 128"/>
                  <a:gd name="T13" fmla="*/ 62 h 137"/>
                  <a:gd name="T14" fmla="*/ 19 w 128"/>
                  <a:gd name="T15" fmla="*/ 55 h 137"/>
                  <a:gd name="T16" fmla="*/ 21 w 128"/>
                  <a:gd name="T17" fmla="*/ 50 h 137"/>
                  <a:gd name="T18" fmla="*/ 24 w 128"/>
                  <a:gd name="T19" fmla="*/ 38 h 137"/>
                  <a:gd name="T20" fmla="*/ 26 w 128"/>
                  <a:gd name="T21" fmla="*/ 33 h 137"/>
                  <a:gd name="T22" fmla="*/ 30 w 128"/>
                  <a:gd name="T23" fmla="*/ 31 h 137"/>
                  <a:gd name="T24" fmla="*/ 34 w 128"/>
                  <a:gd name="T25" fmla="*/ 37 h 137"/>
                  <a:gd name="T26" fmla="*/ 42 w 128"/>
                  <a:gd name="T27" fmla="*/ 60 h 137"/>
                  <a:gd name="T28" fmla="*/ 44 w 128"/>
                  <a:gd name="T29" fmla="*/ 70 h 137"/>
                  <a:gd name="T30" fmla="*/ 43 w 128"/>
                  <a:gd name="T31" fmla="*/ 73 h 137"/>
                  <a:gd name="T32" fmla="*/ 45 w 128"/>
                  <a:gd name="T33" fmla="*/ 75 h 137"/>
                  <a:gd name="T34" fmla="*/ 50 w 128"/>
                  <a:gd name="T35" fmla="*/ 74 h 137"/>
                  <a:gd name="T36" fmla="*/ 52 w 128"/>
                  <a:gd name="T37" fmla="*/ 66 h 137"/>
                  <a:gd name="T38" fmla="*/ 51 w 128"/>
                  <a:gd name="T39" fmla="*/ 39 h 137"/>
                  <a:gd name="T40" fmla="*/ 53 w 128"/>
                  <a:gd name="T41" fmla="*/ 31 h 137"/>
                  <a:gd name="T42" fmla="*/ 58 w 128"/>
                  <a:gd name="T43" fmla="*/ 32 h 137"/>
                  <a:gd name="T44" fmla="*/ 63 w 128"/>
                  <a:gd name="T45" fmla="*/ 33 h 137"/>
                  <a:gd name="T46" fmla="*/ 69 w 128"/>
                  <a:gd name="T47" fmla="*/ 38 h 137"/>
                  <a:gd name="T48" fmla="*/ 70 w 128"/>
                  <a:gd name="T49" fmla="*/ 38 h 137"/>
                  <a:gd name="T50" fmla="*/ 67 w 128"/>
                  <a:gd name="T51" fmla="*/ 31 h 137"/>
                  <a:gd name="T52" fmla="*/ 62 w 128"/>
                  <a:gd name="T53" fmla="*/ 28 h 137"/>
                  <a:gd name="T54" fmla="*/ 57 w 128"/>
                  <a:gd name="T55" fmla="*/ 27 h 137"/>
                  <a:gd name="T56" fmla="*/ 51 w 128"/>
                  <a:gd name="T57" fmla="*/ 26 h 137"/>
                  <a:gd name="T58" fmla="*/ 46 w 128"/>
                  <a:gd name="T59" fmla="*/ 25 h 137"/>
                  <a:gd name="T60" fmla="*/ 42 w 128"/>
                  <a:gd name="T61" fmla="*/ 24 h 137"/>
                  <a:gd name="T62" fmla="*/ 35 w 128"/>
                  <a:gd name="T63" fmla="*/ 16 h 137"/>
                  <a:gd name="T64" fmla="*/ 25 w 128"/>
                  <a:gd name="T65" fmla="*/ 8 h 137"/>
                  <a:gd name="T66" fmla="*/ 15 w 128"/>
                  <a:gd name="T67" fmla="*/ 1 h 1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28" h="137">
                    <a:moveTo>
                      <a:pt x="19" y="0"/>
                    </a:moveTo>
                    <a:lnTo>
                      <a:pt x="19" y="25"/>
                    </a:lnTo>
                    <a:lnTo>
                      <a:pt x="16" y="63"/>
                    </a:lnTo>
                    <a:lnTo>
                      <a:pt x="11" y="101"/>
                    </a:lnTo>
                    <a:lnTo>
                      <a:pt x="0" y="129"/>
                    </a:lnTo>
                    <a:lnTo>
                      <a:pt x="7" y="129"/>
                    </a:lnTo>
                    <a:lnTo>
                      <a:pt x="15" y="129"/>
                    </a:lnTo>
                    <a:lnTo>
                      <a:pt x="23" y="130"/>
                    </a:lnTo>
                    <a:lnTo>
                      <a:pt x="29" y="130"/>
                    </a:lnTo>
                    <a:lnTo>
                      <a:pt x="29" y="128"/>
                    </a:lnTo>
                    <a:lnTo>
                      <a:pt x="25" y="125"/>
                    </a:lnTo>
                    <a:lnTo>
                      <a:pt x="21" y="123"/>
                    </a:lnTo>
                    <a:lnTo>
                      <a:pt x="15" y="121"/>
                    </a:lnTo>
                    <a:lnTo>
                      <a:pt x="23" y="114"/>
                    </a:lnTo>
                    <a:lnTo>
                      <a:pt x="30" y="107"/>
                    </a:lnTo>
                    <a:lnTo>
                      <a:pt x="35" y="101"/>
                    </a:lnTo>
                    <a:lnTo>
                      <a:pt x="37" y="97"/>
                    </a:lnTo>
                    <a:lnTo>
                      <a:pt x="39" y="91"/>
                    </a:lnTo>
                    <a:lnTo>
                      <a:pt x="42" y="81"/>
                    </a:lnTo>
                    <a:lnTo>
                      <a:pt x="44" y="70"/>
                    </a:lnTo>
                    <a:lnTo>
                      <a:pt x="44" y="63"/>
                    </a:lnTo>
                    <a:lnTo>
                      <a:pt x="47" y="60"/>
                    </a:lnTo>
                    <a:lnTo>
                      <a:pt x="51" y="58"/>
                    </a:lnTo>
                    <a:lnTo>
                      <a:pt x="55" y="56"/>
                    </a:lnTo>
                    <a:lnTo>
                      <a:pt x="58" y="58"/>
                    </a:lnTo>
                    <a:lnTo>
                      <a:pt x="62" y="68"/>
                    </a:lnTo>
                    <a:lnTo>
                      <a:pt x="69" y="89"/>
                    </a:lnTo>
                    <a:lnTo>
                      <a:pt x="76" y="110"/>
                    </a:lnTo>
                    <a:lnTo>
                      <a:pt x="80" y="123"/>
                    </a:lnTo>
                    <a:lnTo>
                      <a:pt x="80" y="127"/>
                    </a:lnTo>
                    <a:lnTo>
                      <a:pt x="80" y="130"/>
                    </a:lnTo>
                    <a:lnTo>
                      <a:pt x="78" y="134"/>
                    </a:lnTo>
                    <a:lnTo>
                      <a:pt x="77" y="137"/>
                    </a:lnTo>
                    <a:lnTo>
                      <a:pt x="82" y="137"/>
                    </a:lnTo>
                    <a:lnTo>
                      <a:pt x="87" y="137"/>
                    </a:lnTo>
                    <a:lnTo>
                      <a:pt x="91" y="136"/>
                    </a:lnTo>
                    <a:lnTo>
                      <a:pt x="93" y="137"/>
                    </a:lnTo>
                    <a:lnTo>
                      <a:pt x="95" y="121"/>
                    </a:lnTo>
                    <a:lnTo>
                      <a:pt x="95" y="96"/>
                    </a:lnTo>
                    <a:lnTo>
                      <a:pt x="93" y="71"/>
                    </a:lnTo>
                    <a:lnTo>
                      <a:pt x="91" y="58"/>
                    </a:lnTo>
                    <a:lnTo>
                      <a:pt x="96" y="56"/>
                    </a:lnTo>
                    <a:lnTo>
                      <a:pt x="100" y="56"/>
                    </a:lnTo>
                    <a:lnTo>
                      <a:pt x="106" y="58"/>
                    </a:lnTo>
                    <a:lnTo>
                      <a:pt x="112" y="59"/>
                    </a:lnTo>
                    <a:lnTo>
                      <a:pt x="116" y="61"/>
                    </a:lnTo>
                    <a:lnTo>
                      <a:pt x="121" y="64"/>
                    </a:lnTo>
                    <a:lnTo>
                      <a:pt x="126" y="69"/>
                    </a:lnTo>
                    <a:lnTo>
                      <a:pt x="128" y="75"/>
                    </a:lnTo>
                    <a:lnTo>
                      <a:pt x="128" y="70"/>
                    </a:lnTo>
                    <a:lnTo>
                      <a:pt x="126" y="63"/>
                    </a:lnTo>
                    <a:lnTo>
                      <a:pt x="122" y="56"/>
                    </a:lnTo>
                    <a:lnTo>
                      <a:pt x="116" y="52"/>
                    </a:lnTo>
                    <a:lnTo>
                      <a:pt x="113" y="51"/>
                    </a:lnTo>
                    <a:lnTo>
                      <a:pt x="108" y="49"/>
                    </a:lnTo>
                    <a:lnTo>
                      <a:pt x="104" y="49"/>
                    </a:lnTo>
                    <a:lnTo>
                      <a:pt x="98" y="48"/>
                    </a:lnTo>
                    <a:lnTo>
                      <a:pt x="93" y="47"/>
                    </a:lnTo>
                    <a:lnTo>
                      <a:pt x="88" y="47"/>
                    </a:lnTo>
                    <a:lnTo>
                      <a:pt x="84" y="46"/>
                    </a:lnTo>
                    <a:lnTo>
                      <a:pt x="81" y="45"/>
                    </a:lnTo>
                    <a:lnTo>
                      <a:pt x="77" y="43"/>
                    </a:lnTo>
                    <a:lnTo>
                      <a:pt x="70" y="37"/>
                    </a:lnTo>
                    <a:lnTo>
                      <a:pt x="64" y="30"/>
                    </a:lnTo>
                    <a:lnTo>
                      <a:pt x="54" y="22"/>
                    </a:lnTo>
                    <a:lnTo>
                      <a:pt x="45" y="14"/>
                    </a:lnTo>
                    <a:lnTo>
                      <a:pt x="36" y="7"/>
                    </a:lnTo>
                    <a:lnTo>
                      <a:pt x="27" y="2"/>
                    </a:lnTo>
                    <a:lnTo>
                      <a:pt x="1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5" name="Freeform 36">
                <a:extLst>
                  <a:ext uri="{FF2B5EF4-FFF2-40B4-BE49-F238E27FC236}">
                    <a16:creationId xmlns:a16="http://schemas.microsoft.com/office/drawing/2014/main" id="{48ADEBCA-59E5-4B71-8AED-98A8644731CB}"/>
                  </a:ext>
                </a:extLst>
              </p:cNvPr>
              <p:cNvSpPr>
                <a:spLocks/>
              </p:cNvSpPr>
              <p:nvPr/>
            </p:nvSpPr>
            <p:spPr bwMode="auto">
              <a:xfrm>
                <a:off x="4374" y="2786"/>
                <a:ext cx="49" cy="29"/>
              </a:xfrm>
              <a:custGeom>
                <a:avLst/>
                <a:gdLst>
                  <a:gd name="T0" fmla="*/ 3 w 90"/>
                  <a:gd name="T1" fmla="*/ 1 h 53"/>
                  <a:gd name="T2" fmla="*/ 6 w 90"/>
                  <a:gd name="T3" fmla="*/ 3 h 53"/>
                  <a:gd name="T4" fmla="*/ 8 w 90"/>
                  <a:gd name="T5" fmla="*/ 4 h 53"/>
                  <a:gd name="T6" fmla="*/ 11 w 90"/>
                  <a:gd name="T7" fmla="*/ 7 h 53"/>
                  <a:gd name="T8" fmla="*/ 14 w 90"/>
                  <a:gd name="T9" fmla="*/ 8 h 53"/>
                  <a:gd name="T10" fmla="*/ 16 w 90"/>
                  <a:gd name="T11" fmla="*/ 10 h 53"/>
                  <a:gd name="T12" fmla="*/ 19 w 90"/>
                  <a:gd name="T13" fmla="*/ 11 h 53"/>
                  <a:gd name="T14" fmla="*/ 22 w 90"/>
                  <a:gd name="T15" fmla="*/ 11 h 53"/>
                  <a:gd name="T16" fmla="*/ 23 w 90"/>
                  <a:gd name="T17" fmla="*/ 12 h 53"/>
                  <a:gd name="T18" fmla="*/ 26 w 90"/>
                  <a:gd name="T19" fmla="*/ 12 h 53"/>
                  <a:gd name="T20" fmla="*/ 28 w 90"/>
                  <a:gd name="T21" fmla="*/ 12 h 53"/>
                  <a:gd name="T22" fmla="*/ 32 w 90"/>
                  <a:gd name="T23" fmla="*/ 12 h 53"/>
                  <a:gd name="T24" fmla="*/ 35 w 90"/>
                  <a:gd name="T25" fmla="*/ 11 h 53"/>
                  <a:gd name="T26" fmla="*/ 39 w 90"/>
                  <a:gd name="T27" fmla="*/ 11 h 53"/>
                  <a:gd name="T28" fmla="*/ 42 w 90"/>
                  <a:gd name="T29" fmla="*/ 10 h 53"/>
                  <a:gd name="T30" fmla="*/ 45 w 90"/>
                  <a:gd name="T31" fmla="*/ 8 h 53"/>
                  <a:gd name="T32" fmla="*/ 49 w 90"/>
                  <a:gd name="T33" fmla="*/ 5 h 53"/>
                  <a:gd name="T34" fmla="*/ 47 w 90"/>
                  <a:gd name="T35" fmla="*/ 11 h 53"/>
                  <a:gd name="T36" fmla="*/ 44 w 90"/>
                  <a:gd name="T37" fmla="*/ 18 h 53"/>
                  <a:gd name="T38" fmla="*/ 40 w 90"/>
                  <a:gd name="T39" fmla="*/ 25 h 53"/>
                  <a:gd name="T40" fmla="*/ 39 w 90"/>
                  <a:gd name="T41" fmla="*/ 29 h 53"/>
                  <a:gd name="T42" fmla="*/ 36 w 90"/>
                  <a:gd name="T43" fmla="*/ 28 h 53"/>
                  <a:gd name="T44" fmla="*/ 36 w 90"/>
                  <a:gd name="T45" fmla="*/ 25 h 53"/>
                  <a:gd name="T46" fmla="*/ 38 w 90"/>
                  <a:gd name="T47" fmla="*/ 20 h 53"/>
                  <a:gd name="T48" fmla="*/ 40 w 90"/>
                  <a:gd name="T49" fmla="*/ 15 h 53"/>
                  <a:gd name="T50" fmla="*/ 37 w 90"/>
                  <a:gd name="T51" fmla="*/ 16 h 53"/>
                  <a:gd name="T52" fmla="*/ 35 w 90"/>
                  <a:gd name="T53" fmla="*/ 18 h 53"/>
                  <a:gd name="T54" fmla="*/ 32 w 90"/>
                  <a:gd name="T55" fmla="*/ 19 h 53"/>
                  <a:gd name="T56" fmla="*/ 28 w 90"/>
                  <a:gd name="T57" fmla="*/ 20 h 53"/>
                  <a:gd name="T58" fmla="*/ 24 w 90"/>
                  <a:gd name="T59" fmla="*/ 20 h 53"/>
                  <a:gd name="T60" fmla="*/ 22 w 90"/>
                  <a:gd name="T61" fmla="*/ 21 h 53"/>
                  <a:gd name="T62" fmla="*/ 19 w 90"/>
                  <a:gd name="T63" fmla="*/ 21 h 53"/>
                  <a:gd name="T64" fmla="*/ 16 w 90"/>
                  <a:gd name="T65" fmla="*/ 20 h 53"/>
                  <a:gd name="T66" fmla="*/ 11 w 90"/>
                  <a:gd name="T67" fmla="*/ 18 h 53"/>
                  <a:gd name="T68" fmla="*/ 7 w 90"/>
                  <a:gd name="T69" fmla="*/ 14 h 53"/>
                  <a:gd name="T70" fmla="*/ 3 w 90"/>
                  <a:gd name="T71" fmla="*/ 9 h 53"/>
                  <a:gd name="T72" fmla="*/ 1 w 90"/>
                  <a:gd name="T73" fmla="*/ 5 h 53"/>
                  <a:gd name="T74" fmla="*/ 0 w 90"/>
                  <a:gd name="T75" fmla="*/ 3 h 53"/>
                  <a:gd name="T76" fmla="*/ 0 w 90"/>
                  <a:gd name="T77" fmla="*/ 1 h 53"/>
                  <a:gd name="T78" fmla="*/ 1 w 90"/>
                  <a:gd name="T79" fmla="*/ 0 h 53"/>
                  <a:gd name="T80" fmla="*/ 3 w 90"/>
                  <a:gd name="T81" fmla="*/ 1 h 5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0" h="53">
                    <a:moveTo>
                      <a:pt x="6" y="1"/>
                    </a:moveTo>
                    <a:lnTo>
                      <a:pt x="11" y="5"/>
                    </a:lnTo>
                    <a:lnTo>
                      <a:pt x="15" y="8"/>
                    </a:lnTo>
                    <a:lnTo>
                      <a:pt x="20" y="12"/>
                    </a:lnTo>
                    <a:lnTo>
                      <a:pt x="26" y="15"/>
                    </a:lnTo>
                    <a:lnTo>
                      <a:pt x="30" y="18"/>
                    </a:lnTo>
                    <a:lnTo>
                      <a:pt x="35" y="20"/>
                    </a:lnTo>
                    <a:lnTo>
                      <a:pt x="40" y="21"/>
                    </a:lnTo>
                    <a:lnTo>
                      <a:pt x="43" y="22"/>
                    </a:lnTo>
                    <a:lnTo>
                      <a:pt x="48" y="22"/>
                    </a:lnTo>
                    <a:lnTo>
                      <a:pt x="52" y="22"/>
                    </a:lnTo>
                    <a:lnTo>
                      <a:pt x="58" y="22"/>
                    </a:lnTo>
                    <a:lnTo>
                      <a:pt x="64" y="21"/>
                    </a:lnTo>
                    <a:lnTo>
                      <a:pt x="71" y="20"/>
                    </a:lnTo>
                    <a:lnTo>
                      <a:pt x="78" y="18"/>
                    </a:lnTo>
                    <a:lnTo>
                      <a:pt x="83" y="14"/>
                    </a:lnTo>
                    <a:lnTo>
                      <a:pt x="90" y="10"/>
                    </a:lnTo>
                    <a:lnTo>
                      <a:pt x="86" y="20"/>
                    </a:lnTo>
                    <a:lnTo>
                      <a:pt x="80" y="33"/>
                    </a:lnTo>
                    <a:lnTo>
                      <a:pt x="74" y="45"/>
                    </a:lnTo>
                    <a:lnTo>
                      <a:pt x="72" y="53"/>
                    </a:lnTo>
                    <a:lnTo>
                      <a:pt x="67" y="51"/>
                    </a:lnTo>
                    <a:lnTo>
                      <a:pt x="67" y="45"/>
                    </a:lnTo>
                    <a:lnTo>
                      <a:pt x="70" y="37"/>
                    </a:lnTo>
                    <a:lnTo>
                      <a:pt x="73" y="28"/>
                    </a:lnTo>
                    <a:lnTo>
                      <a:pt x="68" y="30"/>
                    </a:lnTo>
                    <a:lnTo>
                      <a:pt x="64" y="33"/>
                    </a:lnTo>
                    <a:lnTo>
                      <a:pt x="58" y="35"/>
                    </a:lnTo>
                    <a:lnTo>
                      <a:pt x="51" y="36"/>
                    </a:lnTo>
                    <a:lnTo>
                      <a:pt x="45" y="37"/>
                    </a:lnTo>
                    <a:lnTo>
                      <a:pt x="40" y="38"/>
                    </a:lnTo>
                    <a:lnTo>
                      <a:pt x="34" y="38"/>
                    </a:lnTo>
                    <a:lnTo>
                      <a:pt x="29" y="37"/>
                    </a:lnTo>
                    <a:lnTo>
                      <a:pt x="21" y="33"/>
                    </a:lnTo>
                    <a:lnTo>
                      <a:pt x="13" y="25"/>
                    </a:lnTo>
                    <a:lnTo>
                      <a:pt x="6" y="16"/>
                    </a:lnTo>
                    <a:lnTo>
                      <a:pt x="2" y="10"/>
                    </a:lnTo>
                    <a:lnTo>
                      <a:pt x="0" y="5"/>
                    </a:lnTo>
                    <a:lnTo>
                      <a:pt x="0" y="1"/>
                    </a:lnTo>
                    <a:lnTo>
                      <a:pt x="2" y="0"/>
                    </a:lnTo>
                    <a:lnTo>
                      <a:pt x="6"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6" name="Freeform 37">
                <a:extLst>
                  <a:ext uri="{FF2B5EF4-FFF2-40B4-BE49-F238E27FC236}">
                    <a16:creationId xmlns:a16="http://schemas.microsoft.com/office/drawing/2014/main" id="{BB79513A-A589-4516-8115-B639DEEF3FFA}"/>
                  </a:ext>
                </a:extLst>
              </p:cNvPr>
              <p:cNvSpPr>
                <a:spLocks/>
              </p:cNvSpPr>
              <p:nvPr/>
            </p:nvSpPr>
            <p:spPr bwMode="auto">
              <a:xfrm>
                <a:off x="4373" y="3503"/>
                <a:ext cx="37" cy="14"/>
              </a:xfrm>
              <a:custGeom>
                <a:avLst/>
                <a:gdLst>
                  <a:gd name="T0" fmla="*/ 16 w 68"/>
                  <a:gd name="T1" fmla="*/ 0 h 28"/>
                  <a:gd name="T2" fmla="*/ 19 w 68"/>
                  <a:gd name="T3" fmla="*/ 1 h 28"/>
                  <a:gd name="T4" fmla="*/ 22 w 68"/>
                  <a:gd name="T5" fmla="*/ 2 h 28"/>
                  <a:gd name="T6" fmla="*/ 24 w 68"/>
                  <a:gd name="T7" fmla="*/ 3 h 28"/>
                  <a:gd name="T8" fmla="*/ 28 w 68"/>
                  <a:gd name="T9" fmla="*/ 3 h 28"/>
                  <a:gd name="T10" fmla="*/ 30 w 68"/>
                  <a:gd name="T11" fmla="*/ 3 h 28"/>
                  <a:gd name="T12" fmla="*/ 33 w 68"/>
                  <a:gd name="T13" fmla="*/ 3 h 28"/>
                  <a:gd name="T14" fmla="*/ 35 w 68"/>
                  <a:gd name="T15" fmla="*/ 3 h 28"/>
                  <a:gd name="T16" fmla="*/ 37 w 68"/>
                  <a:gd name="T17" fmla="*/ 3 h 28"/>
                  <a:gd name="T18" fmla="*/ 36 w 68"/>
                  <a:gd name="T19" fmla="*/ 4 h 28"/>
                  <a:gd name="T20" fmla="*/ 36 w 68"/>
                  <a:gd name="T21" fmla="*/ 5 h 28"/>
                  <a:gd name="T22" fmla="*/ 36 w 68"/>
                  <a:gd name="T23" fmla="*/ 7 h 28"/>
                  <a:gd name="T24" fmla="*/ 36 w 68"/>
                  <a:gd name="T25" fmla="*/ 8 h 28"/>
                  <a:gd name="T26" fmla="*/ 34 w 68"/>
                  <a:gd name="T27" fmla="*/ 10 h 28"/>
                  <a:gd name="T28" fmla="*/ 31 w 68"/>
                  <a:gd name="T29" fmla="*/ 11 h 28"/>
                  <a:gd name="T30" fmla="*/ 27 w 68"/>
                  <a:gd name="T31" fmla="*/ 12 h 28"/>
                  <a:gd name="T32" fmla="*/ 22 w 68"/>
                  <a:gd name="T33" fmla="*/ 14 h 28"/>
                  <a:gd name="T34" fmla="*/ 17 w 68"/>
                  <a:gd name="T35" fmla="*/ 14 h 28"/>
                  <a:gd name="T36" fmla="*/ 11 w 68"/>
                  <a:gd name="T37" fmla="*/ 14 h 28"/>
                  <a:gd name="T38" fmla="*/ 6 w 68"/>
                  <a:gd name="T39" fmla="*/ 13 h 28"/>
                  <a:gd name="T40" fmla="*/ 0 w 68"/>
                  <a:gd name="T41" fmla="*/ 11 h 28"/>
                  <a:gd name="T42" fmla="*/ 5 w 68"/>
                  <a:gd name="T43" fmla="*/ 11 h 28"/>
                  <a:gd name="T44" fmla="*/ 10 w 68"/>
                  <a:gd name="T45" fmla="*/ 11 h 28"/>
                  <a:gd name="T46" fmla="*/ 14 w 68"/>
                  <a:gd name="T47" fmla="*/ 11 h 28"/>
                  <a:gd name="T48" fmla="*/ 19 w 68"/>
                  <a:gd name="T49" fmla="*/ 10 h 28"/>
                  <a:gd name="T50" fmla="*/ 21 w 68"/>
                  <a:gd name="T51" fmla="*/ 9 h 28"/>
                  <a:gd name="T52" fmla="*/ 24 w 68"/>
                  <a:gd name="T53" fmla="*/ 8 h 28"/>
                  <a:gd name="T54" fmla="*/ 26 w 68"/>
                  <a:gd name="T55" fmla="*/ 7 h 28"/>
                  <a:gd name="T56" fmla="*/ 27 w 68"/>
                  <a:gd name="T57" fmla="*/ 7 h 28"/>
                  <a:gd name="T58" fmla="*/ 26 w 68"/>
                  <a:gd name="T59" fmla="*/ 6 h 28"/>
                  <a:gd name="T60" fmla="*/ 23 w 68"/>
                  <a:gd name="T61" fmla="*/ 3 h 28"/>
                  <a:gd name="T62" fmla="*/ 20 w 68"/>
                  <a:gd name="T63" fmla="*/ 1 h 28"/>
                  <a:gd name="T64" fmla="*/ 16 w 68"/>
                  <a:gd name="T65" fmla="*/ 0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8" h="28">
                    <a:moveTo>
                      <a:pt x="29" y="0"/>
                    </a:moveTo>
                    <a:lnTo>
                      <a:pt x="35" y="1"/>
                    </a:lnTo>
                    <a:lnTo>
                      <a:pt x="41" y="4"/>
                    </a:lnTo>
                    <a:lnTo>
                      <a:pt x="45" y="5"/>
                    </a:lnTo>
                    <a:lnTo>
                      <a:pt x="51" y="5"/>
                    </a:lnTo>
                    <a:lnTo>
                      <a:pt x="56" y="6"/>
                    </a:lnTo>
                    <a:lnTo>
                      <a:pt x="60" y="6"/>
                    </a:lnTo>
                    <a:lnTo>
                      <a:pt x="65" y="6"/>
                    </a:lnTo>
                    <a:lnTo>
                      <a:pt x="68" y="5"/>
                    </a:lnTo>
                    <a:lnTo>
                      <a:pt x="67" y="7"/>
                    </a:lnTo>
                    <a:lnTo>
                      <a:pt x="66" y="9"/>
                    </a:lnTo>
                    <a:lnTo>
                      <a:pt x="66" y="13"/>
                    </a:lnTo>
                    <a:lnTo>
                      <a:pt x="67" y="15"/>
                    </a:lnTo>
                    <a:lnTo>
                      <a:pt x="63" y="19"/>
                    </a:lnTo>
                    <a:lnTo>
                      <a:pt x="57" y="21"/>
                    </a:lnTo>
                    <a:lnTo>
                      <a:pt x="49" y="24"/>
                    </a:lnTo>
                    <a:lnTo>
                      <a:pt x="41" y="27"/>
                    </a:lnTo>
                    <a:lnTo>
                      <a:pt x="31" y="28"/>
                    </a:lnTo>
                    <a:lnTo>
                      <a:pt x="21" y="28"/>
                    </a:lnTo>
                    <a:lnTo>
                      <a:pt x="11" y="25"/>
                    </a:lnTo>
                    <a:lnTo>
                      <a:pt x="0" y="22"/>
                    </a:lnTo>
                    <a:lnTo>
                      <a:pt x="10" y="22"/>
                    </a:lnTo>
                    <a:lnTo>
                      <a:pt x="18" y="22"/>
                    </a:lnTo>
                    <a:lnTo>
                      <a:pt x="26" y="21"/>
                    </a:lnTo>
                    <a:lnTo>
                      <a:pt x="34" y="19"/>
                    </a:lnTo>
                    <a:lnTo>
                      <a:pt x="39" y="17"/>
                    </a:lnTo>
                    <a:lnTo>
                      <a:pt x="44" y="16"/>
                    </a:lnTo>
                    <a:lnTo>
                      <a:pt x="48" y="14"/>
                    </a:lnTo>
                    <a:lnTo>
                      <a:pt x="49" y="13"/>
                    </a:lnTo>
                    <a:lnTo>
                      <a:pt x="48" y="11"/>
                    </a:lnTo>
                    <a:lnTo>
                      <a:pt x="43" y="6"/>
                    </a:lnTo>
                    <a:lnTo>
                      <a:pt x="36" y="2"/>
                    </a:lnTo>
                    <a:lnTo>
                      <a:pt x="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7" name="Freeform 38">
                <a:extLst>
                  <a:ext uri="{FF2B5EF4-FFF2-40B4-BE49-F238E27FC236}">
                    <a16:creationId xmlns:a16="http://schemas.microsoft.com/office/drawing/2014/main" id="{1E77B502-7720-40C1-9DF5-3E7436E5748F}"/>
                  </a:ext>
                </a:extLst>
              </p:cNvPr>
              <p:cNvSpPr>
                <a:spLocks/>
              </p:cNvSpPr>
              <p:nvPr/>
            </p:nvSpPr>
            <p:spPr bwMode="auto">
              <a:xfrm>
                <a:off x="4154" y="3483"/>
                <a:ext cx="65" cy="25"/>
              </a:xfrm>
              <a:custGeom>
                <a:avLst/>
                <a:gdLst>
                  <a:gd name="T0" fmla="*/ 0 w 119"/>
                  <a:gd name="T1" fmla="*/ 25 h 45"/>
                  <a:gd name="T2" fmla="*/ 3 w 119"/>
                  <a:gd name="T3" fmla="*/ 22 h 45"/>
                  <a:gd name="T4" fmla="*/ 7 w 119"/>
                  <a:gd name="T5" fmla="*/ 19 h 45"/>
                  <a:gd name="T6" fmla="*/ 10 w 119"/>
                  <a:gd name="T7" fmla="*/ 17 h 45"/>
                  <a:gd name="T8" fmla="*/ 14 w 119"/>
                  <a:gd name="T9" fmla="*/ 15 h 45"/>
                  <a:gd name="T10" fmla="*/ 16 w 119"/>
                  <a:gd name="T11" fmla="*/ 14 h 45"/>
                  <a:gd name="T12" fmla="*/ 19 w 119"/>
                  <a:gd name="T13" fmla="*/ 14 h 45"/>
                  <a:gd name="T14" fmla="*/ 23 w 119"/>
                  <a:gd name="T15" fmla="*/ 14 h 45"/>
                  <a:gd name="T16" fmla="*/ 28 w 119"/>
                  <a:gd name="T17" fmla="*/ 13 h 45"/>
                  <a:gd name="T18" fmla="*/ 33 w 119"/>
                  <a:gd name="T19" fmla="*/ 13 h 45"/>
                  <a:gd name="T20" fmla="*/ 37 w 119"/>
                  <a:gd name="T21" fmla="*/ 12 h 45"/>
                  <a:gd name="T22" fmla="*/ 41 w 119"/>
                  <a:gd name="T23" fmla="*/ 12 h 45"/>
                  <a:gd name="T24" fmla="*/ 44 w 119"/>
                  <a:gd name="T25" fmla="*/ 12 h 45"/>
                  <a:gd name="T26" fmla="*/ 46 w 119"/>
                  <a:gd name="T27" fmla="*/ 8 h 45"/>
                  <a:gd name="T28" fmla="*/ 49 w 119"/>
                  <a:gd name="T29" fmla="*/ 5 h 45"/>
                  <a:gd name="T30" fmla="*/ 53 w 119"/>
                  <a:gd name="T31" fmla="*/ 2 h 45"/>
                  <a:gd name="T32" fmla="*/ 57 w 119"/>
                  <a:gd name="T33" fmla="*/ 0 h 45"/>
                  <a:gd name="T34" fmla="*/ 60 w 119"/>
                  <a:gd name="T35" fmla="*/ 0 h 45"/>
                  <a:gd name="T36" fmla="*/ 62 w 119"/>
                  <a:gd name="T37" fmla="*/ 1 h 45"/>
                  <a:gd name="T38" fmla="*/ 64 w 119"/>
                  <a:gd name="T39" fmla="*/ 2 h 45"/>
                  <a:gd name="T40" fmla="*/ 65 w 119"/>
                  <a:gd name="T41" fmla="*/ 3 h 45"/>
                  <a:gd name="T42" fmla="*/ 61 w 119"/>
                  <a:gd name="T43" fmla="*/ 4 h 45"/>
                  <a:gd name="T44" fmla="*/ 56 w 119"/>
                  <a:gd name="T45" fmla="*/ 6 h 45"/>
                  <a:gd name="T46" fmla="*/ 52 w 119"/>
                  <a:gd name="T47" fmla="*/ 8 h 45"/>
                  <a:gd name="T48" fmla="*/ 49 w 119"/>
                  <a:gd name="T49" fmla="*/ 11 h 45"/>
                  <a:gd name="T50" fmla="*/ 51 w 119"/>
                  <a:gd name="T51" fmla="*/ 14 h 45"/>
                  <a:gd name="T52" fmla="*/ 52 w 119"/>
                  <a:gd name="T53" fmla="*/ 17 h 45"/>
                  <a:gd name="T54" fmla="*/ 54 w 119"/>
                  <a:gd name="T55" fmla="*/ 20 h 45"/>
                  <a:gd name="T56" fmla="*/ 57 w 119"/>
                  <a:gd name="T57" fmla="*/ 23 h 45"/>
                  <a:gd name="T58" fmla="*/ 53 w 119"/>
                  <a:gd name="T59" fmla="*/ 22 h 45"/>
                  <a:gd name="T60" fmla="*/ 48 w 119"/>
                  <a:gd name="T61" fmla="*/ 19 h 45"/>
                  <a:gd name="T62" fmla="*/ 44 w 119"/>
                  <a:gd name="T63" fmla="*/ 17 h 45"/>
                  <a:gd name="T64" fmla="*/ 41 w 119"/>
                  <a:gd name="T65" fmla="*/ 15 h 45"/>
                  <a:gd name="T66" fmla="*/ 40 w 119"/>
                  <a:gd name="T67" fmla="*/ 16 h 45"/>
                  <a:gd name="T68" fmla="*/ 39 w 119"/>
                  <a:gd name="T69" fmla="*/ 18 h 45"/>
                  <a:gd name="T70" fmla="*/ 40 w 119"/>
                  <a:gd name="T71" fmla="*/ 19 h 45"/>
                  <a:gd name="T72" fmla="*/ 41 w 119"/>
                  <a:gd name="T73" fmla="*/ 21 h 45"/>
                  <a:gd name="T74" fmla="*/ 40 w 119"/>
                  <a:gd name="T75" fmla="*/ 22 h 45"/>
                  <a:gd name="T76" fmla="*/ 39 w 119"/>
                  <a:gd name="T77" fmla="*/ 22 h 45"/>
                  <a:gd name="T78" fmla="*/ 38 w 119"/>
                  <a:gd name="T79" fmla="*/ 23 h 45"/>
                  <a:gd name="T80" fmla="*/ 37 w 119"/>
                  <a:gd name="T81" fmla="*/ 23 h 45"/>
                  <a:gd name="T82" fmla="*/ 34 w 119"/>
                  <a:gd name="T83" fmla="*/ 22 h 45"/>
                  <a:gd name="T84" fmla="*/ 31 w 119"/>
                  <a:gd name="T85" fmla="*/ 21 h 45"/>
                  <a:gd name="T86" fmla="*/ 26 w 119"/>
                  <a:gd name="T87" fmla="*/ 20 h 45"/>
                  <a:gd name="T88" fmla="*/ 22 w 119"/>
                  <a:gd name="T89" fmla="*/ 19 h 45"/>
                  <a:gd name="T90" fmla="*/ 16 w 119"/>
                  <a:gd name="T91" fmla="*/ 20 h 45"/>
                  <a:gd name="T92" fmla="*/ 11 w 119"/>
                  <a:gd name="T93" fmla="*/ 21 h 45"/>
                  <a:gd name="T94" fmla="*/ 5 w 119"/>
                  <a:gd name="T95" fmla="*/ 22 h 45"/>
                  <a:gd name="T96" fmla="*/ 0 w 119"/>
                  <a:gd name="T97" fmla="*/ 25 h 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9" h="45">
                    <a:moveTo>
                      <a:pt x="0" y="45"/>
                    </a:moveTo>
                    <a:lnTo>
                      <a:pt x="6" y="40"/>
                    </a:lnTo>
                    <a:lnTo>
                      <a:pt x="12" y="34"/>
                    </a:lnTo>
                    <a:lnTo>
                      <a:pt x="19" y="30"/>
                    </a:lnTo>
                    <a:lnTo>
                      <a:pt x="25" y="27"/>
                    </a:lnTo>
                    <a:lnTo>
                      <a:pt x="29" y="26"/>
                    </a:lnTo>
                    <a:lnTo>
                      <a:pt x="35" y="26"/>
                    </a:lnTo>
                    <a:lnTo>
                      <a:pt x="43" y="25"/>
                    </a:lnTo>
                    <a:lnTo>
                      <a:pt x="52" y="24"/>
                    </a:lnTo>
                    <a:lnTo>
                      <a:pt x="60" y="23"/>
                    </a:lnTo>
                    <a:lnTo>
                      <a:pt x="68" y="21"/>
                    </a:lnTo>
                    <a:lnTo>
                      <a:pt x="75" y="21"/>
                    </a:lnTo>
                    <a:lnTo>
                      <a:pt x="80" y="21"/>
                    </a:lnTo>
                    <a:lnTo>
                      <a:pt x="85" y="15"/>
                    </a:lnTo>
                    <a:lnTo>
                      <a:pt x="90" y="9"/>
                    </a:lnTo>
                    <a:lnTo>
                      <a:pt x="97" y="3"/>
                    </a:lnTo>
                    <a:lnTo>
                      <a:pt x="104" y="0"/>
                    </a:lnTo>
                    <a:lnTo>
                      <a:pt x="109" y="0"/>
                    </a:lnTo>
                    <a:lnTo>
                      <a:pt x="113" y="2"/>
                    </a:lnTo>
                    <a:lnTo>
                      <a:pt x="117" y="3"/>
                    </a:lnTo>
                    <a:lnTo>
                      <a:pt x="119" y="5"/>
                    </a:lnTo>
                    <a:lnTo>
                      <a:pt x="111" y="8"/>
                    </a:lnTo>
                    <a:lnTo>
                      <a:pt x="103" y="10"/>
                    </a:lnTo>
                    <a:lnTo>
                      <a:pt x="95" y="15"/>
                    </a:lnTo>
                    <a:lnTo>
                      <a:pt x="90" y="19"/>
                    </a:lnTo>
                    <a:lnTo>
                      <a:pt x="93" y="25"/>
                    </a:lnTo>
                    <a:lnTo>
                      <a:pt x="96" y="31"/>
                    </a:lnTo>
                    <a:lnTo>
                      <a:pt x="99" y="36"/>
                    </a:lnTo>
                    <a:lnTo>
                      <a:pt x="105" y="42"/>
                    </a:lnTo>
                    <a:lnTo>
                      <a:pt x="97" y="39"/>
                    </a:lnTo>
                    <a:lnTo>
                      <a:pt x="88" y="34"/>
                    </a:lnTo>
                    <a:lnTo>
                      <a:pt x="80" y="30"/>
                    </a:lnTo>
                    <a:lnTo>
                      <a:pt x="75" y="27"/>
                    </a:lnTo>
                    <a:lnTo>
                      <a:pt x="73" y="28"/>
                    </a:lnTo>
                    <a:lnTo>
                      <a:pt x="72" y="32"/>
                    </a:lnTo>
                    <a:lnTo>
                      <a:pt x="73" y="34"/>
                    </a:lnTo>
                    <a:lnTo>
                      <a:pt x="75" y="38"/>
                    </a:lnTo>
                    <a:lnTo>
                      <a:pt x="73" y="39"/>
                    </a:lnTo>
                    <a:lnTo>
                      <a:pt x="72" y="40"/>
                    </a:lnTo>
                    <a:lnTo>
                      <a:pt x="70" y="41"/>
                    </a:lnTo>
                    <a:lnTo>
                      <a:pt x="67" y="42"/>
                    </a:lnTo>
                    <a:lnTo>
                      <a:pt x="63" y="40"/>
                    </a:lnTo>
                    <a:lnTo>
                      <a:pt x="56" y="38"/>
                    </a:lnTo>
                    <a:lnTo>
                      <a:pt x="48" y="36"/>
                    </a:lnTo>
                    <a:lnTo>
                      <a:pt x="40" y="35"/>
                    </a:lnTo>
                    <a:lnTo>
                      <a:pt x="29" y="36"/>
                    </a:lnTo>
                    <a:lnTo>
                      <a:pt x="20" y="38"/>
                    </a:lnTo>
                    <a:lnTo>
                      <a:pt x="10" y="40"/>
                    </a:lnTo>
                    <a:lnTo>
                      <a:pt x="0" y="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8" name="Freeform 39">
                <a:extLst>
                  <a:ext uri="{FF2B5EF4-FFF2-40B4-BE49-F238E27FC236}">
                    <a16:creationId xmlns:a16="http://schemas.microsoft.com/office/drawing/2014/main" id="{33F932E5-069A-414D-91A1-ACF442B9948B}"/>
                  </a:ext>
                </a:extLst>
              </p:cNvPr>
              <p:cNvSpPr>
                <a:spLocks/>
              </p:cNvSpPr>
              <p:nvPr/>
            </p:nvSpPr>
            <p:spPr bwMode="auto">
              <a:xfrm>
                <a:off x="4269" y="2393"/>
                <a:ext cx="142" cy="207"/>
              </a:xfrm>
              <a:custGeom>
                <a:avLst/>
                <a:gdLst>
                  <a:gd name="T0" fmla="*/ 137 w 260"/>
                  <a:gd name="T1" fmla="*/ 86 h 380"/>
                  <a:gd name="T2" fmla="*/ 135 w 260"/>
                  <a:gd name="T3" fmla="*/ 78 h 380"/>
                  <a:gd name="T4" fmla="*/ 135 w 260"/>
                  <a:gd name="T5" fmla="*/ 69 h 380"/>
                  <a:gd name="T6" fmla="*/ 133 w 260"/>
                  <a:gd name="T7" fmla="*/ 62 h 380"/>
                  <a:gd name="T8" fmla="*/ 131 w 260"/>
                  <a:gd name="T9" fmla="*/ 56 h 380"/>
                  <a:gd name="T10" fmla="*/ 131 w 260"/>
                  <a:gd name="T11" fmla="*/ 51 h 380"/>
                  <a:gd name="T12" fmla="*/ 129 w 260"/>
                  <a:gd name="T13" fmla="*/ 46 h 380"/>
                  <a:gd name="T14" fmla="*/ 132 w 260"/>
                  <a:gd name="T15" fmla="*/ 44 h 380"/>
                  <a:gd name="T16" fmla="*/ 129 w 260"/>
                  <a:gd name="T17" fmla="*/ 36 h 380"/>
                  <a:gd name="T18" fmla="*/ 120 w 260"/>
                  <a:gd name="T19" fmla="*/ 25 h 380"/>
                  <a:gd name="T20" fmla="*/ 116 w 260"/>
                  <a:gd name="T21" fmla="*/ 21 h 380"/>
                  <a:gd name="T22" fmla="*/ 110 w 260"/>
                  <a:gd name="T23" fmla="*/ 16 h 380"/>
                  <a:gd name="T24" fmla="*/ 102 w 260"/>
                  <a:gd name="T25" fmla="*/ 9 h 380"/>
                  <a:gd name="T26" fmla="*/ 94 w 260"/>
                  <a:gd name="T27" fmla="*/ 4 h 380"/>
                  <a:gd name="T28" fmla="*/ 86 w 260"/>
                  <a:gd name="T29" fmla="*/ 2 h 380"/>
                  <a:gd name="T30" fmla="*/ 76 w 260"/>
                  <a:gd name="T31" fmla="*/ 0 h 380"/>
                  <a:gd name="T32" fmla="*/ 68 w 260"/>
                  <a:gd name="T33" fmla="*/ 1 h 380"/>
                  <a:gd name="T34" fmla="*/ 52 w 260"/>
                  <a:gd name="T35" fmla="*/ 4 h 380"/>
                  <a:gd name="T36" fmla="*/ 37 w 260"/>
                  <a:gd name="T37" fmla="*/ 11 h 380"/>
                  <a:gd name="T38" fmla="*/ 26 w 260"/>
                  <a:gd name="T39" fmla="*/ 20 h 380"/>
                  <a:gd name="T40" fmla="*/ 16 w 260"/>
                  <a:gd name="T41" fmla="*/ 33 h 380"/>
                  <a:gd name="T42" fmla="*/ 12 w 260"/>
                  <a:gd name="T43" fmla="*/ 46 h 380"/>
                  <a:gd name="T44" fmla="*/ 3 w 260"/>
                  <a:gd name="T45" fmla="*/ 58 h 380"/>
                  <a:gd name="T46" fmla="*/ 7 w 260"/>
                  <a:gd name="T47" fmla="*/ 81 h 380"/>
                  <a:gd name="T48" fmla="*/ 4 w 260"/>
                  <a:gd name="T49" fmla="*/ 86 h 380"/>
                  <a:gd name="T50" fmla="*/ 1 w 260"/>
                  <a:gd name="T51" fmla="*/ 93 h 380"/>
                  <a:gd name="T52" fmla="*/ 7 w 260"/>
                  <a:gd name="T53" fmla="*/ 112 h 380"/>
                  <a:gd name="T54" fmla="*/ 8 w 260"/>
                  <a:gd name="T55" fmla="*/ 120 h 380"/>
                  <a:gd name="T56" fmla="*/ 11 w 260"/>
                  <a:gd name="T57" fmla="*/ 128 h 380"/>
                  <a:gd name="T58" fmla="*/ 15 w 260"/>
                  <a:gd name="T59" fmla="*/ 135 h 380"/>
                  <a:gd name="T60" fmla="*/ 21 w 260"/>
                  <a:gd name="T61" fmla="*/ 137 h 380"/>
                  <a:gd name="T62" fmla="*/ 29 w 260"/>
                  <a:gd name="T63" fmla="*/ 167 h 380"/>
                  <a:gd name="T64" fmla="*/ 33 w 260"/>
                  <a:gd name="T65" fmla="*/ 182 h 380"/>
                  <a:gd name="T66" fmla="*/ 39 w 260"/>
                  <a:gd name="T67" fmla="*/ 194 h 380"/>
                  <a:gd name="T68" fmla="*/ 50 w 260"/>
                  <a:gd name="T69" fmla="*/ 203 h 380"/>
                  <a:gd name="T70" fmla="*/ 58 w 260"/>
                  <a:gd name="T71" fmla="*/ 206 h 380"/>
                  <a:gd name="T72" fmla="*/ 67 w 260"/>
                  <a:gd name="T73" fmla="*/ 207 h 380"/>
                  <a:gd name="T74" fmla="*/ 74 w 260"/>
                  <a:gd name="T75" fmla="*/ 207 h 380"/>
                  <a:gd name="T76" fmla="*/ 82 w 260"/>
                  <a:gd name="T77" fmla="*/ 206 h 380"/>
                  <a:gd name="T78" fmla="*/ 88 w 260"/>
                  <a:gd name="T79" fmla="*/ 204 h 380"/>
                  <a:gd name="T80" fmla="*/ 99 w 260"/>
                  <a:gd name="T81" fmla="*/ 197 h 380"/>
                  <a:gd name="T82" fmla="*/ 111 w 260"/>
                  <a:gd name="T83" fmla="*/ 186 h 380"/>
                  <a:gd name="T84" fmla="*/ 119 w 260"/>
                  <a:gd name="T85" fmla="*/ 155 h 380"/>
                  <a:gd name="T86" fmla="*/ 121 w 260"/>
                  <a:gd name="T87" fmla="*/ 142 h 380"/>
                  <a:gd name="T88" fmla="*/ 128 w 260"/>
                  <a:gd name="T89" fmla="*/ 136 h 380"/>
                  <a:gd name="T90" fmla="*/ 133 w 260"/>
                  <a:gd name="T91" fmla="*/ 131 h 380"/>
                  <a:gd name="T92" fmla="*/ 135 w 260"/>
                  <a:gd name="T93" fmla="*/ 125 h 380"/>
                  <a:gd name="T94" fmla="*/ 139 w 260"/>
                  <a:gd name="T95" fmla="*/ 116 h 380"/>
                  <a:gd name="T96" fmla="*/ 141 w 260"/>
                  <a:gd name="T97" fmla="*/ 108 h 380"/>
                  <a:gd name="T98" fmla="*/ 142 w 260"/>
                  <a:gd name="T99" fmla="*/ 101 h 380"/>
                  <a:gd name="T100" fmla="*/ 139 w 260"/>
                  <a:gd name="T101" fmla="*/ 97 h 380"/>
                  <a:gd name="T102" fmla="*/ 139 w 260"/>
                  <a:gd name="T103" fmla="*/ 94 h 3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60" h="380">
                    <a:moveTo>
                      <a:pt x="254" y="170"/>
                    </a:moveTo>
                    <a:lnTo>
                      <a:pt x="252" y="164"/>
                    </a:lnTo>
                    <a:lnTo>
                      <a:pt x="250" y="158"/>
                    </a:lnTo>
                    <a:lnTo>
                      <a:pt x="248" y="152"/>
                    </a:lnTo>
                    <a:lnTo>
                      <a:pt x="247" y="148"/>
                    </a:lnTo>
                    <a:lnTo>
                      <a:pt x="247" y="143"/>
                    </a:lnTo>
                    <a:lnTo>
                      <a:pt x="247" y="136"/>
                    </a:lnTo>
                    <a:lnTo>
                      <a:pt x="247" y="130"/>
                    </a:lnTo>
                    <a:lnTo>
                      <a:pt x="247" y="126"/>
                    </a:lnTo>
                    <a:lnTo>
                      <a:pt x="247" y="121"/>
                    </a:lnTo>
                    <a:lnTo>
                      <a:pt x="244" y="117"/>
                    </a:lnTo>
                    <a:lnTo>
                      <a:pt x="243" y="113"/>
                    </a:lnTo>
                    <a:lnTo>
                      <a:pt x="242" y="110"/>
                    </a:lnTo>
                    <a:lnTo>
                      <a:pt x="241" y="106"/>
                    </a:lnTo>
                    <a:lnTo>
                      <a:pt x="240" y="103"/>
                    </a:lnTo>
                    <a:lnTo>
                      <a:pt x="240" y="99"/>
                    </a:lnTo>
                    <a:lnTo>
                      <a:pt x="240" y="96"/>
                    </a:lnTo>
                    <a:lnTo>
                      <a:pt x="240" y="94"/>
                    </a:lnTo>
                    <a:lnTo>
                      <a:pt x="239" y="90"/>
                    </a:lnTo>
                    <a:lnTo>
                      <a:pt x="237" y="88"/>
                    </a:lnTo>
                    <a:lnTo>
                      <a:pt x="236" y="84"/>
                    </a:lnTo>
                    <a:lnTo>
                      <a:pt x="239" y="83"/>
                    </a:lnTo>
                    <a:lnTo>
                      <a:pt x="240" y="82"/>
                    </a:lnTo>
                    <a:lnTo>
                      <a:pt x="242" y="81"/>
                    </a:lnTo>
                    <a:lnTo>
                      <a:pt x="242" y="79"/>
                    </a:lnTo>
                    <a:lnTo>
                      <a:pt x="240" y="74"/>
                    </a:lnTo>
                    <a:lnTo>
                      <a:pt x="236" y="67"/>
                    </a:lnTo>
                    <a:lnTo>
                      <a:pt x="230" y="58"/>
                    </a:lnTo>
                    <a:lnTo>
                      <a:pt x="224" y="50"/>
                    </a:lnTo>
                    <a:lnTo>
                      <a:pt x="220" y="46"/>
                    </a:lnTo>
                    <a:lnTo>
                      <a:pt x="218" y="43"/>
                    </a:lnTo>
                    <a:lnTo>
                      <a:pt x="215" y="41"/>
                    </a:lnTo>
                    <a:lnTo>
                      <a:pt x="213" y="39"/>
                    </a:lnTo>
                    <a:lnTo>
                      <a:pt x="210" y="36"/>
                    </a:lnTo>
                    <a:lnTo>
                      <a:pt x="205" y="33"/>
                    </a:lnTo>
                    <a:lnTo>
                      <a:pt x="201" y="29"/>
                    </a:lnTo>
                    <a:lnTo>
                      <a:pt x="196" y="24"/>
                    </a:lnTo>
                    <a:lnTo>
                      <a:pt x="190" y="21"/>
                    </a:lnTo>
                    <a:lnTo>
                      <a:pt x="186" y="16"/>
                    </a:lnTo>
                    <a:lnTo>
                      <a:pt x="181" y="13"/>
                    </a:lnTo>
                    <a:lnTo>
                      <a:pt x="177" y="11"/>
                    </a:lnTo>
                    <a:lnTo>
                      <a:pt x="173" y="8"/>
                    </a:lnTo>
                    <a:lnTo>
                      <a:pt x="168" y="7"/>
                    </a:lnTo>
                    <a:lnTo>
                      <a:pt x="162" y="5"/>
                    </a:lnTo>
                    <a:lnTo>
                      <a:pt x="157" y="4"/>
                    </a:lnTo>
                    <a:lnTo>
                      <a:pt x="151" y="3"/>
                    </a:lnTo>
                    <a:lnTo>
                      <a:pt x="144" y="1"/>
                    </a:lnTo>
                    <a:lnTo>
                      <a:pt x="139" y="0"/>
                    </a:lnTo>
                    <a:lnTo>
                      <a:pt x="135" y="0"/>
                    </a:lnTo>
                    <a:lnTo>
                      <a:pt x="131" y="0"/>
                    </a:lnTo>
                    <a:lnTo>
                      <a:pt x="124" y="1"/>
                    </a:lnTo>
                    <a:lnTo>
                      <a:pt x="116" y="3"/>
                    </a:lnTo>
                    <a:lnTo>
                      <a:pt x="106" y="5"/>
                    </a:lnTo>
                    <a:lnTo>
                      <a:pt x="96" y="7"/>
                    </a:lnTo>
                    <a:lnTo>
                      <a:pt x="85" y="11"/>
                    </a:lnTo>
                    <a:lnTo>
                      <a:pt x="76" y="15"/>
                    </a:lnTo>
                    <a:lnTo>
                      <a:pt x="67" y="20"/>
                    </a:lnTo>
                    <a:lnTo>
                      <a:pt x="61" y="24"/>
                    </a:lnTo>
                    <a:lnTo>
                      <a:pt x="54" y="30"/>
                    </a:lnTo>
                    <a:lnTo>
                      <a:pt x="47" y="37"/>
                    </a:lnTo>
                    <a:lnTo>
                      <a:pt x="40" y="44"/>
                    </a:lnTo>
                    <a:lnTo>
                      <a:pt x="35" y="53"/>
                    </a:lnTo>
                    <a:lnTo>
                      <a:pt x="30" y="61"/>
                    </a:lnTo>
                    <a:lnTo>
                      <a:pt x="27" y="71"/>
                    </a:lnTo>
                    <a:lnTo>
                      <a:pt x="25" y="80"/>
                    </a:lnTo>
                    <a:lnTo>
                      <a:pt x="22" y="84"/>
                    </a:lnTo>
                    <a:lnTo>
                      <a:pt x="17" y="91"/>
                    </a:lnTo>
                    <a:lnTo>
                      <a:pt x="12" y="99"/>
                    </a:lnTo>
                    <a:lnTo>
                      <a:pt x="6" y="107"/>
                    </a:lnTo>
                    <a:lnTo>
                      <a:pt x="5" y="118"/>
                    </a:lnTo>
                    <a:lnTo>
                      <a:pt x="8" y="133"/>
                    </a:lnTo>
                    <a:lnTo>
                      <a:pt x="13" y="148"/>
                    </a:lnTo>
                    <a:lnTo>
                      <a:pt x="17" y="159"/>
                    </a:lnTo>
                    <a:lnTo>
                      <a:pt x="13" y="157"/>
                    </a:lnTo>
                    <a:lnTo>
                      <a:pt x="7" y="157"/>
                    </a:lnTo>
                    <a:lnTo>
                      <a:pt x="2" y="159"/>
                    </a:lnTo>
                    <a:lnTo>
                      <a:pt x="0" y="163"/>
                    </a:lnTo>
                    <a:lnTo>
                      <a:pt x="1" y="171"/>
                    </a:lnTo>
                    <a:lnTo>
                      <a:pt x="6" y="185"/>
                    </a:lnTo>
                    <a:lnTo>
                      <a:pt x="9" y="197"/>
                    </a:lnTo>
                    <a:lnTo>
                      <a:pt x="12" y="205"/>
                    </a:lnTo>
                    <a:lnTo>
                      <a:pt x="12" y="210"/>
                    </a:lnTo>
                    <a:lnTo>
                      <a:pt x="13" y="215"/>
                    </a:lnTo>
                    <a:lnTo>
                      <a:pt x="14" y="220"/>
                    </a:lnTo>
                    <a:lnTo>
                      <a:pt x="15" y="225"/>
                    </a:lnTo>
                    <a:lnTo>
                      <a:pt x="17" y="229"/>
                    </a:lnTo>
                    <a:lnTo>
                      <a:pt x="20" y="235"/>
                    </a:lnTo>
                    <a:lnTo>
                      <a:pt x="23" y="241"/>
                    </a:lnTo>
                    <a:lnTo>
                      <a:pt x="24" y="246"/>
                    </a:lnTo>
                    <a:lnTo>
                      <a:pt x="27" y="248"/>
                    </a:lnTo>
                    <a:lnTo>
                      <a:pt x="30" y="250"/>
                    </a:lnTo>
                    <a:lnTo>
                      <a:pt x="35" y="250"/>
                    </a:lnTo>
                    <a:lnTo>
                      <a:pt x="39" y="251"/>
                    </a:lnTo>
                    <a:lnTo>
                      <a:pt x="42" y="267"/>
                    </a:lnTo>
                    <a:lnTo>
                      <a:pt x="47" y="286"/>
                    </a:lnTo>
                    <a:lnTo>
                      <a:pt x="53" y="306"/>
                    </a:lnTo>
                    <a:lnTo>
                      <a:pt x="57" y="318"/>
                    </a:lnTo>
                    <a:lnTo>
                      <a:pt x="59" y="326"/>
                    </a:lnTo>
                    <a:lnTo>
                      <a:pt x="61" y="334"/>
                    </a:lnTo>
                    <a:lnTo>
                      <a:pt x="65" y="342"/>
                    </a:lnTo>
                    <a:lnTo>
                      <a:pt x="68" y="350"/>
                    </a:lnTo>
                    <a:lnTo>
                      <a:pt x="71" y="356"/>
                    </a:lnTo>
                    <a:lnTo>
                      <a:pt x="77" y="363"/>
                    </a:lnTo>
                    <a:lnTo>
                      <a:pt x="84" y="369"/>
                    </a:lnTo>
                    <a:lnTo>
                      <a:pt x="91" y="373"/>
                    </a:lnTo>
                    <a:lnTo>
                      <a:pt x="96" y="375"/>
                    </a:lnTo>
                    <a:lnTo>
                      <a:pt x="101" y="377"/>
                    </a:lnTo>
                    <a:lnTo>
                      <a:pt x="106" y="378"/>
                    </a:lnTo>
                    <a:lnTo>
                      <a:pt x="112" y="378"/>
                    </a:lnTo>
                    <a:lnTo>
                      <a:pt x="116" y="379"/>
                    </a:lnTo>
                    <a:lnTo>
                      <a:pt x="122" y="380"/>
                    </a:lnTo>
                    <a:lnTo>
                      <a:pt x="127" y="380"/>
                    </a:lnTo>
                    <a:lnTo>
                      <a:pt x="131" y="380"/>
                    </a:lnTo>
                    <a:lnTo>
                      <a:pt x="136" y="380"/>
                    </a:lnTo>
                    <a:lnTo>
                      <a:pt x="141" y="380"/>
                    </a:lnTo>
                    <a:lnTo>
                      <a:pt x="145" y="379"/>
                    </a:lnTo>
                    <a:lnTo>
                      <a:pt x="150" y="378"/>
                    </a:lnTo>
                    <a:lnTo>
                      <a:pt x="154" y="377"/>
                    </a:lnTo>
                    <a:lnTo>
                      <a:pt x="158" y="376"/>
                    </a:lnTo>
                    <a:lnTo>
                      <a:pt x="162" y="375"/>
                    </a:lnTo>
                    <a:lnTo>
                      <a:pt x="167" y="372"/>
                    </a:lnTo>
                    <a:lnTo>
                      <a:pt x="175" y="368"/>
                    </a:lnTo>
                    <a:lnTo>
                      <a:pt x="182" y="362"/>
                    </a:lnTo>
                    <a:lnTo>
                      <a:pt x="188" y="357"/>
                    </a:lnTo>
                    <a:lnTo>
                      <a:pt x="194" y="353"/>
                    </a:lnTo>
                    <a:lnTo>
                      <a:pt x="204" y="341"/>
                    </a:lnTo>
                    <a:lnTo>
                      <a:pt x="212" y="325"/>
                    </a:lnTo>
                    <a:lnTo>
                      <a:pt x="217" y="306"/>
                    </a:lnTo>
                    <a:lnTo>
                      <a:pt x="217" y="284"/>
                    </a:lnTo>
                    <a:lnTo>
                      <a:pt x="218" y="278"/>
                    </a:lnTo>
                    <a:lnTo>
                      <a:pt x="220" y="270"/>
                    </a:lnTo>
                    <a:lnTo>
                      <a:pt x="221" y="261"/>
                    </a:lnTo>
                    <a:lnTo>
                      <a:pt x="222" y="253"/>
                    </a:lnTo>
                    <a:lnTo>
                      <a:pt x="228" y="251"/>
                    </a:lnTo>
                    <a:lnTo>
                      <a:pt x="234" y="249"/>
                    </a:lnTo>
                    <a:lnTo>
                      <a:pt x="240" y="247"/>
                    </a:lnTo>
                    <a:lnTo>
                      <a:pt x="243" y="244"/>
                    </a:lnTo>
                    <a:lnTo>
                      <a:pt x="244" y="241"/>
                    </a:lnTo>
                    <a:lnTo>
                      <a:pt x="247" y="236"/>
                    </a:lnTo>
                    <a:lnTo>
                      <a:pt x="248" y="232"/>
                    </a:lnTo>
                    <a:lnTo>
                      <a:pt x="248" y="229"/>
                    </a:lnTo>
                    <a:lnTo>
                      <a:pt x="249" y="225"/>
                    </a:lnTo>
                    <a:lnTo>
                      <a:pt x="251" y="219"/>
                    </a:lnTo>
                    <a:lnTo>
                      <a:pt x="254" y="213"/>
                    </a:lnTo>
                    <a:lnTo>
                      <a:pt x="255" y="209"/>
                    </a:lnTo>
                    <a:lnTo>
                      <a:pt x="257" y="204"/>
                    </a:lnTo>
                    <a:lnTo>
                      <a:pt x="259" y="198"/>
                    </a:lnTo>
                    <a:lnTo>
                      <a:pt x="260" y="193"/>
                    </a:lnTo>
                    <a:lnTo>
                      <a:pt x="260" y="188"/>
                    </a:lnTo>
                    <a:lnTo>
                      <a:pt x="260" y="186"/>
                    </a:lnTo>
                    <a:lnTo>
                      <a:pt x="259" y="182"/>
                    </a:lnTo>
                    <a:lnTo>
                      <a:pt x="257" y="180"/>
                    </a:lnTo>
                    <a:lnTo>
                      <a:pt x="254" y="178"/>
                    </a:lnTo>
                    <a:lnTo>
                      <a:pt x="254" y="175"/>
                    </a:lnTo>
                    <a:lnTo>
                      <a:pt x="254" y="173"/>
                    </a:lnTo>
                    <a:lnTo>
                      <a:pt x="254" y="172"/>
                    </a:lnTo>
                    <a:lnTo>
                      <a:pt x="254" y="17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9" name="Freeform 40">
                <a:extLst>
                  <a:ext uri="{FF2B5EF4-FFF2-40B4-BE49-F238E27FC236}">
                    <a16:creationId xmlns:a16="http://schemas.microsoft.com/office/drawing/2014/main" id="{31751349-BAE8-4033-AEFC-D9DB1C16A6EC}"/>
                  </a:ext>
                </a:extLst>
              </p:cNvPr>
              <p:cNvSpPr>
                <a:spLocks/>
              </p:cNvSpPr>
              <p:nvPr/>
            </p:nvSpPr>
            <p:spPr bwMode="auto">
              <a:xfrm>
                <a:off x="4282" y="2402"/>
                <a:ext cx="35" cy="36"/>
              </a:xfrm>
              <a:custGeom>
                <a:avLst/>
                <a:gdLst>
                  <a:gd name="T0" fmla="*/ 0 w 64"/>
                  <a:gd name="T1" fmla="*/ 31 h 65"/>
                  <a:gd name="T2" fmla="*/ 2 w 64"/>
                  <a:gd name="T3" fmla="*/ 27 h 65"/>
                  <a:gd name="T4" fmla="*/ 2 w 64"/>
                  <a:gd name="T5" fmla="*/ 24 h 65"/>
                  <a:gd name="T6" fmla="*/ 3 w 64"/>
                  <a:gd name="T7" fmla="*/ 22 h 65"/>
                  <a:gd name="T8" fmla="*/ 5 w 64"/>
                  <a:gd name="T9" fmla="*/ 18 h 65"/>
                  <a:gd name="T10" fmla="*/ 10 w 64"/>
                  <a:gd name="T11" fmla="*/ 12 h 65"/>
                  <a:gd name="T12" fmla="*/ 15 w 64"/>
                  <a:gd name="T13" fmla="*/ 6 h 65"/>
                  <a:gd name="T14" fmla="*/ 20 w 64"/>
                  <a:gd name="T15" fmla="*/ 2 h 65"/>
                  <a:gd name="T16" fmla="*/ 26 w 64"/>
                  <a:gd name="T17" fmla="*/ 1 h 65"/>
                  <a:gd name="T18" fmla="*/ 33 w 64"/>
                  <a:gd name="T19" fmla="*/ 2 h 65"/>
                  <a:gd name="T20" fmla="*/ 33 w 64"/>
                  <a:gd name="T21" fmla="*/ 6 h 65"/>
                  <a:gd name="T22" fmla="*/ 30 w 64"/>
                  <a:gd name="T23" fmla="*/ 14 h 65"/>
                  <a:gd name="T24" fmla="*/ 26 w 64"/>
                  <a:gd name="T25" fmla="*/ 17 h 65"/>
                  <a:gd name="T26" fmla="*/ 18 w 64"/>
                  <a:gd name="T27" fmla="*/ 13 h 65"/>
                  <a:gd name="T28" fmla="*/ 14 w 64"/>
                  <a:gd name="T29" fmla="*/ 13 h 65"/>
                  <a:gd name="T30" fmla="*/ 11 w 64"/>
                  <a:gd name="T31" fmla="*/ 15 h 65"/>
                  <a:gd name="T32" fmla="*/ 15 w 64"/>
                  <a:gd name="T33" fmla="*/ 17 h 65"/>
                  <a:gd name="T34" fmla="*/ 25 w 64"/>
                  <a:gd name="T35" fmla="*/ 21 h 65"/>
                  <a:gd name="T36" fmla="*/ 28 w 64"/>
                  <a:gd name="T37" fmla="*/ 25 h 65"/>
                  <a:gd name="T38" fmla="*/ 27 w 64"/>
                  <a:gd name="T39" fmla="*/ 30 h 65"/>
                  <a:gd name="T40" fmla="*/ 23 w 64"/>
                  <a:gd name="T41" fmla="*/ 32 h 65"/>
                  <a:gd name="T42" fmla="*/ 18 w 64"/>
                  <a:gd name="T43" fmla="*/ 29 h 65"/>
                  <a:gd name="T44" fmla="*/ 10 w 64"/>
                  <a:gd name="T45" fmla="*/ 25 h 65"/>
                  <a:gd name="T46" fmla="*/ 5 w 64"/>
                  <a:gd name="T47" fmla="*/ 23 h 65"/>
                  <a:gd name="T48" fmla="*/ 3 w 64"/>
                  <a:gd name="T49" fmla="*/ 22 h 65"/>
                  <a:gd name="T50" fmla="*/ 2 w 64"/>
                  <a:gd name="T51" fmla="*/ 24 h 65"/>
                  <a:gd name="T52" fmla="*/ 6 w 64"/>
                  <a:gd name="T53" fmla="*/ 27 h 65"/>
                  <a:gd name="T54" fmla="*/ 15 w 64"/>
                  <a:gd name="T55" fmla="*/ 33 h 65"/>
                  <a:gd name="T56" fmla="*/ 16 w 64"/>
                  <a:gd name="T57" fmla="*/ 35 h 65"/>
                  <a:gd name="T58" fmla="*/ 11 w 64"/>
                  <a:gd name="T59" fmla="*/ 36 h 65"/>
                  <a:gd name="T60" fmla="*/ 8 w 64"/>
                  <a:gd name="T61" fmla="*/ 35 h 65"/>
                  <a:gd name="T62" fmla="*/ 3 w 64"/>
                  <a:gd name="T63" fmla="*/ 34 h 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 h="65">
                    <a:moveTo>
                      <a:pt x="0" y="60"/>
                    </a:moveTo>
                    <a:lnTo>
                      <a:pt x="0" y="56"/>
                    </a:lnTo>
                    <a:lnTo>
                      <a:pt x="2" y="53"/>
                    </a:lnTo>
                    <a:lnTo>
                      <a:pt x="3" y="49"/>
                    </a:lnTo>
                    <a:lnTo>
                      <a:pt x="4" y="46"/>
                    </a:lnTo>
                    <a:lnTo>
                      <a:pt x="4" y="44"/>
                    </a:lnTo>
                    <a:lnTo>
                      <a:pt x="5" y="42"/>
                    </a:lnTo>
                    <a:lnTo>
                      <a:pt x="5" y="40"/>
                    </a:lnTo>
                    <a:lnTo>
                      <a:pt x="6" y="39"/>
                    </a:lnTo>
                    <a:lnTo>
                      <a:pt x="10" y="33"/>
                    </a:lnTo>
                    <a:lnTo>
                      <a:pt x="14" y="27"/>
                    </a:lnTo>
                    <a:lnTo>
                      <a:pt x="19" y="22"/>
                    </a:lnTo>
                    <a:lnTo>
                      <a:pt x="23" y="16"/>
                    </a:lnTo>
                    <a:lnTo>
                      <a:pt x="28" y="11"/>
                    </a:lnTo>
                    <a:lnTo>
                      <a:pt x="33" y="7"/>
                    </a:lnTo>
                    <a:lnTo>
                      <a:pt x="37" y="3"/>
                    </a:lnTo>
                    <a:lnTo>
                      <a:pt x="42" y="0"/>
                    </a:lnTo>
                    <a:lnTo>
                      <a:pt x="48" y="1"/>
                    </a:lnTo>
                    <a:lnTo>
                      <a:pt x="55" y="3"/>
                    </a:lnTo>
                    <a:lnTo>
                      <a:pt x="60" y="4"/>
                    </a:lnTo>
                    <a:lnTo>
                      <a:pt x="64" y="7"/>
                    </a:lnTo>
                    <a:lnTo>
                      <a:pt x="60" y="11"/>
                    </a:lnTo>
                    <a:lnTo>
                      <a:pt x="57" y="18"/>
                    </a:lnTo>
                    <a:lnTo>
                      <a:pt x="55" y="26"/>
                    </a:lnTo>
                    <a:lnTo>
                      <a:pt x="53" y="34"/>
                    </a:lnTo>
                    <a:lnTo>
                      <a:pt x="48" y="30"/>
                    </a:lnTo>
                    <a:lnTo>
                      <a:pt x="41" y="26"/>
                    </a:lnTo>
                    <a:lnTo>
                      <a:pt x="33" y="23"/>
                    </a:lnTo>
                    <a:lnTo>
                      <a:pt x="27" y="22"/>
                    </a:lnTo>
                    <a:lnTo>
                      <a:pt x="25" y="24"/>
                    </a:lnTo>
                    <a:lnTo>
                      <a:pt x="21" y="25"/>
                    </a:lnTo>
                    <a:lnTo>
                      <a:pt x="20" y="27"/>
                    </a:lnTo>
                    <a:lnTo>
                      <a:pt x="20" y="31"/>
                    </a:lnTo>
                    <a:lnTo>
                      <a:pt x="28" y="31"/>
                    </a:lnTo>
                    <a:lnTo>
                      <a:pt x="37" y="34"/>
                    </a:lnTo>
                    <a:lnTo>
                      <a:pt x="46" y="38"/>
                    </a:lnTo>
                    <a:lnTo>
                      <a:pt x="52" y="41"/>
                    </a:lnTo>
                    <a:lnTo>
                      <a:pt x="52" y="46"/>
                    </a:lnTo>
                    <a:lnTo>
                      <a:pt x="51" y="51"/>
                    </a:lnTo>
                    <a:lnTo>
                      <a:pt x="49" y="55"/>
                    </a:lnTo>
                    <a:lnTo>
                      <a:pt x="45" y="60"/>
                    </a:lnTo>
                    <a:lnTo>
                      <a:pt x="42" y="57"/>
                    </a:lnTo>
                    <a:lnTo>
                      <a:pt x="37" y="55"/>
                    </a:lnTo>
                    <a:lnTo>
                      <a:pt x="32" y="53"/>
                    </a:lnTo>
                    <a:lnTo>
                      <a:pt x="26" y="49"/>
                    </a:lnTo>
                    <a:lnTo>
                      <a:pt x="19" y="46"/>
                    </a:lnTo>
                    <a:lnTo>
                      <a:pt x="14" y="44"/>
                    </a:lnTo>
                    <a:lnTo>
                      <a:pt x="10" y="41"/>
                    </a:lnTo>
                    <a:lnTo>
                      <a:pt x="6" y="39"/>
                    </a:lnTo>
                    <a:lnTo>
                      <a:pt x="5" y="40"/>
                    </a:lnTo>
                    <a:lnTo>
                      <a:pt x="5" y="42"/>
                    </a:lnTo>
                    <a:lnTo>
                      <a:pt x="4" y="44"/>
                    </a:lnTo>
                    <a:lnTo>
                      <a:pt x="4" y="46"/>
                    </a:lnTo>
                    <a:lnTo>
                      <a:pt x="11" y="49"/>
                    </a:lnTo>
                    <a:lnTo>
                      <a:pt x="20" y="54"/>
                    </a:lnTo>
                    <a:lnTo>
                      <a:pt x="28" y="59"/>
                    </a:lnTo>
                    <a:lnTo>
                      <a:pt x="35" y="62"/>
                    </a:lnTo>
                    <a:lnTo>
                      <a:pt x="29" y="63"/>
                    </a:lnTo>
                    <a:lnTo>
                      <a:pt x="25" y="64"/>
                    </a:lnTo>
                    <a:lnTo>
                      <a:pt x="21" y="65"/>
                    </a:lnTo>
                    <a:lnTo>
                      <a:pt x="18" y="64"/>
                    </a:lnTo>
                    <a:lnTo>
                      <a:pt x="14" y="63"/>
                    </a:lnTo>
                    <a:lnTo>
                      <a:pt x="10" y="62"/>
                    </a:lnTo>
                    <a:lnTo>
                      <a:pt x="5" y="61"/>
                    </a:lnTo>
                    <a:lnTo>
                      <a:pt x="0"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0" name="Freeform 41">
                <a:extLst>
                  <a:ext uri="{FF2B5EF4-FFF2-40B4-BE49-F238E27FC236}">
                    <a16:creationId xmlns:a16="http://schemas.microsoft.com/office/drawing/2014/main" id="{D4D227B1-2591-47AF-AFDE-2D776D6186DF}"/>
                  </a:ext>
                </a:extLst>
              </p:cNvPr>
              <p:cNvSpPr>
                <a:spLocks/>
              </p:cNvSpPr>
              <p:nvPr/>
            </p:nvSpPr>
            <p:spPr bwMode="auto">
              <a:xfrm>
                <a:off x="4412" y="2745"/>
                <a:ext cx="20" cy="73"/>
              </a:xfrm>
              <a:custGeom>
                <a:avLst/>
                <a:gdLst>
                  <a:gd name="T0" fmla="*/ 20 w 36"/>
                  <a:gd name="T1" fmla="*/ 1 h 131"/>
                  <a:gd name="T2" fmla="*/ 20 w 36"/>
                  <a:gd name="T3" fmla="*/ 15 h 131"/>
                  <a:gd name="T4" fmla="*/ 18 w 36"/>
                  <a:gd name="T5" fmla="*/ 36 h 131"/>
                  <a:gd name="T6" fmla="*/ 16 w 36"/>
                  <a:gd name="T7" fmla="*/ 57 h 131"/>
                  <a:gd name="T8" fmla="*/ 9 w 36"/>
                  <a:gd name="T9" fmla="*/ 73 h 131"/>
                  <a:gd name="T10" fmla="*/ 8 w 36"/>
                  <a:gd name="T11" fmla="*/ 73 h 131"/>
                  <a:gd name="T12" fmla="*/ 5 w 36"/>
                  <a:gd name="T13" fmla="*/ 72 h 131"/>
                  <a:gd name="T14" fmla="*/ 2 w 36"/>
                  <a:gd name="T15" fmla="*/ 71 h 131"/>
                  <a:gd name="T16" fmla="*/ 0 w 36"/>
                  <a:gd name="T17" fmla="*/ 70 h 131"/>
                  <a:gd name="T18" fmla="*/ 1 w 36"/>
                  <a:gd name="T19" fmla="*/ 66 h 131"/>
                  <a:gd name="T20" fmla="*/ 4 w 36"/>
                  <a:gd name="T21" fmla="*/ 59 h 131"/>
                  <a:gd name="T22" fmla="*/ 8 w 36"/>
                  <a:gd name="T23" fmla="*/ 52 h 131"/>
                  <a:gd name="T24" fmla="*/ 10 w 36"/>
                  <a:gd name="T25" fmla="*/ 46 h 131"/>
                  <a:gd name="T26" fmla="*/ 12 w 36"/>
                  <a:gd name="T27" fmla="*/ 41 h 131"/>
                  <a:gd name="T28" fmla="*/ 13 w 36"/>
                  <a:gd name="T29" fmla="*/ 36 h 131"/>
                  <a:gd name="T30" fmla="*/ 14 w 36"/>
                  <a:gd name="T31" fmla="*/ 30 h 131"/>
                  <a:gd name="T32" fmla="*/ 14 w 36"/>
                  <a:gd name="T33" fmla="*/ 24 h 131"/>
                  <a:gd name="T34" fmla="*/ 14 w 36"/>
                  <a:gd name="T35" fmla="*/ 20 h 131"/>
                  <a:gd name="T36" fmla="*/ 16 w 36"/>
                  <a:gd name="T37" fmla="*/ 14 h 131"/>
                  <a:gd name="T38" fmla="*/ 16 w 36"/>
                  <a:gd name="T39" fmla="*/ 7 h 131"/>
                  <a:gd name="T40" fmla="*/ 16 w 36"/>
                  <a:gd name="T41" fmla="*/ 0 h 131"/>
                  <a:gd name="T42" fmla="*/ 17 w 36"/>
                  <a:gd name="T43" fmla="*/ 1 h 131"/>
                  <a:gd name="T44" fmla="*/ 18 w 36"/>
                  <a:gd name="T45" fmla="*/ 1 h 131"/>
                  <a:gd name="T46" fmla="*/ 19 w 36"/>
                  <a:gd name="T47" fmla="*/ 1 h 131"/>
                  <a:gd name="T48" fmla="*/ 20 w 36"/>
                  <a:gd name="T49" fmla="*/ 1 h 1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 h="131">
                    <a:moveTo>
                      <a:pt x="36" y="2"/>
                    </a:moveTo>
                    <a:lnTo>
                      <a:pt x="36" y="27"/>
                    </a:lnTo>
                    <a:lnTo>
                      <a:pt x="33" y="65"/>
                    </a:lnTo>
                    <a:lnTo>
                      <a:pt x="28" y="103"/>
                    </a:lnTo>
                    <a:lnTo>
                      <a:pt x="17" y="131"/>
                    </a:lnTo>
                    <a:lnTo>
                      <a:pt x="14" y="131"/>
                    </a:lnTo>
                    <a:lnTo>
                      <a:pt x="9" y="129"/>
                    </a:lnTo>
                    <a:lnTo>
                      <a:pt x="4" y="127"/>
                    </a:lnTo>
                    <a:lnTo>
                      <a:pt x="0" y="126"/>
                    </a:lnTo>
                    <a:lnTo>
                      <a:pt x="2" y="118"/>
                    </a:lnTo>
                    <a:lnTo>
                      <a:pt x="8" y="106"/>
                    </a:lnTo>
                    <a:lnTo>
                      <a:pt x="14" y="93"/>
                    </a:lnTo>
                    <a:lnTo>
                      <a:pt x="18" y="83"/>
                    </a:lnTo>
                    <a:lnTo>
                      <a:pt x="22" y="74"/>
                    </a:lnTo>
                    <a:lnTo>
                      <a:pt x="24" y="64"/>
                    </a:lnTo>
                    <a:lnTo>
                      <a:pt x="25" y="54"/>
                    </a:lnTo>
                    <a:lnTo>
                      <a:pt x="25" y="43"/>
                    </a:lnTo>
                    <a:lnTo>
                      <a:pt x="26" y="36"/>
                    </a:lnTo>
                    <a:lnTo>
                      <a:pt x="28" y="26"/>
                    </a:lnTo>
                    <a:lnTo>
                      <a:pt x="28" y="13"/>
                    </a:lnTo>
                    <a:lnTo>
                      <a:pt x="29" y="0"/>
                    </a:lnTo>
                    <a:lnTo>
                      <a:pt x="31" y="1"/>
                    </a:lnTo>
                    <a:lnTo>
                      <a:pt x="32" y="1"/>
                    </a:lnTo>
                    <a:lnTo>
                      <a:pt x="34" y="2"/>
                    </a:lnTo>
                    <a:lnTo>
                      <a:pt x="36" y="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1" name="Freeform 42">
                <a:extLst>
                  <a:ext uri="{FF2B5EF4-FFF2-40B4-BE49-F238E27FC236}">
                    <a16:creationId xmlns:a16="http://schemas.microsoft.com/office/drawing/2014/main" id="{A601E7D1-BAD8-498F-ADA8-10BD9A67C8F5}"/>
                  </a:ext>
                </a:extLst>
              </p:cNvPr>
              <p:cNvSpPr>
                <a:spLocks/>
              </p:cNvSpPr>
              <p:nvPr/>
            </p:nvSpPr>
            <p:spPr bwMode="auto">
              <a:xfrm>
                <a:off x="4289" y="2439"/>
                <a:ext cx="18" cy="69"/>
              </a:xfrm>
              <a:custGeom>
                <a:avLst/>
                <a:gdLst>
                  <a:gd name="T0" fmla="*/ 1 w 34"/>
                  <a:gd name="T1" fmla="*/ 56 h 124"/>
                  <a:gd name="T2" fmla="*/ 2 w 34"/>
                  <a:gd name="T3" fmla="*/ 53 h 124"/>
                  <a:gd name="T4" fmla="*/ 3 w 34"/>
                  <a:gd name="T5" fmla="*/ 51 h 124"/>
                  <a:gd name="T6" fmla="*/ 3 w 34"/>
                  <a:gd name="T7" fmla="*/ 49 h 124"/>
                  <a:gd name="T8" fmla="*/ 4 w 34"/>
                  <a:gd name="T9" fmla="*/ 47 h 124"/>
                  <a:gd name="T10" fmla="*/ 6 w 34"/>
                  <a:gd name="T11" fmla="*/ 45 h 124"/>
                  <a:gd name="T12" fmla="*/ 8 w 34"/>
                  <a:gd name="T13" fmla="*/ 41 h 124"/>
                  <a:gd name="T14" fmla="*/ 8 w 34"/>
                  <a:gd name="T15" fmla="*/ 37 h 124"/>
                  <a:gd name="T16" fmla="*/ 7 w 34"/>
                  <a:gd name="T17" fmla="*/ 34 h 124"/>
                  <a:gd name="T18" fmla="*/ 4 w 34"/>
                  <a:gd name="T19" fmla="*/ 31 h 124"/>
                  <a:gd name="T20" fmla="*/ 1 w 34"/>
                  <a:gd name="T21" fmla="*/ 27 h 124"/>
                  <a:gd name="T22" fmla="*/ 0 w 34"/>
                  <a:gd name="T23" fmla="*/ 22 h 124"/>
                  <a:gd name="T24" fmla="*/ 1 w 34"/>
                  <a:gd name="T25" fmla="*/ 18 h 124"/>
                  <a:gd name="T26" fmla="*/ 3 w 34"/>
                  <a:gd name="T27" fmla="*/ 13 h 124"/>
                  <a:gd name="T28" fmla="*/ 6 w 34"/>
                  <a:gd name="T29" fmla="*/ 8 h 124"/>
                  <a:gd name="T30" fmla="*/ 11 w 34"/>
                  <a:gd name="T31" fmla="*/ 3 h 124"/>
                  <a:gd name="T32" fmla="*/ 16 w 34"/>
                  <a:gd name="T33" fmla="*/ 0 h 124"/>
                  <a:gd name="T34" fmla="*/ 17 w 34"/>
                  <a:gd name="T35" fmla="*/ 4 h 124"/>
                  <a:gd name="T36" fmla="*/ 16 w 34"/>
                  <a:gd name="T37" fmla="*/ 9 h 124"/>
                  <a:gd name="T38" fmla="*/ 15 w 34"/>
                  <a:gd name="T39" fmla="*/ 17 h 124"/>
                  <a:gd name="T40" fmla="*/ 15 w 34"/>
                  <a:gd name="T41" fmla="*/ 22 h 124"/>
                  <a:gd name="T42" fmla="*/ 17 w 34"/>
                  <a:gd name="T43" fmla="*/ 27 h 124"/>
                  <a:gd name="T44" fmla="*/ 18 w 34"/>
                  <a:gd name="T45" fmla="*/ 34 h 124"/>
                  <a:gd name="T46" fmla="*/ 17 w 34"/>
                  <a:gd name="T47" fmla="*/ 40 h 124"/>
                  <a:gd name="T48" fmla="*/ 16 w 34"/>
                  <a:gd name="T49" fmla="*/ 44 h 124"/>
                  <a:gd name="T50" fmla="*/ 13 w 34"/>
                  <a:gd name="T51" fmla="*/ 47 h 124"/>
                  <a:gd name="T52" fmla="*/ 11 w 34"/>
                  <a:gd name="T53" fmla="*/ 50 h 124"/>
                  <a:gd name="T54" fmla="*/ 8 w 34"/>
                  <a:gd name="T55" fmla="*/ 52 h 124"/>
                  <a:gd name="T56" fmla="*/ 5 w 34"/>
                  <a:gd name="T57" fmla="*/ 54 h 124"/>
                  <a:gd name="T58" fmla="*/ 5 w 34"/>
                  <a:gd name="T59" fmla="*/ 57 h 124"/>
                  <a:gd name="T60" fmla="*/ 5 w 34"/>
                  <a:gd name="T61" fmla="*/ 61 h 124"/>
                  <a:gd name="T62" fmla="*/ 5 w 34"/>
                  <a:gd name="T63" fmla="*/ 66 h 124"/>
                  <a:gd name="T64" fmla="*/ 7 w 34"/>
                  <a:gd name="T65" fmla="*/ 69 h 124"/>
                  <a:gd name="T66" fmla="*/ 5 w 34"/>
                  <a:gd name="T67" fmla="*/ 68 h 124"/>
                  <a:gd name="T68" fmla="*/ 4 w 34"/>
                  <a:gd name="T69" fmla="*/ 67 h 124"/>
                  <a:gd name="T70" fmla="*/ 3 w 34"/>
                  <a:gd name="T71" fmla="*/ 66 h 124"/>
                  <a:gd name="T72" fmla="*/ 1 w 34"/>
                  <a:gd name="T73" fmla="*/ 65 h 124"/>
                  <a:gd name="T74" fmla="*/ 1 w 34"/>
                  <a:gd name="T75" fmla="*/ 63 h 124"/>
                  <a:gd name="T76" fmla="*/ 1 w 34"/>
                  <a:gd name="T77" fmla="*/ 61 h 124"/>
                  <a:gd name="T78" fmla="*/ 1 w 34"/>
                  <a:gd name="T79" fmla="*/ 59 h 124"/>
                  <a:gd name="T80" fmla="*/ 1 w 34"/>
                  <a:gd name="T81" fmla="*/ 56 h 1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4" h="124">
                    <a:moveTo>
                      <a:pt x="2" y="101"/>
                    </a:moveTo>
                    <a:lnTo>
                      <a:pt x="3" y="95"/>
                    </a:lnTo>
                    <a:lnTo>
                      <a:pt x="5" y="92"/>
                    </a:lnTo>
                    <a:lnTo>
                      <a:pt x="6" y="88"/>
                    </a:lnTo>
                    <a:lnTo>
                      <a:pt x="8" y="85"/>
                    </a:lnTo>
                    <a:lnTo>
                      <a:pt x="11" y="80"/>
                    </a:lnTo>
                    <a:lnTo>
                      <a:pt x="15" y="74"/>
                    </a:lnTo>
                    <a:lnTo>
                      <a:pt x="16" y="67"/>
                    </a:lnTo>
                    <a:lnTo>
                      <a:pt x="14" y="61"/>
                    </a:lnTo>
                    <a:lnTo>
                      <a:pt x="7" y="55"/>
                    </a:lnTo>
                    <a:lnTo>
                      <a:pt x="2" y="48"/>
                    </a:lnTo>
                    <a:lnTo>
                      <a:pt x="0" y="40"/>
                    </a:lnTo>
                    <a:lnTo>
                      <a:pt x="1" y="32"/>
                    </a:lnTo>
                    <a:lnTo>
                      <a:pt x="6" y="23"/>
                    </a:lnTo>
                    <a:lnTo>
                      <a:pt x="11" y="14"/>
                    </a:lnTo>
                    <a:lnTo>
                      <a:pt x="21" y="6"/>
                    </a:lnTo>
                    <a:lnTo>
                      <a:pt x="31" y="0"/>
                    </a:lnTo>
                    <a:lnTo>
                      <a:pt x="32" y="7"/>
                    </a:lnTo>
                    <a:lnTo>
                      <a:pt x="30" y="17"/>
                    </a:lnTo>
                    <a:lnTo>
                      <a:pt x="29" y="30"/>
                    </a:lnTo>
                    <a:lnTo>
                      <a:pt x="29" y="39"/>
                    </a:lnTo>
                    <a:lnTo>
                      <a:pt x="32" y="49"/>
                    </a:lnTo>
                    <a:lnTo>
                      <a:pt x="34" y="61"/>
                    </a:lnTo>
                    <a:lnTo>
                      <a:pt x="33" y="71"/>
                    </a:lnTo>
                    <a:lnTo>
                      <a:pt x="30" y="79"/>
                    </a:lnTo>
                    <a:lnTo>
                      <a:pt x="25" y="85"/>
                    </a:lnTo>
                    <a:lnTo>
                      <a:pt x="20" y="90"/>
                    </a:lnTo>
                    <a:lnTo>
                      <a:pt x="15" y="94"/>
                    </a:lnTo>
                    <a:lnTo>
                      <a:pt x="9" y="97"/>
                    </a:lnTo>
                    <a:lnTo>
                      <a:pt x="9" y="103"/>
                    </a:lnTo>
                    <a:lnTo>
                      <a:pt x="9" y="110"/>
                    </a:lnTo>
                    <a:lnTo>
                      <a:pt x="10" y="118"/>
                    </a:lnTo>
                    <a:lnTo>
                      <a:pt x="13" y="124"/>
                    </a:lnTo>
                    <a:lnTo>
                      <a:pt x="10" y="122"/>
                    </a:lnTo>
                    <a:lnTo>
                      <a:pt x="7" y="121"/>
                    </a:lnTo>
                    <a:lnTo>
                      <a:pt x="5" y="118"/>
                    </a:lnTo>
                    <a:lnTo>
                      <a:pt x="2" y="117"/>
                    </a:lnTo>
                    <a:lnTo>
                      <a:pt x="2" y="114"/>
                    </a:lnTo>
                    <a:lnTo>
                      <a:pt x="2" y="110"/>
                    </a:lnTo>
                    <a:lnTo>
                      <a:pt x="2" y="106"/>
                    </a:lnTo>
                    <a:lnTo>
                      <a:pt x="2"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2" name="Freeform 43">
                <a:extLst>
                  <a:ext uri="{FF2B5EF4-FFF2-40B4-BE49-F238E27FC236}">
                    <a16:creationId xmlns:a16="http://schemas.microsoft.com/office/drawing/2014/main" id="{3B7C456A-D7EA-4764-B8A1-34295AB2C572}"/>
                  </a:ext>
                </a:extLst>
              </p:cNvPr>
              <p:cNvSpPr>
                <a:spLocks/>
              </p:cNvSpPr>
              <p:nvPr/>
            </p:nvSpPr>
            <p:spPr bwMode="auto">
              <a:xfrm>
                <a:off x="4366" y="2741"/>
                <a:ext cx="31" cy="16"/>
              </a:xfrm>
              <a:custGeom>
                <a:avLst/>
                <a:gdLst>
                  <a:gd name="T0" fmla="*/ 1 w 55"/>
                  <a:gd name="T1" fmla="*/ 11 h 30"/>
                  <a:gd name="T2" fmla="*/ 1 w 55"/>
                  <a:gd name="T3" fmla="*/ 8 h 30"/>
                  <a:gd name="T4" fmla="*/ 0 w 55"/>
                  <a:gd name="T5" fmla="*/ 6 h 30"/>
                  <a:gd name="T6" fmla="*/ 0 w 55"/>
                  <a:gd name="T7" fmla="*/ 3 h 30"/>
                  <a:gd name="T8" fmla="*/ 0 w 55"/>
                  <a:gd name="T9" fmla="*/ 1 h 30"/>
                  <a:gd name="T10" fmla="*/ 2 w 55"/>
                  <a:gd name="T11" fmla="*/ 1 h 30"/>
                  <a:gd name="T12" fmla="*/ 4 w 55"/>
                  <a:gd name="T13" fmla="*/ 0 h 30"/>
                  <a:gd name="T14" fmla="*/ 7 w 55"/>
                  <a:gd name="T15" fmla="*/ 0 h 30"/>
                  <a:gd name="T16" fmla="*/ 10 w 55"/>
                  <a:gd name="T17" fmla="*/ 0 h 30"/>
                  <a:gd name="T18" fmla="*/ 12 w 55"/>
                  <a:gd name="T19" fmla="*/ 0 h 30"/>
                  <a:gd name="T20" fmla="*/ 15 w 55"/>
                  <a:gd name="T21" fmla="*/ 0 h 30"/>
                  <a:gd name="T22" fmla="*/ 17 w 55"/>
                  <a:gd name="T23" fmla="*/ 0 h 30"/>
                  <a:gd name="T24" fmla="*/ 19 w 55"/>
                  <a:gd name="T25" fmla="*/ 0 h 30"/>
                  <a:gd name="T26" fmla="*/ 17 w 55"/>
                  <a:gd name="T27" fmla="*/ 3 h 30"/>
                  <a:gd name="T28" fmla="*/ 15 w 55"/>
                  <a:gd name="T29" fmla="*/ 4 h 30"/>
                  <a:gd name="T30" fmla="*/ 15 w 55"/>
                  <a:gd name="T31" fmla="*/ 6 h 30"/>
                  <a:gd name="T32" fmla="*/ 15 w 55"/>
                  <a:gd name="T33" fmla="*/ 6 h 30"/>
                  <a:gd name="T34" fmla="*/ 17 w 55"/>
                  <a:gd name="T35" fmla="*/ 8 h 30"/>
                  <a:gd name="T36" fmla="*/ 20 w 55"/>
                  <a:gd name="T37" fmla="*/ 11 h 30"/>
                  <a:gd name="T38" fmla="*/ 25 w 55"/>
                  <a:gd name="T39" fmla="*/ 14 h 30"/>
                  <a:gd name="T40" fmla="*/ 31 w 55"/>
                  <a:gd name="T41" fmla="*/ 15 h 30"/>
                  <a:gd name="T42" fmla="*/ 29 w 55"/>
                  <a:gd name="T43" fmla="*/ 15 h 30"/>
                  <a:gd name="T44" fmla="*/ 26 w 55"/>
                  <a:gd name="T45" fmla="*/ 15 h 30"/>
                  <a:gd name="T46" fmla="*/ 23 w 55"/>
                  <a:gd name="T47" fmla="*/ 16 h 30"/>
                  <a:gd name="T48" fmla="*/ 20 w 55"/>
                  <a:gd name="T49" fmla="*/ 16 h 30"/>
                  <a:gd name="T50" fmla="*/ 16 w 55"/>
                  <a:gd name="T51" fmla="*/ 15 h 30"/>
                  <a:gd name="T52" fmla="*/ 12 w 55"/>
                  <a:gd name="T53" fmla="*/ 14 h 30"/>
                  <a:gd name="T54" fmla="*/ 6 w 55"/>
                  <a:gd name="T55" fmla="*/ 13 h 30"/>
                  <a:gd name="T56" fmla="*/ 1 w 55"/>
                  <a:gd name="T57" fmla="*/ 11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30">
                    <a:moveTo>
                      <a:pt x="2" y="20"/>
                    </a:moveTo>
                    <a:lnTo>
                      <a:pt x="1" y="15"/>
                    </a:lnTo>
                    <a:lnTo>
                      <a:pt x="0" y="11"/>
                    </a:lnTo>
                    <a:lnTo>
                      <a:pt x="0" y="5"/>
                    </a:lnTo>
                    <a:lnTo>
                      <a:pt x="0" y="2"/>
                    </a:lnTo>
                    <a:lnTo>
                      <a:pt x="3" y="2"/>
                    </a:lnTo>
                    <a:lnTo>
                      <a:pt x="7" y="0"/>
                    </a:lnTo>
                    <a:lnTo>
                      <a:pt x="12" y="0"/>
                    </a:lnTo>
                    <a:lnTo>
                      <a:pt x="17" y="0"/>
                    </a:lnTo>
                    <a:lnTo>
                      <a:pt x="22" y="0"/>
                    </a:lnTo>
                    <a:lnTo>
                      <a:pt x="27" y="0"/>
                    </a:lnTo>
                    <a:lnTo>
                      <a:pt x="31" y="0"/>
                    </a:lnTo>
                    <a:lnTo>
                      <a:pt x="34" y="0"/>
                    </a:lnTo>
                    <a:lnTo>
                      <a:pt x="30" y="5"/>
                    </a:lnTo>
                    <a:lnTo>
                      <a:pt x="27" y="7"/>
                    </a:lnTo>
                    <a:lnTo>
                      <a:pt x="27" y="11"/>
                    </a:lnTo>
                    <a:lnTo>
                      <a:pt x="27" y="12"/>
                    </a:lnTo>
                    <a:lnTo>
                      <a:pt x="30" y="15"/>
                    </a:lnTo>
                    <a:lnTo>
                      <a:pt x="35" y="21"/>
                    </a:lnTo>
                    <a:lnTo>
                      <a:pt x="44" y="27"/>
                    </a:lnTo>
                    <a:lnTo>
                      <a:pt x="55" y="28"/>
                    </a:lnTo>
                    <a:lnTo>
                      <a:pt x="52" y="29"/>
                    </a:lnTo>
                    <a:lnTo>
                      <a:pt x="47" y="29"/>
                    </a:lnTo>
                    <a:lnTo>
                      <a:pt x="41" y="30"/>
                    </a:lnTo>
                    <a:lnTo>
                      <a:pt x="35" y="30"/>
                    </a:lnTo>
                    <a:lnTo>
                      <a:pt x="29" y="29"/>
                    </a:lnTo>
                    <a:lnTo>
                      <a:pt x="21" y="27"/>
                    </a:lnTo>
                    <a:lnTo>
                      <a:pt x="11" y="25"/>
                    </a:lnTo>
                    <a:lnTo>
                      <a:pt x="2"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3" name="Freeform 44">
                <a:extLst>
                  <a:ext uri="{FF2B5EF4-FFF2-40B4-BE49-F238E27FC236}">
                    <a16:creationId xmlns:a16="http://schemas.microsoft.com/office/drawing/2014/main" id="{19211F5B-0CA3-4858-9E85-359693A9E26E}"/>
                  </a:ext>
                </a:extLst>
              </p:cNvPr>
              <p:cNvSpPr>
                <a:spLocks/>
              </p:cNvSpPr>
              <p:nvPr/>
            </p:nvSpPr>
            <p:spPr bwMode="auto">
              <a:xfrm>
                <a:off x="4367" y="2753"/>
                <a:ext cx="29" cy="19"/>
              </a:xfrm>
              <a:custGeom>
                <a:avLst/>
                <a:gdLst>
                  <a:gd name="T0" fmla="*/ 2 w 52"/>
                  <a:gd name="T1" fmla="*/ 15 h 35"/>
                  <a:gd name="T2" fmla="*/ 1 w 52"/>
                  <a:gd name="T3" fmla="*/ 12 h 35"/>
                  <a:gd name="T4" fmla="*/ 0 w 52"/>
                  <a:gd name="T5" fmla="*/ 8 h 35"/>
                  <a:gd name="T6" fmla="*/ 1 w 52"/>
                  <a:gd name="T7" fmla="*/ 3 h 35"/>
                  <a:gd name="T8" fmla="*/ 2 w 52"/>
                  <a:gd name="T9" fmla="*/ 0 h 35"/>
                  <a:gd name="T10" fmla="*/ 5 w 52"/>
                  <a:gd name="T11" fmla="*/ 2 h 35"/>
                  <a:gd name="T12" fmla="*/ 9 w 52"/>
                  <a:gd name="T13" fmla="*/ 4 h 35"/>
                  <a:gd name="T14" fmla="*/ 13 w 52"/>
                  <a:gd name="T15" fmla="*/ 6 h 35"/>
                  <a:gd name="T16" fmla="*/ 18 w 52"/>
                  <a:gd name="T17" fmla="*/ 6 h 35"/>
                  <a:gd name="T18" fmla="*/ 19 w 52"/>
                  <a:gd name="T19" fmla="*/ 9 h 35"/>
                  <a:gd name="T20" fmla="*/ 21 w 52"/>
                  <a:gd name="T21" fmla="*/ 12 h 35"/>
                  <a:gd name="T22" fmla="*/ 25 w 52"/>
                  <a:gd name="T23" fmla="*/ 16 h 35"/>
                  <a:gd name="T24" fmla="*/ 29 w 52"/>
                  <a:gd name="T25" fmla="*/ 19 h 35"/>
                  <a:gd name="T26" fmla="*/ 26 w 52"/>
                  <a:gd name="T27" fmla="*/ 18 h 35"/>
                  <a:gd name="T28" fmla="*/ 22 w 52"/>
                  <a:gd name="T29" fmla="*/ 18 h 35"/>
                  <a:gd name="T30" fmla="*/ 18 w 52"/>
                  <a:gd name="T31" fmla="*/ 17 h 35"/>
                  <a:gd name="T32" fmla="*/ 15 w 52"/>
                  <a:gd name="T33" fmla="*/ 16 h 35"/>
                  <a:gd name="T34" fmla="*/ 11 w 52"/>
                  <a:gd name="T35" fmla="*/ 16 h 35"/>
                  <a:gd name="T36" fmla="*/ 7 w 52"/>
                  <a:gd name="T37" fmla="*/ 15 h 35"/>
                  <a:gd name="T38" fmla="*/ 4 w 52"/>
                  <a:gd name="T39" fmla="*/ 15 h 35"/>
                  <a:gd name="T40" fmla="*/ 2 w 52"/>
                  <a:gd name="T41" fmla="*/ 15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35">
                    <a:moveTo>
                      <a:pt x="3" y="27"/>
                    </a:moveTo>
                    <a:lnTo>
                      <a:pt x="1" y="22"/>
                    </a:lnTo>
                    <a:lnTo>
                      <a:pt x="0" y="14"/>
                    </a:lnTo>
                    <a:lnTo>
                      <a:pt x="1" y="6"/>
                    </a:lnTo>
                    <a:lnTo>
                      <a:pt x="3" y="0"/>
                    </a:lnTo>
                    <a:lnTo>
                      <a:pt x="9" y="4"/>
                    </a:lnTo>
                    <a:lnTo>
                      <a:pt x="16" y="7"/>
                    </a:lnTo>
                    <a:lnTo>
                      <a:pt x="24" y="11"/>
                    </a:lnTo>
                    <a:lnTo>
                      <a:pt x="32" y="11"/>
                    </a:lnTo>
                    <a:lnTo>
                      <a:pt x="34" y="17"/>
                    </a:lnTo>
                    <a:lnTo>
                      <a:pt x="38" y="23"/>
                    </a:lnTo>
                    <a:lnTo>
                      <a:pt x="44" y="29"/>
                    </a:lnTo>
                    <a:lnTo>
                      <a:pt x="52" y="35"/>
                    </a:lnTo>
                    <a:lnTo>
                      <a:pt x="47" y="34"/>
                    </a:lnTo>
                    <a:lnTo>
                      <a:pt x="40" y="33"/>
                    </a:lnTo>
                    <a:lnTo>
                      <a:pt x="33" y="32"/>
                    </a:lnTo>
                    <a:lnTo>
                      <a:pt x="26" y="30"/>
                    </a:lnTo>
                    <a:lnTo>
                      <a:pt x="20" y="29"/>
                    </a:lnTo>
                    <a:lnTo>
                      <a:pt x="13" y="28"/>
                    </a:lnTo>
                    <a:lnTo>
                      <a:pt x="7" y="28"/>
                    </a:lnTo>
                    <a:lnTo>
                      <a:pt x="3" y="2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4" name="Freeform 45">
                <a:extLst>
                  <a:ext uri="{FF2B5EF4-FFF2-40B4-BE49-F238E27FC236}">
                    <a16:creationId xmlns:a16="http://schemas.microsoft.com/office/drawing/2014/main" id="{C02ED4B6-8B8D-42D8-9D12-7F490F70395D}"/>
                  </a:ext>
                </a:extLst>
              </p:cNvPr>
              <p:cNvSpPr>
                <a:spLocks/>
              </p:cNvSpPr>
              <p:nvPr/>
            </p:nvSpPr>
            <p:spPr bwMode="auto">
              <a:xfrm>
                <a:off x="4376" y="2771"/>
                <a:ext cx="15" cy="13"/>
              </a:xfrm>
              <a:custGeom>
                <a:avLst/>
                <a:gdLst>
                  <a:gd name="T0" fmla="*/ 1 w 29"/>
                  <a:gd name="T1" fmla="*/ 0 h 23"/>
                  <a:gd name="T2" fmla="*/ 0 w 29"/>
                  <a:gd name="T3" fmla="*/ 3 h 23"/>
                  <a:gd name="T4" fmla="*/ 1 w 29"/>
                  <a:gd name="T5" fmla="*/ 7 h 23"/>
                  <a:gd name="T6" fmla="*/ 2 w 29"/>
                  <a:gd name="T7" fmla="*/ 11 h 23"/>
                  <a:gd name="T8" fmla="*/ 3 w 29"/>
                  <a:gd name="T9" fmla="*/ 13 h 23"/>
                  <a:gd name="T10" fmla="*/ 6 w 29"/>
                  <a:gd name="T11" fmla="*/ 13 h 23"/>
                  <a:gd name="T12" fmla="*/ 10 w 29"/>
                  <a:gd name="T13" fmla="*/ 11 h 23"/>
                  <a:gd name="T14" fmla="*/ 14 w 29"/>
                  <a:gd name="T15" fmla="*/ 8 h 23"/>
                  <a:gd name="T16" fmla="*/ 15 w 29"/>
                  <a:gd name="T17" fmla="*/ 2 h 23"/>
                  <a:gd name="T18" fmla="*/ 11 w 29"/>
                  <a:gd name="T19" fmla="*/ 2 h 23"/>
                  <a:gd name="T20" fmla="*/ 8 w 29"/>
                  <a:gd name="T21" fmla="*/ 2 h 23"/>
                  <a:gd name="T22" fmla="*/ 4 w 29"/>
                  <a:gd name="T23" fmla="*/ 1 h 23"/>
                  <a:gd name="T24" fmla="*/ 1 w 29"/>
                  <a:gd name="T25" fmla="*/ 0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3">
                    <a:moveTo>
                      <a:pt x="1" y="0"/>
                    </a:moveTo>
                    <a:lnTo>
                      <a:pt x="0" y="5"/>
                    </a:lnTo>
                    <a:lnTo>
                      <a:pt x="1" y="12"/>
                    </a:lnTo>
                    <a:lnTo>
                      <a:pt x="4" y="19"/>
                    </a:lnTo>
                    <a:lnTo>
                      <a:pt x="6" y="23"/>
                    </a:lnTo>
                    <a:lnTo>
                      <a:pt x="12" y="23"/>
                    </a:lnTo>
                    <a:lnTo>
                      <a:pt x="20" y="20"/>
                    </a:lnTo>
                    <a:lnTo>
                      <a:pt x="27" y="15"/>
                    </a:lnTo>
                    <a:lnTo>
                      <a:pt x="29" y="4"/>
                    </a:lnTo>
                    <a:lnTo>
                      <a:pt x="22" y="4"/>
                    </a:lnTo>
                    <a:lnTo>
                      <a:pt x="15" y="3"/>
                    </a:lnTo>
                    <a:lnTo>
                      <a:pt x="7" y="2"/>
                    </a:lnTo>
                    <a:lnTo>
                      <a:pt x="1"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5" name="Freeform 46">
                <a:extLst>
                  <a:ext uri="{FF2B5EF4-FFF2-40B4-BE49-F238E27FC236}">
                    <a16:creationId xmlns:a16="http://schemas.microsoft.com/office/drawing/2014/main" id="{BD559A9E-D1B5-4F8F-9EB6-131FBF58CA5D}"/>
                  </a:ext>
                </a:extLst>
              </p:cNvPr>
              <p:cNvSpPr>
                <a:spLocks/>
              </p:cNvSpPr>
              <p:nvPr/>
            </p:nvSpPr>
            <p:spPr bwMode="auto">
              <a:xfrm>
                <a:off x="4389" y="2722"/>
                <a:ext cx="40" cy="67"/>
              </a:xfrm>
              <a:custGeom>
                <a:avLst/>
                <a:gdLst>
                  <a:gd name="T0" fmla="*/ 40 w 72"/>
                  <a:gd name="T1" fmla="*/ 0 h 122"/>
                  <a:gd name="T2" fmla="*/ 39 w 72"/>
                  <a:gd name="T3" fmla="*/ 3 h 122"/>
                  <a:gd name="T4" fmla="*/ 39 w 72"/>
                  <a:gd name="T5" fmla="*/ 7 h 122"/>
                  <a:gd name="T6" fmla="*/ 40 w 72"/>
                  <a:gd name="T7" fmla="*/ 9 h 122"/>
                  <a:gd name="T8" fmla="*/ 40 w 72"/>
                  <a:gd name="T9" fmla="*/ 12 h 122"/>
                  <a:gd name="T10" fmla="*/ 40 w 72"/>
                  <a:gd name="T11" fmla="*/ 18 h 122"/>
                  <a:gd name="T12" fmla="*/ 39 w 72"/>
                  <a:gd name="T13" fmla="*/ 30 h 122"/>
                  <a:gd name="T14" fmla="*/ 38 w 72"/>
                  <a:gd name="T15" fmla="*/ 41 h 122"/>
                  <a:gd name="T16" fmla="*/ 38 w 72"/>
                  <a:gd name="T17" fmla="*/ 47 h 122"/>
                  <a:gd name="T18" fmla="*/ 37 w 72"/>
                  <a:gd name="T19" fmla="*/ 49 h 122"/>
                  <a:gd name="T20" fmla="*/ 34 w 72"/>
                  <a:gd name="T21" fmla="*/ 51 h 122"/>
                  <a:gd name="T22" fmla="*/ 32 w 72"/>
                  <a:gd name="T23" fmla="*/ 54 h 122"/>
                  <a:gd name="T24" fmla="*/ 29 w 72"/>
                  <a:gd name="T25" fmla="*/ 57 h 122"/>
                  <a:gd name="T26" fmla="*/ 26 w 72"/>
                  <a:gd name="T27" fmla="*/ 59 h 122"/>
                  <a:gd name="T28" fmla="*/ 23 w 72"/>
                  <a:gd name="T29" fmla="*/ 62 h 122"/>
                  <a:gd name="T30" fmla="*/ 20 w 72"/>
                  <a:gd name="T31" fmla="*/ 64 h 122"/>
                  <a:gd name="T32" fmla="*/ 19 w 72"/>
                  <a:gd name="T33" fmla="*/ 65 h 122"/>
                  <a:gd name="T34" fmla="*/ 17 w 72"/>
                  <a:gd name="T35" fmla="*/ 66 h 122"/>
                  <a:gd name="T36" fmla="*/ 16 w 72"/>
                  <a:gd name="T37" fmla="*/ 67 h 122"/>
                  <a:gd name="T38" fmla="*/ 13 w 72"/>
                  <a:gd name="T39" fmla="*/ 67 h 122"/>
                  <a:gd name="T40" fmla="*/ 12 w 72"/>
                  <a:gd name="T41" fmla="*/ 67 h 122"/>
                  <a:gd name="T42" fmla="*/ 10 w 72"/>
                  <a:gd name="T43" fmla="*/ 67 h 122"/>
                  <a:gd name="T44" fmla="*/ 7 w 72"/>
                  <a:gd name="T45" fmla="*/ 67 h 122"/>
                  <a:gd name="T46" fmla="*/ 3 w 72"/>
                  <a:gd name="T47" fmla="*/ 67 h 122"/>
                  <a:gd name="T48" fmla="*/ 0 w 72"/>
                  <a:gd name="T49" fmla="*/ 67 h 122"/>
                  <a:gd name="T50" fmla="*/ 4 w 72"/>
                  <a:gd name="T51" fmla="*/ 66 h 122"/>
                  <a:gd name="T52" fmla="*/ 8 w 72"/>
                  <a:gd name="T53" fmla="*/ 66 h 122"/>
                  <a:gd name="T54" fmla="*/ 11 w 72"/>
                  <a:gd name="T55" fmla="*/ 65 h 122"/>
                  <a:gd name="T56" fmla="*/ 13 w 72"/>
                  <a:gd name="T57" fmla="*/ 63 h 122"/>
                  <a:gd name="T58" fmla="*/ 17 w 72"/>
                  <a:gd name="T59" fmla="*/ 59 h 122"/>
                  <a:gd name="T60" fmla="*/ 23 w 72"/>
                  <a:gd name="T61" fmla="*/ 54 h 122"/>
                  <a:gd name="T62" fmla="*/ 28 w 72"/>
                  <a:gd name="T63" fmla="*/ 49 h 122"/>
                  <a:gd name="T64" fmla="*/ 32 w 72"/>
                  <a:gd name="T65" fmla="*/ 47 h 122"/>
                  <a:gd name="T66" fmla="*/ 31 w 72"/>
                  <a:gd name="T67" fmla="*/ 41 h 122"/>
                  <a:gd name="T68" fmla="*/ 32 w 72"/>
                  <a:gd name="T69" fmla="*/ 35 h 122"/>
                  <a:gd name="T70" fmla="*/ 32 w 72"/>
                  <a:gd name="T71" fmla="*/ 30 h 122"/>
                  <a:gd name="T72" fmla="*/ 34 w 72"/>
                  <a:gd name="T73" fmla="*/ 26 h 122"/>
                  <a:gd name="T74" fmla="*/ 36 w 72"/>
                  <a:gd name="T75" fmla="*/ 24 h 122"/>
                  <a:gd name="T76" fmla="*/ 37 w 72"/>
                  <a:gd name="T77" fmla="*/ 20 h 122"/>
                  <a:gd name="T78" fmla="*/ 37 w 72"/>
                  <a:gd name="T79" fmla="*/ 17 h 122"/>
                  <a:gd name="T80" fmla="*/ 34 w 72"/>
                  <a:gd name="T81" fmla="*/ 14 h 122"/>
                  <a:gd name="T82" fmla="*/ 33 w 72"/>
                  <a:gd name="T83" fmla="*/ 13 h 122"/>
                  <a:gd name="T84" fmla="*/ 32 w 72"/>
                  <a:gd name="T85" fmla="*/ 12 h 122"/>
                  <a:gd name="T86" fmla="*/ 31 w 72"/>
                  <a:gd name="T87" fmla="*/ 10 h 122"/>
                  <a:gd name="T88" fmla="*/ 32 w 72"/>
                  <a:gd name="T89" fmla="*/ 8 h 122"/>
                  <a:gd name="T90" fmla="*/ 33 w 72"/>
                  <a:gd name="T91" fmla="*/ 7 h 122"/>
                  <a:gd name="T92" fmla="*/ 36 w 72"/>
                  <a:gd name="T93" fmla="*/ 4 h 122"/>
                  <a:gd name="T94" fmla="*/ 38 w 72"/>
                  <a:gd name="T95" fmla="*/ 2 h 122"/>
                  <a:gd name="T96" fmla="*/ 40 w 72"/>
                  <a:gd name="T97" fmla="*/ 0 h 12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2" h="122">
                    <a:moveTo>
                      <a:pt x="72" y="0"/>
                    </a:moveTo>
                    <a:lnTo>
                      <a:pt x="71" y="6"/>
                    </a:lnTo>
                    <a:lnTo>
                      <a:pt x="71" y="13"/>
                    </a:lnTo>
                    <a:lnTo>
                      <a:pt x="72" y="17"/>
                    </a:lnTo>
                    <a:lnTo>
                      <a:pt x="72" y="22"/>
                    </a:lnTo>
                    <a:lnTo>
                      <a:pt x="72" y="33"/>
                    </a:lnTo>
                    <a:lnTo>
                      <a:pt x="71" y="54"/>
                    </a:lnTo>
                    <a:lnTo>
                      <a:pt x="69" y="75"/>
                    </a:lnTo>
                    <a:lnTo>
                      <a:pt x="68" y="86"/>
                    </a:lnTo>
                    <a:lnTo>
                      <a:pt x="67" y="90"/>
                    </a:lnTo>
                    <a:lnTo>
                      <a:pt x="62" y="93"/>
                    </a:lnTo>
                    <a:lnTo>
                      <a:pt x="58" y="98"/>
                    </a:lnTo>
                    <a:lnTo>
                      <a:pt x="52" y="104"/>
                    </a:lnTo>
                    <a:lnTo>
                      <a:pt x="46" y="108"/>
                    </a:lnTo>
                    <a:lnTo>
                      <a:pt x="41" y="113"/>
                    </a:lnTo>
                    <a:lnTo>
                      <a:pt x="36" y="116"/>
                    </a:lnTo>
                    <a:lnTo>
                      <a:pt x="34" y="119"/>
                    </a:lnTo>
                    <a:lnTo>
                      <a:pt x="30" y="121"/>
                    </a:lnTo>
                    <a:lnTo>
                      <a:pt x="28" y="122"/>
                    </a:lnTo>
                    <a:lnTo>
                      <a:pt x="24" y="122"/>
                    </a:lnTo>
                    <a:lnTo>
                      <a:pt x="21" y="122"/>
                    </a:lnTo>
                    <a:lnTo>
                      <a:pt x="18" y="122"/>
                    </a:lnTo>
                    <a:lnTo>
                      <a:pt x="13" y="122"/>
                    </a:lnTo>
                    <a:lnTo>
                      <a:pt x="6" y="122"/>
                    </a:lnTo>
                    <a:lnTo>
                      <a:pt x="0" y="122"/>
                    </a:lnTo>
                    <a:lnTo>
                      <a:pt x="7" y="121"/>
                    </a:lnTo>
                    <a:lnTo>
                      <a:pt x="14" y="120"/>
                    </a:lnTo>
                    <a:lnTo>
                      <a:pt x="20" y="119"/>
                    </a:lnTo>
                    <a:lnTo>
                      <a:pt x="24" y="115"/>
                    </a:lnTo>
                    <a:lnTo>
                      <a:pt x="30" y="108"/>
                    </a:lnTo>
                    <a:lnTo>
                      <a:pt x="41" y="98"/>
                    </a:lnTo>
                    <a:lnTo>
                      <a:pt x="51" y="90"/>
                    </a:lnTo>
                    <a:lnTo>
                      <a:pt x="58" y="85"/>
                    </a:lnTo>
                    <a:lnTo>
                      <a:pt x="56" y="75"/>
                    </a:lnTo>
                    <a:lnTo>
                      <a:pt x="57" y="63"/>
                    </a:lnTo>
                    <a:lnTo>
                      <a:pt x="58" y="54"/>
                    </a:lnTo>
                    <a:lnTo>
                      <a:pt x="61" y="48"/>
                    </a:lnTo>
                    <a:lnTo>
                      <a:pt x="65" y="43"/>
                    </a:lnTo>
                    <a:lnTo>
                      <a:pt x="66" y="37"/>
                    </a:lnTo>
                    <a:lnTo>
                      <a:pt x="66" y="31"/>
                    </a:lnTo>
                    <a:lnTo>
                      <a:pt x="62" y="26"/>
                    </a:lnTo>
                    <a:lnTo>
                      <a:pt x="59" y="23"/>
                    </a:lnTo>
                    <a:lnTo>
                      <a:pt x="57" y="21"/>
                    </a:lnTo>
                    <a:lnTo>
                      <a:pt x="56" y="18"/>
                    </a:lnTo>
                    <a:lnTo>
                      <a:pt x="57" y="15"/>
                    </a:lnTo>
                    <a:lnTo>
                      <a:pt x="60" y="12"/>
                    </a:lnTo>
                    <a:lnTo>
                      <a:pt x="64" y="8"/>
                    </a:lnTo>
                    <a:lnTo>
                      <a:pt x="68" y="3"/>
                    </a:lnTo>
                    <a:lnTo>
                      <a:pt x="72"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6" name="Freeform 47">
                <a:extLst>
                  <a:ext uri="{FF2B5EF4-FFF2-40B4-BE49-F238E27FC236}">
                    <a16:creationId xmlns:a16="http://schemas.microsoft.com/office/drawing/2014/main" id="{137534B2-89A6-4BBD-A879-9BF0294626D7}"/>
                  </a:ext>
                </a:extLst>
              </p:cNvPr>
              <p:cNvSpPr>
                <a:spLocks/>
              </p:cNvSpPr>
              <p:nvPr/>
            </p:nvSpPr>
            <p:spPr bwMode="auto">
              <a:xfrm>
                <a:off x="4365" y="2728"/>
                <a:ext cx="31" cy="11"/>
              </a:xfrm>
              <a:custGeom>
                <a:avLst/>
                <a:gdLst>
                  <a:gd name="T0" fmla="*/ 3 w 57"/>
                  <a:gd name="T1" fmla="*/ 11 h 21"/>
                  <a:gd name="T2" fmla="*/ 1 w 57"/>
                  <a:gd name="T3" fmla="*/ 9 h 21"/>
                  <a:gd name="T4" fmla="*/ 0 w 57"/>
                  <a:gd name="T5" fmla="*/ 7 h 21"/>
                  <a:gd name="T6" fmla="*/ 0 w 57"/>
                  <a:gd name="T7" fmla="*/ 4 h 21"/>
                  <a:gd name="T8" fmla="*/ 1 w 57"/>
                  <a:gd name="T9" fmla="*/ 3 h 21"/>
                  <a:gd name="T10" fmla="*/ 5 w 57"/>
                  <a:gd name="T11" fmla="*/ 2 h 21"/>
                  <a:gd name="T12" fmla="*/ 10 w 57"/>
                  <a:gd name="T13" fmla="*/ 2 h 21"/>
                  <a:gd name="T14" fmla="*/ 15 w 57"/>
                  <a:gd name="T15" fmla="*/ 1 h 21"/>
                  <a:gd name="T16" fmla="*/ 19 w 57"/>
                  <a:gd name="T17" fmla="*/ 0 h 21"/>
                  <a:gd name="T18" fmla="*/ 18 w 57"/>
                  <a:gd name="T19" fmla="*/ 3 h 21"/>
                  <a:gd name="T20" fmla="*/ 20 w 57"/>
                  <a:gd name="T21" fmla="*/ 6 h 21"/>
                  <a:gd name="T22" fmla="*/ 23 w 57"/>
                  <a:gd name="T23" fmla="*/ 8 h 21"/>
                  <a:gd name="T24" fmla="*/ 31 w 57"/>
                  <a:gd name="T25" fmla="*/ 11 h 21"/>
                  <a:gd name="T26" fmla="*/ 27 w 57"/>
                  <a:gd name="T27" fmla="*/ 11 h 21"/>
                  <a:gd name="T28" fmla="*/ 23 w 57"/>
                  <a:gd name="T29" fmla="*/ 11 h 21"/>
                  <a:gd name="T30" fmla="*/ 18 w 57"/>
                  <a:gd name="T31" fmla="*/ 10 h 21"/>
                  <a:gd name="T32" fmla="*/ 14 w 57"/>
                  <a:gd name="T33" fmla="*/ 10 h 21"/>
                  <a:gd name="T34" fmla="*/ 10 w 57"/>
                  <a:gd name="T35" fmla="*/ 10 h 21"/>
                  <a:gd name="T36" fmla="*/ 7 w 57"/>
                  <a:gd name="T37" fmla="*/ 10 h 21"/>
                  <a:gd name="T38" fmla="*/ 4 w 57"/>
                  <a:gd name="T39" fmla="*/ 10 h 21"/>
                  <a:gd name="T40" fmla="*/ 3 w 57"/>
                  <a:gd name="T41" fmla="*/ 11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 h="21">
                    <a:moveTo>
                      <a:pt x="5" y="21"/>
                    </a:moveTo>
                    <a:lnTo>
                      <a:pt x="1" y="17"/>
                    </a:lnTo>
                    <a:lnTo>
                      <a:pt x="0" y="13"/>
                    </a:lnTo>
                    <a:lnTo>
                      <a:pt x="0" y="8"/>
                    </a:lnTo>
                    <a:lnTo>
                      <a:pt x="1" y="5"/>
                    </a:lnTo>
                    <a:lnTo>
                      <a:pt x="10" y="4"/>
                    </a:lnTo>
                    <a:lnTo>
                      <a:pt x="19" y="3"/>
                    </a:lnTo>
                    <a:lnTo>
                      <a:pt x="28" y="1"/>
                    </a:lnTo>
                    <a:lnTo>
                      <a:pt x="35" y="0"/>
                    </a:lnTo>
                    <a:lnTo>
                      <a:pt x="34" y="6"/>
                    </a:lnTo>
                    <a:lnTo>
                      <a:pt x="36" y="12"/>
                    </a:lnTo>
                    <a:lnTo>
                      <a:pt x="43" y="16"/>
                    </a:lnTo>
                    <a:lnTo>
                      <a:pt x="57" y="21"/>
                    </a:lnTo>
                    <a:lnTo>
                      <a:pt x="50" y="21"/>
                    </a:lnTo>
                    <a:lnTo>
                      <a:pt x="42" y="21"/>
                    </a:lnTo>
                    <a:lnTo>
                      <a:pt x="34" y="20"/>
                    </a:lnTo>
                    <a:lnTo>
                      <a:pt x="26" y="20"/>
                    </a:lnTo>
                    <a:lnTo>
                      <a:pt x="19" y="20"/>
                    </a:lnTo>
                    <a:lnTo>
                      <a:pt x="13" y="20"/>
                    </a:lnTo>
                    <a:lnTo>
                      <a:pt x="8" y="20"/>
                    </a:lnTo>
                    <a:lnTo>
                      <a:pt x="5"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7" name="Freeform 48">
                <a:extLst>
                  <a:ext uri="{FF2B5EF4-FFF2-40B4-BE49-F238E27FC236}">
                    <a16:creationId xmlns:a16="http://schemas.microsoft.com/office/drawing/2014/main" id="{64739AB6-07F1-4062-BE87-55D9E7876B71}"/>
                  </a:ext>
                </a:extLst>
              </p:cNvPr>
              <p:cNvSpPr>
                <a:spLocks/>
              </p:cNvSpPr>
              <p:nvPr/>
            </p:nvSpPr>
            <p:spPr bwMode="auto">
              <a:xfrm>
                <a:off x="4354" y="2712"/>
                <a:ext cx="55" cy="18"/>
              </a:xfrm>
              <a:custGeom>
                <a:avLst/>
                <a:gdLst>
                  <a:gd name="T0" fmla="*/ 55 w 100"/>
                  <a:gd name="T1" fmla="*/ 7 h 35"/>
                  <a:gd name="T2" fmla="*/ 53 w 100"/>
                  <a:gd name="T3" fmla="*/ 7 h 35"/>
                  <a:gd name="T4" fmla="*/ 51 w 100"/>
                  <a:gd name="T5" fmla="*/ 6 h 35"/>
                  <a:gd name="T6" fmla="*/ 47 w 100"/>
                  <a:gd name="T7" fmla="*/ 5 h 35"/>
                  <a:gd name="T8" fmla="*/ 44 w 100"/>
                  <a:gd name="T9" fmla="*/ 6 h 35"/>
                  <a:gd name="T10" fmla="*/ 42 w 100"/>
                  <a:gd name="T11" fmla="*/ 6 h 35"/>
                  <a:gd name="T12" fmla="*/ 39 w 100"/>
                  <a:gd name="T13" fmla="*/ 6 h 35"/>
                  <a:gd name="T14" fmla="*/ 37 w 100"/>
                  <a:gd name="T15" fmla="*/ 5 h 35"/>
                  <a:gd name="T16" fmla="*/ 35 w 100"/>
                  <a:gd name="T17" fmla="*/ 4 h 35"/>
                  <a:gd name="T18" fmla="*/ 34 w 100"/>
                  <a:gd name="T19" fmla="*/ 3 h 35"/>
                  <a:gd name="T20" fmla="*/ 31 w 100"/>
                  <a:gd name="T21" fmla="*/ 2 h 35"/>
                  <a:gd name="T22" fmla="*/ 29 w 100"/>
                  <a:gd name="T23" fmla="*/ 1 h 35"/>
                  <a:gd name="T24" fmla="*/ 26 w 100"/>
                  <a:gd name="T25" fmla="*/ 0 h 35"/>
                  <a:gd name="T26" fmla="*/ 23 w 100"/>
                  <a:gd name="T27" fmla="*/ 1 h 35"/>
                  <a:gd name="T28" fmla="*/ 20 w 100"/>
                  <a:gd name="T29" fmla="*/ 2 h 35"/>
                  <a:gd name="T30" fmla="*/ 17 w 100"/>
                  <a:gd name="T31" fmla="*/ 2 h 35"/>
                  <a:gd name="T32" fmla="*/ 14 w 100"/>
                  <a:gd name="T33" fmla="*/ 2 h 35"/>
                  <a:gd name="T34" fmla="*/ 12 w 100"/>
                  <a:gd name="T35" fmla="*/ 2 h 35"/>
                  <a:gd name="T36" fmla="*/ 9 w 100"/>
                  <a:gd name="T37" fmla="*/ 2 h 35"/>
                  <a:gd name="T38" fmla="*/ 5 w 100"/>
                  <a:gd name="T39" fmla="*/ 2 h 35"/>
                  <a:gd name="T40" fmla="*/ 2 w 100"/>
                  <a:gd name="T41" fmla="*/ 2 h 35"/>
                  <a:gd name="T42" fmla="*/ 1 w 100"/>
                  <a:gd name="T43" fmla="*/ 4 h 35"/>
                  <a:gd name="T44" fmla="*/ 0 w 100"/>
                  <a:gd name="T45" fmla="*/ 8 h 35"/>
                  <a:gd name="T46" fmla="*/ 0 w 100"/>
                  <a:gd name="T47" fmla="*/ 12 h 35"/>
                  <a:gd name="T48" fmla="*/ 1 w 100"/>
                  <a:gd name="T49" fmla="*/ 14 h 35"/>
                  <a:gd name="T50" fmla="*/ 4 w 100"/>
                  <a:gd name="T51" fmla="*/ 15 h 35"/>
                  <a:gd name="T52" fmla="*/ 6 w 100"/>
                  <a:gd name="T53" fmla="*/ 17 h 35"/>
                  <a:gd name="T54" fmla="*/ 9 w 100"/>
                  <a:gd name="T55" fmla="*/ 17 h 35"/>
                  <a:gd name="T56" fmla="*/ 11 w 100"/>
                  <a:gd name="T57" fmla="*/ 18 h 35"/>
                  <a:gd name="T58" fmla="*/ 8 w 100"/>
                  <a:gd name="T59" fmla="*/ 15 h 35"/>
                  <a:gd name="T60" fmla="*/ 7 w 100"/>
                  <a:gd name="T61" fmla="*/ 10 h 35"/>
                  <a:gd name="T62" fmla="*/ 8 w 100"/>
                  <a:gd name="T63" fmla="*/ 6 h 35"/>
                  <a:gd name="T64" fmla="*/ 10 w 100"/>
                  <a:gd name="T65" fmla="*/ 3 h 35"/>
                  <a:gd name="T66" fmla="*/ 14 w 100"/>
                  <a:gd name="T67" fmla="*/ 3 h 35"/>
                  <a:gd name="T68" fmla="*/ 17 w 100"/>
                  <a:gd name="T69" fmla="*/ 4 h 35"/>
                  <a:gd name="T70" fmla="*/ 21 w 100"/>
                  <a:gd name="T71" fmla="*/ 5 h 35"/>
                  <a:gd name="T72" fmla="*/ 24 w 100"/>
                  <a:gd name="T73" fmla="*/ 6 h 35"/>
                  <a:gd name="T74" fmla="*/ 26 w 100"/>
                  <a:gd name="T75" fmla="*/ 7 h 35"/>
                  <a:gd name="T76" fmla="*/ 30 w 100"/>
                  <a:gd name="T77" fmla="*/ 8 h 35"/>
                  <a:gd name="T78" fmla="*/ 33 w 100"/>
                  <a:gd name="T79" fmla="*/ 9 h 35"/>
                  <a:gd name="T80" fmla="*/ 35 w 100"/>
                  <a:gd name="T81" fmla="*/ 9 h 35"/>
                  <a:gd name="T82" fmla="*/ 38 w 100"/>
                  <a:gd name="T83" fmla="*/ 8 h 35"/>
                  <a:gd name="T84" fmla="*/ 41 w 100"/>
                  <a:gd name="T85" fmla="*/ 8 h 35"/>
                  <a:gd name="T86" fmla="*/ 43 w 100"/>
                  <a:gd name="T87" fmla="*/ 8 h 35"/>
                  <a:gd name="T88" fmla="*/ 46 w 100"/>
                  <a:gd name="T89" fmla="*/ 9 h 35"/>
                  <a:gd name="T90" fmla="*/ 48 w 100"/>
                  <a:gd name="T91" fmla="*/ 9 h 35"/>
                  <a:gd name="T92" fmla="*/ 51 w 100"/>
                  <a:gd name="T93" fmla="*/ 9 h 35"/>
                  <a:gd name="T94" fmla="*/ 53 w 100"/>
                  <a:gd name="T95" fmla="*/ 8 h 35"/>
                  <a:gd name="T96" fmla="*/ 55 w 100"/>
                  <a:gd name="T97" fmla="*/ 7 h 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0" h="35">
                    <a:moveTo>
                      <a:pt x="100" y="14"/>
                    </a:moveTo>
                    <a:lnTo>
                      <a:pt x="97" y="13"/>
                    </a:lnTo>
                    <a:lnTo>
                      <a:pt x="92" y="11"/>
                    </a:lnTo>
                    <a:lnTo>
                      <a:pt x="85" y="9"/>
                    </a:lnTo>
                    <a:lnTo>
                      <a:pt x="80" y="11"/>
                    </a:lnTo>
                    <a:lnTo>
                      <a:pt x="76" y="12"/>
                    </a:lnTo>
                    <a:lnTo>
                      <a:pt x="71" y="11"/>
                    </a:lnTo>
                    <a:lnTo>
                      <a:pt x="67" y="9"/>
                    </a:lnTo>
                    <a:lnTo>
                      <a:pt x="64" y="8"/>
                    </a:lnTo>
                    <a:lnTo>
                      <a:pt x="62" y="6"/>
                    </a:lnTo>
                    <a:lnTo>
                      <a:pt x="57" y="3"/>
                    </a:lnTo>
                    <a:lnTo>
                      <a:pt x="52" y="1"/>
                    </a:lnTo>
                    <a:lnTo>
                      <a:pt x="47" y="0"/>
                    </a:lnTo>
                    <a:lnTo>
                      <a:pt x="41" y="1"/>
                    </a:lnTo>
                    <a:lnTo>
                      <a:pt x="37" y="3"/>
                    </a:lnTo>
                    <a:lnTo>
                      <a:pt x="31" y="4"/>
                    </a:lnTo>
                    <a:lnTo>
                      <a:pt x="26" y="4"/>
                    </a:lnTo>
                    <a:lnTo>
                      <a:pt x="22" y="4"/>
                    </a:lnTo>
                    <a:lnTo>
                      <a:pt x="16" y="3"/>
                    </a:lnTo>
                    <a:lnTo>
                      <a:pt x="9" y="3"/>
                    </a:lnTo>
                    <a:lnTo>
                      <a:pt x="4" y="4"/>
                    </a:lnTo>
                    <a:lnTo>
                      <a:pt x="2" y="8"/>
                    </a:lnTo>
                    <a:lnTo>
                      <a:pt x="0" y="15"/>
                    </a:lnTo>
                    <a:lnTo>
                      <a:pt x="0" y="23"/>
                    </a:lnTo>
                    <a:lnTo>
                      <a:pt x="2" y="28"/>
                    </a:lnTo>
                    <a:lnTo>
                      <a:pt x="7" y="30"/>
                    </a:lnTo>
                    <a:lnTo>
                      <a:pt x="11" y="33"/>
                    </a:lnTo>
                    <a:lnTo>
                      <a:pt x="16" y="34"/>
                    </a:lnTo>
                    <a:lnTo>
                      <a:pt x="20" y="35"/>
                    </a:lnTo>
                    <a:lnTo>
                      <a:pt x="14" y="29"/>
                    </a:lnTo>
                    <a:lnTo>
                      <a:pt x="12" y="20"/>
                    </a:lnTo>
                    <a:lnTo>
                      <a:pt x="14" y="11"/>
                    </a:lnTo>
                    <a:lnTo>
                      <a:pt x="18" y="6"/>
                    </a:lnTo>
                    <a:lnTo>
                      <a:pt x="25" y="6"/>
                    </a:lnTo>
                    <a:lnTo>
                      <a:pt x="31" y="7"/>
                    </a:lnTo>
                    <a:lnTo>
                      <a:pt x="38" y="9"/>
                    </a:lnTo>
                    <a:lnTo>
                      <a:pt x="44" y="12"/>
                    </a:lnTo>
                    <a:lnTo>
                      <a:pt x="48" y="14"/>
                    </a:lnTo>
                    <a:lnTo>
                      <a:pt x="54" y="16"/>
                    </a:lnTo>
                    <a:lnTo>
                      <a:pt x="60" y="18"/>
                    </a:lnTo>
                    <a:lnTo>
                      <a:pt x="64" y="18"/>
                    </a:lnTo>
                    <a:lnTo>
                      <a:pt x="69" y="16"/>
                    </a:lnTo>
                    <a:lnTo>
                      <a:pt x="75" y="15"/>
                    </a:lnTo>
                    <a:lnTo>
                      <a:pt x="79" y="16"/>
                    </a:lnTo>
                    <a:lnTo>
                      <a:pt x="84" y="18"/>
                    </a:lnTo>
                    <a:lnTo>
                      <a:pt x="87" y="18"/>
                    </a:lnTo>
                    <a:lnTo>
                      <a:pt x="92" y="18"/>
                    </a:lnTo>
                    <a:lnTo>
                      <a:pt x="97" y="15"/>
                    </a:lnTo>
                    <a:lnTo>
                      <a:pt x="100"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8" name="Freeform 49">
                <a:extLst>
                  <a:ext uri="{FF2B5EF4-FFF2-40B4-BE49-F238E27FC236}">
                    <a16:creationId xmlns:a16="http://schemas.microsoft.com/office/drawing/2014/main" id="{7050C9CE-58D7-49A1-AEBA-F1232616C84D}"/>
                  </a:ext>
                </a:extLst>
              </p:cNvPr>
              <p:cNvSpPr>
                <a:spLocks/>
              </p:cNvSpPr>
              <p:nvPr/>
            </p:nvSpPr>
            <p:spPr bwMode="auto">
              <a:xfrm>
                <a:off x="4409" y="2703"/>
                <a:ext cx="20" cy="22"/>
              </a:xfrm>
              <a:custGeom>
                <a:avLst/>
                <a:gdLst>
                  <a:gd name="T0" fmla="*/ 19 w 37"/>
                  <a:gd name="T1" fmla="*/ 19 h 41"/>
                  <a:gd name="T2" fmla="*/ 20 w 37"/>
                  <a:gd name="T3" fmla="*/ 16 h 41"/>
                  <a:gd name="T4" fmla="*/ 20 w 37"/>
                  <a:gd name="T5" fmla="*/ 11 h 41"/>
                  <a:gd name="T6" fmla="*/ 20 w 37"/>
                  <a:gd name="T7" fmla="*/ 8 h 41"/>
                  <a:gd name="T8" fmla="*/ 19 w 37"/>
                  <a:gd name="T9" fmla="*/ 5 h 41"/>
                  <a:gd name="T10" fmla="*/ 17 w 37"/>
                  <a:gd name="T11" fmla="*/ 3 h 41"/>
                  <a:gd name="T12" fmla="*/ 15 w 37"/>
                  <a:gd name="T13" fmla="*/ 2 h 41"/>
                  <a:gd name="T14" fmla="*/ 12 w 37"/>
                  <a:gd name="T15" fmla="*/ 1 h 41"/>
                  <a:gd name="T16" fmla="*/ 10 w 37"/>
                  <a:gd name="T17" fmla="*/ 0 h 41"/>
                  <a:gd name="T18" fmla="*/ 7 w 37"/>
                  <a:gd name="T19" fmla="*/ 1 h 41"/>
                  <a:gd name="T20" fmla="*/ 4 w 37"/>
                  <a:gd name="T21" fmla="*/ 3 h 41"/>
                  <a:gd name="T22" fmla="*/ 2 w 37"/>
                  <a:gd name="T23" fmla="*/ 8 h 41"/>
                  <a:gd name="T24" fmla="*/ 0 w 37"/>
                  <a:gd name="T25" fmla="*/ 16 h 41"/>
                  <a:gd name="T26" fmla="*/ 3 w 37"/>
                  <a:gd name="T27" fmla="*/ 18 h 41"/>
                  <a:gd name="T28" fmla="*/ 6 w 37"/>
                  <a:gd name="T29" fmla="*/ 20 h 41"/>
                  <a:gd name="T30" fmla="*/ 9 w 37"/>
                  <a:gd name="T31" fmla="*/ 21 h 41"/>
                  <a:gd name="T32" fmla="*/ 12 w 37"/>
                  <a:gd name="T33" fmla="*/ 22 h 41"/>
                  <a:gd name="T34" fmla="*/ 14 w 37"/>
                  <a:gd name="T35" fmla="*/ 21 h 41"/>
                  <a:gd name="T36" fmla="*/ 16 w 37"/>
                  <a:gd name="T37" fmla="*/ 20 h 41"/>
                  <a:gd name="T38" fmla="*/ 17 w 37"/>
                  <a:gd name="T39" fmla="*/ 19 h 41"/>
                  <a:gd name="T40" fmla="*/ 19 w 37"/>
                  <a:gd name="T41" fmla="*/ 19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41">
                    <a:moveTo>
                      <a:pt x="36" y="36"/>
                    </a:moveTo>
                    <a:lnTo>
                      <a:pt x="37" y="29"/>
                    </a:lnTo>
                    <a:lnTo>
                      <a:pt x="37" y="21"/>
                    </a:lnTo>
                    <a:lnTo>
                      <a:pt x="37" y="15"/>
                    </a:lnTo>
                    <a:lnTo>
                      <a:pt x="35" y="9"/>
                    </a:lnTo>
                    <a:lnTo>
                      <a:pt x="31" y="6"/>
                    </a:lnTo>
                    <a:lnTo>
                      <a:pt x="28" y="3"/>
                    </a:lnTo>
                    <a:lnTo>
                      <a:pt x="23" y="1"/>
                    </a:lnTo>
                    <a:lnTo>
                      <a:pt x="18" y="0"/>
                    </a:lnTo>
                    <a:lnTo>
                      <a:pt x="13" y="1"/>
                    </a:lnTo>
                    <a:lnTo>
                      <a:pt x="8" y="6"/>
                    </a:lnTo>
                    <a:lnTo>
                      <a:pt x="3" y="15"/>
                    </a:lnTo>
                    <a:lnTo>
                      <a:pt x="0" y="29"/>
                    </a:lnTo>
                    <a:lnTo>
                      <a:pt x="5" y="33"/>
                    </a:lnTo>
                    <a:lnTo>
                      <a:pt x="11" y="37"/>
                    </a:lnTo>
                    <a:lnTo>
                      <a:pt x="17" y="39"/>
                    </a:lnTo>
                    <a:lnTo>
                      <a:pt x="22" y="41"/>
                    </a:lnTo>
                    <a:lnTo>
                      <a:pt x="25" y="39"/>
                    </a:lnTo>
                    <a:lnTo>
                      <a:pt x="29" y="38"/>
                    </a:lnTo>
                    <a:lnTo>
                      <a:pt x="32" y="36"/>
                    </a:lnTo>
                    <a:lnTo>
                      <a:pt x="36"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9" name="Freeform 50">
                <a:extLst>
                  <a:ext uri="{FF2B5EF4-FFF2-40B4-BE49-F238E27FC236}">
                    <a16:creationId xmlns:a16="http://schemas.microsoft.com/office/drawing/2014/main" id="{792B7F72-1FF3-4237-AA84-D4D378A8303F}"/>
                  </a:ext>
                </a:extLst>
              </p:cNvPr>
              <p:cNvSpPr>
                <a:spLocks/>
              </p:cNvSpPr>
              <p:nvPr/>
            </p:nvSpPr>
            <p:spPr bwMode="auto">
              <a:xfrm>
                <a:off x="3881" y="2598"/>
                <a:ext cx="20" cy="10"/>
              </a:xfrm>
              <a:custGeom>
                <a:avLst/>
                <a:gdLst>
                  <a:gd name="T0" fmla="*/ 3 w 35"/>
                  <a:gd name="T1" fmla="*/ 10 h 18"/>
                  <a:gd name="T2" fmla="*/ 2 w 35"/>
                  <a:gd name="T3" fmla="*/ 8 h 18"/>
                  <a:gd name="T4" fmla="*/ 1 w 35"/>
                  <a:gd name="T5" fmla="*/ 6 h 18"/>
                  <a:gd name="T6" fmla="*/ 0 w 35"/>
                  <a:gd name="T7" fmla="*/ 5 h 18"/>
                  <a:gd name="T8" fmla="*/ 0 w 35"/>
                  <a:gd name="T9" fmla="*/ 4 h 18"/>
                  <a:gd name="T10" fmla="*/ 2 w 35"/>
                  <a:gd name="T11" fmla="*/ 2 h 18"/>
                  <a:gd name="T12" fmla="*/ 6 w 35"/>
                  <a:gd name="T13" fmla="*/ 1 h 18"/>
                  <a:gd name="T14" fmla="*/ 10 w 35"/>
                  <a:gd name="T15" fmla="*/ 0 h 18"/>
                  <a:gd name="T16" fmla="*/ 13 w 35"/>
                  <a:gd name="T17" fmla="*/ 0 h 18"/>
                  <a:gd name="T18" fmla="*/ 15 w 35"/>
                  <a:gd name="T19" fmla="*/ 1 h 18"/>
                  <a:gd name="T20" fmla="*/ 18 w 35"/>
                  <a:gd name="T21" fmla="*/ 3 h 18"/>
                  <a:gd name="T22" fmla="*/ 20 w 35"/>
                  <a:gd name="T23" fmla="*/ 5 h 18"/>
                  <a:gd name="T24" fmla="*/ 20 w 35"/>
                  <a:gd name="T25" fmla="*/ 7 h 18"/>
                  <a:gd name="T26" fmla="*/ 18 w 35"/>
                  <a:gd name="T27" fmla="*/ 8 h 18"/>
                  <a:gd name="T28" fmla="*/ 13 w 35"/>
                  <a:gd name="T29" fmla="*/ 9 h 18"/>
                  <a:gd name="T30" fmla="*/ 7 w 35"/>
                  <a:gd name="T31" fmla="*/ 10 h 18"/>
                  <a:gd name="T32" fmla="*/ 3 w 35"/>
                  <a:gd name="T33" fmla="*/ 10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18">
                    <a:moveTo>
                      <a:pt x="5" y="18"/>
                    </a:moveTo>
                    <a:lnTo>
                      <a:pt x="3" y="15"/>
                    </a:lnTo>
                    <a:lnTo>
                      <a:pt x="1" y="11"/>
                    </a:lnTo>
                    <a:lnTo>
                      <a:pt x="0" y="9"/>
                    </a:lnTo>
                    <a:lnTo>
                      <a:pt x="0" y="7"/>
                    </a:lnTo>
                    <a:lnTo>
                      <a:pt x="4" y="3"/>
                    </a:lnTo>
                    <a:lnTo>
                      <a:pt x="11" y="1"/>
                    </a:lnTo>
                    <a:lnTo>
                      <a:pt x="17" y="0"/>
                    </a:lnTo>
                    <a:lnTo>
                      <a:pt x="23" y="0"/>
                    </a:lnTo>
                    <a:lnTo>
                      <a:pt x="27" y="2"/>
                    </a:lnTo>
                    <a:lnTo>
                      <a:pt x="32" y="6"/>
                    </a:lnTo>
                    <a:lnTo>
                      <a:pt x="35" y="9"/>
                    </a:lnTo>
                    <a:lnTo>
                      <a:pt x="35" y="13"/>
                    </a:lnTo>
                    <a:lnTo>
                      <a:pt x="31" y="15"/>
                    </a:lnTo>
                    <a:lnTo>
                      <a:pt x="23" y="17"/>
                    </a:lnTo>
                    <a:lnTo>
                      <a:pt x="13" y="18"/>
                    </a:lnTo>
                    <a:lnTo>
                      <a:pt x="5"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0" name="Freeform 51">
                <a:extLst>
                  <a:ext uri="{FF2B5EF4-FFF2-40B4-BE49-F238E27FC236}">
                    <a16:creationId xmlns:a16="http://schemas.microsoft.com/office/drawing/2014/main" id="{415403B4-EE5B-44DB-AE9D-8768EE223F69}"/>
                  </a:ext>
                </a:extLst>
              </p:cNvPr>
              <p:cNvSpPr>
                <a:spLocks/>
              </p:cNvSpPr>
              <p:nvPr/>
            </p:nvSpPr>
            <p:spPr bwMode="auto">
              <a:xfrm>
                <a:off x="3928" y="2626"/>
                <a:ext cx="15" cy="12"/>
              </a:xfrm>
              <a:custGeom>
                <a:avLst/>
                <a:gdLst>
                  <a:gd name="T0" fmla="*/ 15 w 28"/>
                  <a:gd name="T1" fmla="*/ 9 h 21"/>
                  <a:gd name="T2" fmla="*/ 10 w 28"/>
                  <a:gd name="T3" fmla="*/ 11 h 21"/>
                  <a:gd name="T4" fmla="*/ 7 w 28"/>
                  <a:gd name="T5" fmla="*/ 12 h 21"/>
                  <a:gd name="T6" fmla="*/ 4 w 28"/>
                  <a:gd name="T7" fmla="*/ 11 h 21"/>
                  <a:gd name="T8" fmla="*/ 0 w 28"/>
                  <a:gd name="T9" fmla="*/ 9 h 21"/>
                  <a:gd name="T10" fmla="*/ 2 w 28"/>
                  <a:gd name="T11" fmla="*/ 7 h 21"/>
                  <a:gd name="T12" fmla="*/ 5 w 28"/>
                  <a:gd name="T13" fmla="*/ 5 h 21"/>
                  <a:gd name="T14" fmla="*/ 8 w 28"/>
                  <a:gd name="T15" fmla="*/ 3 h 21"/>
                  <a:gd name="T16" fmla="*/ 10 w 28"/>
                  <a:gd name="T17" fmla="*/ 1 h 21"/>
                  <a:gd name="T18" fmla="*/ 12 w 28"/>
                  <a:gd name="T19" fmla="*/ 0 h 21"/>
                  <a:gd name="T20" fmla="*/ 13 w 28"/>
                  <a:gd name="T21" fmla="*/ 1 h 21"/>
                  <a:gd name="T22" fmla="*/ 15 w 28"/>
                  <a:gd name="T23" fmla="*/ 3 h 21"/>
                  <a:gd name="T24" fmla="*/ 15 w 28"/>
                  <a:gd name="T25" fmla="*/ 9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21">
                    <a:moveTo>
                      <a:pt x="28" y="16"/>
                    </a:moveTo>
                    <a:lnTo>
                      <a:pt x="19" y="19"/>
                    </a:lnTo>
                    <a:lnTo>
                      <a:pt x="13" y="21"/>
                    </a:lnTo>
                    <a:lnTo>
                      <a:pt x="7" y="19"/>
                    </a:lnTo>
                    <a:lnTo>
                      <a:pt x="0" y="16"/>
                    </a:lnTo>
                    <a:lnTo>
                      <a:pt x="4" y="13"/>
                    </a:lnTo>
                    <a:lnTo>
                      <a:pt x="10" y="9"/>
                    </a:lnTo>
                    <a:lnTo>
                      <a:pt x="15" y="6"/>
                    </a:lnTo>
                    <a:lnTo>
                      <a:pt x="18" y="2"/>
                    </a:lnTo>
                    <a:lnTo>
                      <a:pt x="22" y="0"/>
                    </a:lnTo>
                    <a:lnTo>
                      <a:pt x="25" y="1"/>
                    </a:lnTo>
                    <a:lnTo>
                      <a:pt x="28" y="6"/>
                    </a:lnTo>
                    <a:lnTo>
                      <a:pt x="2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1" name="Freeform 52">
                <a:extLst>
                  <a:ext uri="{FF2B5EF4-FFF2-40B4-BE49-F238E27FC236}">
                    <a16:creationId xmlns:a16="http://schemas.microsoft.com/office/drawing/2014/main" id="{9B1C16EE-86A1-4353-8E23-8D0154F9934D}"/>
                  </a:ext>
                </a:extLst>
              </p:cNvPr>
              <p:cNvSpPr>
                <a:spLocks/>
              </p:cNvSpPr>
              <p:nvPr/>
            </p:nvSpPr>
            <p:spPr bwMode="auto">
              <a:xfrm>
                <a:off x="3911" y="2615"/>
                <a:ext cx="28" cy="18"/>
              </a:xfrm>
              <a:custGeom>
                <a:avLst/>
                <a:gdLst>
                  <a:gd name="T0" fmla="*/ 4 w 52"/>
                  <a:gd name="T1" fmla="*/ 18 h 32"/>
                  <a:gd name="T2" fmla="*/ 2 w 52"/>
                  <a:gd name="T3" fmla="*/ 17 h 32"/>
                  <a:gd name="T4" fmla="*/ 1 w 52"/>
                  <a:gd name="T5" fmla="*/ 15 h 32"/>
                  <a:gd name="T6" fmla="*/ 1 w 52"/>
                  <a:gd name="T7" fmla="*/ 13 h 32"/>
                  <a:gd name="T8" fmla="*/ 0 w 52"/>
                  <a:gd name="T9" fmla="*/ 11 h 32"/>
                  <a:gd name="T10" fmla="*/ 4 w 52"/>
                  <a:gd name="T11" fmla="*/ 9 h 32"/>
                  <a:gd name="T12" fmla="*/ 8 w 52"/>
                  <a:gd name="T13" fmla="*/ 7 h 32"/>
                  <a:gd name="T14" fmla="*/ 12 w 52"/>
                  <a:gd name="T15" fmla="*/ 5 h 32"/>
                  <a:gd name="T16" fmla="*/ 14 w 52"/>
                  <a:gd name="T17" fmla="*/ 3 h 32"/>
                  <a:gd name="T18" fmla="*/ 17 w 52"/>
                  <a:gd name="T19" fmla="*/ 1 h 32"/>
                  <a:gd name="T20" fmla="*/ 20 w 52"/>
                  <a:gd name="T21" fmla="*/ 0 h 32"/>
                  <a:gd name="T22" fmla="*/ 24 w 52"/>
                  <a:gd name="T23" fmla="*/ 0 h 32"/>
                  <a:gd name="T24" fmla="*/ 26 w 52"/>
                  <a:gd name="T25" fmla="*/ 2 h 32"/>
                  <a:gd name="T26" fmla="*/ 27 w 52"/>
                  <a:gd name="T27" fmla="*/ 3 h 32"/>
                  <a:gd name="T28" fmla="*/ 28 w 52"/>
                  <a:gd name="T29" fmla="*/ 3 h 32"/>
                  <a:gd name="T30" fmla="*/ 28 w 52"/>
                  <a:gd name="T31" fmla="*/ 5 h 32"/>
                  <a:gd name="T32" fmla="*/ 28 w 52"/>
                  <a:gd name="T33" fmla="*/ 5 h 32"/>
                  <a:gd name="T34" fmla="*/ 26 w 52"/>
                  <a:gd name="T35" fmla="*/ 7 h 32"/>
                  <a:gd name="T36" fmla="*/ 25 w 52"/>
                  <a:gd name="T37" fmla="*/ 8 h 32"/>
                  <a:gd name="T38" fmla="*/ 24 w 52"/>
                  <a:gd name="T39" fmla="*/ 9 h 32"/>
                  <a:gd name="T40" fmla="*/ 22 w 52"/>
                  <a:gd name="T41" fmla="*/ 10 h 32"/>
                  <a:gd name="T42" fmla="*/ 20 w 52"/>
                  <a:gd name="T43" fmla="*/ 11 h 32"/>
                  <a:gd name="T44" fmla="*/ 18 w 52"/>
                  <a:gd name="T45" fmla="*/ 14 h 32"/>
                  <a:gd name="T46" fmla="*/ 16 w 52"/>
                  <a:gd name="T47" fmla="*/ 16 h 32"/>
                  <a:gd name="T48" fmla="*/ 12 w 52"/>
                  <a:gd name="T49" fmla="*/ 16 h 32"/>
                  <a:gd name="T50" fmla="*/ 10 w 52"/>
                  <a:gd name="T51" fmla="*/ 16 h 32"/>
                  <a:gd name="T52" fmla="*/ 10 w 52"/>
                  <a:gd name="T53" fmla="*/ 16 h 32"/>
                  <a:gd name="T54" fmla="*/ 9 w 52"/>
                  <a:gd name="T55" fmla="*/ 16 h 32"/>
                  <a:gd name="T56" fmla="*/ 8 w 52"/>
                  <a:gd name="T57" fmla="*/ 16 h 32"/>
                  <a:gd name="T58" fmla="*/ 6 w 52"/>
                  <a:gd name="T59" fmla="*/ 16 h 32"/>
                  <a:gd name="T60" fmla="*/ 5 w 52"/>
                  <a:gd name="T61" fmla="*/ 17 h 32"/>
                  <a:gd name="T62" fmla="*/ 5 w 52"/>
                  <a:gd name="T63" fmla="*/ 17 h 32"/>
                  <a:gd name="T64" fmla="*/ 4 w 52"/>
                  <a:gd name="T65" fmla="*/ 18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 h="32">
                    <a:moveTo>
                      <a:pt x="8" y="32"/>
                    </a:moveTo>
                    <a:lnTo>
                      <a:pt x="4" y="30"/>
                    </a:lnTo>
                    <a:lnTo>
                      <a:pt x="2" y="27"/>
                    </a:lnTo>
                    <a:lnTo>
                      <a:pt x="1" y="23"/>
                    </a:lnTo>
                    <a:lnTo>
                      <a:pt x="0" y="20"/>
                    </a:lnTo>
                    <a:lnTo>
                      <a:pt x="8" y="16"/>
                    </a:lnTo>
                    <a:lnTo>
                      <a:pt x="15" y="13"/>
                    </a:lnTo>
                    <a:lnTo>
                      <a:pt x="22" y="8"/>
                    </a:lnTo>
                    <a:lnTo>
                      <a:pt x="26" y="5"/>
                    </a:lnTo>
                    <a:lnTo>
                      <a:pt x="31" y="1"/>
                    </a:lnTo>
                    <a:lnTo>
                      <a:pt x="38" y="0"/>
                    </a:lnTo>
                    <a:lnTo>
                      <a:pt x="45" y="0"/>
                    </a:lnTo>
                    <a:lnTo>
                      <a:pt x="49" y="4"/>
                    </a:lnTo>
                    <a:lnTo>
                      <a:pt x="50" y="5"/>
                    </a:lnTo>
                    <a:lnTo>
                      <a:pt x="52" y="6"/>
                    </a:lnTo>
                    <a:lnTo>
                      <a:pt x="52" y="8"/>
                    </a:lnTo>
                    <a:lnTo>
                      <a:pt x="52" y="9"/>
                    </a:lnTo>
                    <a:lnTo>
                      <a:pt x="49" y="12"/>
                    </a:lnTo>
                    <a:lnTo>
                      <a:pt x="47" y="14"/>
                    </a:lnTo>
                    <a:lnTo>
                      <a:pt x="44" y="16"/>
                    </a:lnTo>
                    <a:lnTo>
                      <a:pt x="41" y="17"/>
                    </a:lnTo>
                    <a:lnTo>
                      <a:pt x="38" y="20"/>
                    </a:lnTo>
                    <a:lnTo>
                      <a:pt x="33" y="24"/>
                    </a:lnTo>
                    <a:lnTo>
                      <a:pt x="29" y="28"/>
                    </a:lnTo>
                    <a:lnTo>
                      <a:pt x="22" y="29"/>
                    </a:lnTo>
                    <a:lnTo>
                      <a:pt x="19" y="29"/>
                    </a:lnTo>
                    <a:lnTo>
                      <a:pt x="18" y="29"/>
                    </a:lnTo>
                    <a:lnTo>
                      <a:pt x="16" y="29"/>
                    </a:lnTo>
                    <a:lnTo>
                      <a:pt x="14" y="29"/>
                    </a:lnTo>
                    <a:lnTo>
                      <a:pt x="11" y="29"/>
                    </a:lnTo>
                    <a:lnTo>
                      <a:pt x="10" y="30"/>
                    </a:lnTo>
                    <a:lnTo>
                      <a:pt x="9" y="31"/>
                    </a:lnTo>
                    <a:lnTo>
                      <a:pt x="8" y="3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2" name="Freeform 53">
                <a:extLst>
                  <a:ext uri="{FF2B5EF4-FFF2-40B4-BE49-F238E27FC236}">
                    <a16:creationId xmlns:a16="http://schemas.microsoft.com/office/drawing/2014/main" id="{64A540D1-1117-4DC8-91CE-1EBBE0E25E56}"/>
                  </a:ext>
                </a:extLst>
              </p:cNvPr>
              <p:cNvSpPr>
                <a:spLocks/>
              </p:cNvSpPr>
              <p:nvPr/>
            </p:nvSpPr>
            <p:spPr bwMode="auto">
              <a:xfrm>
                <a:off x="3898" y="2571"/>
                <a:ext cx="90" cy="37"/>
              </a:xfrm>
              <a:custGeom>
                <a:avLst/>
                <a:gdLst>
                  <a:gd name="T0" fmla="*/ 28 w 164"/>
                  <a:gd name="T1" fmla="*/ 2 h 68"/>
                  <a:gd name="T2" fmla="*/ 33 w 164"/>
                  <a:gd name="T3" fmla="*/ 2 h 68"/>
                  <a:gd name="T4" fmla="*/ 37 w 164"/>
                  <a:gd name="T5" fmla="*/ 4 h 68"/>
                  <a:gd name="T6" fmla="*/ 42 w 164"/>
                  <a:gd name="T7" fmla="*/ 9 h 68"/>
                  <a:gd name="T8" fmla="*/ 47 w 164"/>
                  <a:gd name="T9" fmla="*/ 12 h 68"/>
                  <a:gd name="T10" fmla="*/ 52 w 164"/>
                  <a:gd name="T11" fmla="*/ 15 h 68"/>
                  <a:gd name="T12" fmla="*/ 59 w 164"/>
                  <a:gd name="T13" fmla="*/ 15 h 68"/>
                  <a:gd name="T14" fmla="*/ 66 w 164"/>
                  <a:gd name="T15" fmla="*/ 16 h 68"/>
                  <a:gd name="T16" fmla="*/ 71 w 164"/>
                  <a:gd name="T17" fmla="*/ 17 h 68"/>
                  <a:gd name="T18" fmla="*/ 76 w 164"/>
                  <a:gd name="T19" fmla="*/ 19 h 68"/>
                  <a:gd name="T20" fmla="*/ 82 w 164"/>
                  <a:gd name="T21" fmla="*/ 20 h 68"/>
                  <a:gd name="T22" fmla="*/ 88 w 164"/>
                  <a:gd name="T23" fmla="*/ 21 h 68"/>
                  <a:gd name="T24" fmla="*/ 87 w 164"/>
                  <a:gd name="T25" fmla="*/ 24 h 68"/>
                  <a:gd name="T26" fmla="*/ 81 w 164"/>
                  <a:gd name="T27" fmla="*/ 32 h 68"/>
                  <a:gd name="T28" fmla="*/ 77 w 164"/>
                  <a:gd name="T29" fmla="*/ 35 h 68"/>
                  <a:gd name="T30" fmla="*/ 72 w 164"/>
                  <a:gd name="T31" fmla="*/ 30 h 68"/>
                  <a:gd name="T32" fmla="*/ 68 w 164"/>
                  <a:gd name="T33" fmla="*/ 28 h 68"/>
                  <a:gd name="T34" fmla="*/ 61 w 164"/>
                  <a:gd name="T35" fmla="*/ 29 h 68"/>
                  <a:gd name="T36" fmla="*/ 54 w 164"/>
                  <a:gd name="T37" fmla="*/ 30 h 68"/>
                  <a:gd name="T38" fmla="*/ 47 w 164"/>
                  <a:gd name="T39" fmla="*/ 32 h 68"/>
                  <a:gd name="T40" fmla="*/ 40 w 164"/>
                  <a:gd name="T41" fmla="*/ 29 h 68"/>
                  <a:gd name="T42" fmla="*/ 32 w 164"/>
                  <a:gd name="T43" fmla="*/ 20 h 68"/>
                  <a:gd name="T44" fmla="*/ 30 w 164"/>
                  <a:gd name="T45" fmla="*/ 15 h 68"/>
                  <a:gd name="T46" fmla="*/ 26 w 164"/>
                  <a:gd name="T47" fmla="*/ 16 h 68"/>
                  <a:gd name="T48" fmla="*/ 22 w 164"/>
                  <a:gd name="T49" fmla="*/ 17 h 68"/>
                  <a:gd name="T50" fmla="*/ 16 w 164"/>
                  <a:gd name="T51" fmla="*/ 16 h 68"/>
                  <a:gd name="T52" fmla="*/ 10 w 164"/>
                  <a:gd name="T53" fmla="*/ 13 h 68"/>
                  <a:gd name="T54" fmla="*/ 4 w 164"/>
                  <a:gd name="T55" fmla="*/ 10 h 68"/>
                  <a:gd name="T56" fmla="*/ 1 w 164"/>
                  <a:gd name="T57" fmla="*/ 7 h 68"/>
                  <a:gd name="T58" fmla="*/ 0 w 164"/>
                  <a:gd name="T59" fmla="*/ 3 h 68"/>
                  <a:gd name="T60" fmla="*/ 3 w 164"/>
                  <a:gd name="T61" fmla="*/ 2 h 68"/>
                  <a:gd name="T62" fmla="*/ 9 w 164"/>
                  <a:gd name="T63" fmla="*/ 5 h 68"/>
                  <a:gd name="T64" fmla="*/ 18 w 164"/>
                  <a:gd name="T65" fmla="*/ 7 h 68"/>
                  <a:gd name="T66" fmla="*/ 24 w 164"/>
                  <a:gd name="T67" fmla="*/ 4 h 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64" h="68">
                    <a:moveTo>
                      <a:pt x="48" y="4"/>
                    </a:moveTo>
                    <a:lnTo>
                      <a:pt x="51" y="3"/>
                    </a:lnTo>
                    <a:lnTo>
                      <a:pt x="56" y="3"/>
                    </a:lnTo>
                    <a:lnTo>
                      <a:pt x="61" y="4"/>
                    </a:lnTo>
                    <a:lnTo>
                      <a:pt x="64" y="5"/>
                    </a:lnTo>
                    <a:lnTo>
                      <a:pt x="68" y="8"/>
                    </a:lnTo>
                    <a:lnTo>
                      <a:pt x="72" y="12"/>
                    </a:lnTo>
                    <a:lnTo>
                      <a:pt x="77" y="16"/>
                    </a:lnTo>
                    <a:lnTo>
                      <a:pt x="81" y="19"/>
                    </a:lnTo>
                    <a:lnTo>
                      <a:pt x="86" y="22"/>
                    </a:lnTo>
                    <a:lnTo>
                      <a:pt x="91" y="24"/>
                    </a:lnTo>
                    <a:lnTo>
                      <a:pt x="95" y="27"/>
                    </a:lnTo>
                    <a:lnTo>
                      <a:pt x="100" y="27"/>
                    </a:lnTo>
                    <a:lnTo>
                      <a:pt x="108" y="27"/>
                    </a:lnTo>
                    <a:lnTo>
                      <a:pt x="115" y="27"/>
                    </a:lnTo>
                    <a:lnTo>
                      <a:pt x="121" y="29"/>
                    </a:lnTo>
                    <a:lnTo>
                      <a:pt x="125" y="31"/>
                    </a:lnTo>
                    <a:lnTo>
                      <a:pt x="129" y="32"/>
                    </a:lnTo>
                    <a:lnTo>
                      <a:pt x="132" y="34"/>
                    </a:lnTo>
                    <a:lnTo>
                      <a:pt x="138" y="35"/>
                    </a:lnTo>
                    <a:lnTo>
                      <a:pt x="144" y="36"/>
                    </a:lnTo>
                    <a:lnTo>
                      <a:pt x="149" y="37"/>
                    </a:lnTo>
                    <a:lnTo>
                      <a:pt x="155" y="37"/>
                    </a:lnTo>
                    <a:lnTo>
                      <a:pt x="160" y="38"/>
                    </a:lnTo>
                    <a:lnTo>
                      <a:pt x="164" y="38"/>
                    </a:lnTo>
                    <a:lnTo>
                      <a:pt x="159" y="44"/>
                    </a:lnTo>
                    <a:lnTo>
                      <a:pt x="153" y="51"/>
                    </a:lnTo>
                    <a:lnTo>
                      <a:pt x="148" y="59"/>
                    </a:lnTo>
                    <a:lnTo>
                      <a:pt x="145" y="68"/>
                    </a:lnTo>
                    <a:lnTo>
                      <a:pt x="141" y="65"/>
                    </a:lnTo>
                    <a:lnTo>
                      <a:pt x="137" y="60"/>
                    </a:lnTo>
                    <a:lnTo>
                      <a:pt x="132" y="56"/>
                    </a:lnTo>
                    <a:lnTo>
                      <a:pt x="127" y="53"/>
                    </a:lnTo>
                    <a:lnTo>
                      <a:pt x="124" y="52"/>
                    </a:lnTo>
                    <a:lnTo>
                      <a:pt x="119" y="52"/>
                    </a:lnTo>
                    <a:lnTo>
                      <a:pt x="112" y="53"/>
                    </a:lnTo>
                    <a:lnTo>
                      <a:pt x="106" y="54"/>
                    </a:lnTo>
                    <a:lnTo>
                      <a:pt x="99" y="56"/>
                    </a:lnTo>
                    <a:lnTo>
                      <a:pt x="92" y="57"/>
                    </a:lnTo>
                    <a:lnTo>
                      <a:pt x="86" y="58"/>
                    </a:lnTo>
                    <a:lnTo>
                      <a:pt x="81" y="58"/>
                    </a:lnTo>
                    <a:lnTo>
                      <a:pt x="72" y="54"/>
                    </a:lnTo>
                    <a:lnTo>
                      <a:pt x="65" y="45"/>
                    </a:lnTo>
                    <a:lnTo>
                      <a:pt x="59" y="36"/>
                    </a:lnTo>
                    <a:lnTo>
                      <a:pt x="57" y="30"/>
                    </a:lnTo>
                    <a:lnTo>
                      <a:pt x="55" y="28"/>
                    </a:lnTo>
                    <a:lnTo>
                      <a:pt x="53" y="28"/>
                    </a:lnTo>
                    <a:lnTo>
                      <a:pt x="48" y="29"/>
                    </a:lnTo>
                    <a:lnTo>
                      <a:pt x="43" y="30"/>
                    </a:lnTo>
                    <a:lnTo>
                      <a:pt x="40" y="31"/>
                    </a:lnTo>
                    <a:lnTo>
                      <a:pt x="35" y="30"/>
                    </a:lnTo>
                    <a:lnTo>
                      <a:pt x="30" y="29"/>
                    </a:lnTo>
                    <a:lnTo>
                      <a:pt x="24" y="27"/>
                    </a:lnTo>
                    <a:lnTo>
                      <a:pt x="18" y="24"/>
                    </a:lnTo>
                    <a:lnTo>
                      <a:pt x="12" y="22"/>
                    </a:lnTo>
                    <a:lnTo>
                      <a:pt x="8" y="19"/>
                    </a:lnTo>
                    <a:lnTo>
                      <a:pt x="4" y="16"/>
                    </a:lnTo>
                    <a:lnTo>
                      <a:pt x="1" y="13"/>
                    </a:lnTo>
                    <a:lnTo>
                      <a:pt x="0" y="8"/>
                    </a:lnTo>
                    <a:lnTo>
                      <a:pt x="0" y="5"/>
                    </a:lnTo>
                    <a:lnTo>
                      <a:pt x="2" y="0"/>
                    </a:lnTo>
                    <a:lnTo>
                      <a:pt x="5" y="3"/>
                    </a:lnTo>
                    <a:lnTo>
                      <a:pt x="10" y="6"/>
                    </a:lnTo>
                    <a:lnTo>
                      <a:pt x="17" y="9"/>
                    </a:lnTo>
                    <a:lnTo>
                      <a:pt x="27" y="13"/>
                    </a:lnTo>
                    <a:lnTo>
                      <a:pt x="33" y="13"/>
                    </a:lnTo>
                    <a:lnTo>
                      <a:pt x="39" y="12"/>
                    </a:lnTo>
                    <a:lnTo>
                      <a:pt x="43" y="8"/>
                    </a:lnTo>
                    <a:lnTo>
                      <a:pt x="48"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3" name="Freeform 54">
                <a:extLst>
                  <a:ext uri="{FF2B5EF4-FFF2-40B4-BE49-F238E27FC236}">
                    <a16:creationId xmlns:a16="http://schemas.microsoft.com/office/drawing/2014/main" id="{82E67A30-9DE2-46B4-98AD-CF0CFFF1BAA6}"/>
                  </a:ext>
                </a:extLst>
              </p:cNvPr>
              <p:cNvSpPr>
                <a:spLocks/>
              </p:cNvSpPr>
              <p:nvPr/>
            </p:nvSpPr>
            <p:spPr bwMode="auto">
              <a:xfrm>
                <a:off x="3893" y="2606"/>
                <a:ext cx="31" cy="17"/>
              </a:xfrm>
              <a:custGeom>
                <a:avLst/>
                <a:gdLst>
                  <a:gd name="T0" fmla="*/ 0 w 56"/>
                  <a:gd name="T1" fmla="*/ 5 h 31"/>
                  <a:gd name="T2" fmla="*/ 2 w 56"/>
                  <a:gd name="T3" fmla="*/ 5 h 31"/>
                  <a:gd name="T4" fmla="*/ 4 w 56"/>
                  <a:gd name="T5" fmla="*/ 4 h 31"/>
                  <a:gd name="T6" fmla="*/ 7 w 56"/>
                  <a:gd name="T7" fmla="*/ 4 h 31"/>
                  <a:gd name="T8" fmla="*/ 11 w 56"/>
                  <a:gd name="T9" fmla="*/ 3 h 31"/>
                  <a:gd name="T10" fmla="*/ 14 w 56"/>
                  <a:gd name="T11" fmla="*/ 2 h 31"/>
                  <a:gd name="T12" fmla="*/ 17 w 56"/>
                  <a:gd name="T13" fmla="*/ 1 h 31"/>
                  <a:gd name="T14" fmla="*/ 19 w 56"/>
                  <a:gd name="T15" fmla="*/ 1 h 31"/>
                  <a:gd name="T16" fmla="*/ 21 w 56"/>
                  <a:gd name="T17" fmla="*/ 0 h 31"/>
                  <a:gd name="T18" fmla="*/ 24 w 56"/>
                  <a:gd name="T19" fmla="*/ 1 h 31"/>
                  <a:gd name="T20" fmla="*/ 29 w 56"/>
                  <a:gd name="T21" fmla="*/ 4 h 31"/>
                  <a:gd name="T22" fmla="*/ 31 w 56"/>
                  <a:gd name="T23" fmla="*/ 7 h 31"/>
                  <a:gd name="T24" fmla="*/ 30 w 56"/>
                  <a:gd name="T25" fmla="*/ 9 h 31"/>
                  <a:gd name="T26" fmla="*/ 24 w 56"/>
                  <a:gd name="T27" fmla="*/ 10 h 31"/>
                  <a:gd name="T28" fmla="*/ 20 w 56"/>
                  <a:gd name="T29" fmla="*/ 14 h 31"/>
                  <a:gd name="T30" fmla="*/ 17 w 56"/>
                  <a:gd name="T31" fmla="*/ 16 h 31"/>
                  <a:gd name="T32" fmla="*/ 14 w 56"/>
                  <a:gd name="T33" fmla="*/ 17 h 31"/>
                  <a:gd name="T34" fmla="*/ 11 w 56"/>
                  <a:gd name="T35" fmla="*/ 16 h 31"/>
                  <a:gd name="T36" fmla="*/ 7 w 56"/>
                  <a:gd name="T37" fmla="*/ 14 h 31"/>
                  <a:gd name="T38" fmla="*/ 3 w 56"/>
                  <a:gd name="T39" fmla="*/ 12 h 31"/>
                  <a:gd name="T40" fmla="*/ 1 w 56"/>
                  <a:gd name="T41" fmla="*/ 9 h 31"/>
                  <a:gd name="T42" fmla="*/ 0 w 56"/>
                  <a:gd name="T43" fmla="*/ 8 h 31"/>
                  <a:gd name="T44" fmla="*/ 0 w 56"/>
                  <a:gd name="T45" fmla="*/ 8 h 31"/>
                  <a:gd name="T46" fmla="*/ 0 w 56"/>
                  <a:gd name="T47" fmla="*/ 6 h 31"/>
                  <a:gd name="T48" fmla="*/ 0 w 56"/>
                  <a:gd name="T49" fmla="*/ 5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6" h="31">
                    <a:moveTo>
                      <a:pt x="0" y="10"/>
                    </a:moveTo>
                    <a:lnTo>
                      <a:pt x="3" y="9"/>
                    </a:lnTo>
                    <a:lnTo>
                      <a:pt x="8" y="8"/>
                    </a:lnTo>
                    <a:lnTo>
                      <a:pt x="13" y="7"/>
                    </a:lnTo>
                    <a:lnTo>
                      <a:pt x="19" y="5"/>
                    </a:lnTo>
                    <a:lnTo>
                      <a:pt x="25" y="3"/>
                    </a:lnTo>
                    <a:lnTo>
                      <a:pt x="31" y="2"/>
                    </a:lnTo>
                    <a:lnTo>
                      <a:pt x="34" y="1"/>
                    </a:lnTo>
                    <a:lnTo>
                      <a:pt x="38" y="0"/>
                    </a:lnTo>
                    <a:lnTo>
                      <a:pt x="44" y="1"/>
                    </a:lnTo>
                    <a:lnTo>
                      <a:pt x="53" y="7"/>
                    </a:lnTo>
                    <a:lnTo>
                      <a:pt x="56" y="13"/>
                    </a:lnTo>
                    <a:lnTo>
                      <a:pt x="54" y="16"/>
                    </a:lnTo>
                    <a:lnTo>
                      <a:pt x="43" y="19"/>
                    </a:lnTo>
                    <a:lnTo>
                      <a:pt x="36" y="25"/>
                    </a:lnTo>
                    <a:lnTo>
                      <a:pt x="31" y="30"/>
                    </a:lnTo>
                    <a:lnTo>
                      <a:pt x="26" y="31"/>
                    </a:lnTo>
                    <a:lnTo>
                      <a:pt x="19" y="29"/>
                    </a:lnTo>
                    <a:lnTo>
                      <a:pt x="12" y="25"/>
                    </a:lnTo>
                    <a:lnTo>
                      <a:pt x="5" y="22"/>
                    </a:lnTo>
                    <a:lnTo>
                      <a:pt x="1" y="17"/>
                    </a:lnTo>
                    <a:lnTo>
                      <a:pt x="0" y="15"/>
                    </a:lnTo>
                    <a:lnTo>
                      <a:pt x="0" y="14"/>
                    </a:lnTo>
                    <a:lnTo>
                      <a:pt x="0" y="11"/>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4" name="Freeform 55">
                <a:extLst>
                  <a:ext uri="{FF2B5EF4-FFF2-40B4-BE49-F238E27FC236}">
                    <a16:creationId xmlns:a16="http://schemas.microsoft.com/office/drawing/2014/main" id="{F818CF9C-799B-4E5E-A673-92794168466B}"/>
                  </a:ext>
                </a:extLst>
              </p:cNvPr>
              <p:cNvSpPr>
                <a:spLocks/>
              </p:cNvSpPr>
              <p:nvPr/>
            </p:nvSpPr>
            <p:spPr bwMode="auto">
              <a:xfrm>
                <a:off x="4344" y="2551"/>
                <a:ext cx="16" cy="10"/>
              </a:xfrm>
              <a:custGeom>
                <a:avLst/>
                <a:gdLst>
                  <a:gd name="T0" fmla="*/ 0 w 29"/>
                  <a:gd name="T1" fmla="*/ 1 h 18"/>
                  <a:gd name="T2" fmla="*/ 2 w 29"/>
                  <a:gd name="T3" fmla="*/ 2 h 18"/>
                  <a:gd name="T4" fmla="*/ 4 w 29"/>
                  <a:gd name="T5" fmla="*/ 5 h 18"/>
                  <a:gd name="T6" fmla="*/ 6 w 29"/>
                  <a:gd name="T7" fmla="*/ 8 h 18"/>
                  <a:gd name="T8" fmla="*/ 6 w 29"/>
                  <a:gd name="T9" fmla="*/ 10 h 18"/>
                  <a:gd name="T10" fmla="*/ 9 w 29"/>
                  <a:gd name="T11" fmla="*/ 9 h 18"/>
                  <a:gd name="T12" fmla="*/ 12 w 29"/>
                  <a:gd name="T13" fmla="*/ 8 h 18"/>
                  <a:gd name="T14" fmla="*/ 15 w 29"/>
                  <a:gd name="T15" fmla="*/ 7 h 18"/>
                  <a:gd name="T16" fmla="*/ 16 w 29"/>
                  <a:gd name="T17" fmla="*/ 6 h 18"/>
                  <a:gd name="T18" fmla="*/ 15 w 29"/>
                  <a:gd name="T19" fmla="*/ 3 h 18"/>
                  <a:gd name="T20" fmla="*/ 11 w 29"/>
                  <a:gd name="T21" fmla="*/ 2 h 18"/>
                  <a:gd name="T22" fmla="*/ 6 w 29"/>
                  <a:gd name="T23" fmla="*/ 0 h 18"/>
                  <a:gd name="T24" fmla="*/ 0 w 29"/>
                  <a:gd name="T25" fmla="*/ 1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18">
                    <a:moveTo>
                      <a:pt x="0" y="1"/>
                    </a:moveTo>
                    <a:lnTo>
                      <a:pt x="4" y="4"/>
                    </a:lnTo>
                    <a:lnTo>
                      <a:pt x="7" y="9"/>
                    </a:lnTo>
                    <a:lnTo>
                      <a:pt x="10" y="15"/>
                    </a:lnTo>
                    <a:lnTo>
                      <a:pt x="11" y="18"/>
                    </a:lnTo>
                    <a:lnTo>
                      <a:pt x="16" y="17"/>
                    </a:lnTo>
                    <a:lnTo>
                      <a:pt x="22" y="15"/>
                    </a:lnTo>
                    <a:lnTo>
                      <a:pt x="27" y="12"/>
                    </a:lnTo>
                    <a:lnTo>
                      <a:pt x="29" y="10"/>
                    </a:lnTo>
                    <a:lnTo>
                      <a:pt x="27" y="6"/>
                    </a:lnTo>
                    <a:lnTo>
                      <a:pt x="20" y="3"/>
                    </a:lnTo>
                    <a:lnTo>
                      <a:pt x="11" y="0"/>
                    </a:lnTo>
                    <a:lnTo>
                      <a:pt x="0"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5" name="Freeform 56">
                <a:extLst>
                  <a:ext uri="{FF2B5EF4-FFF2-40B4-BE49-F238E27FC236}">
                    <a16:creationId xmlns:a16="http://schemas.microsoft.com/office/drawing/2014/main" id="{20460372-36A3-40F2-94EB-206CBF19551A}"/>
                  </a:ext>
                </a:extLst>
              </p:cNvPr>
              <p:cNvSpPr>
                <a:spLocks/>
              </p:cNvSpPr>
              <p:nvPr/>
            </p:nvSpPr>
            <p:spPr bwMode="auto">
              <a:xfrm>
                <a:off x="4303" y="2507"/>
                <a:ext cx="12" cy="8"/>
              </a:xfrm>
              <a:custGeom>
                <a:avLst/>
                <a:gdLst>
                  <a:gd name="T0" fmla="*/ 12 w 22"/>
                  <a:gd name="T1" fmla="*/ 8 h 14"/>
                  <a:gd name="T2" fmla="*/ 9 w 22"/>
                  <a:gd name="T3" fmla="*/ 7 h 14"/>
                  <a:gd name="T4" fmla="*/ 6 w 22"/>
                  <a:gd name="T5" fmla="*/ 6 h 14"/>
                  <a:gd name="T6" fmla="*/ 3 w 22"/>
                  <a:gd name="T7" fmla="*/ 5 h 14"/>
                  <a:gd name="T8" fmla="*/ 0 w 22"/>
                  <a:gd name="T9" fmla="*/ 4 h 14"/>
                  <a:gd name="T10" fmla="*/ 2 w 22"/>
                  <a:gd name="T11" fmla="*/ 3 h 14"/>
                  <a:gd name="T12" fmla="*/ 2 w 22"/>
                  <a:gd name="T13" fmla="*/ 1 h 14"/>
                  <a:gd name="T14" fmla="*/ 3 w 22"/>
                  <a:gd name="T15" fmla="*/ 1 h 14"/>
                  <a:gd name="T16" fmla="*/ 4 w 22"/>
                  <a:gd name="T17" fmla="*/ 0 h 14"/>
                  <a:gd name="T18" fmla="*/ 7 w 22"/>
                  <a:gd name="T19" fmla="*/ 0 h 14"/>
                  <a:gd name="T20" fmla="*/ 9 w 22"/>
                  <a:gd name="T21" fmla="*/ 2 h 14"/>
                  <a:gd name="T22" fmla="*/ 11 w 22"/>
                  <a:gd name="T23" fmla="*/ 5 h 14"/>
                  <a:gd name="T24" fmla="*/ 12 w 22"/>
                  <a:gd name="T25" fmla="*/ 8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 h="14">
                    <a:moveTo>
                      <a:pt x="22" y="14"/>
                    </a:moveTo>
                    <a:lnTo>
                      <a:pt x="17" y="13"/>
                    </a:lnTo>
                    <a:lnTo>
                      <a:pt x="11" y="10"/>
                    </a:lnTo>
                    <a:lnTo>
                      <a:pt x="6" y="8"/>
                    </a:lnTo>
                    <a:lnTo>
                      <a:pt x="0" y="7"/>
                    </a:lnTo>
                    <a:lnTo>
                      <a:pt x="3" y="5"/>
                    </a:lnTo>
                    <a:lnTo>
                      <a:pt x="4" y="2"/>
                    </a:lnTo>
                    <a:lnTo>
                      <a:pt x="6" y="1"/>
                    </a:lnTo>
                    <a:lnTo>
                      <a:pt x="7" y="0"/>
                    </a:lnTo>
                    <a:lnTo>
                      <a:pt x="12" y="0"/>
                    </a:lnTo>
                    <a:lnTo>
                      <a:pt x="17" y="4"/>
                    </a:lnTo>
                    <a:lnTo>
                      <a:pt x="21" y="8"/>
                    </a:lnTo>
                    <a:lnTo>
                      <a:pt x="22"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6" name="Freeform 57">
                <a:extLst>
                  <a:ext uri="{FF2B5EF4-FFF2-40B4-BE49-F238E27FC236}">
                    <a16:creationId xmlns:a16="http://schemas.microsoft.com/office/drawing/2014/main" id="{FDA2B10D-1A68-4B01-8C01-41994B4EBB6B}"/>
                  </a:ext>
                </a:extLst>
              </p:cNvPr>
              <p:cNvSpPr>
                <a:spLocks/>
              </p:cNvSpPr>
              <p:nvPr/>
            </p:nvSpPr>
            <p:spPr bwMode="auto">
              <a:xfrm>
                <a:off x="4321" y="2536"/>
                <a:ext cx="10" cy="7"/>
              </a:xfrm>
              <a:custGeom>
                <a:avLst/>
                <a:gdLst>
                  <a:gd name="T0" fmla="*/ 0 w 18"/>
                  <a:gd name="T1" fmla="*/ 2 h 15"/>
                  <a:gd name="T2" fmla="*/ 2 w 18"/>
                  <a:gd name="T3" fmla="*/ 3 h 15"/>
                  <a:gd name="T4" fmla="*/ 5 w 18"/>
                  <a:gd name="T5" fmla="*/ 4 h 15"/>
                  <a:gd name="T6" fmla="*/ 8 w 18"/>
                  <a:gd name="T7" fmla="*/ 6 h 15"/>
                  <a:gd name="T8" fmla="*/ 9 w 18"/>
                  <a:gd name="T9" fmla="*/ 7 h 15"/>
                  <a:gd name="T10" fmla="*/ 10 w 18"/>
                  <a:gd name="T11" fmla="*/ 6 h 15"/>
                  <a:gd name="T12" fmla="*/ 10 w 18"/>
                  <a:gd name="T13" fmla="*/ 4 h 15"/>
                  <a:gd name="T14" fmla="*/ 9 w 18"/>
                  <a:gd name="T15" fmla="*/ 2 h 15"/>
                  <a:gd name="T16" fmla="*/ 8 w 18"/>
                  <a:gd name="T17" fmla="*/ 1 h 15"/>
                  <a:gd name="T18" fmla="*/ 5 w 18"/>
                  <a:gd name="T19" fmla="*/ 0 h 15"/>
                  <a:gd name="T20" fmla="*/ 2 w 18"/>
                  <a:gd name="T21" fmla="*/ 0 h 15"/>
                  <a:gd name="T22" fmla="*/ 0 w 18"/>
                  <a:gd name="T23" fmla="*/ 1 h 15"/>
                  <a:gd name="T24" fmla="*/ 0 w 18"/>
                  <a:gd name="T25" fmla="*/ 2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15">
                    <a:moveTo>
                      <a:pt x="0" y="4"/>
                    </a:moveTo>
                    <a:lnTo>
                      <a:pt x="4" y="7"/>
                    </a:lnTo>
                    <a:lnTo>
                      <a:pt x="9" y="9"/>
                    </a:lnTo>
                    <a:lnTo>
                      <a:pt x="14" y="13"/>
                    </a:lnTo>
                    <a:lnTo>
                      <a:pt x="17" y="15"/>
                    </a:lnTo>
                    <a:lnTo>
                      <a:pt x="18" y="13"/>
                    </a:lnTo>
                    <a:lnTo>
                      <a:pt x="18" y="8"/>
                    </a:lnTo>
                    <a:lnTo>
                      <a:pt x="17" y="4"/>
                    </a:lnTo>
                    <a:lnTo>
                      <a:pt x="14" y="2"/>
                    </a:lnTo>
                    <a:lnTo>
                      <a:pt x="9" y="0"/>
                    </a:lnTo>
                    <a:lnTo>
                      <a:pt x="3" y="0"/>
                    </a:lnTo>
                    <a:lnTo>
                      <a:pt x="0" y="2"/>
                    </a:lnTo>
                    <a:lnTo>
                      <a:pt x="0"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7" name="Freeform 58">
                <a:extLst>
                  <a:ext uri="{FF2B5EF4-FFF2-40B4-BE49-F238E27FC236}">
                    <a16:creationId xmlns:a16="http://schemas.microsoft.com/office/drawing/2014/main" id="{76F581A8-CC2E-4529-BA8C-692A0CC93E6D}"/>
                  </a:ext>
                </a:extLst>
              </p:cNvPr>
              <p:cNvSpPr>
                <a:spLocks/>
              </p:cNvSpPr>
              <p:nvPr/>
            </p:nvSpPr>
            <p:spPr bwMode="auto">
              <a:xfrm>
                <a:off x="4339" y="2517"/>
                <a:ext cx="17" cy="26"/>
              </a:xfrm>
              <a:custGeom>
                <a:avLst/>
                <a:gdLst>
                  <a:gd name="T0" fmla="*/ 0 w 32"/>
                  <a:gd name="T1" fmla="*/ 0 h 49"/>
                  <a:gd name="T2" fmla="*/ 1 w 32"/>
                  <a:gd name="T3" fmla="*/ 6 h 49"/>
                  <a:gd name="T4" fmla="*/ 1 w 32"/>
                  <a:gd name="T5" fmla="*/ 14 h 49"/>
                  <a:gd name="T6" fmla="*/ 1 w 32"/>
                  <a:gd name="T7" fmla="*/ 21 h 49"/>
                  <a:gd name="T8" fmla="*/ 0 w 32"/>
                  <a:gd name="T9" fmla="*/ 26 h 49"/>
                  <a:gd name="T10" fmla="*/ 3 w 32"/>
                  <a:gd name="T11" fmla="*/ 25 h 49"/>
                  <a:gd name="T12" fmla="*/ 4 w 32"/>
                  <a:gd name="T13" fmla="*/ 24 h 49"/>
                  <a:gd name="T14" fmla="*/ 6 w 32"/>
                  <a:gd name="T15" fmla="*/ 24 h 49"/>
                  <a:gd name="T16" fmla="*/ 7 w 32"/>
                  <a:gd name="T17" fmla="*/ 23 h 49"/>
                  <a:gd name="T18" fmla="*/ 10 w 32"/>
                  <a:gd name="T19" fmla="*/ 23 h 49"/>
                  <a:gd name="T20" fmla="*/ 12 w 32"/>
                  <a:gd name="T21" fmla="*/ 22 h 49"/>
                  <a:gd name="T22" fmla="*/ 15 w 32"/>
                  <a:gd name="T23" fmla="*/ 22 h 49"/>
                  <a:gd name="T24" fmla="*/ 16 w 32"/>
                  <a:gd name="T25" fmla="*/ 22 h 49"/>
                  <a:gd name="T26" fmla="*/ 17 w 32"/>
                  <a:gd name="T27" fmla="*/ 20 h 49"/>
                  <a:gd name="T28" fmla="*/ 16 w 32"/>
                  <a:gd name="T29" fmla="*/ 18 h 49"/>
                  <a:gd name="T30" fmla="*/ 13 w 32"/>
                  <a:gd name="T31" fmla="*/ 16 h 49"/>
                  <a:gd name="T32" fmla="*/ 7 w 32"/>
                  <a:gd name="T33" fmla="*/ 18 h 49"/>
                  <a:gd name="T34" fmla="*/ 8 w 32"/>
                  <a:gd name="T35" fmla="*/ 15 h 49"/>
                  <a:gd name="T36" fmla="*/ 9 w 32"/>
                  <a:gd name="T37" fmla="*/ 12 h 49"/>
                  <a:gd name="T38" fmla="*/ 9 w 32"/>
                  <a:gd name="T39" fmla="*/ 10 h 49"/>
                  <a:gd name="T40" fmla="*/ 7 w 32"/>
                  <a:gd name="T41" fmla="*/ 7 h 49"/>
                  <a:gd name="T42" fmla="*/ 6 w 32"/>
                  <a:gd name="T43" fmla="*/ 6 h 49"/>
                  <a:gd name="T44" fmla="*/ 4 w 32"/>
                  <a:gd name="T45" fmla="*/ 4 h 49"/>
                  <a:gd name="T46" fmla="*/ 2 w 32"/>
                  <a:gd name="T47" fmla="*/ 2 h 49"/>
                  <a:gd name="T48" fmla="*/ 0 w 32"/>
                  <a:gd name="T49" fmla="*/ 0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49">
                    <a:moveTo>
                      <a:pt x="0" y="0"/>
                    </a:moveTo>
                    <a:lnTo>
                      <a:pt x="1" y="12"/>
                    </a:lnTo>
                    <a:lnTo>
                      <a:pt x="2" y="26"/>
                    </a:lnTo>
                    <a:lnTo>
                      <a:pt x="1" y="39"/>
                    </a:lnTo>
                    <a:lnTo>
                      <a:pt x="0" y="49"/>
                    </a:lnTo>
                    <a:lnTo>
                      <a:pt x="5" y="48"/>
                    </a:lnTo>
                    <a:lnTo>
                      <a:pt x="8" y="46"/>
                    </a:lnTo>
                    <a:lnTo>
                      <a:pt x="12" y="45"/>
                    </a:lnTo>
                    <a:lnTo>
                      <a:pt x="14" y="44"/>
                    </a:lnTo>
                    <a:lnTo>
                      <a:pt x="19" y="43"/>
                    </a:lnTo>
                    <a:lnTo>
                      <a:pt x="23" y="41"/>
                    </a:lnTo>
                    <a:lnTo>
                      <a:pt x="28" y="41"/>
                    </a:lnTo>
                    <a:lnTo>
                      <a:pt x="31" y="41"/>
                    </a:lnTo>
                    <a:lnTo>
                      <a:pt x="32" y="38"/>
                    </a:lnTo>
                    <a:lnTo>
                      <a:pt x="30" y="34"/>
                    </a:lnTo>
                    <a:lnTo>
                      <a:pt x="24" y="31"/>
                    </a:lnTo>
                    <a:lnTo>
                      <a:pt x="13" y="34"/>
                    </a:lnTo>
                    <a:lnTo>
                      <a:pt x="15" y="28"/>
                    </a:lnTo>
                    <a:lnTo>
                      <a:pt x="16" y="22"/>
                    </a:lnTo>
                    <a:lnTo>
                      <a:pt x="16" y="18"/>
                    </a:lnTo>
                    <a:lnTo>
                      <a:pt x="14" y="14"/>
                    </a:lnTo>
                    <a:lnTo>
                      <a:pt x="12" y="11"/>
                    </a:lnTo>
                    <a:lnTo>
                      <a:pt x="7" y="7"/>
                    </a:lnTo>
                    <a:lnTo>
                      <a:pt x="4" y="4"/>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8" name="Freeform 59">
                <a:extLst>
                  <a:ext uri="{FF2B5EF4-FFF2-40B4-BE49-F238E27FC236}">
                    <a16:creationId xmlns:a16="http://schemas.microsoft.com/office/drawing/2014/main" id="{2ECCD6CA-45F6-469F-B62E-194BA3B8FEA9}"/>
                  </a:ext>
                </a:extLst>
              </p:cNvPr>
              <p:cNvSpPr>
                <a:spLocks/>
              </p:cNvSpPr>
              <p:nvPr/>
            </p:nvSpPr>
            <p:spPr bwMode="auto">
              <a:xfrm>
                <a:off x="4299" y="2520"/>
                <a:ext cx="7" cy="15"/>
              </a:xfrm>
              <a:custGeom>
                <a:avLst/>
                <a:gdLst>
                  <a:gd name="T0" fmla="*/ 2 w 14"/>
                  <a:gd name="T1" fmla="*/ 11 h 27"/>
                  <a:gd name="T2" fmla="*/ 1 w 14"/>
                  <a:gd name="T3" fmla="*/ 7 h 27"/>
                  <a:gd name="T4" fmla="*/ 0 w 14"/>
                  <a:gd name="T5" fmla="*/ 3 h 27"/>
                  <a:gd name="T6" fmla="*/ 0 w 14"/>
                  <a:gd name="T7" fmla="*/ 1 h 27"/>
                  <a:gd name="T8" fmla="*/ 1 w 14"/>
                  <a:gd name="T9" fmla="*/ 0 h 27"/>
                  <a:gd name="T10" fmla="*/ 3 w 14"/>
                  <a:gd name="T11" fmla="*/ 1 h 27"/>
                  <a:gd name="T12" fmla="*/ 6 w 14"/>
                  <a:gd name="T13" fmla="*/ 4 h 27"/>
                  <a:gd name="T14" fmla="*/ 7 w 14"/>
                  <a:gd name="T15" fmla="*/ 9 h 27"/>
                  <a:gd name="T16" fmla="*/ 7 w 14"/>
                  <a:gd name="T17" fmla="*/ 15 h 27"/>
                  <a:gd name="T18" fmla="*/ 5 w 14"/>
                  <a:gd name="T19" fmla="*/ 14 h 27"/>
                  <a:gd name="T20" fmla="*/ 3 w 14"/>
                  <a:gd name="T21" fmla="*/ 13 h 27"/>
                  <a:gd name="T22" fmla="*/ 2 w 14"/>
                  <a:gd name="T23" fmla="*/ 12 h 27"/>
                  <a:gd name="T24" fmla="*/ 2 w 14"/>
                  <a:gd name="T25" fmla="*/ 11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 h="27">
                    <a:moveTo>
                      <a:pt x="3" y="19"/>
                    </a:moveTo>
                    <a:lnTo>
                      <a:pt x="2" y="12"/>
                    </a:lnTo>
                    <a:lnTo>
                      <a:pt x="0" y="6"/>
                    </a:lnTo>
                    <a:lnTo>
                      <a:pt x="0" y="2"/>
                    </a:lnTo>
                    <a:lnTo>
                      <a:pt x="2" y="0"/>
                    </a:lnTo>
                    <a:lnTo>
                      <a:pt x="5" y="1"/>
                    </a:lnTo>
                    <a:lnTo>
                      <a:pt x="11" y="7"/>
                    </a:lnTo>
                    <a:lnTo>
                      <a:pt x="14" y="16"/>
                    </a:lnTo>
                    <a:lnTo>
                      <a:pt x="13" y="27"/>
                    </a:lnTo>
                    <a:lnTo>
                      <a:pt x="10" y="25"/>
                    </a:lnTo>
                    <a:lnTo>
                      <a:pt x="6" y="23"/>
                    </a:lnTo>
                    <a:lnTo>
                      <a:pt x="4" y="21"/>
                    </a:lnTo>
                    <a:lnTo>
                      <a:pt x="3" y="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9" name="Freeform 60">
                <a:extLst>
                  <a:ext uri="{FF2B5EF4-FFF2-40B4-BE49-F238E27FC236}">
                    <a16:creationId xmlns:a16="http://schemas.microsoft.com/office/drawing/2014/main" id="{E670A583-85E8-4DD7-B352-BF07829B7A2A}"/>
                  </a:ext>
                </a:extLst>
              </p:cNvPr>
              <p:cNvSpPr>
                <a:spLocks/>
              </p:cNvSpPr>
              <p:nvPr/>
            </p:nvSpPr>
            <p:spPr bwMode="auto">
              <a:xfrm>
                <a:off x="4373" y="2513"/>
                <a:ext cx="11" cy="16"/>
              </a:xfrm>
              <a:custGeom>
                <a:avLst/>
                <a:gdLst>
                  <a:gd name="T0" fmla="*/ 0 w 21"/>
                  <a:gd name="T1" fmla="*/ 0 h 30"/>
                  <a:gd name="T2" fmla="*/ 3 w 21"/>
                  <a:gd name="T3" fmla="*/ 0 h 30"/>
                  <a:gd name="T4" fmla="*/ 6 w 21"/>
                  <a:gd name="T5" fmla="*/ 0 h 30"/>
                  <a:gd name="T6" fmla="*/ 8 w 21"/>
                  <a:gd name="T7" fmla="*/ 2 h 30"/>
                  <a:gd name="T8" fmla="*/ 11 w 21"/>
                  <a:gd name="T9" fmla="*/ 3 h 30"/>
                  <a:gd name="T10" fmla="*/ 10 w 21"/>
                  <a:gd name="T11" fmla="*/ 6 h 30"/>
                  <a:gd name="T12" fmla="*/ 8 w 21"/>
                  <a:gd name="T13" fmla="*/ 10 h 30"/>
                  <a:gd name="T14" fmla="*/ 6 w 21"/>
                  <a:gd name="T15" fmla="*/ 14 h 30"/>
                  <a:gd name="T16" fmla="*/ 2 w 21"/>
                  <a:gd name="T17" fmla="*/ 16 h 30"/>
                  <a:gd name="T18" fmla="*/ 1 w 21"/>
                  <a:gd name="T19" fmla="*/ 12 h 30"/>
                  <a:gd name="T20" fmla="*/ 0 w 21"/>
                  <a:gd name="T21" fmla="*/ 8 h 30"/>
                  <a:gd name="T22" fmla="*/ 0 w 21"/>
                  <a:gd name="T23" fmla="*/ 4 h 30"/>
                  <a:gd name="T24" fmla="*/ 0 w 21"/>
                  <a:gd name="T25" fmla="*/ 0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0">
                    <a:moveTo>
                      <a:pt x="0" y="0"/>
                    </a:moveTo>
                    <a:lnTo>
                      <a:pt x="5" y="0"/>
                    </a:lnTo>
                    <a:lnTo>
                      <a:pt x="11" y="0"/>
                    </a:lnTo>
                    <a:lnTo>
                      <a:pt x="16" y="3"/>
                    </a:lnTo>
                    <a:lnTo>
                      <a:pt x="21" y="5"/>
                    </a:lnTo>
                    <a:lnTo>
                      <a:pt x="20" y="11"/>
                    </a:lnTo>
                    <a:lnTo>
                      <a:pt x="16" y="19"/>
                    </a:lnTo>
                    <a:lnTo>
                      <a:pt x="12" y="26"/>
                    </a:lnTo>
                    <a:lnTo>
                      <a:pt x="4" y="30"/>
                    </a:lnTo>
                    <a:lnTo>
                      <a:pt x="2" y="23"/>
                    </a:lnTo>
                    <a:lnTo>
                      <a:pt x="0" y="15"/>
                    </a:lnTo>
                    <a:lnTo>
                      <a:pt x="0" y="7"/>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0" name="Freeform 61">
                <a:extLst>
                  <a:ext uri="{FF2B5EF4-FFF2-40B4-BE49-F238E27FC236}">
                    <a16:creationId xmlns:a16="http://schemas.microsoft.com/office/drawing/2014/main" id="{51832F87-9CF1-4D7B-B2AC-6D26F76D46F6}"/>
                  </a:ext>
                </a:extLst>
              </p:cNvPr>
              <p:cNvSpPr>
                <a:spLocks/>
              </p:cNvSpPr>
              <p:nvPr/>
            </p:nvSpPr>
            <p:spPr bwMode="auto">
              <a:xfrm>
                <a:off x="4353" y="2413"/>
                <a:ext cx="54" cy="98"/>
              </a:xfrm>
              <a:custGeom>
                <a:avLst/>
                <a:gdLst>
                  <a:gd name="T0" fmla="*/ 41 w 100"/>
                  <a:gd name="T1" fmla="*/ 88 h 179"/>
                  <a:gd name="T2" fmla="*/ 36 w 100"/>
                  <a:gd name="T3" fmla="*/ 95 h 179"/>
                  <a:gd name="T4" fmla="*/ 31 w 100"/>
                  <a:gd name="T5" fmla="*/ 97 h 179"/>
                  <a:gd name="T6" fmla="*/ 23 w 100"/>
                  <a:gd name="T7" fmla="*/ 94 h 179"/>
                  <a:gd name="T8" fmla="*/ 19 w 100"/>
                  <a:gd name="T9" fmla="*/ 94 h 179"/>
                  <a:gd name="T10" fmla="*/ 21 w 100"/>
                  <a:gd name="T11" fmla="*/ 93 h 179"/>
                  <a:gd name="T12" fmla="*/ 19 w 100"/>
                  <a:gd name="T13" fmla="*/ 90 h 179"/>
                  <a:gd name="T14" fmla="*/ 14 w 100"/>
                  <a:gd name="T15" fmla="*/ 89 h 179"/>
                  <a:gd name="T16" fmla="*/ 15 w 100"/>
                  <a:gd name="T17" fmla="*/ 85 h 179"/>
                  <a:gd name="T18" fmla="*/ 21 w 100"/>
                  <a:gd name="T19" fmla="*/ 86 h 179"/>
                  <a:gd name="T20" fmla="*/ 23 w 100"/>
                  <a:gd name="T21" fmla="*/ 85 h 179"/>
                  <a:gd name="T22" fmla="*/ 24 w 100"/>
                  <a:gd name="T23" fmla="*/ 74 h 179"/>
                  <a:gd name="T24" fmla="*/ 23 w 100"/>
                  <a:gd name="T25" fmla="*/ 68 h 179"/>
                  <a:gd name="T26" fmla="*/ 19 w 100"/>
                  <a:gd name="T27" fmla="*/ 64 h 179"/>
                  <a:gd name="T28" fmla="*/ 17 w 100"/>
                  <a:gd name="T29" fmla="*/ 61 h 179"/>
                  <a:gd name="T30" fmla="*/ 18 w 100"/>
                  <a:gd name="T31" fmla="*/ 56 h 179"/>
                  <a:gd name="T32" fmla="*/ 19 w 100"/>
                  <a:gd name="T33" fmla="*/ 49 h 179"/>
                  <a:gd name="T34" fmla="*/ 18 w 100"/>
                  <a:gd name="T35" fmla="*/ 37 h 179"/>
                  <a:gd name="T36" fmla="*/ 19 w 100"/>
                  <a:gd name="T37" fmla="*/ 32 h 179"/>
                  <a:gd name="T38" fmla="*/ 22 w 100"/>
                  <a:gd name="T39" fmla="*/ 31 h 179"/>
                  <a:gd name="T40" fmla="*/ 25 w 100"/>
                  <a:gd name="T41" fmla="*/ 28 h 179"/>
                  <a:gd name="T42" fmla="*/ 24 w 100"/>
                  <a:gd name="T43" fmla="*/ 25 h 179"/>
                  <a:gd name="T44" fmla="*/ 21 w 100"/>
                  <a:gd name="T45" fmla="*/ 22 h 179"/>
                  <a:gd name="T46" fmla="*/ 15 w 100"/>
                  <a:gd name="T47" fmla="*/ 19 h 179"/>
                  <a:gd name="T48" fmla="*/ 9 w 100"/>
                  <a:gd name="T49" fmla="*/ 15 h 179"/>
                  <a:gd name="T50" fmla="*/ 3 w 100"/>
                  <a:gd name="T51" fmla="*/ 11 h 179"/>
                  <a:gd name="T52" fmla="*/ 3 w 100"/>
                  <a:gd name="T53" fmla="*/ 10 h 179"/>
                  <a:gd name="T54" fmla="*/ 6 w 100"/>
                  <a:gd name="T55" fmla="*/ 9 h 179"/>
                  <a:gd name="T56" fmla="*/ 10 w 100"/>
                  <a:gd name="T57" fmla="*/ 8 h 179"/>
                  <a:gd name="T58" fmla="*/ 14 w 100"/>
                  <a:gd name="T59" fmla="*/ 8 h 179"/>
                  <a:gd name="T60" fmla="*/ 19 w 100"/>
                  <a:gd name="T61" fmla="*/ 13 h 179"/>
                  <a:gd name="T62" fmla="*/ 28 w 100"/>
                  <a:gd name="T63" fmla="*/ 23 h 179"/>
                  <a:gd name="T64" fmla="*/ 30 w 100"/>
                  <a:gd name="T65" fmla="*/ 24 h 179"/>
                  <a:gd name="T66" fmla="*/ 30 w 100"/>
                  <a:gd name="T67" fmla="*/ 20 h 179"/>
                  <a:gd name="T68" fmla="*/ 32 w 100"/>
                  <a:gd name="T69" fmla="*/ 14 h 179"/>
                  <a:gd name="T70" fmla="*/ 33 w 100"/>
                  <a:gd name="T71" fmla="*/ 3 h 179"/>
                  <a:gd name="T72" fmla="*/ 33 w 100"/>
                  <a:gd name="T73" fmla="*/ 1 h 179"/>
                  <a:gd name="T74" fmla="*/ 36 w 100"/>
                  <a:gd name="T75" fmla="*/ 4 h 179"/>
                  <a:gd name="T76" fmla="*/ 39 w 100"/>
                  <a:gd name="T77" fmla="*/ 9 h 179"/>
                  <a:gd name="T78" fmla="*/ 40 w 100"/>
                  <a:gd name="T79" fmla="*/ 16 h 179"/>
                  <a:gd name="T80" fmla="*/ 39 w 100"/>
                  <a:gd name="T81" fmla="*/ 20 h 179"/>
                  <a:gd name="T82" fmla="*/ 37 w 100"/>
                  <a:gd name="T83" fmla="*/ 24 h 179"/>
                  <a:gd name="T84" fmla="*/ 38 w 100"/>
                  <a:gd name="T85" fmla="*/ 28 h 179"/>
                  <a:gd name="T86" fmla="*/ 39 w 100"/>
                  <a:gd name="T87" fmla="*/ 33 h 179"/>
                  <a:gd name="T88" fmla="*/ 38 w 100"/>
                  <a:gd name="T89" fmla="*/ 39 h 179"/>
                  <a:gd name="T90" fmla="*/ 35 w 100"/>
                  <a:gd name="T91" fmla="*/ 38 h 179"/>
                  <a:gd name="T92" fmla="*/ 32 w 100"/>
                  <a:gd name="T93" fmla="*/ 40 h 179"/>
                  <a:gd name="T94" fmla="*/ 32 w 100"/>
                  <a:gd name="T95" fmla="*/ 52 h 179"/>
                  <a:gd name="T96" fmla="*/ 34 w 100"/>
                  <a:gd name="T97" fmla="*/ 61 h 179"/>
                  <a:gd name="T98" fmla="*/ 35 w 100"/>
                  <a:gd name="T99" fmla="*/ 74 h 179"/>
                  <a:gd name="T100" fmla="*/ 36 w 100"/>
                  <a:gd name="T101" fmla="*/ 80 h 179"/>
                  <a:gd name="T102" fmla="*/ 40 w 100"/>
                  <a:gd name="T103" fmla="*/ 82 h 179"/>
                  <a:gd name="T104" fmla="*/ 43 w 100"/>
                  <a:gd name="T105" fmla="*/ 80 h 179"/>
                  <a:gd name="T106" fmla="*/ 50 w 100"/>
                  <a:gd name="T107" fmla="*/ 73 h 179"/>
                  <a:gd name="T108" fmla="*/ 54 w 100"/>
                  <a:gd name="T109" fmla="*/ 73 h 179"/>
                  <a:gd name="T110" fmla="*/ 54 w 100"/>
                  <a:gd name="T111" fmla="*/ 74 h 179"/>
                  <a:gd name="T112" fmla="*/ 49 w 100"/>
                  <a:gd name="T113" fmla="*/ 77 h 179"/>
                  <a:gd name="T114" fmla="*/ 44 w 100"/>
                  <a:gd name="T115" fmla="*/ 83 h 17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00" h="179">
                    <a:moveTo>
                      <a:pt x="80" y="156"/>
                    </a:moveTo>
                    <a:lnTo>
                      <a:pt x="76" y="161"/>
                    </a:lnTo>
                    <a:lnTo>
                      <a:pt x="72" y="166"/>
                    </a:lnTo>
                    <a:lnTo>
                      <a:pt x="67" y="173"/>
                    </a:lnTo>
                    <a:lnTo>
                      <a:pt x="63" y="179"/>
                    </a:lnTo>
                    <a:lnTo>
                      <a:pt x="58" y="177"/>
                    </a:lnTo>
                    <a:lnTo>
                      <a:pt x="51" y="173"/>
                    </a:lnTo>
                    <a:lnTo>
                      <a:pt x="43" y="172"/>
                    </a:lnTo>
                    <a:lnTo>
                      <a:pt x="33" y="172"/>
                    </a:lnTo>
                    <a:lnTo>
                      <a:pt x="35" y="171"/>
                    </a:lnTo>
                    <a:lnTo>
                      <a:pt x="36" y="170"/>
                    </a:lnTo>
                    <a:lnTo>
                      <a:pt x="38" y="169"/>
                    </a:lnTo>
                    <a:lnTo>
                      <a:pt x="40" y="167"/>
                    </a:lnTo>
                    <a:lnTo>
                      <a:pt x="36" y="164"/>
                    </a:lnTo>
                    <a:lnTo>
                      <a:pt x="30" y="163"/>
                    </a:lnTo>
                    <a:lnTo>
                      <a:pt x="25" y="162"/>
                    </a:lnTo>
                    <a:lnTo>
                      <a:pt x="20" y="162"/>
                    </a:lnTo>
                    <a:lnTo>
                      <a:pt x="27" y="156"/>
                    </a:lnTo>
                    <a:lnTo>
                      <a:pt x="33" y="155"/>
                    </a:lnTo>
                    <a:lnTo>
                      <a:pt x="38" y="157"/>
                    </a:lnTo>
                    <a:lnTo>
                      <a:pt x="44" y="163"/>
                    </a:lnTo>
                    <a:lnTo>
                      <a:pt x="43" y="156"/>
                    </a:lnTo>
                    <a:lnTo>
                      <a:pt x="43" y="147"/>
                    </a:lnTo>
                    <a:lnTo>
                      <a:pt x="44" y="136"/>
                    </a:lnTo>
                    <a:lnTo>
                      <a:pt x="44" y="129"/>
                    </a:lnTo>
                    <a:lnTo>
                      <a:pt x="43" y="125"/>
                    </a:lnTo>
                    <a:lnTo>
                      <a:pt x="40" y="119"/>
                    </a:lnTo>
                    <a:lnTo>
                      <a:pt x="36" y="116"/>
                    </a:lnTo>
                    <a:lnTo>
                      <a:pt x="33" y="113"/>
                    </a:lnTo>
                    <a:lnTo>
                      <a:pt x="32" y="111"/>
                    </a:lnTo>
                    <a:lnTo>
                      <a:pt x="32" y="106"/>
                    </a:lnTo>
                    <a:lnTo>
                      <a:pt x="33" y="102"/>
                    </a:lnTo>
                    <a:lnTo>
                      <a:pt x="34" y="97"/>
                    </a:lnTo>
                    <a:lnTo>
                      <a:pt x="35" y="89"/>
                    </a:lnTo>
                    <a:lnTo>
                      <a:pt x="35" y="78"/>
                    </a:lnTo>
                    <a:lnTo>
                      <a:pt x="34" y="67"/>
                    </a:lnTo>
                    <a:lnTo>
                      <a:pt x="34" y="61"/>
                    </a:lnTo>
                    <a:lnTo>
                      <a:pt x="35" y="59"/>
                    </a:lnTo>
                    <a:lnTo>
                      <a:pt x="38" y="57"/>
                    </a:lnTo>
                    <a:lnTo>
                      <a:pt x="41" y="56"/>
                    </a:lnTo>
                    <a:lnTo>
                      <a:pt x="44" y="55"/>
                    </a:lnTo>
                    <a:lnTo>
                      <a:pt x="47" y="52"/>
                    </a:lnTo>
                    <a:lnTo>
                      <a:pt x="47" y="49"/>
                    </a:lnTo>
                    <a:lnTo>
                      <a:pt x="44" y="45"/>
                    </a:lnTo>
                    <a:lnTo>
                      <a:pt x="42" y="43"/>
                    </a:lnTo>
                    <a:lnTo>
                      <a:pt x="38" y="41"/>
                    </a:lnTo>
                    <a:lnTo>
                      <a:pt x="34" y="37"/>
                    </a:lnTo>
                    <a:lnTo>
                      <a:pt x="28" y="34"/>
                    </a:lnTo>
                    <a:lnTo>
                      <a:pt x="22" y="30"/>
                    </a:lnTo>
                    <a:lnTo>
                      <a:pt x="17" y="27"/>
                    </a:lnTo>
                    <a:lnTo>
                      <a:pt x="11" y="23"/>
                    </a:lnTo>
                    <a:lnTo>
                      <a:pt x="5" y="20"/>
                    </a:lnTo>
                    <a:lnTo>
                      <a:pt x="0" y="18"/>
                    </a:lnTo>
                    <a:lnTo>
                      <a:pt x="5" y="18"/>
                    </a:lnTo>
                    <a:lnTo>
                      <a:pt x="8" y="17"/>
                    </a:lnTo>
                    <a:lnTo>
                      <a:pt x="12" y="17"/>
                    </a:lnTo>
                    <a:lnTo>
                      <a:pt x="14" y="15"/>
                    </a:lnTo>
                    <a:lnTo>
                      <a:pt x="18" y="15"/>
                    </a:lnTo>
                    <a:lnTo>
                      <a:pt x="21" y="15"/>
                    </a:lnTo>
                    <a:lnTo>
                      <a:pt x="26" y="15"/>
                    </a:lnTo>
                    <a:lnTo>
                      <a:pt x="29" y="18"/>
                    </a:lnTo>
                    <a:lnTo>
                      <a:pt x="35" y="23"/>
                    </a:lnTo>
                    <a:lnTo>
                      <a:pt x="43" y="33"/>
                    </a:lnTo>
                    <a:lnTo>
                      <a:pt x="51" y="42"/>
                    </a:lnTo>
                    <a:lnTo>
                      <a:pt x="56" y="49"/>
                    </a:lnTo>
                    <a:lnTo>
                      <a:pt x="55" y="44"/>
                    </a:lnTo>
                    <a:lnTo>
                      <a:pt x="55" y="40"/>
                    </a:lnTo>
                    <a:lnTo>
                      <a:pt x="56" y="36"/>
                    </a:lnTo>
                    <a:lnTo>
                      <a:pt x="59" y="34"/>
                    </a:lnTo>
                    <a:lnTo>
                      <a:pt x="60" y="25"/>
                    </a:lnTo>
                    <a:lnTo>
                      <a:pt x="61" y="15"/>
                    </a:lnTo>
                    <a:lnTo>
                      <a:pt x="61" y="6"/>
                    </a:lnTo>
                    <a:lnTo>
                      <a:pt x="59" y="0"/>
                    </a:lnTo>
                    <a:lnTo>
                      <a:pt x="61" y="2"/>
                    </a:lnTo>
                    <a:lnTo>
                      <a:pt x="64" y="4"/>
                    </a:lnTo>
                    <a:lnTo>
                      <a:pt x="66" y="7"/>
                    </a:lnTo>
                    <a:lnTo>
                      <a:pt x="70" y="11"/>
                    </a:lnTo>
                    <a:lnTo>
                      <a:pt x="72" y="17"/>
                    </a:lnTo>
                    <a:lnTo>
                      <a:pt x="74" y="23"/>
                    </a:lnTo>
                    <a:lnTo>
                      <a:pt x="74" y="29"/>
                    </a:lnTo>
                    <a:lnTo>
                      <a:pt x="74" y="33"/>
                    </a:lnTo>
                    <a:lnTo>
                      <a:pt x="73" y="36"/>
                    </a:lnTo>
                    <a:lnTo>
                      <a:pt x="70" y="40"/>
                    </a:lnTo>
                    <a:lnTo>
                      <a:pt x="68" y="44"/>
                    </a:lnTo>
                    <a:lnTo>
                      <a:pt x="68" y="48"/>
                    </a:lnTo>
                    <a:lnTo>
                      <a:pt x="71" y="51"/>
                    </a:lnTo>
                    <a:lnTo>
                      <a:pt x="72" y="56"/>
                    </a:lnTo>
                    <a:lnTo>
                      <a:pt x="73" y="61"/>
                    </a:lnTo>
                    <a:lnTo>
                      <a:pt x="72" y="68"/>
                    </a:lnTo>
                    <a:lnTo>
                      <a:pt x="71" y="71"/>
                    </a:lnTo>
                    <a:lnTo>
                      <a:pt x="67" y="72"/>
                    </a:lnTo>
                    <a:lnTo>
                      <a:pt x="64" y="70"/>
                    </a:lnTo>
                    <a:lnTo>
                      <a:pt x="60" y="66"/>
                    </a:lnTo>
                    <a:lnTo>
                      <a:pt x="60" y="73"/>
                    </a:lnTo>
                    <a:lnTo>
                      <a:pt x="60" y="83"/>
                    </a:lnTo>
                    <a:lnTo>
                      <a:pt x="60" y="95"/>
                    </a:lnTo>
                    <a:lnTo>
                      <a:pt x="61" y="104"/>
                    </a:lnTo>
                    <a:lnTo>
                      <a:pt x="63" y="112"/>
                    </a:lnTo>
                    <a:lnTo>
                      <a:pt x="63" y="124"/>
                    </a:lnTo>
                    <a:lnTo>
                      <a:pt x="64" y="135"/>
                    </a:lnTo>
                    <a:lnTo>
                      <a:pt x="64" y="146"/>
                    </a:lnTo>
                    <a:lnTo>
                      <a:pt x="67" y="147"/>
                    </a:lnTo>
                    <a:lnTo>
                      <a:pt x="72" y="148"/>
                    </a:lnTo>
                    <a:lnTo>
                      <a:pt x="74" y="150"/>
                    </a:lnTo>
                    <a:lnTo>
                      <a:pt x="75" y="152"/>
                    </a:lnTo>
                    <a:lnTo>
                      <a:pt x="79" y="146"/>
                    </a:lnTo>
                    <a:lnTo>
                      <a:pt x="86" y="139"/>
                    </a:lnTo>
                    <a:lnTo>
                      <a:pt x="93" y="133"/>
                    </a:lnTo>
                    <a:lnTo>
                      <a:pt x="100" y="131"/>
                    </a:lnTo>
                    <a:lnTo>
                      <a:pt x="100" y="133"/>
                    </a:lnTo>
                    <a:lnTo>
                      <a:pt x="100" y="134"/>
                    </a:lnTo>
                    <a:lnTo>
                      <a:pt x="100" y="136"/>
                    </a:lnTo>
                    <a:lnTo>
                      <a:pt x="100" y="139"/>
                    </a:lnTo>
                    <a:lnTo>
                      <a:pt x="91" y="140"/>
                    </a:lnTo>
                    <a:lnTo>
                      <a:pt x="87" y="146"/>
                    </a:lnTo>
                    <a:lnTo>
                      <a:pt x="82" y="151"/>
                    </a:lnTo>
                    <a:lnTo>
                      <a:pt x="80" y="15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1" name="Freeform 62">
                <a:extLst>
                  <a:ext uri="{FF2B5EF4-FFF2-40B4-BE49-F238E27FC236}">
                    <a16:creationId xmlns:a16="http://schemas.microsoft.com/office/drawing/2014/main" id="{74183F1D-E5D2-4A04-9852-545A91E0E6B0}"/>
                  </a:ext>
                </a:extLst>
              </p:cNvPr>
              <p:cNvSpPr>
                <a:spLocks/>
              </p:cNvSpPr>
              <p:nvPr/>
            </p:nvSpPr>
            <p:spPr bwMode="auto">
              <a:xfrm>
                <a:off x="4289" y="2509"/>
                <a:ext cx="26" cy="78"/>
              </a:xfrm>
              <a:custGeom>
                <a:avLst/>
                <a:gdLst>
                  <a:gd name="T0" fmla="*/ 11 w 48"/>
                  <a:gd name="T1" fmla="*/ 57 h 141"/>
                  <a:gd name="T2" fmla="*/ 12 w 48"/>
                  <a:gd name="T3" fmla="*/ 61 h 141"/>
                  <a:gd name="T4" fmla="*/ 13 w 48"/>
                  <a:gd name="T5" fmla="*/ 66 h 141"/>
                  <a:gd name="T6" fmla="*/ 15 w 48"/>
                  <a:gd name="T7" fmla="*/ 70 h 141"/>
                  <a:gd name="T8" fmla="*/ 17 w 48"/>
                  <a:gd name="T9" fmla="*/ 75 h 141"/>
                  <a:gd name="T10" fmla="*/ 18 w 48"/>
                  <a:gd name="T11" fmla="*/ 76 h 141"/>
                  <a:gd name="T12" fmla="*/ 21 w 48"/>
                  <a:gd name="T13" fmla="*/ 77 h 141"/>
                  <a:gd name="T14" fmla="*/ 24 w 48"/>
                  <a:gd name="T15" fmla="*/ 77 h 141"/>
                  <a:gd name="T16" fmla="*/ 26 w 48"/>
                  <a:gd name="T17" fmla="*/ 78 h 141"/>
                  <a:gd name="T18" fmla="*/ 24 w 48"/>
                  <a:gd name="T19" fmla="*/ 76 h 141"/>
                  <a:gd name="T20" fmla="*/ 22 w 48"/>
                  <a:gd name="T21" fmla="*/ 73 h 141"/>
                  <a:gd name="T22" fmla="*/ 21 w 48"/>
                  <a:gd name="T23" fmla="*/ 70 h 141"/>
                  <a:gd name="T24" fmla="*/ 20 w 48"/>
                  <a:gd name="T25" fmla="*/ 69 h 141"/>
                  <a:gd name="T26" fmla="*/ 18 w 48"/>
                  <a:gd name="T27" fmla="*/ 66 h 141"/>
                  <a:gd name="T28" fmla="*/ 20 w 48"/>
                  <a:gd name="T29" fmla="*/ 63 h 141"/>
                  <a:gd name="T30" fmla="*/ 20 w 48"/>
                  <a:gd name="T31" fmla="*/ 60 h 141"/>
                  <a:gd name="T32" fmla="*/ 21 w 48"/>
                  <a:gd name="T33" fmla="*/ 57 h 141"/>
                  <a:gd name="T34" fmla="*/ 21 w 48"/>
                  <a:gd name="T35" fmla="*/ 53 h 141"/>
                  <a:gd name="T36" fmla="*/ 20 w 48"/>
                  <a:gd name="T37" fmla="*/ 49 h 141"/>
                  <a:gd name="T38" fmla="*/ 17 w 48"/>
                  <a:gd name="T39" fmla="*/ 45 h 141"/>
                  <a:gd name="T40" fmla="*/ 16 w 48"/>
                  <a:gd name="T41" fmla="*/ 43 h 141"/>
                  <a:gd name="T42" fmla="*/ 15 w 48"/>
                  <a:gd name="T43" fmla="*/ 40 h 141"/>
                  <a:gd name="T44" fmla="*/ 15 w 48"/>
                  <a:gd name="T45" fmla="*/ 37 h 141"/>
                  <a:gd name="T46" fmla="*/ 15 w 48"/>
                  <a:gd name="T47" fmla="*/ 33 h 141"/>
                  <a:gd name="T48" fmla="*/ 16 w 48"/>
                  <a:gd name="T49" fmla="*/ 30 h 141"/>
                  <a:gd name="T50" fmla="*/ 12 w 48"/>
                  <a:gd name="T51" fmla="*/ 28 h 141"/>
                  <a:gd name="T52" fmla="*/ 10 w 48"/>
                  <a:gd name="T53" fmla="*/ 27 h 141"/>
                  <a:gd name="T54" fmla="*/ 8 w 48"/>
                  <a:gd name="T55" fmla="*/ 24 h 141"/>
                  <a:gd name="T56" fmla="*/ 7 w 48"/>
                  <a:gd name="T57" fmla="*/ 22 h 141"/>
                  <a:gd name="T58" fmla="*/ 6 w 48"/>
                  <a:gd name="T59" fmla="*/ 19 h 141"/>
                  <a:gd name="T60" fmla="*/ 5 w 48"/>
                  <a:gd name="T61" fmla="*/ 14 h 141"/>
                  <a:gd name="T62" fmla="*/ 5 w 48"/>
                  <a:gd name="T63" fmla="*/ 8 h 141"/>
                  <a:gd name="T64" fmla="*/ 5 w 48"/>
                  <a:gd name="T65" fmla="*/ 3 h 141"/>
                  <a:gd name="T66" fmla="*/ 5 w 48"/>
                  <a:gd name="T67" fmla="*/ 2 h 141"/>
                  <a:gd name="T68" fmla="*/ 3 w 48"/>
                  <a:gd name="T69" fmla="*/ 2 h 141"/>
                  <a:gd name="T70" fmla="*/ 2 w 48"/>
                  <a:gd name="T71" fmla="*/ 1 h 141"/>
                  <a:gd name="T72" fmla="*/ 1 w 48"/>
                  <a:gd name="T73" fmla="*/ 0 h 141"/>
                  <a:gd name="T74" fmla="*/ 0 w 48"/>
                  <a:gd name="T75" fmla="*/ 4 h 141"/>
                  <a:gd name="T76" fmla="*/ 0 w 48"/>
                  <a:gd name="T77" fmla="*/ 9 h 141"/>
                  <a:gd name="T78" fmla="*/ 1 w 48"/>
                  <a:gd name="T79" fmla="*/ 15 h 141"/>
                  <a:gd name="T80" fmla="*/ 1 w 48"/>
                  <a:gd name="T81" fmla="*/ 20 h 141"/>
                  <a:gd name="T82" fmla="*/ 3 w 48"/>
                  <a:gd name="T83" fmla="*/ 29 h 141"/>
                  <a:gd name="T84" fmla="*/ 5 w 48"/>
                  <a:gd name="T85" fmla="*/ 39 h 141"/>
                  <a:gd name="T86" fmla="*/ 9 w 48"/>
                  <a:gd name="T87" fmla="*/ 50 h 141"/>
                  <a:gd name="T88" fmla="*/ 11 w 48"/>
                  <a:gd name="T89" fmla="*/ 57 h 14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 h="141">
                    <a:moveTo>
                      <a:pt x="20" y="103"/>
                    </a:moveTo>
                    <a:lnTo>
                      <a:pt x="22" y="111"/>
                    </a:lnTo>
                    <a:lnTo>
                      <a:pt x="24" y="119"/>
                    </a:lnTo>
                    <a:lnTo>
                      <a:pt x="28" y="127"/>
                    </a:lnTo>
                    <a:lnTo>
                      <a:pt x="31" y="135"/>
                    </a:lnTo>
                    <a:lnTo>
                      <a:pt x="34" y="137"/>
                    </a:lnTo>
                    <a:lnTo>
                      <a:pt x="38" y="139"/>
                    </a:lnTo>
                    <a:lnTo>
                      <a:pt x="44" y="140"/>
                    </a:lnTo>
                    <a:lnTo>
                      <a:pt x="48" y="141"/>
                    </a:lnTo>
                    <a:lnTo>
                      <a:pt x="44" y="138"/>
                    </a:lnTo>
                    <a:lnTo>
                      <a:pt x="40" y="132"/>
                    </a:lnTo>
                    <a:lnTo>
                      <a:pt x="38" y="127"/>
                    </a:lnTo>
                    <a:lnTo>
                      <a:pt x="36" y="124"/>
                    </a:lnTo>
                    <a:lnTo>
                      <a:pt x="34" y="119"/>
                    </a:lnTo>
                    <a:lnTo>
                      <a:pt x="36" y="114"/>
                    </a:lnTo>
                    <a:lnTo>
                      <a:pt x="37" y="108"/>
                    </a:lnTo>
                    <a:lnTo>
                      <a:pt x="38" y="103"/>
                    </a:lnTo>
                    <a:lnTo>
                      <a:pt x="38" y="96"/>
                    </a:lnTo>
                    <a:lnTo>
                      <a:pt x="36" y="89"/>
                    </a:lnTo>
                    <a:lnTo>
                      <a:pt x="31" y="82"/>
                    </a:lnTo>
                    <a:lnTo>
                      <a:pt x="29" y="78"/>
                    </a:lnTo>
                    <a:lnTo>
                      <a:pt x="28" y="73"/>
                    </a:lnTo>
                    <a:lnTo>
                      <a:pt x="28" y="66"/>
                    </a:lnTo>
                    <a:lnTo>
                      <a:pt x="28" y="59"/>
                    </a:lnTo>
                    <a:lnTo>
                      <a:pt x="29" y="54"/>
                    </a:lnTo>
                    <a:lnTo>
                      <a:pt x="23" y="51"/>
                    </a:lnTo>
                    <a:lnTo>
                      <a:pt x="18" y="48"/>
                    </a:lnTo>
                    <a:lnTo>
                      <a:pt x="15" y="43"/>
                    </a:lnTo>
                    <a:lnTo>
                      <a:pt x="13" y="40"/>
                    </a:lnTo>
                    <a:lnTo>
                      <a:pt x="11" y="34"/>
                    </a:lnTo>
                    <a:lnTo>
                      <a:pt x="10" y="25"/>
                    </a:lnTo>
                    <a:lnTo>
                      <a:pt x="10" y="14"/>
                    </a:lnTo>
                    <a:lnTo>
                      <a:pt x="10" y="6"/>
                    </a:lnTo>
                    <a:lnTo>
                      <a:pt x="9" y="4"/>
                    </a:lnTo>
                    <a:lnTo>
                      <a:pt x="6" y="3"/>
                    </a:lnTo>
                    <a:lnTo>
                      <a:pt x="3" y="1"/>
                    </a:lnTo>
                    <a:lnTo>
                      <a:pt x="1" y="0"/>
                    </a:lnTo>
                    <a:lnTo>
                      <a:pt x="0" y="8"/>
                    </a:lnTo>
                    <a:lnTo>
                      <a:pt x="0" y="17"/>
                    </a:lnTo>
                    <a:lnTo>
                      <a:pt x="1" y="27"/>
                    </a:lnTo>
                    <a:lnTo>
                      <a:pt x="2" y="36"/>
                    </a:lnTo>
                    <a:lnTo>
                      <a:pt x="5" y="52"/>
                    </a:lnTo>
                    <a:lnTo>
                      <a:pt x="10" y="71"/>
                    </a:lnTo>
                    <a:lnTo>
                      <a:pt x="16" y="91"/>
                    </a:lnTo>
                    <a:lnTo>
                      <a:pt x="20" y="10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2" name="Freeform 63">
                <a:extLst>
                  <a:ext uri="{FF2B5EF4-FFF2-40B4-BE49-F238E27FC236}">
                    <a16:creationId xmlns:a16="http://schemas.microsoft.com/office/drawing/2014/main" id="{5BAACBF4-87C0-49F0-B582-6E4B977C758D}"/>
                  </a:ext>
                </a:extLst>
              </p:cNvPr>
              <p:cNvSpPr>
                <a:spLocks/>
              </p:cNvSpPr>
              <p:nvPr/>
            </p:nvSpPr>
            <p:spPr bwMode="auto">
              <a:xfrm>
                <a:off x="4363" y="2513"/>
                <a:ext cx="29" cy="72"/>
              </a:xfrm>
              <a:custGeom>
                <a:avLst/>
                <a:gdLst>
                  <a:gd name="T0" fmla="*/ 26 w 54"/>
                  <a:gd name="T1" fmla="*/ 18 h 133"/>
                  <a:gd name="T2" fmla="*/ 26 w 54"/>
                  <a:gd name="T3" fmla="*/ 22 h 133"/>
                  <a:gd name="T4" fmla="*/ 25 w 54"/>
                  <a:gd name="T5" fmla="*/ 27 h 133"/>
                  <a:gd name="T6" fmla="*/ 24 w 54"/>
                  <a:gd name="T7" fmla="*/ 31 h 133"/>
                  <a:gd name="T8" fmla="*/ 24 w 54"/>
                  <a:gd name="T9" fmla="*/ 35 h 133"/>
                  <a:gd name="T10" fmla="*/ 24 w 54"/>
                  <a:gd name="T11" fmla="*/ 47 h 133"/>
                  <a:gd name="T12" fmla="*/ 21 w 54"/>
                  <a:gd name="T13" fmla="*/ 57 h 133"/>
                  <a:gd name="T14" fmla="*/ 17 w 54"/>
                  <a:gd name="T15" fmla="*/ 66 h 133"/>
                  <a:gd name="T16" fmla="*/ 11 w 54"/>
                  <a:gd name="T17" fmla="*/ 72 h 133"/>
                  <a:gd name="T18" fmla="*/ 8 w 54"/>
                  <a:gd name="T19" fmla="*/ 71 h 133"/>
                  <a:gd name="T20" fmla="*/ 5 w 54"/>
                  <a:gd name="T21" fmla="*/ 70 h 133"/>
                  <a:gd name="T22" fmla="*/ 2 w 54"/>
                  <a:gd name="T23" fmla="*/ 68 h 133"/>
                  <a:gd name="T24" fmla="*/ 0 w 54"/>
                  <a:gd name="T25" fmla="*/ 66 h 133"/>
                  <a:gd name="T26" fmla="*/ 2 w 54"/>
                  <a:gd name="T27" fmla="*/ 64 h 133"/>
                  <a:gd name="T28" fmla="*/ 4 w 54"/>
                  <a:gd name="T29" fmla="*/ 62 h 133"/>
                  <a:gd name="T30" fmla="*/ 8 w 54"/>
                  <a:gd name="T31" fmla="*/ 59 h 133"/>
                  <a:gd name="T32" fmla="*/ 10 w 54"/>
                  <a:gd name="T33" fmla="*/ 56 h 133"/>
                  <a:gd name="T34" fmla="*/ 13 w 54"/>
                  <a:gd name="T35" fmla="*/ 52 h 133"/>
                  <a:gd name="T36" fmla="*/ 16 w 54"/>
                  <a:gd name="T37" fmla="*/ 49 h 133"/>
                  <a:gd name="T38" fmla="*/ 18 w 54"/>
                  <a:gd name="T39" fmla="*/ 45 h 133"/>
                  <a:gd name="T40" fmla="*/ 18 w 54"/>
                  <a:gd name="T41" fmla="*/ 43 h 133"/>
                  <a:gd name="T42" fmla="*/ 17 w 54"/>
                  <a:gd name="T43" fmla="*/ 45 h 133"/>
                  <a:gd name="T44" fmla="*/ 16 w 54"/>
                  <a:gd name="T45" fmla="*/ 47 h 133"/>
                  <a:gd name="T46" fmla="*/ 13 w 54"/>
                  <a:gd name="T47" fmla="*/ 49 h 133"/>
                  <a:gd name="T48" fmla="*/ 12 w 54"/>
                  <a:gd name="T49" fmla="*/ 50 h 133"/>
                  <a:gd name="T50" fmla="*/ 13 w 54"/>
                  <a:gd name="T51" fmla="*/ 43 h 133"/>
                  <a:gd name="T52" fmla="*/ 13 w 54"/>
                  <a:gd name="T53" fmla="*/ 33 h 133"/>
                  <a:gd name="T54" fmla="*/ 13 w 54"/>
                  <a:gd name="T55" fmla="*/ 25 h 133"/>
                  <a:gd name="T56" fmla="*/ 13 w 54"/>
                  <a:gd name="T57" fmla="*/ 21 h 133"/>
                  <a:gd name="T58" fmla="*/ 18 w 54"/>
                  <a:gd name="T59" fmla="*/ 18 h 133"/>
                  <a:gd name="T60" fmla="*/ 21 w 54"/>
                  <a:gd name="T61" fmla="*/ 14 h 133"/>
                  <a:gd name="T62" fmla="*/ 24 w 54"/>
                  <a:gd name="T63" fmla="*/ 9 h 133"/>
                  <a:gd name="T64" fmla="*/ 25 w 54"/>
                  <a:gd name="T65" fmla="*/ 4 h 133"/>
                  <a:gd name="T66" fmla="*/ 26 w 54"/>
                  <a:gd name="T67" fmla="*/ 4 h 133"/>
                  <a:gd name="T68" fmla="*/ 27 w 54"/>
                  <a:gd name="T69" fmla="*/ 3 h 133"/>
                  <a:gd name="T70" fmla="*/ 28 w 54"/>
                  <a:gd name="T71" fmla="*/ 2 h 133"/>
                  <a:gd name="T72" fmla="*/ 29 w 54"/>
                  <a:gd name="T73" fmla="*/ 0 h 133"/>
                  <a:gd name="T74" fmla="*/ 29 w 54"/>
                  <a:gd name="T75" fmla="*/ 4 h 133"/>
                  <a:gd name="T76" fmla="*/ 28 w 54"/>
                  <a:gd name="T77" fmla="*/ 10 h 133"/>
                  <a:gd name="T78" fmla="*/ 27 w 54"/>
                  <a:gd name="T79" fmla="*/ 15 h 133"/>
                  <a:gd name="T80" fmla="*/ 26 w 54"/>
                  <a:gd name="T81" fmla="*/ 18 h 13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4" h="133">
                    <a:moveTo>
                      <a:pt x="49" y="33"/>
                    </a:moveTo>
                    <a:lnTo>
                      <a:pt x="48" y="41"/>
                    </a:lnTo>
                    <a:lnTo>
                      <a:pt x="47" y="50"/>
                    </a:lnTo>
                    <a:lnTo>
                      <a:pt x="45" y="58"/>
                    </a:lnTo>
                    <a:lnTo>
                      <a:pt x="44" y="64"/>
                    </a:lnTo>
                    <a:lnTo>
                      <a:pt x="44" y="86"/>
                    </a:lnTo>
                    <a:lnTo>
                      <a:pt x="39" y="105"/>
                    </a:lnTo>
                    <a:lnTo>
                      <a:pt x="31" y="121"/>
                    </a:lnTo>
                    <a:lnTo>
                      <a:pt x="21" y="133"/>
                    </a:lnTo>
                    <a:lnTo>
                      <a:pt x="15" y="132"/>
                    </a:lnTo>
                    <a:lnTo>
                      <a:pt x="9" y="129"/>
                    </a:lnTo>
                    <a:lnTo>
                      <a:pt x="4" y="126"/>
                    </a:lnTo>
                    <a:lnTo>
                      <a:pt x="0" y="121"/>
                    </a:lnTo>
                    <a:lnTo>
                      <a:pt x="3" y="118"/>
                    </a:lnTo>
                    <a:lnTo>
                      <a:pt x="8" y="114"/>
                    </a:lnTo>
                    <a:lnTo>
                      <a:pt x="14" y="109"/>
                    </a:lnTo>
                    <a:lnTo>
                      <a:pt x="19" y="103"/>
                    </a:lnTo>
                    <a:lnTo>
                      <a:pt x="25" y="96"/>
                    </a:lnTo>
                    <a:lnTo>
                      <a:pt x="30" y="90"/>
                    </a:lnTo>
                    <a:lnTo>
                      <a:pt x="33" y="84"/>
                    </a:lnTo>
                    <a:lnTo>
                      <a:pt x="34" y="80"/>
                    </a:lnTo>
                    <a:lnTo>
                      <a:pt x="31" y="83"/>
                    </a:lnTo>
                    <a:lnTo>
                      <a:pt x="29" y="87"/>
                    </a:lnTo>
                    <a:lnTo>
                      <a:pt x="25" y="90"/>
                    </a:lnTo>
                    <a:lnTo>
                      <a:pt x="22" y="92"/>
                    </a:lnTo>
                    <a:lnTo>
                      <a:pt x="24" y="79"/>
                    </a:lnTo>
                    <a:lnTo>
                      <a:pt x="25" y="61"/>
                    </a:lnTo>
                    <a:lnTo>
                      <a:pt x="25" y="47"/>
                    </a:lnTo>
                    <a:lnTo>
                      <a:pt x="24" y="38"/>
                    </a:lnTo>
                    <a:lnTo>
                      <a:pt x="33" y="34"/>
                    </a:lnTo>
                    <a:lnTo>
                      <a:pt x="40" y="26"/>
                    </a:lnTo>
                    <a:lnTo>
                      <a:pt x="44" y="16"/>
                    </a:lnTo>
                    <a:lnTo>
                      <a:pt x="46" y="8"/>
                    </a:lnTo>
                    <a:lnTo>
                      <a:pt x="48" y="7"/>
                    </a:lnTo>
                    <a:lnTo>
                      <a:pt x="51" y="5"/>
                    </a:lnTo>
                    <a:lnTo>
                      <a:pt x="52" y="3"/>
                    </a:lnTo>
                    <a:lnTo>
                      <a:pt x="54" y="0"/>
                    </a:lnTo>
                    <a:lnTo>
                      <a:pt x="54" y="8"/>
                    </a:lnTo>
                    <a:lnTo>
                      <a:pt x="53" y="18"/>
                    </a:lnTo>
                    <a:lnTo>
                      <a:pt x="51" y="27"/>
                    </a:lnTo>
                    <a:lnTo>
                      <a:pt x="49" y="3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3" name="Freeform 64">
                <a:extLst>
                  <a:ext uri="{FF2B5EF4-FFF2-40B4-BE49-F238E27FC236}">
                    <a16:creationId xmlns:a16="http://schemas.microsoft.com/office/drawing/2014/main" id="{B3C74A42-FAEF-4605-8894-C2FA06071550}"/>
                  </a:ext>
                </a:extLst>
              </p:cNvPr>
              <p:cNvSpPr>
                <a:spLocks/>
              </p:cNvSpPr>
              <p:nvPr/>
            </p:nvSpPr>
            <p:spPr bwMode="auto">
              <a:xfrm>
                <a:off x="3608" y="2823"/>
                <a:ext cx="261" cy="274"/>
              </a:xfrm>
              <a:custGeom>
                <a:avLst/>
                <a:gdLst>
                  <a:gd name="T0" fmla="*/ 259 w 478"/>
                  <a:gd name="T1" fmla="*/ 67 h 502"/>
                  <a:gd name="T2" fmla="*/ 246 w 478"/>
                  <a:gd name="T3" fmla="*/ 46 h 502"/>
                  <a:gd name="T4" fmla="*/ 232 w 478"/>
                  <a:gd name="T5" fmla="*/ 35 h 502"/>
                  <a:gd name="T6" fmla="*/ 222 w 478"/>
                  <a:gd name="T7" fmla="*/ 27 h 502"/>
                  <a:gd name="T8" fmla="*/ 206 w 478"/>
                  <a:gd name="T9" fmla="*/ 19 h 502"/>
                  <a:gd name="T10" fmla="*/ 191 w 478"/>
                  <a:gd name="T11" fmla="*/ 12 h 502"/>
                  <a:gd name="T12" fmla="*/ 170 w 478"/>
                  <a:gd name="T13" fmla="*/ 12 h 502"/>
                  <a:gd name="T14" fmla="*/ 158 w 478"/>
                  <a:gd name="T15" fmla="*/ 2 h 502"/>
                  <a:gd name="T16" fmla="*/ 152 w 478"/>
                  <a:gd name="T17" fmla="*/ 7 h 502"/>
                  <a:gd name="T18" fmla="*/ 145 w 478"/>
                  <a:gd name="T19" fmla="*/ 4 h 502"/>
                  <a:gd name="T20" fmla="*/ 130 w 478"/>
                  <a:gd name="T21" fmla="*/ 0 h 502"/>
                  <a:gd name="T22" fmla="*/ 116 w 478"/>
                  <a:gd name="T23" fmla="*/ 3 h 502"/>
                  <a:gd name="T24" fmla="*/ 100 w 478"/>
                  <a:gd name="T25" fmla="*/ 11 h 502"/>
                  <a:gd name="T26" fmla="*/ 85 w 478"/>
                  <a:gd name="T27" fmla="*/ 21 h 502"/>
                  <a:gd name="T28" fmla="*/ 69 w 478"/>
                  <a:gd name="T29" fmla="*/ 45 h 502"/>
                  <a:gd name="T30" fmla="*/ 75 w 478"/>
                  <a:gd name="T31" fmla="*/ 44 h 502"/>
                  <a:gd name="T32" fmla="*/ 86 w 478"/>
                  <a:gd name="T33" fmla="*/ 36 h 502"/>
                  <a:gd name="T34" fmla="*/ 83 w 478"/>
                  <a:gd name="T35" fmla="*/ 42 h 502"/>
                  <a:gd name="T36" fmla="*/ 69 w 478"/>
                  <a:gd name="T37" fmla="*/ 50 h 502"/>
                  <a:gd name="T38" fmla="*/ 56 w 478"/>
                  <a:gd name="T39" fmla="*/ 58 h 502"/>
                  <a:gd name="T40" fmla="*/ 46 w 478"/>
                  <a:gd name="T41" fmla="*/ 72 h 502"/>
                  <a:gd name="T42" fmla="*/ 34 w 478"/>
                  <a:gd name="T43" fmla="*/ 89 h 502"/>
                  <a:gd name="T44" fmla="*/ 29 w 478"/>
                  <a:gd name="T45" fmla="*/ 104 h 502"/>
                  <a:gd name="T46" fmla="*/ 32 w 478"/>
                  <a:gd name="T47" fmla="*/ 117 h 502"/>
                  <a:gd name="T48" fmla="*/ 14 w 478"/>
                  <a:gd name="T49" fmla="*/ 135 h 502"/>
                  <a:gd name="T50" fmla="*/ 5 w 478"/>
                  <a:gd name="T51" fmla="*/ 162 h 502"/>
                  <a:gd name="T52" fmla="*/ 5 w 478"/>
                  <a:gd name="T53" fmla="*/ 179 h 502"/>
                  <a:gd name="T54" fmla="*/ 0 w 478"/>
                  <a:gd name="T55" fmla="*/ 210 h 502"/>
                  <a:gd name="T56" fmla="*/ 3 w 478"/>
                  <a:gd name="T57" fmla="*/ 226 h 502"/>
                  <a:gd name="T58" fmla="*/ 13 w 478"/>
                  <a:gd name="T59" fmla="*/ 246 h 502"/>
                  <a:gd name="T60" fmla="*/ 32 w 478"/>
                  <a:gd name="T61" fmla="*/ 265 h 502"/>
                  <a:gd name="T62" fmla="*/ 66 w 478"/>
                  <a:gd name="T63" fmla="*/ 270 h 502"/>
                  <a:gd name="T64" fmla="*/ 97 w 478"/>
                  <a:gd name="T65" fmla="*/ 274 h 502"/>
                  <a:gd name="T66" fmla="*/ 129 w 478"/>
                  <a:gd name="T67" fmla="*/ 270 h 502"/>
                  <a:gd name="T68" fmla="*/ 151 w 478"/>
                  <a:gd name="T69" fmla="*/ 259 h 502"/>
                  <a:gd name="T70" fmla="*/ 162 w 478"/>
                  <a:gd name="T71" fmla="*/ 239 h 502"/>
                  <a:gd name="T72" fmla="*/ 175 w 478"/>
                  <a:gd name="T73" fmla="*/ 229 h 502"/>
                  <a:gd name="T74" fmla="*/ 185 w 478"/>
                  <a:gd name="T75" fmla="*/ 215 h 502"/>
                  <a:gd name="T76" fmla="*/ 188 w 478"/>
                  <a:gd name="T77" fmla="*/ 207 h 502"/>
                  <a:gd name="T78" fmla="*/ 197 w 478"/>
                  <a:gd name="T79" fmla="*/ 206 h 502"/>
                  <a:gd name="T80" fmla="*/ 192 w 478"/>
                  <a:gd name="T81" fmla="*/ 204 h 502"/>
                  <a:gd name="T82" fmla="*/ 201 w 478"/>
                  <a:gd name="T83" fmla="*/ 195 h 502"/>
                  <a:gd name="T84" fmla="*/ 205 w 478"/>
                  <a:gd name="T85" fmla="*/ 164 h 502"/>
                  <a:gd name="T86" fmla="*/ 200 w 478"/>
                  <a:gd name="T87" fmla="*/ 143 h 502"/>
                  <a:gd name="T88" fmla="*/ 213 w 478"/>
                  <a:gd name="T89" fmla="*/ 123 h 502"/>
                  <a:gd name="T90" fmla="*/ 218 w 478"/>
                  <a:gd name="T91" fmla="*/ 112 h 502"/>
                  <a:gd name="T92" fmla="*/ 218 w 478"/>
                  <a:gd name="T93" fmla="*/ 104 h 502"/>
                  <a:gd name="T94" fmla="*/ 218 w 478"/>
                  <a:gd name="T95" fmla="*/ 100 h 502"/>
                  <a:gd name="T96" fmla="*/ 221 w 478"/>
                  <a:gd name="T97" fmla="*/ 90 h 502"/>
                  <a:gd name="T98" fmla="*/ 229 w 478"/>
                  <a:gd name="T99" fmla="*/ 79 h 502"/>
                  <a:gd name="T100" fmla="*/ 234 w 478"/>
                  <a:gd name="T101" fmla="*/ 82 h 502"/>
                  <a:gd name="T102" fmla="*/ 251 w 478"/>
                  <a:gd name="T103" fmla="*/ 82 h 5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78" h="502">
                    <a:moveTo>
                      <a:pt x="478" y="144"/>
                    </a:moveTo>
                    <a:lnTo>
                      <a:pt x="476" y="138"/>
                    </a:lnTo>
                    <a:lnTo>
                      <a:pt x="475" y="131"/>
                    </a:lnTo>
                    <a:lnTo>
                      <a:pt x="474" y="123"/>
                    </a:lnTo>
                    <a:lnTo>
                      <a:pt x="472" y="114"/>
                    </a:lnTo>
                    <a:lnTo>
                      <a:pt x="466" y="102"/>
                    </a:lnTo>
                    <a:lnTo>
                      <a:pt x="459" y="91"/>
                    </a:lnTo>
                    <a:lnTo>
                      <a:pt x="450" y="84"/>
                    </a:lnTo>
                    <a:lnTo>
                      <a:pt x="442" y="80"/>
                    </a:lnTo>
                    <a:lnTo>
                      <a:pt x="436" y="76"/>
                    </a:lnTo>
                    <a:lnTo>
                      <a:pt x="430" y="72"/>
                    </a:lnTo>
                    <a:lnTo>
                      <a:pt x="425" y="65"/>
                    </a:lnTo>
                    <a:lnTo>
                      <a:pt x="421" y="60"/>
                    </a:lnTo>
                    <a:lnTo>
                      <a:pt x="418" y="55"/>
                    </a:lnTo>
                    <a:lnTo>
                      <a:pt x="413" y="51"/>
                    </a:lnTo>
                    <a:lnTo>
                      <a:pt x="407" y="49"/>
                    </a:lnTo>
                    <a:lnTo>
                      <a:pt x="402" y="46"/>
                    </a:lnTo>
                    <a:lnTo>
                      <a:pt x="395" y="44"/>
                    </a:lnTo>
                    <a:lnTo>
                      <a:pt x="387" y="39"/>
                    </a:lnTo>
                    <a:lnTo>
                      <a:pt x="377" y="34"/>
                    </a:lnTo>
                    <a:lnTo>
                      <a:pt x="369" y="28"/>
                    </a:lnTo>
                    <a:lnTo>
                      <a:pt x="365" y="25"/>
                    </a:lnTo>
                    <a:lnTo>
                      <a:pt x="357" y="23"/>
                    </a:lnTo>
                    <a:lnTo>
                      <a:pt x="349" y="22"/>
                    </a:lnTo>
                    <a:lnTo>
                      <a:pt x="339" y="22"/>
                    </a:lnTo>
                    <a:lnTo>
                      <a:pt x="329" y="22"/>
                    </a:lnTo>
                    <a:lnTo>
                      <a:pt x="320" y="22"/>
                    </a:lnTo>
                    <a:lnTo>
                      <a:pt x="312" y="22"/>
                    </a:lnTo>
                    <a:lnTo>
                      <a:pt x="306" y="22"/>
                    </a:lnTo>
                    <a:lnTo>
                      <a:pt x="303" y="14"/>
                    </a:lnTo>
                    <a:lnTo>
                      <a:pt x="297" y="8"/>
                    </a:lnTo>
                    <a:lnTo>
                      <a:pt x="289" y="4"/>
                    </a:lnTo>
                    <a:lnTo>
                      <a:pt x="282" y="1"/>
                    </a:lnTo>
                    <a:lnTo>
                      <a:pt x="282" y="4"/>
                    </a:lnTo>
                    <a:lnTo>
                      <a:pt x="281" y="8"/>
                    </a:lnTo>
                    <a:lnTo>
                      <a:pt x="279" y="12"/>
                    </a:lnTo>
                    <a:lnTo>
                      <a:pt x="277" y="15"/>
                    </a:lnTo>
                    <a:lnTo>
                      <a:pt x="275" y="13"/>
                    </a:lnTo>
                    <a:lnTo>
                      <a:pt x="270" y="11"/>
                    </a:lnTo>
                    <a:lnTo>
                      <a:pt x="266" y="8"/>
                    </a:lnTo>
                    <a:lnTo>
                      <a:pt x="260" y="6"/>
                    </a:lnTo>
                    <a:lnTo>
                      <a:pt x="253" y="4"/>
                    </a:lnTo>
                    <a:lnTo>
                      <a:pt x="246" y="1"/>
                    </a:lnTo>
                    <a:lnTo>
                      <a:pt x="238" y="0"/>
                    </a:lnTo>
                    <a:lnTo>
                      <a:pt x="231" y="0"/>
                    </a:lnTo>
                    <a:lnTo>
                      <a:pt x="228" y="1"/>
                    </a:lnTo>
                    <a:lnTo>
                      <a:pt x="221" y="4"/>
                    </a:lnTo>
                    <a:lnTo>
                      <a:pt x="213" y="6"/>
                    </a:lnTo>
                    <a:lnTo>
                      <a:pt x="205" y="9"/>
                    </a:lnTo>
                    <a:lnTo>
                      <a:pt x="197" y="14"/>
                    </a:lnTo>
                    <a:lnTo>
                      <a:pt x="190" y="17"/>
                    </a:lnTo>
                    <a:lnTo>
                      <a:pt x="184" y="21"/>
                    </a:lnTo>
                    <a:lnTo>
                      <a:pt x="180" y="23"/>
                    </a:lnTo>
                    <a:lnTo>
                      <a:pt x="175" y="28"/>
                    </a:lnTo>
                    <a:lnTo>
                      <a:pt x="165" y="34"/>
                    </a:lnTo>
                    <a:lnTo>
                      <a:pt x="156" y="39"/>
                    </a:lnTo>
                    <a:lnTo>
                      <a:pt x="147" y="44"/>
                    </a:lnTo>
                    <a:lnTo>
                      <a:pt x="139" y="52"/>
                    </a:lnTo>
                    <a:lnTo>
                      <a:pt x="133" y="66"/>
                    </a:lnTo>
                    <a:lnTo>
                      <a:pt x="127" y="82"/>
                    </a:lnTo>
                    <a:lnTo>
                      <a:pt x="123" y="92"/>
                    </a:lnTo>
                    <a:lnTo>
                      <a:pt x="126" y="90"/>
                    </a:lnTo>
                    <a:lnTo>
                      <a:pt x="131" y="85"/>
                    </a:lnTo>
                    <a:lnTo>
                      <a:pt x="137" y="81"/>
                    </a:lnTo>
                    <a:lnTo>
                      <a:pt x="142" y="75"/>
                    </a:lnTo>
                    <a:lnTo>
                      <a:pt x="148" y="70"/>
                    </a:lnTo>
                    <a:lnTo>
                      <a:pt x="154" y="67"/>
                    </a:lnTo>
                    <a:lnTo>
                      <a:pt x="157" y="66"/>
                    </a:lnTo>
                    <a:lnTo>
                      <a:pt x="161" y="67"/>
                    </a:lnTo>
                    <a:lnTo>
                      <a:pt x="161" y="70"/>
                    </a:lnTo>
                    <a:lnTo>
                      <a:pt x="157" y="74"/>
                    </a:lnTo>
                    <a:lnTo>
                      <a:pt x="152" y="77"/>
                    </a:lnTo>
                    <a:lnTo>
                      <a:pt x="146" y="82"/>
                    </a:lnTo>
                    <a:lnTo>
                      <a:pt x="138" y="85"/>
                    </a:lnTo>
                    <a:lnTo>
                      <a:pt x="131" y="89"/>
                    </a:lnTo>
                    <a:lnTo>
                      <a:pt x="126" y="91"/>
                    </a:lnTo>
                    <a:lnTo>
                      <a:pt x="123" y="92"/>
                    </a:lnTo>
                    <a:lnTo>
                      <a:pt x="118" y="95"/>
                    </a:lnTo>
                    <a:lnTo>
                      <a:pt x="110" y="100"/>
                    </a:lnTo>
                    <a:lnTo>
                      <a:pt x="103" y="107"/>
                    </a:lnTo>
                    <a:lnTo>
                      <a:pt x="97" y="113"/>
                    </a:lnTo>
                    <a:lnTo>
                      <a:pt x="94" y="118"/>
                    </a:lnTo>
                    <a:lnTo>
                      <a:pt x="89" y="123"/>
                    </a:lnTo>
                    <a:lnTo>
                      <a:pt x="84" y="131"/>
                    </a:lnTo>
                    <a:lnTo>
                      <a:pt x="78" y="141"/>
                    </a:lnTo>
                    <a:lnTo>
                      <a:pt x="71" y="150"/>
                    </a:lnTo>
                    <a:lnTo>
                      <a:pt x="66" y="157"/>
                    </a:lnTo>
                    <a:lnTo>
                      <a:pt x="62" y="163"/>
                    </a:lnTo>
                    <a:lnTo>
                      <a:pt x="59" y="166"/>
                    </a:lnTo>
                    <a:lnTo>
                      <a:pt x="56" y="172"/>
                    </a:lnTo>
                    <a:lnTo>
                      <a:pt x="54" y="180"/>
                    </a:lnTo>
                    <a:lnTo>
                      <a:pt x="53" y="190"/>
                    </a:lnTo>
                    <a:lnTo>
                      <a:pt x="51" y="199"/>
                    </a:lnTo>
                    <a:lnTo>
                      <a:pt x="63" y="199"/>
                    </a:lnTo>
                    <a:lnTo>
                      <a:pt x="64" y="206"/>
                    </a:lnTo>
                    <a:lnTo>
                      <a:pt x="58" y="214"/>
                    </a:lnTo>
                    <a:lnTo>
                      <a:pt x="46" y="219"/>
                    </a:lnTo>
                    <a:lnTo>
                      <a:pt x="40" y="227"/>
                    </a:lnTo>
                    <a:lnTo>
                      <a:pt x="33" y="236"/>
                    </a:lnTo>
                    <a:lnTo>
                      <a:pt x="26" y="247"/>
                    </a:lnTo>
                    <a:lnTo>
                      <a:pt x="21" y="258"/>
                    </a:lnTo>
                    <a:lnTo>
                      <a:pt x="18" y="271"/>
                    </a:lnTo>
                    <a:lnTo>
                      <a:pt x="13" y="285"/>
                    </a:lnTo>
                    <a:lnTo>
                      <a:pt x="9" y="296"/>
                    </a:lnTo>
                    <a:lnTo>
                      <a:pt x="5" y="304"/>
                    </a:lnTo>
                    <a:lnTo>
                      <a:pt x="5" y="310"/>
                    </a:lnTo>
                    <a:lnTo>
                      <a:pt x="6" y="319"/>
                    </a:lnTo>
                    <a:lnTo>
                      <a:pt x="9" y="328"/>
                    </a:lnTo>
                    <a:lnTo>
                      <a:pt x="10" y="338"/>
                    </a:lnTo>
                    <a:lnTo>
                      <a:pt x="2" y="354"/>
                    </a:lnTo>
                    <a:lnTo>
                      <a:pt x="0" y="370"/>
                    </a:lnTo>
                    <a:lnTo>
                      <a:pt x="0" y="385"/>
                    </a:lnTo>
                    <a:lnTo>
                      <a:pt x="2" y="394"/>
                    </a:lnTo>
                    <a:lnTo>
                      <a:pt x="4" y="401"/>
                    </a:lnTo>
                    <a:lnTo>
                      <a:pt x="5" y="408"/>
                    </a:lnTo>
                    <a:lnTo>
                      <a:pt x="6" y="414"/>
                    </a:lnTo>
                    <a:lnTo>
                      <a:pt x="5" y="419"/>
                    </a:lnTo>
                    <a:lnTo>
                      <a:pt x="8" y="426"/>
                    </a:lnTo>
                    <a:lnTo>
                      <a:pt x="15" y="439"/>
                    </a:lnTo>
                    <a:lnTo>
                      <a:pt x="23" y="451"/>
                    </a:lnTo>
                    <a:lnTo>
                      <a:pt x="30" y="459"/>
                    </a:lnTo>
                    <a:lnTo>
                      <a:pt x="38" y="469"/>
                    </a:lnTo>
                    <a:lnTo>
                      <a:pt x="48" y="478"/>
                    </a:lnTo>
                    <a:lnTo>
                      <a:pt x="59" y="485"/>
                    </a:lnTo>
                    <a:lnTo>
                      <a:pt x="72" y="491"/>
                    </a:lnTo>
                    <a:lnTo>
                      <a:pt x="87" y="494"/>
                    </a:lnTo>
                    <a:lnTo>
                      <a:pt x="103" y="497"/>
                    </a:lnTo>
                    <a:lnTo>
                      <a:pt x="121" y="495"/>
                    </a:lnTo>
                    <a:lnTo>
                      <a:pt x="139" y="493"/>
                    </a:lnTo>
                    <a:lnTo>
                      <a:pt x="150" y="499"/>
                    </a:lnTo>
                    <a:lnTo>
                      <a:pt x="164" y="501"/>
                    </a:lnTo>
                    <a:lnTo>
                      <a:pt x="177" y="502"/>
                    </a:lnTo>
                    <a:lnTo>
                      <a:pt x="192" y="502"/>
                    </a:lnTo>
                    <a:lnTo>
                      <a:pt x="206" y="501"/>
                    </a:lnTo>
                    <a:lnTo>
                      <a:pt x="221" y="498"/>
                    </a:lnTo>
                    <a:lnTo>
                      <a:pt x="236" y="494"/>
                    </a:lnTo>
                    <a:lnTo>
                      <a:pt x="251" y="491"/>
                    </a:lnTo>
                    <a:lnTo>
                      <a:pt x="259" y="487"/>
                    </a:lnTo>
                    <a:lnTo>
                      <a:pt x="268" y="482"/>
                    </a:lnTo>
                    <a:lnTo>
                      <a:pt x="276" y="474"/>
                    </a:lnTo>
                    <a:lnTo>
                      <a:pt x="284" y="463"/>
                    </a:lnTo>
                    <a:lnTo>
                      <a:pt x="289" y="454"/>
                    </a:lnTo>
                    <a:lnTo>
                      <a:pt x="293" y="445"/>
                    </a:lnTo>
                    <a:lnTo>
                      <a:pt x="297" y="437"/>
                    </a:lnTo>
                    <a:lnTo>
                      <a:pt x="298" y="427"/>
                    </a:lnTo>
                    <a:lnTo>
                      <a:pt x="306" y="427"/>
                    </a:lnTo>
                    <a:lnTo>
                      <a:pt x="314" y="424"/>
                    </a:lnTo>
                    <a:lnTo>
                      <a:pt x="320" y="419"/>
                    </a:lnTo>
                    <a:lnTo>
                      <a:pt x="323" y="414"/>
                    </a:lnTo>
                    <a:lnTo>
                      <a:pt x="334" y="410"/>
                    </a:lnTo>
                    <a:lnTo>
                      <a:pt x="338" y="402"/>
                    </a:lnTo>
                    <a:lnTo>
                      <a:pt x="339" y="394"/>
                    </a:lnTo>
                    <a:lnTo>
                      <a:pt x="339" y="387"/>
                    </a:lnTo>
                    <a:lnTo>
                      <a:pt x="341" y="385"/>
                    </a:lnTo>
                    <a:lnTo>
                      <a:pt x="343" y="383"/>
                    </a:lnTo>
                    <a:lnTo>
                      <a:pt x="345" y="380"/>
                    </a:lnTo>
                    <a:lnTo>
                      <a:pt x="349" y="379"/>
                    </a:lnTo>
                    <a:lnTo>
                      <a:pt x="353" y="378"/>
                    </a:lnTo>
                    <a:lnTo>
                      <a:pt x="358" y="377"/>
                    </a:lnTo>
                    <a:lnTo>
                      <a:pt x="361" y="377"/>
                    </a:lnTo>
                    <a:lnTo>
                      <a:pt x="366" y="378"/>
                    </a:lnTo>
                    <a:lnTo>
                      <a:pt x="362" y="377"/>
                    </a:lnTo>
                    <a:lnTo>
                      <a:pt x="358" y="374"/>
                    </a:lnTo>
                    <a:lnTo>
                      <a:pt x="352" y="374"/>
                    </a:lnTo>
                    <a:lnTo>
                      <a:pt x="349" y="374"/>
                    </a:lnTo>
                    <a:lnTo>
                      <a:pt x="353" y="369"/>
                    </a:lnTo>
                    <a:lnTo>
                      <a:pt x="360" y="364"/>
                    </a:lnTo>
                    <a:lnTo>
                      <a:pt x="368" y="358"/>
                    </a:lnTo>
                    <a:lnTo>
                      <a:pt x="375" y="354"/>
                    </a:lnTo>
                    <a:lnTo>
                      <a:pt x="374" y="350"/>
                    </a:lnTo>
                    <a:lnTo>
                      <a:pt x="379" y="325"/>
                    </a:lnTo>
                    <a:lnTo>
                      <a:pt x="375" y="301"/>
                    </a:lnTo>
                    <a:lnTo>
                      <a:pt x="368" y="282"/>
                    </a:lnTo>
                    <a:lnTo>
                      <a:pt x="364" y="272"/>
                    </a:lnTo>
                    <a:lnTo>
                      <a:pt x="365" y="267"/>
                    </a:lnTo>
                    <a:lnTo>
                      <a:pt x="367" y="262"/>
                    </a:lnTo>
                    <a:lnTo>
                      <a:pt x="372" y="254"/>
                    </a:lnTo>
                    <a:lnTo>
                      <a:pt x="379" y="243"/>
                    </a:lnTo>
                    <a:lnTo>
                      <a:pt x="385" y="234"/>
                    </a:lnTo>
                    <a:lnTo>
                      <a:pt x="391" y="225"/>
                    </a:lnTo>
                    <a:lnTo>
                      <a:pt x="397" y="218"/>
                    </a:lnTo>
                    <a:lnTo>
                      <a:pt x="402" y="212"/>
                    </a:lnTo>
                    <a:lnTo>
                      <a:pt x="400" y="209"/>
                    </a:lnTo>
                    <a:lnTo>
                      <a:pt x="399" y="205"/>
                    </a:lnTo>
                    <a:lnTo>
                      <a:pt x="399" y="202"/>
                    </a:lnTo>
                    <a:lnTo>
                      <a:pt x="399" y="198"/>
                    </a:lnTo>
                    <a:lnTo>
                      <a:pt x="400" y="195"/>
                    </a:lnTo>
                    <a:lnTo>
                      <a:pt x="400" y="191"/>
                    </a:lnTo>
                    <a:lnTo>
                      <a:pt x="402" y="190"/>
                    </a:lnTo>
                    <a:lnTo>
                      <a:pt x="402" y="188"/>
                    </a:lnTo>
                    <a:lnTo>
                      <a:pt x="399" y="186"/>
                    </a:lnTo>
                    <a:lnTo>
                      <a:pt x="399" y="184"/>
                    </a:lnTo>
                    <a:lnTo>
                      <a:pt x="399" y="183"/>
                    </a:lnTo>
                    <a:lnTo>
                      <a:pt x="400" y="180"/>
                    </a:lnTo>
                    <a:lnTo>
                      <a:pt x="402" y="173"/>
                    </a:lnTo>
                    <a:lnTo>
                      <a:pt x="405" y="165"/>
                    </a:lnTo>
                    <a:lnTo>
                      <a:pt x="410" y="156"/>
                    </a:lnTo>
                    <a:lnTo>
                      <a:pt x="413" y="150"/>
                    </a:lnTo>
                    <a:lnTo>
                      <a:pt x="415" y="146"/>
                    </a:lnTo>
                    <a:lnTo>
                      <a:pt x="419" y="144"/>
                    </a:lnTo>
                    <a:lnTo>
                      <a:pt x="421" y="144"/>
                    </a:lnTo>
                    <a:lnTo>
                      <a:pt x="422" y="146"/>
                    </a:lnTo>
                    <a:lnTo>
                      <a:pt x="425" y="149"/>
                    </a:lnTo>
                    <a:lnTo>
                      <a:pt x="428" y="150"/>
                    </a:lnTo>
                    <a:lnTo>
                      <a:pt x="435" y="152"/>
                    </a:lnTo>
                    <a:lnTo>
                      <a:pt x="442" y="152"/>
                    </a:lnTo>
                    <a:lnTo>
                      <a:pt x="450" y="152"/>
                    </a:lnTo>
                    <a:lnTo>
                      <a:pt x="459" y="151"/>
                    </a:lnTo>
                    <a:lnTo>
                      <a:pt x="468" y="149"/>
                    </a:lnTo>
                    <a:lnTo>
                      <a:pt x="478"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4" name="Freeform 65">
                <a:extLst>
                  <a:ext uri="{FF2B5EF4-FFF2-40B4-BE49-F238E27FC236}">
                    <a16:creationId xmlns:a16="http://schemas.microsoft.com/office/drawing/2014/main" id="{5886C8B5-E345-437B-9F82-4CF5B4A6468E}"/>
                  </a:ext>
                </a:extLst>
              </p:cNvPr>
              <p:cNvSpPr>
                <a:spLocks/>
              </p:cNvSpPr>
              <p:nvPr/>
            </p:nvSpPr>
            <p:spPr bwMode="auto">
              <a:xfrm>
                <a:off x="3572" y="3073"/>
                <a:ext cx="302" cy="410"/>
              </a:xfrm>
              <a:custGeom>
                <a:avLst/>
                <a:gdLst>
                  <a:gd name="T0" fmla="*/ 252 w 552"/>
                  <a:gd name="T1" fmla="*/ 277 h 749"/>
                  <a:gd name="T2" fmla="*/ 247 w 552"/>
                  <a:gd name="T3" fmla="*/ 276 h 749"/>
                  <a:gd name="T4" fmla="*/ 240 w 552"/>
                  <a:gd name="T5" fmla="*/ 284 h 749"/>
                  <a:gd name="T6" fmla="*/ 233 w 552"/>
                  <a:gd name="T7" fmla="*/ 273 h 749"/>
                  <a:gd name="T8" fmla="*/ 225 w 552"/>
                  <a:gd name="T9" fmla="*/ 264 h 749"/>
                  <a:gd name="T10" fmla="*/ 210 w 552"/>
                  <a:gd name="T11" fmla="*/ 254 h 749"/>
                  <a:gd name="T12" fmla="*/ 196 w 552"/>
                  <a:gd name="T13" fmla="*/ 246 h 749"/>
                  <a:gd name="T14" fmla="*/ 188 w 552"/>
                  <a:gd name="T15" fmla="*/ 217 h 749"/>
                  <a:gd name="T16" fmla="*/ 180 w 552"/>
                  <a:gd name="T17" fmla="*/ 175 h 749"/>
                  <a:gd name="T18" fmla="*/ 176 w 552"/>
                  <a:gd name="T19" fmla="*/ 137 h 749"/>
                  <a:gd name="T20" fmla="*/ 178 w 552"/>
                  <a:gd name="T21" fmla="*/ 100 h 749"/>
                  <a:gd name="T22" fmla="*/ 172 w 552"/>
                  <a:gd name="T23" fmla="*/ 90 h 749"/>
                  <a:gd name="T24" fmla="*/ 169 w 552"/>
                  <a:gd name="T25" fmla="*/ 74 h 749"/>
                  <a:gd name="T26" fmla="*/ 166 w 552"/>
                  <a:gd name="T27" fmla="*/ 48 h 749"/>
                  <a:gd name="T28" fmla="*/ 173 w 552"/>
                  <a:gd name="T29" fmla="*/ 18 h 749"/>
                  <a:gd name="T30" fmla="*/ 149 w 552"/>
                  <a:gd name="T31" fmla="*/ 23 h 749"/>
                  <a:gd name="T32" fmla="*/ 126 w 552"/>
                  <a:gd name="T33" fmla="*/ 23 h 749"/>
                  <a:gd name="T34" fmla="*/ 102 w 552"/>
                  <a:gd name="T35" fmla="*/ 20 h 749"/>
                  <a:gd name="T36" fmla="*/ 76 w 552"/>
                  <a:gd name="T37" fmla="*/ 18 h 749"/>
                  <a:gd name="T38" fmla="*/ 57 w 552"/>
                  <a:gd name="T39" fmla="*/ 5 h 749"/>
                  <a:gd name="T40" fmla="*/ 46 w 552"/>
                  <a:gd name="T41" fmla="*/ 11 h 749"/>
                  <a:gd name="T42" fmla="*/ 38 w 552"/>
                  <a:gd name="T43" fmla="*/ 26 h 749"/>
                  <a:gd name="T44" fmla="*/ 33 w 552"/>
                  <a:gd name="T45" fmla="*/ 36 h 749"/>
                  <a:gd name="T46" fmla="*/ 24 w 552"/>
                  <a:gd name="T47" fmla="*/ 55 h 749"/>
                  <a:gd name="T48" fmla="*/ 18 w 552"/>
                  <a:gd name="T49" fmla="*/ 73 h 749"/>
                  <a:gd name="T50" fmla="*/ 10 w 552"/>
                  <a:gd name="T51" fmla="*/ 92 h 749"/>
                  <a:gd name="T52" fmla="*/ 7 w 552"/>
                  <a:gd name="T53" fmla="*/ 109 h 749"/>
                  <a:gd name="T54" fmla="*/ 3 w 552"/>
                  <a:gd name="T55" fmla="*/ 134 h 749"/>
                  <a:gd name="T56" fmla="*/ 3 w 552"/>
                  <a:gd name="T57" fmla="*/ 164 h 749"/>
                  <a:gd name="T58" fmla="*/ 0 w 552"/>
                  <a:gd name="T59" fmla="*/ 203 h 749"/>
                  <a:gd name="T60" fmla="*/ 3 w 552"/>
                  <a:gd name="T61" fmla="*/ 268 h 749"/>
                  <a:gd name="T62" fmla="*/ 13 w 552"/>
                  <a:gd name="T63" fmla="*/ 334 h 749"/>
                  <a:gd name="T64" fmla="*/ 16 w 552"/>
                  <a:gd name="T65" fmla="*/ 364 h 749"/>
                  <a:gd name="T66" fmla="*/ 20 w 552"/>
                  <a:gd name="T67" fmla="*/ 378 h 749"/>
                  <a:gd name="T68" fmla="*/ 27 w 552"/>
                  <a:gd name="T69" fmla="*/ 390 h 749"/>
                  <a:gd name="T70" fmla="*/ 28 w 552"/>
                  <a:gd name="T71" fmla="*/ 403 h 749"/>
                  <a:gd name="T72" fmla="*/ 53 w 552"/>
                  <a:gd name="T73" fmla="*/ 409 h 749"/>
                  <a:gd name="T74" fmla="*/ 106 w 552"/>
                  <a:gd name="T75" fmla="*/ 410 h 749"/>
                  <a:gd name="T76" fmla="*/ 170 w 552"/>
                  <a:gd name="T77" fmla="*/ 410 h 749"/>
                  <a:gd name="T78" fmla="*/ 233 w 552"/>
                  <a:gd name="T79" fmla="*/ 410 h 749"/>
                  <a:gd name="T80" fmla="*/ 282 w 552"/>
                  <a:gd name="T81" fmla="*/ 409 h 749"/>
                  <a:gd name="T82" fmla="*/ 302 w 552"/>
                  <a:gd name="T83" fmla="*/ 407 h 749"/>
                  <a:gd name="T84" fmla="*/ 295 w 552"/>
                  <a:gd name="T85" fmla="*/ 399 h 749"/>
                  <a:gd name="T86" fmla="*/ 294 w 552"/>
                  <a:gd name="T87" fmla="*/ 388 h 749"/>
                  <a:gd name="T88" fmla="*/ 288 w 552"/>
                  <a:gd name="T89" fmla="*/ 376 h 749"/>
                  <a:gd name="T90" fmla="*/ 278 w 552"/>
                  <a:gd name="T91" fmla="*/ 357 h 749"/>
                  <a:gd name="T92" fmla="*/ 270 w 552"/>
                  <a:gd name="T93" fmla="*/ 343 h 749"/>
                  <a:gd name="T94" fmla="*/ 262 w 552"/>
                  <a:gd name="T95" fmla="*/ 334 h 749"/>
                  <a:gd name="T96" fmla="*/ 250 w 552"/>
                  <a:gd name="T97" fmla="*/ 320 h 749"/>
                  <a:gd name="T98" fmla="*/ 245 w 552"/>
                  <a:gd name="T99" fmla="*/ 299 h 749"/>
                  <a:gd name="T100" fmla="*/ 253 w 552"/>
                  <a:gd name="T101" fmla="*/ 279 h 74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52" h="749">
                    <a:moveTo>
                      <a:pt x="463" y="510"/>
                    </a:moveTo>
                    <a:lnTo>
                      <a:pt x="461" y="508"/>
                    </a:lnTo>
                    <a:lnTo>
                      <a:pt x="460" y="506"/>
                    </a:lnTo>
                    <a:lnTo>
                      <a:pt x="457" y="504"/>
                    </a:lnTo>
                    <a:lnTo>
                      <a:pt x="455" y="503"/>
                    </a:lnTo>
                    <a:lnTo>
                      <a:pt x="451" y="505"/>
                    </a:lnTo>
                    <a:lnTo>
                      <a:pt x="447" y="510"/>
                    </a:lnTo>
                    <a:lnTo>
                      <a:pt x="442" y="514"/>
                    </a:lnTo>
                    <a:lnTo>
                      <a:pt x="438" y="518"/>
                    </a:lnTo>
                    <a:lnTo>
                      <a:pt x="434" y="513"/>
                    </a:lnTo>
                    <a:lnTo>
                      <a:pt x="430" y="506"/>
                    </a:lnTo>
                    <a:lnTo>
                      <a:pt x="425" y="499"/>
                    </a:lnTo>
                    <a:lnTo>
                      <a:pt x="422" y="493"/>
                    </a:lnTo>
                    <a:lnTo>
                      <a:pt x="418" y="488"/>
                    </a:lnTo>
                    <a:lnTo>
                      <a:pt x="411" y="483"/>
                    </a:lnTo>
                    <a:lnTo>
                      <a:pt x="403" y="476"/>
                    </a:lnTo>
                    <a:lnTo>
                      <a:pt x="394" y="471"/>
                    </a:lnTo>
                    <a:lnTo>
                      <a:pt x="383" y="464"/>
                    </a:lnTo>
                    <a:lnTo>
                      <a:pt x="373" y="458"/>
                    </a:lnTo>
                    <a:lnTo>
                      <a:pt x="365" y="453"/>
                    </a:lnTo>
                    <a:lnTo>
                      <a:pt x="358" y="450"/>
                    </a:lnTo>
                    <a:lnTo>
                      <a:pt x="354" y="437"/>
                    </a:lnTo>
                    <a:lnTo>
                      <a:pt x="348" y="418"/>
                    </a:lnTo>
                    <a:lnTo>
                      <a:pt x="343" y="396"/>
                    </a:lnTo>
                    <a:lnTo>
                      <a:pt x="337" y="370"/>
                    </a:lnTo>
                    <a:lnTo>
                      <a:pt x="333" y="345"/>
                    </a:lnTo>
                    <a:lnTo>
                      <a:pt x="329" y="320"/>
                    </a:lnTo>
                    <a:lnTo>
                      <a:pt x="326" y="298"/>
                    </a:lnTo>
                    <a:lnTo>
                      <a:pt x="324" y="281"/>
                    </a:lnTo>
                    <a:lnTo>
                      <a:pt x="322" y="250"/>
                    </a:lnTo>
                    <a:lnTo>
                      <a:pt x="325" y="221"/>
                    </a:lnTo>
                    <a:lnTo>
                      <a:pt x="326" y="198"/>
                    </a:lnTo>
                    <a:lnTo>
                      <a:pt x="326" y="182"/>
                    </a:lnTo>
                    <a:lnTo>
                      <a:pt x="320" y="178"/>
                    </a:lnTo>
                    <a:lnTo>
                      <a:pt x="317" y="174"/>
                    </a:lnTo>
                    <a:lnTo>
                      <a:pt x="314" y="165"/>
                    </a:lnTo>
                    <a:lnTo>
                      <a:pt x="316" y="155"/>
                    </a:lnTo>
                    <a:lnTo>
                      <a:pt x="313" y="146"/>
                    </a:lnTo>
                    <a:lnTo>
                      <a:pt x="309" y="136"/>
                    </a:lnTo>
                    <a:lnTo>
                      <a:pt x="303" y="123"/>
                    </a:lnTo>
                    <a:lnTo>
                      <a:pt x="301" y="109"/>
                    </a:lnTo>
                    <a:lnTo>
                      <a:pt x="303" y="87"/>
                    </a:lnTo>
                    <a:lnTo>
                      <a:pt x="307" y="65"/>
                    </a:lnTo>
                    <a:lnTo>
                      <a:pt x="313" y="46"/>
                    </a:lnTo>
                    <a:lnTo>
                      <a:pt x="317" y="32"/>
                    </a:lnTo>
                    <a:lnTo>
                      <a:pt x="302" y="35"/>
                    </a:lnTo>
                    <a:lnTo>
                      <a:pt x="287" y="39"/>
                    </a:lnTo>
                    <a:lnTo>
                      <a:pt x="272" y="42"/>
                    </a:lnTo>
                    <a:lnTo>
                      <a:pt x="258" y="43"/>
                    </a:lnTo>
                    <a:lnTo>
                      <a:pt x="243" y="43"/>
                    </a:lnTo>
                    <a:lnTo>
                      <a:pt x="230" y="42"/>
                    </a:lnTo>
                    <a:lnTo>
                      <a:pt x="216" y="40"/>
                    </a:lnTo>
                    <a:lnTo>
                      <a:pt x="205" y="34"/>
                    </a:lnTo>
                    <a:lnTo>
                      <a:pt x="187" y="36"/>
                    </a:lnTo>
                    <a:lnTo>
                      <a:pt x="169" y="38"/>
                    </a:lnTo>
                    <a:lnTo>
                      <a:pt x="153" y="35"/>
                    </a:lnTo>
                    <a:lnTo>
                      <a:pt x="138" y="32"/>
                    </a:lnTo>
                    <a:lnTo>
                      <a:pt x="125" y="26"/>
                    </a:lnTo>
                    <a:lnTo>
                      <a:pt x="114" y="19"/>
                    </a:lnTo>
                    <a:lnTo>
                      <a:pt x="104" y="10"/>
                    </a:lnTo>
                    <a:lnTo>
                      <a:pt x="96" y="0"/>
                    </a:lnTo>
                    <a:lnTo>
                      <a:pt x="89" y="11"/>
                    </a:lnTo>
                    <a:lnTo>
                      <a:pt x="84" y="21"/>
                    </a:lnTo>
                    <a:lnTo>
                      <a:pt x="78" y="31"/>
                    </a:lnTo>
                    <a:lnTo>
                      <a:pt x="75" y="39"/>
                    </a:lnTo>
                    <a:lnTo>
                      <a:pt x="70" y="48"/>
                    </a:lnTo>
                    <a:lnTo>
                      <a:pt x="67" y="55"/>
                    </a:lnTo>
                    <a:lnTo>
                      <a:pt x="63" y="61"/>
                    </a:lnTo>
                    <a:lnTo>
                      <a:pt x="60" y="65"/>
                    </a:lnTo>
                    <a:lnTo>
                      <a:pt x="53" y="76"/>
                    </a:lnTo>
                    <a:lnTo>
                      <a:pt x="47" y="88"/>
                    </a:lnTo>
                    <a:lnTo>
                      <a:pt x="43" y="101"/>
                    </a:lnTo>
                    <a:lnTo>
                      <a:pt x="39" y="112"/>
                    </a:lnTo>
                    <a:lnTo>
                      <a:pt x="37" y="123"/>
                    </a:lnTo>
                    <a:lnTo>
                      <a:pt x="33" y="134"/>
                    </a:lnTo>
                    <a:lnTo>
                      <a:pt x="29" y="146"/>
                    </a:lnTo>
                    <a:lnTo>
                      <a:pt x="23" y="157"/>
                    </a:lnTo>
                    <a:lnTo>
                      <a:pt x="18" y="168"/>
                    </a:lnTo>
                    <a:lnTo>
                      <a:pt x="16" y="179"/>
                    </a:lnTo>
                    <a:lnTo>
                      <a:pt x="14" y="191"/>
                    </a:lnTo>
                    <a:lnTo>
                      <a:pt x="13" y="200"/>
                    </a:lnTo>
                    <a:lnTo>
                      <a:pt x="10" y="212"/>
                    </a:lnTo>
                    <a:lnTo>
                      <a:pt x="7" y="228"/>
                    </a:lnTo>
                    <a:lnTo>
                      <a:pt x="5" y="245"/>
                    </a:lnTo>
                    <a:lnTo>
                      <a:pt x="5" y="260"/>
                    </a:lnTo>
                    <a:lnTo>
                      <a:pt x="5" y="277"/>
                    </a:lnTo>
                    <a:lnTo>
                      <a:pt x="5" y="300"/>
                    </a:lnTo>
                    <a:lnTo>
                      <a:pt x="5" y="326"/>
                    </a:lnTo>
                    <a:lnTo>
                      <a:pt x="2" y="345"/>
                    </a:lnTo>
                    <a:lnTo>
                      <a:pt x="0" y="370"/>
                    </a:lnTo>
                    <a:lnTo>
                      <a:pt x="0" y="408"/>
                    </a:lnTo>
                    <a:lnTo>
                      <a:pt x="2" y="451"/>
                    </a:lnTo>
                    <a:lnTo>
                      <a:pt x="5" y="490"/>
                    </a:lnTo>
                    <a:lnTo>
                      <a:pt x="10" y="529"/>
                    </a:lnTo>
                    <a:lnTo>
                      <a:pt x="17" y="572"/>
                    </a:lnTo>
                    <a:lnTo>
                      <a:pt x="23" y="611"/>
                    </a:lnTo>
                    <a:lnTo>
                      <a:pt x="26" y="637"/>
                    </a:lnTo>
                    <a:lnTo>
                      <a:pt x="28" y="652"/>
                    </a:lnTo>
                    <a:lnTo>
                      <a:pt x="29" y="665"/>
                    </a:lnTo>
                    <a:lnTo>
                      <a:pt x="31" y="676"/>
                    </a:lnTo>
                    <a:lnTo>
                      <a:pt x="33" y="684"/>
                    </a:lnTo>
                    <a:lnTo>
                      <a:pt x="37" y="691"/>
                    </a:lnTo>
                    <a:lnTo>
                      <a:pt x="43" y="699"/>
                    </a:lnTo>
                    <a:lnTo>
                      <a:pt x="47" y="707"/>
                    </a:lnTo>
                    <a:lnTo>
                      <a:pt x="49" y="713"/>
                    </a:lnTo>
                    <a:lnTo>
                      <a:pt x="49" y="718"/>
                    </a:lnTo>
                    <a:lnTo>
                      <a:pt x="51" y="726"/>
                    </a:lnTo>
                    <a:lnTo>
                      <a:pt x="52" y="736"/>
                    </a:lnTo>
                    <a:lnTo>
                      <a:pt x="54" y="748"/>
                    </a:lnTo>
                    <a:lnTo>
                      <a:pt x="72" y="748"/>
                    </a:lnTo>
                    <a:lnTo>
                      <a:pt x="97" y="748"/>
                    </a:lnTo>
                    <a:lnTo>
                      <a:pt x="125" y="748"/>
                    </a:lnTo>
                    <a:lnTo>
                      <a:pt x="158" y="749"/>
                    </a:lnTo>
                    <a:lnTo>
                      <a:pt x="193" y="749"/>
                    </a:lnTo>
                    <a:lnTo>
                      <a:pt x="231" y="749"/>
                    </a:lnTo>
                    <a:lnTo>
                      <a:pt x="271" y="749"/>
                    </a:lnTo>
                    <a:lnTo>
                      <a:pt x="310" y="749"/>
                    </a:lnTo>
                    <a:lnTo>
                      <a:pt x="350" y="749"/>
                    </a:lnTo>
                    <a:lnTo>
                      <a:pt x="388" y="749"/>
                    </a:lnTo>
                    <a:lnTo>
                      <a:pt x="425" y="749"/>
                    </a:lnTo>
                    <a:lnTo>
                      <a:pt x="460" y="749"/>
                    </a:lnTo>
                    <a:lnTo>
                      <a:pt x="489" y="748"/>
                    </a:lnTo>
                    <a:lnTo>
                      <a:pt x="516" y="748"/>
                    </a:lnTo>
                    <a:lnTo>
                      <a:pt x="537" y="748"/>
                    </a:lnTo>
                    <a:lnTo>
                      <a:pt x="552" y="748"/>
                    </a:lnTo>
                    <a:lnTo>
                      <a:pt x="552" y="744"/>
                    </a:lnTo>
                    <a:lnTo>
                      <a:pt x="549" y="737"/>
                    </a:lnTo>
                    <a:lnTo>
                      <a:pt x="546" y="731"/>
                    </a:lnTo>
                    <a:lnTo>
                      <a:pt x="540" y="728"/>
                    </a:lnTo>
                    <a:lnTo>
                      <a:pt x="540" y="722"/>
                    </a:lnTo>
                    <a:lnTo>
                      <a:pt x="539" y="716"/>
                    </a:lnTo>
                    <a:lnTo>
                      <a:pt x="538" y="709"/>
                    </a:lnTo>
                    <a:lnTo>
                      <a:pt x="534" y="702"/>
                    </a:lnTo>
                    <a:lnTo>
                      <a:pt x="531" y="696"/>
                    </a:lnTo>
                    <a:lnTo>
                      <a:pt x="526" y="687"/>
                    </a:lnTo>
                    <a:lnTo>
                      <a:pt x="522" y="677"/>
                    </a:lnTo>
                    <a:lnTo>
                      <a:pt x="515" y="664"/>
                    </a:lnTo>
                    <a:lnTo>
                      <a:pt x="509" y="653"/>
                    </a:lnTo>
                    <a:lnTo>
                      <a:pt x="503" y="641"/>
                    </a:lnTo>
                    <a:lnTo>
                      <a:pt x="498" y="632"/>
                    </a:lnTo>
                    <a:lnTo>
                      <a:pt x="494" y="627"/>
                    </a:lnTo>
                    <a:lnTo>
                      <a:pt x="491" y="624"/>
                    </a:lnTo>
                    <a:lnTo>
                      <a:pt x="485" y="618"/>
                    </a:lnTo>
                    <a:lnTo>
                      <a:pt x="478" y="611"/>
                    </a:lnTo>
                    <a:lnTo>
                      <a:pt x="471" y="603"/>
                    </a:lnTo>
                    <a:lnTo>
                      <a:pt x="463" y="594"/>
                    </a:lnTo>
                    <a:lnTo>
                      <a:pt x="457" y="585"/>
                    </a:lnTo>
                    <a:lnTo>
                      <a:pt x="451" y="576"/>
                    </a:lnTo>
                    <a:lnTo>
                      <a:pt x="448" y="565"/>
                    </a:lnTo>
                    <a:lnTo>
                      <a:pt x="447" y="547"/>
                    </a:lnTo>
                    <a:lnTo>
                      <a:pt x="450" y="531"/>
                    </a:lnTo>
                    <a:lnTo>
                      <a:pt x="457" y="519"/>
                    </a:lnTo>
                    <a:lnTo>
                      <a:pt x="463" y="51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5" name="Freeform 66">
                <a:extLst>
                  <a:ext uri="{FF2B5EF4-FFF2-40B4-BE49-F238E27FC236}">
                    <a16:creationId xmlns:a16="http://schemas.microsoft.com/office/drawing/2014/main" id="{5C3B6C63-A18B-4CFC-891D-D698F53752C6}"/>
                  </a:ext>
                </a:extLst>
              </p:cNvPr>
              <p:cNvSpPr>
                <a:spLocks/>
              </p:cNvSpPr>
              <p:nvPr/>
            </p:nvSpPr>
            <p:spPr bwMode="auto">
              <a:xfrm>
                <a:off x="3748" y="3319"/>
                <a:ext cx="76" cy="73"/>
              </a:xfrm>
              <a:custGeom>
                <a:avLst/>
                <a:gdLst>
                  <a:gd name="T0" fmla="*/ 73 w 142"/>
                  <a:gd name="T1" fmla="*/ 37 h 135"/>
                  <a:gd name="T2" fmla="*/ 67 w 142"/>
                  <a:gd name="T3" fmla="*/ 52 h 135"/>
                  <a:gd name="T4" fmla="*/ 67 w 142"/>
                  <a:gd name="T5" fmla="*/ 65 h 135"/>
                  <a:gd name="T6" fmla="*/ 65 w 142"/>
                  <a:gd name="T7" fmla="*/ 71 h 135"/>
                  <a:gd name="T8" fmla="*/ 60 w 142"/>
                  <a:gd name="T9" fmla="*/ 70 h 135"/>
                  <a:gd name="T10" fmla="*/ 58 w 142"/>
                  <a:gd name="T11" fmla="*/ 58 h 135"/>
                  <a:gd name="T12" fmla="*/ 54 w 142"/>
                  <a:gd name="T13" fmla="*/ 55 h 135"/>
                  <a:gd name="T14" fmla="*/ 49 w 142"/>
                  <a:gd name="T15" fmla="*/ 55 h 135"/>
                  <a:gd name="T16" fmla="*/ 43 w 142"/>
                  <a:gd name="T17" fmla="*/ 56 h 135"/>
                  <a:gd name="T18" fmla="*/ 39 w 142"/>
                  <a:gd name="T19" fmla="*/ 57 h 135"/>
                  <a:gd name="T20" fmla="*/ 35 w 142"/>
                  <a:gd name="T21" fmla="*/ 52 h 135"/>
                  <a:gd name="T22" fmla="*/ 39 w 142"/>
                  <a:gd name="T23" fmla="*/ 41 h 135"/>
                  <a:gd name="T24" fmla="*/ 44 w 142"/>
                  <a:gd name="T25" fmla="*/ 35 h 135"/>
                  <a:gd name="T26" fmla="*/ 41 w 142"/>
                  <a:gd name="T27" fmla="*/ 26 h 135"/>
                  <a:gd name="T28" fmla="*/ 35 w 142"/>
                  <a:gd name="T29" fmla="*/ 25 h 135"/>
                  <a:gd name="T30" fmla="*/ 27 w 142"/>
                  <a:gd name="T31" fmla="*/ 26 h 135"/>
                  <a:gd name="T32" fmla="*/ 18 w 142"/>
                  <a:gd name="T33" fmla="*/ 28 h 135"/>
                  <a:gd name="T34" fmla="*/ 7 w 142"/>
                  <a:gd name="T35" fmla="*/ 32 h 135"/>
                  <a:gd name="T36" fmla="*/ 2 w 142"/>
                  <a:gd name="T37" fmla="*/ 34 h 135"/>
                  <a:gd name="T38" fmla="*/ 0 w 142"/>
                  <a:gd name="T39" fmla="*/ 30 h 135"/>
                  <a:gd name="T40" fmla="*/ 3 w 142"/>
                  <a:gd name="T41" fmla="*/ 25 h 135"/>
                  <a:gd name="T42" fmla="*/ 10 w 142"/>
                  <a:gd name="T43" fmla="*/ 21 h 135"/>
                  <a:gd name="T44" fmla="*/ 17 w 142"/>
                  <a:gd name="T45" fmla="*/ 15 h 135"/>
                  <a:gd name="T46" fmla="*/ 22 w 142"/>
                  <a:gd name="T47" fmla="*/ 11 h 135"/>
                  <a:gd name="T48" fmla="*/ 22 w 142"/>
                  <a:gd name="T49" fmla="*/ 8 h 135"/>
                  <a:gd name="T50" fmla="*/ 21 w 142"/>
                  <a:gd name="T51" fmla="*/ 3 h 135"/>
                  <a:gd name="T52" fmla="*/ 24 w 142"/>
                  <a:gd name="T53" fmla="*/ 2 h 135"/>
                  <a:gd name="T54" fmla="*/ 33 w 142"/>
                  <a:gd name="T55" fmla="*/ 8 h 135"/>
                  <a:gd name="T56" fmla="*/ 44 w 142"/>
                  <a:gd name="T57" fmla="*/ 14 h 135"/>
                  <a:gd name="T58" fmla="*/ 52 w 142"/>
                  <a:gd name="T59" fmla="*/ 21 h 135"/>
                  <a:gd name="T60" fmla="*/ 56 w 142"/>
                  <a:gd name="T61" fmla="*/ 26 h 135"/>
                  <a:gd name="T62" fmla="*/ 60 w 142"/>
                  <a:gd name="T63" fmla="*/ 34 h 135"/>
                  <a:gd name="T64" fmla="*/ 65 w 142"/>
                  <a:gd name="T65" fmla="*/ 35 h 135"/>
                  <a:gd name="T66" fmla="*/ 70 w 142"/>
                  <a:gd name="T67" fmla="*/ 30 h 135"/>
                  <a:gd name="T68" fmla="*/ 73 w 142"/>
                  <a:gd name="T69" fmla="*/ 29 h 135"/>
                  <a:gd name="T70" fmla="*/ 75 w 142"/>
                  <a:gd name="T71" fmla="*/ 31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42" h="135">
                    <a:moveTo>
                      <a:pt x="142" y="60"/>
                    </a:moveTo>
                    <a:lnTo>
                      <a:pt x="136" y="69"/>
                    </a:lnTo>
                    <a:lnTo>
                      <a:pt x="129" y="81"/>
                    </a:lnTo>
                    <a:lnTo>
                      <a:pt x="126" y="97"/>
                    </a:lnTo>
                    <a:lnTo>
                      <a:pt x="127" y="115"/>
                    </a:lnTo>
                    <a:lnTo>
                      <a:pt x="126" y="121"/>
                    </a:lnTo>
                    <a:lnTo>
                      <a:pt x="125" y="128"/>
                    </a:lnTo>
                    <a:lnTo>
                      <a:pt x="122" y="132"/>
                    </a:lnTo>
                    <a:lnTo>
                      <a:pt x="119" y="135"/>
                    </a:lnTo>
                    <a:lnTo>
                      <a:pt x="113" y="130"/>
                    </a:lnTo>
                    <a:lnTo>
                      <a:pt x="111" y="119"/>
                    </a:lnTo>
                    <a:lnTo>
                      <a:pt x="109" y="107"/>
                    </a:lnTo>
                    <a:lnTo>
                      <a:pt x="104" y="101"/>
                    </a:lnTo>
                    <a:lnTo>
                      <a:pt x="101" y="101"/>
                    </a:lnTo>
                    <a:lnTo>
                      <a:pt x="96" y="102"/>
                    </a:lnTo>
                    <a:lnTo>
                      <a:pt x="91" y="102"/>
                    </a:lnTo>
                    <a:lnTo>
                      <a:pt x="86" y="104"/>
                    </a:lnTo>
                    <a:lnTo>
                      <a:pt x="81" y="104"/>
                    </a:lnTo>
                    <a:lnTo>
                      <a:pt x="76" y="105"/>
                    </a:lnTo>
                    <a:lnTo>
                      <a:pt x="72" y="105"/>
                    </a:lnTo>
                    <a:lnTo>
                      <a:pt x="68" y="105"/>
                    </a:lnTo>
                    <a:lnTo>
                      <a:pt x="65" y="97"/>
                    </a:lnTo>
                    <a:lnTo>
                      <a:pt x="66" y="85"/>
                    </a:lnTo>
                    <a:lnTo>
                      <a:pt x="72" y="76"/>
                    </a:lnTo>
                    <a:lnTo>
                      <a:pt x="80" y="69"/>
                    </a:lnTo>
                    <a:lnTo>
                      <a:pt x="83" y="64"/>
                    </a:lnTo>
                    <a:lnTo>
                      <a:pt x="82" y="56"/>
                    </a:lnTo>
                    <a:lnTo>
                      <a:pt x="77" y="49"/>
                    </a:lnTo>
                    <a:lnTo>
                      <a:pt x="71" y="46"/>
                    </a:lnTo>
                    <a:lnTo>
                      <a:pt x="66" y="46"/>
                    </a:lnTo>
                    <a:lnTo>
                      <a:pt x="59" y="47"/>
                    </a:lnTo>
                    <a:lnTo>
                      <a:pt x="51" y="48"/>
                    </a:lnTo>
                    <a:lnTo>
                      <a:pt x="42" y="49"/>
                    </a:lnTo>
                    <a:lnTo>
                      <a:pt x="33" y="52"/>
                    </a:lnTo>
                    <a:lnTo>
                      <a:pt x="23" y="55"/>
                    </a:lnTo>
                    <a:lnTo>
                      <a:pt x="14" y="59"/>
                    </a:lnTo>
                    <a:lnTo>
                      <a:pt x="7" y="63"/>
                    </a:lnTo>
                    <a:lnTo>
                      <a:pt x="4" y="62"/>
                    </a:lnTo>
                    <a:lnTo>
                      <a:pt x="1" y="59"/>
                    </a:lnTo>
                    <a:lnTo>
                      <a:pt x="0" y="55"/>
                    </a:lnTo>
                    <a:lnTo>
                      <a:pt x="0" y="52"/>
                    </a:lnTo>
                    <a:lnTo>
                      <a:pt x="6" y="47"/>
                    </a:lnTo>
                    <a:lnTo>
                      <a:pt x="13" y="43"/>
                    </a:lnTo>
                    <a:lnTo>
                      <a:pt x="19" y="38"/>
                    </a:lnTo>
                    <a:lnTo>
                      <a:pt x="26" y="32"/>
                    </a:lnTo>
                    <a:lnTo>
                      <a:pt x="31" y="28"/>
                    </a:lnTo>
                    <a:lnTo>
                      <a:pt x="37" y="23"/>
                    </a:lnTo>
                    <a:lnTo>
                      <a:pt x="41" y="20"/>
                    </a:lnTo>
                    <a:lnTo>
                      <a:pt x="42" y="17"/>
                    </a:lnTo>
                    <a:lnTo>
                      <a:pt x="42" y="14"/>
                    </a:lnTo>
                    <a:lnTo>
                      <a:pt x="42" y="9"/>
                    </a:lnTo>
                    <a:lnTo>
                      <a:pt x="39" y="5"/>
                    </a:lnTo>
                    <a:lnTo>
                      <a:pt x="37" y="0"/>
                    </a:lnTo>
                    <a:lnTo>
                      <a:pt x="44" y="3"/>
                    </a:lnTo>
                    <a:lnTo>
                      <a:pt x="52" y="8"/>
                    </a:lnTo>
                    <a:lnTo>
                      <a:pt x="62" y="14"/>
                    </a:lnTo>
                    <a:lnTo>
                      <a:pt x="73" y="21"/>
                    </a:lnTo>
                    <a:lnTo>
                      <a:pt x="82" y="26"/>
                    </a:lnTo>
                    <a:lnTo>
                      <a:pt x="90" y="33"/>
                    </a:lnTo>
                    <a:lnTo>
                      <a:pt x="97" y="38"/>
                    </a:lnTo>
                    <a:lnTo>
                      <a:pt x="101" y="43"/>
                    </a:lnTo>
                    <a:lnTo>
                      <a:pt x="104" y="49"/>
                    </a:lnTo>
                    <a:lnTo>
                      <a:pt x="109" y="56"/>
                    </a:lnTo>
                    <a:lnTo>
                      <a:pt x="113" y="63"/>
                    </a:lnTo>
                    <a:lnTo>
                      <a:pt x="117" y="68"/>
                    </a:lnTo>
                    <a:lnTo>
                      <a:pt x="121" y="64"/>
                    </a:lnTo>
                    <a:lnTo>
                      <a:pt x="126" y="60"/>
                    </a:lnTo>
                    <a:lnTo>
                      <a:pt x="130" y="55"/>
                    </a:lnTo>
                    <a:lnTo>
                      <a:pt x="134" y="53"/>
                    </a:lnTo>
                    <a:lnTo>
                      <a:pt x="136" y="54"/>
                    </a:lnTo>
                    <a:lnTo>
                      <a:pt x="139" y="56"/>
                    </a:lnTo>
                    <a:lnTo>
                      <a:pt x="140" y="58"/>
                    </a:lnTo>
                    <a:lnTo>
                      <a:pt x="142"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6" name="Freeform 67">
                <a:extLst>
                  <a:ext uri="{FF2B5EF4-FFF2-40B4-BE49-F238E27FC236}">
                    <a16:creationId xmlns:a16="http://schemas.microsoft.com/office/drawing/2014/main" id="{879B33B2-2AA8-4A78-8ABA-743BD1B129FD}"/>
                  </a:ext>
                </a:extLst>
              </p:cNvPr>
              <p:cNvSpPr>
                <a:spLocks/>
              </p:cNvSpPr>
              <p:nvPr/>
            </p:nvSpPr>
            <p:spPr bwMode="auto">
              <a:xfrm>
                <a:off x="3574" y="3094"/>
                <a:ext cx="41" cy="125"/>
              </a:xfrm>
              <a:custGeom>
                <a:avLst/>
                <a:gdLst>
                  <a:gd name="T0" fmla="*/ 31 w 73"/>
                  <a:gd name="T1" fmla="*/ 14 h 227"/>
                  <a:gd name="T2" fmla="*/ 33 w 73"/>
                  <a:gd name="T3" fmla="*/ 12 h 227"/>
                  <a:gd name="T4" fmla="*/ 35 w 73"/>
                  <a:gd name="T5" fmla="*/ 9 h 227"/>
                  <a:gd name="T6" fmla="*/ 37 w 73"/>
                  <a:gd name="T7" fmla="*/ 5 h 227"/>
                  <a:gd name="T8" fmla="*/ 39 w 73"/>
                  <a:gd name="T9" fmla="*/ 0 h 227"/>
                  <a:gd name="T10" fmla="*/ 40 w 73"/>
                  <a:gd name="T11" fmla="*/ 6 h 227"/>
                  <a:gd name="T12" fmla="*/ 40 w 73"/>
                  <a:gd name="T13" fmla="*/ 14 h 227"/>
                  <a:gd name="T14" fmla="*/ 41 w 73"/>
                  <a:gd name="T15" fmla="*/ 22 h 227"/>
                  <a:gd name="T16" fmla="*/ 40 w 73"/>
                  <a:gd name="T17" fmla="*/ 26 h 227"/>
                  <a:gd name="T18" fmla="*/ 38 w 73"/>
                  <a:gd name="T19" fmla="*/ 29 h 227"/>
                  <a:gd name="T20" fmla="*/ 35 w 73"/>
                  <a:gd name="T21" fmla="*/ 32 h 227"/>
                  <a:gd name="T22" fmla="*/ 33 w 73"/>
                  <a:gd name="T23" fmla="*/ 36 h 227"/>
                  <a:gd name="T24" fmla="*/ 33 w 73"/>
                  <a:gd name="T25" fmla="*/ 41 h 227"/>
                  <a:gd name="T26" fmla="*/ 33 w 73"/>
                  <a:gd name="T27" fmla="*/ 46 h 227"/>
                  <a:gd name="T28" fmla="*/ 33 w 73"/>
                  <a:gd name="T29" fmla="*/ 51 h 227"/>
                  <a:gd name="T30" fmla="*/ 34 w 73"/>
                  <a:gd name="T31" fmla="*/ 56 h 227"/>
                  <a:gd name="T32" fmla="*/ 35 w 73"/>
                  <a:gd name="T33" fmla="*/ 60 h 227"/>
                  <a:gd name="T34" fmla="*/ 35 w 73"/>
                  <a:gd name="T35" fmla="*/ 64 h 227"/>
                  <a:gd name="T36" fmla="*/ 36 w 73"/>
                  <a:gd name="T37" fmla="*/ 68 h 227"/>
                  <a:gd name="T38" fmla="*/ 35 w 73"/>
                  <a:gd name="T39" fmla="*/ 73 h 227"/>
                  <a:gd name="T40" fmla="*/ 34 w 73"/>
                  <a:gd name="T41" fmla="*/ 77 h 227"/>
                  <a:gd name="T42" fmla="*/ 31 w 73"/>
                  <a:gd name="T43" fmla="*/ 84 h 227"/>
                  <a:gd name="T44" fmla="*/ 29 w 73"/>
                  <a:gd name="T45" fmla="*/ 94 h 227"/>
                  <a:gd name="T46" fmla="*/ 26 w 73"/>
                  <a:gd name="T47" fmla="*/ 104 h 227"/>
                  <a:gd name="T48" fmla="*/ 24 w 73"/>
                  <a:gd name="T49" fmla="*/ 111 h 227"/>
                  <a:gd name="T50" fmla="*/ 22 w 73"/>
                  <a:gd name="T51" fmla="*/ 115 h 227"/>
                  <a:gd name="T52" fmla="*/ 20 w 73"/>
                  <a:gd name="T53" fmla="*/ 119 h 227"/>
                  <a:gd name="T54" fmla="*/ 16 w 73"/>
                  <a:gd name="T55" fmla="*/ 122 h 227"/>
                  <a:gd name="T56" fmla="*/ 13 w 73"/>
                  <a:gd name="T57" fmla="*/ 125 h 227"/>
                  <a:gd name="T58" fmla="*/ 11 w 73"/>
                  <a:gd name="T59" fmla="*/ 121 h 227"/>
                  <a:gd name="T60" fmla="*/ 11 w 73"/>
                  <a:gd name="T61" fmla="*/ 117 h 227"/>
                  <a:gd name="T62" fmla="*/ 13 w 73"/>
                  <a:gd name="T63" fmla="*/ 112 h 227"/>
                  <a:gd name="T64" fmla="*/ 14 w 73"/>
                  <a:gd name="T65" fmla="*/ 108 h 227"/>
                  <a:gd name="T66" fmla="*/ 15 w 73"/>
                  <a:gd name="T67" fmla="*/ 104 h 227"/>
                  <a:gd name="T68" fmla="*/ 16 w 73"/>
                  <a:gd name="T69" fmla="*/ 96 h 227"/>
                  <a:gd name="T70" fmla="*/ 16 w 73"/>
                  <a:gd name="T71" fmla="*/ 91 h 227"/>
                  <a:gd name="T72" fmla="*/ 13 w 73"/>
                  <a:gd name="T73" fmla="*/ 89 h 227"/>
                  <a:gd name="T74" fmla="*/ 10 w 73"/>
                  <a:gd name="T75" fmla="*/ 93 h 227"/>
                  <a:gd name="T76" fmla="*/ 6 w 73"/>
                  <a:gd name="T77" fmla="*/ 101 h 227"/>
                  <a:gd name="T78" fmla="*/ 2 w 73"/>
                  <a:gd name="T79" fmla="*/ 112 h 227"/>
                  <a:gd name="T80" fmla="*/ 0 w 73"/>
                  <a:gd name="T81" fmla="*/ 122 h 227"/>
                  <a:gd name="T82" fmla="*/ 0 w 73"/>
                  <a:gd name="T83" fmla="*/ 113 h 227"/>
                  <a:gd name="T84" fmla="*/ 1 w 73"/>
                  <a:gd name="T85" fmla="*/ 104 h 227"/>
                  <a:gd name="T86" fmla="*/ 3 w 73"/>
                  <a:gd name="T87" fmla="*/ 95 h 227"/>
                  <a:gd name="T88" fmla="*/ 4 w 73"/>
                  <a:gd name="T89" fmla="*/ 89 h 227"/>
                  <a:gd name="T90" fmla="*/ 6 w 73"/>
                  <a:gd name="T91" fmla="*/ 84 h 227"/>
                  <a:gd name="T92" fmla="*/ 10 w 73"/>
                  <a:gd name="T93" fmla="*/ 77 h 227"/>
                  <a:gd name="T94" fmla="*/ 13 w 73"/>
                  <a:gd name="T95" fmla="*/ 70 h 227"/>
                  <a:gd name="T96" fmla="*/ 16 w 73"/>
                  <a:gd name="T97" fmla="*/ 67 h 227"/>
                  <a:gd name="T98" fmla="*/ 19 w 73"/>
                  <a:gd name="T99" fmla="*/ 63 h 227"/>
                  <a:gd name="T100" fmla="*/ 22 w 73"/>
                  <a:gd name="T101" fmla="*/ 56 h 227"/>
                  <a:gd name="T102" fmla="*/ 26 w 73"/>
                  <a:gd name="T103" fmla="*/ 48 h 227"/>
                  <a:gd name="T104" fmla="*/ 27 w 73"/>
                  <a:gd name="T105" fmla="*/ 42 h 227"/>
                  <a:gd name="T106" fmla="*/ 27 w 73"/>
                  <a:gd name="T107" fmla="*/ 35 h 227"/>
                  <a:gd name="T108" fmla="*/ 27 w 73"/>
                  <a:gd name="T109" fmla="*/ 28 h 227"/>
                  <a:gd name="T110" fmla="*/ 28 w 73"/>
                  <a:gd name="T111" fmla="*/ 21 h 227"/>
                  <a:gd name="T112" fmla="*/ 31 w 73"/>
                  <a:gd name="T113" fmla="*/ 14 h 22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73" h="227">
                    <a:moveTo>
                      <a:pt x="55" y="26"/>
                    </a:moveTo>
                    <a:lnTo>
                      <a:pt x="58" y="22"/>
                    </a:lnTo>
                    <a:lnTo>
                      <a:pt x="62" y="16"/>
                    </a:lnTo>
                    <a:lnTo>
                      <a:pt x="65" y="9"/>
                    </a:lnTo>
                    <a:lnTo>
                      <a:pt x="70" y="0"/>
                    </a:lnTo>
                    <a:lnTo>
                      <a:pt x="71" y="11"/>
                    </a:lnTo>
                    <a:lnTo>
                      <a:pt x="72" y="26"/>
                    </a:lnTo>
                    <a:lnTo>
                      <a:pt x="73" y="40"/>
                    </a:lnTo>
                    <a:lnTo>
                      <a:pt x="72" y="48"/>
                    </a:lnTo>
                    <a:lnTo>
                      <a:pt x="67" y="53"/>
                    </a:lnTo>
                    <a:lnTo>
                      <a:pt x="63" y="58"/>
                    </a:lnTo>
                    <a:lnTo>
                      <a:pt x="59" y="65"/>
                    </a:lnTo>
                    <a:lnTo>
                      <a:pt x="58" y="75"/>
                    </a:lnTo>
                    <a:lnTo>
                      <a:pt x="58" y="84"/>
                    </a:lnTo>
                    <a:lnTo>
                      <a:pt x="59" y="93"/>
                    </a:lnTo>
                    <a:lnTo>
                      <a:pt x="61" y="101"/>
                    </a:lnTo>
                    <a:lnTo>
                      <a:pt x="62" y="109"/>
                    </a:lnTo>
                    <a:lnTo>
                      <a:pt x="63" y="116"/>
                    </a:lnTo>
                    <a:lnTo>
                      <a:pt x="64" y="124"/>
                    </a:lnTo>
                    <a:lnTo>
                      <a:pt x="63" y="133"/>
                    </a:lnTo>
                    <a:lnTo>
                      <a:pt x="61" y="140"/>
                    </a:lnTo>
                    <a:lnTo>
                      <a:pt x="56" y="152"/>
                    </a:lnTo>
                    <a:lnTo>
                      <a:pt x="51" y="170"/>
                    </a:lnTo>
                    <a:lnTo>
                      <a:pt x="47" y="189"/>
                    </a:lnTo>
                    <a:lnTo>
                      <a:pt x="43" y="201"/>
                    </a:lnTo>
                    <a:lnTo>
                      <a:pt x="40" y="208"/>
                    </a:lnTo>
                    <a:lnTo>
                      <a:pt x="35" y="216"/>
                    </a:lnTo>
                    <a:lnTo>
                      <a:pt x="28" y="222"/>
                    </a:lnTo>
                    <a:lnTo>
                      <a:pt x="23" y="227"/>
                    </a:lnTo>
                    <a:lnTo>
                      <a:pt x="20" y="219"/>
                    </a:lnTo>
                    <a:lnTo>
                      <a:pt x="20" y="212"/>
                    </a:lnTo>
                    <a:lnTo>
                      <a:pt x="23" y="204"/>
                    </a:lnTo>
                    <a:lnTo>
                      <a:pt x="25" y="197"/>
                    </a:lnTo>
                    <a:lnTo>
                      <a:pt x="27" y="188"/>
                    </a:lnTo>
                    <a:lnTo>
                      <a:pt x="28" y="175"/>
                    </a:lnTo>
                    <a:lnTo>
                      <a:pt x="28" y="166"/>
                    </a:lnTo>
                    <a:lnTo>
                      <a:pt x="24" y="161"/>
                    </a:lnTo>
                    <a:lnTo>
                      <a:pt x="17" y="168"/>
                    </a:lnTo>
                    <a:lnTo>
                      <a:pt x="10" y="184"/>
                    </a:lnTo>
                    <a:lnTo>
                      <a:pt x="3" y="204"/>
                    </a:lnTo>
                    <a:lnTo>
                      <a:pt x="0" y="221"/>
                    </a:lnTo>
                    <a:lnTo>
                      <a:pt x="0" y="206"/>
                    </a:lnTo>
                    <a:lnTo>
                      <a:pt x="2" y="189"/>
                    </a:lnTo>
                    <a:lnTo>
                      <a:pt x="5" y="173"/>
                    </a:lnTo>
                    <a:lnTo>
                      <a:pt x="8" y="161"/>
                    </a:lnTo>
                    <a:lnTo>
                      <a:pt x="11" y="152"/>
                    </a:lnTo>
                    <a:lnTo>
                      <a:pt x="17" y="139"/>
                    </a:lnTo>
                    <a:lnTo>
                      <a:pt x="24" y="128"/>
                    </a:lnTo>
                    <a:lnTo>
                      <a:pt x="28" y="121"/>
                    </a:lnTo>
                    <a:lnTo>
                      <a:pt x="34" y="114"/>
                    </a:lnTo>
                    <a:lnTo>
                      <a:pt x="40" y="102"/>
                    </a:lnTo>
                    <a:lnTo>
                      <a:pt x="46" y="88"/>
                    </a:lnTo>
                    <a:lnTo>
                      <a:pt x="48" y="76"/>
                    </a:lnTo>
                    <a:lnTo>
                      <a:pt x="48" y="63"/>
                    </a:lnTo>
                    <a:lnTo>
                      <a:pt x="48" y="50"/>
                    </a:lnTo>
                    <a:lnTo>
                      <a:pt x="50" y="38"/>
                    </a:lnTo>
                    <a:lnTo>
                      <a:pt x="55" y="2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7" name="Freeform 68">
                <a:extLst>
                  <a:ext uri="{FF2B5EF4-FFF2-40B4-BE49-F238E27FC236}">
                    <a16:creationId xmlns:a16="http://schemas.microsoft.com/office/drawing/2014/main" id="{CD79C320-DDFC-4B7F-90EB-8A351BFE822B}"/>
                  </a:ext>
                </a:extLst>
              </p:cNvPr>
              <p:cNvSpPr>
                <a:spLocks/>
              </p:cNvSpPr>
              <p:nvPr/>
            </p:nvSpPr>
            <p:spPr bwMode="auto">
              <a:xfrm>
                <a:off x="3788" y="2853"/>
                <a:ext cx="44" cy="17"/>
              </a:xfrm>
              <a:custGeom>
                <a:avLst/>
                <a:gdLst>
                  <a:gd name="T0" fmla="*/ 1 w 82"/>
                  <a:gd name="T1" fmla="*/ 2 h 33"/>
                  <a:gd name="T2" fmla="*/ 3 w 82"/>
                  <a:gd name="T3" fmla="*/ 1 h 33"/>
                  <a:gd name="T4" fmla="*/ 5 w 82"/>
                  <a:gd name="T5" fmla="*/ 0 h 33"/>
                  <a:gd name="T6" fmla="*/ 9 w 82"/>
                  <a:gd name="T7" fmla="*/ 0 h 33"/>
                  <a:gd name="T8" fmla="*/ 12 w 82"/>
                  <a:gd name="T9" fmla="*/ 0 h 33"/>
                  <a:gd name="T10" fmla="*/ 15 w 82"/>
                  <a:gd name="T11" fmla="*/ 0 h 33"/>
                  <a:gd name="T12" fmla="*/ 18 w 82"/>
                  <a:gd name="T13" fmla="*/ 0 h 33"/>
                  <a:gd name="T14" fmla="*/ 20 w 82"/>
                  <a:gd name="T15" fmla="*/ 0 h 33"/>
                  <a:gd name="T16" fmla="*/ 21 w 82"/>
                  <a:gd name="T17" fmla="*/ 0 h 33"/>
                  <a:gd name="T18" fmla="*/ 24 w 82"/>
                  <a:gd name="T19" fmla="*/ 0 h 33"/>
                  <a:gd name="T20" fmla="*/ 26 w 82"/>
                  <a:gd name="T21" fmla="*/ 1 h 33"/>
                  <a:gd name="T22" fmla="*/ 28 w 82"/>
                  <a:gd name="T23" fmla="*/ 2 h 33"/>
                  <a:gd name="T24" fmla="*/ 30 w 82"/>
                  <a:gd name="T25" fmla="*/ 3 h 33"/>
                  <a:gd name="T26" fmla="*/ 32 w 82"/>
                  <a:gd name="T27" fmla="*/ 4 h 33"/>
                  <a:gd name="T28" fmla="*/ 35 w 82"/>
                  <a:gd name="T29" fmla="*/ 5 h 33"/>
                  <a:gd name="T30" fmla="*/ 37 w 82"/>
                  <a:gd name="T31" fmla="*/ 7 h 33"/>
                  <a:gd name="T32" fmla="*/ 40 w 82"/>
                  <a:gd name="T33" fmla="*/ 8 h 33"/>
                  <a:gd name="T34" fmla="*/ 41 w 82"/>
                  <a:gd name="T35" fmla="*/ 9 h 33"/>
                  <a:gd name="T36" fmla="*/ 44 w 82"/>
                  <a:gd name="T37" fmla="*/ 11 h 33"/>
                  <a:gd name="T38" fmla="*/ 44 w 82"/>
                  <a:gd name="T39" fmla="*/ 14 h 33"/>
                  <a:gd name="T40" fmla="*/ 42 w 82"/>
                  <a:gd name="T41" fmla="*/ 17 h 33"/>
                  <a:gd name="T42" fmla="*/ 38 w 82"/>
                  <a:gd name="T43" fmla="*/ 15 h 33"/>
                  <a:gd name="T44" fmla="*/ 33 w 82"/>
                  <a:gd name="T45" fmla="*/ 14 h 33"/>
                  <a:gd name="T46" fmla="*/ 28 w 82"/>
                  <a:gd name="T47" fmla="*/ 15 h 33"/>
                  <a:gd name="T48" fmla="*/ 25 w 82"/>
                  <a:gd name="T49" fmla="*/ 16 h 33"/>
                  <a:gd name="T50" fmla="*/ 24 w 82"/>
                  <a:gd name="T51" fmla="*/ 12 h 33"/>
                  <a:gd name="T52" fmla="*/ 22 w 82"/>
                  <a:gd name="T53" fmla="*/ 10 h 33"/>
                  <a:gd name="T54" fmla="*/ 20 w 82"/>
                  <a:gd name="T55" fmla="*/ 9 h 33"/>
                  <a:gd name="T56" fmla="*/ 18 w 82"/>
                  <a:gd name="T57" fmla="*/ 8 h 33"/>
                  <a:gd name="T58" fmla="*/ 14 w 82"/>
                  <a:gd name="T59" fmla="*/ 9 h 33"/>
                  <a:gd name="T60" fmla="*/ 9 w 82"/>
                  <a:gd name="T61" fmla="*/ 9 h 33"/>
                  <a:gd name="T62" fmla="*/ 5 w 82"/>
                  <a:gd name="T63" fmla="*/ 9 h 33"/>
                  <a:gd name="T64" fmla="*/ 2 w 82"/>
                  <a:gd name="T65" fmla="*/ 8 h 33"/>
                  <a:gd name="T66" fmla="*/ 1 w 82"/>
                  <a:gd name="T67" fmla="*/ 7 h 33"/>
                  <a:gd name="T68" fmla="*/ 1 w 82"/>
                  <a:gd name="T69" fmla="*/ 5 h 33"/>
                  <a:gd name="T70" fmla="*/ 0 w 82"/>
                  <a:gd name="T71" fmla="*/ 3 h 33"/>
                  <a:gd name="T72" fmla="*/ 1 w 82"/>
                  <a:gd name="T73" fmla="*/ 2 h 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2" h="33">
                    <a:moveTo>
                      <a:pt x="1" y="3"/>
                    </a:moveTo>
                    <a:lnTo>
                      <a:pt x="6" y="2"/>
                    </a:lnTo>
                    <a:lnTo>
                      <a:pt x="10" y="0"/>
                    </a:lnTo>
                    <a:lnTo>
                      <a:pt x="16" y="0"/>
                    </a:lnTo>
                    <a:lnTo>
                      <a:pt x="22" y="0"/>
                    </a:lnTo>
                    <a:lnTo>
                      <a:pt x="28" y="0"/>
                    </a:lnTo>
                    <a:lnTo>
                      <a:pt x="33" y="0"/>
                    </a:lnTo>
                    <a:lnTo>
                      <a:pt x="37" y="0"/>
                    </a:lnTo>
                    <a:lnTo>
                      <a:pt x="40" y="0"/>
                    </a:lnTo>
                    <a:lnTo>
                      <a:pt x="44" y="0"/>
                    </a:lnTo>
                    <a:lnTo>
                      <a:pt x="48" y="2"/>
                    </a:lnTo>
                    <a:lnTo>
                      <a:pt x="53" y="3"/>
                    </a:lnTo>
                    <a:lnTo>
                      <a:pt x="56" y="5"/>
                    </a:lnTo>
                    <a:lnTo>
                      <a:pt x="60" y="7"/>
                    </a:lnTo>
                    <a:lnTo>
                      <a:pt x="65" y="10"/>
                    </a:lnTo>
                    <a:lnTo>
                      <a:pt x="69" y="13"/>
                    </a:lnTo>
                    <a:lnTo>
                      <a:pt x="74" y="15"/>
                    </a:lnTo>
                    <a:lnTo>
                      <a:pt x="77" y="18"/>
                    </a:lnTo>
                    <a:lnTo>
                      <a:pt x="82" y="22"/>
                    </a:lnTo>
                    <a:lnTo>
                      <a:pt x="82" y="27"/>
                    </a:lnTo>
                    <a:lnTo>
                      <a:pt x="78" y="33"/>
                    </a:lnTo>
                    <a:lnTo>
                      <a:pt x="71" y="30"/>
                    </a:lnTo>
                    <a:lnTo>
                      <a:pt x="62" y="28"/>
                    </a:lnTo>
                    <a:lnTo>
                      <a:pt x="53" y="29"/>
                    </a:lnTo>
                    <a:lnTo>
                      <a:pt x="47" y="32"/>
                    </a:lnTo>
                    <a:lnTo>
                      <a:pt x="45" y="23"/>
                    </a:lnTo>
                    <a:lnTo>
                      <a:pt x="41" y="19"/>
                    </a:lnTo>
                    <a:lnTo>
                      <a:pt x="37" y="17"/>
                    </a:lnTo>
                    <a:lnTo>
                      <a:pt x="33" y="15"/>
                    </a:lnTo>
                    <a:lnTo>
                      <a:pt x="27" y="17"/>
                    </a:lnTo>
                    <a:lnTo>
                      <a:pt x="17" y="17"/>
                    </a:lnTo>
                    <a:lnTo>
                      <a:pt x="9" y="17"/>
                    </a:lnTo>
                    <a:lnTo>
                      <a:pt x="3" y="15"/>
                    </a:lnTo>
                    <a:lnTo>
                      <a:pt x="2" y="13"/>
                    </a:lnTo>
                    <a:lnTo>
                      <a:pt x="1" y="10"/>
                    </a:lnTo>
                    <a:lnTo>
                      <a:pt x="0" y="6"/>
                    </a:lnTo>
                    <a:lnTo>
                      <a:pt x="1"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8" name="Freeform 69">
                <a:extLst>
                  <a:ext uri="{FF2B5EF4-FFF2-40B4-BE49-F238E27FC236}">
                    <a16:creationId xmlns:a16="http://schemas.microsoft.com/office/drawing/2014/main" id="{FFEAF791-7AC7-4CF0-9AAC-052D8BDB2B94}"/>
                  </a:ext>
                </a:extLst>
              </p:cNvPr>
              <p:cNvSpPr>
                <a:spLocks/>
              </p:cNvSpPr>
              <p:nvPr/>
            </p:nvSpPr>
            <p:spPr bwMode="auto">
              <a:xfrm>
                <a:off x="3718" y="3057"/>
                <a:ext cx="22" cy="26"/>
              </a:xfrm>
              <a:custGeom>
                <a:avLst/>
                <a:gdLst>
                  <a:gd name="T0" fmla="*/ 3 w 41"/>
                  <a:gd name="T1" fmla="*/ 5 h 48"/>
                  <a:gd name="T2" fmla="*/ 4 w 41"/>
                  <a:gd name="T3" fmla="*/ 6 h 48"/>
                  <a:gd name="T4" fmla="*/ 4 w 41"/>
                  <a:gd name="T5" fmla="*/ 7 h 48"/>
                  <a:gd name="T6" fmla="*/ 5 w 41"/>
                  <a:gd name="T7" fmla="*/ 9 h 48"/>
                  <a:gd name="T8" fmla="*/ 6 w 41"/>
                  <a:gd name="T9" fmla="*/ 10 h 48"/>
                  <a:gd name="T10" fmla="*/ 4 w 41"/>
                  <a:gd name="T11" fmla="*/ 12 h 48"/>
                  <a:gd name="T12" fmla="*/ 2 w 41"/>
                  <a:gd name="T13" fmla="*/ 16 h 48"/>
                  <a:gd name="T14" fmla="*/ 0 w 41"/>
                  <a:gd name="T15" fmla="*/ 19 h 48"/>
                  <a:gd name="T16" fmla="*/ 0 w 41"/>
                  <a:gd name="T17" fmla="*/ 22 h 48"/>
                  <a:gd name="T18" fmla="*/ 3 w 41"/>
                  <a:gd name="T19" fmla="*/ 25 h 48"/>
                  <a:gd name="T20" fmla="*/ 8 w 41"/>
                  <a:gd name="T21" fmla="*/ 26 h 48"/>
                  <a:gd name="T22" fmla="*/ 13 w 41"/>
                  <a:gd name="T23" fmla="*/ 26 h 48"/>
                  <a:gd name="T24" fmla="*/ 18 w 41"/>
                  <a:gd name="T25" fmla="*/ 24 h 48"/>
                  <a:gd name="T26" fmla="*/ 20 w 41"/>
                  <a:gd name="T27" fmla="*/ 21 h 48"/>
                  <a:gd name="T28" fmla="*/ 22 w 41"/>
                  <a:gd name="T29" fmla="*/ 15 h 48"/>
                  <a:gd name="T30" fmla="*/ 22 w 41"/>
                  <a:gd name="T31" fmla="*/ 11 h 48"/>
                  <a:gd name="T32" fmla="*/ 21 w 41"/>
                  <a:gd name="T33" fmla="*/ 8 h 48"/>
                  <a:gd name="T34" fmla="*/ 20 w 41"/>
                  <a:gd name="T35" fmla="*/ 8 h 48"/>
                  <a:gd name="T36" fmla="*/ 19 w 41"/>
                  <a:gd name="T37" fmla="*/ 8 h 48"/>
                  <a:gd name="T38" fmla="*/ 18 w 41"/>
                  <a:gd name="T39" fmla="*/ 8 h 48"/>
                  <a:gd name="T40" fmla="*/ 17 w 41"/>
                  <a:gd name="T41" fmla="*/ 9 h 48"/>
                  <a:gd name="T42" fmla="*/ 15 w 41"/>
                  <a:gd name="T43" fmla="*/ 5 h 48"/>
                  <a:gd name="T44" fmla="*/ 13 w 41"/>
                  <a:gd name="T45" fmla="*/ 3 h 48"/>
                  <a:gd name="T46" fmla="*/ 11 w 41"/>
                  <a:gd name="T47" fmla="*/ 1 h 48"/>
                  <a:gd name="T48" fmla="*/ 9 w 41"/>
                  <a:gd name="T49" fmla="*/ 0 h 48"/>
                  <a:gd name="T50" fmla="*/ 7 w 41"/>
                  <a:gd name="T51" fmla="*/ 1 h 48"/>
                  <a:gd name="T52" fmla="*/ 6 w 41"/>
                  <a:gd name="T53" fmla="*/ 1 h 48"/>
                  <a:gd name="T54" fmla="*/ 4 w 41"/>
                  <a:gd name="T55" fmla="*/ 3 h 48"/>
                  <a:gd name="T56" fmla="*/ 3 w 41"/>
                  <a:gd name="T57" fmla="*/ 5 h 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1" h="48">
                    <a:moveTo>
                      <a:pt x="6" y="9"/>
                    </a:moveTo>
                    <a:lnTo>
                      <a:pt x="7" y="11"/>
                    </a:lnTo>
                    <a:lnTo>
                      <a:pt x="8" y="13"/>
                    </a:lnTo>
                    <a:lnTo>
                      <a:pt x="10" y="16"/>
                    </a:lnTo>
                    <a:lnTo>
                      <a:pt x="11" y="18"/>
                    </a:lnTo>
                    <a:lnTo>
                      <a:pt x="7" y="23"/>
                    </a:lnTo>
                    <a:lnTo>
                      <a:pt x="3" y="30"/>
                    </a:lnTo>
                    <a:lnTo>
                      <a:pt x="0" y="35"/>
                    </a:lnTo>
                    <a:lnTo>
                      <a:pt x="0" y="41"/>
                    </a:lnTo>
                    <a:lnTo>
                      <a:pt x="6" y="46"/>
                    </a:lnTo>
                    <a:lnTo>
                      <a:pt x="14" y="48"/>
                    </a:lnTo>
                    <a:lnTo>
                      <a:pt x="24" y="48"/>
                    </a:lnTo>
                    <a:lnTo>
                      <a:pt x="33" y="45"/>
                    </a:lnTo>
                    <a:lnTo>
                      <a:pt x="37" y="38"/>
                    </a:lnTo>
                    <a:lnTo>
                      <a:pt x="41" y="28"/>
                    </a:lnTo>
                    <a:lnTo>
                      <a:pt x="41" y="20"/>
                    </a:lnTo>
                    <a:lnTo>
                      <a:pt x="39" y="15"/>
                    </a:lnTo>
                    <a:lnTo>
                      <a:pt x="37" y="15"/>
                    </a:lnTo>
                    <a:lnTo>
                      <a:pt x="36" y="15"/>
                    </a:lnTo>
                    <a:lnTo>
                      <a:pt x="34" y="15"/>
                    </a:lnTo>
                    <a:lnTo>
                      <a:pt x="31" y="16"/>
                    </a:lnTo>
                    <a:lnTo>
                      <a:pt x="28" y="10"/>
                    </a:lnTo>
                    <a:lnTo>
                      <a:pt x="24" y="5"/>
                    </a:lnTo>
                    <a:lnTo>
                      <a:pt x="20" y="2"/>
                    </a:lnTo>
                    <a:lnTo>
                      <a:pt x="16" y="0"/>
                    </a:lnTo>
                    <a:lnTo>
                      <a:pt x="13" y="1"/>
                    </a:lnTo>
                    <a:lnTo>
                      <a:pt x="11" y="2"/>
                    </a:lnTo>
                    <a:lnTo>
                      <a:pt x="7" y="5"/>
                    </a:lnTo>
                    <a:lnTo>
                      <a:pt x="6"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9" name="Freeform 70">
                <a:extLst>
                  <a:ext uri="{FF2B5EF4-FFF2-40B4-BE49-F238E27FC236}">
                    <a16:creationId xmlns:a16="http://schemas.microsoft.com/office/drawing/2014/main" id="{EA35528E-BB58-455D-9B6E-69E78AFF9A7B}"/>
                  </a:ext>
                </a:extLst>
              </p:cNvPr>
              <p:cNvSpPr>
                <a:spLocks/>
              </p:cNvSpPr>
              <p:nvPr/>
            </p:nvSpPr>
            <p:spPr bwMode="auto">
              <a:xfrm>
                <a:off x="3781" y="2880"/>
                <a:ext cx="88" cy="154"/>
              </a:xfrm>
              <a:custGeom>
                <a:avLst/>
                <a:gdLst>
                  <a:gd name="T0" fmla="*/ 83 w 163"/>
                  <a:gd name="T1" fmla="*/ 24 h 282"/>
                  <a:gd name="T2" fmla="*/ 73 w 163"/>
                  <a:gd name="T3" fmla="*/ 26 h 282"/>
                  <a:gd name="T4" fmla="*/ 65 w 163"/>
                  <a:gd name="T5" fmla="*/ 26 h 282"/>
                  <a:gd name="T6" fmla="*/ 59 w 163"/>
                  <a:gd name="T7" fmla="*/ 24 h 282"/>
                  <a:gd name="T8" fmla="*/ 57 w 163"/>
                  <a:gd name="T9" fmla="*/ 21 h 282"/>
                  <a:gd name="T10" fmla="*/ 54 w 163"/>
                  <a:gd name="T11" fmla="*/ 22 h 282"/>
                  <a:gd name="T12" fmla="*/ 51 w 163"/>
                  <a:gd name="T13" fmla="*/ 28 h 282"/>
                  <a:gd name="T14" fmla="*/ 47 w 163"/>
                  <a:gd name="T15" fmla="*/ 37 h 282"/>
                  <a:gd name="T16" fmla="*/ 45 w 163"/>
                  <a:gd name="T17" fmla="*/ 43 h 282"/>
                  <a:gd name="T18" fmla="*/ 45 w 163"/>
                  <a:gd name="T19" fmla="*/ 44 h 282"/>
                  <a:gd name="T20" fmla="*/ 47 w 163"/>
                  <a:gd name="T21" fmla="*/ 46 h 282"/>
                  <a:gd name="T22" fmla="*/ 46 w 163"/>
                  <a:gd name="T23" fmla="*/ 49 h 282"/>
                  <a:gd name="T24" fmla="*/ 45 w 163"/>
                  <a:gd name="T25" fmla="*/ 53 h 282"/>
                  <a:gd name="T26" fmla="*/ 46 w 163"/>
                  <a:gd name="T27" fmla="*/ 57 h 282"/>
                  <a:gd name="T28" fmla="*/ 44 w 163"/>
                  <a:gd name="T29" fmla="*/ 62 h 282"/>
                  <a:gd name="T30" fmla="*/ 38 w 163"/>
                  <a:gd name="T31" fmla="*/ 70 h 282"/>
                  <a:gd name="T32" fmla="*/ 31 w 163"/>
                  <a:gd name="T33" fmla="*/ 81 h 282"/>
                  <a:gd name="T34" fmla="*/ 27 w 163"/>
                  <a:gd name="T35" fmla="*/ 88 h 282"/>
                  <a:gd name="T36" fmla="*/ 29 w 163"/>
                  <a:gd name="T37" fmla="*/ 97 h 282"/>
                  <a:gd name="T38" fmla="*/ 35 w 163"/>
                  <a:gd name="T39" fmla="*/ 120 h 282"/>
                  <a:gd name="T40" fmla="*/ 32 w 163"/>
                  <a:gd name="T41" fmla="*/ 136 h 282"/>
                  <a:gd name="T42" fmla="*/ 24 w 163"/>
                  <a:gd name="T43" fmla="*/ 141 h 282"/>
                  <a:gd name="T44" fmla="*/ 18 w 163"/>
                  <a:gd name="T45" fmla="*/ 147 h 282"/>
                  <a:gd name="T46" fmla="*/ 23 w 163"/>
                  <a:gd name="T47" fmla="*/ 147 h 282"/>
                  <a:gd name="T48" fmla="*/ 28 w 163"/>
                  <a:gd name="T49" fmla="*/ 149 h 282"/>
                  <a:gd name="T50" fmla="*/ 23 w 163"/>
                  <a:gd name="T51" fmla="*/ 149 h 282"/>
                  <a:gd name="T52" fmla="*/ 18 w 163"/>
                  <a:gd name="T53" fmla="*/ 150 h 282"/>
                  <a:gd name="T54" fmla="*/ 15 w 163"/>
                  <a:gd name="T55" fmla="*/ 152 h 282"/>
                  <a:gd name="T56" fmla="*/ 13 w 163"/>
                  <a:gd name="T57" fmla="*/ 154 h 282"/>
                  <a:gd name="T58" fmla="*/ 13 w 163"/>
                  <a:gd name="T59" fmla="*/ 130 h 282"/>
                  <a:gd name="T60" fmla="*/ 21 w 163"/>
                  <a:gd name="T61" fmla="*/ 120 h 282"/>
                  <a:gd name="T62" fmla="*/ 19 w 163"/>
                  <a:gd name="T63" fmla="*/ 112 h 282"/>
                  <a:gd name="T64" fmla="*/ 13 w 163"/>
                  <a:gd name="T65" fmla="*/ 106 h 282"/>
                  <a:gd name="T66" fmla="*/ 7 w 163"/>
                  <a:gd name="T67" fmla="*/ 103 h 282"/>
                  <a:gd name="T68" fmla="*/ 3 w 163"/>
                  <a:gd name="T69" fmla="*/ 101 h 282"/>
                  <a:gd name="T70" fmla="*/ 1 w 163"/>
                  <a:gd name="T71" fmla="*/ 99 h 282"/>
                  <a:gd name="T72" fmla="*/ 1 w 163"/>
                  <a:gd name="T73" fmla="*/ 96 h 282"/>
                  <a:gd name="T74" fmla="*/ 6 w 163"/>
                  <a:gd name="T75" fmla="*/ 91 h 282"/>
                  <a:gd name="T76" fmla="*/ 18 w 163"/>
                  <a:gd name="T77" fmla="*/ 84 h 282"/>
                  <a:gd name="T78" fmla="*/ 23 w 163"/>
                  <a:gd name="T79" fmla="*/ 71 h 282"/>
                  <a:gd name="T80" fmla="*/ 21 w 163"/>
                  <a:gd name="T81" fmla="*/ 59 h 282"/>
                  <a:gd name="T82" fmla="*/ 19 w 163"/>
                  <a:gd name="T83" fmla="*/ 51 h 282"/>
                  <a:gd name="T84" fmla="*/ 19 w 163"/>
                  <a:gd name="T85" fmla="*/ 42 h 282"/>
                  <a:gd name="T86" fmla="*/ 31 w 163"/>
                  <a:gd name="T87" fmla="*/ 37 h 282"/>
                  <a:gd name="T88" fmla="*/ 39 w 163"/>
                  <a:gd name="T89" fmla="*/ 27 h 282"/>
                  <a:gd name="T90" fmla="*/ 43 w 163"/>
                  <a:gd name="T91" fmla="*/ 16 h 282"/>
                  <a:gd name="T92" fmla="*/ 44 w 163"/>
                  <a:gd name="T93" fmla="*/ 9 h 282"/>
                  <a:gd name="T94" fmla="*/ 45 w 163"/>
                  <a:gd name="T95" fmla="*/ 4 h 282"/>
                  <a:gd name="T96" fmla="*/ 50 w 163"/>
                  <a:gd name="T97" fmla="*/ 0 h 282"/>
                  <a:gd name="T98" fmla="*/ 56 w 163"/>
                  <a:gd name="T99" fmla="*/ 1 h 282"/>
                  <a:gd name="T100" fmla="*/ 58 w 163"/>
                  <a:gd name="T101" fmla="*/ 5 h 282"/>
                  <a:gd name="T102" fmla="*/ 63 w 163"/>
                  <a:gd name="T103" fmla="*/ 12 h 282"/>
                  <a:gd name="T104" fmla="*/ 68 w 163"/>
                  <a:gd name="T105" fmla="*/ 17 h 282"/>
                  <a:gd name="T106" fmla="*/ 76 w 163"/>
                  <a:gd name="T107" fmla="*/ 15 h 282"/>
                  <a:gd name="T108" fmla="*/ 85 w 163"/>
                  <a:gd name="T109" fmla="*/ 5 h 282"/>
                  <a:gd name="T110" fmla="*/ 86 w 163"/>
                  <a:gd name="T111" fmla="*/ 14 h 282"/>
                  <a:gd name="T112" fmla="*/ 88 w 163"/>
                  <a:gd name="T113" fmla="*/ 21 h 2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63" h="282">
                    <a:moveTo>
                      <a:pt x="163" y="39"/>
                    </a:moveTo>
                    <a:lnTo>
                      <a:pt x="153" y="44"/>
                    </a:lnTo>
                    <a:lnTo>
                      <a:pt x="144" y="46"/>
                    </a:lnTo>
                    <a:lnTo>
                      <a:pt x="135" y="47"/>
                    </a:lnTo>
                    <a:lnTo>
                      <a:pt x="127" y="47"/>
                    </a:lnTo>
                    <a:lnTo>
                      <a:pt x="120" y="47"/>
                    </a:lnTo>
                    <a:lnTo>
                      <a:pt x="113" y="45"/>
                    </a:lnTo>
                    <a:lnTo>
                      <a:pt x="110" y="44"/>
                    </a:lnTo>
                    <a:lnTo>
                      <a:pt x="107" y="41"/>
                    </a:lnTo>
                    <a:lnTo>
                      <a:pt x="106" y="39"/>
                    </a:lnTo>
                    <a:lnTo>
                      <a:pt x="104" y="39"/>
                    </a:lnTo>
                    <a:lnTo>
                      <a:pt x="100" y="41"/>
                    </a:lnTo>
                    <a:lnTo>
                      <a:pt x="98" y="45"/>
                    </a:lnTo>
                    <a:lnTo>
                      <a:pt x="95" y="51"/>
                    </a:lnTo>
                    <a:lnTo>
                      <a:pt x="90" y="60"/>
                    </a:lnTo>
                    <a:lnTo>
                      <a:pt x="87" y="68"/>
                    </a:lnTo>
                    <a:lnTo>
                      <a:pt x="85" y="75"/>
                    </a:lnTo>
                    <a:lnTo>
                      <a:pt x="84" y="78"/>
                    </a:lnTo>
                    <a:lnTo>
                      <a:pt x="84" y="79"/>
                    </a:lnTo>
                    <a:lnTo>
                      <a:pt x="84" y="81"/>
                    </a:lnTo>
                    <a:lnTo>
                      <a:pt x="87" y="83"/>
                    </a:lnTo>
                    <a:lnTo>
                      <a:pt x="87" y="85"/>
                    </a:lnTo>
                    <a:lnTo>
                      <a:pt x="85" y="86"/>
                    </a:lnTo>
                    <a:lnTo>
                      <a:pt x="85" y="90"/>
                    </a:lnTo>
                    <a:lnTo>
                      <a:pt x="84" y="93"/>
                    </a:lnTo>
                    <a:lnTo>
                      <a:pt x="84" y="97"/>
                    </a:lnTo>
                    <a:lnTo>
                      <a:pt x="84" y="100"/>
                    </a:lnTo>
                    <a:lnTo>
                      <a:pt x="85" y="104"/>
                    </a:lnTo>
                    <a:lnTo>
                      <a:pt x="87" y="107"/>
                    </a:lnTo>
                    <a:lnTo>
                      <a:pt x="82" y="113"/>
                    </a:lnTo>
                    <a:lnTo>
                      <a:pt x="76" y="120"/>
                    </a:lnTo>
                    <a:lnTo>
                      <a:pt x="70" y="129"/>
                    </a:lnTo>
                    <a:lnTo>
                      <a:pt x="64" y="138"/>
                    </a:lnTo>
                    <a:lnTo>
                      <a:pt x="57" y="149"/>
                    </a:lnTo>
                    <a:lnTo>
                      <a:pt x="52" y="157"/>
                    </a:lnTo>
                    <a:lnTo>
                      <a:pt x="50" y="162"/>
                    </a:lnTo>
                    <a:lnTo>
                      <a:pt x="49" y="167"/>
                    </a:lnTo>
                    <a:lnTo>
                      <a:pt x="53" y="177"/>
                    </a:lnTo>
                    <a:lnTo>
                      <a:pt x="60" y="196"/>
                    </a:lnTo>
                    <a:lnTo>
                      <a:pt x="64" y="220"/>
                    </a:lnTo>
                    <a:lnTo>
                      <a:pt x="59" y="245"/>
                    </a:lnTo>
                    <a:lnTo>
                      <a:pt x="60" y="249"/>
                    </a:lnTo>
                    <a:lnTo>
                      <a:pt x="53" y="253"/>
                    </a:lnTo>
                    <a:lnTo>
                      <a:pt x="45" y="259"/>
                    </a:lnTo>
                    <a:lnTo>
                      <a:pt x="38" y="264"/>
                    </a:lnTo>
                    <a:lnTo>
                      <a:pt x="34" y="269"/>
                    </a:lnTo>
                    <a:lnTo>
                      <a:pt x="37" y="269"/>
                    </a:lnTo>
                    <a:lnTo>
                      <a:pt x="43" y="269"/>
                    </a:lnTo>
                    <a:lnTo>
                      <a:pt x="47" y="272"/>
                    </a:lnTo>
                    <a:lnTo>
                      <a:pt x="51" y="273"/>
                    </a:lnTo>
                    <a:lnTo>
                      <a:pt x="46" y="272"/>
                    </a:lnTo>
                    <a:lnTo>
                      <a:pt x="43" y="272"/>
                    </a:lnTo>
                    <a:lnTo>
                      <a:pt x="38" y="273"/>
                    </a:lnTo>
                    <a:lnTo>
                      <a:pt x="34" y="274"/>
                    </a:lnTo>
                    <a:lnTo>
                      <a:pt x="30" y="275"/>
                    </a:lnTo>
                    <a:lnTo>
                      <a:pt x="28" y="278"/>
                    </a:lnTo>
                    <a:lnTo>
                      <a:pt x="26" y="280"/>
                    </a:lnTo>
                    <a:lnTo>
                      <a:pt x="24" y="282"/>
                    </a:lnTo>
                    <a:lnTo>
                      <a:pt x="21" y="256"/>
                    </a:lnTo>
                    <a:lnTo>
                      <a:pt x="24" y="238"/>
                    </a:lnTo>
                    <a:lnTo>
                      <a:pt x="31" y="227"/>
                    </a:lnTo>
                    <a:lnTo>
                      <a:pt x="39" y="220"/>
                    </a:lnTo>
                    <a:lnTo>
                      <a:pt x="38" y="212"/>
                    </a:lnTo>
                    <a:lnTo>
                      <a:pt x="35" y="205"/>
                    </a:lnTo>
                    <a:lnTo>
                      <a:pt x="30" y="199"/>
                    </a:lnTo>
                    <a:lnTo>
                      <a:pt x="24" y="195"/>
                    </a:lnTo>
                    <a:lnTo>
                      <a:pt x="19" y="190"/>
                    </a:lnTo>
                    <a:lnTo>
                      <a:pt x="13" y="188"/>
                    </a:lnTo>
                    <a:lnTo>
                      <a:pt x="7" y="187"/>
                    </a:lnTo>
                    <a:lnTo>
                      <a:pt x="5" y="185"/>
                    </a:lnTo>
                    <a:lnTo>
                      <a:pt x="2" y="185"/>
                    </a:lnTo>
                    <a:lnTo>
                      <a:pt x="1" y="182"/>
                    </a:lnTo>
                    <a:lnTo>
                      <a:pt x="0" y="178"/>
                    </a:lnTo>
                    <a:lnTo>
                      <a:pt x="1" y="175"/>
                    </a:lnTo>
                    <a:lnTo>
                      <a:pt x="5" y="172"/>
                    </a:lnTo>
                    <a:lnTo>
                      <a:pt x="12" y="166"/>
                    </a:lnTo>
                    <a:lnTo>
                      <a:pt x="22" y="160"/>
                    </a:lnTo>
                    <a:lnTo>
                      <a:pt x="34" y="153"/>
                    </a:lnTo>
                    <a:lnTo>
                      <a:pt x="41" y="143"/>
                    </a:lnTo>
                    <a:lnTo>
                      <a:pt x="43" y="130"/>
                    </a:lnTo>
                    <a:lnTo>
                      <a:pt x="42" y="117"/>
                    </a:lnTo>
                    <a:lnTo>
                      <a:pt x="38" y="108"/>
                    </a:lnTo>
                    <a:lnTo>
                      <a:pt x="36" y="101"/>
                    </a:lnTo>
                    <a:lnTo>
                      <a:pt x="35" y="93"/>
                    </a:lnTo>
                    <a:lnTo>
                      <a:pt x="35" y="84"/>
                    </a:lnTo>
                    <a:lnTo>
                      <a:pt x="36" y="77"/>
                    </a:lnTo>
                    <a:lnTo>
                      <a:pt x="49" y="74"/>
                    </a:lnTo>
                    <a:lnTo>
                      <a:pt x="58" y="68"/>
                    </a:lnTo>
                    <a:lnTo>
                      <a:pt x="66" y="60"/>
                    </a:lnTo>
                    <a:lnTo>
                      <a:pt x="72" y="49"/>
                    </a:lnTo>
                    <a:lnTo>
                      <a:pt x="76" y="39"/>
                    </a:lnTo>
                    <a:lnTo>
                      <a:pt x="79" y="30"/>
                    </a:lnTo>
                    <a:lnTo>
                      <a:pt x="81" y="22"/>
                    </a:lnTo>
                    <a:lnTo>
                      <a:pt x="82" y="17"/>
                    </a:lnTo>
                    <a:lnTo>
                      <a:pt x="83" y="13"/>
                    </a:lnTo>
                    <a:lnTo>
                      <a:pt x="84" y="7"/>
                    </a:lnTo>
                    <a:lnTo>
                      <a:pt x="88" y="2"/>
                    </a:lnTo>
                    <a:lnTo>
                      <a:pt x="92" y="0"/>
                    </a:lnTo>
                    <a:lnTo>
                      <a:pt x="99" y="0"/>
                    </a:lnTo>
                    <a:lnTo>
                      <a:pt x="103" y="1"/>
                    </a:lnTo>
                    <a:lnTo>
                      <a:pt x="106" y="5"/>
                    </a:lnTo>
                    <a:lnTo>
                      <a:pt x="108" y="10"/>
                    </a:lnTo>
                    <a:lnTo>
                      <a:pt x="112" y="16"/>
                    </a:lnTo>
                    <a:lnTo>
                      <a:pt x="117" y="22"/>
                    </a:lnTo>
                    <a:lnTo>
                      <a:pt x="122" y="28"/>
                    </a:lnTo>
                    <a:lnTo>
                      <a:pt x="126" y="32"/>
                    </a:lnTo>
                    <a:lnTo>
                      <a:pt x="132" y="33"/>
                    </a:lnTo>
                    <a:lnTo>
                      <a:pt x="140" y="28"/>
                    </a:lnTo>
                    <a:lnTo>
                      <a:pt x="149" y="18"/>
                    </a:lnTo>
                    <a:lnTo>
                      <a:pt x="157" y="9"/>
                    </a:lnTo>
                    <a:lnTo>
                      <a:pt x="159" y="18"/>
                    </a:lnTo>
                    <a:lnTo>
                      <a:pt x="160" y="26"/>
                    </a:lnTo>
                    <a:lnTo>
                      <a:pt x="161" y="33"/>
                    </a:lnTo>
                    <a:lnTo>
                      <a:pt x="163" y="3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0" name="Freeform 71">
                <a:extLst>
                  <a:ext uri="{FF2B5EF4-FFF2-40B4-BE49-F238E27FC236}">
                    <a16:creationId xmlns:a16="http://schemas.microsoft.com/office/drawing/2014/main" id="{23C02D2E-31CE-4FB3-9D79-FA87395D92B6}"/>
                  </a:ext>
                </a:extLst>
              </p:cNvPr>
              <p:cNvSpPr>
                <a:spLocks/>
              </p:cNvSpPr>
              <p:nvPr/>
            </p:nvSpPr>
            <p:spPr bwMode="auto">
              <a:xfrm>
                <a:off x="3798" y="2902"/>
                <a:ext cx="71" cy="131"/>
              </a:xfrm>
              <a:custGeom>
                <a:avLst/>
                <a:gdLst>
                  <a:gd name="T0" fmla="*/ 65 w 129"/>
                  <a:gd name="T1" fmla="*/ 3 h 241"/>
                  <a:gd name="T2" fmla="*/ 56 w 129"/>
                  <a:gd name="T3" fmla="*/ 4 h 241"/>
                  <a:gd name="T4" fmla="*/ 47 w 129"/>
                  <a:gd name="T5" fmla="*/ 4 h 241"/>
                  <a:gd name="T6" fmla="*/ 42 w 129"/>
                  <a:gd name="T7" fmla="*/ 3 h 241"/>
                  <a:gd name="T8" fmla="*/ 40 w 129"/>
                  <a:gd name="T9" fmla="*/ 0 h 241"/>
                  <a:gd name="T10" fmla="*/ 36 w 129"/>
                  <a:gd name="T11" fmla="*/ 1 h 241"/>
                  <a:gd name="T12" fmla="*/ 34 w 129"/>
                  <a:gd name="T13" fmla="*/ 7 h 241"/>
                  <a:gd name="T14" fmla="*/ 29 w 129"/>
                  <a:gd name="T15" fmla="*/ 16 h 241"/>
                  <a:gd name="T16" fmla="*/ 28 w 129"/>
                  <a:gd name="T17" fmla="*/ 21 h 241"/>
                  <a:gd name="T18" fmla="*/ 28 w 129"/>
                  <a:gd name="T19" fmla="*/ 23 h 241"/>
                  <a:gd name="T20" fmla="*/ 29 w 129"/>
                  <a:gd name="T21" fmla="*/ 25 h 241"/>
                  <a:gd name="T22" fmla="*/ 28 w 129"/>
                  <a:gd name="T23" fmla="*/ 28 h 241"/>
                  <a:gd name="T24" fmla="*/ 28 w 129"/>
                  <a:gd name="T25" fmla="*/ 32 h 241"/>
                  <a:gd name="T26" fmla="*/ 28 w 129"/>
                  <a:gd name="T27" fmla="*/ 35 h 241"/>
                  <a:gd name="T28" fmla="*/ 26 w 129"/>
                  <a:gd name="T29" fmla="*/ 40 h 241"/>
                  <a:gd name="T30" fmla="*/ 20 w 129"/>
                  <a:gd name="T31" fmla="*/ 49 h 241"/>
                  <a:gd name="T32" fmla="*/ 13 w 129"/>
                  <a:gd name="T33" fmla="*/ 60 h 241"/>
                  <a:gd name="T34" fmla="*/ 9 w 129"/>
                  <a:gd name="T35" fmla="*/ 67 h 241"/>
                  <a:gd name="T36" fmla="*/ 10 w 129"/>
                  <a:gd name="T37" fmla="*/ 75 h 241"/>
                  <a:gd name="T38" fmla="*/ 17 w 129"/>
                  <a:gd name="T39" fmla="*/ 98 h 241"/>
                  <a:gd name="T40" fmla="*/ 14 w 129"/>
                  <a:gd name="T41" fmla="*/ 114 h 241"/>
                  <a:gd name="T42" fmla="*/ 6 w 129"/>
                  <a:gd name="T43" fmla="*/ 120 h 241"/>
                  <a:gd name="T44" fmla="*/ 0 w 129"/>
                  <a:gd name="T45" fmla="*/ 125 h 241"/>
                  <a:gd name="T46" fmla="*/ 5 w 129"/>
                  <a:gd name="T47" fmla="*/ 125 h 241"/>
                  <a:gd name="T48" fmla="*/ 9 w 129"/>
                  <a:gd name="T49" fmla="*/ 127 h 241"/>
                  <a:gd name="T50" fmla="*/ 17 w 129"/>
                  <a:gd name="T51" fmla="*/ 130 h 241"/>
                  <a:gd name="T52" fmla="*/ 26 w 129"/>
                  <a:gd name="T53" fmla="*/ 131 h 241"/>
                  <a:gd name="T54" fmla="*/ 35 w 129"/>
                  <a:gd name="T55" fmla="*/ 128 h 241"/>
                  <a:gd name="T56" fmla="*/ 38 w 129"/>
                  <a:gd name="T57" fmla="*/ 121 h 241"/>
                  <a:gd name="T58" fmla="*/ 39 w 129"/>
                  <a:gd name="T59" fmla="*/ 110 h 241"/>
                  <a:gd name="T60" fmla="*/ 42 w 129"/>
                  <a:gd name="T61" fmla="*/ 103 h 241"/>
                  <a:gd name="T62" fmla="*/ 45 w 129"/>
                  <a:gd name="T63" fmla="*/ 100 h 241"/>
                  <a:gd name="T64" fmla="*/ 43 w 129"/>
                  <a:gd name="T65" fmla="*/ 96 h 241"/>
                  <a:gd name="T66" fmla="*/ 46 w 129"/>
                  <a:gd name="T67" fmla="*/ 94 h 241"/>
                  <a:gd name="T68" fmla="*/ 46 w 129"/>
                  <a:gd name="T69" fmla="*/ 91 h 241"/>
                  <a:gd name="T70" fmla="*/ 46 w 129"/>
                  <a:gd name="T71" fmla="*/ 86 h 241"/>
                  <a:gd name="T72" fmla="*/ 48 w 129"/>
                  <a:gd name="T73" fmla="*/ 78 h 241"/>
                  <a:gd name="T74" fmla="*/ 52 w 129"/>
                  <a:gd name="T75" fmla="*/ 77 h 241"/>
                  <a:gd name="T76" fmla="*/ 56 w 129"/>
                  <a:gd name="T77" fmla="*/ 77 h 241"/>
                  <a:gd name="T78" fmla="*/ 60 w 129"/>
                  <a:gd name="T79" fmla="*/ 73 h 241"/>
                  <a:gd name="T80" fmla="*/ 56 w 129"/>
                  <a:gd name="T81" fmla="*/ 65 h 241"/>
                  <a:gd name="T82" fmla="*/ 52 w 129"/>
                  <a:gd name="T83" fmla="*/ 55 h 241"/>
                  <a:gd name="T84" fmla="*/ 47 w 129"/>
                  <a:gd name="T85" fmla="*/ 45 h 241"/>
                  <a:gd name="T86" fmla="*/ 46 w 129"/>
                  <a:gd name="T87" fmla="*/ 42 h 241"/>
                  <a:gd name="T88" fmla="*/ 45 w 129"/>
                  <a:gd name="T89" fmla="*/ 40 h 241"/>
                  <a:gd name="T90" fmla="*/ 46 w 129"/>
                  <a:gd name="T91" fmla="*/ 34 h 241"/>
                  <a:gd name="T92" fmla="*/ 49 w 129"/>
                  <a:gd name="T93" fmla="*/ 29 h 241"/>
                  <a:gd name="T94" fmla="*/ 51 w 129"/>
                  <a:gd name="T95" fmla="*/ 28 h 241"/>
                  <a:gd name="T96" fmla="*/ 51 w 129"/>
                  <a:gd name="T97" fmla="*/ 27 h 241"/>
                  <a:gd name="T98" fmla="*/ 52 w 129"/>
                  <a:gd name="T99" fmla="*/ 20 h 241"/>
                  <a:gd name="T100" fmla="*/ 52 w 129"/>
                  <a:gd name="T101" fmla="*/ 16 h 241"/>
                  <a:gd name="T102" fmla="*/ 59 w 129"/>
                  <a:gd name="T103" fmla="*/ 13 h 241"/>
                  <a:gd name="T104" fmla="*/ 63 w 129"/>
                  <a:gd name="T105" fmla="*/ 5 h 241"/>
                  <a:gd name="T106" fmla="*/ 67 w 129"/>
                  <a:gd name="T107" fmla="*/ 4 h 241"/>
                  <a:gd name="T108" fmla="*/ 71 w 129"/>
                  <a:gd name="T109" fmla="*/ 0 h 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9" h="241">
                    <a:moveTo>
                      <a:pt x="129" y="0"/>
                    </a:moveTo>
                    <a:lnTo>
                      <a:pt x="119" y="5"/>
                    </a:lnTo>
                    <a:lnTo>
                      <a:pt x="110" y="7"/>
                    </a:lnTo>
                    <a:lnTo>
                      <a:pt x="101" y="8"/>
                    </a:lnTo>
                    <a:lnTo>
                      <a:pt x="93" y="8"/>
                    </a:lnTo>
                    <a:lnTo>
                      <a:pt x="86" y="8"/>
                    </a:lnTo>
                    <a:lnTo>
                      <a:pt x="79" y="6"/>
                    </a:lnTo>
                    <a:lnTo>
                      <a:pt x="76" y="5"/>
                    </a:lnTo>
                    <a:lnTo>
                      <a:pt x="73" y="2"/>
                    </a:lnTo>
                    <a:lnTo>
                      <a:pt x="72" y="0"/>
                    </a:lnTo>
                    <a:lnTo>
                      <a:pt x="70" y="0"/>
                    </a:lnTo>
                    <a:lnTo>
                      <a:pt x="66" y="2"/>
                    </a:lnTo>
                    <a:lnTo>
                      <a:pt x="64" y="6"/>
                    </a:lnTo>
                    <a:lnTo>
                      <a:pt x="61" y="12"/>
                    </a:lnTo>
                    <a:lnTo>
                      <a:pt x="56" y="21"/>
                    </a:lnTo>
                    <a:lnTo>
                      <a:pt x="53" y="29"/>
                    </a:lnTo>
                    <a:lnTo>
                      <a:pt x="51" y="36"/>
                    </a:lnTo>
                    <a:lnTo>
                      <a:pt x="50" y="39"/>
                    </a:lnTo>
                    <a:lnTo>
                      <a:pt x="50" y="40"/>
                    </a:lnTo>
                    <a:lnTo>
                      <a:pt x="50" y="42"/>
                    </a:lnTo>
                    <a:lnTo>
                      <a:pt x="53" y="44"/>
                    </a:lnTo>
                    <a:lnTo>
                      <a:pt x="53" y="46"/>
                    </a:lnTo>
                    <a:lnTo>
                      <a:pt x="51" y="47"/>
                    </a:lnTo>
                    <a:lnTo>
                      <a:pt x="51" y="51"/>
                    </a:lnTo>
                    <a:lnTo>
                      <a:pt x="50" y="54"/>
                    </a:lnTo>
                    <a:lnTo>
                      <a:pt x="50" y="58"/>
                    </a:lnTo>
                    <a:lnTo>
                      <a:pt x="50" y="61"/>
                    </a:lnTo>
                    <a:lnTo>
                      <a:pt x="51" y="65"/>
                    </a:lnTo>
                    <a:lnTo>
                      <a:pt x="53" y="68"/>
                    </a:lnTo>
                    <a:lnTo>
                      <a:pt x="48" y="74"/>
                    </a:lnTo>
                    <a:lnTo>
                      <a:pt x="42" y="81"/>
                    </a:lnTo>
                    <a:lnTo>
                      <a:pt x="36" y="90"/>
                    </a:lnTo>
                    <a:lnTo>
                      <a:pt x="30" y="99"/>
                    </a:lnTo>
                    <a:lnTo>
                      <a:pt x="23" y="110"/>
                    </a:lnTo>
                    <a:lnTo>
                      <a:pt x="18" y="118"/>
                    </a:lnTo>
                    <a:lnTo>
                      <a:pt x="16" y="123"/>
                    </a:lnTo>
                    <a:lnTo>
                      <a:pt x="15" y="128"/>
                    </a:lnTo>
                    <a:lnTo>
                      <a:pt x="19" y="138"/>
                    </a:lnTo>
                    <a:lnTo>
                      <a:pt x="26" y="157"/>
                    </a:lnTo>
                    <a:lnTo>
                      <a:pt x="30" y="181"/>
                    </a:lnTo>
                    <a:lnTo>
                      <a:pt x="25" y="206"/>
                    </a:lnTo>
                    <a:lnTo>
                      <a:pt x="26" y="210"/>
                    </a:lnTo>
                    <a:lnTo>
                      <a:pt x="19" y="214"/>
                    </a:lnTo>
                    <a:lnTo>
                      <a:pt x="11" y="220"/>
                    </a:lnTo>
                    <a:lnTo>
                      <a:pt x="4" y="225"/>
                    </a:lnTo>
                    <a:lnTo>
                      <a:pt x="0" y="230"/>
                    </a:lnTo>
                    <a:lnTo>
                      <a:pt x="3" y="230"/>
                    </a:lnTo>
                    <a:lnTo>
                      <a:pt x="9" y="230"/>
                    </a:lnTo>
                    <a:lnTo>
                      <a:pt x="13" y="233"/>
                    </a:lnTo>
                    <a:lnTo>
                      <a:pt x="17" y="234"/>
                    </a:lnTo>
                    <a:lnTo>
                      <a:pt x="23" y="236"/>
                    </a:lnTo>
                    <a:lnTo>
                      <a:pt x="30" y="239"/>
                    </a:lnTo>
                    <a:lnTo>
                      <a:pt x="38" y="240"/>
                    </a:lnTo>
                    <a:lnTo>
                      <a:pt x="47" y="241"/>
                    </a:lnTo>
                    <a:lnTo>
                      <a:pt x="57" y="239"/>
                    </a:lnTo>
                    <a:lnTo>
                      <a:pt x="64" y="235"/>
                    </a:lnTo>
                    <a:lnTo>
                      <a:pt x="68" y="228"/>
                    </a:lnTo>
                    <a:lnTo>
                      <a:pt x="69" y="222"/>
                    </a:lnTo>
                    <a:lnTo>
                      <a:pt x="69" y="212"/>
                    </a:lnTo>
                    <a:lnTo>
                      <a:pt x="71" y="202"/>
                    </a:lnTo>
                    <a:lnTo>
                      <a:pt x="74" y="194"/>
                    </a:lnTo>
                    <a:lnTo>
                      <a:pt x="77" y="189"/>
                    </a:lnTo>
                    <a:lnTo>
                      <a:pt x="80" y="188"/>
                    </a:lnTo>
                    <a:lnTo>
                      <a:pt x="81" y="184"/>
                    </a:lnTo>
                    <a:lnTo>
                      <a:pt x="81" y="181"/>
                    </a:lnTo>
                    <a:lnTo>
                      <a:pt x="79" y="176"/>
                    </a:lnTo>
                    <a:lnTo>
                      <a:pt x="80" y="174"/>
                    </a:lnTo>
                    <a:lnTo>
                      <a:pt x="84" y="173"/>
                    </a:lnTo>
                    <a:lnTo>
                      <a:pt x="85" y="172"/>
                    </a:lnTo>
                    <a:lnTo>
                      <a:pt x="84" y="167"/>
                    </a:lnTo>
                    <a:lnTo>
                      <a:pt x="83" y="164"/>
                    </a:lnTo>
                    <a:lnTo>
                      <a:pt x="84" y="158"/>
                    </a:lnTo>
                    <a:lnTo>
                      <a:pt x="85" y="151"/>
                    </a:lnTo>
                    <a:lnTo>
                      <a:pt x="87" y="143"/>
                    </a:lnTo>
                    <a:lnTo>
                      <a:pt x="92" y="142"/>
                    </a:lnTo>
                    <a:lnTo>
                      <a:pt x="95" y="141"/>
                    </a:lnTo>
                    <a:lnTo>
                      <a:pt x="99" y="142"/>
                    </a:lnTo>
                    <a:lnTo>
                      <a:pt x="102" y="142"/>
                    </a:lnTo>
                    <a:lnTo>
                      <a:pt x="108" y="139"/>
                    </a:lnTo>
                    <a:lnTo>
                      <a:pt x="109" y="134"/>
                    </a:lnTo>
                    <a:lnTo>
                      <a:pt x="106" y="126"/>
                    </a:lnTo>
                    <a:lnTo>
                      <a:pt x="102" y="119"/>
                    </a:lnTo>
                    <a:lnTo>
                      <a:pt x="99" y="112"/>
                    </a:lnTo>
                    <a:lnTo>
                      <a:pt x="94" y="101"/>
                    </a:lnTo>
                    <a:lnTo>
                      <a:pt x="89" y="91"/>
                    </a:lnTo>
                    <a:lnTo>
                      <a:pt x="85" y="82"/>
                    </a:lnTo>
                    <a:lnTo>
                      <a:pt x="84" y="80"/>
                    </a:lnTo>
                    <a:lnTo>
                      <a:pt x="83" y="77"/>
                    </a:lnTo>
                    <a:lnTo>
                      <a:pt x="83" y="76"/>
                    </a:lnTo>
                    <a:lnTo>
                      <a:pt x="81" y="74"/>
                    </a:lnTo>
                    <a:lnTo>
                      <a:pt x="83" y="69"/>
                    </a:lnTo>
                    <a:lnTo>
                      <a:pt x="84" y="63"/>
                    </a:lnTo>
                    <a:lnTo>
                      <a:pt x="86" y="59"/>
                    </a:lnTo>
                    <a:lnTo>
                      <a:pt x="89" y="54"/>
                    </a:lnTo>
                    <a:lnTo>
                      <a:pt x="91" y="53"/>
                    </a:lnTo>
                    <a:lnTo>
                      <a:pt x="92" y="51"/>
                    </a:lnTo>
                    <a:lnTo>
                      <a:pt x="92" y="50"/>
                    </a:lnTo>
                    <a:lnTo>
                      <a:pt x="93" y="49"/>
                    </a:lnTo>
                    <a:lnTo>
                      <a:pt x="95" y="43"/>
                    </a:lnTo>
                    <a:lnTo>
                      <a:pt x="95" y="37"/>
                    </a:lnTo>
                    <a:lnTo>
                      <a:pt x="95" y="34"/>
                    </a:lnTo>
                    <a:lnTo>
                      <a:pt x="94" y="30"/>
                    </a:lnTo>
                    <a:lnTo>
                      <a:pt x="101" y="28"/>
                    </a:lnTo>
                    <a:lnTo>
                      <a:pt x="108" y="23"/>
                    </a:lnTo>
                    <a:lnTo>
                      <a:pt x="112" y="17"/>
                    </a:lnTo>
                    <a:lnTo>
                      <a:pt x="115" y="10"/>
                    </a:lnTo>
                    <a:lnTo>
                      <a:pt x="118" y="9"/>
                    </a:lnTo>
                    <a:lnTo>
                      <a:pt x="122" y="7"/>
                    </a:lnTo>
                    <a:lnTo>
                      <a:pt x="125" y="5"/>
                    </a:lnTo>
                    <a:lnTo>
                      <a:pt x="1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1" name="Freeform 72">
                <a:extLst>
                  <a:ext uri="{FF2B5EF4-FFF2-40B4-BE49-F238E27FC236}">
                    <a16:creationId xmlns:a16="http://schemas.microsoft.com/office/drawing/2014/main" id="{9EE3B5E2-50E4-4188-BD3C-E3DC232BE9A3}"/>
                  </a:ext>
                </a:extLst>
              </p:cNvPr>
              <p:cNvSpPr>
                <a:spLocks/>
              </p:cNvSpPr>
              <p:nvPr/>
            </p:nvSpPr>
            <p:spPr bwMode="auto">
              <a:xfrm>
                <a:off x="3827" y="2902"/>
                <a:ext cx="42" cy="29"/>
              </a:xfrm>
              <a:custGeom>
                <a:avLst/>
                <a:gdLst>
                  <a:gd name="T0" fmla="*/ 42 w 79"/>
                  <a:gd name="T1" fmla="*/ 0 h 54"/>
                  <a:gd name="T2" fmla="*/ 40 w 79"/>
                  <a:gd name="T3" fmla="*/ 3 h 54"/>
                  <a:gd name="T4" fmla="*/ 38 w 79"/>
                  <a:gd name="T5" fmla="*/ 4 h 54"/>
                  <a:gd name="T6" fmla="*/ 36 w 79"/>
                  <a:gd name="T7" fmla="*/ 5 h 54"/>
                  <a:gd name="T8" fmla="*/ 35 w 79"/>
                  <a:gd name="T9" fmla="*/ 5 h 54"/>
                  <a:gd name="T10" fmla="*/ 33 w 79"/>
                  <a:gd name="T11" fmla="*/ 9 h 54"/>
                  <a:gd name="T12" fmla="*/ 31 w 79"/>
                  <a:gd name="T13" fmla="*/ 12 h 54"/>
                  <a:gd name="T14" fmla="*/ 27 w 79"/>
                  <a:gd name="T15" fmla="*/ 15 h 54"/>
                  <a:gd name="T16" fmla="*/ 23 w 79"/>
                  <a:gd name="T17" fmla="*/ 16 h 54"/>
                  <a:gd name="T18" fmla="*/ 21 w 79"/>
                  <a:gd name="T19" fmla="*/ 15 h 54"/>
                  <a:gd name="T20" fmla="*/ 18 w 79"/>
                  <a:gd name="T21" fmla="*/ 13 h 54"/>
                  <a:gd name="T22" fmla="*/ 14 w 79"/>
                  <a:gd name="T23" fmla="*/ 12 h 54"/>
                  <a:gd name="T24" fmla="*/ 12 w 79"/>
                  <a:gd name="T25" fmla="*/ 13 h 54"/>
                  <a:gd name="T26" fmla="*/ 10 w 79"/>
                  <a:gd name="T27" fmla="*/ 16 h 54"/>
                  <a:gd name="T28" fmla="*/ 6 w 79"/>
                  <a:gd name="T29" fmla="*/ 20 h 54"/>
                  <a:gd name="T30" fmla="*/ 3 w 79"/>
                  <a:gd name="T31" fmla="*/ 25 h 54"/>
                  <a:gd name="T32" fmla="*/ 0 w 79"/>
                  <a:gd name="T33" fmla="*/ 29 h 54"/>
                  <a:gd name="T34" fmla="*/ 1 w 79"/>
                  <a:gd name="T35" fmla="*/ 27 h 54"/>
                  <a:gd name="T36" fmla="*/ 1 w 79"/>
                  <a:gd name="T37" fmla="*/ 25 h 54"/>
                  <a:gd name="T38" fmla="*/ 2 w 79"/>
                  <a:gd name="T39" fmla="*/ 25 h 54"/>
                  <a:gd name="T40" fmla="*/ 2 w 79"/>
                  <a:gd name="T41" fmla="*/ 24 h 54"/>
                  <a:gd name="T42" fmla="*/ 0 w 79"/>
                  <a:gd name="T43" fmla="*/ 23 h 54"/>
                  <a:gd name="T44" fmla="*/ 0 w 79"/>
                  <a:gd name="T45" fmla="*/ 21 h 54"/>
                  <a:gd name="T46" fmla="*/ 0 w 79"/>
                  <a:gd name="T47" fmla="*/ 21 h 54"/>
                  <a:gd name="T48" fmla="*/ 1 w 79"/>
                  <a:gd name="T49" fmla="*/ 19 h 54"/>
                  <a:gd name="T50" fmla="*/ 2 w 79"/>
                  <a:gd name="T51" fmla="*/ 16 h 54"/>
                  <a:gd name="T52" fmla="*/ 3 w 79"/>
                  <a:gd name="T53" fmla="*/ 11 h 54"/>
                  <a:gd name="T54" fmla="*/ 6 w 79"/>
                  <a:gd name="T55" fmla="*/ 6 h 54"/>
                  <a:gd name="T56" fmla="*/ 7 w 79"/>
                  <a:gd name="T57" fmla="*/ 3 h 54"/>
                  <a:gd name="T58" fmla="*/ 9 w 79"/>
                  <a:gd name="T59" fmla="*/ 1 h 54"/>
                  <a:gd name="T60" fmla="*/ 11 w 79"/>
                  <a:gd name="T61" fmla="*/ 0 h 54"/>
                  <a:gd name="T62" fmla="*/ 12 w 79"/>
                  <a:gd name="T63" fmla="*/ 0 h 54"/>
                  <a:gd name="T64" fmla="*/ 12 w 79"/>
                  <a:gd name="T65" fmla="*/ 1 h 54"/>
                  <a:gd name="T66" fmla="*/ 14 w 79"/>
                  <a:gd name="T67" fmla="*/ 3 h 54"/>
                  <a:gd name="T68" fmla="*/ 15 w 79"/>
                  <a:gd name="T69" fmla="*/ 3 h 54"/>
                  <a:gd name="T70" fmla="*/ 19 w 79"/>
                  <a:gd name="T71" fmla="*/ 4 h 54"/>
                  <a:gd name="T72" fmla="*/ 23 w 79"/>
                  <a:gd name="T73" fmla="*/ 4 h 54"/>
                  <a:gd name="T74" fmla="*/ 27 w 79"/>
                  <a:gd name="T75" fmla="*/ 4 h 54"/>
                  <a:gd name="T76" fmla="*/ 32 w 79"/>
                  <a:gd name="T77" fmla="*/ 4 h 54"/>
                  <a:gd name="T78" fmla="*/ 37 w 79"/>
                  <a:gd name="T79" fmla="*/ 3 h 54"/>
                  <a:gd name="T80" fmla="*/ 42 w 79"/>
                  <a:gd name="T81" fmla="*/ 0 h 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9" h="54">
                    <a:moveTo>
                      <a:pt x="79" y="0"/>
                    </a:moveTo>
                    <a:lnTo>
                      <a:pt x="75" y="5"/>
                    </a:lnTo>
                    <a:lnTo>
                      <a:pt x="72" y="7"/>
                    </a:lnTo>
                    <a:lnTo>
                      <a:pt x="68" y="9"/>
                    </a:lnTo>
                    <a:lnTo>
                      <a:pt x="65" y="10"/>
                    </a:lnTo>
                    <a:lnTo>
                      <a:pt x="62" y="17"/>
                    </a:lnTo>
                    <a:lnTo>
                      <a:pt x="58" y="23"/>
                    </a:lnTo>
                    <a:lnTo>
                      <a:pt x="51" y="28"/>
                    </a:lnTo>
                    <a:lnTo>
                      <a:pt x="44" y="30"/>
                    </a:lnTo>
                    <a:lnTo>
                      <a:pt x="39" y="28"/>
                    </a:lnTo>
                    <a:lnTo>
                      <a:pt x="33" y="25"/>
                    </a:lnTo>
                    <a:lnTo>
                      <a:pt x="27" y="23"/>
                    </a:lnTo>
                    <a:lnTo>
                      <a:pt x="23" y="24"/>
                    </a:lnTo>
                    <a:lnTo>
                      <a:pt x="19" y="29"/>
                    </a:lnTo>
                    <a:lnTo>
                      <a:pt x="12" y="37"/>
                    </a:lnTo>
                    <a:lnTo>
                      <a:pt x="5" y="47"/>
                    </a:lnTo>
                    <a:lnTo>
                      <a:pt x="0" y="54"/>
                    </a:lnTo>
                    <a:lnTo>
                      <a:pt x="1" y="51"/>
                    </a:lnTo>
                    <a:lnTo>
                      <a:pt x="1" y="47"/>
                    </a:lnTo>
                    <a:lnTo>
                      <a:pt x="3" y="46"/>
                    </a:lnTo>
                    <a:lnTo>
                      <a:pt x="3" y="44"/>
                    </a:lnTo>
                    <a:lnTo>
                      <a:pt x="0" y="42"/>
                    </a:lnTo>
                    <a:lnTo>
                      <a:pt x="0" y="40"/>
                    </a:lnTo>
                    <a:lnTo>
                      <a:pt x="0" y="39"/>
                    </a:lnTo>
                    <a:lnTo>
                      <a:pt x="1" y="36"/>
                    </a:lnTo>
                    <a:lnTo>
                      <a:pt x="3" y="29"/>
                    </a:lnTo>
                    <a:lnTo>
                      <a:pt x="6" y="21"/>
                    </a:lnTo>
                    <a:lnTo>
                      <a:pt x="11" y="12"/>
                    </a:lnTo>
                    <a:lnTo>
                      <a:pt x="14" y="6"/>
                    </a:lnTo>
                    <a:lnTo>
                      <a:pt x="16" y="2"/>
                    </a:lnTo>
                    <a:lnTo>
                      <a:pt x="20" y="0"/>
                    </a:lnTo>
                    <a:lnTo>
                      <a:pt x="22" y="0"/>
                    </a:lnTo>
                    <a:lnTo>
                      <a:pt x="23" y="2"/>
                    </a:lnTo>
                    <a:lnTo>
                      <a:pt x="26" y="5"/>
                    </a:lnTo>
                    <a:lnTo>
                      <a:pt x="29" y="6"/>
                    </a:lnTo>
                    <a:lnTo>
                      <a:pt x="36" y="8"/>
                    </a:lnTo>
                    <a:lnTo>
                      <a:pt x="43" y="8"/>
                    </a:lnTo>
                    <a:lnTo>
                      <a:pt x="51" y="8"/>
                    </a:lnTo>
                    <a:lnTo>
                      <a:pt x="60" y="7"/>
                    </a:lnTo>
                    <a:lnTo>
                      <a:pt x="69" y="5"/>
                    </a:lnTo>
                    <a:lnTo>
                      <a:pt x="79"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2" name="Freeform 73">
                <a:extLst>
                  <a:ext uri="{FF2B5EF4-FFF2-40B4-BE49-F238E27FC236}">
                    <a16:creationId xmlns:a16="http://schemas.microsoft.com/office/drawing/2014/main" id="{38E81E25-3684-4EF7-B900-E505A532906B}"/>
                  </a:ext>
                </a:extLst>
              </p:cNvPr>
              <p:cNvSpPr>
                <a:spLocks/>
              </p:cNvSpPr>
              <p:nvPr/>
            </p:nvSpPr>
            <p:spPr bwMode="auto">
              <a:xfrm>
                <a:off x="3834" y="2992"/>
                <a:ext cx="11" cy="12"/>
              </a:xfrm>
              <a:custGeom>
                <a:avLst/>
                <a:gdLst>
                  <a:gd name="T0" fmla="*/ 10 w 20"/>
                  <a:gd name="T1" fmla="*/ 0 h 22"/>
                  <a:gd name="T2" fmla="*/ 11 w 20"/>
                  <a:gd name="T3" fmla="*/ 3 h 22"/>
                  <a:gd name="T4" fmla="*/ 10 w 20"/>
                  <a:gd name="T5" fmla="*/ 3 h 22"/>
                  <a:gd name="T6" fmla="*/ 8 w 20"/>
                  <a:gd name="T7" fmla="*/ 4 h 22"/>
                  <a:gd name="T8" fmla="*/ 8 w 20"/>
                  <a:gd name="T9" fmla="*/ 5 h 22"/>
                  <a:gd name="T10" fmla="*/ 9 w 20"/>
                  <a:gd name="T11" fmla="*/ 8 h 22"/>
                  <a:gd name="T12" fmla="*/ 9 w 20"/>
                  <a:gd name="T13" fmla="*/ 9 h 22"/>
                  <a:gd name="T14" fmla="*/ 8 w 20"/>
                  <a:gd name="T15" fmla="*/ 11 h 22"/>
                  <a:gd name="T16" fmla="*/ 7 w 20"/>
                  <a:gd name="T17" fmla="*/ 12 h 22"/>
                  <a:gd name="T18" fmla="*/ 4 w 20"/>
                  <a:gd name="T19" fmla="*/ 9 h 22"/>
                  <a:gd name="T20" fmla="*/ 3 w 20"/>
                  <a:gd name="T21" fmla="*/ 7 h 22"/>
                  <a:gd name="T22" fmla="*/ 2 w 20"/>
                  <a:gd name="T23" fmla="*/ 4 h 22"/>
                  <a:gd name="T24" fmla="*/ 0 w 20"/>
                  <a:gd name="T25" fmla="*/ 1 h 22"/>
                  <a:gd name="T26" fmla="*/ 3 w 20"/>
                  <a:gd name="T27" fmla="*/ 1 h 22"/>
                  <a:gd name="T28" fmla="*/ 5 w 20"/>
                  <a:gd name="T29" fmla="*/ 0 h 22"/>
                  <a:gd name="T30" fmla="*/ 8 w 20"/>
                  <a:gd name="T31" fmla="*/ 0 h 22"/>
                  <a:gd name="T32" fmla="*/ 10 w 2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2">
                    <a:moveTo>
                      <a:pt x="19" y="0"/>
                    </a:moveTo>
                    <a:lnTo>
                      <a:pt x="20" y="5"/>
                    </a:lnTo>
                    <a:lnTo>
                      <a:pt x="19" y="6"/>
                    </a:lnTo>
                    <a:lnTo>
                      <a:pt x="15" y="7"/>
                    </a:lnTo>
                    <a:lnTo>
                      <a:pt x="14" y="9"/>
                    </a:lnTo>
                    <a:lnTo>
                      <a:pt x="16" y="14"/>
                    </a:lnTo>
                    <a:lnTo>
                      <a:pt x="16" y="17"/>
                    </a:lnTo>
                    <a:lnTo>
                      <a:pt x="15" y="21"/>
                    </a:lnTo>
                    <a:lnTo>
                      <a:pt x="12" y="22"/>
                    </a:lnTo>
                    <a:lnTo>
                      <a:pt x="8" y="17"/>
                    </a:lnTo>
                    <a:lnTo>
                      <a:pt x="5" y="13"/>
                    </a:lnTo>
                    <a:lnTo>
                      <a:pt x="3" y="7"/>
                    </a:lnTo>
                    <a:lnTo>
                      <a:pt x="0" y="2"/>
                    </a:lnTo>
                    <a:lnTo>
                      <a:pt x="5" y="1"/>
                    </a:lnTo>
                    <a:lnTo>
                      <a:pt x="9" y="0"/>
                    </a:lnTo>
                    <a:lnTo>
                      <a:pt x="14" y="0"/>
                    </a:lnTo>
                    <a:lnTo>
                      <a:pt x="1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3" name="Freeform 74">
                <a:extLst>
                  <a:ext uri="{FF2B5EF4-FFF2-40B4-BE49-F238E27FC236}">
                    <a16:creationId xmlns:a16="http://schemas.microsoft.com/office/drawing/2014/main" id="{6C2E9D14-F0B9-482C-BBA9-9235ED24B60F}"/>
                  </a:ext>
                </a:extLst>
              </p:cNvPr>
              <p:cNvSpPr>
                <a:spLocks/>
              </p:cNvSpPr>
              <p:nvPr/>
            </p:nvSpPr>
            <p:spPr bwMode="auto">
              <a:xfrm>
                <a:off x="3798" y="3015"/>
                <a:ext cx="38" cy="18"/>
              </a:xfrm>
              <a:custGeom>
                <a:avLst/>
                <a:gdLst>
                  <a:gd name="T0" fmla="*/ 9 w 69"/>
                  <a:gd name="T1" fmla="*/ 14 h 31"/>
                  <a:gd name="T2" fmla="*/ 13 w 69"/>
                  <a:gd name="T3" fmla="*/ 15 h 31"/>
                  <a:gd name="T4" fmla="*/ 17 w 69"/>
                  <a:gd name="T5" fmla="*/ 17 h 31"/>
                  <a:gd name="T6" fmla="*/ 21 w 69"/>
                  <a:gd name="T7" fmla="*/ 17 h 31"/>
                  <a:gd name="T8" fmla="*/ 26 w 69"/>
                  <a:gd name="T9" fmla="*/ 18 h 31"/>
                  <a:gd name="T10" fmla="*/ 31 w 69"/>
                  <a:gd name="T11" fmla="*/ 17 h 31"/>
                  <a:gd name="T12" fmla="*/ 35 w 69"/>
                  <a:gd name="T13" fmla="*/ 15 h 31"/>
                  <a:gd name="T14" fmla="*/ 37 w 69"/>
                  <a:gd name="T15" fmla="*/ 10 h 31"/>
                  <a:gd name="T16" fmla="*/ 38 w 69"/>
                  <a:gd name="T17" fmla="*/ 7 h 31"/>
                  <a:gd name="T18" fmla="*/ 35 w 69"/>
                  <a:gd name="T19" fmla="*/ 7 h 31"/>
                  <a:gd name="T20" fmla="*/ 31 w 69"/>
                  <a:gd name="T21" fmla="*/ 7 h 31"/>
                  <a:gd name="T22" fmla="*/ 28 w 69"/>
                  <a:gd name="T23" fmla="*/ 6 h 31"/>
                  <a:gd name="T24" fmla="*/ 25 w 69"/>
                  <a:gd name="T25" fmla="*/ 5 h 31"/>
                  <a:gd name="T26" fmla="*/ 21 w 69"/>
                  <a:gd name="T27" fmla="*/ 5 h 31"/>
                  <a:gd name="T28" fmla="*/ 19 w 69"/>
                  <a:gd name="T29" fmla="*/ 3 h 31"/>
                  <a:gd name="T30" fmla="*/ 17 w 69"/>
                  <a:gd name="T31" fmla="*/ 1 h 31"/>
                  <a:gd name="T32" fmla="*/ 14 w 69"/>
                  <a:gd name="T33" fmla="*/ 0 h 31"/>
                  <a:gd name="T34" fmla="*/ 10 w 69"/>
                  <a:gd name="T35" fmla="*/ 2 h 31"/>
                  <a:gd name="T36" fmla="*/ 6 w 69"/>
                  <a:gd name="T37" fmla="*/ 6 h 31"/>
                  <a:gd name="T38" fmla="*/ 2 w 69"/>
                  <a:gd name="T39" fmla="*/ 9 h 31"/>
                  <a:gd name="T40" fmla="*/ 0 w 69"/>
                  <a:gd name="T41" fmla="*/ 12 h 31"/>
                  <a:gd name="T42" fmla="*/ 2 w 69"/>
                  <a:gd name="T43" fmla="*/ 12 h 31"/>
                  <a:gd name="T44" fmla="*/ 5 w 69"/>
                  <a:gd name="T45" fmla="*/ 12 h 31"/>
                  <a:gd name="T46" fmla="*/ 7 w 69"/>
                  <a:gd name="T47" fmla="*/ 13 h 31"/>
                  <a:gd name="T48" fmla="*/ 9 w 69"/>
                  <a:gd name="T49" fmla="*/ 1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31">
                    <a:moveTo>
                      <a:pt x="17" y="24"/>
                    </a:moveTo>
                    <a:lnTo>
                      <a:pt x="23" y="26"/>
                    </a:lnTo>
                    <a:lnTo>
                      <a:pt x="30" y="29"/>
                    </a:lnTo>
                    <a:lnTo>
                      <a:pt x="38" y="30"/>
                    </a:lnTo>
                    <a:lnTo>
                      <a:pt x="47" y="31"/>
                    </a:lnTo>
                    <a:lnTo>
                      <a:pt x="57" y="29"/>
                    </a:lnTo>
                    <a:lnTo>
                      <a:pt x="64" y="25"/>
                    </a:lnTo>
                    <a:lnTo>
                      <a:pt x="68" y="18"/>
                    </a:lnTo>
                    <a:lnTo>
                      <a:pt x="69" y="12"/>
                    </a:lnTo>
                    <a:lnTo>
                      <a:pt x="63" y="12"/>
                    </a:lnTo>
                    <a:lnTo>
                      <a:pt x="57" y="12"/>
                    </a:lnTo>
                    <a:lnTo>
                      <a:pt x="51" y="11"/>
                    </a:lnTo>
                    <a:lnTo>
                      <a:pt x="46" y="9"/>
                    </a:lnTo>
                    <a:lnTo>
                      <a:pt x="39" y="8"/>
                    </a:lnTo>
                    <a:lnTo>
                      <a:pt x="34" y="6"/>
                    </a:lnTo>
                    <a:lnTo>
                      <a:pt x="30" y="2"/>
                    </a:lnTo>
                    <a:lnTo>
                      <a:pt x="26" y="0"/>
                    </a:lnTo>
                    <a:lnTo>
                      <a:pt x="19" y="4"/>
                    </a:lnTo>
                    <a:lnTo>
                      <a:pt x="11" y="10"/>
                    </a:lnTo>
                    <a:lnTo>
                      <a:pt x="4" y="15"/>
                    </a:lnTo>
                    <a:lnTo>
                      <a:pt x="0" y="20"/>
                    </a:lnTo>
                    <a:lnTo>
                      <a:pt x="3" y="20"/>
                    </a:lnTo>
                    <a:lnTo>
                      <a:pt x="9" y="20"/>
                    </a:lnTo>
                    <a:lnTo>
                      <a:pt x="13" y="23"/>
                    </a:lnTo>
                    <a:lnTo>
                      <a:pt x="17" y="2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4" name="Freeform 75">
                <a:extLst>
                  <a:ext uri="{FF2B5EF4-FFF2-40B4-BE49-F238E27FC236}">
                    <a16:creationId xmlns:a16="http://schemas.microsoft.com/office/drawing/2014/main" id="{866886F8-DA5F-41DB-9F7A-962D5B551FC4}"/>
                  </a:ext>
                </a:extLst>
              </p:cNvPr>
              <p:cNvSpPr>
                <a:spLocks/>
              </p:cNvSpPr>
              <p:nvPr/>
            </p:nvSpPr>
            <p:spPr bwMode="auto">
              <a:xfrm>
                <a:off x="3845" y="2976"/>
                <a:ext cx="10" cy="3"/>
              </a:xfrm>
              <a:custGeom>
                <a:avLst/>
                <a:gdLst>
                  <a:gd name="T0" fmla="*/ 9 w 18"/>
                  <a:gd name="T1" fmla="*/ 3 h 6"/>
                  <a:gd name="T2" fmla="*/ 8 w 18"/>
                  <a:gd name="T3" fmla="*/ 3 h 6"/>
                  <a:gd name="T4" fmla="*/ 6 w 18"/>
                  <a:gd name="T5" fmla="*/ 2 h 6"/>
                  <a:gd name="T6" fmla="*/ 4 w 18"/>
                  <a:gd name="T7" fmla="*/ 3 h 6"/>
                  <a:gd name="T8" fmla="*/ 1 w 18"/>
                  <a:gd name="T9" fmla="*/ 3 h 6"/>
                  <a:gd name="T10" fmla="*/ 0 w 18"/>
                  <a:gd name="T11" fmla="*/ 3 h 6"/>
                  <a:gd name="T12" fmla="*/ 0 w 18"/>
                  <a:gd name="T13" fmla="*/ 2 h 6"/>
                  <a:gd name="T14" fmla="*/ 1 w 18"/>
                  <a:gd name="T15" fmla="*/ 1 h 6"/>
                  <a:gd name="T16" fmla="*/ 1 w 18"/>
                  <a:gd name="T17" fmla="*/ 0 h 6"/>
                  <a:gd name="T18" fmla="*/ 4 w 18"/>
                  <a:gd name="T19" fmla="*/ 0 h 6"/>
                  <a:gd name="T20" fmla="*/ 8 w 18"/>
                  <a:gd name="T21" fmla="*/ 1 h 6"/>
                  <a:gd name="T22" fmla="*/ 10 w 18"/>
                  <a:gd name="T23" fmla="*/ 1 h 6"/>
                  <a:gd name="T24" fmla="*/ 9 w 18"/>
                  <a:gd name="T25" fmla="*/ 3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6">
                    <a:moveTo>
                      <a:pt x="17" y="5"/>
                    </a:moveTo>
                    <a:lnTo>
                      <a:pt x="14" y="5"/>
                    </a:lnTo>
                    <a:lnTo>
                      <a:pt x="10" y="4"/>
                    </a:lnTo>
                    <a:lnTo>
                      <a:pt x="7" y="5"/>
                    </a:lnTo>
                    <a:lnTo>
                      <a:pt x="2" y="6"/>
                    </a:lnTo>
                    <a:lnTo>
                      <a:pt x="0" y="5"/>
                    </a:lnTo>
                    <a:lnTo>
                      <a:pt x="0" y="4"/>
                    </a:lnTo>
                    <a:lnTo>
                      <a:pt x="1" y="1"/>
                    </a:lnTo>
                    <a:lnTo>
                      <a:pt x="2" y="0"/>
                    </a:lnTo>
                    <a:lnTo>
                      <a:pt x="8" y="0"/>
                    </a:lnTo>
                    <a:lnTo>
                      <a:pt x="14" y="1"/>
                    </a:lnTo>
                    <a:lnTo>
                      <a:pt x="18" y="2"/>
                    </a:lnTo>
                    <a:lnTo>
                      <a:pt x="17"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5" name="Freeform 76">
                <a:extLst>
                  <a:ext uri="{FF2B5EF4-FFF2-40B4-BE49-F238E27FC236}">
                    <a16:creationId xmlns:a16="http://schemas.microsoft.com/office/drawing/2014/main" id="{D9028BBB-6356-4562-B370-A82017CE4612}"/>
                  </a:ext>
                </a:extLst>
              </p:cNvPr>
              <p:cNvSpPr>
                <a:spLocks/>
              </p:cNvSpPr>
              <p:nvPr/>
            </p:nvSpPr>
            <p:spPr bwMode="auto">
              <a:xfrm>
                <a:off x="3833" y="2931"/>
                <a:ext cx="14" cy="10"/>
              </a:xfrm>
              <a:custGeom>
                <a:avLst/>
                <a:gdLst>
                  <a:gd name="T0" fmla="*/ 10 w 26"/>
                  <a:gd name="T1" fmla="*/ 10 h 20"/>
                  <a:gd name="T2" fmla="*/ 11 w 26"/>
                  <a:gd name="T3" fmla="*/ 8 h 20"/>
                  <a:gd name="T4" fmla="*/ 11 w 26"/>
                  <a:gd name="T5" fmla="*/ 5 h 20"/>
                  <a:gd name="T6" fmla="*/ 12 w 26"/>
                  <a:gd name="T7" fmla="*/ 3 h 20"/>
                  <a:gd name="T8" fmla="*/ 14 w 26"/>
                  <a:gd name="T9" fmla="*/ 0 h 20"/>
                  <a:gd name="T10" fmla="*/ 11 w 26"/>
                  <a:gd name="T11" fmla="*/ 3 h 20"/>
                  <a:gd name="T12" fmla="*/ 7 w 26"/>
                  <a:gd name="T13" fmla="*/ 6 h 20"/>
                  <a:gd name="T14" fmla="*/ 3 w 26"/>
                  <a:gd name="T15" fmla="*/ 8 h 20"/>
                  <a:gd name="T16" fmla="*/ 0 w 26"/>
                  <a:gd name="T17" fmla="*/ 9 h 20"/>
                  <a:gd name="T18" fmla="*/ 3 w 26"/>
                  <a:gd name="T19" fmla="*/ 9 h 20"/>
                  <a:gd name="T20" fmla="*/ 5 w 26"/>
                  <a:gd name="T21" fmla="*/ 10 h 20"/>
                  <a:gd name="T22" fmla="*/ 8 w 26"/>
                  <a:gd name="T23" fmla="*/ 10 h 20"/>
                  <a:gd name="T24" fmla="*/ 10 w 26"/>
                  <a:gd name="T25" fmla="*/ 1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0">
                    <a:moveTo>
                      <a:pt x="18" y="20"/>
                    </a:moveTo>
                    <a:lnTo>
                      <a:pt x="20" y="15"/>
                    </a:lnTo>
                    <a:lnTo>
                      <a:pt x="21" y="9"/>
                    </a:lnTo>
                    <a:lnTo>
                      <a:pt x="23" y="5"/>
                    </a:lnTo>
                    <a:lnTo>
                      <a:pt x="26" y="0"/>
                    </a:lnTo>
                    <a:lnTo>
                      <a:pt x="20" y="5"/>
                    </a:lnTo>
                    <a:lnTo>
                      <a:pt x="13" y="11"/>
                    </a:lnTo>
                    <a:lnTo>
                      <a:pt x="6" y="15"/>
                    </a:lnTo>
                    <a:lnTo>
                      <a:pt x="0" y="18"/>
                    </a:lnTo>
                    <a:lnTo>
                      <a:pt x="5" y="18"/>
                    </a:lnTo>
                    <a:lnTo>
                      <a:pt x="10" y="19"/>
                    </a:lnTo>
                    <a:lnTo>
                      <a:pt x="15" y="19"/>
                    </a:lnTo>
                    <a:lnTo>
                      <a:pt x="18" y="2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6" name="Freeform 77">
                <a:extLst>
                  <a:ext uri="{FF2B5EF4-FFF2-40B4-BE49-F238E27FC236}">
                    <a16:creationId xmlns:a16="http://schemas.microsoft.com/office/drawing/2014/main" id="{27390300-DD90-4249-852A-BE45A8A9239F}"/>
                  </a:ext>
                </a:extLst>
              </p:cNvPr>
              <p:cNvSpPr>
                <a:spLocks/>
              </p:cNvSpPr>
              <p:nvPr/>
            </p:nvSpPr>
            <p:spPr bwMode="auto">
              <a:xfrm>
                <a:off x="3828" y="2918"/>
                <a:ext cx="23" cy="21"/>
              </a:xfrm>
              <a:custGeom>
                <a:avLst/>
                <a:gdLst>
                  <a:gd name="T0" fmla="*/ 22 w 42"/>
                  <a:gd name="T1" fmla="*/ 0 h 38"/>
                  <a:gd name="T2" fmla="*/ 23 w 42"/>
                  <a:gd name="T3" fmla="*/ 2 h 38"/>
                  <a:gd name="T4" fmla="*/ 23 w 42"/>
                  <a:gd name="T5" fmla="*/ 4 h 38"/>
                  <a:gd name="T6" fmla="*/ 23 w 42"/>
                  <a:gd name="T7" fmla="*/ 7 h 38"/>
                  <a:gd name="T8" fmla="*/ 22 w 42"/>
                  <a:gd name="T9" fmla="*/ 11 h 38"/>
                  <a:gd name="T10" fmla="*/ 20 w 42"/>
                  <a:gd name="T11" fmla="*/ 9 h 38"/>
                  <a:gd name="T12" fmla="*/ 18 w 42"/>
                  <a:gd name="T13" fmla="*/ 9 h 38"/>
                  <a:gd name="T14" fmla="*/ 15 w 42"/>
                  <a:gd name="T15" fmla="*/ 11 h 38"/>
                  <a:gd name="T16" fmla="*/ 12 w 42"/>
                  <a:gd name="T17" fmla="*/ 12 h 38"/>
                  <a:gd name="T18" fmla="*/ 8 w 42"/>
                  <a:gd name="T19" fmla="*/ 13 h 38"/>
                  <a:gd name="T20" fmla="*/ 5 w 42"/>
                  <a:gd name="T21" fmla="*/ 16 h 38"/>
                  <a:gd name="T22" fmla="*/ 2 w 42"/>
                  <a:gd name="T23" fmla="*/ 18 h 38"/>
                  <a:gd name="T24" fmla="*/ 0 w 42"/>
                  <a:gd name="T25" fmla="*/ 21 h 38"/>
                  <a:gd name="T26" fmla="*/ 1 w 42"/>
                  <a:gd name="T27" fmla="*/ 18 h 38"/>
                  <a:gd name="T28" fmla="*/ 3 w 42"/>
                  <a:gd name="T29" fmla="*/ 16 h 38"/>
                  <a:gd name="T30" fmla="*/ 5 w 42"/>
                  <a:gd name="T31" fmla="*/ 13 h 38"/>
                  <a:gd name="T32" fmla="*/ 9 w 42"/>
                  <a:gd name="T33" fmla="*/ 9 h 38"/>
                  <a:gd name="T34" fmla="*/ 12 w 42"/>
                  <a:gd name="T35" fmla="*/ 7 h 38"/>
                  <a:gd name="T36" fmla="*/ 15 w 42"/>
                  <a:gd name="T37" fmla="*/ 4 h 38"/>
                  <a:gd name="T38" fmla="*/ 19 w 42"/>
                  <a:gd name="T39" fmla="*/ 1 h 38"/>
                  <a:gd name="T40" fmla="*/ 22 w 42"/>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38">
                    <a:moveTo>
                      <a:pt x="41" y="0"/>
                    </a:moveTo>
                    <a:lnTo>
                      <a:pt x="42" y="4"/>
                    </a:lnTo>
                    <a:lnTo>
                      <a:pt x="42" y="7"/>
                    </a:lnTo>
                    <a:lnTo>
                      <a:pt x="42" y="13"/>
                    </a:lnTo>
                    <a:lnTo>
                      <a:pt x="40" y="19"/>
                    </a:lnTo>
                    <a:lnTo>
                      <a:pt x="36" y="17"/>
                    </a:lnTo>
                    <a:lnTo>
                      <a:pt x="32" y="17"/>
                    </a:lnTo>
                    <a:lnTo>
                      <a:pt x="27" y="19"/>
                    </a:lnTo>
                    <a:lnTo>
                      <a:pt x="21" y="21"/>
                    </a:lnTo>
                    <a:lnTo>
                      <a:pt x="15" y="24"/>
                    </a:lnTo>
                    <a:lnTo>
                      <a:pt x="9" y="29"/>
                    </a:lnTo>
                    <a:lnTo>
                      <a:pt x="4" y="33"/>
                    </a:lnTo>
                    <a:lnTo>
                      <a:pt x="0" y="38"/>
                    </a:lnTo>
                    <a:lnTo>
                      <a:pt x="2" y="33"/>
                    </a:lnTo>
                    <a:lnTo>
                      <a:pt x="5" y="29"/>
                    </a:lnTo>
                    <a:lnTo>
                      <a:pt x="10" y="23"/>
                    </a:lnTo>
                    <a:lnTo>
                      <a:pt x="16" y="17"/>
                    </a:lnTo>
                    <a:lnTo>
                      <a:pt x="21" y="12"/>
                    </a:lnTo>
                    <a:lnTo>
                      <a:pt x="28" y="7"/>
                    </a:lnTo>
                    <a:lnTo>
                      <a:pt x="34" y="2"/>
                    </a:lnTo>
                    <a:lnTo>
                      <a:pt x="4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7" name="Freeform 78">
                <a:extLst>
                  <a:ext uri="{FF2B5EF4-FFF2-40B4-BE49-F238E27FC236}">
                    <a16:creationId xmlns:a16="http://schemas.microsoft.com/office/drawing/2014/main" id="{900B0018-BAF1-49DE-93BA-537A5490F699}"/>
                  </a:ext>
                </a:extLst>
              </p:cNvPr>
              <p:cNvSpPr>
                <a:spLocks/>
              </p:cNvSpPr>
              <p:nvPr/>
            </p:nvSpPr>
            <p:spPr bwMode="auto">
              <a:xfrm>
                <a:off x="3844" y="2945"/>
                <a:ext cx="11" cy="23"/>
              </a:xfrm>
              <a:custGeom>
                <a:avLst/>
                <a:gdLst>
                  <a:gd name="T0" fmla="*/ 11 w 19"/>
                  <a:gd name="T1" fmla="*/ 21 h 41"/>
                  <a:gd name="T2" fmla="*/ 9 w 19"/>
                  <a:gd name="T3" fmla="*/ 17 h 41"/>
                  <a:gd name="T4" fmla="*/ 6 w 19"/>
                  <a:gd name="T5" fmla="*/ 11 h 41"/>
                  <a:gd name="T6" fmla="*/ 3 w 19"/>
                  <a:gd name="T7" fmla="*/ 5 h 41"/>
                  <a:gd name="T8" fmla="*/ 1 w 19"/>
                  <a:gd name="T9" fmla="*/ 0 h 41"/>
                  <a:gd name="T10" fmla="*/ 0 w 19"/>
                  <a:gd name="T11" fmla="*/ 3 h 41"/>
                  <a:gd name="T12" fmla="*/ 1 w 19"/>
                  <a:gd name="T13" fmla="*/ 10 h 41"/>
                  <a:gd name="T14" fmla="*/ 2 w 19"/>
                  <a:gd name="T15" fmla="*/ 17 h 41"/>
                  <a:gd name="T16" fmla="*/ 2 w 19"/>
                  <a:gd name="T17" fmla="*/ 23 h 41"/>
                  <a:gd name="T18" fmla="*/ 5 w 19"/>
                  <a:gd name="T19" fmla="*/ 22 h 41"/>
                  <a:gd name="T20" fmla="*/ 8 w 19"/>
                  <a:gd name="T21" fmla="*/ 21 h 41"/>
                  <a:gd name="T22" fmla="*/ 10 w 19"/>
                  <a:gd name="T23" fmla="*/ 21 h 41"/>
                  <a:gd name="T24" fmla="*/ 11 w 19"/>
                  <a:gd name="T25" fmla="*/ 2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41">
                    <a:moveTo>
                      <a:pt x="19" y="37"/>
                    </a:moveTo>
                    <a:lnTo>
                      <a:pt x="16" y="30"/>
                    </a:lnTo>
                    <a:lnTo>
                      <a:pt x="11" y="19"/>
                    </a:lnTo>
                    <a:lnTo>
                      <a:pt x="6" y="9"/>
                    </a:lnTo>
                    <a:lnTo>
                      <a:pt x="2" y="0"/>
                    </a:lnTo>
                    <a:lnTo>
                      <a:pt x="0" y="6"/>
                    </a:lnTo>
                    <a:lnTo>
                      <a:pt x="2" y="17"/>
                    </a:lnTo>
                    <a:lnTo>
                      <a:pt x="4" y="31"/>
                    </a:lnTo>
                    <a:lnTo>
                      <a:pt x="4" y="41"/>
                    </a:lnTo>
                    <a:lnTo>
                      <a:pt x="9" y="39"/>
                    </a:lnTo>
                    <a:lnTo>
                      <a:pt x="13" y="38"/>
                    </a:lnTo>
                    <a:lnTo>
                      <a:pt x="17" y="38"/>
                    </a:lnTo>
                    <a:lnTo>
                      <a:pt x="19" y="3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8" name="Freeform 79">
                <a:extLst>
                  <a:ext uri="{FF2B5EF4-FFF2-40B4-BE49-F238E27FC236}">
                    <a16:creationId xmlns:a16="http://schemas.microsoft.com/office/drawing/2014/main" id="{022301A8-6C03-4B2B-9B75-3D45446FFD45}"/>
                  </a:ext>
                </a:extLst>
              </p:cNvPr>
              <p:cNvSpPr>
                <a:spLocks/>
              </p:cNvSpPr>
              <p:nvPr/>
            </p:nvSpPr>
            <p:spPr bwMode="auto">
              <a:xfrm>
                <a:off x="3807" y="2939"/>
                <a:ext cx="23" cy="75"/>
              </a:xfrm>
              <a:custGeom>
                <a:avLst/>
                <a:gdLst>
                  <a:gd name="T0" fmla="*/ 21 w 42"/>
                  <a:gd name="T1" fmla="*/ 0 h 138"/>
                  <a:gd name="T2" fmla="*/ 18 w 42"/>
                  <a:gd name="T3" fmla="*/ 3 h 138"/>
                  <a:gd name="T4" fmla="*/ 15 w 42"/>
                  <a:gd name="T5" fmla="*/ 7 h 138"/>
                  <a:gd name="T6" fmla="*/ 12 w 42"/>
                  <a:gd name="T7" fmla="*/ 12 h 138"/>
                  <a:gd name="T8" fmla="*/ 8 w 42"/>
                  <a:gd name="T9" fmla="*/ 17 h 138"/>
                  <a:gd name="T10" fmla="*/ 4 w 42"/>
                  <a:gd name="T11" fmla="*/ 23 h 138"/>
                  <a:gd name="T12" fmla="*/ 2 w 42"/>
                  <a:gd name="T13" fmla="*/ 27 h 138"/>
                  <a:gd name="T14" fmla="*/ 1 w 42"/>
                  <a:gd name="T15" fmla="*/ 30 h 138"/>
                  <a:gd name="T16" fmla="*/ 0 w 42"/>
                  <a:gd name="T17" fmla="*/ 33 h 138"/>
                  <a:gd name="T18" fmla="*/ 2 w 42"/>
                  <a:gd name="T19" fmla="*/ 38 h 138"/>
                  <a:gd name="T20" fmla="*/ 6 w 42"/>
                  <a:gd name="T21" fmla="*/ 48 h 138"/>
                  <a:gd name="T22" fmla="*/ 8 w 42"/>
                  <a:gd name="T23" fmla="*/ 61 h 138"/>
                  <a:gd name="T24" fmla="*/ 5 w 42"/>
                  <a:gd name="T25" fmla="*/ 75 h 138"/>
                  <a:gd name="T26" fmla="*/ 9 w 42"/>
                  <a:gd name="T27" fmla="*/ 66 h 138"/>
                  <a:gd name="T28" fmla="*/ 13 w 42"/>
                  <a:gd name="T29" fmla="*/ 55 h 138"/>
                  <a:gd name="T30" fmla="*/ 18 w 42"/>
                  <a:gd name="T31" fmla="*/ 46 h 138"/>
                  <a:gd name="T32" fmla="*/ 22 w 42"/>
                  <a:gd name="T33" fmla="*/ 40 h 138"/>
                  <a:gd name="T34" fmla="*/ 23 w 42"/>
                  <a:gd name="T35" fmla="*/ 36 h 138"/>
                  <a:gd name="T36" fmla="*/ 23 w 42"/>
                  <a:gd name="T37" fmla="*/ 32 h 138"/>
                  <a:gd name="T38" fmla="*/ 21 w 42"/>
                  <a:gd name="T39" fmla="*/ 28 h 138"/>
                  <a:gd name="T40" fmla="*/ 19 w 42"/>
                  <a:gd name="T41" fmla="*/ 25 h 138"/>
                  <a:gd name="T42" fmla="*/ 17 w 42"/>
                  <a:gd name="T43" fmla="*/ 21 h 138"/>
                  <a:gd name="T44" fmla="*/ 15 w 42"/>
                  <a:gd name="T45" fmla="*/ 15 h 138"/>
                  <a:gd name="T46" fmla="*/ 17 w 42"/>
                  <a:gd name="T47" fmla="*/ 7 h 138"/>
                  <a:gd name="T48" fmla="*/ 21 w 42"/>
                  <a:gd name="T49" fmla="*/ 0 h 1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2" h="138">
                    <a:moveTo>
                      <a:pt x="38" y="0"/>
                    </a:moveTo>
                    <a:lnTo>
                      <a:pt x="33" y="6"/>
                    </a:lnTo>
                    <a:lnTo>
                      <a:pt x="27" y="13"/>
                    </a:lnTo>
                    <a:lnTo>
                      <a:pt x="21" y="22"/>
                    </a:lnTo>
                    <a:lnTo>
                      <a:pt x="15" y="31"/>
                    </a:lnTo>
                    <a:lnTo>
                      <a:pt x="8" y="42"/>
                    </a:lnTo>
                    <a:lnTo>
                      <a:pt x="3" y="50"/>
                    </a:lnTo>
                    <a:lnTo>
                      <a:pt x="1" y="55"/>
                    </a:lnTo>
                    <a:lnTo>
                      <a:pt x="0" y="60"/>
                    </a:lnTo>
                    <a:lnTo>
                      <a:pt x="4" y="70"/>
                    </a:lnTo>
                    <a:lnTo>
                      <a:pt x="11" y="89"/>
                    </a:lnTo>
                    <a:lnTo>
                      <a:pt x="15" y="113"/>
                    </a:lnTo>
                    <a:lnTo>
                      <a:pt x="10" y="138"/>
                    </a:lnTo>
                    <a:lnTo>
                      <a:pt x="16" y="121"/>
                    </a:lnTo>
                    <a:lnTo>
                      <a:pt x="24" y="101"/>
                    </a:lnTo>
                    <a:lnTo>
                      <a:pt x="32" y="84"/>
                    </a:lnTo>
                    <a:lnTo>
                      <a:pt x="41" y="73"/>
                    </a:lnTo>
                    <a:lnTo>
                      <a:pt x="42" y="67"/>
                    </a:lnTo>
                    <a:lnTo>
                      <a:pt x="42" y="59"/>
                    </a:lnTo>
                    <a:lnTo>
                      <a:pt x="39" y="52"/>
                    </a:lnTo>
                    <a:lnTo>
                      <a:pt x="35" y="46"/>
                    </a:lnTo>
                    <a:lnTo>
                      <a:pt x="31" y="38"/>
                    </a:lnTo>
                    <a:lnTo>
                      <a:pt x="28" y="27"/>
                    </a:lnTo>
                    <a:lnTo>
                      <a:pt x="31" y="13"/>
                    </a:lnTo>
                    <a:lnTo>
                      <a:pt x="38"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9" name="Freeform 80">
                <a:extLst>
                  <a:ext uri="{FF2B5EF4-FFF2-40B4-BE49-F238E27FC236}">
                    <a16:creationId xmlns:a16="http://schemas.microsoft.com/office/drawing/2014/main" id="{8E600E91-5246-4172-A18B-A06F76F603E8}"/>
                  </a:ext>
                </a:extLst>
              </p:cNvPr>
              <p:cNvSpPr>
                <a:spLocks/>
              </p:cNvSpPr>
              <p:nvPr/>
            </p:nvSpPr>
            <p:spPr bwMode="auto">
              <a:xfrm>
                <a:off x="3264" y="3089"/>
                <a:ext cx="371" cy="511"/>
              </a:xfrm>
              <a:custGeom>
                <a:avLst/>
                <a:gdLst>
                  <a:gd name="T0" fmla="*/ 359 w 680"/>
                  <a:gd name="T1" fmla="*/ 238 h 937"/>
                  <a:gd name="T2" fmla="*/ 348 w 680"/>
                  <a:gd name="T3" fmla="*/ 245 h 937"/>
                  <a:gd name="T4" fmla="*/ 325 w 680"/>
                  <a:gd name="T5" fmla="*/ 242 h 937"/>
                  <a:gd name="T6" fmla="*/ 300 w 680"/>
                  <a:gd name="T7" fmla="*/ 219 h 937"/>
                  <a:gd name="T8" fmla="*/ 287 w 680"/>
                  <a:gd name="T9" fmla="*/ 220 h 937"/>
                  <a:gd name="T10" fmla="*/ 265 w 680"/>
                  <a:gd name="T11" fmla="*/ 221 h 937"/>
                  <a:gd name="T12" fmla="*/ 244 w 680"/>
                  <a:gd name="T13" fmla="*/ 217 h 937"/>
                  <a:gd name="T14" fmla="*/ 223 w 680"/>
                  <a:gd name="T15" fmla="*/ 202 h 937"/>
                  <a:gd name="T16" fmla="*/ 192 w 680"/>
                  <a:gd name="T17" fmla="*/ 189 h 937"/>
                  <a:gd name="T18" fmla="*/ 185 w 680"/>
                  <a:gd name="T19" fmla="*/ 213 h 937"/>
                  <a:gd name="T20" fmla="*/ 208 w 680"/>
                  <a:gd name="T21" fmla="*/ 263 h 937"/>
                  <a:gd name="T22" fmla="*/ 240 w 680"/>
                  <a:gd name="T23" fmla="*/ 321 h 937"/>
                  <a:gd name="T24" fmla="*/ 268 w 680"/>
                  <a:gd name="T25" fmla="*/ 362 h 937"/>
                  <a:gd name="T26" fmla="*/ 288 w 680"/>
                  <a:gd name="T27" fmla="*/ 369 h 937"/>
                  <a:gd name="T28" fmla="*/ 321 w 680"/>
                  <a:gd name="T29" fmla="*/ 378 h 937"/>
                  <a:gd name="T30" fmla="*/ 344 w 680"/>
                  <a:gd name="T31" fmla="*/ 378 h 937"/>
                  <a:gd name="T32" fmla="*/ 366 w 680"/>
                  <a:gd name="T33" fmla="*/ 370 h 937"/>
                  <a:gd name="T34" fmla="*/ 367 w 680"/>
                  <a:gd name="T35" fmla="*/ 420 h 937"/>
                  <a:gd name="T36" fmla="*/ 355 w 680"/>
                  <a:gd name="T37" fmla="*/ 461 h 937"/>
                  <a:gd name="T38" fmla="*/ 355 w 680"/>
                  <a:gd name="T39" fmla="*/ 503 h 937"/>
                  <a:gd name="T40" fmla="*/ 316 w 680"/>
                  <a:gd name="T41" fmla="*/ 511 h 937"/>
                  <a:gd name="T42" fmla="*/ 226 w 680"/>
                  <a:gd name="T43" fmla="*/ 511 h 937"/>
                  <a:gd name="T44" fmla="*/ 125 w 680"/>
                  <a:gd name="T45" fmla="*/ 511 h 937"/>
                  <a:gd name="T46" fmla="*/ 46 w 680"/>
                  <a:gd name="T47" fmla="*/ 511 h 937"/>
                  <a:gd name="T48" fmla="*/ 34 w 680"/>
                  <a:gd name="T49" fmla="*/ 484 h 937"/>
                  <a:gd name="T50" fmla="*/ 22 w 680"/>
                  <a:gd name="T51" fmla="*/ 462 h 937"/>
                  <a:gd name="T52" fmla="*/ 3 w 680"/>
                  <a:gd name="T53" fmla="*/ 437 h 937"/>
                  <a:gd name="T54" fmla="*/ 4 w 680"/>
                  <a:gd name="T55" fmla="*/ 392 h 937"/>
                  <a:gd name="T56" fmla="*/ 17 w 680"/>
                  <a:gd name="T57" fmla="*/ 322 h 937"/>
                  <a:gd name="T58" fmla="*/ 27 w 680"/>
                  <a:gd name="T59" fmla="*/ 253 h 937"/>
                  <a:gd name="T60" fmla="*/ 39 w 680"/>
                  <a:gd name="T61" fmla="*/ 220 h 937"/>
                  <a:gd name="T62" fmla="*/ 56 w 680"/>
                  <a:gd name="T63" fmla="*/ 190 h 937"/>
                  <a:gd name="T64" fmla="*/ 65 w 680"/>
                  <a:gd name="T65" fmla="*/ 169 h 937"/>
                  <a:gd name="T66" fmla="*/ 77 w 680"/>
                  <a:gd name="T67" fmla="*/ 146 h 937"/>
                  <a:gd name="T68" fmla="*/ 82 w 680"/>
                  <a:gd name="T69" fmla="*/ 127 h 937"/>
                  <a:gd name="T70" fmla="*/ 97 w 680"/>
                  <a:gd name="T71" fmla="*/ 88 h 937"/>
                  <a:gd name="T72" fmla="*/ 123 w 680"/>
                  <a:gd name="T73" fmla="*/ 52 h 937"/>
                  <a:gd name="T74" fmla="*/ 137 w 680"/>
                  <a:gd name="T75" fmla="*/ 45 h 937"/>
                  <a:gd name="T76" fmla="*/ 149 w 680"/>
                  <a:gd name="T77" fmla="*/ 34 h 937"/>
                  <a:gd name="T78" fmla="*/ 163 w 680"/>
                  <a:gd name="T79" fmla="*/ 13 h 937"/>
                  <a:gd name="T80" fmla="*/ 172 w 680"/>
                  <a:gd name="T81" fmla="*/ 1 h 937"/>
                  <a:gd name="T82" fmla="*/ 182 w 680"/>
                  <a:gd name="T83" fmla="*/ 4 h 937"/>
                  <a:gd name="T84" fmla="*/ 205 w 680"/>
                  <a:gd name="T85" fmla="*/ 17 h 937"/>
                  <a:gd name="T86" fmla="*/ 229 w 680"/>
                  <a:gd name="T87" fmla="*/ 28 h 937"/>
                  <a:gd name="T88" fmla="*/ 253 w 680"/>
                  <a:gd name="T89" fmla="*/ 33 h 937"/>
                  <a:gd name="T90" fmla="*/ 289 w 680"/>
                  <a:gd name="T91" fmla="*/ 44 h 937"/>
                  <a:gd name="T92" fmla="*/ 296 w 680"/>
                  <a:gd name="T93" fmla="*/ 41 h 937"/>
                  <a:gd name="T94" fmla="*/ 310 w 680"/>
                  <a:gd name="T95" fmla="*/ 56 h 937"/>
                  <a:gd name="T96" fmla="*/ 320 w 680"/>
                  <a:gd name="T97" fmla="*/ 75 h 937"/>
                  <a:gd name="T98" fmla="*/ 318 w 680"/>
                  <a:gd name="T99" fmla="*/ 89 h 937"/>
                  <a:gd name="T100" fmla="*/ 332 w 680"/>
                  <a:gd name="T101" fmla="*/ 126 h 937"/>
                  <a:gd name="T102" fmla="*/ 324 w 680"/>
                  <a:gd name="T103" fmla="*/ 127 h 937"/>
                  <a:gd name="T104" fmla="*/ 313 w 680"/>
                  <a:gd name="T105" fmla="*/ 119 h 937"/>
                  <a:gd name="T106" fmla="*/ 314 w 680"/>
                  <a:gd name="T107" fmla="*/ 136 h 937"/>
                  <a:gd name="T108" fmla="*/ 332 w 680"/>
                  <a:gd name="T109" fmla="*/ 173 h 937"/>
                  <a:gd name="T110" fmla="*/ 342 w 680"/>
                  <a:gd name="T111" fmla="*/ 201 h 937"/>
                  <a:gd name="T112" fmla="*/ 355 w 680"/>
                  <a:gd name="T113" fmla="*/ 219 h 93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80" h="937">
                    <a:moveTo>
                      <a:pt x="655" y="412"/>
                    </a:moveTo>
                    <a:lnTo>
                      <a:pt x="657" y="419"/>
                    </a:lnTo>
                    <a:lnTo>
                      <a:pt x="658" y="427"/>
                    </a:lnTo>
                    <a:lnTo>
                      <a:pt x="658" y="436"/>
                    </a:lnTo>
                    <a:lnTo>
                      <a:pt x="658" y="444"/>
                    </a:lnTo>
                    <a:lnTo>
                      <a:pt x="651" y="444"/>
                    </a:lnTo>
                    <a:lnTo>
                      <a:pt x="644" y="446"/>
                    </a:lnTo>
                    <a:lnTo>
                      <a:pt x="637" y="450"/>
                    </a:lnTo>
                    <a:lnTo>
                      <a:pt x="632" y="452"/>
                    </a:lnTo>
                    <a:lnTo>
                      <a:pt x="621" y="453"/>
                    </a:lnTo>
                    <a:lnTo>
                      <a:pt x="609" y="450"/>
                    </a:lnTo>
                    <a:lnTo>
                      <a:pt x="596" y="443"/>
                    </a:lnTo>
                    <a:lnTo>
                      <a:pt x="582" y="433"/>
                    </a:lnTo>
                    <a:lnTo>
                      <a:pt x="570" y="423"/>
                    </a:lnTo>
                    <a:lnTo>
                      <a:pt x="559" y="413"/>
                    </a:lnTo>
                    <a:lnTo>
                      <a:pt x="550" y="402"/>
                    </a:lnTo>
                    <a:lnTo>
                      <a:pt x="543" y="394"/>
                    </a:lnTo>
                    <a:lnTo>
                      <a:pt x="537" y="398"/>
                    </a:lnTo>
                    <a:lnTo>
                      <a:pt x="531" y="400"/>
                    </a:lnTo>
                    <a:lnTo>
                      <a:pt x="526" y="404"/>
                    </a:lnTo>
                    <a:lnTo>
                      <a:pt x="520" y="406"/>
                    </a:lnTo>
                    <a:lnTo>
                      <a:pt x="508" y="406"/>
                    </a:lnTo>
                    <a:lnTo>
                      <a:pt x="497" y="406"/>
                    </a:lnTo>
                    <a:lnTo>
                      <a:pt x="485" y="405"/>
                    </a:lnTo>
                    <a:lnTo>
                      <a:pt x="475" y="404"/>
                    </a:lnTo>
                    <a:lnTo>
                      <a:pt x="465" y="401"/>
                    </a:lnTo>
                    <a:lnTo>
                      <a:pt x="455" y="400"/>
                    </a:lnTo>
                    <a:lnTo>
                      <a:pt x="447" y="397"/>
                    </a:lnTo>
                    <a:lnTo>
                      <a:pt x="440" y="393"/>
                    </a:lnTo>
                    <a:lnTo>
                      <a:pt x="432" y="387"/>
                    </a:lnTo>
                    <a:lnTo>
                      <a:pt x="422" y="379"/>
                    </a:lnTo>
                    <a:lnTo>
                      <a:pt x="408" y="370"/>
                    </a:lnTo>
                    <a:lnTo>
                      <a:pt x="393" y="361"/>
                    </a:lnTo>
                    <a:lnTo>
                      <a:pt x="377" y="353"/>
                    </a:lnTo>
                    <a:lnTo>
                      <a:pt x="363" y="348"/>
                    </a:lnTo>
                    <a:lnTo>
                      <a:pt x="351" y="347"/>
                    </a:lnTo>
                    <a:lnTo>
                      <a:pt x="340" y="353"/>
                    </a:lnTo>
                    <a:lnTo>
                      <a:pt x="336" y="361"/>
                    </a:lnTo>
                    <a:lnTo>
                      <a:pt x="336" y="374"/>
                    </a:lnTo>
                    <a:lnTo>
                      <a:pt x="339" y="390"/>
                    </a:lnTo>
                    <a:lnTo>
                      <a:pt x="346" y="409"/>
                    </a:lnTo>
                    <a:lnTo>
                      <a:pt x="355" y="432"/>
                    </a:lnTo>
                    <a:lnTo>
                      <a:pt x="367" y="457"/>
                    </a:lnTo>
                    <a:lnTo>
                      <a:pt x="381" y="483"/>
                    </a:lnTo>
                    <a:lnTo>
                      <a:pt x="394" y="510"/>
                    </a:lnTo>
                    <a:lnTo>
                      <a:pt x="409" y="537"/>
                    </a:lnTo>
                    <a:lnTo>
                      <a:pt x="426" y="564"/>
                    </a:lnTo>
                    <a:lnTo>
                      <a:pt x="440" y="588"/>
                    </a:lnTo>
                    <a:lnTo>
                      <a:pt x="455" y="611"/>
                    </a:lnTo>
                    <a:lnTo>
                      <a:pt x="468" y="632"/>
                    </a:lnTo>
                    <a:lnTo>
                      <a:pt x="481" y="649"/>
                    </a:lnTo>
                    <a:lnTo>
                      <a:pt x="491" y="663"/>
                    </a:lnTo>
                    <a:lnTo>
                      <a:pt x="498" y="671"/>
                    </a:lnTo>
                    <a:lnTo>
                      <a:pt x="505" y="671"/>
                    </a:lnTo>
                    <a:lnTo>
                      <a:pt x="515" y="673"/>
                    </a:lnTo>
                    <a:lnTo>
                      <a:pt x="528" y="677"/>
                    </a:lnTo>
                    <a:lnTo>
                      <a:pt x="543" y="681"/>
                    </a:lnTo>
                    <a:lnTo>
                      <a:pt x="559" y="686"/>
                    </a:lnTo>
                    <a:lnTo>
                      <a:pt x="574" y="690"/>
                    </a:lnTo>
                    <a:lnTo>
                      <a:pt x="588" y="694"/>
                    </a:lnTo>
                    <a:lnTo>
                      <a:pt x="599" y="696"/>
                    </a:lnTo>
                    <a:lnTo>
                      <a:pt x="610" y="697"/>
                    </a:lnTo>
                    <a:lnTo>
                      <a:pt x="620" y="696"/>
                    </a:lnTo>
                    <a:lnTo>
                      <a:pt x="631" y="694"/>
                    </a:lnTo>
                    <a:lnTo>
                      <a:pt x="641" y="690"/>
                    </a:lnTo>
                    <a:lnTo>
                      <a:pt x="650" y="686"/>
                    </a:lnTo>
                    <a:lnTo>
                      <a:pt x="661" y="682"/>
                    </a:lnTo>
                    <a:lnTo>
                      <a:pt x="670" y="678"/>
                    </a:lnTo>
                    <a:lnTo>
                      <a:pt x="678" y="674"/>
                    </a:lnTo>
                    <a:lnTo>
                      <a:pt x="680" y="705"/>
                    </a:lnTo>
                    <a:lnTo>
                      <a:pt x="679" y="739"/>
                    </a:lnTo>
                    <a:lnTo>
                      <a:pt x="673" y="771"/>
                    </a:lnTo>
                    <a:lnTo>
                      <a:pt x="663" y="795"/>
                    </a:lnTo>
                    <a:lnTo>
                      <a:pt x="659" y="806"/>
                    </a:lnTo>
                    <a:lnTo>
                      <a:pt x="655" y="825"/>
                    </a:lnTo>
                    <a:lnTo>
                      <a:pt x="651" y="846"/>
                    </a:lnTo>
                    <a:lnTo>
                      <a:pt x="650" y="859"/>
                    </a:lnTo>
                    <a:lnTo>
                      <a:pt x="650" y="876"/>
                    </a:lnTo>
                    <a:lnTo>
                      <a:pt x="651" y="899"/>
                    </a:lnTo>
                    <a:lnTo>
                      <a:pt x="651" y="922"/>
                    </a:lnTo>
                    <a:lnTo>
                      <a:pt x="651" y="937"/>
                    </a:lnTo>
                    <a:lnTo>
                      <a:pt x="634" y="937"/>
                    </a:lnTo>
                    <a:lnTo>
                      <a:pt x="610" y="937"/>
                    </a:lnTo>
                    <a:lnTo>
                      <a:pt x="579" y="937"/>
                    </a:lnTo>
                    <a:lnTo>
                      <a:pt x="543" y="937"/>
                    </a:lnTo>
                    <a:lnTo>
                      <a:pt x="504" y="937"/>
                    </a:lnTo>
                    <a:lnTo>
                      <a:pt x="460" y="937"/>
                    </a:lnTo>
                    <a:lnTo>
                      <a:pt x="415" y="937"/>
                    </a:lnTo>
                    <a:lnTo>
                      <a:pt x="368" y="937"/>
                    </a:lnTo>
                    <a:lnTo>
                      <a:pt x="321" y="937"/>
                    </a:lnTo>
                    <a:lnTo>
                      <a:pt x="275" y="937"/>
                    </a:lnTo>
                    <a:lnTo>
                      <a:pt x="230" y="937"/>
                    </a:lnTo>
                    <a:lnTo>
                      <a:pt x="187" y="937"/>
                    </a:lnTo>
                    <a:lnTo>
                      <a:pt x="148" y="937"/>
                    </a:lnTo>
                    <a:lnTo>
                      <a:pt x="113" y="937"/>
                    </a:lnTo>
                    <a:lnTo>
                      <a:pt x="85" y="937"/>
                    </a:lnTo>
                    <a:lnTo>
                      <a:pt x="62" y="937"/>
                    </a:lnTo>
                    <a:lnTo>
                      <a:pt x="60" y="924"/>
                    </a:lnTo>
                    <a:lnTo>
                      <a:pt x="60" y="906"/>
                    </a:lnTo>
                    <a:lnTo>
                      <a:pt x="63" y="888"/>
                    </a:lnTo>
                    <a:lnTo>
                      <a:pt x="67" y="875"/>
                    </a:lnTo>
                    <a:lnTo>
                      <a:pt x="59" y="867"/>
                    </a:lnTo>
                    <a:lnTo>
                      <a:pt x="49" y="857"/>
                    </a:lnTo>
                    <a:lnTo>
                      <a:pt x="40" y="847"/>
                    </a:lnTo>
                    <a:lnTo>
                      <a:pt x="29" y="837"/>
                    </a:lnTo>
                    <a:lnTo>
                      <a:pt x="20" y="825"/>
                    </a:lnTo>
                    <a:lnTo>
                      <a:pt x="12" y="814"/>
                    </a:lnTo>
                    <a:lnTo>
                      <a:pt x="6" y="802"/>
                    </a:lnTo>
                    <a:lnTo>
                      <a:pt x="3" y="792"/>
                    </a:lnTo>
                    <a:lnTo>
                      <a:pt x="0" y="769"/>
                    </a:lnTo>
                    <a:lnTo>
                      <a:pt x="2" y="743"/>
                    </a:lnTo>
                    <a:lnTo>
                      <a:pt x="7" y="718"/>
                    </a:lnTo>
                    <a:lnTo>
                      <a:pt x="17" y="696"/>
                    </a:lnTo>
                    <a:lnTo>
                      <a:pt x="26" y="668"/>
                    </a:lnTo>
                    <a:lnTo>
                      <a:pt x="30" y="630"/>
                    </a:lnTo>
                    <a:lnTo>
                      <a:pt x="32" y="591"/>
                    </a:lnTo>
                    <a:lnTo>
                      <a:pt x="33" y="560"/>
                    </a:lnTo>
                    <a:lnTo>
                      <a:pt x="36" y="531"/>
                    </a:lnTo>
                    <a:lnTo>
                      <a:pt x="42" y="497"/>
                    </a:lnTo>
                    <a:lnTo>
                      <a:pt x="49" y="463"/>
                    </a:lnTo>
                    <a:lnTo>
                      <a:pt x="55" y="440"/>
                    </a:lnTo>
                    <a:lnTo>
                      <a:pt x="58" y="430"/>
                    </a:lnTo>
                    <a:lnTo>
                      <a:pt x="64" y="417"/>
                    </a:lnTo>
                    <a:lnTo>
                      <a:pt x="71" y="404"/>
                    </a:lnTo>
                    <a:lnTo>
                      <a:pt x="80" y="389"/>
                    </a:lnTo>
                    <a:lnTo>
                      <a:pt x="88" y="374"/>
                    </a:lnTo>
                    <a:lnTo>
                      <a:pt x="96" y="360"/>
                    </a:lnTo>
                    <a:lnTo>
                      <a:pt x="103" y="348"/>
                    </a:lnTo>
                    <a:lnTo>
                      <a:pt x="106" y="339"/>
                    </a:lnTo>
                    <a:lnTo>
                      <a:pt x="110" y="331"/>
                    </a:lnTo>
                    <a:lnTo>
                      <a:pt x="114" y="321"/>
                    </a:lnTo>
                    <a:lnTo>
                      <a:pt x="119" y="309"/>
                    </a:lnTo>
                    <a:lnTo>
                      <a:pt x="126" y="296"/>
                    </a:lnTo>
                    <a:lnTo>
                      <a:pt x="132" y="285"/>
                    </a:lnTo>
                    <a:lnTo>
                      <a:pt x="136" y="276"/>
                    </a:lnTo>
                    <a:lnTo>
                      <a:pt x="141" y="268"/>
                    </a:lnTo>
                    <a:lnTo>
                      <a:pt x="144" y="262"/>
                    </a:lnTo>
                    <a:lnTo>
                      <a:pt x="147" y="255"/>
                    </a:lnTo>
                    <a:lnTo>
                      <a:pt x="149" y="246"/>
                    </a:lnTo>
                    <a:lnTo>
                      <a:pt x="151" y="233"/>
                    </a:lnTo>
                    <a:lnTo>
                      <a:pt x="154" y="212"/>
                    </a:lnTo>
                    <a:lnTo>
                      <a:pt x="158" y="199"/>
                    </a:lnTo>
                    <a:lnTo>
                      <a:pt x="165" y="181"/>
                    </a:lnTo>
                    <a:lnTo>
                      <a:pt x="177" y="162"/>
                    </a:lnTo>
                    <a:lnTo>
                      <a:pt x="189" y="142"/>
                    </a:lnTo>
                    <a:lnTo>
                      <a:pt x="202" y="124"/>
                    </a:lnTo>
                    <a:lnTo>
                      <a:pt x="215" y="106"/>
                    </a:lnTo>
                    <a:lnTo>
                      <a:pt x="226" y="95"/>
                    </a:lnTo>
                    <a:lnTo>
                      <a:pt x="235" y="88"/>
                    </a:lnTo>
                    <a:lnTo>
                      <a:pt x="241" y="86"/>
                    </a:lnTo>
                    <a:lnTo>
                      <a:pt x="246" y="83"/>
                    </a:lnTo>
                    <a:lnTo>
                      <a:pt x="252" y="83"/>
                    </a:lnTo>
                    <a:lnTo>
                      <a:pt x="258" y="83"/>
                    </a:lnTo>
                    <a:lnTo>
                      <a:pt x="262" y="79"/>
                    </a:lnTo>
                    <a:lnTo>
                      <a:pt x="268" y="72"/>
                    </a:lnTo>
                    <a:lnTo>
                      <a:pt x="273" y="63"/>
                    </a:lnTo>
                    <a:lnTo>
                      <a:pt x="280" y="52"/>
                    </a:lnTo>
                    <a:lnTo>
                      <a:pt x="287" y="42"/>
                    </a:lnTo>
                    <a:lnTo>
                      <a:pt x="293" y="31"/>
                    </a:lnTo>
                    <a:lnTo>
                      <a:pt x="298" y="23"/>
                    </a:lnTo>
                    <a:lnTo>
                      <a:pt x="301" y="19"/>
                    </a:lnTo>
                    <a:lnTo>
                      <a:pt x="306" y="12"/>
                    </a:lnTo>
                    <a:lnTo>
                      <a:pt x="310" y="6"/>
                    </a:lnTo>
                    <a:lnTo>
                      <a:pt x="315" y="2"/>
                    </a:lnTo>
                    <a:lnTo>
                      <a:pt x="320" y="0"/>
                    </a:lnTo>
                    <a:lnTo>
                      <a:pt x="323" y="3"/>
                    </a:lnTo>
                    <a:lnTo>
                      <a:pt x="328" y="6"/>
                    </a:lnTo>
                    <a:lnTo>
                      <a:pt x="333" y="8"/>
                    </a:lnTo>
                    <a:lnTo>
                      <a:pt x="338" y="12"/>
                    </a:lnTo>
                    <a:lnTo>
                      <a:pt x="349" y="19"/>
                    </a:lnTo>
                    <a:lnTo>
                      <a:pt x="362" y="26"/>
                    </a:lnTo>
                    <a:lnTo>
                      <a:pt x="375" y="31"/>
                    </a:lnTo>
                    <a:lnTo>
                      <a:pt x="388" y="38"/>
                    </a:lnTo>
                    <a:lnTo>
                      <a:pt x="400" y="44"/>
                    </a:lnTo>
                    <a:lnTo>
                      <a:pt x="411" y="49"/>
                    </a:lnTo>
                    <a:lnTo>
                      <a:pt x="419" y="51"/>
                    </a:lnTo>
                    <a:lnTo>
                      <a:pt x="426" y="53"/>
                    </a:lnTo>
                    <a:lnTo>
                      <a:pt x="434" y="55"/>
                    </a:lnTo>
                    <a:lnTo>
                      <a:pt x="447" y="58"/>
                    </a:lnTo>
                    <a:lnTo>
                      <a:pt x="464" y="61"/>
                    </a:lnTo>
                    <a:lnTo>
                      <a:pt x="481" y="67"/>
                    </a:lnTo>
                    <a:lnTo>
                      <a:pt x="498" y="72"/>
                    </a:lnTo>
                    <a:lnTo>
                      <a:pt x="515" y="76"/>
                    </a:lnTo>
                    <a:lnTo>
                      <a:pt x="530" y="81"/>
                    </a:lnTo>
                    <a:lnTo>
                      <a:pt x="541" y="84"/>
                    </a:lnTo>
                    <a:lnTo>
                      <a:pt x="542" y="82"/>
                    </a:lnTo>
                    <a:lnTo>
                      <a:pt x="543" y="79"/>
                    </a:lnTo>
                    <a:lnTo>
                      <a:pt x="543" y="75"/>
                    </a:lnTo>
                    <a:lnTo>
                      <a:pt x="544" y="71"/>
                    </a:lnTo>
                    <a:lnTo>
                      <a:pt x="553" y="81"/>
                    </a:lnTo>
                    <a:lnTo>
                      <a:pt x="561" y="91"/>
                    </a:lnTo>
                    <a:lnTo>
                      <a:pt x="568" y="102"/>
                    </a:lnTo>
                    <a:lnTo>
                      <a:pt x="575" y="112"/>
                    </a:lnTo>
                    <a:lnTo>
                      <a:pt x="580" y="121"/>
                    </a:lnTo>
                    <a:lnTo>
                      <a:pt x="583" y="131"/>
                    </a:lnTo>
                    <a:lnTo>
                      <a:pt x="586" y="137"/>
                    </a:lnTo>
                    <a:lnTo>
                      <a:pt x="584" y="142"/>
                    </a:lnTo>
                    <a:lnTo>
                      <a:pt x="582" y="149"/>
                    </a:lnTo>
                    <a:lnTo>
                      <a:pt x="582" y="156"/>
                    </a:lnTo>
                    <a:lnTo>
                      <a:pt x="583" y="164"/>
                    </a:lnTo>
                    <a:lnTo>
                      <a:pt x="588" y="171"/>
                    </a:lnTo>
                    <a:lnTo>
                      <a:pt x="595" y="184"/>
                    </a:lnTo>
                    <a:lnTo>
                      <a:pt x="603" y="205"/>
                    </a:lnTo>
                    <a:lnTo>
                      <a:pt x="609" y="231"/>
                    </a:lnTo>
                    <a:lnTo>
                      <a:pt x="609" y="251"/>
                    </a:lnTo>
                    <a:lnTo>
                      <a:pt x="604" y="245"/>
                    </a:lnTo>
                    <a:lnTo>
                      <a:pt x="598" y="238"/>
                    </a:lnTo>
                    <a:lnTo>
                      <a:pt x="594" y="232"/>
                    </a:lnTo>
                    <a:lnTo>
                      <a:pt x="588" y="226"/>
                    </a:lnTo>
                    <a:lnTo>
                      <a:pt x="583" y="222"/>
                    </a:lnTo>
                    <a:lnTo>
                      <a:pt x="579" y="219"/>
                    </a:lnTo>
                    <a:lnTo>
                      <a:pt x="574" y="219"/>
                    </a:lnTo>
                    <a:lnTo>
                      <a:pt x="571" y="222"/>
                    </a:lnTo>
                    <a:lnTo>
                      <a:pt x="567" y="231"/>
                    </a:lnTo>
                    <a:lnTo>
                      <a:pt x="571" y="240"/>
                    </a:lnTo>
                    <a:lnTo>
                      <a:pt x="576" y="249"/>
                    </a:lnTo>
                    <a:lnTo>
                      <a:pt x="584" y="257"/>
                    </a:lnTo>
                    <a:lnTo>
                      <a:pt x="593" y="269"/>
                    </a:lnTo>
                    <a:lnTo>
                      <a:pt x="602" y="289"/>
                    </a:lnTo>
                    <a:lnTo>
                      <a:pt x="608" y="318"/>
                    </a:lnTo>
                    <a:lnTo>
                      <a:pt x="608" y="351"/>
                    </a:lnTo>
                    <a:lnTo>
                      <a:pt x="613" y="354"/>
                    </a:lnTo>
                    <a:lnTo>
                      <a:pt x="620" y="360"/>
                    </a:lnTo>
                    <a:lnTo>
                      <a:pt x="627" y="368"/>
                    </a:lnTo>
                    <a:lnTo>
                      <a:pt x="634" y="376"/>
                    </a:lnTo>
                    <a:lnTo>
                      <a:pt x="641" y="384"/>
                    </a:lnTo>
                    <a:lnTo>
                      <a:pt x="647" y="393"/>
                    </a:lnTo>
                    <a:lnTo>
                      <a:pt x="651" y="402"/>
                    </a:lnTo>
                    <a:lnTo>
                      <a:pt x="655" y="41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0" name="Freeform 81">
                <a:extLst>
                  <a:ext uri="{FF2B5EF4-FFF2-40B4-BE49-F238E27FC236}">
                    <a16:creationId xmlns:a16="http://schemas.microsoft.com/office/drawing/2014/main" id="{7B3AE6BD-0A46-4C3D-94BE-FEBD3D4396CB}"/>
                  </a:ext>
                </a:extLst>
              </p:cNvPr>
              <p:cNvSpPr>
                <a:spLocks/>
              </p:cNvSpPr>
              <p:nvPr/>
            </p:nvSpPr>
            <p:spPr bwMode="auto">
              <a:xfrm>
                <a:off x="3391" y="2861"/>
                <a:ext cx="243" cy="273"/>
              </a:xfrm>
              <a:custGeom>
                <a:avLst/>
                <a:gdLst>
                  <a:gd name="T0" fmla="*/ 236 w 446"/>
                  <a:gd name="T1" fmla="*/ 202 h 501"/>
                  <a:gd name="T2" fmla="*/ 231 w 446"/>
                  <a:gd name="T3" fmla="*/ 190 h 501"/>
                  <a:gd name="T4" fmla="*/ 235 w 446"/>
                  <a:gd name="T5" fmla="*/ 184 h 501"/>
                  <a:gd name="T6" fmla="*/ 233 w 446"/>
                  <a:gd name="T7" fmla="*/ 173 h 501"/>
                  <a:gd name="T8" fmla="*/ 230 w 446"/>
                  <a:gd name="T9" fmla="*/ 165 h 501"/>
                  <a:gd name="T10" fmla="*/ 235 w 446"/>
                  <a:gd name="T11" fmla="*/ 156 h 501"/>
                  <a:gd name="T12" fmla="*/ 232 w 446"/>
                  <a:gd name="T13" fmla="*/ 146 h 501"/>
                  <a:gd name="T14" fmla="*/ 236 w 446"/>
                  <a:gd name="T15" fmla="*/ 140 h 501"/>
                  <a:gd name="T16" fmla="*/ 242 w 446"/>
                  <a:gd name="T17" fmla="*/ 136 h 501"/>
                  <a:gd name="T18" fmla="*/ 239 w 446"/>
                  <a:gd name="T19" fmla="*/ 128 h 501"/>
                  <a:gd name="T20" fmla="*/ 226 w 446"/>
                  <a:gd name="T21" fmla="*/ 117 h 501"/>
                  <a:gd name="T22" fmla="*/ 214 w 446"/>
                  <a:gd name="T23" fmla="*/ 103 h 501"/>
                  <a:gd name="T24" fmla="*/ 212 w 446"/>
                  <a:gd name="T25" fmla="*/ 89 h 501"/>
                  <a:gd name="T26" fmla="*/ 214 w 446"/>
                  <a:gd name="T27" fmla="*/ 80 h 501"/>
                  <a:gd name="T28" fmla="*/ 211 w 446"/>
                  <a:gd name="T29" fmla="*/ 74 h 501"/>
                  <a:gd name="T30" fmla="*/ 203 w 446"/>
                  <a:gd name="T31" fmla="*/ 64 h 501"/>
                  <a:gd name="T32" fmla="*/ 188 w 446"/>
                  <a:gd name="T33" fmla="*/ 47 h 501"/>
                  <a:gd name="T34" fmla="*/ 181 w 446"/>
                  <a:gd name="T35" fmla="*/ 37 h 501"/>
                  <a:gd name="T36" fmla="*/ 180 w 446"/>
                  <a:gd name="T37" fmla="*/ 22 h 501"/>
                  <a:gd name="T38" fmla="*/ 171 w 446"/>
                  <a:gd name="T39" fmla="*/ 17 h 501"/>
                  <a:gd name="T40" fmla="*/ 162 w 446"/>
                  <a:gd name="T41" fmla="*/ 16 h 501"/>
                  <a:gd name="T42" fmla="*/ 155 w 446"/>
                  <a:gd name="T43" fmla="*/ 8 h 501"/>
                  <a:gd name="T44" fmla="*/ 148 w 446"/>
                  <a:gd name="T45" fmla="*/ 2 h 501"/>
                  <a:gd name="T46" fmla="*/ 140 w 446"/>
                  <a:gd name="T47" fmla="*/ 0 h 501"/>
                  <a:gd name="T48" fmla="*/ 131 w 446"/>
                  <a:gd name="T49" fmla="*/ 2 h 501"/>
                  <a:gd name="T50" fmla="*/ 123 w 446"/>
                  <a:gd name="T51" fmla="*/ 3 h 501"/>
                  <a:gd name="T52" fmla="*/ 113 w 446"/>
                  <a:gd name="T53" fmla="*/ 4 h 501"/>
                  <a:gd name="T54" fmla="*/ 104 w 446"/>
                  <a:gd name="T55" fmla="*/ 9 h 501"/>
                  <a:gd name="T56" fmla="*/ 98 w 446"/>
                  <a:gd name="T57" fmla="*/ 11 h 501"/>
                  <a:gd name="T58" fmla="*/ 86 w 446"/>
                  <a:gd name="T59" fmla="*/ 14 h 501"/>
                  <a:gd name="T60" fmla="*/ 71 w 446"/>
                  <a:gd name="T61" fmla="*/ 16 h 501"/>
                  <a:gd name="T62" fmla="*/ 50 w 446"/>
                  <a:gd name="T63" fmla="*/ 28 h 501"/>
                  <a:gd name="T64" fmla="*/ 27 w 446"/>
                  <a:gd name="T65" fmla="*/ 48 h 501"/>
                  <a:gd name="T66" fmla="*/ 10 w 446"/>
                  <a:gd name="T67" fmla="*/ 71 h 501"/>
                  <a:gd name="T68" fmla="*/ 0 w 446"/>
                  <a:gd name="T69" fmla="*/ 108 h 501"/>
                  <a:gd name="T70" fmla="*/ 4 w 446"/>
                  <a:gd name="T71" fmla="*/ 135 h 501"/>
                  <a:gd name="T72" fmla="*/ 9 w 446"/>
                  <a:gd name="T73" fmla="*/ 152 h 501"/>
                  <a:gd name="T74" fmla="*/ 9 w 446"/>
                  <a:gd name="T75" fmla="*/ 165 h 501"/>
                  <a:gd name="T76" fmla="*/ 17 w 446"/>
                  <a:gd name="T77" fmla="*/ 175 h 501"/>
                  <a:gd name="T78" fmla="*/ 27 w 446"/>
                  <a:gd name="T79" fmla="*/ 185 h 501"/>
                  <a:gd name="T80" fmla="*/ 30 w 446"/>
                  <a:gd name="T81" fmla="*/ 197 h 501"/>
                  <a:gd name="T82" fmla="*/ 36 w 446"/>
                  <a:gd name="T83" fmla="*/ 209 h 501"/>
                  <a:gd name="T84" fmla="*/ 46 w 446"/>
                  <a:gd name="T85" fmla="*/ 217 h 501"/>
                  <a:gd name="T86" fmla="*/ 47 w 446"/>
                  <a:gd name="T87" fmla="*/ 220 h 501"/>
                  <a:gd name="T88" fmla="*/ 46 w 446"/>
                  <a:gd name="T89" fmla="*/ 223 h 501"/>
                  <a:gd name="T90" fmla="*/ 53 w 446"/>
                  <a:gd name="T91" fmla="*/ 231 h 501"/>
                  <a:gd name="T92" fmla="*/ 77 w 446"/>
                  <a:gd name="T93" fmla="*/ 244 h 501"/>
                  <a:gd name="T94" fmla="*/ 100 w 446"/>
                  <a:gd name="T95" fmla="*/ 255 h 501"/>
                  <a:gd name="T96" fmla="*/ 117 w 446"/>
                  <a:gd name="T97" fmla="*/ 259 h 501"/>
                  <a:gd name="T98" fmla="*/ 144 w 446"/>
                  <a:gd name="T99" fmla="*/ 266 h 501"/>
                  <a:gd name="T100" fmla="*/ 168 w 446"/>
                  <a:gd name="T101" fmla="*/ 273 h 501"/>
                  <a:gd name="T102" fmla="*/ 171 w 446"/>
                  <a:gd name="T103" fmla="*/ 259 h 501"/>
                  <a:gd name="T104" fmla="*/ 172 w 446"/>
                  <a:gd name="T105" fmla="*/ 250 h 501"/>
                  <a:gd name="T106" fmla="*/ 176 w 446"/>
                  <a:gd name="T107" fmla="*/ 241 h 501"/>
                  <a:gd name="T108" fmla="*/ 179 w 446"/>
                  <a:gd name="T109" fmla="*/ 238 h 501"/>
                  <a:gd name="T110" fmla="*/ 186 w 446"/>
                  <a:gd name="T111" fmla="*/ 235 h 501"/>
                  <a:gd name="T112" fmla="*/ 196 w 446"/>
                  <a:gd name="T113" fmla="*/ 232 h 501"/>
                  <a:gd name="T114" fmla="*/ 205 w 446"/>
                  <a:gd name="T115" fmla="*/ 227 h 501"/>
                  <a:gd name="T116" fmla="*/ 218 w 446"/>
                  <a:gd name="T117" fmla="*/ 222 h 501"/>
                  <a:gd name="T118" fmla="*/ 231 w 446"/>
                  <a:gd name="T119" fmla="*/ 215 h 5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46" h="501">
                    <a:moveTo>
                      <a:pt x="431" y="390"/>
                    </a:moveTo>
                    <a:lnTo>
                      <a:pt x="434" y="382"/>
                    </a:lnTo>
                    <a:lnTo>
                      <a:pt x="433" y="370"/>
                    </a:lnTo>
                    <a:lnTo>
                      <a:pt x="430" y="359"/>
                    </a:lnTo>
                    <a:lnTo>
                      <a:pt x="423" y="352"/>
                    </a:lnTo>
                    <a:lnTo>
                      <a:pt x="424" y="348"/>
                    </a:lnTo>
                    <a:lnTo>
                      <a:pt x="426" y="344"/>
                    </a:lnTo>
                    <a:lnTo>
                      <a:pt x="429" y="339"/>
                    </a:lnTo>
                    <a:lnTo>
                      <a:pt x="432" y="337"/>
                    </a:lnTo>
                    <a:lnTo>
                      <a:pt x="433" y="331"/>
                    </a:lnTo>
                    <a:lnTo>
                      <a:pt x="433" y="324"/>
                    </a:lnTo>
                    <a:lnTo>
                      <a:pt x="428" y="318"/>
                    </a:lnTo>
                    <a:lnTo>
                      <a:pt x="416" y="316"/>
                    </a:lnTo>
                    <a:lnTo>
                      <a:pt x="418" y="309"/>
                    </a:lnTo>
                    <a:lnTo>
                      <a:pt x="423" y="302"/>
                    </a:lnTo>
                    <a:lnTo>
                      <a:pt x="428" y="296"/>
                    </a:lnTo>
                    <a:lnTo>
                      <a:pt x="431" y="292"/>
                    </a:lnTo>
                    <a:lnTo>
                      <a:pt x="432" y="287"/>
                    </a:lnTo>
                    <a:lnTo>
                      <a:pt x="433" y="280"/>
                    </a:lnTo>
                    <a:lnTo>
                      <a:pt x="431" y="273"/>
                    </a:lnTo>
                    <a:lnTo>
                      <a:pt x="425" y="268"/>
                    </a:lnTo>
                    <a:lnTo>
                      <a:pt x="428" y="264"/>
                    </a:lnTo>
                    <a:lnTo>
                      <a:pt x="431" y="261"/>
                    </a:lnTo>
                    <a:lnTo>
                      <a:pt x="433" y="257"/>
                    </a:lnTo>
                    <a:lnTo>
                      <a:pt x="437" y="256"/>
                    </a:lnTo>
                    <a:lnTo>
                      <a:pt x="442" y="254"/>
                    </a:lnTo>
                    <a:lnTo>
                      <a:pt x="445" y="249"/>
                    </a:lnTo>
                    <a:lnTo>
                      <a:pt x="446" y="243"/>
                    </a:lnTo>
                    <a:lnTo>
                      <a:pt x="442" y="239"/>
                    </a:lnTo>
                    <a:lnTo>
                      <a:pt x="438" y="235"/>
                    </a:lnTo>
                    <a:lnTo>
                      <a:pt x="431" y="230"/>
                    </a:lnTo>
                    <a:lnTo>
                      <a:pt x="423" y="223"/>
                    </a:lnTo>
                    <a:lnTo>
                      <a:pt x="414" y="215"/>
                    </a:lnTo>
                    <a:lnTo>
                      <a:pt x="404" y="207"/>
                    </a:lnTo>
                    <a:lnTo>
                      <a:pt x="398" y="197"/>
                    </a:lnTo>
                    <a:lnTo>
                      <a:pt x="393" y="189"/>
                    </a:lnTo>
                    <a:lnTo>
                      <a:pt x="391" y="182"/>
                    </a:lnTo>
                    <a:lnTo>
                      <a:pt x="389" y="171"/>
                    </a:lnTo>
                    <a:lnTo>
                      <a:pt x="389" y="163"/>
                    </a:lnTo>
                    <a:lnTo>
                      <a:pt x="389" y="156"/>
                    </a:lnTo>
                    <a:lnTo>
                      <a:pt x="391" y="150"/>
                    </a:lnTo>
                    <a:lnTo>
                      <a:pt x="392" y="146"/>
                    </a:lnTo>
                    <a:lnTo>
                      <a:pt x="392" y="141"/>
                    </a:lnTo>
                    <a:lnTo>
                      <a:pt x="391" y="137"/>
                    </a:lnTo>
                    <a:lnTo>
                      <a:pt x="388" y="135"/>
                    </a:lnTo>
                    <a:lnTo>
                      <a:pt x="385" y="132"/>
                    </a:lnTo>
                    <a:lnTo>
                      <a:pt x="379" y="126"/>
                    </a:lnTo>
                    <a:lnTo>
                      <a:pt x="372" y="117"/>
                    </a:lnTo>
                    <a:lnTo>
                      <a:pt x="363" y="106"/>
                    </a:lnTo>
                    <a:lnTo>
                      <a:pt x="354" y="96"/>
                    </a:lnTo>
                    <a:lnTo>
                      <a:pt x="345" y="87"/>
                    </a:lnTo>
                    <a:lnTo>
                      <a:pt x="338" y="79"/>
                    </a:lnTo>
                    <a:lnTo>
                      <a:pt x="332" y="74"/>
                    </a:lnTo>
                    <a:lnTo>
                      <a:pt x="333" y="67"/>
                    </a:lnTo>
                    <a:lnTo>
                      <a:pt x="333" y="59"/>
                    </a:lnTo>
                    <a:lnTo>
                      <a:pt x="333" y="50"/>
                    </a:lnTo>
                    <a:lnTo>
                      <a:pt x="331" y="41"/>
                    </a:lnTo>
                    <a:lnTo>
                      <a:pt x="327" y="35"/>
                    </a:lnTo>
                    <a:lnTo>
                      <a:pt x="320" y="32"/>
                    </a:lnTo>
                    <a:lnTo>
                      <a:pt x="313" y="32"/>
                    </a:lnTo>
                    <a:lnTo>
                      <a:pt x="307" y="33"/>
                    </a:lnTo>
                    <a:lnTo>
                      <a:pt x="303" y="32"/>
                    </a:lnTo>
                    <a:lnTo>
                      <a:pt x="298" y="29"/>
                    </a:lnTo>
                    <a:lnTo>
                      <a:pt x="294" y="25"/>
                    </a:lnTo>
                    <a:lnTo>
                      <a:pt x="289" y="20"/>
                    </a:lnTo>
                    <a:lnTo>
                      <a:pt x="284" y="15"/>
                    </a:lnTo>
                    <a:lnTo>
                      <a:pt x="279" y="11"/>
                    </a:lnTo>
                    <a:lnTo>
                      <a:pt x="274" y="7"/>
                    </a:lnTo>
                    <a:lnTo>
                      <a:pt x="271" y="4"/>
                    </a:lnTo>
                    <a:lnTo>
                      <a:pt x="267" y="2"/>
                    </a:lnTo>
                    <a:lnTo>
                      <a:pt x="263" y="2"/>
                    </a:lnTo>
                    <a:lnTo>
                      <a:pt x="257" y="0"/>
                    </a:lnTo>
                    <a:lnTo>
                      <a:pt x="252" y="2"/>
                    </a:lnTo>
                    <a:lnTo>
                      <a:pt x="247" y="3"/>
                    </a:lnTo>
                    <a:lnTo>
                      <a:pt x="241" y="4"/>
                    </a:lnTo>
                    <a:lnTo>
                      <a:pt x="236" y="5"/>
                    </a:lnTo>
                    <a:lnTo>
                      <a:pt x="233" y="7"/>
                    </a:lnTo>
                    <a:lnTo>
                      <a:pt x="226" y="6"/>
                    </a:lnTo>
                    <a:lnTo>
                      <a:pt x="220" y="6"/>
                    </a:lnTo>
                    <a:lnTo>
                      <a:pt x="213" y="7"/>
                    </a:lnTo>
                    <a:lnTo>
                      <a:pt x="207" y="8"/>
                    </a:lnTo>
                    <a:lnTo>
                      <a:pt x="201" y="12"/>
                    </a:lnTo>
                    <a:lnTo>
                      <a:pt x="196" y="14"/>
                    </a:lnTo>
                    <a:lnTo>
                      <a:pt x="191" y="17"/>
                    </a:lnTo>
                    <a:lnTo>
                      <a:pt x="188" y="18"/>
                    </a:lnTo>
                    <a:lnTo>
                      <a:pt x="184" y="19"/>
                    </a:lnTo>
                    <a:lnTo>
                      <a:pt x="179" y="20"/>
                    </a:lnTo>
                    <a:lnTo>
                      <a:pt x="173" y="22"/>
                    </a:lnTo>
                    <a:lnTo>
                      <a:pt x="165" y="23"/>
                    </a:lnTo>
                    <a:lnTo>
                      <a:pt x="157" y="26"/>
                    </a:lnTo>
                    <a:lnTo>
                      <a:pt x="148" y="27"/>
                    </a:lnTo>
                    <a:lnTo>
                      <a:pt x="140" y="29"/>
                    </a:lnTo>
                    <a:lnTo>
                      <a:pt x="130" y="30"/>
                    </a:lnTo>
                    <a:lnTo>
                      <a:pt x="120" y="34"/>
                    </a:lnTo>
                    <a:lnTo>
                      <a:pt x="107" y="42"/>
                    </a:lnTo>
                    <a:lnTo>
                      <a:pt x="92" y="52"/>
                    </a:lnTo>
                    <a:lnTo>
                      <a:pt x="77" y="64"/>
                    </a:lnTo>
                    <a:lnTo>
                      <a:pt x="62" y="76"/>
                    </a:lnTo>
                    <a:lnTo>
                      <a:pt x="50" y="89"/>
                    </a:lnTo>
                    <a:lnTo>
                      <a:pt x="38" y="101"/>
                    </a:lnTo>
                    <a:lnTo>
                      <a:pt x="30" y="110"/>
                    </a:lnTo>
                    <a:lnTo>
                      <a:pt x="19" y="131"/>
                    </a:lnTo>
                    <a:lnTo>
                      <a:pt x="11" y="156"/>
                    </a:lnTo>
                    <a:lnTo>
                      <a:pt x="4" y="181"/>
                    </a:lnTo>
                    <a:lnTo>
                      <a:pt x="0" y="199"/>
                    </a:lnTo>
                    <a:lnTo>
                      <a:pt x="0" y="213"/>
                    </a:lnTo>
                    <a:lnTo>
                      <a:pt x="4" y="231"/>
                    </a:lnTo>
                    <a:lnTo>
                      <a:pt x="8" y="248"/>
                    </a:lnTo>
                    <a:lnTo>
                      <a:pt x="12" y="261"/>
                    </a:lnTo>
                    <a:lnTo>
                      <a:pt x="14" y="270"/>
                    </a:lnTo>
                    <a:lnTo>
                      <a:pt x="16" y="279"/>
                    </a:lnTo>
                    <a:lnTo>
                      <a:pt x="16" y="288"/>
                    </a:lnTo>
                    <a:lnTo>
                      <a:pt x="16" y="298"/>
                    </a:lnTo>
                    <a:lnTo>
                      <a:pt x="17" y="302"/>
                    </a:lnTo>
                    <a:lnTo>
                      <a:pt x="21" y="308"/>
                    </a:lnTo>
                    <a:lnTo>
                      <a:pt x="25" y="315"/>
                    </a:lnTo>
                    <a:lnTo>
                      <a:pt x="31" y="322"/>
                    </a:lnTo>
                    <a:lnTo>
                      <a:pt x="37" y="329"/>
                    </a:lnTo>
                    <a:lnTo>
                      <a:pt x="44" y="334"/>
                    </a:lnTo>
                    <a:lnTo>
                      <a:pt x="49" y="340"/>
                    </a:lnTo>
                    <a:lnTo>
                      <a:pt x="53" y="345"/>
                    </a:lnTo>
                    <a:lnTo>
                      <a:pt x="54" y="354"/>
                    </a:lnTo>
                    <a:lnTo>
                      <a:pt x="55" y="362"/>
                    </a:lnTo>
                    <a:lnTo>
                      <a:pt x="58" y="369"/>
                    </a:lnTo>
                    <a:lnTo>
                      <a:pt x="61" y="376"/>
                    </a:lnTo>
                    <a:lnTo>
                      <a:pt x="66" y="383"/>
                    </a:lnTo>
                    <a:lnTo>
                      <a:pt x="74" y="390"/>
                    </a:lnTo>
                    <a:lnTo>
                      <a:pt x="81" y="394"/>
                    </a:lnTo>
                    <a:lnTo>
                      <a:pt x="85" y="398"/>
                    </a:lnTo>
                    <a:lnTo>
                      <a:pt x="87" y="400"/>
                    </a:lnTo>
                    <a:lnTo>
                      <a:pt x="87" y="401"/>
                    </a:lnTo>
                    <a:lnTo>
                      <a:pt x="87" y="404"/>
                    </a:lnTo>
                    <a:lnTo>
                      <a:pt x="85" y="406"/>
                    </a:lnTo>
                    <a:lnTo>
                      <a:pt x="84" y="408"/>
                    </a:lnTo>
                    <a:lnTo>
                      <a:pt x="84" y="410"/>
                    </a:lnTo>
                    <a:lnTo>
                      <a:pt x="85" y="414"/>
                    </a:lnTo>
                    <a:lnTo>
                      <a:pt x="87" y="417"/>
                    </a:lnTo>
                    <a:lnTo>
                      <a:pt x="97" y="424"/>
                    </a:lnTo>
                    <a:lnTo>
                      <a:pt x="111" y="431"/>
                    </a:lnTo>
                    <a:lnTo>
                      <a:pt x="126" y="440"/>
                    </a:lnTo>
                    <a:lnTo>
                      <a:pt x="142" y="448"/>
                    </a:lnTo>
                    <a:lnTo>
                      <a:pt x="158" y="457"/>
                    </a:lnTo>
                    <a:lnTo>
                      <a:pt x="172" y="463"/>
                    </a:lnTo>
                    <a:lnTo>
                      <a:pt x="184" y="468"/>
                    </a:lnTo>
                    <a:lnTo>
                      <a:pt x="193" y="470"/>
                    </a:lnTo>
                    <a:lnTo>
                      <a:pt x="201" y="472"/>
                    </a:lnTo>
                    <a:lnTo>
                      <a:pt x="214" y="475"/>
                    </a:lnTo>
                    <a:lnTo>
                      <a:pt x="231" y="478"/>
                    </a:lnTo>
                    <a:lnTo>
                      <a:pt x="248" y="484"/>
                    </a:lnTo>
                    <a:lnTo>
                      <a:pt x="265" y="489"/>
                    </a:lnTo>
                    <a:lnTo>
                      <a:pt x="282" y="493"/>
                    </a:lnTo>
                    <a:lnTo>
                      <a:pt x="297" y="498"/>
                    </a:lnTo>
                    <a:lnTo>
                      <a:pt x="308" y="501"/>
                    </a:lnTo>
                    <a:lnTo>
                      <a:pt x="310" y="493"/>
                    </a:lnTo>
                    <a:lnTo>
                      <a:pt x="312" y="484"/>
                    </a:lnTo>
                    <a:lnTo>
                      <a:pt x="313" y="475"/>
                    </a:lnTo>
                    <a:lnTo>
                      <a:pt x="313" y="468"/>
                    </a:lnTo>
                    <a:lnTo>
                      <a:pt x="313" y="463"/>
                    </a:lnTo>
                    <a:lnTo>
                      <a:pt x="316" y="458"/>
                    </a:lnTo>
                    <a:lnTo>
                      <a:pt x="317" y="452"/>
                    </a:lnTo>
                    <a:lnTo>
                      <a:pt x="320" y="445"/>
                    </a:lnTo>
                    <a:lnTo>
                      <a:pt x="323" y="443"/>
                    </a:lnTo>
                    <a:lnTo>
                      <a:pt x="324" y="440"/>
                    </a:lnTo>
                    <a:lnTo>
                      <a:pt x="326" y="438"/>
                    </a:lnTo>
                    <a:lnTo>
                      <a:pt x="328" y="437"/>
                    </a:lnTo>
                    <a:lnTo>
                      <a:pt x="332" y="435"/>
                    </a:lnTo>
                    <a:lnTo>
                      <a:pt x="338" y="434"/>
                    </a:lnTo>
                    <a:lnTo>
                      <a:pt x="342" y="431"/>
                    </a:lnTo>
                    <a:lnTo>
                      <a:pt x="349" y="429"/>
                    </a:lnTo>
                    <a:lnTo>
                      <a:pt x="355" y="428"/>
                    </a:lnTo>
                    <a:lnTo>
                      <a:pt x="360" y="425"/>
                    </a:lnTo>
                    <a:lnTo>
                      <a:pt x="365" y="423"/>
                    </a:lnTo>
                    <a:lnTo>
                      <a:pt x="369" y="421"/>
                    </a:lnTo>
                    <a:lnTo>
                      <a:pt x="377" y="416"/>
                    </a:lnTo>
                    <a:lnTo>
                      <a:pt x="386" y="413"/>
                    </a:lnTo>
                    <a:lnTo>
                      <a:pt x="395" y="409"/>
                    </a:lnTo>
                    <a:lnTo>
                      <a:pt x="401" y="408"/>
                    </a:lnTo>
                    <a:lnTo>
                      <a:pt x="407" y="406"/>
                    </a:lnTo>
                    <a:lnTo>
                      <a:pt x="416" y="401"/>
                    </a:lnTo>
                    <a:lnTo>
                      <a:pt x="424" y="395"/>
                    </a:lnTo>
                    <a:lnTo>
                      <a:pt x="431" y="39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1" name="Freeform 82">
                <a:extLst>
                  <a:ext uri="{FF2B5EF4-FFF2-40B4-BE49-F238E27FC236}">
                    <a16:creationId xmlns:a16="http://schemas.microsoft.com/office/drawing/2014/main" id="{E6A50BE1-6395-442A-ACF9-C55DD74B35A6}"/>
                  </a:ext>
                </a:extLst>
              </p:cNvPr>
              <p:cNvSpPr>
                <a:spLocks/>
              </p:cNvSpPr>
              <p:nvPr/>
            </p:nvSpPr>
            <p:spPr bwMode="auto">
              <a:xfrm>
                <a:off x="3562" y="2902"/>
                <a:ext cx="72" cy="128"/>
              </a:xfrm>
              <a:custGeom>
                <a:avLst/>
                <a:gdLst>
                  <a:gd name="T0" fmla="*/ 62 w 133"/>
                  <a:gd name="T1" fmla="*/ 103 h 235"/>
                  <a:gd name="T2" fmla="*/ 65 w 133"/>
                  <a:gd name="T3" fmla="*/ 100 h 235"/>
                  <a:gd name="T4" fmla="*/ 70 w 133"/>
                  <a:gd name="T5" fmla="*/ 98 h 235"/>
                  <a:gd name="T6" fmla="*/ 72 w 133"/>
                  <a:gd name="T7" fmla="*/ 92 h 235"/>
                  <a:gd name="T8" fmla="*/ 68 w 133"/>
                  <a:gd name="T9" fmla="*/ 88 h 235"/>
                  <a:gd name="T10" fmla="*/ 60 w 133"/>
                  <a:gd name="T11" fmla="*/ 81 h 235"/>
                  <a:gd name="T12" fmla="*/ 49 w 133"/>
                  <a:gd name="T13" fmla="*/ 72 h 235"/>
                  <a:gd name="T14" fmla="*/ 43 w 133"/>
                  <a:gd name="T15" fmla="*/ 63 h 235"/>
                  <a:gd name="T16" fmla="*/ 41 w 133"/>
                  <a:gd name="T17" fmla="*/ 53 h 235"/>
                  <a:gd name="T18" fmla="*/ 41 w 133"/>
                  <a:gd name="T19" fmla="*/ 45 h 235"/>
                  <a:gd name="T20" fmla="*/ 43 w 133"/>
                  <a:gd name="T21" fmla="*/ 39 h 235"/>
                  <a:gd name="T22" fmla="*/ 42 w 133"/>
                  <a:gd name="T23" fmla="*/ 35 h 235"/>
                  <a:gd name="T24" fmla="*/ 39 w 133"/>
                  <a:gd name="T25" fmla="*/ 32 h 235"/>
                  <a:gd name="T26" fmla="*/ 32 w 133"/>
                  <a:gd name="T27" fmla="*/ 23 h 235"/>
                  <a:gd name="T28" fmla="*/ 22 w 133"/>
                  <a:gd name="T29" fmla="*/ 12 h 235"/>
                  <a:gd name="T30" fmla="*/ 14 w 133"/>
                  <a:gd name="T31" fmla="*/ 3 h 235"/>
                  <a:gd name="T32" fmla="*/ 6 w 133"/>
                  <a:gd name="T33" fmla="*/ 4 h 235"/>
                  <a:gd name="T34" fmla="*/ 0 w 133"/>
                  <a:gd name="T35" fmla="*/ 15 h 235"/>
                  <a:gd name="T36" fmla="*/ 4 w 133"/>
                  <a:gd name="T37" fmla="*/ 21 h 235"/>
                  <a:gd name="T38" fmla="*/ 10 w 133"/>
                  <a:gd name="T39" fmla="*/ 27 h 235"/>
                  <a:gd name="T40" fmla="*/ 12 w 133"/>
                  <a:gd name="T41" fmla="*/ 31 h 235"/>
                  <a:gd name="T42" fmla="*/ 12 w 133"/>
                  <a:gd name="T43" fmla="*/ 34 h 235"/>
                  <a:gd name="T44" fmla="*/ 18 w 133"/>
                  <a:gd name="T45" fmla="*/ 38 h 235"/>
                  <a:gd name="T46" fmla="*/ 29 w 133"/>
                  <a:gd name="T47" fmla="*/ 48 h 235"/>
                  <a:gd name="T48" fmla="*/ 27 w 133"/>
                  <a:gd name="T49" fmla="*/ 60 h 235"/>
                  <a:gd name="T50" fmla="*/ 23 w 133"/>
                  <a:gd name="T51" fmla="*/ 66 h 235"/>
                  <a:gd name="T52" fmla="*/ 20 w 133"/>
                  <a:gd name="T53" fmla="*/ 75 h 235"/>
                  <a:gd name="T54" fmla="*/ 18 w 133"/>
                  <a:gd name="T55" fmla="*/ 93 h 235"/>
                  <a:gd name="T56" fmla="*/ 24 w 133"/>
                  <a:gd name="T57" fmla="*/ 102 h 235"/>
                  <a:gd name="T58" fmla="*/ 31 w 133"/>
                  <a:gd name="T59" fmla="*/ 108 h 235"/>
                  <a:gd name="T60" fmla="*/ 38 w 133"/>
                  <a:gd name="T61" fmla="*/ 116 h 235"/>
                  <a:gd name="T62" fmla="*/ 41 w 133"/>
                  <a:gd name="T63" fmla="*/ 124 h 235"/>
                  <a:gd name="T64" fmla="*/ 44 w 133"/>
                  <a:gd name="T65" fmla="*/ 124 h 235"/>
                  <a:gd name="T66" fmla="*/ 49 w 133"/>
                  <a:gd name="T67" fmla="*/ 115 h 235"/>
                  <a:gd name="T68" fmla="*/ 51 w 133"/>
                  <a:gd name="T69" fmla="*/ 110 h 235"/>
                  <a:gd name="T70" fmla="*/ 57 w 133"/>
                  <a:gd name="T71" fmla="*/ 106 h 2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3" h="235">
                    <a:moveTo>
                      <a:pt x="112" y="194"/>
                    </a:moveTo>
                    <a:lnTo>
                      <a:pt x="115" y="190"/>
                    </a:lnTo>
                    <a:lnTo>
                      <a:pt x="118" y="187"/>
                    </a:lnTo>
                    <a:lnTo>
                      <a:pt x="120" y="183"/>
                    </a:lnTo>
                    <a:lnTo>
                      <a:pt x="124" y="182"/>
                    </a:lnTo>
                    <a:lnTo>
                      <a:pt x="129" y="180"/>
                    </a:lnTo>
                    <a:lnTo>
                      <a:pt x="132" y="175"/>
                    </a:lnTo>
                    <a:lnTo>
                      <a:pt x="133" y="169"/>
                    </a:lnTo>
                    <a:lnTo>
                      <a:pt x="129" y="165"/>
                    </a:lnTo>
                    <a:lnTo>
                      <a:pt x="125" y="161"/>
                    </a:lnTo>
                    <a:lnTo>
                      <a:pt x="118" y="156"/>
                    </a:lnTo>
                    <a:lnTo>
                      <a:pt x="110" y="149"/>
                    </a:lnTo>
                    <a:lnTo>
                      <a:pt x="101" y="141"/>
                    </a:lnTo>
                    <a:lnTo>
                      <a:pt x="91" y="133"/>
                    </a:lnTo>
                    <a:lnTo>
                      <a:pt x="85" y="123"/>
                    </a:lnTo>
                    <a:lnTo>
                      <a:pt x="80" y="115"/>
                    </a:lnTo>
                    <a:lnTo>
                      <a:pt x="78" y="108"/>
                    </a:lnTo>
                    <a:lnTo>
                      <a:pt x="76" y="97"/>
                    </a:lnTo>
                    <a:lnTo>
                      <a:pt x="76" y="89"/>
                    </a:lnTo>
                    <a:lnTo>
                      <a:pt x="76" y="82"/>
                    </a:lnTo>
                    <a:lnTo>
                      <a:pt x="78" y="76"/>
                    </a:lnTo>
                    <a:lnTo>
                      <a:pt x="79" y="72"/>
                    </a:lnTo>
                    <a:lnTo>
                      <a:pt x="79" y="68"/>
                    </a:lnTo>
                    <a:lnTo>
                      <a:pt x="78" y="65"/>
                    </a:lnTo>
                    <a:lnTo>
                      <a:pt x="75" y="61"/>
                    </a:lnTo>
                    <a:lnTo>
                      <a:pt x="72" y="58"/>
                    </a:lnTo>
                    <a:lnTo>
                      <a:pt x="66" y="52"/>
                    </a:lnTo>
                    <a:lnTo>
                      <a:pt x="59" y="43"/>
                    </a:lnTo>
                    <a:lnTo>
                      <a:pt x="50" y="32"/>
                    </a:lnTo>
                    <a:lnTo>
                      <a:pt x="41" y="22"/>
                    </a:lnTo>
                    <a:lnTo>
                      <a:pt x="32" y="13"/>
                    </a:lnTo>
                    <a:lnTo>
                      <a:pt x="25" y="5"/>
                    </a:lnTo>
                    <a:lnTo>
                      <a:pt x="19" y="0"/>
                    </a:lnTo>
                    <a:lnTo>
                      <a:pt x="12" y="8"/>
                    </a:lnTo>
                    <a:lnTo>
                      <a:pt x="5" y="19"/>
                    </a:lnTo>
                    <a:lnTo>
                      <a:pt x="0" y="28"/>
                    </a:lnTo>
                    <a:lnTo>
                      <a:pt x="2" y="34"/>
                    </a:lnTo>
                    <a:lnTo>
                      <a:pt x="7" y="38"/>
                    </a:lnTo>
                    <a:lnTo>
                      <a:pt x="13" y="43"/>
                    </a:lnTo>
                    <a:lnTo>
                      <a:pt x="19" y="49"/>
                    </a:lnTo>
                    <a:lnTo>
                      <a:pt x="21" y="53"/>
                    </a:lnTo>
                    <a:lnTo>
                      <a:pt x="22" y="57"/>
                    </a:lnTo>
                    <a:lnTo>
                      <a:pt x="22" y="60"/>
                    </a:lnTo>
                    <a:lnTo>
                      <a:pt x="22" y="62"/>
                    </a:lnTo>
                    <a:lnTo>
                      <a:pt x="26" y="65"/>
                    </a:lnTo>
                    <a:lnTo>
                      <a:pt x="34" y="69"/>
                    </a:lnTo>
                    <a:lnTo>
                      <a:pt x="44" y="77"/>
                    </a:lnTo>
                    <a:lnTo>
                      <a:pt x="53" y="89"/>
                    </a:lnTo>
                    <a:lnTo>
                      <a:pt x="55" y="100"/>
                    </a:lnTo>
                    <a:lnTo>
                      <a:pt x="50" y="110"/>
                    </a:lnTo>
                    <a:lnTo>
                      <a:pt x="47" y="115"/>
                    </a:lnTo>
                    <a:lnTo>
                      <a:pt x="43" y="121"/>
                    </a:lnTo>
                    <a:lnTo>
                      <a:pt x="41" y="127"/>
                    </a:lnTo>
                    <a:lnTo>
                      <a:pt x="37" y="138"/>
                    </a:lnTo>
                    <a:lnTo>
                      <a:pt x="35" y="154"/>
                    </a:lnTo>
                    <a:lnTo>
                      <a:pt x="34" y="171"/>
                    </a:lnTo>
                    <a:lnTo>
                      <a:pt x="40" y="182"/>
                    </a:lnTo>
                    <a:lnTo>
                      <a:pt x="45" y="187"/>
                    </a:lnTo>
                    <a:lnTo>
                      <a:pt x="51" y="192"/>
                    </a:lnTo>
                    <a:lnTo>
                      <a:pt x="57" y="199"/>
                    </a:lnTo>
                    <a:lnTo>
                      <a:pt x="64" y="206"/>
                    </a:lnTo>
                    <a:lnTo>
                      <a:pt x="70" y="213"/>
                    </a:lnTo>
                    <a:lnTo>
                      <a:pt x="73" y="221"/>
                    </a:lnTo>
                    <a:lnTo>
                      <a:pt x="76" y="228"/>
                    </a:lnTo>
                    <a:lnTo>
                      <a:pt x="76" y="235"/>
                    </a:lnTo>
                    <a:lnTo>
                      <a:pt x="81" y="227"/>
                    </a:lnTo>
                    <a:lnTo>
                      <a:pt x="86" y="219"/>
                    </a:lnTo>
                    <a:lnTo>
                      <a:pt x="90" y="211"/>
                    </a:lnTo>
                    <a:lnTo>
                      <a:pt x="93" y="205"/>
                    </a:lnTo>
                    <a:lnTo>
                      <a:pt x="95" y="202"/>
                    </a:lnTo>
                    <a:lnTo>
                      <a:pt x="100" y="197"/>
                    </a:lnTo>
                    <a:lnTo>
                      <a:pt x="105" y="195"/>
                    </a:lnTo>
                    <a:lnTo>
                      <a:pt x="112" y="1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2" name="Freeform 83">
                <a:extLst>
                  <a:ext uri="{FF2B5EF4-FFF2-40B4-BE49-F238E27FC236}">
                    <a16:creationId xmlns:a16="http://schemas.microsoft.com/office/drawing/2014/main" id="{A1249FFB-D5C0-4646-8641-5F43EF86D366}"/>
                  </a:ext>
                </a:extLst>
              </p:cNvPr>
              <p:cNvSpPr>
                <a:spLocks/>
              </p:cNvSpPr>
              <p:nvPr/>
            </p:nvSpPr>
            <p:spPr bwMode="auto">
              <a:xfrm>
                <a:off x="3606" y="3019"/>
                <a:ext cx="22" cy="54"/>
              </a:xfrm>
              <a:custGeom>
                <a:avLst/>
                <a:gdLst>
                  <a:gd name="T0" fmla="*/ 20 w 40"/>
                  <a:gd name="T1" fmla="*/ 54 h 102"/>
                  <a:gd name="T2" fmla="*/ 22 w 40"/>
                  <a:gd name="T3" fmla="*/ 50 h 102"/>
                  <a:gd name="T4" fmla="*/ 21 w 40"/>
                  <a:gd name="T5" fmla="*/ 43 h 102"/>
                  <a:gd name="T6" fmla="*/ 20 w 40"/>
                  <a:gd name="T7" fmla="*/ 38 h 102"/>
                  <a:gd name="T8" fmla="*/ 16 w 40"/>
                  <a:gd name="T9" fmla="*/ 34 h 102"/>
                  <a:gd name="T10" fmla="*/ 17 w 40"/>
                  <a:gd name="T11" fmla="*/ 32 h 102"/>
                  <a:gd name="T12" fmla="*/ 18 w 40"/>
                  <a:gd name="T13" fmla="*/ 30 h 102"/>
                  <a:gd name="T14" fmla="*/ 19 w 40"/>
                  <a:gd name="T15" fmla="*/ 27 h 102"/>
                  <a:gd name="T16" fmla="*/ 21 w 40"/>
                  <a:gd name="T17" fmla="*/ 26 h 102"/>
                  <a:gd name="T18" fmla="*/ 22 w 40"/>
                  <a:gd name="T19" fmla="*/ 23 h 102"/>
                  <a:gd name="T20" fmla="*/ 21 w 40"/>
                  <a:gd name="T21" fmla="*/ 20 h 102"/>
                  <a:gd name="T22" fmla="*/ 19 w 40"/>
                  <a:gd name="T23" fmla="*/ 16 h 102"/>
                  <a:gd name="T24" fmla="*/ 14 w 40"/>
                  <a:gd name="T25" fmla="*/ 15 h 102"/>
                  <a:gd name="T26" fmla="*/ 13 w 40"/>
                  <a:gd name="T27" fmla="*/ 15 h 102"/>
                  <a:gd name="T28" fmla="*/ 13 w 40"/>
                  <a:gd name="T29" fmla="*/ 15 h 102"/>
                  <a:gd name="T30" fmla="*/ 13 w 40"/>
                  <a:gd name="T31" fmla="*/ 15 h 102"/>
                  <a:gd name="T32" fmla="*/ 12 w 40"/>
                  <a:gd name="T33" fmla="*/ 15 h 102"/>
                  <a:gd name="T34" fmla="*/ 12 w 40"/>
                  <a:gd name="T35" fmla="*/ 14 h 102"/>
                  <a:gd name="T36" fmla="*/ 13 w 40"/>
                  <a:gd name="T37" fmla="*/ 14 h 102"/>
                  <a:gd name="T38" fmla="*/ 13 w 40"/>
                  <a:gd name="T39" fmla="*/ 13 h 102"/>
                  <a:gd name="T40" fmla="*/ 13 w 40"/>
                  <a:gd name="T41" fmla="*/ 12 h 102"/>
                  <a:gd name="T42" fmla="*/ 15 w 40"/>
                  <a:gd name="T43" fmla="*/ 10 h 102"/>
                  <a:gd name="T44" fmla="*/ 17 w 40"/>
                  <a:gd name="T45" fmla="*/ 6 h 102"/>
                  <a:gd name="T46" fmla="*/ 19 w 40"/>
                  <a:gd name="T47" fmla="*/ 4 h 102"/>
                  <a:gd name="T48" fmla="*/ 20 w 40"/>
                  <a:gd name="T49" fmla="*/ 2 h 102"/>
                  <a:gd name="T50" fmla="*/ 18 w 40"/>
                  <a:gd name="T51" fmla="*/ 0 h 102"/>
                  <a:gd name="T52" fmla="*/ 14 w 40"/>
                  <a:gd name="T53" fmla="*/ 1 h 102"/>
                  <a:gd name="T54" fmla="*/ 12 w 40"/>
                  <a:gd name="T55" fmla="*/ 3 h 102"/>
                  <a:gd name="T56" fmla="*/ 9 w 40"/>
                  <a:gd name="T57" fmla="*/ 4 h 102"/>
                  <a:gd name="T58" fmla="*/ 8 w 40"/>
                  <a:gd name="T59" fmla="*/ 6 h 102"/>
                  <a:gd name="T60" fmla="*/ 6 w 40"/>
                  <a:gd name="T61" fmla="*/ 8 h 102"/>
                  <a:gd name="T62" fmla="*/ 3 w 40"/>
                  <a:gd name="T63" fmla="*/ 11 h 102"/>
                  <a:gd name="T64" fmla="*/ 1 w 40"/>
                  <a:gd name="T65" fmla="*/ 14 h 102"/>
                  <a:gd name="T66" fmla="*/ 0 w 40"/>
                  <a:gd name="T67" fmla="*/ 19 h 102"/>
                  <a:gd name="T68" fmla="*/ 1 w 40"/>
                  <a:gd name="T69" fmla="*/ 29 h 102"/>
                  <a:gd name="T70" fmla="*/ 3 w 40"/>
                  <a:gd name="T71" fmla="*/ 39 h 102"/>
                  <a:gd name="T72" fmla="*/ 6 w 40"/>
                  <a:gd name="T73" fmla="*/ 46 h 102"/>
                  <a:gd name="T74" fmla="*/ 8 w 40"/>
                  <a:gd name="T75" fmla="*/ 49 h 102"/>
                  <a:gd name="T76" fmla="*/ 12 w 40"/>
                  <a:gd name="T77" fmla="*/ 51 h 102"/>
                  <a:gd name="T78" fmla="*/ 15 w 40"/>
                  <a:gd name="T79" fmla="*/ 52 h 102"/>
                  <a:gd name="T80" fmla="*/ 20 w 40"/>
                  <a:gd name="T81" fmla="*/ 54 h 10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0" h="102">
                    <a:moveTo>
                      <a:pt x="37" y="102"/>
                    </a:moveTo>
                    <a:lnTo>
                      <a:pt x="40" y="94"/>
                    </a:lnTo>
                    <a:lnTo>
                      <a:pt x="39" y="82"/>
                    </a:lnTo>
                    <a:lnTo>
                      <a:pt x="36" y="71"/>
                    </a:lnTo>
                    <a:lnTo>
                      <a:pt x="29" y="64"/>
                    </a:lnTo>
                    <a:lnTo>
                      <a:pt x="30" y="60"/>
                    </a:lnTo>
                    <a:lnTo>
                      <a:pt x="32" y="56"/>
                    </a:lnTo>
                    <a:lnTo>
                      <a:pt x="35" y="51"/>
                    </a:lnTo>
                    <a:lnTo>
                      <a:pt x="38" y="49"/>
                    </a:lnTo>
                    <a:lnTo>
                      <a:pt x="40" y="44"/>
                    </a:lnTo>
                    <a:lnTo>
                      <a:pt x="39" y="37"/>
                    </a:lnTo>
                    <a:lnTo>
                      <a:pt x="35" y="31"/>
                    </a:lnTo>
                    <a:lnTo>
                      <a:pt x="25" y="28"/>
                    </a:lnTo>
                    <a:lnTo>
                      <a:pt x="24" y="28"/>
                    </a:lnTo>
                    <a:lnTo>
                      <a:pt x="23" y="28"/>
                    </a:lnTo>
                    <a:lnTo>
                      <a:pt x="22" y="28"/>
                    </a:lnTo>
                    <a:lnTo>
                      <a:pt x="22" y="27"/>
                    </a:lnTo>
                    <a:lnTo>
                      <a:pt x="23" y="26"/>
                    </a:lnTo>
                    <a:lnTo>
                      <a:pt x="23" y="25"/>
                    </a:lnTo>
                    <a:lnTo>
                      <a:pt x="23" y="23"/>
                    </a:lnTo>
                    <a:lnTo>
                      <a:pt x="27" y="18"/>
                    </a:lnTo>
                    <a:lnTo>
                      <a:pt x="31" y="12"/>
                    </a:lnTo>
                    <a:lnTo>
                      <a:pt x="35" y="7"/>
                    </a:lnTo>
                    <a:lnTo>
                      <a:pt x="37" y="4"/>
                    </a:lnTo>
                    <a:lnTo>
                      <a:pt x="32" y="0"/>
                    </a:lnTo>
                    <a:lnTo>
                      <a:pt x="25" y="2"/>
                    </a:lnTo>
                    <a:lnTo>
                      <a:pt x="21" y="5"/>
                    </a:lnTo>
                    <a:lnTo>
                      <a:pt x="17" y="8"/>
                    </a:lnTo>
                    <a:lnTo>
                      <a:pt x="14" y="12"/>
                    </a:lnTo>
                    <a:lnTo>
                      <a:pt x="10" y="16"/>
                    </a:lnTo>
                    <a:lnTo>
                      <a:pt x="6" y="21"/>
                    </a:lnTo>
                    <a:lnTo>
                      <a:pt x="1" y="26"/>
                    </a:lnTo>
                    <a:lnTo>
                      <a:pt x="0" y="36"/>
                    </a:lnTo>
                    <a:lnTo>
                      <a:pt x="2" y="55"/>
                    </a:lnTo>
                    <a:lnTo>
                      <a:pt x="6" y="74"/>
                    </a:lnTo>
                    <a:lnTo>
                      <a:pt x="10" y="87"/>
                    </a:lnTo>
                    <a:lnTo>
                      <a:pt x="15" y="93"/>
                    </a:lnTo>
                    <a:lnTo>
                      <a:pt x="21" y="96"/>
                    </a:lnTo>
                    <a:lnTo>
                      <a:pt x="28" y="98"/>
                    </a:lnTo>
                    <a:lnTo>
                      <a:pt x="37" y="1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3" name="Freeform 84">
                <a:extLst>
                  <a:ext uri="{FF2B5EF4-FFF2-40B4-BE49-F238E27FC236}">
                    <a16:creationId xmlns:a16="http://schemas.microsoft.com/office/drawing/2014/main" id="{E764BB07-7C92-470E-A173-C0C8C9598098}"/>
                  </a:ext>
                </a:extLst>
              </p:cNvPr>
              <p:cNvSpPr>
                <a:spLocks/>
              </p:cNvSpPr>
              <p:nvPr/>
            </p:nvSpPr>
            <p:spPr bwMode="auto">
              <a:xfrm>
                <a:off x="3479" y="3018"/>
                <a:ext cx="11" cy="21"/>
              </a:xfrm>
              <a:custGeom>
                <a:avLst/>
                <a:gdLst>
                  <a:gd name="T0" fmla="*/ 5 w 19"/>
                  <a:gd name="T1" fmla="*/ 0 h 39"/>
                  <a:gd name="T2" fmla="*/ 3 w 19"/>
                  <a:gd name="T3" fmla="*/ 3 h 39"/>
                  <a:gd name="T4" fmla="*/ 1 w 19"/>
                  <a:gd name="T5" fmla="*/ 7 h 39"/>
                  <a:gd name="T6" fmla="*/ 0 w 19"/>
                  <a:gd name="T7" fmla="*/ 11 h 39"/>
                  <a:gd name="T8" fmla="*/ 0 w 19"/>
                  <a:gd name="T9" fmla="*/ 15 h 39"/>
                  <a:gd name="T10" fmla="*/ 2 w 19"/>
                  <a:gd name="T11" fmla="*/ 16 h 39"/>
                  <a:gd name="T12" fmla="*/ 6 w 19"/>
                  <a:gd name="T13" fmla="*/ 18 h 39"/>
                  <a:gd name="T14" fmla="*/ 9 w 19"/>
                  <a:gd name="T15" fmla="*/ 20 h 39"/>
                  <a:gd name="T16" fmla="*/ 11 w 19"/>
                  <a:gd name="T17" fmla="*/ 21 h 39"/>
                  <a:gd name="T18" fmla="*/ 9 w 19"/>
                  <a:gd name="T19" fmla="*/ 17 h 39"/>
                  <a:gd name="T20" fmla="*/ 6 w 19"/>
                  <a:gd name="T21" fmla="*/ 12 h 39"/>
                  <a:gd name="T22" fmla="*/ 5 w 19"/>
                  <a:gd name="T23" fmla="*/ 6 h 39"/>
                  <a:gd name="T24" fmla="*/ 5 w 19"/>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39">
                    <a:moveTo>
                      <a:pt x="9" y="0"/>
                    </a:moveTo>
                    <a:lnTo>
                      <a:pt x="5" y="6"/>
                    </a:lnTo>
                    <a:lnTo>
                      <a:pt x="2" y="13"/>
                    </a:lnTo>
                    <a:lnTo>
                      <a:pt x="0" y="20"/>
                    </a:lnTo>
                    <a:lnTo>
                      <a:pt x="0" y="27"/>
                    </a:lnTo>
                    <a:lnTo>
                      <a:pt x="4" y="30"/>
                    </a:lnTo>
                    <a:lnTo>
                      <a:pt x="10" y="34"/>
                    </a:lnTo>
                    <a:lnTo>
                      <a:pt x="16" y="37"/>
                    </a:lnTo>
                    <a:lnTo>
                      <a:pt x="19" y="39"/>
                    </a:lnTo>
                    <a:lnTo>
                      <a:pt x="15" y="32"/>
                    </a:lnTo>
                    <a:lnTo>
                      <a:pt x="10" y="22"/>
                    </a:lnTo>
                    <a:lnTo>
                      <a:pt x="8" y="12"/>
                    </a:lnTo>
                    <a:lnTo>
                      <a:pt x="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4" name="Freeform 85">
                <a:extLst>
                  <a:ext uri="{FF2B5EF4-FFF2-40B4-BE49-F238E27FC236}">
                    <a16:creationId xmlns:a16="http://schemas.microsoft.com/office/drawing/2014/main" id="{39C116A9-4F65-4912-A3B6-11AB0C9CDEB4}"/>
                  </a:ext>
                </a:extLst>
              </p:cNvPr>
              <p:cNvSpPr>
                <a:spLocks/>
              </p:cNvSpPr>
              <p:nvPr/>
            </p:nvSpPr>
            <p:spPr bwMode="auto">
              <a:xfrm>
                <a:off x="3482" y="3008"/>
                <a:ext cx="18" cy="12"/>
              </a:xfrm>
              <a:custGeom>
                <a:avLst/>
                <a:gdLst>
                  <a:gd name="T0" fmla="*/ 0 w 34"/>
                  <a:gd name="T1" fmla="*/ 4 h 22"/>
                  <a:gd name="T2" fmla="*/ 4 w 34"/>
                  <a:gd name="T3" fmla="*/ 2 h 22"/>
                  <a:gd name="T4" fmla="*/ 7 w 34"/>
                  <a:gd name="T5" fmla="*/ 1 h 22"/>
                  <a:gd name="T6" fmla="*/ 11 w 34"/>
                  <a:gd name="T7" fmla="*/ 0 h 22"/>
                  <a:gd name="T8" fmla="*/ 12 w 34"/>
                  <a:gd name="T9" fmla="*/ 1 h 22"/>
                  <a:gd name="T10" fmla="*/ 14 w 34"/>
                  <a:gd name="T11" fmla="*/ 2 h 22"/>
                  <a:gd name="T12" fmla="*/ 16 w 34"/>
                  <a:gd name="T13" fmla="*/ 5 h 22"/>
                  <a:gd name="T14" fmla="*/ 18 w 34"/>
                  <a:gd name="T15" fmla="*/ 8 h 22"/>
                  <a:gd name="T16" fmla="*/ 18 w 34"/>
                  <a:gd name="T17" fmla="*/ 9 h 22"/>
                  <a:gd name="T18" fmla="*/ 16 w 34"/>
                  <a:gd name="T19" fmla="*/ 10 h 22"/>
                  <a:gd name="T20" fmla="*/ 15 w 34"/>
                  <a:gd name="T21" fmla="*/ 11 h 22"/>
                  <a:gd name="T22" fmla="*/ 14 w 34"/>
                  <a:gd name="T23" fmla="*/ 12 h 22"/>
                  <a:gd name="T24" fmla="*/ 14 w 34"/>
                  <a:gd name="T25" fmla="*/ 11 h 22"/>
                  <a:gd name="T26" fmla="*/ 12 w 34"/>
                  <a:gd name="T27" fmla="*/ 8 h 22"/>
                  <a:gd name="T28" fmla="*/ 9 w 34"/>
                  <a:gd name="T29" fmla="*/ 5 h 22"/>
                  <a:gd name="T30" fmla="*/ 6 w 34"/>
                  <a:gd name="T31" fmla="*/ 4 h 22"/>
                  <a:gd name="T32" fmla="*/ 0 w 34"/>
                  <a:gd name="T33" fmla="*/ 4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22">
                    <a:moveTo>
                      <a:pt x="0" y="8"/>
                    </a:moveTo>
                    <a:lnTo>
                      <a:pt x="7" y="3"/>
                    </a:lnTo>
                    <a:lnTo>
                      <a:pt x="14" y="1"/>
                    </a:lnTo>
                    <a:lnTo>
                      <a:pt x="20" y="0"/>
                    </a:lnTo>
                    <a:lnTo>
                      <a:pt x="23" y="1"/>
                    </a:lnTo>
                    <a:lnTo>
                      <a:pt x="27" y="4"/>
                    </a:lnTo>
                    <a:lnTo>
                      <a:pt x="31" y="9"/>
                    </a:lnTo>
                    <a:lnTo>
                      <a:pt x="34" y="14"/>
                    </a:lnTo>
                    <a:lnTo>
                      <a:pt x="34" y="17"/>
                    </a:lnTo>
                    <a:lnTo>
                      <a:pt x="31" y="19"/>
                    </a:lnTo>
                    <a:lnTo>
                      <a:pt x="29" y="21"/>
                    </a:lnTo>
                    <a:lnTo>
                      <a:pt x="27" y="22"/>
                    </a:lnTo>
                    <a:lnTo>
                      <a:pt x="26" y="21"/>
                    </a:lnTo>
                    <a:lnTo>
                      <a:pt x="23" y="15"/>
                    </a:lnTo>
                    <a:lnTo>
                      <a:pt x="17" y="9"/>
                    </a:lnTo>
                    <a:lnTo>
                      <a:pt x="11" y="7"/>
                    </a:lnTo>
                    <a:lnTo>
                      <a:pt x="0"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5" name="Freeform 86">
                <a:extLst>
                  <a:ext uri="{FF2B5EF4-FFF2-40B4-BE49-F238E27FC236}">
                    <a16:creationId xmlns:a16="http://schemas.microsoft.com/office/drawing/2014/main" id="{8FF88CB4-28BF-490E-A886-32CD851BBB7C}"/>
                  </a:ext>
                </a:extLst>
              </p:cNvPr>
              <p:cNvSpPr>
                <a:spLocks/>
              </p:cNvSpPr>
              <p:nvPr/>
            </p:nvSpPr>
            <p:spPr bwMode="auto">
              <a:xfrm>
                <a:off x="3611" y="3040"/>
                <a:ext cx="16" cy="12"/>
              </a:xfrm>
              <a:custGeom>
                <a:avLst/>
                <a:gdLst>
                  <a:gd name="T0" fmla="*/ 16 w 29"/>
                  <a:gd name="T1" fmla="*/ 4 h 22"/>
                  <a:gd name="T2" fmla="*/ 14 w 29"/>
                  <a:gd name="T3" fmla="*/ 5 h 22"/>
                  <a:gd name="T4" fmla="*/ 13 w 29"/>
                  <a:gd name="T5" fmla="*/ 8 h 22"/>
                  <a:gd name="T6" fmla="*/ 12 w 29"/>
                  <a:gd name="T7" fmla="*/ 10 h 22"/>
                  <a:gd name="T8" fmla="*/ 11 w 29"/>
                  <a:gd name="T9" fmla="*/ 12 h 22"/>
                  <a:gd name="T10" fmla="*/ 8 w 29"/>
                  <a:gd name="T11" fmla="*/ 9 h 22"/>
                  <a:gd name="T12" fmla="*/ 6 w 29"/>
                  <a:gd name="T13" fmla="*/ 5 h 22"/>
                  <a:gd name="T14" fmla="*/ 3 w 29"/>
                  <a:gd name="T15" fmla="*/ 2 h 22"/>
                  <a:gd name="T16" fmla="*/ 0 w 29"/>
                  <a:gd name="T17" fmla="*/ 0 h 22"/>
                  <a:gd name="T18" fmla="*/ 4 w 29"/>
                  <a:gd name="T19" fmla="*/ 1 h 22"/>
                  <a:gd name="T20" fmla="*/ 9 w 29"/>
                  <a:gd name="T21" fmla="*/ 2 h 22"/>
                  <a:gd name="T22" fmla="*/ 13 w 29"/>
                  <a:gd name="T23" fmla="*/ 3 h 22"/>
                  <a:gd name="T24" fmla="*/ 16 w 29"/>
                  <a:gd name="T25" fmla="*/ 4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2">
                    <a:moveTo>
                      <a:pt x="29" y="7"/>
                    </a:moveTo>
                    <a:lnTo>
                      <a:pt x="26" y="9"/>
                    </a:lnTo>
                    <a:lnTo>
                      <a:pt x="23" y="14"/>
                    </a:lnTo>
                    <a:lnTo>
                      <a:pt x="21" y="18"/>
                    </a:lnTo>
                    <a:lnTo>
                      <a:pt x="20" y="22"/>
                    </a:lnTo>
                    <a:lnTo>
                      <a:pt x="15" y="16"/>
                    </a:lnTo>
                    <a:lnTo>
                      <a:pt x="11" y="10"/>
                    </a:lnTo>
                    <a:lnTo>
                      <a:pt x="5" y="4"/>
                    </a:lnTo>
                    <a:lnTo>
                      <a:pt x="0" y="0"/>
                    </a:lnTo>
                    <a:lnTo>
                      <a:pt x="8" y="2"/>
                    </a:lnTo>
                    <a:lnTo>
                      <a:pt x="16" y="4"/>
                    </a:lnTo>
                    <a:lnTo>
                      <a:pt x="23" y="6"/>
                    </a:lnTo>
                    <a:lnTo>
                      <a:pt x="29" y="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6" name="Freeform 87">
                <a:extLst>
                  <a:ext uri="{FF2B5EF4-FFF2-40B4-BE49-F238E27FC236}">
                    <a16:creationId xmlns:a16="http://schemas.microsoft.com/office/drawing/2014/main" id="{52FE1BB2-9693-4A3F-8F5A-A1247E4DB37D}"/>
                  </a:ext>
                </a:extLst>
              </p:cNvPr>
              <p:cNvSpPr>
                <a:spLocks/>
              </p:cNvSpPr>
              <p:nvPr/>
            </p:nvSpPr>
            <p:spPr bwMode="auto">
              <a:xfrm>
                <a:off x="3584" y="2934"/>
                <a:ext cx="21" cy="37"/>
              </a:xfrm>
              <a:custGeom>
                <a:avLst/>
                <a:gdLst>
                  <a:gd name="T0" fmla="*/ 0 w 38"/>
                  <a:gd name="T1" fmla="*/ 37 h 67"/>
                  <a:gd name="T2" fmla="*/ 1 w 38"/>
                  <a:gd name="T3" fmla="*/ 34 h 67"/>
                  <a:gd name="T4" fmla="*/ 3 w 38"/>
                  <a:gd name="T5" fmla="*/ 30 h 67"/>
                  <a:gd name="T6" fmla="*/ 5 w 38"/>
                  <a:gd name="T7" fmla="*/ 28 h 67"/>
                  <a:gd name="T8" fmla="*/ 8 w 38"/>
                  <a:gd name="T9" fmla="*/ 22 h 67"/>
                  <a:gd name="T10" fmla="*/ 9 w 38"/>
                  <a:gd name="T11" fmla="*/ 18 h 67"/>
                  <a:gd name="T12" fmla="*/ 12 w 38"/>
                  <a:gd name="T13" fmla="*/ 14 h 67"/>
                  <a:gd name="T14" fmla="*/ 13 w 38"/>
                  <a:gd name="T15" fmla="*/ 9 h 67"/>
                  <a:gd name="T16" fmla="*/ 14 w 38"/>
                  <a:gd name="T17" fmla="*/ 6 h 67"/>
                  <a:gd name="T18" fmla="*/ 14 w 38"/>
                  <a:gd name="T19" fmla="*/ 4 h 67"/>
                  <a:gd name="T20" fmla="*/ 16 w 38"/>
                  <a:gd name="T21" fmla="*/ 1 h 67"/>
                  <a:gd name="T22" fmla="*/ 17 w 38"/>
                  <a:gd name="T23" fmla="*/ 0 h 67"/>
                  <a:gd name="T24" fmla="*/ 19 w 38"/>
                  <a:gd name="T25" fmla="*/ 1 h 67"/>
                  <a:gd name="T26" fmla="*/ 20 w 38"/>
                  <a:gd name="T27" fmla="*/ 3 h 67"/>
                  <a:gd name="T28" fmla="*/ 21 w 38"/>
                  <a:gd name="T29" fmla="*/ 4 h 67"/>
                  <a:gd name="T30" fmla="*/ 21 w 38"/>
                  <a:gd name="T31" fmla="*/ 7 h 67"/>
                  <a:gd name="T32" fmla="*/ 20 w 38"/>
                  <a:gd name="T33" fmla="*/ 9 h 67"/>
                  <a:gd name="T34" fmla="*/ 18 w 38"/>
                  <a:gd name="T35" fmla="*/ 13 h 67"/>
                  <a:gd name="T36" fmla="*/ 16 w 38"/>
                  <a:gd name="T37" fmla="*/ 18 h 67"/>
                  <a:gd name="T38" fmla="*/ 12 w 38"/>
                  <a:gd name="T39" fmla="*/ 23 h 67"/>
                  <a:gd name="T40" fmla="*/ 9 w 38"/>
                  <a:gd name="T41" fmla="*/ 27 h 67"/>
                  <a:gd name="T42" fmla="*/ 6 w 38"/>
                  <a:gd name="T43" fmla="*/ 30 h 67"/>
                  <a:gd name="T44" fmla="*/ 4 w 38"/>
                  <a:gd name="T45" fmla="*/ 32 h 67"/>
                  <a:gd name="T46" fmla="*/ 2 w 38"/>
                  <a:gd name="T47" fmla="*/ 34 h 67"/>
                  <a:gd name="T48" fmla="*/ 0 w 38"/>
                  <a:gd name="T49" fmla="*/ 37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67">
                    <a:moveTo>
                      <a:pt x="0" y="67"/>
                    </a:moveTo>
                    <a:lnTo>
                      <a:pt x="2" y="61"/>
                    </a:lnTo>
                    <a:lnTo>
                      <a:pt x="6" y="55"/>
                    </a:lnTo>
                    <a:lnTo>
                      <a:pt x="9" y="50"/>
                    </a:lnTo>
                    <a:lnTo>
                      <a:pt x="14" y="40"/>
                    </a:lnTo>
                    <a:lnTo>
                      <a:pt x="17" y="33"/>
                    </a:lnTo>
                    <a:lnTo>
                      <a:pt x="21" y="25"/>
                    </a:lnTo>
                    <a:lnTo>
                      <a:pt x="23" y="16"/>
                    </a:lnTo>
                    <a:lnTo>
                      <a:pt x="25" y="10"/>
                    </a:lnTo>
                    <a:lnTo>
                      <a:pt x="26" y="7"/>
                    </a:lnTo>
                    <a:lnTo>
                      <a:pt x="29" y="2"/>
                    </a:lnTo>
                    <a:lnTo>
                      <a:pt x="31" y="0"/>
                    </a:lnTo>
                    <a:lnTo>
                      <a:pt x="34" y="1"/>
                    </a:lnTo>
                    <a:lnTo>
                      <a:pt x="37" y="5"/>
                    </a:lnTo>
                    <a:lnTo>
                      <a:pt x="38" y="8"/>
                    </a:lnTo>
                    <a:lnTo>
                      <a:pt x="38" y="12"/>
                    </a:lnTo>
                    <a:lnTo>
                      <a:pt x="37" y="16"/>
                    </a:lnTo>
                    <a:lnTo>
                      <a:pt x="33" y="24"/>
                    </a:lnTo>
                    <a:lnTo>
                      <a:pt x="29" y="32"/>
                    </a:lnTo>
                    <a:lnTo>
                      <a:pt x="22" y="41"/>
                    </a:lnTo>
                    <a:lnTo>
                      <a:pt x="16" y="48"/>
                    </a:lnTo>
                    <a:lnTo>
                      <a:pt x="11" y="54"/>
                    </a:lnTo>
                    <a:lnTo>
                      <a:pt x="7" y="58"/>
                    </a:lnTo>
                    <a:lnTo>
                      <a:pt x="3" y="62"/>
                    </a:lnTo>
                    <a:lnTo>
                      <a:pt x="0" y="6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7" name="Freeform 88">
                <a:extLst>
                  <a:ext uri="{FF2B5EF4-FFF2-40B4-BE49-F238E27FC236}">
                    <a16:creationId xmlns:a16="http://schemas.microsoft.com/office/drawing/2014/main" id="{5BF08C61-E001-4ED9-B19C-D238F8A96A3C}"/>
                  </a:ext>
                </a:extLst>
              </p:cNvPr>
              <p:cNvSpPr>
                <a:spLocks/>
              </p:cNvSpPr>
              <p:nvPr/>
            </p:nvSpPr>
            <p:spPr bwMode="auto">
              <a:xfrm>
                <a:off x="3591" y="2961"/>
                <a:ext cx="38" cy="46"/>
              </a:xfrm>
              <a:custGeom>
                <a:avLst/>
                <a:gdLst>
                  <a:gd name="T0" fmla="*/ 32 w 71"/>
                  <a:gd name="T1" fmla="*/ 46 h 86"/>
                  <a:gd name="T2" fmla="*/ 33 w 71"/>
                  <a:gd name="T3" fmla="*/ 44 h 86"/>
                  <a:gd name="T4" fmla="*/ 35 w 71"/>
                  <a:gd name="T5" fmla="*/ 42 h 86"/>
                  <a:gd name="T6" fmla="*/ 36 w 71"/>
                  <a:gd name="T7" fmla="*/ 40 h 86"/>
                  <a:gd name="T8" fmla="*/ 38 w 71"/>
                  <a:gd name="T9" fmla="*/ 40 h 86"/>
                  <a:gd name="T10" fmla="*/ 36 w 71"/>
                  <a:gd name="T11" fmla="*/ 40 h 86"/>
                  <a:gd name="T12" fmla="*/ 33 w 71"/>
                  <a:gd name="T13" fmla="*/ 40 h 86"/>
                  <a:gd name="T14" fmla="*/ 29 w 71"/>
                  <a:gd name="T15" fmla="*/ 41 h 86"/>
                  <a:gd name="T16" fmla="*/ 26 w 71"/>
                  <a:gd name="T17" fmla="*/ 42 h 86"/>
                  <a:gd name="T18" fmla="*/ 27 w 71"/>
                  <a:gd name="T19" fmla="*/ 38 h 86"/>
                  <a:gd name="T20" fmla="*/ 28 w 71"/>
                  <a:gd name="T21" fmla="*/ 35 h 86"/>
                  <a:gd name="T22" fmla="*/ 31 w 71"/>
                  <a:gd name="T23" fmla="*/ 33 h 86"/>
                  <a:gd name="T24" fmla="*/ 32 w 71"/>
                  <a:gd name="T25" fmla="*/ 31 h 86"/>
                  <a:gd name="T26" fmla="*/ 31 w 71"/>
                  <a:gd name="T27" fmla="*/ 30 h 86"/>
                  <a:gd name="T28" fmla="*/ 28 w 71"/>
                  <a:gd name="T29" fmla="*/ 29 h 86"/>
                  <a:gd name="T30" fmla="*/ 27 w 71"/>
                  <a:gd name="T31" fmla="*/ 28 h 86"/>
                  <a:gd name="T32" fmla="*/ 25 w 71"/>
                  <a:gd name="T33" fmla="*/ 28 h 86"/>
                  <a:gd name="T34" fmla="*/ 23 w 71"/>
                  <a:gd name="T35" fmla="*/ 26 h 86"/>
                  <a:gd name="T36" fmla="*/ 19 w 71"/>
                  <a:gd name="T37" fmla="*/ 20 h 86"/>
                  <a:gd name="T38" fmla="*/ 16 w 71"/>
                  <a:gd name="T39" fmla="*/ 14 h 86"/>
                  <a:gd name="T40" fmla="*/ 14 w 71"/>
                  <a:gd name="T41" fmla="*/ 11 h 86"/>
                  <a:gd name="T42" fmla="*/ 12 w 71"/>
                  <a:gd name="T43" fmla="*/ 8 h 86"/>
                  <a:gd name="T44" fmla="*/ 12 w 71"/>
                  <a:gd name="T45" fmla="*/ 6 h 86"/>
                  <a:gd name="T46" fmla="*/ 12 w 71"/>
                  <a:gd name="T47" fmla="*/ 3 h 86"/>
                  <a:gd name="T48" fmla="*/ 13 w 71"/>
                  <a:gd name="T49" fmla="*/ 0 h 86"/>
                  <a:gd name="T50" fmla="*/ 10 w 71"/>
                  <a:gd name="T51" fmla="*/ 3 h 86"/>
                  <a:gd name="T52" fmla="*/ 6 w 71"/>
                  <a:gd name="T53" fmla="*/ 8 h 86"/>
                  <a:gd name="T54" fmla="*/ 2 w 71"/>
                  <a:gd name="T55" fmla="*/ 14 h 86"/>
                  <a:gd name="T56" fmla="*/ 0 w 71"/>
                  <a:gd name="T57" fmla="*/ 20 h 86"/>
                  <a:gd name="T58" fmla="*/ 3 w 71"/>
                  <a:gd name="T59" fmla="*/ 19 h 86"/>
                  <a:gd name="T60" fmla="*/ 5 w 71"/>
                  <a:gd name="T61" fmla="*/ 18 h 86"/>
                  <a:gd name="T62" fmla="*/ 7 w 71"/>
                  <a:gd name="T63" fmla="*/ 16 h 86"/>
                  <a:gd name="T64" fmla="*/ 8 w 71"/>
                  <a:gd name="T65" fmla="*/ 16 h 86"/>
                  <a:gd name="T66" fmla="*/ 10 w 71"/>
                  <a:gd name="T67" fmla="*/ 18 h 86"/>
                  <a:gd name="T68" fmla="*/ 12 w 71"/>
                  <a:gd name="T69" fmla="*/ 20 h 86"/>
                  <a:gd name="T70" fmla="*/ 13 w 71"/>
                  <a:gd name="T71" fmla="*/ 22 h 86"/>
                  <a:gd name="T72" fmla="*/ 14 w 71"/>
                  <a:gd name="T73" fmla="*/ 26 h 86"/>
                  <a:gd name="T74" fmla="*/ 14 w 71"/>
                  <a:gd name="T75" fmla="*/ 28 h 86"/>
                  <a:gd name="T76" fmla="*/ 14 w 71"/>
                  <a:gd name="T77" fmla="*/ 30 h 86"/>
                  <a:gd name="T78" fmla="*/ 15 w 71"/>
                  <a:gd name="T79" fmla="*/ 33 h 86"/>
                  <a:gd name="T80" fmla="*/ 16 w 71"/>
                  <a:gd name="T81" fmla="*/ 35 h 86"/>
                  <a:gd name="T82" fmla="*/ 16 w 71"/>
                  <a:gd name="T83" fmla="*/ 39 h 86"/>
                  <a:gd name="T84" fmla="*/ 16 w 71"/>
                  <a:gd name="T85" fmla="*/ 43 h 86"/>
                  <a:gd name="T86" fmla="*/ 16 w 71"/>
                  <a:gd name="T87" fmla="*/ 45 h 86"/>
                  <a:gd name="T88" fmla="*/ 18 w 71"/>
                  <a:gd name="T89" fmla="*/ 46 h 86"/>
                  <a:gd name="T90" fmla="*/ 20 w 71"/>
                  <a:gd name="T91" fmla="*/ 45 h 86"/>
                  <a:gd name="T92" fmla="*/ 24 w 71"/>
                  <a:gd name="T93" fmla="*/ 45 h 86"/>
                  <a:gd name="T94" fmla="*/ 27 w 71"/>
                  <a:gd name="T95" fmla="*/ 45 h 86"/>
                  <a:gd name="T96" fmla="*/ 32 w 71"/>
                  <a:gd name="T97" fmla="*/ 46 h 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1" h="86">
                    <a:moveTo>
                      <a:pt x="59" y="86"/>
                    </a:moveTo>
                    <a:lnTo>
                      <a:pt x="62" y="82"/>
                    </a:lnTo>
                    <a:lnTo>
                      <a:pt x="65" y="79"/>
                    </a:lnTo>
                    <a:lnTo>
                      <a:pt x="67" y="75"/>
                    </a:lnTo>
                    <a:lnTo>
                      <a:pt x="71" y="74"/>
                    </a:lnTo>
                    <a:lnTo>
                      <a:pt x="67" y="74"/>
                    </a:lnTo>
                    <a:lnTo>
                      <a:pt x="62" y="75"/>
                    </a:lnTo>
                    <a:lnTo>
                      <a:pt x="55" y="76"/>
                    </a:lnTo>
                    <a:lnTo>
                      <a:pt x="48" y="79"/>
                    </a:lnTo>
                    <a:lnTo>
                      <a:pt x="50" y="71"/>
                    </a:lnTo>
                    <a:lnTo>
                      <a:pt x="53" y="65"/>
                    </a:lnTo>
                    <a:lnTo>
                      <a:pt x="58" y="61"/>
                    </a:lnTo>
                    <a:lnTo>
                      <a:pt x="59" y="58"/>
                    </a:lnTo>
                    <a:lnTo>
                      <a:pt x="57" y="57"/>
                    </a:lnTo>
                    <a:lnTo>
                      <a:pt x="53" y="55"/>
                    </a:lnTo>
                    <a:lnTo>
                      <a:pt x="50" y="53"/>
                    </a:lnTo>
                    <a:lnTo>
                      <a:pt x="47" y="53"/>
                    </a:lnTo>
                    <a:lnTo>
                      <a:pt x="43" y="49"/>
                    </a:lnTo>
                    <a:lnTo>
                      <a:pt x="36" y="38"/>
                    </a:lnTo>
                    <a:lnTo>
                      <a:pt x="30" y="27"/>
                    </a:lnTo>
                    <a:lnTo>
                      <a:pt x="26" y="20"/>
                    </a:lnTo>
                    <a:lnTo>
                      <a:pt x="23" y="15"/>
                    </a:lnTo>
                    <a:lnTo>
                      <a:pt x="23" y="11"/>
                    </a:lnTo>
                    <a:lnTo>
                      <a:pt x="23" y="6"/>
                    </a:lnTo>
                    <a:lnTo>
                      <a:pt x="25" y="0"/>
                    </a:lnTo>
                    <a:lnTo>
                      <a:pt x="19" y="6"/>
                    </a:lnTo>
                    <a:lnTo>
                      <a:pt x="11" y="15"/>
                    </a:lnTo>
                    <a:lnTo>
                      <a:pt x="4" y="27"/>
                    </a:lnTo>
                    <a:lnTo>
                      <a:pt x="0" y="38"/>
                    </a:lnTo>
                    <a:lnTo>
                      <a:pt x="5" y="35"/>
                    </a:lnTo>
                    <a:lnTo>
                      <a:pt x="10" y="33"/>
                    </a:lnTo>
                    <a:lnTo>
                      <a:pt x="13" y="30"/>
                    </a:lnTo>
                    <a:lnTo>
                      <a:pt x="15" y="30"/>
                    </a:lnTo>
                    <a:lnTo>
                      <a:pt x="19" y="33"/>
                    </a:lnTo>
                    <a:lnTo>
                      <a:pt x="22" y="37"/>
                    </a:lnTo>
                    <a:lnTo>
                      <a:pt x="25" y="42"/>
                    </a:lnTo>
                    <a:lnTo>
                      <a:pt x="26" y="48"/>
                    </a:lnTo>
                    <a:lnTo>
                      <a:pt x="27" y="52"/>
                    </a:lnTo>
                    <a:lnTo>
                      <a:pt x="27" y="57"/>
                    </a:lnTo>
                    <a:lnTo>
                      <a:pt x="28" y="61"/>
                    </a:lnTo>
                    <a:lnTo>
                      <a:pt x="30" y="65"/>
                    </a:lnTo>
                    <a:lnTo>
                      <a:pt x="29" y="73"/>
                    </a:lnTo>
                    <a:lnTo>
                      <a:pt x="29" y="80"/>
                    </a:lnTo>
                    <a:lnTo>
                      <a:pt x="30" y="84"/>
                    </a:lnTo>
                    <a:lnTo>
                      <a:pt x="34" y="86"/>
                    </a:lnTo>
                    <a:lnTo>
                      <a:pt x="38" y="84"/>
                    </a:lnTo>
                    <a:lnTo>
                      <a:pt x="44" y="84"/>
                    </a:lnTo>
                    <a:lnTo>
                      <a:pt x="51" y="84"/>
                    </a:lnTo>
                    <a:lnTo>
                      <a:pt x="59" y="8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8" name="Freeform 89">
                <a:extLst>
                  <a:ext uri="{FF2B5EF4-FFF2-40B4-BE49-F238E27FC236}">
                    <a16:creationId xmlns:a16="http://schemas.microsoft.com/office/drawing/2014/main" id="{58552DDD-29A1-4A3B-A668-5A0A3C536E43}"/>
                  </a:ext>
                </a:extLst>
              </p:cNvPr>
              <p:cNvSpPr>
                <a:spLocks/>
              </p:cNvSpPr>
              <p:nvPr/>
            </p:nvSpPr>
            <p:spPr bwMode="auto">
              <a:xfrm>
                <a:off x="3448" y="3095"/>
                <a:ext cx="119" cy="109"/>
              </a:xfrm>
              <a:custGeom>
                <a:avLst/>
                <a:gdLst>
                  <a:gd name="T0" fmla="*/ 105 w 218"/>
                  <a:gd name="T1" fmla="*/ 38 h 199"/>
                  <a:gd name="T2" fmla="*/ 87 w 218"/>
                  <a:gd name="T3" fmla="*/ 33 h 199"/>
                  <a:gd name="T4" fmla="*/ 69 w 218"/>
                  <a:gd name="T5" fmla="*/ 27 h 199"/>
                  <a:gd name="T6" fmla="*/ 52 w 218"/>
                  <a:gd name="T7" fmla="*/ 24 h 199"/>
                  <a:gd name="T8" fmla="*/ 44 w 218"/>
                  <a:gd name="T9" fmla="*/ 21 h 199"/>
                  <a:gd name="T10" fmla="*/ 34 w 218"/>
                  <a:gd name="T11" fmla="*/ 18 h 199"/>
                  <a:gd name="T12" fmla="*/ 20 w 218"/>
                  <a:gd name="T13" fmla="*/ 10 h 199"/>
                  <a:gd name="T14" fmla="*/ 6 w 218"/>
                  <a:gd name="T15" fmla="*/ 4 h 199"/>
                  <a:gd name="T16" fmla="*/ 4 w 218"/>
                  <a:gd name="T17" fmla="*/ 5 h 199"/>
                  <a:gd name="T18" fmla="*/ 11 w 218"/>
                  <a:gd name="T19" fmla="*/ 14 h 199"/>
                  <a:gd name="T20" fmla="*/ 17 w 218"/>
                  <a:gd name="T21" fmla="*/ 24 h 199"/>
                  <a:gd name="T22" fmla="*/ 22 w 218"/>
                  <a:gd name="T23" fmla="*/ 30 h 199"/>
                  <a:gd name="T24" fmla="*/ 29 w 218"/>
                  <a:gd name="T25" fmla="*/ 35 h 199"/>
                  <a:gd name="T26" fmla="*/ 43 w 218"/>
                  <a:gd name="T27" fmla="*/ 45 h 199"/>
                  <a:gd name="T28" fmla="*/ 57 w 218"/>
                  <a:gd name="T29" fmla="*/ 55 h 199"/>
                  <a:gd name="T30" fmla="*/ 66 w 218"/>
                  <a:gd name="T31" fmla="*/ 64 h 199"/>
                  <a:gd name="T32" fmla="*/ 70 w 218"/>
                  <a:gd name="T33" fmla="*/ 67 h 199"/>
                  <a:gd name="T34" fmla="*/ 78 w 218"/>
                  <a:gd name="T35" fmla="*/ 71 h 199"/>
                  <a:gd name="T36" fmla="*/ 84 w 218"/>
                  <a:gd name="T37" fmla="*/ 74 h 199"/>
                  <a:gd name="T38" fmla="*/ 88 w 218"/>
                  <a:gd name="T39" fmla="*/ 79 h 199"/>
                  <a:gd name="T40" fmla="*/ 92 w 218"/>
                  <a:gd name="T41" fmla="*/ 87 h 199"/>
                  <a:gd name="T42" fmla="*/ 96 w 218"/>
                  <a:gd name="T43" fmla="*/ 94 h 199"/>
                  <a:gd name="T44" fmla="*/ 101 w 218"/>
                  <a:gd name="T45" fmla="*/ 96 h 199"/>
                  <a:gd name="T46" fmla="*/ 107 w 218"/>
                  <a:gd name="T47" fmla="*/ 99 h 199"/>
                  <a:gd name="T48" fmla="*/ 112 w 218"/>
                  <a:gd name="T49" fmla="*/ 103 h 199"/>
                  <a:gd name="T50" fmla="*/ 117 w 218"/>
                  <a:gd name="T51" fmla="*/ 107 h 199"/>
                  <a:gd name="T52" fmla="*/ 117 w 218"/>
                  <a:gd name="T53" fmla="*/ 101 h 199"/>
                  <a:gd name="T54" fmla="*/ 111 w 218"/>
                  <a:gd name="T55" fmla="*/ 82 h 199"/>
                  <a:gd name="T56" fmla="*/ 108 w 218"/>
                  <a:gd name="T57" fmla="*/ 72 h 199"/>
                  <a:gd name="T58" fmla="*/ 109 w 218"/>
                  <a:gd name="T59" fmla="*/ 68 h 199"/>
                  <a:gd name="T60" fmla="*/ 112 w 218"/>
                  <a:gd name="T61" fmla="*/ 63 h 199"/>
                  <a:gd name="T62" fmla="*/ 113 w 218"/>
                  <a:gd name="T63" fmla="*/ 47 h 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8" h="199">
                    <a:moveTo>
                      <a:pt x="203" y="72"/>
                    </a:moveTo>
                    <a:lnTo>
                      <a:pt x="192" y="69"/>
                    </a:lnTo>
                    <a:lnTo>
                      <a:pt x="177" y="64"/>
                    </a:lnTo>
                    <a:lnTo>
                      <a:pt x="160" y="60"/>
                    </a:lnTo>
                    <a:lnTo>
                      <a:pt x="143" y="55"/>
                    </a:lnTo>
                    <a:lnTo>
                      <a:pt x="126" y="49"/>
                    </a:lnTo>
                    <a:lnTo>
                      <a:pt x="109" y="46"/>
                    </a:lnTo>
                    <a:lnTo>
                      <a:pt x="96" y="43"/>
                    </a:lnTo>
                    <a:lnTo>
                      <a:pt x="88" y="41"/>
                    </a:lnTo>
                    <a:lnTo>
                      <a:pt x="81" y="39"/>
                    </a:lnTo>
                    <a:lnTo>
                      <a:pt x="73" y="37"/>
                    </a:lnTo>
                    <a:lnTo>
                      <a:pt x="62" y="32"/>
                    </a:lnTo>
                    <a:lnTo>
                      <a:pt x="50" y="26"/>
                    </a:lnTo>
                    <a:lnTo>
                      <a:pt x="37" y="19"/>
                    </a:lnTo>
                    <a:lnTo>
                      <a:pt x="24" y="14"/>
                    </a:lnTo>
                    <a:lnTo>
                      <a:pt x="11" y="7"/>
                    </a:lnTo>
                    <a:lnTo>
                      <a:pt x="0" y="0"/>
                    </a:lnTo>
                    <a:lnTo>
                      <a:pt x="7" y="9"/>
                    </a:lnTo>
                    <a:lnTo>
                      <a:pt x="14" y="18"/>
                    </a:lnTo>
                    <a:lnTo>
                      <a:pt x="20" y="26"/>
                    </a:lnTo>
                    <a:lnTo>
                      <a:pt x="25" y="34"/>
                    </a:lnTo>
                    <a:lnTo>
                      <a:pt x="31" y="43"/>
                    </a:lnTo>
                    <a:lnTo>
                      <a:pt x="36" y="49"/>
                    </a:lnTo>
                    <a:lnTo>
                      <a:pt x="41" y="54"/>
                    </a:lnTo>
                    <a:lnTo>
                      <a:pt x="46" y="59"/>
                    </a:lnTo>
                    <a:lnTo>
                      <a:pt x="54" y="64"/>
                    </a:lnTo>
                    <a:lnTo>
                      <a:pt x="64" y="72"/>
                    </a:lnTo>
                    <a:lnTo>
                      <a:pt x="78" y="82"/>
                    </a:lnTo>
                    <a:lnTo>
                      <a:pt x="91" y="92"/>
                    </a:lnTo>
                    <a:lnTo>
                      <a:pt x="104" y="101"/>
                    </a:lnTo>
                    <a:lnTo>
                      <a:pt x="113" y="110"/>
                    </a:lnTo>
                    <a:lnTo>
                      <a:pt x="120" y="117"/>
                    </a:lnTo>
                    <a:lnTo>
                      <a:pt x="120" y="122"/>
                    </a:lnTo>
                    <a:lnTo>
                      <a:pt x="128" y="123"/>
                    </a:lnTo>
                    <a:lnTo>
                      <a:pt x="135" y="125"/>
                    </a:lnTo>
                    <a:lnTo>
                      <a:pt x="142" y="129"/>
                    </a:lnTo>
                    <a:lnTo>
                      <a:pt x="149" y="132"/>
                    </a:lnTo>
                    <a:lnTo>
                      <a:pt x="154" y="136"/>
                    </a:lnTo>
                    <a:lnTo>
                      <a:pt x="159" y="140"/>
                    </a:lnTo>
                    <a:lnTo>
                      <a:pt x="162" y="145"/>
                    </a:lnTo>
                    <a:lnTo>
                      <a:pt x="165" y="150"/>
                    </a:lnTo>
                    <a:lnTo>
                      <a:pt x="168" y="158"/>
                    </a:lnTo>
                    <a:lnTo>
                      <a:pt x="170" y="166"/>
                    </a:lnTo>
                    <a:lnTo>
                      <a:pt x="175" y="172"/>
                    </a:lnTo>
                    <a:lnTo>
                      <a:pt x="181" y="175"/>
                    </a:lnTo>
                    <a:lnTo>
                      <a:pt x="185" y="176"/>
                    </a:lnTo>
                    <a:lnTo>
                      <a:pt x="190" y="178"/>
                    </a:lnTo>
                    <a:lnTo>
                      <a:pt x="196" y="181"/>
                    </a:lnTo>
                    <a:lnTo>
                      <a:pt x="202" y="184"/>
                    </a:lnTo>
                    <a:lnTo>
                      <a:pt x="206" y="188"/>
                    </a:lnTo>
                    <a:lnTo>
                      <a:pt x="211" y="191"/>
                    </a:lnTo>
                    <a:lnTo>
                      <a:pt x="215" y="195"/>
                    </a:lnTo>
                    <a:lnTo>
                      <a:pt x="218" y="199"/>
                    </a:lnTo>
                    <a:lnTo>
                      <a:pt x="215" y="184"/>
                    </a:lnTo>
                    <a:lnTo>
                      <a:pt x="210" y="167"/>
                    </a:lnTo>
                    <a:lnTo>
                      <a:pt x="203" y="150"/>
                    </a:lnTo>
                    <a:lnTo>
                      <a:pt x="196" y="137"/>
                    </a:lnTo>
                    <a:lnTo>
                      <a:pt x="197" y="132"/>
                    </a:lnTo>
                    <a:lnTo>
                      <a:pt x="198" y="128"/>
                    </a:lnTo>
                    <a:lnTo>
                      <a:pt x="199" y="125"/>
                    </a:lnTo>
                    <a:lnTo>
                      <a:pt x="202" y="123"/>
                    </a:lnTo>
                    <a:lnTo>
                      <a:pt x="205" y="115"/>
                    </a:lnTo>
                    <a:lnTo>
                      <a:pt x="207" y="102"/>
                    </a:lnTo>
                    <a:lnTo>
                      <a:pt x="207" y="86"/>
                    </a:lnTo>
                    <a:lnTo>
                      <a:pt x="203" y="7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9" name="Freeform 90">
                <a:extLst>
                  <a:ext uri="{FF2B5EF4-FFF2-40B4-BE49-F238E27FC236}">
                    <a16:creationId xmlns:a16="http://schemas.microsoft.com/office/drawing/2014/main" id="{5058258E-C130-4A3B-8C1C-5871FC8E38F2}"/>
                  </a:ext>
                </a:extLst>
              </p:cNvPr>
              <p:cNvSpPr>
                <a:spLocks/>
              </p:cNvSpPr>
              <p:nvPr/>
            </p:nvSpPr>
            <p:spPr bwMode="auto">
              <a:xfrm>
                <a:off x="3281" y="3329"/>
                <a:ext cx="15" cy="97"/>
              </a:xfrm>
              <a:custGeom>
                <a:avLst/>
                <a:gdLst>
                  <a:gd name="T0" fmla="*/ 0 w 26"/>
                  <a:gd name="T1" fmla="*/ 65 h 179"/>
                  <a:gd name="T2" fmla="*/ 2 w 26"/>
                  <a:gd name="T3" fmla="*/ 49 h 179"/>
                  <a:gd name="T4" fmla="*/ 5 w 26"/>
                  <a:gd name="T5" fmla="*/ 31 h 179"/>
                  <a:gd name="T6" fmla="*/ 9 w 26"/>
                  <a:gd name="T7" fmla="*/ 12 h 179"/>
                  <a:gd name="T8" fmla="*/ 13 w 26"/>
                  <a:gd name="T9" fmla="*/ 0 h 179"/>
                  <a:gd name="T10" fmla="*/ 10 w 26"/>
                  <a:gd name="T11" fmla="*/ 19 h 179"/>
                  <a:gd name="T12" fmla="*/ 9 w 26"/>
                  <a:gd name="T13" fmla="*/ 37 h 179"/>
                  <a:gd name="T14" fmla="*/ 10 w 26"/>
                  <a:gd name="T15" fmla="*/ 51 h 179"/>
                  <a:gd name="T16" fmla="*/ 11 w 26"/>
                  <a:gd name="T17" fmla="*/ 61 h 179"/>
                  <a:gd name="T18" fmla="*/ 13 w 26"/>
                  <a:gd name="T19" fmla="*/ 69 h 179"/>
                  <a:gd name="T20" fmla="*/ 14 w 26"/>
                  <a:gd name="T21" fmla="*/ 80 h 179"/>
                  <a:gd name="T22" fmla="*/ 15 w 26"/>
                  <a:gd name="T23" fmla="*/ 90 h 179"/>
                  <a:gd name="T24" fmla="*/ 15 w 26"/>
                  <a:gd name="T25" fmla="*/ 97 h 179"/>
                  <a:gd name="T26" fmla="*/ 12 w 26"/>
                  <a:gd name="T27" fmla="*/ 87 h 179"/>
                  <a:gd name="T28" fmla="*/ 8 w 26"/>
                  <a:gd name="T29" fmla="*/ 78 h 179"/>
                  <a:gd name="T30" fmla="*/ 3 w 26"/>
                  <a:gd name="T31" fmla="*/ 71 h 179"/>
                  <a:gd name="T32" fmla="*/ 0 w 26"/>
                  <a:gd name="T33" fmla="*/ 65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 h="179">
                    <a:moveTo>
                      <a:pt x="0" y="120"/>
                    </a:moveTo>
                    <a:lnTo>
                      <a:pt x="3" y="91"/>
                    </a:lnTo>
                    <a:lnTo>
                      <a:pt x="9" y="57"/>
                    </a:lnTo>
                    <a:lnTo>
                      <a:pt x="16" y="23"/>
                    </a:lnTo>
                    <a:lnTo>
                      <a:pt x="22" y="0"/>
                    </a:lnTo>
                    <a:lnTo>
                      <a:pt x="18" y="35"/>
                    </a:lnTo>
                    <a:lnTo>
                      <a:pt x="16" y="68"/>
                    </a:lnTo>
                    <a:lnTo>
                      <a:pt x="17" y="95"/>
                    </a:lnTo>
                    <a:lnTo>
                      <a:pt x="19" y="112"/>
                    </a:lnTo>
                    <a:lnTo>
                      <a:pt x="23" y="128"/>
                    </a:lnTo>
                    <a:lnTo>
                      <a:pt x="25" y="148"/>
                    </a:lnTo>
                    <a:lnTo>
                      <a:pt x="26" y="167"/>
                    </a:lnTo>
                    <a:lnTo>
                      <a:pt x="26" y="179"/>
                    </a:lnTo>
                    <a:lnTo>
                      <a:pt x="20" y="161"/>
                    </a:lnTo>
                    <a:lnTo>
                      <a:pt x="14" y="144"/>
                    </a:lnTo>
                    <a:lnTo>
                      <a:pt x="5" y="131"/>
                    </a:lnTo>
                    <a:lnTo>
                      <a:pt x="0" y="1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0" name="Freeform 91">
                <a:extLst>
                  <a:ext uri="{FF2B5EF4-FFF2-40B4-BE49-F238E27FC236}">
                    <a16:creationId xmlns:a16="http://schemas.microsoft.com/office/drawing/2014/main" id="{A0CDEF24-D3E1-4BBF-93F4-F3F50A2E6C3E}"/>
                  </a:ext>
                </a:extLst>
              </p:cNvPr>
              <p:cNvSpPr>
                <a:spLocks/>
              </p:cNvSpPr>
              <p:nvPr/>
            </p:nvSpPr>
            <p:spPr bwMode="auto">
              <a:xfrm>
                <a:off x="3515" y="3455"/>
                <a:ext cx="120" cy="102"/>
              </a:xfrm>
              <a:custGeom>
                <a:avLst/>
                <a:gdLst>
                  <a:gd name="T0" fmla="*/ 120 w 220"/>
                  <a:gd name="T1" fmla="*/ 18 h 188"/>
                  <a:gd name="T2" fmla="*/ 116 w 220"/>
                  <a:gd name="T3" fmla="*/ 54 h 188"/>
                  <a:gd name="T4" fmla="*/ 109 w 220"/>
                  <a:gd name="T5" fmla="*/ 73 h 188"/>
                  <a:gd name="T6" fmla="*/ 104 w 220"/>
                  <a:gd name="T7" fmla="*/ 95 h 188"/>
                  <a:gd name="T8" fmla="*/ 102 w 220"/>
                  <a:gd name="T9" fmla="*/ 97 h 188"/>
                  <a:gd name="T10" fmla="*/ 103 w 220"/>
                  <a:gd name="T11" fmla="*/ 87 h 188"/>
                  <a:gd name="T12" fmla="*/ 105 w 220"/>
                  <a:gd name="T13" fmla="*/ 78 h 188"/>
                  <a:gd name="T14" fmla="*/ 101 w 220"/>
                  <a:gd name="T15" fmla="*/ 71 h 188"/>
                  <a:gd name="T16" fmla="*/ 94 w 220"/>
                  <a:gd name="T17" fmla="*/ 68 h 188"/>
                  <a:gd name="T18" fmla="*/ 84 w 220"/>
                  <a:gd name="T19" fmla="*/ 67 h 188"/>
                  <a:gd name="T20" fmla="*/ 77 w 220"/>
                  <a:gd name="T21" fmla="*/ 64 h 188"/>
                  <a:gd name="T22" fmla="*/ 71 w 220"/>
                  <a:gd name="T23" fmla="*/ 61 h 188"/>
                  <a:gd name="T24" fmla="*/ 65 w 220"/>
                  <a:gd name="T25" fmla="*/ 57 h 188"/>
                  <a:gd name="T26" fmla="*/ 59 w 220"/>
                  <a:gd name="T27" fmla="*/ 54 h 188"/>
                  <a:gd name="T28" fmla="*/ 55 w 220"/>
                  <a:gd name="T29" fmla="*/ 53 h 188"/>
                  <a:gd name="T30" fmla="*/ 45 w 220"/>
                  <a:gd name="T31" fmla="*/ 56 h 188"/>
                  <a:gd name="T32" fmla="*/ 33 w 220"/>
                  <a:gd name="T33" fmla="*/ 60 h 188"/>
                  <a:gd name="T34" fmla="*/ 21 w 220"/>
                  <a:gd name="T35" fmla="*/ 66 h 188"/>
                  <a:gd name="T36" fmla="*/ 11 w 220"/>
                  <a:gd name="T37" fmla="*/ 69 h 188"/>
                  <a:gd name="T38" fmla="*/ 2 w 220"/>
                  <a:gd name="T39" fmla="*/ 68 h 188"/>
                  <a:gd name="T40" fmla="*/ 1 w 220"/>
                  <a:gd name="T41" fmla="*/ 63 h 188"/>
                  <a:gd name="T42" fmla="*/ 7 w 220"/>
                  <a:gd name="T43" fmla="*/ 56 h 188"/>
                  <a:gd name="T44" fmla="*/ 13 w 220"/>
                  <a:gd name="T45" fmla="*/ 49 h 188"/>
                  <a:gd name="T46" fmla="*/ 20 w 220"/>
                  <a:gd name="T47" fmla="*/ 44 h 188"/>
                  <a:gd name="T48" fmla="*/ 26 w 220"/>
                  <a:gd name="T49" fmla="*/ 41 h 188"/>
                  <a:gd name="T50" fmla="*/ 34 w 220"/>
                  <a:gd name="T51" fmla="*/ 35 h 188"/>
                  <a:gd name="T52" fmla="*/ 43 w 220"/>
                  <a:gd name="T53" fmla="*/ 30 h 188"/>
                  <a:gd name="T54" fmla="*/ 49 w 220"/>
                  <a:gd name="T55" fmla="*/ 27 h 188"/>
                  <a:gd name="T56" fmla="*/ 52 w 220"/>
                  <a:gd name="T57" fmla="*/ 25 h 188"/>
                  <a:gd name="T58" fmla="*/ 53 w 220"/>
                  <a:gd name="T59" fmla="*/ 21 h 188"/>
                  <a:gd name="T60" fmla="*/ 52 w 220"/>
                  <a:gd name="T61" fmla="*/ 19 h 188"/>
                  <a:gd name="T62" fmla="*/ 46 w 220"/>
                  <a:gd name="T63" fmla="*/ 17 h 188"/>
                  <a:gd name="T64" fmla="*/ 38 w 220"/>
                  <a:gd name="T65" fmla="*/ 14 h 188"/>
                  <a:gd name="T66" fmla="*/ 32 w 220"/>
                  <a:gd name="T67" fmla="*/ 12 h 188"/>
                  <a:gd name="T68" fmla="*/ 29 w 220"/>
                  <a:gd name="T69" fmla="*/ 10 h 188"/>
                  <a:gd name="T70" fmla="*/ 26 w 220"/>
                  <a:gd name="T71" fmla="*/ 8 h 188"/>
                  <a:gd name="T72" fmla="*/ 25 w 220"/>
                  <a:gd name="T73" fmla="*/ 4 h 188"/>
                  <a:gd name="T74" fmla="*/ 23 w 220"/>
                  <a:gd name="T75" fmla="*/ 1 h 188"/>
                  <a:gd name="T76" fmla="*/ 25 w 220"/>
                  <a:gd name="T77" fmla="*/ 0 h 188"/>
                  <a:gd name="T78" fmla="*/ 37 w 220"/>
                  <a:gd name="T79" fmla="*/ 3 h 188"/>
                  <a:gd name="T80" fmla="*/ 54 w 220"/>
                  <a:gd name="T81" fmla="*/ 8 h 188"/>
                  <a:gd name="T82" fmla="*/ 70 w 220"/>
                  <a:gd name="T83" fmla="*/ 12 h 188"/>
                  <a:gd name="T84" fmla="*/ 82 w 220"/>
                  <a:gd name="T85" fmla="*/ 14 h 188"/>
                  <a:gd name="T86" fmla="*/ 93 w 220"/>
                  <a:gd name="T87" fmla="*/ 12 h 188"/>
                  <a:gd name="T88" fmla="*/ 104 w 220"/>
                  <a:gd name="T89" fmla="*/ 8 h 188"/>
                  <a:gd name="T90" fmla="*/ 115 w 220"/>
                  <a:gd name="T91" fmla="*/ 4 h 18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0" h="188">
                    <a:moveTo>
                      <a:pt x="218" y="3"/>
                    </a:moveTo>
                    <a:lnTo>
                      <a:pt x="220" y="34"/>
                    </a:lnTo>
                    <a:lnTo>
                      <a:pt x="219" y="68"/>
                    </a:lnTo>
                    <a:lnTo>
                      <a:pt x="213" y="100"/>
                    </a:lnTo>
                    <a:lnTo>
                      <a:pt x="203" y="124"/>
                    </a:lnTo>
                    <a:lnTo>
                      <a:pt x="199" y="135"/>
                    </a:lnTo>
                    <a:lnTo>
                      <a:pt x="195" y="154"/>
                    </a:lnTo>
                    <a:lnTo>
                      <a:pt x="191" y="175"/>
                    </a:lnTo>
                    <a:lnTo>
                      <a:pt x="190" y="188"/>
                    </a:lnTo>
                    <a:lnTo>
                      <a:pt x="187" y="178"/>
                    </a:lnTo>
                    <a:lnTo>
                      <a:pt x="187" y="169"/>
                    </a:lnTo>
                    <a:lnTo>
                      <a:pt x="189" y="160"/>
                    </a:lnTo>
                    <a:lnTo>
                      <a:pt x="191" y="152"/>
                    </a:lnTo>
                    <a:lnTo>
                      <a:pt x="192" y="144"/>
                    </a:lnTo>
                    <a:lnTo>
                      <a:pt x="189" y="137"/>
                    </a:lnTo>
                    <a:lnTo>
                      <a:pt x="186" y="131"/>
                    </a:lnTo>
                    <a:lnTo>
                      <a:pt x="180" y="125"/>
                    </a:lnTo>
                    <a:lnTo>
                      <a:pt x="173" y="125"/>
                    </a:lnTo>
                    <a:lnTo>
                      <a:pt x="164" y="125"/>
                    </a:lnTo>
                    <a:lnTo>
                      <a:pt x="154" y="123"/>
                    </a:lnTo>
                    <a:lnTo>
                      <a:pt x="146" y="121"/>
                    </a:lnTo>
                    <a:lnTo>
                      <a:pt x="142" y="118"/>
                    </a:lnTo>
                    <a:lnTo>
                      <a:pt x="137" y="116"/>
                    </a:lnTo>
                    <a:lnTo>
                      <a:pt x="131" y="113"/>
                    </a:lnTo>
                    <a:lnTo>
                      <a:pt x="126" y="108"/>
                    </a:lnTo>
                    <a:lnTo>
                      <a:pt x="119" y="105"/>
                    </a:lnTo>
                    <a:lnTo>
                      <a:pt x="113" y="101"/>
                    </a:lnTo>
                    <a:lnTo>
                      <a:pt x="108" y="99"/>
                    </a:lnTo>
                    <a:lnTo>
                      <a:pt x="105" y="98"/>
                    </a:lnTo>
                    <a:lnTo>
                      <a:pt x="100" y="98"/>
                    </a:lnTo>
                    <a:lnTo>
                      <a:pt x="93" y="100"/>
                    </a:lnTo>
                    <a:lnTo>
                      <a:pt x="83" y="103"/>
                    </a:lnTo>
                    <a:lnTo>
                      <a:pt x="71" y="107"/>
                    </a:lnTo>
                    <a:lnTo>
                      <a:pt x="60" y="111"/>
                    </a:lnTo>
                    <a:lnTo>
                      <a:pt x="48" y="116"/>
                    </a:lnTo>
                    <a:lnTo>
                      <a:pt x="38" y="121"/>
                    </a:lnTo>
                    <a:lnTo>
                      <a:pt x="31" y="124"/>
                    </a:lnTo>
                    <a:lnTo>
                      <a:pt x="21" y="128"/>
                    </a:lnTo>
                    <a:lnTo>
                      <a:pt x="12" y="129"/>
                    </a:lnTo>
                    <a:lnTo>
                      <a:pt x="4" y="126"/>
                    </a:lnTo>
                    <a:lnTo>
                      <a:pt x="0" y="123"/>
                    </a:lnTo>
                    <a:lnTo>
                      <a:pt x="2" y="117"/>
                    </a:lnTo>
                    <a:lnTo>
                      <a:pt x="6" y="110"/>
                    </a:lnTo>
                    <a:lnTo>
                      <a:pt x="12" y="103"/>
                    </a:lnTo>
                    <a:lnTo>
                      <a:pt x="17" y="97"/>
                    </a:lnTo>
                    <a:lnTo>
                      <a:pt x="24" y="91"/>
                    </a:lnTo>
                    <a:lnTo>
                      <a:pt x="31" y="86"/>
                    </a:lnTo>
                    <a:lnTo>
                      <a:pt x="37" y="82"/>
                    </a:lnTo>
                    <a:lnTo>
                      <a:pt x="43" y="78"/>
                    </a:lnTo>
                    <a:lnTo>
                      <a:pt x="48" y="75"/>
                    </a:lnTo>
                    <a:lnTo>
                      <a:pt x="55" y="70"/>
                    </a:lnTo>
                    <a:lnTo>
                      <a:pt x="63" y="65"/>
                    </a:lnTo>
                    <a:lnTo>
                      <a:pt x="71" y="61"/>
                    </a:lnTo>
                    <a:lnTo>
                      <a:pt x="78" y="56"/>
                    </a:lnTo>
                    <a:lnTo>
                      <a:pt x="85" y="53"/>
                    </a:lnTo>
                    <a:lnTo>
                      <a:pt x="90" y="49"/>
                    </a:lnTo>
                    <a:lnTo>
                      <a:pt x="93" y="48"/>
                    </a:lnTo>
                    <a:lnTo>
                      <a:pt x="96" y="46"/>
                    </a:lnTo>
                    <a:lnTo>
                      <a:pt x="97" y="42"/>
                    </a:lnTo>
                    <a:lnTo>
                      <a:pt x="98" y="39"/>
                    </a:lnTo>
                    <a:lnTo>
                      <a:pt x="97" y="37"/>
                    </a:lnTo>
                    <a:lnTo>
                      <a:pt x="95" y="35"/>
                    </a:lnTo>
                    <a:lnTo>
                      <a:pt x="90" y="33"/>
                    </a:lnTo>
                    <a:lnTo>
                      <a:pt x="84" y="31"/>
                    </a:lnTo>
                    <a:lnTo>
                      <a:pt x="77" y="27"/>
                    </a:lnTo>
                    <a:lnTo>
                      <a:pt x="70" y="25"/>
                    </a:lnTo>
                    <a:lnTo>
                      <a:pt x="63" y="23"/>
                    </a:lnTo>
                    <a:lnTo>
                      <a:pt x="59" y="22"/>
                    </a:lnTo>
                    <a:lnTo>
                      <a:pt x="57" y="21"/>
                    </a:lnTo>
                    <a:lnTo>
                      <a:pt x="54" y="19"/>
                    </a:lnTo>
                    <a:lnTo>
                      <a:pt x="51" y="17"/>
                    </a:lnTo>
                    <a:lnTo>
                      <a:pt x="48" y="15"/>
                    </a:lnTo>
                    <a:lnTo>
                      <a:pt x="47" y="11"/>
                    </a:lnTo>
                    <a:lnTo>
                      <a:pt x="46" y="8"/>
                    </a:lnTo>
                    <a:lnTo>
                      <a:pt x="46" y="4"/>
                    </a:lnTo>
                    <a:lnTo>
                      <a:pt x="43" y="2"/>
                    </a:lnTo>
                    <a:lnTo>
                      <a:pt x="38" y="0"/>
                    </a:lnTo>
                    <a:lnTo>
                      <a:pt x="45" y="0"/>
                    </a:lnTo>
                    <a:lnTo>
                      <a:pt x="55" y="2"/>
                    </a:lnTo>
                    <a:lnTo>
                      <a:pt x="68" y="6"/>
                    </a:lnTo>
                    <a:lnTo>
                      <a:pt x="83" y="10"/>
                    </a:lnTo>
                    <a:lnTo>
                      <a:pt x="99" y="15"/>
                    </a:lnTo>
                    <a:lnTo>
                      <a:pt x="114" y="19"/>
                    </a:lnTo>
                    <a:lnTo>
                      <a:pt x="128" y="23"/>
                    </a:lnTo>
                    <a:lnTo>
                      <a:pt x="139" y="25"/>
                    </a:lnTo>
                    <a:lnTo>
                      <a:pt x="150" y="26"/>
                    </a:lnTo>
                    <a:lnTo>
                      <a:pt x="160" y="25"/>
                    </a:lnTo>
                    <a:lnTo>
                      <a:pt x="171" y="23"/>
                    </a:lnTo>
                    <a:lnTo>
                      <a:pt x="181" y="19"/>
                    </a:lnTo>
                    <a:lnTo>
                      <a:pt x="190" y="15"/>
                    </a:lnTo>
                    <a:lnTo>
                      <a:pt x="201" y="11"/>
                    </a:lnTo>
                    <a:lnTo>
                      <a:pt x="210" y="7"/>
                    </a:lnTo>
                    <a:lnTo>
                      <a:pt x="218"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1" name="Freeform 92">
                <a:extLst>
                  <a:ext uri="{FF2B5EF4-FFF2-40B4-BE49-F238E27FC236}">
                    <a16:creationId xmlns:a16="http://schemas.microsoft.com/office/drawing/2014/main" id="{6632FB95-3B8C-455D-8DF3-E40CC2614882}"/>
                  </a:ext>
                </a:extLst>
              </p:cNvPr>
              <p:cNvSpPr>
                <a:spLocks/>
              </p:cNvSpPr>
              <p:nvPr/>
            </p:nvSpPr>
            <p:spPr bwMode="auto">
              <a:xfrm>
                <a:off x="3428" y="3131"/>
                <a:ext cx="140" cy="179"/>
              </a:xfrm>
              <a:custGeom>
                <a:avLst/>
                <a:gdLst>
                  <a:gd name="T0" fmla="*/ 123 w 256"/>
                  <a:gd name="T1" fmla="*/ 178 h 327"/>
                  <a:gd name="T2" fmla="*/ 129 w 256"/>
                  <a:gd name="T3" fmla="*/ 175 h 327"/>
                  <a:gd name="T4" fmla="*/ 131 w 256"/>
                  <a:gd name="T5" fmla="*/ 164 h 327"/>
                  <a:gd name="T6" fmla="*/ 135 w 256"/>
                  <a:gd name="T7" fmla="*/ 140 h 327"/>
                  <a:gd name="T8" fmla="*/ 140 w 256"/>
                  <a:gd name="T9" fmla="*/ 122 h 327"/>
                  <a:gd name="T10" fmla="*/ 132 w 256"/>
                  <a:gd name="T11" fmla="*/ 109 h 327"/>
                  <a:gd name="T12" fmla="*/ 123 w 256"/>
                  <a:gd name="T13" fmla="*/ 102 h 327"/>
                  <a:gd name="T14" fmla="*/ 114 w 256"/>
                  <a:gd name="T15" fmla="*/ 96 h 327"/>
                  <a:gd name="T16" fmla="*/ 106 w 256"/>
                  <a:gd name="T17" fmla="*/ 88 h 327"/>
                  <a:gd name="T18" fmla="*/ 100 w 256"/>
                  <a:gd name="T19" fmla="*/ 81 h 327"/>
                  <a:gd name="T20" fmla="*/ 96 w 256"/>
                  <a:gd name="T21" fmla="*/ 75 h 327"/>
                  <a:gd name="T22" fmla="*/ 103 w 256"/>
                  <a:gd name="T23" fmla="*/ 68 h 327"/>
                  <a:gd name="T24" fmla="*/ 108 w 256"/>
                  <a:gd name="T25" fmla="*/ 67 h 327"/>
                  <a:gd name="T26" fmla="*/ 110 w 256"/>
                  <a:gd name="T27" fmla="*/ 65 h 327"/>
                  <a:gd name="T28" fmla="*/ 104 w 256"/>
                  <a:gd name="T29" fmla="*/ 60 h 327"/>
                  <a:gd name="T30" fmla="*/ 97 w 256"/>
                  <a:gd name="T31" fmla="*/ 54 h 327"/>
                  <a:gd name="T32" fmla="*/ 92 w 256"/>
                  <a:gd name="T33" fmla="*/ 47 h 327"/>
                  <a:gd name="T34" fmla="*/ 89 w 256"/>
                  <a:gd name="T35" fmla="*/ 40 h 327"/>
                  <a:gd name="T36" fmla="*/ 83 w 256"/>
                  <a:gd name="T37" fmla="*/ 31 h 327"/>
                  <a:gd name="T38" fmla="*/ 69 w 256"/>
                  <a:gd name="T39" fmla="*/ 21 h 327"/>
                  <a:gd name="T40" fmla="*/ 53 w 256"/>
                  <a:gd name="T41" fmla="*/ 12 h 327"/>
                  <a:gd name="T42" fmla="*/ 37 w 256"/>
                  <a:gd name="T43" fmla="*/ 5 h 327"/>
                  <a:gd name="T44" fmla="*/ 27 w 256"/>
                  <a:gd name="T45" fmla="*/ 1 h 327"/>
                  <a:gd name="T46" fmla="*/ 19 w 256"/>
                  <a:gd name="T47" fmla="*/ 0 h 327"/>
                  <a:gd name="T48" fmla="*/ 11 w 256"/>
                  <a:gd name="T49" fmla="*/ 1 h 327"/>
                  <a:gd name="T50" fmla="*/ 4 w 256"/>
                  <a:gd name="T51" fmla="*/ 5 h 327"/>
                  <a:gd name="T52" fmla="*/ 0 w 256"/>
                  <a:gd name="T53" fmla="*/ 16 h 327"/>
                  <a:gd name="T54" fmla="*/ 5 w 256"/>
                  <a:gd name="T55" fmla="*/ 29 h 327"/>
                  <a:gd name="T56" fmla="*/ 16 w 256"/>
                  <a:gd name="T57" fmla="*/ 35 h 327"/>
                  <a:gd name="T58" fmla="*/ 25 w 256"/>
                  <a:gd name="T59" fmla="*/ 40 h 327"/>
                  <a:gd name="T60" fmla="*/ 32 w 256"/>
                  <a:gd name="T61" fmla="*/ 45 h 327"/>
                  <a:gd name="T62" fmla="*/ 38 w 256"/>
                  <a:gd name="T63" fmla="*/ 50 h 327"/>
                  <a:gd name="T64" fmla="*/ 40 w 256"/>
                  <a:gd name="T65" fmla="*/ 58 h 327"/>
                  <a:gd name="T66" fmla="*/ 46 w 256"/>
                  <a:gd name="T67" fmla="*/ 70 h 327"/>
                  <a:gd name="T68" fmla="*/ 55 w 256"/>
                  <a:gd name="T69" fmla="*/ 76 h 327"/>
                  <a:gd name="T70" fmla="*/ 61 w 256"/>
                  <a:gd name="T71" fmla="*/ 82 h 327"/>
                  <a:gd name="T72" fmla="*/ 66 w 256"/>
                  <a:gd name="T73" fmla="*/ 89 h 327"/>
                  <a:gd name="T74" fmla="*/ 69 w 256"/>
                  <a:gd name="T75" fmla="*/ 95 h 327"/>
                  <a:gd name="T76" fmla="*/ 68 w 256"/>
                  <a:gd name="T77" fmla="*/ 104 h 327"/>
                  <a:gd name="T78" fmla="*/ 66 w 256"/>
                  <a:gd name="T79" fmla="*/ 118 h 327"/>
                  <a:gd name="T80" fmla="*/ 71 w 256"/>
                  <a:gd name="T81" fmla="*/ 131 h 327"/>
                  <a:gd name="T82" fmla="*/ 87 w 256"/>
                  <a:gd name="T83" fmla="*/ 145 h 327"/>
                  <a:gd name="T84" fmla="*/ 105 w 256"/>
                  <a:gd name="T85" fmla="*/ 159 h 327"/>
                  <a:gd name="T86" fmla="*/ 118 w 256"/>
                  <a:gd name="T87" fmla="*/ 172 h 3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327">
                    <a:moveTo>
                      <a:pt x="219" y="327"/>
                    </a:moveTo>
                    <a:lnTo>
                      <a:pt x="225" y="325"/>
                    </a:lnTo>
                    <a:lnTo>
                      <a:pt x="230" y="321"/>
                    </a:lnTo>
                    <a:lnTo>
                      <a:pt x="236" y="319"/>
                    </a:lnTo>
                    <a:lnTo>
                      <a:pt x="242" y="315"/>
                    </a:lnTo>
                    <a:lnTo>
                      <a:pt x="239" y="300"/>
                    </a:lnTo>
                    <a:lnTo>
                      <a:pt x="241" y="278"/>
                    </a:lnTo>
                    <a:lnTo>
                      <a:pt x="247" y="255"/>
                    </a:lnTo>
                    <a:lnTo>
                      <a:pt x="254" y="236"/>
                    </a:lnTo>
                    <a:lnTo>
                      <a:pt x="256" y="222"/>
                    </a:lnTo>
                    <a:lnTo>
                      <a:pt x="251" y="209"/>
                    </a:lnTo>
                    <a:lnTo>
                      <a:pt x="242" y="199"/>
                    </a:lnTo>
                    <a:lnTo>
                      <a:pt x="230" y="191"/>
                    </a:lnTo>
                    <a:lnTo>
                      <a:pt x="224" y="186"/>
                    </a:lnTo>
                    <a:lnTo>
                      <a:pt x="217" y="181"/>
                    </a:lnTo>
                    <a:lnTo>
                      <a:pt x="209" y="175"/>
                    </a:lnTo>
                    <a:lnTo>
                      <a:pt x="202" y="168"/>
                    </a:lnTo>
                    <a:lnTo>
                      <a:pt x="194" y="161"/>
                    </a:lnTo>
                    <a:lnTo>
                      <a:pt x="188" y="154"/>
                    </a:lnTo>
                    <a:lnTo>
                      <a:pt x="182" y="148"/>
                    </a:lnTo>
                    <a:lnTo>
                      <a:pt x="179" y="144"/>
                    </a:lnTo>
                    <a:lnTo>
                      <a:pt x="176" y="137"/>
                    </a:lnTo>
                    <a:lnTo>
                      <a:pt x="180" y="130"/>
                    </a:lnTo>
                    <a:lnTo>
                      <a:pt x="188" y="125"/>
                    </a:lnTo>
                    <a:lnTo>
                      <a:pt x="197" y="124"/>
                    </a:lnTo>
                    <a:lnTo>
                      <a:pt x="198" y="122"/>
                    </a:lnTo>
                    <a:lnTo>
                      <a:pt x="199" y="121"/>
                    </a:lnTo>
                    <a:lnTo>
                      <a:pt x="201" y="118"/>
                    </a:lnTo>
                    <a:lnTo>
                      <a:pt x="201" y="117"/>
                    </a:lnTo>
                    <a:lnTo>
                      <a:pt x="190" y="110"/>
                    </a:lnTo>
                    <a:lnTo>
                      <a:pt x="183" y="105"/>
                    </a:lnTo>
                    <a:lnTo>
                      <a:pt x="178" y="99"/>
                    </a:lnTo>
                    <a:lnTo>
                      <a:pt x="173" y="93"/>
                    </a:lnTo>
                    <a:lnTo>
                      <a:pt x="168" y="86"/>
                    </a:lnTo>
                    <a:lnTo>
                      <a:pt x="166" y="80"/>
                    </a:lnTo>
                    <a:lnTo>
                      <a:pt x="163" y="73"/>
                    </a:lnTo>
                    <a:lnTo>
                      <a:pt x="159" y="65"/>
                    </a:lnTo>
                    <a:lnTo>
                      <a:pt x="152" y="57"/>
                    </a:lnTo>
                    <a:lnTo>
                      <a:pt x="141" y="48"/>
                    </a:lnTo>
                    <a:lnTo>
                      <a:pt x="127" y="39"/>
                    </a:lnTo>
                    <a:lnTo>
                      <a:pt x="112" y="30"/>
                    </a:lnTo>
                    <a:lnTo>
                      <a:pt x="96" y="22"/>
                    </a:lnTo>
                    <a:lnTo>
                      <a:pt x="81" y="15"/>
                    </a:lnTo>
                    <a:lnTo>
                      <a:pt x="67" y="9"/>
                    </a:lnTo>
                    <a:lnTo>
                      <a:pt x="58" y="4"/>
                    </a:lnTo>
                    <a:lnTo>
                      <a:pt x="50" y="2"/>
                    </a:lnTo>
                    <a:lnTo>
                      <a:pt x="42" y="0"/>
                    </a:lnTo>
                    <a:lnTo>
                      <a:pt x="34" y="0"/>
                    </a:lnTo>
                    <a:lnTo>
                      <a:pt x="27" y="0"/>
                    </a:lnTo>
                    <a:lnTo>
                      <a:pt x="20" y="1"/>
                    </a:lnTo>
                    <a:lnTo>
                      <a:pt x="14" y="4"/>
                    </a:lnTo>
                    <a:lnTo>
                      <a:pt x="8" y="9"/>
                    </a:lnTo>
                    <a:lnTo>
                      <a:pt x="5" y="15"/>
                    </a:lnTo>
                    <a:lnTo>
                      <a:pt x="0" y="29"/>
                    </a:lnTo>
                    <a:lnTo>
                      <a:pt x="4" y="41"/>
                    </a:lnTo>
                    <a:lnTo>
                      <a:pt x="10" y="53"/>
                    </a:lnTo>
                    <a:lnTo>
                      <a:pt x="22" y="61"/>
                    </a:lnTo>
                    <a:lnTo>
                      <a:pt x="29" y="64"/>
                    </a:lnTo>
                    <a:lnTo>
                      <a:pt x="37" y="69"/>
                    </a:lnTo>
                    <a:lnTo>
                      <a:pt x="45" y="73"/>
                    </a:lnTo>
                    <a:lnTo>
                      <a:pt x="52" y="78"/>
                    </a:lnTo>
                    <a:lnTo>
                      <a:pt x="59" y="83"/>
                    </a:lnTo>
                    <a:lnTo>
                      <a:pt x="66" y="87"/>
                    </a:lnTo>
                    <a:lnTo>
                      <a:pt x="69" y="92"/>
                    </a:lnTo>
                    <a:lnTo>
                      <a:pt x="72" y="96"/>
                    </a:lnTo>
                    <a:lnTo>
                      <a:pt x="74" y="106"/>
                    </a:lnTo>
                    <a:lnTo>
                      <a:pt x="78" y="116"/>
                    </a:lnTo>
                    <a:lnTo>
                      <a:pt x="85" y="128"/>
                    </a:lnTo>
                    <a:lnTo>
                      <a:pt x="95" y="136"/>
                    </a:lnTo>
                    <a:lnTo>
                      <a:pt x="100" y="139"/>
                    </a:lnTo>
                    <a:lnTo>
                      <a:pt x="106" y="145"/>
                    </a:lnTo>
                    <a:lnTo>
                      <a:pt x="112" y="149"/>
                    </a:lnTo>
                    <a:lnTo>
                      <a:pt x="118" y="155"/>
                    </a:lnTo>
                    <a:lnTo>
                      <a:pt x="121" y="162"/>
                    </a:lnTo>
                    <a:lnTo>
                      <a:pt x="125" y="168"/>
                    </a:lnTo>
                    <a:lnTo>
                      <a:pt x="127" y="174"/>
                    </a:lnTo>
                    <a:lnTo>
                      <a:pt x="127" y="179"/>
                    </a:lnTo>
                    <a:lnTo>
                      <a:pt x="125" y="190"/>
                    </a:lnTo>
                    <a:lnTo>
                      <a:pt x="121" y="202"/>
                    </a:lnTo>
                    <a:lnTo>
                      <a:pt x="120" y="215"/>
                    </a:lnTo>
                    <a:lnTo>
                      <a:pt x="122" y="227"/>
                    </a:lnTo>
                    <a:lnTo>
                      <a:pt x="130" y="239"/>
                    </a:lnTo>
                    <a:lnTo>
                      <a:pt x="143" y="252"/>
                    </a:lnTo>
                    <a:lnTo>
                      <a:pt x="159" y="265"/>
                    </a:lnTo>
                    <a:lnTo>
                      <a:pt x="176" y="278"/>
                    </a:lnTo>
                    <a:lnTo>
                      <a:pt x="192" y="291"/>
                    </a:lnTo>
                    <a:lnTo>
                      <a:pt x="206" y="304"/>
                    </a:lnTo>
                    <a:lnTo>
                      <a:pt x="216" y="315"/>
                    </a:lnTo>
                    <a:lnTo>
                      <a:pt x="219" y="3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2" name="Freeform 93">
                <a:extLst>
                  <a:ext uri="{FF2B5EF4-FFF2-40B4-BE49-F238E27FC236}">
                    <a16:creationId xmlns:a16="http://schemas.microsoft.com/office/drawing/2014/main" id="{E938C2E8-BD00-49D5-987F-A76708ABECB5}"/>
                  </a:ext>
                </a:extLst>
              </p:cNvPr>
              <p:cNvSpPr>
                <a:spLocks/>
              </p:cNvSpPr>
              <p:nvPr/>
            </p:nvSpPr>
            <p:spPr bwMode="auto">
              <a:xfrm>
                <a:off x="3463" y="3150"/>
                <a:ext cx="36" cy="25"/>
              </a:xfrm>
              <a:custGeom>
                <a:avLst/>
                <a:gdLst>
                  <a:gd name="T0" fmla="*/ 36 w 66"/>
                  <a:gd name="T1" fmla="*/ 25 h 45"/>
                  <a:gd name="T2" fmla="*/ 33 w 66"/>
                  <a:gd name="T3" fmla="*/ 21 h 45"/>
                  <a:gd name="T4" fmla="*/ 28 w 66"/>
                  <a:gd name="T5" fmla="*/ 16 h 45"/>
                  <a:gd name="T6" fmla="*/ 23 w 66"/>
                  <a:gd name="T7" fmla="*/ 12 h 45"/>
                  <a:gd name="T8" fmla="*/ 18 w 66"/>
                  <a:gd name="T9" fmla="*/ 8 h 45"/>
                  <a:gd name="T10" fmla="*/ 13 w 66"/>
                  <a:gd name="T11" fmla="*/ 4 h 45"/>
                  <a:gd name="T12" fmla="*/ 9 w 66"/>
                  <a:gd name="T13" fmla="*/ 1 h 45"/>
                  <a:gd name="T14" fmla="*/ 5 w 66"/>
                  <a:gd name="T15" fmla="*/ 0 h 45"/>
                  <a:gd name="T16" fmla="*/ 3 w 66"/>
                  <a:gd name="T17" fmla="*/ 1 h 45"/>
                  <a:gd name="T18" fmla="*/ 2 w 66"/>
                  <a:gd name="T19" fmla="*/ 4 h 45"/>
                  <a:gd name="T20" fmla="*/ 0 w 66"/>
                  <a:gd name="T21" fmla="*/ 9 h 45"/>
                  <a:gd name="T22" fmla="*/ 0 w 66"/>
                  <a:gd name="T23" fmla="*/ 14 h 45"/>
                  <a:gd name="T24" fmla="*/ 4 w 66"/>
                  <a:gd name="T25" fmla="*/ 16 h 45"/>
                  <a:gd name="T26" fmla="*/ 7 w 66"/>
                  <a:gd name="T27" fmla="*/ 16 h 45"/>
                  <a:gd name="T28" fmla="*/ 10 w 66"/>
                  <a:gd name="T29" fmla="*/ 16 h 45"/>
                  <a:gd name="T30" fmla="*/ 14 w 66"/>
                  <a:gd name="T31" fmla="*/ 16 h 45"/>
                  <a:gd name="T32" fmla="*/ 19 w 66"/>
                  <a:gd name="T33" fmla="*/ 16 h 45"/>
                  <a:gd name="T34" fmla="*/ 23 w 66"/>
                  <a:gd name="T35" fmla="*/ 17 h 45"/>
                  <a:gd name="T36" fmla="*/ 27 w 66"/>
                  <a:gd name="T37" fmla="*/ 19 h 45"/>
                  <a:gd name="T38" fmla="*/ 32 w 66"/>
                  <a:gd name="T39" fmla="*/ 21 h 45"/>
                  <a:gd name="T40" fmla="*/ 36 w 66"/>
                  <a:gd name="T41" fmla="*/ 25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6" h="45">
                    <a:moveTo>
                      <a:pt x="66" y="45"/>
                    </a:moveTo>
                    <a:lnTo>
                      <a:pt x="60" y="37"/>
                    </a:lnTo>
                    <a:lnTo>
                      <a:pt x="52" y="29"/>
                    </a:lnTo>
                    <a:lnTo>
                      <a:pt x="43" y="21"/>
                    </a:lnTo>
                    <a:lnTo>
                      <a:pt x="33" y="14"/>
                    </a:lnTo>
                    <a:lnTo>
                      <a:pt x="24" y="7"/>
                    </a:lnTo>
                    <a:lnTo>
                      <a:pt x="17" y="2"/>
                    </a:lnTo>
                    <a:lnTo>
                      <a:pt x="10" y="0"/>
                    </a:lnTo>
                    <a:lnTo>
                      <a:pt x="6" y="1"/>
                    </a:lnTo>
                    <a:lnTo>
                      <a:pt x="3" y="8"/>
                    </a:lnTo>
                    <a:lnTo>
                      <a:pt x="0" y="16"/>
                    </a:lnTo>
                    <a:lnTo>
                      <a:pt x="0" y="25"/>
                    </a:lnTo>
                    <a:lnTo>
                      <a:pt x="7" y="29"/>
                    </a:lnTo>
                    <a:lnTo>
                      <a:pt x="13" y="29"/>
                    </a:lnTo>
                    <a:lnTo>
                      <a:pt x="19" y="29"/>
                    </a:lnTo>
                    <a:lnTo>
                      <a:pt x="26" y="29"/>
                    </a:lnTo>
                    <a:lnTo>
                      <a:pt x="34" y="29"/>
                    </a:lnTo>
                    <a:lnTo>
                      <a:pt x="42" y="30"/>
                    </a:lnTo>
                    <a:lnTo>
                      <a:pt x="50" y="34"/>
                    </a:lnTo>
                    <a:lnTo>
                      <a:pt x="58" y="38"/>
                    </a:lnTo>
                    <a:lnTo>
                      <a:pt x="66" y="4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3" name="Freeform 94">
                <a:extLst>
                  <a:ext uri="{FF2B5EF4-FFF2-40B4-BE49-F238E27FC236}">
                    <a16:creationId xmlns:a16="http://schemas.microsoft.com/office/drawing/2014/main" id="{1435C4FE-227C-41E5-9378-B1544F44AB3E}"/>
                  </a:ext>
                </a:extLst>
              </p:cNvPr>
              <p:cNvSpPr>
                <a:spLocks/>
              </p:cNvSpPr>
              <p:nvPr/>
            </p:nvSpPr>
            <p:spPr bwMode="auto">
              <a:xfrm>
                <a:off x="3504" y="3203"/>
                <a:ext cx="42" cy="72"/>
              </a:xfrm>
              <a:custGeom>
                <a:avLst/>
                <a:gdLst>
                  <a:gd name="T0" fmla="*/ 0 w 78"/>
                  <a:gd name="T1" fmla="*/ 0 h 131"/>
                  <a:gd name="T2" fmla="*/ 6 w 78"/>
                  <a:gd name="T3" fmla="*/ 4 h 131"/>
                  <a:gd name="T4" fmla="*/ 11 w 78"/>
                  <a:gd name="T5" fmla="*/ 10 h 131"/>
                  <a:gd name="T6" fmla="*/ 13 w 78"/>
                  <a:gd name="T7" fmla="*/ 16 h 131"/>
                  <a:gd name="T8" fmla="*/ 17 w 78"/>
                  <a:gd name="T9" fmla="*/ 23 h 131"/>
                  <a:gd name="T10" fmla="*/ 19 w 78"/>
                  <a:gd name="T11" fmla="*/ 25 h 131"/>
                  <a:gd name="T12" fmla="*/ 22 w 78"/>
                  <a:gd name="T13" fmla="*/ 29 h 131"/>
                  <a:gd name="T14" fmla="*/ 26 w 78"/>
                  <a:gd name="T15" fmla="*/ 33 h 131"/>
                  <a:gd name="T16" fmla="*/ 31 w 78"/>
                  <a:gd name="T17" fmla="*/ 38 h 131"/>
                  <a:gd name="T18" fmla="*/ 35 w 78"/>
                  <a:gd name="T19" fmla="*/ 43 h 131"/>
                  <a:gd name="T20" fmla="*/ 38 w 78"/>
                  <a:gd name="T21" fmla="*/ 48 h 131"/>
                  <a:gd name="T22" fmla="*/ 40 w 78"/>
                  <a:gd name="T23" fmla="*/ 53 h 131"/>
                  <a:gd name="T24" fmla="*/ 42 w 78"/>
                  <a:gd name="T25" fmla="*/ 56 h 131"/>
                  <a:gd name="T26" fmla="*/ 42 w 78"/>
                  <a:gd name="T27" fmla="*/ 62 h 131"/>
                  <a:gd name="T28" fmla="*/ 42 w 78"/>
                  <a:gd name="T29" fmla="*/ 66 h 131"/>
                  <a:gd name="T30" fmla="*/ 40 w 78"/>
                  <a:gd name="T31" fmla="*/ 70 h 131"/>
                  <a:gd name="T32" fmla="*/ 37 w 78"/>
                  <a:gd name="T33" fmla="*/ 72 h 131"/>
                  <a:gd name="T34" fmla="*/ 35 w 78"/>
                  <a:gd name="T35" fmla="*/ 72 h 131"/>
                  <a:gd name="T36" fmla="*/ 32 w 78"/>
                  <a:gd name="T37" fmla="*/ 71 h 131"/>
                  <a:gd name="T38" fmla="*/ 29 w 78"/>
                  <a:gd name="T39" fmla="*/ 69 h 131"/>
                  <a:gd name="T40" fmla="*/ 25 w 78"/>
                  <a:gd name="T41" fmla="*/ 67 h 131"/>
                  <a:gd name="T42" fmla="*/ 22 w 78"/>
                  <a:gd name="T43" fmla="*/ 64 h 131"/>
                  <a:gd name="T44" fmla="*/ 18 w 78"/>
                  <a:gd name="T45" fmla="*/ 60 h 131"/>
                  <a:gd name="T46" fmla="*/ 16 w 78"/>
                  <a:gd name="T47" fmla="*/ 57 h 131"/>
                  <a:gd name="T48" fmla="*/ 13 w 78"/>
                  <a:gd name="T49" fmla="*/ 53 h 131"/>
                  <a:gd name="T50" fmla="*/ 10 w 78"/>
                  <a:gd name="T51" fmla="*/ 45 h 131"/>
                  <a:gd name="T52" fmla="*/ 7 w 78"/>
                  <a:gd name="T53" fmla="*/ 33 h 131"/>
                  <a:gd name="T54" fmla="*/ 5 w 78"/>
                  <a:gd name="T55" fmla="*/ 23 h 131"/>
                  <a:gd name="T56" fmla="*/ 4 w 78"/>
                  <a:gd name="T57" fmla="*/ 15 h 131"/>
                  <a:gd name="T58" fmla="*/ 3 w 78"/>
                  <a:gd name="T59" fmla="*/ 12 h 131"/>
                  <a:gd name="T60" fmla="*/ 3 w 78"/>
                  <a:gd name="T61" fmla="*/ 8 h 131"/>
                  <a:gd name="T62" fmla="*/ 2 w 78"/>
                  <a:gd name="T63" fmla="*/ 4 h 131"/>
                  <a:gd name="T64" fmla="*/ 0 w 78"/>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8" h="131">
                    <a:moveTo>
                      <a:pt x="0" y="0"/>
                    </a:moveTo>
                    <a:lnTo>
                      <a:pt x="12" y="8"/>
                    </a:lnTo>
                    <a:lnTo>
                      <a:pt x="20" y="18"/>
                    </a:lnTo>
                    <a:lnTo>
                      <a:pt x="25" y="30"/>
                    </a:lnTo>
                    <a:lnTo>
                      <a:pt x="32" y="41"/>
                    </a:lnTo>
                    <a:lnTo>
                      <a:pt x="35" y="46"/>
                    </a:lnTo>
                    <a:lnTo>
                      <a:pt x="41" y="52"/>
                    </a:lnTo>
                    <a:lnTo>
                      <a:pt x="49" y="60"/>
                    </a:lnTo>
                    <a:lnTo>
                      <a:pt x="57" y="69"/>
                    </a:lnTo>
                    <a:lnTo>
                      <a:pt x="65" y="78"/>
                    </a:lnTo>
                    <a:lnTo>
                      <a:pt x="71" y="88"/>
                    </a:lnTo>
                    <a:lnTo>
                      <a:pt x="75" y="96"/>
                    </a:lnTo>
                    <a:lnTo>
                      <a:pt x="78" y="101"/>
                    </a:lnTo>
                    <a:lnTo>
                      <a:pt x="78" y="112"/>
                    </a:lnTo>
                    <a:lnTo>
                      <a:pt x="78" y="120"/>
                    </a:lnTo>
                    <a:lnTo>
                      <a:pt x="74" y="127"/>
                    </a:lnTo>
                    <a:lnTo>
                      <a:pt x="68" y="131"/>
                    </a:lnTo>
                    <a:lnTo>
                      <a:pt x="65" y="131"/>
                    </a:lnTo>
                    <a:lnTo>
                      <a:pt x="59" y="129"/>
                    </a:lnTo>
                    <a:lnTo>
                      <a:pt x="53" y="126"/>
                    </a:lnTo>
                    <a:lnTo>
                      <a:pt x="47" y="121"/>
                    </a:lnTo>
                    <a:lnTo>
                      <a:pt x="41" y="116"/>
                    </a:lnTo>
                    <a:lnTo>
                      <a:pt x="34" y="109"/>
                    </a:lnTo>
                    <a:lnTo>
                      <a:pt x="29" y="104"/>
                    </a:lnTo>
                    <a:lnTo>
                      <a:pt x="25" y="97"/>
                    </a:lnTo>
                    <a:lnTo>
                      <a:pt x="18" y="81"/>
                    </a:lnTo>
                    <a:lnTo>
                      <a:pt x="13" y="60"/>
                    </a:lnTo>
                    <a:lnTo>
                      <a:pt x="9" y="41"/>
                    </a:lnTo>
                    <a:lnTo>
                      <a:pt x="7" y="28"/>
                    </a:lnTo>
                    <a:lnTo>
                      <a:pt x="6" y="21"/>
                    </a:lnTo>
                    <a:lnTo>
                      <a:pt x="6" y="15"/>
                    </a:lnTo>
                    <a:lnTo>
                      <a:pt x="4"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4" name="Freeform 95">
                <a:extLst>
                  <a:ext uri="{FF2B5EF4-FFF2-40B4-BE49-F238E27FC236}">
                    <a16:creationId xmlns:a16="http://schemas.microsoft.com/office/drawing/2014/main" id="{01A4197A-5790-4A87-AE84-CE6B214DEEC9}"/>
                  </a:ext>
                </a:extLst>
              </p:cNvPr>
              <p:cNvSpPr>
                <a:spLocks/>
              </p:cNvSpPr>
              <p:nvPr/>
            </p:nvSpPr>
            <p:spPr bwMode="auto">
              <a:xfrm>
                <a:off x="4519" y="3087"/>
                <a:ext cx="293" cy="499"/>
              </a:xfrm>
              <a:custGeom>
                <a:avLst/>
                <a:gdLst>
                  <a:gd name="T0" fmla="*/ 42 w 535"/>
                  <a:gd name="T1" fmla="*/ 333 h 911"/>
                  <a:gd name="T2" fmla="*/ 59 w 535"/>
                  <a:gd name="T3" fmla="*/ 332 h 911"/>
                  <a:gd name="T4" fmla="*/ 77 w 535"/>
                  <a:gd name="T5" fmla="*/ 326 h 911"/>
                  <a:gd name="T6" fmla="*/ 91 w 535"/>
                  <a:gd name="T7" fmla="*/ 319 h 911"/>
                  <a:gd name="T8" fmla="*/ 104 w 535"/>
                  <a:gd name="T9" fmla="*/ 308 h 911"/>
                  <a:gd name="T10" fmla="*/ 114 w 535"/>
                  <a:gd name="T11" fmla="*/ 291 h 911"/>
                  <a:gd name="T12" fmla="*/ 127 w 535"/>
                  <a:gd name="T13" fmla="*/ 264 h 911"/>
                  <a:gd name="T14" fmla="*/ 148 w 535"/>
                  <a:gd name="T15" fmla="*/ 205 h 911"/>
                  <a:gd name="T16" fmla="*/ 163 w 535"/>
                  <a:gd name="T17" fmla="*/ 106 h 911"/>
                  <a:gd name="T18" fmla="*/ 156 w 535"/>
                  <a:gd name="T19" fmla="*/ 105 h 911"/>
                  <a:gd name="T20" fmla="*/ 131 w 535"/>
                  <a:gd name="T21" fmla="*/ 123 h 911"/>
                  <a:gd name="T22" fmla="*/ 109 w 535"/>
                  <a:gd name="T23" fmla="*/ 116 h 911"/>
                  <a:gd name="T24" fmla="*/ 92 w 535"/>
                  <a:gd name="T25" fmla="*/ 108 h 911"/>
                  <a:gd name="T26" fmla="*/ 72 w 535"/>
                  <a:gd name="T27" fmla="*/ 108 h 911"/>
                  <a:gd name="T28" fmla="*/ 77 w 535"/>
                  <a:gd name="T29" fmla="*/ 90 h 911"/>
                  <a:gd name="T30" fmla="*/ 112 w 535"/>
                  <a:gd name="T31" fmla="*/ 69 h 911"/>
                  <a:gd name="T32" fmla="*/ 168 w 535"/>
                  <a:gd name="T33" fmla="*/ 45 h 911"/>
                  <a:gd name="T34" fmla="*/ 149 w 535"/>
                  <a:gd name="T35" fmla="*/ 32 h 911"/>
                  <a:gd name="T36" fmla="*/ 131 w 535"/>
                  <a:gd name="T37" fmla="*/ 23 h 911"/>
                  <a:gd name="T38" fmla="*/ 143 w 535"/>
                  <a:gd name="T39" fmla="*/ 20 h 911"/>
                  <a:gd name="T40" fmla="*/ 156 w 535"/>
                  <a:gd name="T41" fmla="*/ 20 h 911"/>
                  <a:gd name="T42" fmla="*/ 144 w 535"/>
                  <a:gd name="T43" fmla="*/ 11 h 911"/>
                  <a:gd name="T44" fmla="*/ 126 w 535"/>
                  <a:gd name="T45" fmla="*/ 14 h 911"/>
                  <a:gd name="T46" fmla="*/ 111 w 535"/>
                  <a:gd name="T47" fmla="*/ 26 h 911"/>
                  <a:gd name="T48" fmla="*/ 99 w 535"/>
                  <a:gd name="T49" fmla="*/ 40 h 911"/>
                  <a:gd name="T50" fmla="*/ 85 w 535"/>
                  <a:gd name="T51" fmla="*/ 50 h 911"/>
                  <a:gd name="T52" fmla="*/ 83 w 535"/>
                  <a:gd name="T53" fmla="*/ 47 h 911"/>
                  <a:gd name="T54" fmla="*/ 104 w 535"/>
                  <a:gd name="T55" fmla="*/ 25 h 911"/>
                  <a:gd name="T56" fmla="*/ 106 w 535"/>
                  <a:gd name="T57" fmla="*/ 11 h 911"/>
                  <a:gd name="T58" fmla="*/ 131 w 535"/>
                  <a:gd name="T59" fmla="*/ 3 h 911"/>
                  <a:gd name="T60" fmla="*/ 155 w 535"/>
                  <a:gd name="T61" fmla="*/ 0 h 911"/>
                  <a:gd name="T62" fmla="*/ 176 w 535"/>
                  <a:gd name="T63" fmla="*/ 19 h 911"/>
                  <a:gd name="T64" fmla="*/ 202 w 535"/>
                  <a:gd name="T65" fmla="*/ 47 h 911"/>
                  <a:gd name="T66" fmla="*/ 217 w 535"/>
                  <a:gd name="T67" fmla="*/ 66 h 911"/>
                  <a:gd name="T68" fmla="*/ 225 w 535"/>
                  <a:gd name="T69" fmla="*/ 85 h 911"/>
                  <a:gd name="T70" fmla="*/ 245 w 535"/>
                  <a:gd name="T71" fmla="*/ 131 h 911"/>
                  <a:gd name="T72" fmla="*/ 266 w 535"/>
                  <a:gd name="T73" fmla="*/ 170 h 911"/>
                  <a:gd name="T74" fmla="*/ 279 w 535"/>
                  <a:gd name="T75" fmla="*/ 220 h 911"/>
                  <a:gd name="T76" fmla="*/ 288 w 535"/>
                  <a:gd name="T77" fmla="*/ 304 h 911"/>
                  <a:gd name="T78" fmla="*/ 289 w 535"/>
                  <a:gd name="T79" fmla="*/ 359 h 911"/>
                  <a:gd name="T80" fmla="*/ 287 w 535"/>
                  <a:gd name="T81" fmla="*/ 381 h 911"/>
                  <a:gd name="T82" fmla="*/ 285 w 535"/>
                  <a:gd name="T83" fmla="*/ 393 h 911"/>
                  <a:gd name="T84" fmla="*/ 289 w 535"/>
                  <a:gd name="T85" fmla="*/ 423 h 911"/>
                  <a:gd name="T86" fmla="*/ 291 w 535"/>
                  <a:gd name="T87" fmla="*/ 466 h 911"/>
                  <a:gd name="T88" fmla="*/ 284 w 535"/>
                  <a:gd name="T89" fmla="*/ 499 h 911"/>
                  <a:gd name="T90" fmla="*/ 217 w 535"/>
                  <a:gd name="T91" fmla="*/ 499 h 911"/>
                  <a:gd name="T92" fmla="*/ 95 w 535"/>
                  <a:gd name="T93" fmla="*/ 499 h 911"/>
                  <a:gd name="T94" fmla="*/ 5 w 535"/>
                  <a:gd name="T95" fmla="*/ 499 h 911"/>
                  <a:gd name="T96" fmla="*/ 9 w 535"/>
                  <a:gd name="T97" fmla="*/ 465 h 911"/>
                  <a:gd name="T98" fmla="*/ 23 w 535"/>
                  <a:gd name="T99" fmla="*/ 429 h 911"/>
                  <a:gd name="T100" fmla="*/ 35 w 535"/>
                  <a:gd name="T101" fmla="*/ 409 h 911"/>
                  <a:gd name="T102" fmla="*/ 43 w 535"/>
                  <a:gd name="T103" fmla="*/ 395 h 911"/>
                  <a:gd name="T104" fmla="*/ 42 w 535"/>
                  <a:gd name="T105" fmla="*/ 373 h 911"/>
                  <a:gd name="T106" fmla="*/ 27 w 535"/>
                  <a:gd name="T107" fmla="*/ 354 h 911"/>
                  <a:gd name="T108" fmla="*/ 19 w 535"/>
                  <a:gd name="T109" fmla="*/ 337 h 91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35" h="911">
                    <a:moveTo>
                      <a:pt x="28" y="608"/>
                    </a:moveTo>
                    <a:lnTo>
                      <a:pt x="41" y="608"/>
                    </a:lnTo>
                    <a:lnTo>
                      <a:pt x="54" y="608"/>
                    </a:lnTo>
                    <a:lnTo>
                      <a:pt x="65" y="608"/>
                    </a:lnTo>
                    <a:lnTo>
                      <a:pt x="77" y="608"/>
                    </a:lnTo>
                    <a:lnTo>
                      <a:pt x="86" y="608"/>
                    </a:lnTo>
                    <a:lnTo>
                      <a:pt x="94" y="608"/>
                    </a:lnTo>
                    <a:lnTo>
                      <a:pt x="100" y="607"/>
                    </a:lnTo>
                    <a:lnTo>
                      <a:pt x="103" y="607"/>
                    </a:lnTo>
                    <a:lnTo>
                      <a:pt x="108" y="606"/>
                    </a:lnTo>
                    <a:lnTo>
                      <a:pt x="114" y="605"/>
                    </a:lnTo>
                    <a:lnTo>
                      <a:pt x="121" y="603"/>
                    </a:lnTo>
                    <a:lnTo>
                      <a:pt x="128" y="600"/>
                    </a:lnTo>
                    <a:lnTo>
                      <a:pt x="134" y="598"/>
                    </a:lnTo>
                    <a:lnTo>
                      <a:pt x="141" y="596"/>
                    </a:lnTo>
                    <a:lnTo>
                      <a:pt x="147" y="593"/>
                    </a:lnTo>
                    <a:lnTo>
                      <a:pt x="152" y="591"/>
                    </a:lnTo>
                    <a:lnTo>
                      <a:pt x="156" y="589"/>
                    </a:lnTo>
                    <a:lnTo>
                      <a:pt x="161" y="585"/>
                    </a:lnTo>
                    <a:lnTo>
                      <a:pt x="167" y="582"/>
                    </a:lnTo>
                    <a:lnTo>
                      <a:pt x="172" y="578"/>
                    </a:lnTo>
                    <a:lnTo>
                      <a:pt x="178" y="575"/>
                    </a:lnTo>
                    <a:lnTo>
                      <a:pt x="183" y="570"/>
                    </a:lnTo>
                    <a:lnTo>
                      <a:pt x="187" y="566"/>
                    </a:lnTo>
                    <a:lnTo>
                      <a:pt x="190" y="562"/>
                    </a:lnTo>
                    <a:lnTo>
                      <a:pt x="193" y="558"/>
                    </a:lnTo>
                    <a:lnTo>
                      <a:pt x="198" y="551"/>
                    </a:lnTo>
                    <a:lnTo>
                      <a:pt x="202" y="544"/>
                    </a:lnTo>
                    <a:lnTo>
                      <a:pt x="206" y="538"/>
                    </a:lnTo>
                    <a:lnTo>
                      <a:pt x="209" y="532"/>
                    </a:lnTo>
                    <a:lnTo>
                      <a:pt x="214" y="524"/>
                    </a:lnTo>
                    <a:lnTo>
                      <a:pt x="219" y="514"/>
                    </a:lnTo>
                    <a:lnTo>
                      <a:pt x="223" y="505"/>
                    </a:lnTo>
                    <a:lnTo>
                      <a:pt x="227" y="497"/>
                    </a:lnTo>
                    <a:lnTo>
                      <a:pt x="232" y="482"/>
                    </a:lnTo>
                    <a:lnTo>
                      <a:pt x="240" y="461"/>
                    </a:lnTo>
                    <a:lnTo>
                      <a:pt x="249" y="439"/>
                    </a:lnTo>
                    <a:lnTo>
                      <a:pt x="257" y="415"/>
                    </a:lnTo>
                    <a:lnTo>
                      <a:pt x="265" y="393"/>
                    </a:lnTo>
                    <a:lnTo>
                      <a:pt x="270" y="374"/>
                    </a:lnTo>
                    <a:lnTo>
                      <a:pt x="274" y="361"/>
                    </a:lnTo>
                    <a:lnTo>
                      <a:pt x="280" y="326"/>
                    </a:lnTo>
                    <a:lnTo>
                      <a:pt x="288" y="273"/>
                    </a:lnTo>
                    <a:lnTo>
                      <a:pt x="295" y="224"/>
                    </a:lnTo>
                    <a:lnTo>
                      <a:pt x="297" y="194"/>
                    </a:lnTo>
                    <a:lnTo>
                      <a:pt x="296" y="184"/>
                    </a:lnTo>
                    <a:lnTo>
                      <a:pt x="293" y="184"/>
                    </a:lnTo>
                    <a:lnTo>
                      <a:pt x="290" y="187"/>
                    </a:lnTo>
                    <a:lnTo>
                      <a:pt x="288" y="190"/>
                    </a:lnTo>
                    <a:lnTo>
                      <a:pt x="285" y="192"/>
                    </a:lnTo>
                    <a:lnTo>
                      <a:pt x="281" y="198"/>
                    </a:lnTo>
                    <a:lnTo>
                      <a:pt x="274" y="204"/>
                    </a:lnTo>
                    <a:lnTo>
                      <a:pt x="265" y="212"/>
                    </a:lnTo>
                    <a:lnTo>
                      <a:pt x="253" y="219"/>
                    </a:lnTo>
                    <a:lnTo>
                      <a:pt x="240" y="225"/>
                    </a:lnTo>
                    <a:lnTo>
                      <a:pt x="225" y="229"/>
                    </a:lnTo>
                    <a:lnTo>
                      <a:pt x="209" y="230"/>
                    </a:lnTo>
                    <a:lnTo>
                      <a:pt x="207" y="224"/>
                    </a:lnTo>
                    <a:lnTo>
                      <a:pt x="204" y="217"/>
                    </a:lnTo>
                    <a:lnTo>
                      <a:pt x="199" y="211"/>
                    </a:lnTo>
                    <a:lnTo>
                      <a:pt x="194" y="205"/>
                    </a:lnTo>
                    <a:lnTo>
                      <a:pt x="187" y="202"/>
                    </a:lnTo>
                    <a:lnTo>
                      <a:pt x="182" y="198"/>
                    </a:lnTo>
                    <a:lnTo>
                      <a:pt x="175" y="197"/>
                    </a:lnTo>
                    <a:lnTo>
                      <a:pt x="168" y="197"/>
                    </a:lnTo>
                    <a:lnTo>
                      <a:pt x="161" y="198"/>
                    </a:lnTo>
                    <a:lnTo>
                      <a:pt x="153" y="198"/>
                    </a:lnTo>
                    <a:lnTo>
                      <a:pt x="145" y="199"/>
                    </a:lnTo>
                    <a:lnTo>
                      <a:pt x="138" y="198"/>
                    </a:lnTo>
                    <a:lnTo>
                      <a:pt x="132" y="198"/>
                    </a:lnTo>
                    <a:lnTo>
                      <a:pt x="128" y="196"/>
                    </a:lnTo>
                    <a:lnTo>
                      <a:pt x="125" y="194"/>
                    </a:lnTo>
                    <a:lnTo>
                      <a:pt x="125" y="189"/>
                    </a:lnTo>
                    <a:lnTo>
                      <a:pt x="131" y="177"/>
                    </a:lnTo>
                    <a:lnTo>
                      <a:pt x="140" y="164"/>
                    </a:lnTo>
                    <a:lnTo>
                      <a:pt x="149" y="151"/>
                    </a:lnTo>
                    <a:lnTo>
                      <a:pt x="158" y="145"/>
                    </a:lnTo>
                    <a:lnTo>
                      <a:pt x="166" y="142"/>
                    </a:lnTo>
                    <a:lnTo>
                      <a:pt x="183" y="135"/>
                    </a:lnTo>
                    <a:lnTo>
                      <a:pt x="205" y="126"/>
                    </a:lnTo>
                    <a:lnTo>
                      <a:pt x="230" y="114"/>
                    </a:lnTo>
                    <a:lnTo>
                      <a:pt x="255" y="104"/>
                    </a:lnTo>
                    <a:lnTo>
                      <a:pt x="280" y="95"/>
                    </a:lnTo>
                    <a:lnTo>
                      <a:pt x="297" y="86"/>
                    </a:lnTo>
                    <a:lnTo>
                      <a:pt x="307" y="83"/>
                    </a:lnTo>
                    <a:lnTo>
                      <a:pt x="303" y="80"/>
                    </a:lnTo>
                    <a:lnTo>
                      <a:pt x="297" y="74"/>
                    </a:lnTo>
                    <a:lnTo>
                      <a:pt x="289" y="69"/>
                    </a:lnTo>
                    <a:lnTo>
                      <a:pt x="281" y="63"/>
                    </a:lnTo>
                    <a:lnTo>
                      <a:pt x="272" y="58"/>
                    </a:lnTo>
                    <a:lnTo>
                      <a:pt x="263" y="53"/>
                    </a:lnTo>
                    <a:lnTo>
                      <a:pt x="257" y="50"/>
                    </a:lnTo>
                    <a:lnTo>
                      <a:pt x="251" y="47"/>
                    </a:lnTo>
                    <a:lnTo>
                      <a:pt x="244" y="45"/>
                    </a:lnTo>
                    <a:lnTo>
                      <a:pt x="240" y="42"/>
                    </a:lnTo>
                    <a:lnTo>
                      <a:pt x="242" y="39"/>
                    </a:lnTo>
                    <a:lnTo>
                      <a:pt x="247" y="37"/>
                    </a:lnTo>
                    <a:lnTo>
                      <a:pt x="251" y="36"/>
                    </a:lnTo>
                    <a:lnTo>
                      <a:pt x="257" y="36"/>
                    </a:lnTo>
                    <a:lnTo>
                      <a:pt x="261" y="36"/>
                    </a:lnTo>
                    <a:lnTo>
                      <a:pt x="267" y="35"/>
                    </a:lnTo>
                    <a:lnTo>
                      <a:pt x="272" y="35"/>
                    </a:lnTo>
                    <a:lnTo>
                      <a:pt x="277" y="35"/>
                    </a:lnTo>
                    <a:lnTo>
                      <a:pt x="281" y="36"/>
                    </a:lnTo>
                    <a:lnTo>
                      <a:pt x="284" y="36"/>
                    </a:lnTo>
                    <a:lnTo>
                      <a:pt x="283" y="30"/>
                    </a:lnTo>
                    <a:lnTo>
                      <a:pt x="280" y="25"/>
                    </a:lnTo>
                    <a:lnTo>
                      <a:pt x="275" y="22"/>
                    </a:lnTo>
                    <a:lnTo>
                      <a:pt x="268" y="20"/>
                    </a:lnTo>
                    <a:lnTo>
                      <a:pt x="263" y="20"/>
                    </a:lnTo>
                    <a:lnTo>
                      <a:pt x="259" y="20"/>
                    </a:lnTo>
                    <a:lnTo>
                      <a:pt x="252" y="21"/>
                    </a:lnTo>
                    <a:lnTo>
                      <a:pt x="245" y="21"/>
                    </a:lnTo>
                    <a:lnTo>
                      <a:pt x="238" y="23"/>
                    </a:lnTo>
                    <a:lnTo>
                      <a:pt x="230" y="25"/>
                    </a:lnTo>
                    <a:lnTo>
                      <a:pt x="223" y="28"/>
                    </a:lnTo>
                    <a:lnTo>
                      <a:pt x="217" y="32"/>
                    </a:lnTo>
                    <a:lnTo>
                      <a:pt x="213" y="37"/>
                    </a:lnTo>
                    <a:lnTo>
                      <a:pt x="207" y="43"/>
                    </a:lnTo>
                    <a:lnTo>
                      <a:pt x="202" y="48"/>
                    </a:lnTo>
                    <a:lnTo>
                      <a:pt x="198" y="54"/>
                    </a:lnTo>
                    <a:lnTo>
                      <a:pt x="192" y="60"/>
                    </a:lnTo>
                    <a:lnTo>
                      <a:pt x="189" y="65"/>
                    </a:lnTo>
                    <a:lnTo>
                      <a:pt x="184" y="69"/>
                    </a:lnTo>
                    <a:lnTo>
                      <a:pt x="181" y="73"/>
                    </a:lnTo>
                    <a:lnTo>
                      <a:pt x="176" y="76"/>
                    </a:lnTo>
                    <a:lnTo>
                      <a:pt x="171" y="80"/>
                    </a:lnTo>
                    <a:lnTo>
                      <a:pt x="166" y="84"/>
                    </a:lnTo>
                    <a:lnTo>
                      <a:pt x="160" y="88"/>
                    </a:lnTo>
                    <a:lnTo>
                      <a:pt x="155" y="92"/>
                    </a:lnTo>
                    <a:lnTo>
                      <a:pt x="149" y="95"/>
                    </a:lnTo>
                    <a:lnTo>
                      <a:pt x="146" y="97"/>
                    </a:lnTo>
                    <a:lnTo>
                      <a:pt x="144" y="97"/>
                    </a:lnTo>
                    <a:lnTo>
                      <a:pt x="145" y="93"/>
                    </a:lnTo>
                    <a:lnTo>
                      <a:pt x="152" y="85"/>
                    </a:lnTo>
                    <a:lnTo>
                      <a:pt x="161" y="76"/>
                    </a:lnTo>
                    <a:lnTo>
                      <a:pt x="170" y="68"/>
                    </a:lnTo>
                    <a:lnTo>
                      <a:pt x="175" y="62"/>
                    </a:lnTo>
                    <a:lnTo>
                      <a:pt x="182" y="55"/>
                    </a:lnTo>
                    <a:lnTo>
                      <a:pt x="189" y="46"/>
                    </a:lnTo>
                    <a:lnTo>
                      <a:pt x="196" y="37"/>
                    </a:lnTo>
                    <a:lnTo>
                      <a:pt x="200" y="29"/>
                    </a:lnTo>
                    <a:lnTo>
                      <a:pt x="202" y="22"/>
                    </a:lnTo>
                    <a:lnTo>
                      <a:pt x="200" y="19"/>
                    </a:lnTo>
                    <a:lnTo>
                      <a:pt x="194" y="20"/>
                    </a:lnTo>
                    <a:lnTo>
                      <a:pt x="200" y="17"/>
                    </a:lnTo>
                    <a:lnTo>
                      <a:pt x="208" y="15"/>
                    </a:lnTo>
                    <a:lnTo>
                      <a:pt x="217" y="13"/>
                    </a:lnTo>
                    <a:lnTo>
                      <a:pt x="229" y="9"/>
                    </a:lnTo>
                    <a:lnTo>
                      <a:pt x="239" y="6"/>
                    </a:lnTo>
                    <a:lnTo>
                      <a:pt x="251" y="4"/>
                    </a:lnTo>
                    <a:lnTo>
                      <a:pt x="262" y="1"/>
                    </a:lnTo>
                    <a:lnTo>
                      <a:pt x="272" y="0"/>
                    </a:lnTo>
                    <a:lnTo>
                      <a:pt x="277" y="0"/>
                    </a:lnTo>
                    <a:lnTo>
                      <a:pt x="283" y="0"/>
                    </a:lnTo>
                    <a:lnTo>
                      <a:pt x="289" y="0"/>
                    </a:lnTo>
                    <a:lnTo>
                      <a:pt x="292" y="0"/>
                    </a:lnTo>
                    <a:lnTo>
                      <a:pt x="300" y="10"/>
                    </a:lnTo>
                    <a:lnTo>
                      <a:pt x="311" y="22"/>
                    </a:lnTo>
                    <a:lnTo>
                      <a:pt x="321" y="35"/>
                    </a:lnTo>
                    <a:lnTo>
                      <a:pt x="333" y="47"/>
                    </a:lnTo>
                    <a:lnTo>
                      <a:pt x="343" y="60"/>
                    </a:lnTo>
                    <a:lnTo>
                      <a:pt x="353" y="70"/>
                    </a:lnTo>
                    <a:lnTo>
                      <a:pt x="363" y="80"/>
                    </a:lnTo>
                    <a:lnTo>
                      <a:pt x="369" y="86"/>
                    </a:lnTo>
                    <a:lnTo>
                      <a:pt x="375" y="92"/>
                    </a:lnTo>
                    <a:lnTo>
                      <a:pt x="381" y="99"/>
                    </a:lnTo>
                    <a:lnTo>
                      <a:pt x="387" y="106"/>
                    </a:lnTo>
                    <a:lnTo>
                      <a:pt x="393" y="113"/>
                    </a:lnTo>
                    <a:lnTo>
                      <a:pt x="397" y="120"/>
                    </a:lnTo>
                    <a:lnTo>
                      <a:pt x="401" y="126"/>
                    </a:lnTo>
                    <a:lnTo>
                      <a:pt x="404" y="131"/>
                    </a:lnTo>
                    <a:lnTo>
                      <a:pt x="405" y="136"/>
                    </a:lnTo>
                    <a:lnTo>
                      <a:pt x="407" y="143"/>
                    </a:lnTo>
                    <a:lnTo>
                      <a:pt x="411" y="156"/>
                    </a:lnTo>
                    <a:lnTo>
                      <a:pt x="418" y="172"/>
                    </a:lnTo>
                    <a:lnTo>
                      <a:pt x="425" y="190"/>
                    </a:lnTo>
                    <a:lnTo>
                      <a:pt x="432" y="209"/>
                    </a:lnTo>
                    <a:lnTo>
                      <a:pt x="440" y="225"/>
                    </a:lnTo>
                    <a:lnTo>
                      <a:pt x="447" y="239"/>
                    </a:lnTo>
                    <a:lnTo>
                      <a:pt x="452" y="248"/>
                    </a:lnTo>
                    <a:lnTo>
                      <a:pt x="458" y="257"/>
                    </a:lnTo>
                    <a:lnTo>
                      <a:pt x="466" y="272"/>
                    </a:lnTo>
                    <a:lnTo>
                      <a:pt x="475" y="290"/>
                    </a:lnTo>
                    <a:lnTo>
                      <a:pt x="485" y="310"/>
                    </a:lnTo>
                    <a:lnTo>
                      <a:pt x="494" y="331"/>
                    </a:lnTo>
                    <a:lnTo>
                      <a:pt x="501" y="350"/>
                    </a:lnTo>
                    <a:lnTo>
                      <a:pt x="505" y="366"/>
                    </a:lnTo>
                    <a:lnTo>
                      <a:pt x="508" y="377"/>
                    </a:lnTo>
                    <a:lnTo>
                      <a:pt x="510" y="402"/>
                    </a:lnTo>
                    <a:lnTo>
                      <a:pt x="513" y="439"/>
                    </a:lnTo>
                    <a:lnTo>
                      <a:pt x="518" y="475"/>
                    </a:lnTo>
                    <a:lnTo>
                      <a:pt x="522" y="497"/>
                    </a:lnTo>
                    <a:lnTo>
                      <a:pt x="524" y="518"/>
                    </a:lnTo>
                    <a:lnTo>
                      <a:pt x="526" y="555"/>
                    </a:lnTo>
                    <a:lnTo>
                      <a:pt x="528" y="592"/>
                    </a:lnTo>
                    <a:lnTo>
                      <a:pt x="528" y="615"/>
                    </a:lnTo>
                    <a:lnTo>
                      <a:pt x="527" y="629"/>
                    </a:lnTo>
                    <a:lnTo>
                      <a:pt x="527" y="643"/>
                    </a:lnTo>
                    <a:lnTo>
                      <a:pt x="527" y="655"/>
                    </a:lnTo>
                    <a:lnTo>
                      <a:pt x="527" y="664"/>
                    </a:lnTo>
                    <a:lnTo>
                      <a:pt x="528" y="670"/>
                    </a:lnTo>
                    <a:lnTo>
                      <a:pt x="527" y="681"/>
                    </a:lnTo>
                    <a:lnTo>
                      <a:pt x="526" y="690"/>
                    </a:lnTo>
                    <a:lnTo>
                      <a:pt x="524" y="696"/>
                    </a:lnTo>
                    <a:lnTo>
                      <a:pt x="520" y="698"/>
                    </a:lnTo>
                    <a:lnTo>
                      <a:pt x="518" y="700"/>
                    </a:lnTo>
                    <a:lnTo>
                      <a:pt x="516" y="704"/>
                    </a:lnTo>
                    <a:lnTo>
                      <a:pt x="512" y="706"/>
                    </a:lnTo>
                    <a:lnTo>
                      <a:pt x="520" y="718"/>
                    </a:lnTo>
                    <a:lnTo>
                      <a:pt x="527" y="733"/>
                    </a:lnTo>
                    <a:lnTo>
                      <a:pt x="533" y="746"/>
                    </a:lnTo>
                    <a:lnTo>
                      <a:pt x="535" y="755"/>
                    </a:lnTo>
                    <a:lnTo>
                      <a:pt x="533" y="761"/>
                    </a:lnTo>
                    <a:lnTo>
                      <a:pt x="528" y="773"/>
                    </a:lnTo>
                    <a:lnTo>
                      <a:pt x="524" y="786"/>
                    </a:lnTo>
                    <a:lnTo>
                      <a:pt x="522" y="795"/>
                    </a:lnTo>
                    <a:lnTo>
                      <a:pt x="523" y="808"/>
                    </a:lnTo>
                    <a:lnTo>
                      <a:pt x="527" y="829"/>
                    </a:lnTo>
                    <a:lnTo>
                      <a:pt x="532" y="850"/>
                    </a:lnTo>
                    <a:lnTo>
                      <a:pt x="534" y="863"/>
                    </a:lnTo>
                    <a:lnTo>
                      <a:pt x="532" y="872"/>
                    </a:lnTo>
                    <a:lnTo>
                      <a:pt x="528" y="886"/>
                    </a:lnTo>
                    <a:lnTo>
                      <a:pt x="524" y="901"/>
                    </a:lnTo>
                    <a:lnTo>
                      <a:pt x="519" y="911"/>
                    </a:lnTo>
                    <a:lnTo>
                      <a:pt x="510" y="911"/>
                    </a:lnTo>
                    <a:lnTo>
                      <a:pt x="493" y="911"/>
                    </a:lnTo>
                    <a:lnTo>
                      <a:pt x="466" y="911"/>
                    </a:lnTo>
                    <a:lnTo>
                      <a:pt x="434" y="911"/>
                    </a:lnTo>
                    <a:lnTo>
                      <a:pt x="397" y="911"/>
                    </a:lnTo>
                    <a:lnTo>
                      <a:pt x="354" y="911"/>
                    </a:lnTo>
                    <a:lnTo>
                      <a:pt x="311" y="911"/>
                    </a:lnTo>
                    <a:lnTo>
                      <a:pt x="265" y="911"/>
                    </a:lnTo>
                    <a:lnTo>
                      <a:pt x="219" y="911"/>
                    </a:lnTo>
                    <a:lnTo>
                      <a:pt x="174" y="911"/>
                    </a:lnTo>
                    <a:lnTo>
                      <a:pt x="131" y="911"/>
                    </a:lnTo>
                    <a:lnTo>
                      <a:pt x="92" y="911"/>
                    </a:lnTo>
                    <a:lnTo>
                      <a:pt x="58" y="911"/>
                    </a:lnTo>
                    <a:lnTo>
                      <a:pt x="31" y="911"/>
                    </a:lnTo>
                    <a:lnTo>
                      <a:pt x="10" y="911"/>
                    </a:lnTo>
                    <a:lnTo>
                      <a:pt x="0" y="911"/>
                    </a:lnTo>
                    <a:lnTo>
                      <a:pt x="1" y="901"/>
                    </a:lnTo>
                    <a:lnTo>
                      <a:pt x="5" y="886"/>
                    </a:lnTo>
                    <a:lnTo>
                      <a:pt x="11" y="867"/>
                    </a:lnTo>
                    <a:lnTo>
                      <a:pt x="17" y="849"/>
                    </a:lnTo>
                    <a:lnTo>
                      <a:pt x="24" y="829"/>
                    </a:lnTo>
                    <a:lnTo>
                      <a:pt x="31" y="813"/>
                    </a:lnTo>
                    <a:lnTo>
                      <a:pt x="35" y="801"/>
                    </a:lnTo>
                    <a:lnTo>
                      <a:pt x="38" y="794"/>
                    </a:lnTo>
                    <a:lnTo>
                      <a:pt x="42" y="784"/>
                    </a:lnTo>
                    <a:lnTo>
                      <a:pt x="48" y="774"/>
                    </a:lnTo>
                    <a:lnTo>
                      <a:pt x="55" y="765"/>
                    </a:lnTo>
                    <a:lnTo>
                      <a:pt x="58" y="757"/>
                    </a:lnTo>
                    <a:lnTo>
                      <a:pt x="61" y="751"/>
                    </a:lnTo>
                    <a:lnTo>
                      <a:pt x="64" y="746"/>
                    </a:lnTo>
                    <a:lnTo>
                      <a:pt x="68" y="742"/>
                    </a:lnTo>
                    <a:lnTo>
                      <a:pt x="73" y="740"/>
                    </a:lnTo>
                    <a:lnTo>
                      <a:pt x="76" y="735"/>
                    </a:lnTo>
                    <a:lnTo>
                      <a:pt x="77" y="729"/>
                    </a:lnTo>
                    <a:lnTo>
                      <a:pt x="78" y="722"/>
                    </a:lnTo>
                    <a:lnTo>
                      <a:pt x="77" y="717"/>
                    </a:lnTo>
                    <a:lnTo>
                      <a:pt x="75" y="708"/>
                    </a:lnTo>
                    <a:lnTo>
                      <a:pt x="73" y="698"/>
                    </a:lnTo>
                    <a:lnTo>
                      <a:pt x="73" y="688"/>
                    </a:lnTo>
                    <a:lnTo>
                      <a:pt x="76" y="681"/>
                    </a:lnTo>
                    <a:lnTo>
                      <a:pt x="72" y="676"/>
                    </a:lnTo>
                    <a:lnTo>
                      <a:pt x="67" y="670"/>
                    </a:lnTo>
                    <a:lnTo>
                      <a:pt x="61" y="662"/>
                    </a:lnTo>
                    <a:lnTo>
                      <a:pt x="54" y="654"/>
                    </a:lnTo>
                    <a:lnTo>
                      <a:pt x="49" y="646"/>
                    </a:lnTo>
                    <a:lnTo>
                      <a:pt x="45" y="638"/>
                    </a:lnTo>
                    <a:lnTo>
                      <a:pt x="42" y="630"/>
                    </a:lnTo>
                    <a:lnTo>
                      <a:pt x="42" y="623"/>
                    </a:lnTo>
                    <a:lnTo>
                      <a:pt x="39" y="620"/>
                    </a:lnTo>
                    <a:lnTo>
                      <a:pt x="35" y="615"/>
                    </a:lnTo>
                    <a:lnTo>
                      <a:pt x="32" y="611"/>
                    </a:lnTo>
                    <a:lnTo>
                      <a:pt x="28" y="60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5" name="Freeform 96">
                <a:extLst>
                  <a:ext uri="{FF2B5EF4-FFF2-40B4-BE49-F238E27FC236}">
                    <a16:creationId xmlns:a16="http://schemas.microsoft.com/office/drawing/2014/main" id="{5E6C35D6-6BFA-421D-9F8C-77883B6BBC50}"/>
                  </a:ext>
                </a:extLst>
              </p:cNvPr>
              <p:cNvSpPr>
                <a:spLocks/>
              </p:cNvSpPr>
              <p:nvPr/>
            </p:nvSpPr>
            <p:spPr bwMode="auto">
              <a:xfrm>
                <a:off x="4507" y="3098"/>
                <a:ext cx="119" cy="228"/>
              </a:xfrm>
              <a:custGeom>
                <a:avLst/>
                <a:gdLst>
                  <a:gd name="T0" fmla="*/ 110 w 216"/>
                  <a:gd name="T1" fmla="*/ 7 h 415"/>
                  <a:gd name="T2" fmla="*/ 93 w 216"/>
                  <a:gd name="T3" fmla="*/ 28 h 415"/>
                  <a:gd name="T4" fmla="*/ 76 w 216"/>
                  <a:gd name="T5" fmla="*/ 52 h 415"/>
                  <a:gd name="T6" fmla="*/ 64 w 216"/>
                  <a:gd name="T7" fmla="*/ 73 h 415"/>
                  <a:gd name="T8" fmla="*/ 53 w 216"/>
                  <a:gd name="T9" fmla="*/ 97 h 415"/>
                  <a:gd name="T10" fmla="*/ 45 w 216"/>
                  <a:gd name="T11" fmla="*/ 140 h 415"/>
                  <a:gd name="T12" fmla="*/ 42 w 216"/>
                  <a:gd name="T13" fmla="*/ 166 h 415"/>
                  <a:gd name="T14" fmla="*/ 36 w 216"/>
                  <a:gd name="T15" fmla="*/ 194 h 415"/>
                  <a:gd name="T16" fmla="*/ 33 w 216"/>
                  <a:gd name="T17" fmla="*/ 202 h 415"/>
                  <a:gd name="T18" fmla="*/ 31 w 216"/>
                  <a:gd name="T19" fmla="*/ 204 h 415"/>
                  <a:gd name="T20" fmla="*/ 31 w 216"/>
                  <a:gd name="T21" fmla="*/ 205 h 415"/>
                  <a:gd name="T22" fmla="*/ 34 w 216"/>
                  <a:gd name="T23" fmla="*/ 209 h 415"/>
                  <a:gd name="T24" fmla="*/ 29 w 216"/>
                  <a:gd name="T25" fmla="*/ 213 h 415"/>
                  <a:gd name="T26" fmla="*/ 20 w 216"/>
                  <a:gd name="T27" fmla="*/ 223 h 415"/>
                  <a:gd name="T28" fmla="*/ 13 w 216"/>
                  <a:gd name="T29" fmla="*/ 227 h 415"/>
                  <a:gd name="T30" fmla="*/ 4 w 216"/>
                  <a:gd name="T31" fmla="*/ 226 h 415"/>
                  <a:gd name="T32" fmla="*/ 1 w 216"/>
                  <a:gd name="T33" fmla="*/ 218 h 415"/>
                  <a:gd name="T34" fmla="*/ 0 w 216"/>
                  <a:gd name="T35" fmla="*/ 194 h 415"/>
                  <a:gd name="T36" fmla="*/ 2 w 216"/>
                  <a:gd name="T37" fmla="*/ 179 h 415"/>
                  <a:gd name="T38" fmla="*/ 4 w 216"/>
                  <a:gd name="T39" fmla="*/ 160 h 415"/>
                  <a:gd name="T40" fmla="*/ 8 w 216"/>
                  <a:gd name="T41" fmla="*/ 150 h 415"/>
                  <a:gd name="T42" fmla="*/ 12 w 216"/>
                  <a:gd name="T43" fmla="*/ 137 h 415"/>
                  <a:gd name="T44" fmla="*/ 14 w 216"/>
                  <a:gd name="T45" fmla="*/ 123 h 415"/>
                  <a:gd name="T46" fmla="*/ 20 w 216"/>
                  <a:gd name="T47" fmla="*/ 93 h 415"/>
                  <a:gd name="T48" fmla="*/ 25 w 216"/>
                  <a:gd name="T49" fmla="*/ 76 h 415"/>
                  <a:gd name="T50" fmla="*/ 26 w 216"/>
                  <a:gd name="T51" fmla="*/ 58 h 415"/>
                  <a:gd name="T52" fmla="*/ 31 w 216"/>
                  <a:gd name="T53" fmla="*/ 48 h 415"/>
                  <a:gd name="T54" fmla="*/ 34 w 216"/>
                  <a:gd name="T55" fmla="*/ 38 h 415"/>
                  <a:gd name="T56" fmla="*/ 35 w 216"/>
                  <a:gd name="T57" fmla="*/ 30 h 415"/>
                  <a:gd name="T58" fmla="*/ 41 w 216"/>
                  <a:gd name="T59" fmla="*/ 14 h 415"/>
                  <a:gd name="T60" fmla="*/ 46 w 216"/>
                  <a:gd name="T61" fmla="*/ 13 h 415"/>
                  <a:gd name="T62" fmla="*/ 52 w 216"/>
                  <a:gd name="T63" fmla="*/ 18 h 415"/>
                  <a:gd name="T64" fmla="*/ 60 w 216"/>
                  <a:gd name="T65" fmla="*/ 25 h 415"/>
                  <a:gd name="T66" fmla="*/ 64 w 216"/>
                  <a:gd name="T67" fmla="*/ 30 h 415"/>
                  <a:gd name="T68" fmla="*/ 62 w 216"/>
                  <a:gd name="T69" fmla="*/ 31 h 415"/>
                  <a:gd name="T70" fmla="*/ 56 w 216"/>
                  <a:gd name="T71" fmla="*/ 31 h 415"/>
                  <a:gd name="T72" fmla="*/ 55 w 216"/>
                  <a:gd name="T73" fmla="*/ 34 h 415"/>
                  <a:gd name="T74" fmla="*/ 56 w 216"/>
                  <a:gd name="T75" fmla="*/ 38 h 415"/>
                  <a:gd name="T76" fmla="*/ 61 w 216"/>
                  <a:gd name="T77" fmla="*/ 40 h 415"/>
                  <a:gd name="T78" fmla="*/ 69 w 216"/>
                  <a:gd name="T79" fmla="*/ 43 h 415"/>
                  <a:gd name="T80" fmla="*/ 74 w 216"/>
                  <a:gd name="T81" fmla="*/ 39 h 415"/>
                  <a:gd name="T82" fmla="*/ 80 w 216"/>
                  <a:gd name="T83" fmla="*/ 30 h 415"/>
                  <a:gd name="T84" fmla="*/ 85 w 216"/>
                  <a:gd name="T85" fmla="*/ 23 h 415"/>
                  <a:gd name="T86" fmla="*/ 96 w 216"/>
                  <a:gd name="T87" fmla="*/ 15 h 415"/>
                  <a:gd name="T88" fmla="*/ 106 w 216"/>
                  <a:gd name="T89" fmla="*/ 7 h 415"/>
                  <a:gd name="T90" fmla="*/ 116 w 216"/>
                  <a:gd name="T91" fmla="*/ 1 h 4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16" h="415">
                    <a:moveTo>
                      <a:pt x="216" y="0"/>
                    </a:moveTo>
                    <a:lnTo>
                      <a:pt x="200" y="13"/>
                    </a:lnTo>
                    <a:lnTo>
                      <a:pt x="184" y="31"/>
                    </a:lnTo>
                    <a:lnTo>
                      <a:pt x="168" y="51"/>
                    </a:lnTo>
                    <a:lnTo>
                      <a:pt x="152" y="72"/>
                    </a:lnTo>
                    <a:lnTo>
                      <a:pt x="138" y="94"/>
                    </a:lnTo>
                    <a:lnTo>
                      <a:pt x="125" y="115"/>
                    </a:lnTo>
                    <a:lnTo>
                      <a:pt x="116" y="132"/>
                    </a:lnTo>
                    <a:lnTo>
                      <a:pt x="108" y="146"/>
                    </a:lnTo>
                    <a:lnTo>
                      <a:pt x="97" y="177"/>
                    </a:lnTo>
                    <a:lnTo>
                      <a:pt x="87" y="217"/>
                    </a:lnTo>
                    <a:lnTo>
                      <a:pt x="82" y="255"/>
                    </a:lnTo>
                    <a:lnTo>
                      <a:pt x="79" y="282"/>
                    </a:lnTo>
                    <a:lnTo>
                      <a:pt x="77" y="303"/>
                    </a:lnTo>
                    <a:lnTo>
                      <a:pt x="71" y="330"/>
                    </a:lnTo>
                    <a:lnTo>
                      <a:pt x="65" y="353"/>
                    </a:lnTo>
                    <a:lnTo>
                      <a:pt x="62" y="365"/>
                    </a:lnTo>
                    <a:lnTo>
                      <a:pt x="60" y="367"/>
                    </a:lnTo>
                    <a:lnTo>
                      <a:pt x="59" y="369"/>
                    </a:lnTo>
                    <a:lnTo>
                      <a:pt x="56" y="372"/>
                    </a:lnTo>
                    <a:lnTo>
                      <a:pt x="54" y="373"/>
                    </a:lnTo>
                    <a:lnTo>
                      <a:pt x="56" y="374"/>
                    </a:lnTo>
                    <a:lnTo>
                      <a:pt x="59" y="377"/>
                    </a:lnTo>
                    <a:lnTo>
                      <a:pt x="61" y="380"/>
                    </a:lnTo>
                    <a:lnTo>
                      <a:pt x="63" y="382"/>
                    </a:lnTo>
                    <a:lnTo>
                      <a:pt x="53" y="388"/>
                    </a:lnTo>
                    <a:lnTo>
                      <a:pt x="45" y="396"/>
                    </a:lnTo>
                    <a:lnTo>
                      <a:pt x="37" y="406"/>
                    </a:lnTo>
                    <a:lnTo>
                      <a:pt x="30" y="415"/>
                    </a:lnTo>
                    <a:lnTo>
                      <a:pt x="24" y="414"/>
                    </a:lnTo>
                    <a:lnTo>
                      <a:pt x="16" y="413"/>
                    </a:lnTo>
                    <a:lnTo>
                      <a:pt x="8" y="412"/>
                    </a:lnTo>
                    <a:lnTo>
                      <a:pt x="1" y="411"/>
                    </a:lnTo>
                    <a:lnTo>
                      <a:pt x="1" y="396"/>
                    </a:lnTo>
                    <a:lnTo>
                      <a:pt x="0" y="374"/>
                    </a:lnTo>
                    <a:lnTo>
                      <a:pt x="0" y="354"/>
                    </a:lnTo>
                    <a:lnTo>
                      <a:pt x="1" y="342"/>
                    </a:lnTo>
                    <a:lnTo>
                      <a:pt x="3" y="326"/>
                    </a:lnTo>
                    <a:lnTo>
                      <a:pt x="6" y="307"/>
                    </a:lnTo>
                    <a:lnTo>
                      <a:pt x="8" y="291"/>
                    </a:lnTo>
                    <a:lnTo>
                      <a:pt x="10" y="281"/>
                    </a:lnTo>
                    <a:lnTo>
                      <a:pt x="14" y="273"/>
                    </a:lnTo>
                    <a:lnTo>
                      <a:pt x="18" y="262"/>
                    </a:lnTo>
                    <a:lnTo>
                      <a:pt x="22" y="250"/>
                    </a:lnTo>
                    <a:lnTo>
                      <a:pt x="24" y="240"/>
                    </a:lnTo>
                    <a:lnTo>
                      <a:pt x="26" y="224"/>
                    </a:lnTo>
                    <a:lnTo>
                      <a:pt x="30" y="198"/>
                    </a:lnTo>
                    <a:lnTo>
                      <a:pt x="37" y="170"/>
                    </a:lnTo>
                    <a:lnTo>
                      <a:pt x="46" y="149"/>
                    </a:lnTo>
                    <a:lnTo>
                      <a:pt x="46" y="138"/>
                    </a:lnTo>
                    <a:lnTo>
                      <a:pt x="47" y="122"/>
                    </a:lnTo>
                    <a:lnTo>
                      <a:pt x="48" y="106"/>
                    </a:lnTo>
                    <a:lnTo>
                      <a:pt x="52" y="95"/>
                    </a:lnTo>
                    <a:lnTo>
                      <a:pt x="56" y="87"/>
                    </a:lnTo>
                    <a:lnTo>
                      <a:pt x="60" y="78"/>
                    </a:lnTo>
                    <a:lnTo>
                      <a:pt x="62" y="69"/>
                    </a:lnTo>
                    <a:lnTo>
                      <a:pt x="63" y="63"/>
                    </a:lnTo>
                    <a:lnTo>
                      <a:pt x="64" y="54"/>
                    </a:lnTo>
                    <a:lnTo>
                      <a:pt x="69" y="40"/>
                    </a:lnTo>
                    <a:lnTo>
                      <a:pt x="74" y="26"/>
                    </a:lnTo>
                    <a:lnTo>
                      <a:pt x="78" y="19"/>
                    </a:lnTo>
                    <a:lnTo>
                      <a:pt x="84" y="23"/>
                    </a:lnTo>
                    <a:lnTo>
                      <a:pt x="90" y="27"/>
                    </a:lnTo>
                    <a:lnTo>
                      <a:pt x="95" y="33"/>
                    </a:lnTo>
                    <a:lnTo>
                      <a:pt x="102" y="39"/>
                    </a:lnTo>
                    <a:lnTo>
                      <a:pt x="108" y="45"/>
                    </a:lnTo>
                    <a:lnTo>
                      <a:pt x="113" y="50"/>
                    </a:lnTo>
                    <a:lnTo>
                      <a:pt x="117" y="55"/>
                    </a:lnTo>
                    <a:lnTo>
                      <a:pt x="120" y="58"/>
                    </a:lnTo>
                    <a:lnTo>
                      <a:pt x="113" y="57"/>
                    </a:lnTo>
                    <a:lnTo>
                      <a:pt x="106" y="56"/>
                    </a:lnTo>
                    <a:lnTo>
                      <a:pt x="101" y="56"/>
                    </a:lnTo>
                    <a:lnTo>
                      <a:pt x="99" y="57"/>
                    </a:lnTo>
                    <a:lnTo>
                      <a:pt x="99" y="61"/>
                    </a:lnTo>
                    <a:lnTo>
                      <a:pt x="99" y="64"/>
                    </a:lnTo>
                    <a:lnTo>
                      <a:pt x="101" y="69"/>
                    </a:lnTo>
                    <a:lnTo>
                      <a:pt x="105" y="71"/>
                    </a:lnTo>
                    <a:lnTo>
                      <a:pt x="110" y="73"/>
                    </a:lnTo>
                    <a:lnTo>
                      <a:pt x="118" y="76"/>
                    </a:lnTo>
                    <a:lnTo>
                      <a:pt x="125" y="78"/>
                    </a:lnTo>
                    <a:lnTo>
                      <a:pt x="130" y="77"/>
                    </a:lnTo>
                    <a:lnTo>
                      <a:pt x="135" y="71"/>
                    </a:lnTo>
                    <a:lnTo>
                      <a:pt x="141" y="63"/>
                    </a:lnTo>
                    <a:lnTo>
                      <a:pt x="146" y="54"/>
                    </a:lnTo>
                    <a:lnTo>
                      <a:pt x="148" y="46"/>
                    </a:lnTo>
                    <a:lnTo>
                      <a:pt x="155" y="41"/>
                    </a:lnTo>
                    <a:lnTo>
                      <a:pt x="163" y="35"/>
                    </a:lnTo>
                    <a:lnTo>
                      <a:pt x="174" y="28"/>
                    </a:lnTo>
                    <a:lnTo>
                      <a:pt x="184" y="20"/>
                    </a:lnTo>
                    <a:lnTo>
                      <a:pt x="193" y="13"/>
                    </a:lnTo>
                    <a:lnTo>
                      <a:pt x="203" y="7"/>
                    </a:lnTo>
                    <a:lnTo>
                      <a:pt x="211" y="2"/>
                    </a:lnTo>
                    <a:lnTo>
                      <a:pt x="216"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6" name="Freeform 97">
                <a:extLst>
                  <a:ext uri="{FF2B5EF4-FFF2-40B4-BE49-F238E27FC236}">
                    <a16:creationId xmlns:a16="http://schemas.microsoft.com/office/drawing/2014/main" id="{C7A59D48-ECDE-458F-9C1B-4CCF426FB98D}"/>
                  </a:ext>
                </a:extLst>
              </p:cNvPr>
              <p:cNvSpPr>
                <a:spLocks/>
              </p:cNvSpPr>
              <p:nvPr/>
            </p:nvSpPr>
            <p:spPr bwMode="auto">
              <a:xfrm>
                <a:off x="4536" y="3394"/>
                <a:ext cx="136" cy="51"/>
              </a:xfrm>
              <a:custGeom>
                <a:avLst/>
                <a:gdLst>
                  <a:gd name="T0" fmla="*/ 6 w 252"/>
                  <a:gd name="T1" fmla="*/ 33 h 91"/>
                  <a:gd name="T2" fmla="*/ 2 w 252"/>
                  <a:gd name="T3" fmla="*/ 27 h 91"/>
                  <a:gd name="T4" fmla="*/ 7 w 252"/>
                  <a:gd name="T5" fmla="*/ 26 h 91"/>
                  <a:gd name="T6" fmla="*/ 20 w 252"/>
                  <a:gd name="T7" fmla="*/ 26 h 91"/>
                  <a:gd name="T8" fmla="*/ 31 w 252"/>
                  <a:gd name="T9" fmla="*/ 26 h 91"/>
                  <a:gd name="T10" fmla="*/ 39 w 252"/>
                  <a:gd name="T11" fmla="*/ 25 h 91"/>
                  <a:gd name="T12" fmla="*/ 43 w 252"/>
                  <a:gd name="T13" fmla="*/ 25 h 91"/>
                  <a:gd name="T14" fmla="*/ 50 w 252"/>
                  <a:gd name="T15" fmla="*/ 23 h 91"/>
                  <a:gd name="T16" fmla="*/ 57 w 252"/>
                  <a:gd name="T17" fmla="*/ 20 h 91"/>
                  <a:gd name="T18" fmla="*/ 64 w 252"/>
                  <a:gd name="T19" fmla="*/ 17 h 91"/>
                  <a:gd name="T20" fmla="*/ 69 w 252"/>
                  <a:gd name="T21" fmla="*/ 15 h 91"/>
                  <a:gd name="T22" fmla="*/ 75 w 252"/>
                  <a:gd name="T23" fmla="*/ 11 h 91"/>
                  <a:gd name="T24" fmla="*/ 81 w 252"/>
                  <a:gd name="T25" fmla="*/ 7 h 91"/>
                  <a:gd name="T26" fmla="*/ 86 w 252"/>
                  <a:gd name="T27" fmla="*/ 2 h 91"/>
                  <a:gd name="T28" fmla="*/ 91 w 252"/>
                  <a:gd name="T29" fmla="*/ 3 h 91"/>
                  <a:gd name="T30" fmla="*/ 103 w 252"/>
                  <a:gd name="T31" fmla="*/ 7 h 91"/>
                  <a:gd name="T32" fmla="*/ 117 w 252"/>
                  <a:gd name="T33" fmla="*/ 12 h 91"/>
                  <a:gd name="T34" fmla="*/ 131 w 252"/>
                  <a:gd name="T35" fmla="*/ 15 h 91"/>
                  <a:gd name="T36" fmla="*/ 134 w 252"/>
                  <a:gd name="T37" fmla="*/ 18 h 91"/>
                  <a:gd name="T38" fmla="*/ 130 w 252"/>
                  <a:gd name="T39" fmla="*/ 23 h 91"/>
                  <a:gd name="T40" fmla="*/ 125 w 252"/>
                  <a:gd name="T41" fmla="*/ 24 h 91"/>
                  <a:gd name="T42" fmla="*/ 113 w 252"/>
                  <a:gd name="T43" fmla="*/ 21 h 91"/>
                  <a:gd name="T44" fmla="*/ 98 w 252"/>
                  <a:gd name="T45" fmla="*/ 20 h 91"/>
                  <a:gd name="T46" fmla="*/ 86 w 252"/>
                  <a:gd name="T47" fmla="*/ 17 h 91"/>
                  <a:gd name="T48" fmla="*/ 79 w 252"/>
                  <a:gd name="T49" fmla="*/ 17 h 91"/>
                  <a:gd name="T50" fmla="*/ 79 w 252"/>
                  <a:gd name="T51" fmla="*/ 25 h 91"/>
                  <a:gd name="T52" fmla="*/ 84 w 252"/>
                  <a:gd name="T53" fmla="*/ 30 h 91"/>
                  <a:gd name="T54" fmla="*/ 91 w 252"/>
                  <a:gd name="T55" fmla="*/ 34 h 91"/>
                  <a:gd name="T56" fmla="*/ 99 w 252"/>
                  <a:gd name="T57" fmla="*/ 38 h 91"/>
                  <a:gd name="T58" fmla="*/ 105 w 252"/>
                  <a:gd name="T59" fmla="*/ 41 h 91"/>
                  <a:gd name="T60" fmla="*/ 106 w 252"/>
                  <a:gd name="T61" fmla="*/ 43 h 91"/>
                  <a:gd name="T62" fmla="*/ 105 w 252"/>
                  <a:gd name="T63" fmla="*/ 45 h 91"/>
                  <a:gd name="T64" fmla="*/ 101 w 252"/>
                  <a:gd name="T65" fmla="*/ 46 h 91"/>
                  <a:gd name="T66" fmla="*/ 95 w 252"/>
                  <a:gd name="T67" fmla="*/ 47 h 91"/>
                  <a:gd name="T68" fmla="*/ 89 w 252"/>
                  <a:gd name="T69" fmla="*/ 47 h 91"/>
                  <a:gd name="T70" fmla="*/ 81 w 252"/>
                  <a:gd name="T71" fmla="*/ 47 h 91"/>
                  <a:gd name="T72" fmla="*/ 76 w 252"/>
                  <a:gd name="T73" fmla="*/ 46 h 91"/>
                  <a:gd name="T74" fmla="*/ 67 w 252"/>
                  <a:gd name="T75" fmla="*/ 43 h 91"/>
                  <a:gd name="T76" fmla="*/ 60 w 252"/>
                  <a:gd name="T77" fmla="*/ 40 h 91"/>
                  <a:gd name="T78" fmla="*/ 55 w 252"/>
                  <a:gd name="T79" fmla="*/ 38 h 91"/>
                  <a:gd name="T80" fmla="*/ 50 w 252"/>
                  <a:gd name="T81" fmla="*/ 38 h 91"/>
                  <a:gd name="T82" fmla="*/ 42 w 252"/>
                  <a:gd name="T83" fmla="*/ 38 h 91"/>
                  <a:gd name="T84" fmla="*/ 36 w 252"/>
                  <a:gd name="T85" fmla="*/ 41 h 91"/>
                  <a:gd name="T86" fmla="*/ 30 w 252"/>
                  <a:gd name="T87" fmla="*/ 49 h 91"/>
                  <a:gd name="T88" fmla="*/ 25 w 252"/>
                  <a:gd name="T89" fmla="*/ 49 h 91"/>
                  <a:gd name="T90" fmla="*/ 19 w 252"/>
                  <a:gd name="T91" fmla="*/ 44 h 91"/>
                  <a:gd name="T92" fmla="*/ 14 w 252"/>
                  <a:gd name="T93" fmla="*/ 39 h 91"/>
                  <a:gd name="T94" fmla="*/ 9 w 252"/>
                  <a:gd name="T95" fmla="*/ 36 h 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2" h="91">
                    <a:moveTo>
                      <a:pt x="14" y="61"/>
                    </a:moveTo>
                    <a:lnTo>
                      <a:pt x="11" y="58"/>
                    </a:lnTo>
                    <a:lnTo>
                      <a:pt x="7" y="53"/>
                    </a:lnTo>
                    <a:lnTo>
                      <a:pt x="4" y="49"/>
                    </a:lnTo>
                    <a:lnTo>
                      <a:pt x="0" y="46"/>
                    </a:lnTo>
                    <a:lnTo>
                      <a:pt x="13" y="46"/>
                    </a:lnTo>
                    <a:lnTo>
                      <a:pt x="26" y="46"/>
                    </a:lnTo>
                    <a:lnTo>
                      <a:pt x="37" y="46"/>
                    </a:lnTo>
                    <a:lnTo>
                      <a:pt x="49" y="46"/>
                    </a:lnTo>
                    <a:lnTo>
                      <a:pt x="58" y="46"/>
                    </a:lnTo>
                    <a:lnTo>
                      <a:pt x="66" y="46"/>
                    </a:lnTo>
                    <a:lnTo>
                      <a:pt x="72" y="45"/>
                    </a:lnTo>
                    <a:lnTo>
                      <a:pt x="75" y="45"/>
                    </a:lnTo>
                    <a:lnTo>
                      <a:pt x="80" y="44"/>
                    </a:lnTo>
                    <a:lnTo>
                      <a:pt x="86" y="43"/>
                    </a:lnTo>
                    <a:lnTo>
                      <a:pt x="93" y="41"/>
                    </a:lnTo>
                    <a:lnTo>
                      <a:pt x="100" y="38"/>
                    </a:lnTo>
                    <a:lnTo>
                      <a:pt x="106" y="36"/>
                    </a:lnTo>
                    <a:lnTo>
                      <a:pt x="113" y="34"/>
                    </a:lnTo>
                    <a:lnTo>
                      <a:pt x="119" y="31"/>
                    </a:lnTo>
                    <a:lnTo>
                      <a:pt x="124" y="29"/>
                    </a:lnTo>
                    <a:lnTo>
                      <a:pt x="128" y="27"/>
                    </a:lnTo>
                    <a:lnTo>
                      <a:pt x="133" y="23"/>
                    </a:lnTo>
                    <a:lnTo>
                      <a:pt x="139" y="20"/>
                    </a:lnTo>
                    <a:lnTo>
                      <a:pt x="144" y="16"/>
                    </a:lnTo>
                    <a:lnTo>
                      <a:pt x="150" y="13"/>
                    </a:lnTo>
                    <a:lnTo>
                      <a:pt x="155" y="8"/>
                    </a:lnTo>
                    <a:lnTo>
                      <a:pt x="159" y="4"/>
                    </a:lnTo>
                    <a:lnTo>
                      <a:pt x="162" y="0"/>
                    </a:lnTo>
                    <a:lnTo>
                      <a:pt x="169" y="5"/>
                    </a:lnTo>
                    <a:lnTo>
                      <a:pt x="179" y="8"/>
                    </a:lnTo>
                    <a:lnTo>
                      <a:pt x="191" y="13"/>
                    </a:lnTo>
                    <a:lnTo>
                      <a:pt x="203" y="17"/>
                    </a:lnTo>
                    <a:lnTo>
                      <a:pt x="217" y="21"/>
                    </a:lnTo>
                    <a:lnTo>
                      <a:pt x="230" y="24"/>
                    </a:lnTo>
                    <a:lnTo>
                      <a:pt x="242" y="26"/>
                    </a:lnTo>
                    <a:lnTo>
                      <a:pt x="252" y="27"/>
                    </a:lnTo>
                    <a:lnTo>
                      <a:pt x="248" y="32"/>
                    </a:lnTo>
                    <a:lnTo>
                      <a:pt x="245" y="37"/>
                    </a:lnTo>
                    <a:lnTo>
                      <a:pt x="240" y="41"/>
                    </a:lnTo>
                    <a:lnTo>
                      <a:pt x="235" y="42"/>
                    </a:lnTo>
                    <a:lnTo>
                      <a:pt x="231" y="42"/>
                    </a:lnTo>
                    <a:lnTo>
                      <a:pt x="222" y="41"/>
                    </a:lnTo>
                    <a:lnTo>
                      <a:pt x="210" y="38"/>
                    </a:lnTo>
                    <a:lnTo>
                      <a:pt x="196" y="37"/>
                    </a:lnTo>
                    <a:lnTo>
                      <a:pt x="182" y="35"/>
                    </a:lnTo>
                    <a:lnTo>
                      <a:pt x="169" y="32"/>
                    </a:lnTo>
                    <a:lnTo>
                      <a:pt x="159" y="31"/>
                    </a:lnTo>
                    <a:lnTo>
                      <a:pt x="153" y="30"/>
                    </a:lnTo>
                    <a:lnTo>
                      <a:pt x="147" y="31"/>
                    </a:lnTo>
                    <a:lnTo>
                      <a:pt x="144" y="37"/>
                    </a:lnTo>
                    <a:lnTo>
                      <a:pt x="146" y="45"/>
                    </a:lnTo>
                    <a:lnTo>
                      <a:pt x="150" y="51"/>
                    </a:lnTo>
                    <a:lnTo>
                      <a:pt x="155" y="53"/>
                    </a:lnTo>
                    <a:lnTo>
                      <a:pt x="162" y="57"/>
                    </a:lnTo>
                    <a:lnTo>
                      <a:pt x="169" y="60"/>
                    </a:lnTo>
                    <a:lnTo>
                      <a:pt x="176" y="64"/>
                    </a:lnTo>
                    <a:lnTo>
                      <a:pt x="184" y="67"/>
                    </a:lnTo>
                    <a:lnTo>
                      <a:pt x="189" y="70"/>
                    </a:lnTo>
                    <a:lnTo>
                      <a:pt x="194" y="74"/>
                    </a:lnTo>
                    <a:lnTo>
                      <a:pt x="197" y="76"/>
                    </a:lnTo>
                    <a:lnTo>
                      <a:pt x="197" y="77"/>
                    </a:lnTo>
                    <a:lnTo>
                      <a:pt x="196" y="79"/>
                    </a:lnTo>
                    <a:lnTo>
                      <a:pt x="194" y="81"/>
                    </a:lnTo>
                    <a:lnTo>
                      <a:pt x="193" y="82"/>
                    </a:lnTo>
                    <a:lnTo>
                      <a:pt x="187" y="82"/>
                    </a:lnTo>
                    <a:lnTo>
                      <a:pt x="182" y="82"/>
                    </a:lnTo>
                    <a:lnTo>
                      <a:pt x="176" y="83"/>
                    </a:lnTo>
                    <a:lnTo>
                      <a:pt x="170" y="83"/>
                    </a:lnTo>
                    <a:lnTo>
                      <a:pt x="164" y="83"/>
                    </a:lnTo>
                    <a:lnTo>
                      <a:pt x="158" y="83"/>
                    </a:lnTo>
                    <a:lnTo>
                      <a:pt x="151" y="83"/>
                    </a:lnTo>
                    <a:lnTo>
                      <a:pt x="146" y="83"/>
                    </a:lnTo>
                    <a:lnTo>
                      <a:pt x="140" y="82"/>
                    </a:lnTo>
                    <a:lnTo>
                      <a:pt x="133" y="80"/>
                    </a:lnTo>
                    <a:lnTo>
                      <a:pt x="125" y="77"/>
                    </a:lnTo>
                    <a:lnTo>
                      <a:pt x="118" y="75"/>
                    </a:lnTo>
                    <a:lnTo>
                      <a:pt x="111" y="72"/>
                    </a:lnTo>
                    <a:lnTo>
                      <a:pt x="105" y="69"/>
                    </a:lnTo>
                    <a:lnTo>
                      <a:pt x="101" y="68"/>
                    </a:lnTo>
                    <a:lnTo>
                      <a:pt x="98" y="67"/>
                    </a:lnTo>
                    <a:lnTo>
                      <a:pt x="93" y="67"/>
                    </a:lnTo>
                    <a:lnTo>
                      <a:pt x="86" y="67"/>
                    </a:lnTo>
                    <a:lnTo>
                      <a:pt x="78" y="68"/>
                    </a:lnTo>
                    <a:lnTo>
                      <a:pt x="72" y="68"/>
                    </a:lnTo>
                    <a:lnTo>
                      <a:pt x="66" y="73"/>
                    </a:lnTo>
                    <a:lnTo>
                      <a:pt x="60" y="80"/>
                    </a:lnTo>
                    <a:lnTo>
                      <a:pt x="55" y="87"/>
                    </a:lnTo>
                    <a:lnTo>
                      <a:pt x="51" y="91"/>
                    </a:lnTo>
                    <a:lnTo>
                      <a:pt x="47" y="88"/>
                    </a:lnTo>
                    <a:lnTo>
                      <a:pt x="42" y="83"/>
                    </a:lnTo>
                    <a:lnTo>
                      <a:pt x="36" y="79"/>
                    </a:lnTo>
                    <a:lnTo>
                      <a:pt x="32" y="74"/>
                    </a:lnTo>
                    <a:lnTo>
                      <a:pt x="26" y="70"/>
                    </a:lnTo>
                    <a:lnTo>
                      <a:pt x="21" y="67"/>
                    </a:lnTo>
                    <a:lnTo>
                      <a:pt x="17" y="64"/>
                    </a:lnTo>
                    <a:lnTo>
                      <a:pt x="14" y="6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7" name="Freeform 98">
                <a:extLst>
                  <a:ext uri="{FF2B5EF4-FFF2-40B4-BE49-F238E27FC236}">
                    <a16:creationId xmlns:a16="http://schemas.microsoft.com/office/drawing/2014/main" id="{8AF3C7E2-89B6-4871-BC02-FDDC8E589EAF}"/>
                  </a:ext>
                </a:extLst>
              </p:cNvPr>
              <p:cNvSpPr>
                <a:spLocks/>
              </p:cNvSpPr>
              <p:nvPr/>
            </p:nvSpPr>
            <p:spPr bwMode="auto">
              <a:xfrm>
                <a:off x="4560" y="3459"/>
                <a:ext cx="40" cy="33"/>
              </a:xfrm>
              <a:custGeom>
                <a:avLst/>
                <a:gdLst>
                  <a:gd name="T0" fmla="*/ 2 w 74"/>
                  <a:gd name="T1" fmla="*/ 20 h 59"/>
                  <a:gd name="T2" fmla="*/ 1 w 74"/>
                  <a:gd name="T3" fmla="*/ 15 h 59"/>
                  <a:gd name="T4" fmla="*/ 0 w 74"/>
                  <a:gd name="T5" fmla="*/ 10 h 59"/>
                  <a:gd name="T6" fmla="*/ 0 w 74"/>
                  <a:gd name="T7" fmla="*/ 4 h 59"/>
                  <a:gd name="T8" fmla="*/ 2 w 74"/>
                  <a:gd name="T9" fmla="*/ 0 h 59"/>
                  <a:gd name="T10" fmla="*/ 4 w 74"/>
                  <a:gd name="T11" fmla="*/ 1 h 59"/>
                  <a:gd name="T12" fmla="*/ 8 w 74"/>
                  <a:gd name="T13" fmla="*/ 4 h 59"/>
                  <a:gd name="T14" fmla="*/ 11 w 74"/>
                  <a:gd name="T15" fmla="*/ 6 h 59"/>
                  <a:gd name="T16" fmla="*/ 15 w 74"/>
                  <a:gd name="T17" fmla="*/ 9 h 59"/>
                  <a:gd name="T18" fmla="*/ 19 w 74"/>
                  <a:gd name="T19" fmla="*/ 12 h 59"/>
                  <a:gd name="T20" fmla="*/ 22 w 74"/>
                  <a:gd name="T21" fmla="*/ 14 h 59"/>
                  <a:gd name="T22" fmla="*/ 25 w 74"/>
                  <a:gd name="T23" fmla="*/ 16 h 59"/>
                  <a:gd name="T24" fmla="*/ 27 w 74"/>
                  <a:gd name="T25" fmla="*/ 17 h 59"/>
                  <a:gd name="T26" fmla="*/ 31 w 74"/>
                  <a:gd name="T27" fmla="*/ 20 h 59"/>
                  <a:gd name="T28" fmla="*/ 35 w 74"/>
                  <a:gd name="T29" fmla="*/ 25 h 59"/>
                  <a:gd name="T30" fmla="*/ 38 w 74"/>
                  <a:gd name="T31" fmla="*/ 29 h 59"/>
                  <a:gd name="T32" fmla="*/ 40 w 74"/>
                  <a:gd name="T33" fmla="*/ 31 h 59"/>
                  <a:gd name="T34" fmla="*/ 38 w 74"/>
                  <a:gd name="T35" fmla="*/ 32 h 59"/>
                  <a:gd name="T36" fmla="*/ 36 w 74"/>
                  <a:gd name="T37" fmla="*/ 32 h 59"/>
                  <a:gd name="T38" fmla="*/ 34 w 74"/>
                  <a:gd name="T39" fmla="*/ 33 h 59"/>
                  <a:gd name="T40" fmla="*/ 32 w 74"/>
                  <a:gd name="T41" fmla="*/ 33 h 59"/>
                  <a:gd name="T42" fmla="*/ 30 w 74"/>
                  <a:gd name="T43" fmla="*/ 31 h 59"/>
                  <a:gd name="T44" fmla="*/ 27 w 74"/>
                  <a:gd name="T45" fmla="*/ 30 h 59"/>
                  <a:gd name="T46" fmla="*/ 23 w 74"/>
                  <a:gd name="T47" fmla="*/ 27 h 59"/>
                  <a:gd name="T48" fmla="*/ 19 w 74"/>
                  <a:gd name="T49" fmla="*/ 26 h 59"/>
                  <a:gd name="T50" fmla="*/ 15 w 74"/>
                  <a:gd name="T51" fmla="*/ 25 h 59"/>
                  <a:gd name="T52" fmla="*/ 10 w 74"/>
                  <a:gd name="T53" fmla="*/ 22 h 59"/>
                  <a:gd name="T54" fmla="*/ 6 w 74"/>
                  <a:gd name="T55" fmla="*/ 21 h 59"/>
                  <a:gd name="T56" fmla="*/ 2 w 74"/>
                  <a:gd name="T57" fmla="*/ 20 h 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59">
                    <a:moveTo>
                      <a:pt x="4" y="36"/>
                    </a:moveTo>
                    <a:lnTo>
                      <a:pt x="2" y="27"/>
                    </a:lnTo>
                    <a:lnTo>
                      <a:pt x="0" y="17"/>
                    </a:lnTo>
                    <a:lnTo>
                      <a:pt x="0" y="7"/>
                    </a:lnTo>
                    <a:lnTo>
                      <a:pt x="3" y="0"/>
                    </a:lnTo>
                    <a:lnTo>
                      <a:pt x="7" y="2"/>
                    </a:lnTo>
                    <a:lnTo>
                      <a:pt x="14" y="7"/>
                    </a:lnTo>
                    <a:lnTo>
                      <a:pt x="21" y="11"/>
                    </a:lnTo>
                    <a:lnTo>
                      <a:pt x="28" y="16"/>
                    </a:lnTo>
                    <a:lnTo>
                      <a:pt x="35" y="21"/>
                    </a:lnTo>
                    <a:lnTo>
                      <a:pt x="41" y="25"/>
                    </a:lnTo>
                    <a:lnTo>
                      <a:pt x="46" y="29"/>
                    </a:lnTo>
                    <a:lnTo>
                      <a:pt x="50" y="31"/>
                    </a:lnTo>
                    <a:lnTo>
                      <a:pt x="57" y="36"/>
                    </a:lnTo>
                    <a:lnTo>
                      <a:pt x="64" y="44"/>
                    </a:lnTo>
                    <a:lnTo>
                      <a:pt x="71" y="51"/>
                    </a:lnTo>
                    <a:lnTo>
                      <a:pt x="74" y="56"/>
                    </a:lnTo>
                    <a:lnTo>
                      <a:pt x="70" y="57"/>
                    </a:lnTo>
                    <a:lnTo>
                      <a:pt x="66" y="57"/>
                    </a:lnTo>
                    <a:lnTo>
                      <a:pt x="63" y="59"/>
                    </a:lnTo>
                    <a:lnTo>
                      <a:pt x="60" y="59"/>
                    </a:lnTo>
                    <a:lnTo>
                      <a:pt x="56" y="56"/>
                    </a:lnTo>
                    <a:lnTo>
                      <a:pt x="50" y="53"/>
                    </a:lnTo>
                    <a:lnTo>
                      <a:pt x="42" y="48"/>
                    </a:lnTo>
                    <a:lnTo>
                      <a:pt x="36" y="46"/>
                    </a:lnTo>
                    <a:lnTo>
                      <a:pt x="28" y="44"/>
                    </a:lnTo>
                    <a:lnTo>
                      <a:pt x="19" y="40"/>
                    </a:lnTo>
                    <a:lnTo>
                      <a:pt x="11" y="38"/>
                    </a:lnTo>
                    <a:lnTo>
                      <a:pt x="4"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8" name="Freeform 99">
                <a:extLst>
                  <a:ext uri="{FF2B5EF4-FFF2-40B4-BE49-F238E27FC236}">
                    <a16:creationId xmlns:a16="http://schemas.microsoft.com/office/drawing/2014/main" id="{FEF5ED99-7356-4D49-9239-692026BD933B}"/>
                  </a:ext>
                </a:extLst>
              </p:cNvPr>
              <p:cNvSpPr>
                <a:spLocks/>
              </p:cNvSpPr>
              <p:nvPr/>
            </p:nvSpPr>
            <p:spPr bwMode="auto">
              <a:xfrm>
                <a:off x="4767" y="3223"/>
                <a:ext cx="42" cy="201"/>
              </a:xfrm>
              <a:custGeom>
                <a:avLst/>
                <a:gdLst>
                  <a:gd name="T0" fmla="*/ 42 w 76"/>
                  <a:gd name="T1" fmla="*/ 201 h 367"/>
                  <a:gd name="T2" fmla="*/ 42 w 76"/>
                  <a:gd name="T3" fmla="*/ 188 h 367"/>
                  <a:gd name="T4" fmla="*/ 41 w 76"/>
                  <a:gd name="T5" fmla="*/ 168 h 367"/>
                  <a:gd name="T6" fmla="*/ 40 w 76"/>
                  <a:gd name="T7" fmla="*/ 148 h 367"/>
                  <a:gd name="T8" fmla="*/ 39 w 76"/>
                  <a:gd name="T9" fmla="*/ 136 h 367"/>
                  <a:gd name="T10" fmla="*/ 36 w 76"/>
                  <a:gd name="T11" fmla="*/ 124 h 367"/>
                  <a:gd name="T12" fmla="*/ 34 w 76"/>
                  <a:gd name="T13" fmla="*/ 105 h 367"/>
                  <a:gd name="T14" fmla="*/ 32 w 76"/>
                  <a:gd name="T15" fmla="*/ 84 h 367"/>
                  <a:gd name="T16" fmla="*/ 31 w 76"/>
                  <a:gd name="T17" fmla="*/ 71 h 367"/>
                  <a:gd name="T18" fmla="*/ 29 w 76"/>
                  <a:gd name="T19" fmla="*/ 65 h 367"/>
                  <a:gd name="T20" fmla="*/ 27 w 76"/>
                  <a:gd name="T21" fmla="*/ 56 h 367"/>
                  <a:gd name="T22" fmla="*/ 23 w 76"/>
                  <a:gd name="T23" fmla="*/ 45 h 367"/>
                  <a:gd name="T24" fmla="*/ 18 w 76"/>
                  <a:gd name="T25" fmla="*/ 34 h 367"/>
                  <a:gd name="T26" fmla="*/ 13 w 76"/>
                  <a:gd name="T27" fmla="*/ 23 h 367"/>
                  <a:gd name="T28" fmla="*/ 8 w 76"/>
                  <a:gd name="T29" fmla="*/ 13 h 367"/>
                  <a:gd name="T30" fmla="*/ 3 w 76"/>
                  <a:gd name="T31" fmla="*/ 5 h 367"/>
                  <a:gd name="T32" fmla="*/ 0 w 76"/>
                  <a:gd name="T33" fmla="*/ 0 h 367"/>
                  <a:gd name="T34" fmla="*/ 3 w 76"/>
                  <a:gd name="T35" fmla="*/ 6 h 367"/>
                  <a:gd name="T36" fmla="*/ 6 w 76"/>
                  <a:gd name="T37" fmla="*/ 14 h 367"/>
                  <a:gd name="T38" fmla="*/ 8 w 76"/>
                  <a:gd name="T39" fmla="*/ 22 h 367"/>
                  <a:gd name="T40" fmla="*/ 12 w 76"/>
                  <a:gd name="T41" fmla="*/ 31 h 367"/>
                  <a:gd name="T42" fmla="*/ 14 w 76"/>
                  <a:gd name="T43" fmla="*/ 39 h 367"/>
                  <a:gd name="T44" fmla="*/ 16 w 76"/>
                  <a:gd name="T45" fmla="*/ 48 h 367"/>
                  <a:gd name="T46" fmla="*/ 17 w 76"/>
                  <a:gd name="T47" fmla="*/ 55 h 367"/>
                  <a:gd name="T48" fmla="*/ 17 w 76"/>
                  <a:gd name="T49" fmla="*/ 61 h 367"/>
                  <a:gd name="T50" fmla="*/ 13 w 76"/>
                  <a:gd name="T51" fmla="*/ 59 h 367"/>
                  <a:gd name="T52" fmla="*/ 9 w 76"/>
                  <a:gd name="T53" fmla="*/ 55 h 367"/>
                  <a:gd name="T54" fmla="*/ 4 w 76"/>
                  <a:gd name="T55" fmla="*/ 53 h 367"/>
                  <a:gd name="T56" fmla="*/ 1 w 76"/>
                  <a:gd name="T57" fmla="*/ 50 h 367"/>
                  <a:gd name="T58" fmla="*/ 6 w 76"/>
                  <a:gd name="T59" fmla="*/ 58 h 367"/>
                  <a:gd name="T60" fmla="*/ 11 w 76"/>
                  <a:gd name="T61" fmla="*/ 64 h 367"/>
                  <a:gd name="T62" fmla="*/ 15 w 76"/>
                  <a:gd name="T63" fmla="*/ 69 h 367"/>
                  <a:gd name="T64" fmla="*/ 19 w 76"/>
                  <a:gd name="T65" fmla="*/ 74 h 367"/>
                  <a:gd name="T66" fmla="*/ 21 w 76"/>
                  <a:gd name="T67" fmla="*/ 80 h 367"/>
                  <a:gd name="T68" fmla="*/ 24 w 76"/>
                  <a:gd name="T69" fmla="*/ 85 h 367"/>
                  <a:gd name="T70" fmla="*/ 25 w 76"/>
                  <a:gd name="T71" fmla="*/ 91 h 367"/>
                  <a:gd name="T72" fmla="*/ 28 w 76"/>
                  <a:gd name="T73" fmla="*/ 97 h 367"/>
                  <a:gd name="T74" fmla="*/ 32 w 76"/>
                  <a:gd name="T75" fmla="*/ 117 h 367"/>
                  <a:gd name="T76" fmla="*/ 36 w 76"/>
                  <a:gd name="T77" fmla="*/ 146 h 367"/>
                  <a:gd name="T78" fmla="*/ 40 w 76"/>
                  <a:gd name="T79" fmla="*/ 177 h 367"/>
                  <a:gd name="T80" fmla="*/ 42 w 76"/>
                  <a:gd name="T81" fmla="*/ 201 h 3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6" h="367">
                    <a:moveTo>
                      <a:pt x="76" y="367"/>
                    </a:moveTo>
                    <a:lnTo>
                      <a:pt x="76" y="344"/>
                    </a:lnTo>
                    <a:lnTo>
                      <a:pt x="74" y="307"/>
                    </a:lnTo>
                    <a:lnTo>
                      <a:pt x="72" y="270"/>
                    </a:lnTo>
                    <a:lnTo>
                      <a:pt x="70" y="249"/>
                    </a:lnTo>
                    <a:lnTo>
                      <a:pt x="66" y="227"/>
                    </a:lnTo>
                    <a:lnTo>
                      <a:pt x="61" y="191"/>
                    </a:lnTo>
                    <a:lnTo>
                      <a:pt x="58" y="154"/>
                    </a:lnTo>
                    <a:lnTo>
                      <a:pt x="56" y="129"/>
                    </a:lnTo>
                    <a:lnTo>
                      <a:pt x="53" y="118"/>
                    </a:lnTo>
                    <a:lnTo>
                      <a:pt x="49" y="102"/>
                    </a:lnTo>
                    <a:lnTo>
                      <a:pt x="42" y="83"/>
                    </a:lnTo>
                    <a:lnTo>
                      <a:pt x="33" y="62"/>
                    </a:lnTo>
                    <a:lnTo>
                      <a:pt x="23" y="42"/>
                    </a:lnTo>
                    <a:lnTo>
                      <a:pt x="14" y="24"/>
                    </a:lnTo>
                    <a:lnTo>
                      <a:pt x="6" y="9"/>
                    </a:lnTo>
                    <a:lnTo>
                      <a:pt x="0" y="0"/>
                    </a:lnTo>
                    <a:lnTo>
                      <a:pt x="5" y="11"/>
                    </a:lnTo>
                    <a:lnTo>
                      <a:pt x="10" y="25"/>
                    </a:lnTo>
                    <a:lnTo>
                      <a:pt x="15" y="41"/>
                    </a:lnTo>
                    <a:lnTo>
                      <a:pt x="21" y="57"/>
                    </a:lnTo>
                    <a:lnTo>
                      <a:pt x="26" y="72"/>
                    </a:lnTo>
                    <a:lnTo>
                      <a:pt x="29" y="87"/>
                    </a:lnTo>
                    <a:lnTo>
                      <a:pt x="30" y="101"/>
                    </a:lnTo>
                    <a:lnTo>
                      <a:pt x="30" y="111"/>
                    </a:lnTo>
                    <a:lnTo>
                      <a:pt x="23" y="107"/>
                    </a:lnTo>
                    <a:lnTo>
                      <a:pt x="17" y="101"/>
                    </a:lnTo>
                    <a:lnTo>
                      <a:pt x="8" y="96"/>
                    </a:lnTo>
                    <a:lnTo>
                      <a:pt x="2" y="92"/>
                    </a:lnTo>
                    <a:lnTo>
                      <a:pt x="11" y="105"/>
                    </a:lnTo>
                    <a:lnTo>
                      <a:pt x="20" y="116"/>
                    </a:lnTo>
                    <a:lnTo>
                      <a:pt x="27" y="126"/>
                    </a:lnTo>
                    <a:lnTo>
                      <a:pt x="34" y="136"/>
                    </a:lnTo>
                    <a:lnTo>
                      <a:pt x="38" y="146"/>
                    </a:lnTo>
                    <a:lnTo>
                      <a:pt x="43" y="155"/>
                    </a:lnTo>
                    <a:lnTo>
                      <a:pt x="46" y="166"/>
                    </a:lnTo>
                    <a:lnTo>
                      <a:pt x="50" y="177"/>
                    </a:lnTo>
                    <a:lnTo>
                      <a:pt x="57" y="214"/>
                    </a:lnTo>
                    <a:lnTo>
                      <a:pt x="65" y="267"/>
                    </a:lnTo>
                    <a:lnTo>
                      <a:pt x="72" y="323"/>
                    </a:lnTo>
                    <a:lnTo>
                      <a:pt x="76" y="36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9" name="Freeform 100">
                <a:extLst>
                  <a:ext uri="{FF2B5EF4-FFF2-40B4-BE49-F238E27FC236}">
                    <a16:creationId xmlns:a16="http://schemas.microsoft.com/office/drawing/2014/main" id="{78462470-7053-416F-84C1-44715C6A6E98}"/>
                  </a:ext>
                </a:extLst>
              </p:cNvPr>
              <p:cNvSpPr>
                <a:spLocks/>
              </p:cNvSpPr>
              <p:nvPr/>
            </p:nvSpPr>
            <p:spPr bwMode="auto">
              <a:xfrm>
                <a:off x="4632" y="3363"/>
                <a:ext cx="49" cy="36"/>
              </a:xfrm>
              <a:custGeom>
                <a:avLst/>
                <a:gdLst>
                  <a:gd name="T0" fmla="*/ 9 w 89"/>
                  <a:gd name="T1" fmla="*/ 0 h 65"/>
                  <a:gd name="T2" fmla="*/ 7 w 89"/>
                  <a:gd name="T3" fmla="*/ 5 h 65"/>
                  <a:gd name="T4" fmla="*/ 4 w 89"/>
                  <a:gd name="T5" fmla="*/ 11 h 65"/>
                  <a:gd name="T6" fmla="*/ 2 w 89"/>
                  <a:gd name="T7" fmla="*/ 15 h 65"/>
                  <a:gd name="T8" fmla="*/ 0 w 89"/>
                  <a:gd name="T9" fmla="*/ 18 h 65"/>
                  <a:gd name="T10" fmla="*/ 4 w 89"/>
                  <a:gd name="T11" fmla="*/ 20 h 65"/>
                  <a:gd name="T12" fmla="*/ 10 w 89"/>
                  <a:gd name="T13" fmla="*/ 22 h 65"/>
                  <a:gd name="T14" fmla="*/ 17 w 89"/>
                  <a:gd name="T15" fmla="*/ 25 h 65"/>
                  <a:gd name="T16" fmla="*/ 24 w 89"/>
                  <a:gd name="T17" fmla="*/ 28 h 65"/>
                  <a:gd name="T18" fmla="*/ 31 w 89"/>
                  <a:gd name="T19" fmla="*/ 30 h 65"/>
                  <a:gd name="T20" fmla="*/ 37 w 89"/>
                  <a:gd name="T21" fmla="*/ 33 h 65"/>
                  <a:gd name="T22" fmla="*/ 42 w 89"/>
                  <a:gd name="T23" fmla="*/ 35 h 65"/>
                  <a:gd name="T24" fmla="*/ 46 w 89"/>
                  <a:gd name="T25" fmla="*/ 36 h 65"/>
                  <a:gd name="T26" fmla="*/ 47 w 89"/>
                  <a:gd name="T27" fmla="*/ 35 h 65"/>
                  <a:gd name="T28" fmla="*/ 49 w 89"/>
                  <a:gd name="T29" fmla="*/ 34 h 65"/>
                  <a:gd name="T30" fmla="*/ 49 w 89"/>
                  <a:gd name="T31" fmla="*/ 33 h 65"/>
                  <a:gd name="T32" fmla="*/ 49 w 89"/>
                  <a:gd name="T33" fmla="*/ 32 h 65"/>
                  <a:gd name="T34" fmla="*/ 47 w 89"/>
                  <a:gd name="T35" fmla="*/ 29 h 65"/>
                  <a:gd name="T36" fmla="*/ 43 w 89"/>
                  <a:gd name="T37" fmla="*/ 27 h 65"/>
                  <a:gd name="T38" fmla="*/ 41 w 89"/>
                  <a:gd name="T39" fmla="*/ 25 h 65"/>
                  <a:gd name="T40" fmla="*/ 38 w 89"/>
                  <a:gd name="T41" fmla="*/ 22 h 65"/>
                  <a:gd name="T42" fmla="*/ 34 w 89"/>
                  <a:gd name="T43" fmla="*/ 20 h 65"/>
                  <a:gd name="T44" fmla="*/ 31 w 89"/>
                  <a:gd name="T45" fmla="*/ 18 h 65"/>
                  <a:gd name="T46" fmla="*/ 29 w 89"/>
                  <a:gd name="T47" fmla="*/ 17 h 65"/>
                  <a:gd name="T48" fmla="*/ 26 w 89"/>
                  <a:gd name="T49" fmla="*/ 15 h 65"/>
                  <a:gd name="T50" fmla="*/ 21 w 89"/>
                  <a:gd name="T51" fmla="*/ 13 h 65"/>
                  <a:gd name="T52" fmla="*/ 17 w 89"/>
                  <a:gd name="T53" fmla="*/ 8 h 65"/>
                  <a:gd name="T54" fmla="*/ 12 w 89"/>
                  <a:gd name="T55" fmla="*/ 4 h 65"/>
                  <a:gd name="T56" fmla="*/ 9 w 89"/>
                  <a:gd name="T57" fmla="*/ 0 h 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9" h="65">
                    <a:moveTo>
                      <a:pt x="17" y="0"/>
                    </a:moveTo>
                    <a:lnTo>
                      <a:pt x="13" y="9"/>
                    </a:lnTo>
                    <a:lnTo>
                      <a:pt x="8" y="19"/>
                    </a:lnTo>
                    <a:lnTo>
                      <a:pt x="3" y="27"/>
                    </a:lnTo>
                    <a:lnTo>
                      <a:pt x="0" y="33"/>
                    </a:lnTo>
                    <a:lnTo>
                      <a:pt x="7" y="36"/>
                    </a:lnTo>
                    <a:lnTo>
                      <a:pt x="18" y="40"/>
                    </a:lnTo>
                    <a:lnTo>
                      <a:pt x="30" y="46"/>
                    </a:lnTo>
                    <a:lnTo>
                      <a:pt x="44" y="50"/>
                    </a:lnTo>
                    <a:lnTo>
                      <a:pt x="56" y="55"/>
                    </a:lnTo>
                    <a:lnTo>
                      <a:pt x="68" y="59"/>
                    </a:lnTo>
                    <a:lnTo>
                      <a:pt x="77" y="63"/>
                    </a:lnTo>
                    <a:lnTo>
                      <a:pt x="83" y="65"/>
                    </a:lnTo>
                    <a:lnTo>
                      <a:pt x="86" y="63"/>
                    </a:lnTo>
                    <a:lnTo>
                      <a:pt x="89" y="61"/>
                    </a:lnTo>
                    <a:lnTo>
                      <a:pt x="89" y="59"/>
                    </a:lnTo>
                    <a:lnTo>
                      <a:pt x="89" y="57"/>
                    </a:lnTo>
                    <a:lnTo>
                      <a:pt x="85" y="53"/>
                    </a:lnTo>
                    <a:lnTo>
                      <a:pt x="79" y="49"/>
                    </a:lnTo>
                    <a:lnTo>
                      <a:pt x="75" y="45"/>
                    </a:lnTo>
                    <a:lnTo>
                      <a:pt x="69" y="40"/>
                    </a:lnTo>
                    <a:lnTo>
                      <a:pt x="62" y="36"/>
                    </a:lnTo>
                    <a:lnTo>
                      <a:pt x="57" y="32"/>
                    </a:lnTo>
                    <a:lnTo>
                      <a:pt x="52" y="30"/>
                    </a:lnTo>
                    <a:lnTo>
                      <a:pt x="48" y="27"/>
                    </a:lnTo>
                    <a:lnTo>
                      <a:pt x="39" y="23"/>
                    </a:lnTo>
                    <a:lnTo>
                      <a:pt x="30" y="15"/>
                    </a:lnTo>
                    <a:lnTo>
                      <a:pt x="22" y="7"/>
                    </a:lnTo>
                    <a:lnTo>
                      <a:pt x="17"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0" name="Freeform 101">
                <a:extLst>
                  <a:ext uri="{FF2B5EF4-FFF2-40B4-BE49-F238E27FC236}">
                    <a16:creationId xmlns:a16="http://schemas.microsoft.com/office/drawing/2014/main" id="{74B0AA87-D133-4F45-B94E-46A3BE8B2B37}"/>
                  </a:ext>
                </a:extLst>
              </p:cNvPr>
              <p:cNvSpPr>
                <a:spLocks/>
              </p:cNvSpPr>
              <p:nvPr/>
            </p:nvSpPr>
            <p:spPr bwMode="auto">
              <a:xfrm>
                <a:off x="4510" y="3118"/>
                <a:ext cx="50" cy="208"/>
              </a:xfrm>
              <a:custGeom>
                <a:avLst/>
                <a:gdLst>
                  <a:gd name="T0" fmla="*/ 23 w 88"/>
                  <a:gd name="T1" fmla="*/ 62 h 378"/>
                  <a:gd name="T2" fmla="*/ 23 w 88"/>
                  <a:gd name="T3" fmla="*/ 56 h 378"/>
                  <a:gd name="T4" fmla="*/ 23 w 88"/>
                  <a:gd name="T5" fmla="*/ 47 h 378"/>
                  <a:gd name="T6" fmla="*/ 24 w 88"/>
                  <a:gd name="T7" fmla="*/ 38 h 378"/>
                  <a:gd name="T8" fmla="*/ 26 w 88"/>
                  <a:gd name="T9" fmla="*/ 32 h 378"/>
                  <a:gd name="T10" fmla="*/ 31 w 88"/>
                  <a:gd name="T11" fmla="*/ 29 h 378"/>
                  <a:gd name="T12" fmla="*/ 35 w 88"/>
                  <a:gd name="T13" fmla="*/ 25 h 378"/>
                  <a:gd name="T14" fmla="*/ 37 w 88"/>
                  <a:gd name="T15" fmla="*/ 21 h 378"/>
                  <a:gd name="T16" fmla="*/ 39 w 88"/>
                  <a:gd name="T17" fmla="*/ 18 h 378"/>
                  <a:gd name="T18" fmla="*/ 39 w 88"/>
                  <a:gd name="T19" fmla="*/ 14 h 378"/>
                  <a:gd name="T20" fmla="*/ 40 w 88"/>
                  <a:gd name="T21" fmla="*/ 8 h 378"/>
                  <a:gd name="T22" fmla="*/ 41 w 88"/>
                  <a:gd name="T23" fmla="*/ 3 h 378"/>
                  <a:gd name="T24" fmla="*/ 42 w 88"/>
                  <a:gd name="T25" fmla="*/ 0 h 378"/>
                  <a:gd name="T26" fmla="*/ 45 w 88"/>
                  <a:gd name="T27" fmla="*/ 1 h 378"/>
                  <a:gd name="T28" fmla="*/ 47 w 88"/>
                  <a:gd name="T29" fmla="*/ 2 h 378"/>
                  <a:gd name="T30" fmla="*/ 49 w 88"/>
                  <a:gd name="T31" fmla="*/ 3 h 378"/>
                  <a:gd name="T32" fmla="*/ 49 w 88"/>
                  <a:gd name="T33" fmla="*/ 5 h 378"/>
                  <a:gd name="T34" fmla="*/ 49 w 88"/>
                  <a:gd name="T35" fmla="*/ 7 h 378"/>
                  <a:gd name="T36" fmla="*/ 50 w 88"/>
                  <a:gd name="T37" fmla="*/ 11 h 378"/>
                  <a:gd name="T38" fmla="*/ 49 w 88"/>
                  <a:gd name="T39" fmla="*/ 16 h 378"/>
                  <a:gd name="T40" fmla="*/ 49 w 88"/>
                  <a:gd name="T41" fmla="*/ 21 h 378"/>
                  <a:gd name="T42" fmla="*/ 47 w 88"/>
                  <a:gd name="T43" fmla="*/ 28 h 378"/>
                  <a:gd name="T44" fmla="*/ 44 w 88"/>
                  <a:gd name="T45" fmla="*/ 36 h 378"/>
                  <a:gd name="T46" fmla="*/ 41 w 88"/>
                  <a:gd name="T47" fmla="*/ 44 h 378"/>
                  <a:gd name="T48" fmla="*/ 39 w 88"/>
                  <a:gd name="T49" fmla="*/ 50 h 378"/>
                  <a:gd name="T50" fmla="*/ 37 w 88"/>
                  <a:gd name="T51" fmla="*/ 55 h 378"/>
                  <a:gd name="T52" fmla="*/ 35 w 88"/>
                  <a:gd name="T53" fmla="*/ 63 h 378"/>
                  <a:gd name="T54" fmla="*/ 33 w 88"/>
                  <a:gd name="T55" fmla="*/ 72 h 378"/>
                  <a:gd name="T56" fmla="*/ 32 w 88"/>
                  <a:gd name="T57" fmla="*/ 80 h 378"/>
                  <a:gd name="T58" fmla="*/ 32 w 88"/>
                  <a:gd name="T59" fmla="*/ 86 h 378"/>
                  <a:gd name="T60" fmla="*/ 32 w 88"/>
                  <a:gd name="T61" fmla="*/ 92 h 378"/>
                  <a:gd name="T62" fmla="*/ 32 w 88"/>
                  <a:gd name="T63" fmla="*/ 99 h 378"/>
                  <a:gd name="T64" fmla="*/ 30 w 88"/>
                  <a:gd name="T65" fmla="*/ 105 h 378"/>
                  <a:gd name="T66" fmla="*/ 27 w 88"/>
                  <a:gd name="T67" fmla="*/ 114 h 378"/>
                  <a:gd name="T68" fmla="*/ 23 w 88"/>
                  <a:gd name="T69" fmla="*/ 129 h 378"/>
                  <a:gd name="T70" fmla="*/ 19 w 88"/>
                  <a:gd name="T71" fmla="*/ 143 h 378"/>
                  <a:gd name="T72" fmla="*/ 18 w 88"/>
                  <a:gd name="T73" fmla="*/ 154 h 378"/>
                  <a:gd name="T74" fmla="*/ 16 w 88"/>
                  <a:gd name="T75" fmla="*/ 164 h 378"/>
                  <a:gd name="T76" fmla="*/ 14 w 88"/>
                  <a:gd name="T77" fmla="*/ 179 h 378"/>
                  <a:gd name="T78" fmla="*/ 13 w 88"/>
                  <a:gd name="T79" fmla="*/ 195 h 378"/>
                  <a:gd name="T80" fmla="*/ 14 w 88"/>
                  <a:gd name="T81" fmla="*/ 208 h 378"/>
                  <a:gd name="T82" fmla="*/ 11 w 88"/>
                  <a:gd name="T83" fmla="*/ 207 h 378"/>
                  <a:gd name="T84" fmla="*/ 7 w 88"/>
                  <a:gd name="T85" fmla="*/ 207 h 378"/>
                  <a:gd name="T86" fmla="*/ 3 w 88"/>
                  <a:gd name="T87" fmla="*/ 206 h 378"/>
                  <a:gd name="T88" fmla="*/ 0 w 88"/>
                  <a:gd name="T89" fmla="*/ 206 h 378"/>
                  <a:gd name="T90" fmla="*/ 0 w 88"/>
                  <a:gd name="T91" fmla="*/ 198 h 378"/>
                  <a:gd name="T92" fmla="*/ 0 w 88"/>
                  <a:gd name="T93" fmla="*/ 188 h 378"/>
                  <a:gd name="T94" fmla="*/ 0 w 88"/>
                  <a:gd name="T95" fmla="*/ 178 h 378"/>
                  <a:gd name="T96" fmla="*/ 1 w 88"/>
                  <a:gd name="T97" fmla="*/ 171 h 378"/>
                  <a:gd name="T98" fmla="*/ 2 w 88"/>
                  <a:gd name="T99" fmla="*/ 165 h 378"/>
                  <a:gd name="T100" fmla="*/ 5 w 88"/>
                  <a:gd name="T101" fmla="*/ 157 h 378"/>
                  <a:gd name="T102" fmla="*/ 6 w 88"/>
                  <a:gd name="T103" fmla="*/ 149 h 378"/>
                  <a:gd name="T104" fmla="*/ 7 w 88"/>
                  <a:gd name="T105" fmla="*/ 144 h 378"/>
                  <a:gd name="T106" fmla="*/ 9 w 88"/>
                  <a:gd name="T107" fmla="*/ 136 h 378"/>
                  <a:gd name="T108" fmla="*/ 10 w 88"/>
                  <a:gd name="T109" fmla="*/ 124 h 378"/>
                  <a:gd name="T110" fmla="*/ 11 w 88"/>
                  <a:gd name="T111" fmla="*/ 112 h 378"/>
                  <a:gd name="T112" fmla="*/ 13 w 88"/>
                  <a:gd name="T113" fmla="*/ 103 h 378"/>
                  <a:gd name="T114" fmla="*/ 16 w 88"/>
                  <a:gd name="T115" fmla="*/ 97 h 378"/>
                  <a:gd name="T116" fmla="*/ 20 w 88"/>
                  <a:gd name="T117" fmla="*/ 88 h 378"/>
                  <a:gd name="T118" fmla="*/ 23 w 88"/>
                  <a:gd name="T119" fmla="*/ 76 h 378"/>
                  <a:gd name="T120" fmla="*/ 23 w 88"/>
                  <a:gd name="T121" fmla="*/ 62 h 3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 h="378">
                    <a:moveTo>
                      <a:pt x="40" y="112"/>
                    </a:moveTo>
                    <a:lnTo>
                      <a:pt x="40" y="101"/>
                    </a:lnTo>
                    <a:lnTo>
                      <a:pt x="41" y="85"/>
                    </a:lnTo>
                    <a:lnTo>
                      <a:pt x="42" y="69"/>
                    </a:lnTo>
                    <a:lnTo>
                      <a:pt x="46" y="58"/>
                    </a:lnTo>
                    <a:lnTo>
                      <a:pt x="54" y="53"/>
                    </a:lnTo>
                    <a:lnTo>
                      <a:pt x="61" y="46"/>
                    </a:lnTo>
                    <a:lnTo>
                      <a:pt x="65" y="39"/>
                    </a:lnTo>
                    <a:lnTo>
                      <a:pt x="68" y="32"/>
                    </a:lnTo>
                    <a:lnTo>
                      <a:pt x="69" y="25"/>
                    </a:lnTo>
                    <a:lnTo>
                      <a:pt x="71" y="14"/>
                    </a:lnTo>
                    <a:lnTo>
                      <a:pt x="73" y="5"/>
                    </a:lnTo>
                    <a:lnTo>
                      <a:pt x="74" y="0"/>
                    </a:lnTo>
                    <a:lnTo>
                      <a:pt x="79" y="1"/>
                    </a:lnTo>
                    <a:lnTo>
                      <a:pt x="83" y="3"/>
                    </a:lnTo>
                    <a:lnTo>
                      <a:pt x="86" y="5"/>
                    </a:lnTo>
                    <a:lnTo>
                      <a:pt x="87" y="9"/>
                    </a:lnTo>
                    <a:lnTo>
                      <a:pt x="87" y="12"/>
                    </a:lnTo>
                    <a:lnTo>
                      <a:pt x="88" y="20"/>
                    </a:lnTo>
                    <a:lnTo>
                      <a:pt x="87" y="29"/>
                    </a:lnTo>
                    <a:lnTo>
                      <a:pt x="86" y="39"/>
                    </a:lnTo>
                    <a:lnTo>
                      <a:pt x="83" y="50"/>
                    </a:lnTo>
                    <a:lnTo>
                      <a:pt x="78" y="65"/>
                    </a:lnTo>
                    <a:lnTo>
                      <a:pt x="72" y="80"/>
                    </a:lnTo>
                    <a:lnTo>
                      <a:pt x="69" y="91"/>
                    </a:lnTo>
                    <a:lnTo>
                      <a:pt x="65" y="100"/>
                    </a:lnTo>
                    <a:lnTo>
                      <a:pt x="61" y="115"/>
                    </a:lnTo>
                    <a:lnTo>
                      <a:pt x="58" y="131"/>
                    </a:lnTo>
                    <a:lnTo>
                      <a:pt x="57" y="145"/>
                    </a:lnTo>
                    <a:lnTo>
                      <a:pt x="57" y="156"/>
                    </a:lnTo>
                    <a:lnTo>
                      <a:pt x="57" y="168"/>
                    </a:lnTo>
                    <a:lnTo>
                      <a:pt x="56" y="180"/>
                    </a:lnTo>
                    <a:lnTo>
                      <a:pt x="53" y="191"/>
                    </a:lnTo>
                    <a:lnTo>
                      <a:pt x="47" y="208"/>
                    </a:lnTo>
                    <a:lnTo>
                      <a:pt x="40" y="234"/>
                    </a:lnTo>
                    <a:lnTo>
                      <a:pt x="34" y="260"/>
                    </a:lnTo>
                    <a:lnTo>
                      <a:pt x="31" y="279"/>
                    </a:lnTo>
                    <a:lnTo>
                      <a:pt x="28" y="298"/>
                    </a:lnTo>
                    <a:lnTo>
                      <a:pt x="25" y="325"/>
                    </a:lnTo>
                    <a:lnTo>
                      <a:pt x="23" y="354"/>
                    </a:lnTo>
                    <a:lnTo>
                      <a:pt x="24" y="378"/>
                    </a:lnTo>
                    <a:lnTo>
                      <a:pt x="19" y="377"/>
                    </a:lnTo>
                    <a:lnTo>
                      <a:pt x="13" y="376"/>
                    </a:lnTo>
                    <a:lnTo>
                      <a:pt x="6" y="375"/>
                    </a:lnTo>
                    <a:lnTo>
                      <a:pt x="0" y="374"/>
                    </a:lnTo>
                    <a:lnTo>
                      <a:pt x="0" y="360"/>
                    </a:lnTo>
                    <a:lnTo>
                      <a:pt x="0" y="342"/>
                    </a:lnTo>
                    <a:lnTo>
                      <a:pt x="0" y="323"/>
                    </a:lnTo>
                    <a:lnTo>
                      <a:pt x="1" y="311"/>
                    </a:lnTo>
                    <a:lnTo>
                      <a:pt x="3" y="299"/>
                    </a:lnTo>
                    <a:lnTo>
                      <a:pt x="8" y="285"/>
                    </a:lnTo>
                    <a:lnTo>
                      <a:pt x="11" y="271"/>
                    </a:lnTo>
                    <a:lnTo>
                      <a:pt x="13" y="262"/>
                    </a:lnTo>
                    <a:lnTo>
                      <a:pt x="15" y="248"/>
                    </a:lnTo>
                    <a:lnTo>
                      <a:pt x="17" y="226"/>
                    </a:lnTo>
                    <a:lnTo>
                      <a:pt x="19" y="203"/>
                    </a:lnTo>
                    <a:lnTo>
                      <a:pt x="23" y="188"/>
                    </a:lnTo>
                    <a:lnTo>
                      <a:pt x="28" y="177"/>
                    </a:lnTo>
                    <a:lnTo>
                      <a:pt x="35" y="160"/>
                    </a:lnTo>
                    <a:lnTo>
                      <a:pt x="40" y="138"/>
                    </a:lnTo>
                    <a:lnTo>
                      <a:pt x="40" y="11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1" name="Freeform 102">
                <a:extLst>
                  <a:ext uri="{FF2B5EF4-FFF2-40B4-BE49-F238E27FC236}">
                    <a16:creationId xmlns:a16="http://schemas.microsoft.com/office/drawing/2014/main" id="{857FE848-684D-4150-A80E-B4630F4C9508}"/>
                  </a:ext>
                </a:extLst>
              </p:cNvPr>
              <p:cNvSpPr>
                <a:spLocks/>
              </p:cNvSpPr>
              <p:nvPr/>
            </p:nvSpPr>
            <p:spPr bwMode="auto">
              <a:xfrm>
                <a:off x="4463" y="2854"/>
                <a:ext cx="243" cy="287"/>
              </a:xfrm>
              <a:custGeom>
                <a:avLst/>
                <a:gdLst>
                  <a:gd name="T0" fmla="*/ 96 w 444"/>
                  <a:gd name="T1" fmla="*/ 262 h 525"/>
                  <a:gd name="T2" fmla="*/ 108 w 444"/>
                  <a:gd name="T3" fmla="*/ 274 h 525"/>
                  <a:gd name="T4" fmla="*/ 100 w 444"/>
                  <a:gd name="T5" fmla="*/ 275 h 525"/>
                  <a:gd name="T6" fmla="*/ 100 w 444"/>
                  <a:gd name="T7" fmla="*/ 282 h 525"/>
                  <a:gd name="T8" fmla="*/ 113 w 444"/>
                  <a:gd name="T9" fmla="*/ 287 h 525"/>
                  <a:gd name="T10" fmla="*/ 124 w 444"/>
                  <a:gd name="T11" fmla="*/ 274 h 525"/>
                  <a:gd name="T12" fmla="*/ 140 w 444"/>
                  <a:gd name="T13" fmla="*/ 260 h 525"/>
                  <a:gd name="T14" fmla="*/ 160 w 444"/>
                  <a:gd name="T15" fmla="*/ 245 h 525"/>
                  <a:gd name="T16" fmla="*/ 175 w 444"/>
                  <a:gd name="T17" fmla="*/ 241 h 525"/>
                  <a:gd name="T18" fmla="*/ 200 w 444"/>
                  <a:gd name="T19" fmla="*/ 234 h 525"/>
                  <a:gd name="T20" fmla="*/ 197 w 444"/>
                  <a:gd name="T21" fmla="*/ 222 h 525"/>
                  <a:gd name="T22" fmla="*/ 183 w 444"/>
                  <a:gd name="T23" fmla="*/ 205 h 525"/>
                  <a:gd name="T24" fmla="*/ 195 w 444"/>
                  <a:gd name="T25" fmla="*/ 204 h 525"/>
                  <a:gd name="T26" fmla="*/ 209 w 444"/>
                  <a:gd name="T27" fmla="*/ 187 h 525"/>
                  <a:gd name="T28" fmla="*/ 221 w 444"/>
                  <a:gd name="T29" fmla="*/ 182 h 525"/>
                  <a:gd name="T30" fmla="*/ 221 w 444"/>
                  <a:gd name="T31" fmla="*/ 175 h 525"/>
                  <a:gd name="T32" fmla="*/ 229 w 444"/>
                  <a:gd name="T33" fmla="*/ 168 h 525"/>
                  <a:gd name="T34" fmla="*/ 241 w 444"/>
                  <a:gd name="T35" fmla="*/ 154 h 525"/>
                  <a:gd name="T36" fmla="*/ 242 w 444"/>
                  <a:gd name="T37" fmla="*/ 109 h 525"/>
                  <a:gd name="T38" fmla="*/ 231 w 444"/>
                  <a:gd name="T39" fmla="*/ 80 h 525"/>
                  <a:gd name="T40" fmla="*/ 216 w 444"/>
                  <a:gd name="T41" fmla="*/ 75 h 525"/>
                  <a:gd name="T42" fmla="*/ 215 w 444"/>
                  <a:gd name="T43" fmla="*/ 60 h 525"/>
                  <a:gd name="T44" fmla="*/ 206 w 444"/>
                  <a:gd name="T45" fmla="*/ 46 h 525"/>
                  <a:gd name="T46" fmla="*/ 194 w 444"/>
                  <a:gd name="T47" fmla="*/ 39 h 525"/>
                  <a:gd name="T48" fmla="*/ 191 w 444"/>
                  <a:gd name="T49" fmla="*/ 27 h 525"/>
                  <a:gd name="T50" fmla="*/ 175 w 444"/>
                  <a:gd name="T51" fmla="*/ 14 h 525"/>
                  <a:gd name="T52" fmla="*/ 155 w 444"/>
                  <a:gd name="T53" fmla="*/ 12 h 525"/>
                  <a:gd name="T54" fmla="*/ 142 w 444"/>
                  <a:gd name="T55" fmla="*/ 10 h 525"/>
                  <a:gd name="T56" fmla="*/ 132 w 444"/>
                  <a:gd name="T57" fmla="*/ 13 h 525"/>
                  <a:gd name="T58" fmla="*/ 120 w 444"/>
                  <a:gd name="T59" fmla="*/ 9 h 525"/>
                  <a:gd name="T60" fmla="*/ 119 w 444"/>
                  <a:gd name="T61" fmla="*/ 4 h 525"/>
                  <a:gd name="T62" fmla="*/ 105 w 444"/>
                  <a:gd name="T63" fmla="*/ 1 h 525"/>
                  <a:gd name="T64" fmla="*/ 80 w 444"/>
                  <a:gd name="T65" fmla="*/ 2 h 525"/>
                  <a:gd name="T66" fmla="*/ 70 w 444"/>
                  <a:gd name="T67" fmla="*/ 13 h 525"/>
                  <a:gd name="T68" fmla="*/ 61 w 444"/>
                  <a:gd name="T69" fmla="*/ 19 h 525"/>
                  <a:gd name="T70" fmla="*/ 45 w 444"/>
                  <a:gd name="T71" fmla="*/ 19 h 525"/>
                  <a:gd name="T72" fmla="*/ 30 w 444"/>
                  <a:gd name="T73" fmla="*/ 23 h 525"/>
                  <a:gd name="T74" fmla="*/ 23 w 444"/>
                  <a:gd name="T75" fmla="*/ 40 h 525"/>
                  <a:gd name="T76" fmla="*/ 11 w 444"/>
                  <a:gd name="T77" fmla="*/ 54 h 525"/>
                  <a:gd name="T78" fmla="*/ 1 w 444"/>
                  <a:gd name="T79" fmla="*/ 74 h 525"/>
                  <a:gd name="T80" fmla="*/ 4 w 444"/>
                  <a:gd name="T81" fmla="*/ 96 h 525"/>
                  <a:gd name="T82" fmla="*/ 0 w 444"/>
                  <a:gd name="T83" fmla="*/ 108 h 525"/>
                  <a:gd name="T84" fmla="*/ 10 w 444"/>
                  <a:gd name="T85" fmla="*/ 120 h 525"/>
                  <a:gd name="T86" fmla="*/ 15 w 444"/>
                  <a:gd name="T87" fmla="*/ 133 h 525"/>
                  <a:gd name="T88" fmla="*/ 16 w 444"/>
                  <a:gd name="T89" fmla="*/ 143 h 525"/>
                  <a:gd name="T90" fmla="*/ 11 w 444"/>
                  <a:gd name="T91" fmla="*/ 172 h 525"/>
                  <a:gd name="T92" fmla="*/ 17 w 444"/>
                  <a:gd name="T93" fmla="*/ 180 h 525"/>
                  <a:gd name="T94" fmla="*/ 24 w 444"/>
                  <a:gd name="T95" fmla="*/ 183 h 525"/>
                  <a:gd name="T96" fmla="*/ 23 w 444"/>
                  <a:gd name="T97" fmla="*/ 194 h 525"/>
                  <a:gd name="T98" fmla="*/ 28 w 444"/>
                  <a:gd name="T99" fmla="*/ 201 h 525"/>
                  <a:gd name="T100" fmla="*/ 25 w 444"/>
                  <a:gd name="T101" fmla="*/ 207 h 525"/>
                  <a:gd name="T102" fmla="*/ 30 w 444"/>
                  <a:gd name="T103" fmla="*/ 215 h 525"/>
                  <a:gd name="T104" fmla="*/ 30 w 444"/>
                  <a:gd name="T105" fmla="*/ 233 h 525"/>
                  <a:gd name="T106" fmla="*/ 40 w 444"/>
                  <a:gd name="T107" fmla="*/ 239 h 525"/>
                  <a:gd name="T108" fmla="*/ 53 w 444"/>
                  <a:gd name="T109" fmla="*/ 238 h 525"/>
                  <a:gd name="T110" fmla="*/ 70 w 444"/>
                  <a:gd name="T111" fmla="*/ 235 h 525"/>
                  <a:gd name="T112" fmla="*/ 79 w 444"/>
                  <a:gd name="T113" fmla="*/ 242 h 525"/>
                  <a:gd name="T114" fmla="*/ 86 w 444"/>
                  <a:gd name="T115" fmla="*/ 253 h 52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44" h="525">
                    <a:moveTo>
                      <a:pt x="159" y="466"/>
                    </a:moveTo>
                    <a:lnTo>
                      <a:pt x="165" y="470"/>
                    </a:lnTo>
                    <a:lnTo>
                      <a:pt x="171" y="474"/>
                    </a:lnTo>
                    <a:lnTo>
                      <a:pt x="176" y="480"/>
                    </a:lnTo>
                    <a:lnTo>
                      <a:pt x="183" y="486"/>
                    </a:lnTo>
                    <a:lnTo>
                      <a:pt x="189" y="492"/>
                    </a:lnTo>
                    <a:lnTo>
                      <a:pt x="194" y="497"/>
                    </a:lnTo>
                    <a:lnTo>
                      <a:pt x="198" y="502"/>
                    </a:lnTo>
                    <a:lnTo>
                      <a:pt x="201" y="505"/>
                    </a:lnTo>
                    <a:lnTo>
                      <a:pt x="194" y="504"/>
                    </a:lnTo>
                    <a:lnTo>
                      <a:pt x="187" y="503"/>
                    </a:lnTo>
                    <a:lnTo>
                      <a:pt x="182" y="503"/>
                    </a:lnTo>
                    <a:lnTo>
                      <a:pt x="180" y="504"/>
                    </a:lnTo>
                    <a:lnTo>
                      <a:pt x="180" y="508"/>
                    </a:lnTo>
                    <a:lnTo>
                      <a:pt x="180" y="511"/>
                    </a:lnTo>
                    <a:lnTo>
                      <a:pt x="182" y="516"/>
                    </a:lnTo>
                    <a:lnTo>
                      <a:pt x="186" y="518"/>
                    </a:lnTo>
                    <a:lnTo>
                      <a:pt x="191" y="520"/>
                    </a:lnTo>
                    <a:lnTo>
                      <a:pt x="199" y="523"/>
                    </a:lnTo>
                    <a:lnTo>
                      <a:pt x="206" y="525"/>
                    </a:lnTo>
                    <a:lnTo>
                      <a:pt x="211" y="524"/>
                    </a:lnTo>
                    <a:lnTo>
                      <a:pt x="216" y="518"/>
                    </a:lnTo>
                    <a:lnTo>
                      <a:pt x="222" y="510"/>
                    </a:lnTo>
                    <a:lnTo>
                      <a:pt x="227" y="501"/>
                    </a:lnTo>
                    <a:lnTo>
                      <a:pt x="229" y="493"/>
                    </a:lnTo>
                    <a:lnTo>
                      <a:pt x="236" y="488"/>
                    </a:lnTo>
                    <a:lnTo>
                      <a:pt x="244" y="482"/>
                    </a:lnTo>
                    <a:lnTo>
                      <a:pt x="255" y="475"/>
                    </a:lnTo>
                    <a:lnTo>
                      <a:pt x="265" y="467"/>
                    </a:lnTo>
                    <a:lnTo>
                      <a:pt x="274" y="460"/>
                    </a:lnTo>
                    <a:lnTo>
                      <a:pt x="284" y="454"/>
                    </a:lnTo>
                    <a:lnTo>
                      <a:pt x="292" y="449"/>
                    </a:lnTo>
                    <a:lnTo>
                      <a:pt x="297" y="447"/>
                    </a:lnTo>
                    <a:lnTo>
                      <a:pt x="303" y="444"/>
                    </a:lnTo>
                    <a:lnTo>
                      <a:pt x="311" y="442"/>
                    </a:lnTo>
                    <a:lnTo>
                      <a:pt x="320" y="440"/>
                    </a:lnTo>
                    <a:lnTo>
                      <a:pt x="332" y="436"/>
                    </a:lnTo>
                    <a:lnTo>
                      <a:pt x="342" y="433"/>
                    </a:lnTo>
                    <a:lnTo>
                      <a:pt x="354" y="431"/>
                    </a:lnTo>
                    <a:lnTo>
                      <a:pt x="365" y="428"/>
                    </a:lnTo>
                    <a:lnTo>
                      <a:pt x="375" y="427"/>
                    </a:lnTo>
                    <a:lnTo>
                      <a:pt x="371" y="422"/>
                    </a:lnTo>
                    <a:lnTo>
                      <a:pt x="365" y="416"/>
                    </a:lnTo>
                    <a:lnTo>
                      <a:pt x="360" y="407"/>
                    </a:lnTo>
                    <a:lnTo>
                      <a:pt x="353" y="398"/>
                    </a:lnTo>
                    <a:lnTo>
                      <a:pt x="346" y="390"/>
                    </a:lnTo>
                    <a:lnTo>
                      <a:pt x="340" y="382"/>
                    </a:lnTo>
                    <a:lnTo>
                      <a:pt x="335" y="375"/>
                    </a:lnTo>
                    <a:lnTo>
                      <a:pt x="333" y="369"/>
                    </a:lnTo>
                    <a:lnTo>
                      <a:pt x="341" y="372"/>
                    </a:lnTo>
                    <a:lnTo>
                      <a:pt x="349" y="373"/>
                    </a:lnTo>
                    <a:lnTo>
                      <a:pt x="356" y="373"/>
                    </a:lnTo>
                    <a:lnTo>
                      <a:pt x="363" y="369"/>
                    </a:lnTo>
                    <a:lnTo>
                      <a:pt x="370" y="361"/>
                    </a:lnTo>
                    <a:lnTo>
                      <a:pt x="377" y="352"/>
                    </a:lnTo>
                    <a:lnTo>
                      <a:pt x="381" y="342"/>
                    </a:lnTo>
                    <a:lnTo>
                      <a:pt x="385" y="334"/>
                    </a:lnTo>
                    <a:lnTo>
                      <a:pt x="391" y="335"/>
                    </a:lnTo>
                    <a:lnTo>
                      <a:pt x="398" y="335"/>
                    </a:lnTo>
                    <a:lnTo>
                      <a:pt x="404" y="333"/>
                    </a:lnTo>
                    <a:lnTo>
                      <a:pt x="410" y="329"/>
                    </a:lnTo>
                    <a:lnTo>
                      <a:pt x="407" y="327"/>
                    </a:lnTo>
                    <a:lnTo>
                      <a:pt x="404" y="323"/>
                    </a:lnTo>
                    <a:lnTo>
                      <a:pt x="403" y="320"/>
                    </a:lnTo>
                    <a:lnTo>
                      <a:pt x="404" y="318"/>
                    </a:lnTo>
                    <a:lnTo>
                      <a:pt x="407" y="315"/>
                    </a:lnTo>
                    <a:lnTo>
                      <a:pt x="411" y="312"/>
                    </a:lnTo>
                    <a:lnTo>
                      <a:pt x="418" y="307"/>
                    </a:lnTo>
                    <a:lnTo>
                      <a:pt x="425" y="300"/>
                    </a:lnTo>
                    <a:lnTo>
                      <a:pt x="432" y="295"/>
                    </a:lnTo>
                    <a:lnTo>
                      <a:pt x="438" y="288"/>
                    </a:lnTo>
                    <a:lnTo>
                      <a:pt x="441" y="282"/>
                    </a:lnTo>
                    <a:lnTo>
                      <a:pt x="444" y="276"/>
                    </a:lnTo>
                    <a:lnTo>
                      <a:pt x="444" y="258"/>
                    </a:lnTo>
                    <a:lnTo>
                      <a:pt x="444" y="229"/>
                    </a:lnTo>
                    <a:lnTo>
                      <a:pt x="443" y="200"/>
                    </a:lnTo>
                    <a:lnTo>
                      <a:pt x="440" y="181"/>
                    </a:lnTo>
                    <a:lnTo>
                      <a:pt x="436" y="169"/>
                    </a:lnTo>
                    <a:lnTo>
                      <a:pt x="429" y="158"/>
                    </a:lnTo>
                    <a:lnTo>
                      <a:pt x="422" y="147"/>
                    </a:lnTo>
                    <a:lnTo>
                      <a:pt x="414" y="141"/>
                    </a:lnTo>
                    <a:lnTo>
                      <a:pt x="407" y="139"/>
                    </a:lnTo>
                    <a:lnTo>
                      <a:pt x="400" y="138"/>
                    </a:lnTo>
                    <a:lnTo>
                      <a:pt x="395" y="138"/>
                    </a:lnTo>
                    <a:lnTo>
                      <a:pt x="390" y="138"/>
                    </a:lnTo>
                    <a:lnTo>
                      <a:pt x="391" y="130"/>
                    </a:lnTo>
                    <a:lnTo>
                      <a:pt x="392" y="120"/>
                    </a:lnTo>
                    <a:lnTo>
                      <a:pt x="392" y="110"/>
                    </a:lnTo>
                    <a:lnTo>
                      <a:pt x="391" y="101"/>
                    </a:lnTo>
                    <a:lnTo>
                      <a:pt x="387" y="94"/>
                    </a:lnTo>
                    <a:lnTo>
                      <a:pt x="383" y="88"/>
                    </a:lnTo>
                    <a:lnTo>
                      <a:pt x="376" y="84"/>
                    </a:lnTo>
                    <a:lnTo>
                      <a:pt x="369" y="83"/>
                    </a:lnTo>
                    <a:lnTo>
                      <a:pt x="362" y="82"/>
                    </a:lnTo>
                    <a:lnTo>
                      <a:pt x="357" y="77"/>
                    </a:lnTo>
                    <a:lnTo>
                      <a:pt x="355" y="72"/>
                    </a:lnTo>
                    <a:lnTo>
                      <a:pt x="354" y="67"/>
                    </a:lnTo>
                    <a:lnTo>
                      <a:pt x="354" y="63"/>
                    </a:lnTo>
                    <a:lnTo>
                      <a:pt x="352" y="57"/>
                    </a:lnTo>
                    <a:lnTo>
                      <a:pt x="349" y="50"/>
                    </a:lnTo>
                    <a:lnTo>
                      <a:pt x="345" y="42"/>
                    </a:lnTo>
                    <a:lnTo>
                      <a:pt x="339" y="35"/>
                    </a:lnTo>
                    <a:lnTo>
                      <a:pt x="330" y="30"/>
                    </a:lnTo>
                    <a:lnTo>
                      <a:pt x="319" y="26"/>
                    </a:lnTo>
                    <a:lnTo>
                      <a:pt x="305" y="26"/>
                    </a:lnTo>
                    <a:lnTo>
                      <a:pt x="296" y="26"/>
                    </a:lnTo>
                    <a:lnTo>
                      <a:pt x="289" y="24"/>
                    </a:lnTo>
                    <a:lnTo>
                      <a:pt x="284" y="22"/>
                    </a:lnTo>
                    <a:lnTo>
                      <a:pt x="278" y="19"/>
                    </a:lnTo>
                    <a:lnTo>
                      <a:pt x="272" y="18"/>
                    </a:lnTo>
                    <a:lnTo>
                      <a:pt x="266" y="18"/>
                    </a:lnTo>
                    <a:lnTo>
                      <a:pt x="259" y="18"/>
                    </a:lnTo>
                    <a:lnTo>
                      <a:pt x="254" y="20"/>
                    </a:lnTo>
                    <a:lnTo>
                      <a:pt x="249" y="22"/>
                    </a:lnTo>
                    <a:lnTo>
                      <a:pt x="246" y="23"/>
                    </a:lnTo>
                    <a:lnTo>
                      <a:pt x="241" y="24"/>
                    </a:lnTo>
                    <a:lnTo>
                      <a:pt x="236" y="23"/>
                    </a:lnTo>
                    <a:lnTo>
                      <a:pt x="231" y="20"/>
                    </a:lnTo>
                    <a:lnTo>
                      <a:pt x="226" y="18"/>
                    </a:lnTo>
                    <a:lnTo>
                      <a:pt x="219" y="17"/>
                    </a:lnTo>
                    <a:lnTo>
                      <a:pt x="212" y="17"/>
                    </a:lnTo>
                    <a:lnTo>
                      <a:pt x="213" y="14"/>
                    </a:lnTo>
                    <a:lnTo>
                      <a:pt x="216" y="10"/>
                    </a:lnTo>
                    <a:lnTo>
                      <a:pt x="218" y="8"/>
                    </a:lnTo>
                    <a:lnTo>
                      <a:pt x="220" y="8"/>
                    </a:lnTo>
                    <a:lnTo>
                      <a:pt x="213" y="5"/>
                    </a:lnTo>
                    <a:lnTo>
                      <a:pt x="204" y="3"/>
                    </a:lnTo>
                    <a:lnTo>
                      <a:pt x="191" y="1"/>
                    </a:lnTo>
                    <a:lnTo>
                      <a:pt x="180" y="0"/>
                    </a:lnTo>
                    <a:lnTo>
                      <a:pt x="167" y="0"/>
                    </a:lnTo>
                    <a:lnTo>
                      <a:pt x="156" y="1"/>
                    </a:lnTo>
                    <a:lnTo>
                      <a:pt x="146" y="3"/>
                    </a:lnTo>
                    <a:lnTo>
                      <a:pt x="140" y="8"/>
                    </a:lnTo>
                    <a:lnTo>
                      <a:pt x="135" y="14"/>
                    </a:lnTo>
                    <a:lnTo>
                      <a:pt x="131" y="19"/>
                    </a:lnTo>
                    <a:lnTo>
                      <a:pt x="128" y="24"/>
                    </a:lnTo>
                    <a:lnTo>
                      <a:pt x="125" y="29"/>
                    </a:lnTo>
                    <a:lnTo>
                      <a:pt x="121" y="32"/>
                    </a:lnTo>
                    <a:lnTo>
                      <a:pt x="117" y="34"/>
                    </a:lnTo>
                    <a:lnTo>
                      <a:pt x="111" y="35"/>
                    </a:lnTo>
                    <a:lnTo>
                      <a:pt x="105" y="35"/>
                    </a:lnTo>
                    <a:lnTo>
                      <a:pt x="98" y="34"/>
                    </a:lnTo>
                    <a:lnTo>
                      <a:pt x="90" y="34"/>
                    </a:lnTo>
                    <a:lnTo>
                      <a:pt x="82" y="34"/>
                    </a:lnTo>
                    <a:lnTo>
                      <a:pt x="74" y="35"/>
                    </a:lnTo>
                    <a:lnTo>
                      <a:pt x="67" y="37"/>
                    </a:lnTo>
                    <a:lnTo>
                      <a:pt x="60" y="39"/>
                    </a:lnTo>
                    <a:lnTo>
                      <a:pt x="54" y="42"/>
                    </a:lnTo>
                    <a:lnTo>
                      <a:pt x="50" y="47"/>
                    </a:lnTo>
                    <a:lnTo>
                      <a:pt x="45" y="55"/>
                    </a:lnTo>
                    <a:lnTo>
                      <a:pt x="43" y="64"/>
                    </a:lnTo>
                    <a:lnTo>
                      <a:pt x="42" y="73"/>
                    </a:lnTo>
                    <a:lnTo>
                      <a:pt x="42" y="83"/>
                    </a:lnTo>
                    <a:lnTo>
                      <a:pt x="36" y="87"/>
                    </a:lnTo>
                    <a:lnTo>
                      <a:pt x="28" y="92"/>
                    </a:lnTo>
                    <a:lnTo>
                      <a:pt x="21" y="99"/>
                    </a:lnTo>
                    <a:lnTo>
                      <a:pt x="14" y="107"/>
                    </a:lnTo>
                    <a:lnTo>
                      <a:pt x="7" y="115"/>
                    </a:lnTo>
                    <a:lnTo>
                      <a:pt x="4" y="125"/>
                    </a:lnTo>
                    <a:lnTo>
                      <a:pt x="2" y="135"/>
                    </a:lnTo>
                    <a:lnTo>
                      <a:pt x="4" y="145"/>
                    </a:lnTo>
                    <a:lnTo>
                      <a:pt x="8" y="159"/>
                    </a:lnTo>
                    <a:lnTo>
                      <a:pt x="8" y="168"/>
                    </a:lnTo>
                    <a:lnTo>
                      <a:pt x="7" y="176"/>
                    </a:lnTo>
                    <a:lnTo>
                      <a:pt x="4" y="182"/>
                    </a:lnTo>
                    <a:lnTo>
                      <a:pt x="1" y="186"/>
                    </a:lnTo>
                    <a:lnTo>
                      <a:pt x="0" y="191"/>
                    </a:lnTo>
                    <a:lnTo>
                      <a:pt x="0" y="197"/>
                    </a:lnTo>
                    <a:lnTo>
                      <a:pt x="1" y="202"/>
                    </a:lnTo>
                    <a:lnTo>
                      <a:pt x="4" y="209"/>
                    </a:lnTo>
                    <a:lnTo>
                      <a:pt x="9" y="215"/>
                    </a:lnTo>
                    <a:lnTo>
                      <a:pt x="19" y="220"/>
                    </a:lnTo>
                    <a:lnTo>
                      <a:pt x="30" y="223"/>
                    </a:lnTo>
                    <a:lnTo>
                      <a:pt x="29" y="229"/>
                    </a:lnTo>
                    <a:lnTo>
                      <a:pt x="28" y="236"/>
                    </a:lnTo>
                    <a:lnTo>
                      <a:pt x="28" y="244"/>
                    </a:lnTo>
                    <a:lnTo>
                      <a:pt x="29" y="250"/>
                    </a:lnTo>
                    <a:lnTo>
                      <a:pt x="28" y="253"/>
                    </a:lnTo>
                    <a:lnTo>
                      <a:pt x="28" y="258"/>
                    </a:lnTo>
                    <a:lnTo>
                      <a:pt x="30" y="262"/>
                    </a:lnTo>
                    <a:lnTo>
                      <a:pt x="34" y="266"/>
                    </a:lnTo>
                    <a:lnTo>
                      <a:pt x="30" y="277"/>
                    </a:lnTo>
                    <a:lnTo>
                      <a:pt x="24" y="296"/>
                    </a:lnTo>
                    <a:lnTo>
                      <a:pt x="20" y="315"/>
                    </a:lnTo>
                    <a:lnTo>
                      <a:pt x="21" y="327"/>
                    </a:lnTo>
                    <a:lnTo>
                      <a:pt x="24" y="329"/>
                    </a:lnTo>
                    <a:lnTo>
                      <a:pt x="28" y="330"/>
                    </a:lnTo>
                    <a:lnTo>
                      <a:pt x="31" y="330"/>
                    </a:lnTo>
                    <a:lnTo>
                      <a:pt x="34" y="331"/>
                    </a:lnTo>
                    <a:lnTo>
                      <a:pt x="36" y="331"/>
                    </a:lnTo>
                    <a:lnTo>
                      <a:pt x="40" y="334"/>
                    </a:lnTo>
                    <a:lnTo>
                      <a:pt x="44" y="335"/>
                    </a:lnTo>
                    <a:lnTo>
                      <a:pt x="46" y="337"/>
                    </a:lnTo>
                    <a:lnTo>
                      <a:pt x="45" y="342"/>
                    </a:lnTo>
                    <a:lnTo>
                      <a:pt x="44" y="348"/>
                    </a:lnTo>
                    <a:lnTo>
                      <a:pt x="42" y="355"/>
                    </a:lnTo>
                    <a:lnTo>
                      <a:pt x="42" y="359"/>
                    </a:lnTo>
                    <a:lnTo>
                      <a:pt x="44" y="363"/>
                    </a:lnTo>
                    <a:lnTo>
                      <a:pt x="47" y="365"/>
                    </a:lnTo>
                    <a:lnTo>
                      <a:pt x="51" y="367"/>
                    </a:lnTo>
                    <a:lnTo>
                      <a:pt x="55" y="368"/>
                    </a:lnTo>
                    <a:lnTo>
                      <a:pt x="52" y="371"/>
                    </a:lnTo>
                    <a:lnTo>
                      <a:pt x="49" y="374"/>
                    </a:lnTo>
                    <a:lnTo>
                      <a:pt x="46" y="379"/>
                    </a:lnTo>
                    <a:lnTo>
                      <a:pt x="45" y="382"/>
                    </a:lnTo>
                    <a:lnTo>
                      <a:pt x="47" y="386"/>
                    </a:lnTo>
                    <a:lnTo>
                      <a:pt x="51" y="389"/>
                    </a:lnTo>
                    <a:lnTo>
                      <a:pt x="54" y="393"/>
                    </a:lnTo>
                    <a:lnTo>
                      <a:pt x="55" y="396"/>
                    </a:lnTo>
                    <a:lnTo>
                      <a:pt x="54" y="403"/>
                    </a:lnTo>
                    <a:lnTo>
                      <a:pt x="53" y="414"/>
                    </a:lnTo>
                    <a:lnTo>
                      <a:pt x="55" y="426"/>
                    </a:lnTo>
                    <a:lnTo>
                      <a:pt x="61" y="434"/>
                    </a:lnTo>
                    <a:lnTo>
                      <a:pt x="65" y="436"/>
                    </a:lnTo>
                    <a:lnTo>
                      <a:pt x="69" y="437"/>
                    </a:lnTo>
                    <a:lnTo>
                      <a:pt x="73" y="437"/>
                    </a:lnTo>
                    <a:lnTo>
                      <a:pt x="77" y="437"/>
                    </a:lnTo>
                    <a:lnTo>
                      <a:pt x="84" y="437"/>
                    </a:lnTo>
                    <a:lnTo>
                      <a:pt x="91" y="436"/>
                    </a:lnTo>
                    <a:lnTo>
                      <a:pt x="97" y="435"/>
                    </a:lnTo>
                    <a:lnTo>
                      <a:pt x="103" y="434"/>
                    </a:lnTo>
                    <a:lnTo>
                      <a:pt x="111" y="433"/>
                    </a:lnTo>
                    <a:lnTo>
                      <a:pt x="120" y="431"/>
                    </a:lnTo>
                    <a:lnTo>
                      <a:pt x="127" y="429"/>
                    </a:lnTo>
                    <a:lnTo>
                      <a:pt x="133" y="428"/>
                    </a:lnTo>
                    <a:lnTo>
                      <a:pt x="136" y="433"/>
                    </a:lnTo>
                    <a:lnTo>
                      <a:pt x="141" y="437"/>
                    </a:lnTo>
                    <a:lnTo>
                      <a:pt x="145" y="443"/>
                    </a:lnTo>
                    <a:lnTo>
                      <a:pt x="148" y="447"/>
                    </a:lnTo>
                    <a:lnTo>
                      <a:pt x="150" y="452"/>
                    </a:lnTo>
                    <a:lnTo>
                      <a:pt x="153" y="458"/>
                    </a:lnTo>
                    <a:lnTo>
                      <a:pt x="157" y="463"/>
                    </a:lnTo>
                    <a:lnTo>
                      <a:pt x="159" y="46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2" name="Freeform 103">
                <a:extLst>
                  <a:ext uri="{FF2B5EF4-FFF2-40B4-BE49-F238E27FC236}">
                    <a16:creationId xmlns:a16="http://schemas.microsoft.com/office/drawing/2014/main" id="{53A5505D-A2CC-45D9-8471-709D7011341E}"/>
                  </a:ext>
                </a:extLst>
              </p:cNvPr>
              <p:cNvSpPr>
                <a:spLocks/>
              </p:cNvSpPr>
              <p:nvPr/>
            </p:nvSpPr>
            <p:spPr bwMode="auto">
              <a:xfrm>
                <a:off x="4544" y="3059"/>
                <a:ext cx="45" cy="82"/>
              </a:xfrm>
              <a:custGeom>
                <a:avLst/>
                <a:gdLst>
                  <a:gd name="T0" fmla="*/ 44 w 83"/>
                  <a:gd name="T1" fmla="*/ 65 h 151"/>
                  <a:gd name="T2" fmla="*/ 43 w 83"/>
                  <a:gd name="T3" fmla="*/ 69 h 151"/>
                  <a:gd name="T4" fmla="*/ 40 w 83"/>
                  <a:gd name="T5" fmla="*/ 74 h 151"/>
                  <a:gd name="T6" fmla="*/ 37 w 83"/>
                  <a:gd name="T7" fmla="*/ 78 h 151"/>
                  <a:gd name="T8" fmla="*/ 34 w 83"/>
                  <a:gd name="T9" fmla="*/ 81 h 151"/>
                  <a:gd name="T10" fmla="*/ 31 w 83"/>
                  <a:gd name="T11" fmla="*/ 82 h 151"/>
                  <a:gd name="T12" fmla="*/ 28 w 83"/>
                  <a:gd name="T13" fmla="*/ 81 h 151"/>
                  <a:gd name="T14" fmla="*/ 23 w 83"/>
                  <a:gd name="T15" fmla="*/ 79 h 151"/>
                  <a:gd name="T16" fmla="*/ 21 w 83"/>
                  <a:gd name="T17" fmla="*/ 78 h 151"/>
                  <a:gd name="T18" fmla="*/ 18 w 83"/>
                  <a:gd name="T19" fmla="*/ 77 h 151"/>
                  <a:gd name="T20" fmla="*/ 17 w 83"/>
                  <a:gd name="T21" fmla="*/ 74 h 151"/>
                  <a:gd name="T22" fmla="*/ 17 w 83"/>
                  <a:gd name="T23" fmla="*/ 73 h 151"/>
                  <a:gd name="T24" fmla="*/ 17 w 83"/>
                  <a:gd name="T25" fmla="*/ 71 h 151"/>
                  <a:gd name="T26" fmla="*/ 18 w 83"/>
                  <a:gd name="T27" fmla="*/ 70 h 151"/>
                  <a:gd name="T28" fmla="*/ 21 w 83"/>
                  <a:gd name="T29" fmla="*/ 70 h 151"/>
                  <a:gd name="T30" fmla="*/ 25 w 83"/>
                  <a:gd name="T31" fmla="*/ 71 h 151"/>
                  <a:gd name="T32" fmla="*/ 29 w 83"/>
                  <a:gd name="T33" fmla="*/ 71 h 151"/>
                  <a:gd name="T34" fmla="*/ 27 w 83"/>
                  <a:gd name="T35" fmla="*/ 70 h 151"/>
                  <a:gd name="T36" fmla="*/ 25 w 83"/>
                  <a:gd name="T37" fmla="*/ 67 h 151"/>
                  <a:gd name="T38" fmla="*/ 22 w 83"/>
                  <a:gd name="T39" fmla="*/ 64 h 151"/>
                  <a:gd name="T40" fmla="*/ 19 w 83"/>
                  <a:gd name="T41" fmla="*/ 61 h 151"/>
                  <a:gd name="T42" fmla="*/ 15 w 83"/>
                  <a:gd name="T43" fmla="*/ 58 h 151"/>
                  <a:gd name="T44" fmla="*/ 12 w 83"/>
                  <a:gd name="T45" fmla="*/ 54 h 151"/>
                  <a:gd name="T46" fmla="*/ 9 w 83"/>
                  <a:gd name="T47" fmla="*/ 52 h 151"/>
                  <a:gd name="T48" fmla="*/ 6 w 83"/>
                  <a:gd name="T49" fmla="*/ 50 h 151"/>
                  <a:gd name="T50" fmla="*/ 5 w 83"/>
                  <a:gd name="T51" fmla="*/ 48 h 151"/>
                  <a:gd name="T52" fmla="*/ 3 w 83"/>
                  <a:gd name="T53" fmla="*/ 46 h 151"/>
                  <a:gd name="T54" fmla="*/ 1 w 83"/>
                  <a:gd name="T55" fmla="*/ 42 h 151"/>
                  <a:gd name="T56" fmla="*/ 0 w 83"/>
                  <a:gd name="T57" fmla="*/ 40 h 151"/>
                  <a:gd name="T58" fmla="*/ 7 w 83"/>
                  <a:gd name="T59" fmla="*/ 36 h 151"/>
                  <a:gd name="T60" fmla="*/ 12 w 83"/>
                  <a:gd name="T61" fmla="*/ 32 h 151"/>
                  <a:gd name="T62" fmla="*/ 17 w 83"/>
                  <a:gd name="T63" fmla="*/ 28 h 151"/>
                  <a:gd name="T64" fmla="*/ 21 w 83"/>
                  <a:gd name="T65" fmla="*/ 23 h 151"/>
                  <a:gd name="T66" fmla="*/ 24 w 83"/>
                  <a:gd name="T67" fmla="*/ 19 h 151"/>
                  <a:gd name="T68" fmla="*/ 27 w 83"/>
                  <a:gd name="T69" fmla="*/ 15 h 151"/>
                  <a:gd name="T70" fmla="*/ 29 w 83"/>
                  <a:gd name="T71" fmla="*/ 11 h 151"/>
                  <a:gd name="T72" fmla="*/ 30 w 83"/>
                  <a:gd name="T73" fmla="*/ 8 h 151"/>
                  <a:gd name="T74" fmla="*/ 31 w 83"/>
                  <a:gd name="T75" fmla="*/ 5 h 151"/>
                  <a:gd name="T76" fmla="*/ 31 w 83"/>
                  <a:gd name="T77" fmla="*/ 3 h 151"/>
                  <a:gd name="T78" fmla="*/ 33 w 83"/>
                  <a:gd name="T79" fmla="*/ 1 h 151"/>
                  <a:gd name="T80" fmla="*/ 34 w 83"/>
                  <a:gd name="T81" fmla="*/ 0 h 151"/>
                  <a:gd name="T82" fmla="*/ 35 w 83"/>
                  <a:gd name="T83" fmla="*/ 3 h 151"/>
                  <a:gd name="T84" fmla="*/ 37 w 83"/>
                  <a:gd name="T85" fmla="*/ 7 h 151"/>
                  <a:gd name="T86" fmla="*/ 38 w 83"/>
                  <a:gd name="T87" fmla="*/ 11 h 151"/>
                  <a:gd name="T88" fmla="*/ 38 w 83"/>
                  <a:gd name="T89" fmla="*/ 16 h 151"/>
                  <a:gd name="T90" fmla="*/ 38 w 83"/>
                  <a:gd name="T91" fmla="*/ 22 h 151"/>
                  <a:gd name="T92" fmla="*/ 39 w 83"/>
                  <a:gd name="T93" fmla="*/ 29 h 151"/>
                  <a:gd name="T94" fmla="*/ 40 w 83"/>
                  <a:gd name="T95" fmla="*/ 36 h 151"/>
                  <a:gd name="T96" fmla="*/ 42 w 83"/>
                  <a:gd name="T97" fmla="*/ 41 h 151"/>
                  <a:gd name="T98" fmla="*/ 43 w 83"/>
                  <a:gd name="T99" fmla="*/ 46 h 151"/>
                  <a:gd name="T100" fmla="*/ 44 w 83"/>
                  <a:gd name="T101" fmla="*/ 53 h 151"/>
                  <a:gd name="T102" fmla="*/ 45 w 83"/>
                  <a:gd name="T103" fmla="*/ 60 h 151"/>
                  <a:gd name="T104" fmla="*/ 44 w 83"/>
                  <a:gd name="T105" fmla="*/ 65 h 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 h="151">
                    <a:moveTo>
                      <a:pt x="81" y="119"/>
                    </a:moveTo>
                    <a:lnTo>
                      <a:pt x="79" y="127"/>
                    </a:lnTo>
                    <a:lnTo>
                      <a:pt x="74" y="136"/>
                    </a:lnTo>
                    <a:lnTo>
                      <a:pt x="68" y="144"/>
                    </a:lnTo>
                    <a:lnTo>
                      <a:pt x="63" y="150"/>
                    </a:lnTo>
                    <a:lnTo>
                      <a:pt x="58" y="151"/>
                    </a:lnTo>
                    <a:lnTo>
                      <a:pt x="51" y="149"/>
                    </a:lnTo>
                    <a:lnTo>
                      <a:pt x="43" y="146"/>
                    </a:lnTo>
                    <a:lnTo>
                      <a:pt x="38" y="144"/>
                    </a:lnTo>
                    <a:lnTo>
                      <a:pt x="34" y="142"/>
                    </a:lnTo>
                    <a:lnTo>
                      <a:pt x="32" y="137"/>
                    </a:lnTo>
                    <a:lnTo>
                      <a:pt x="32" y="134"/>
                    </a:lnTo>
                    <a:lnTo>
                      <a:pt x="32" y="130"/>
                    </a:lnTo>
                    <a:lnTo>
                      <a:pt x="34" y="129"/>
                    </a:lnTo>
                    <a:lnTo>
                      <a:pt x="39" y="129"/>
                    </a:lnTo>
                    <a:lnTo>
                      <a:pt x="46" y="130"/>
                    </a:lnTo>
                    <a:lnTo>
                      <a:pt x="53" y="131"/>
                    </a:lnTo>
                    <a:lnTo>
                      <a:pt x="50" y="128"/>
                    </a:lnTo>
                    <a:lnTo>
                      <a:pt x="46" y="123"/>
                    </a:lnTo>
                    <a:lnTo>
                      <a:pt x="41" y="118"/>
                    </a:lnTo>
                    <a:lnTo>
                      <a:pt x="35" y="112"/>
                    </a:lnTo>
                    <a:lnTo>
                      <a:pt x="28" y="106"/>
                    </a:lnTo>
                    <a:lnTo>
                      <a:pt x="23" y="100"/>
                    </a:lnTo>
                    <a:lnTo>
                      <a:pt x="17" y="96"/>
                    </a:lnTo>
                    <a:lnTo>
                      <a:pt x="11" y="92"/>
                    </a:lnTo>
                    <a:lnTo>
                      <a:pt x="9" y="89"/>
                    </a:lnTo>
                    <a:lnTo>
                      <a:pt x="5" y="84"/>
                    </a:lnTo>
                    <a:lnTo>
                      <a:pt x="2" y="78"/>
                    </a:lnTo>
                    <a:lnTo>
                      <a:pt x="0" y="73"/>
                    </a:lnTo>
                    <a:lnTo>
                      <a:pt x="12" y="66"/>
                    </a:lnTo>
                    <a:lnTo>
                      <a:pt x="23" y="59"/>
                    </a:lnTo>
                    <a:lnTo>
                      <a:pt x="32" y="51"/>
                    </a:lnTo>
                    <a:lnTo>
                      <a:pt x="39" y="43"/>
                    </a:lnTo>
                    <a:lnTo>
                      <a:pt x="45" y="35"/>
                    </a:lnTo>
                    <a:lnTo>
                      <a:pt x="49" y="28"/>
                    </a:lnTo>
                    <a:lnTo>
                      <a:pt x="53" y="21"/>
                    </a:lnTo>
                    <a:lnTo>
                      <a:pt x="55" y="14"/>
                    </a:lnTo>
                    <a:lnTo>
                      <a:pt x="57" y="9"/>
                    </a:lnTo>
                    <a:lnTo>
                      <a:pt x="58" y="5"/>
                    </a:lnTo>
                    <a:lnTo>
                      <a:pt x="61" y="2"/>
                    </a:lnTo>
                    <a:lnTo>
                      <a:pt x="62" y="0"/>
                    </a:lnTo>
                    <a:lnTo>
                      <a:pt x="65" y="5"/>
                    </a:lnTo>
                    <a:lnTo>
                      <a:pt x="68" y="12"/>
                    </a:lnTo>
                    <a:lnTo>
                      <a:pt x="70" y="20"/>
                    </a:lnTo>
                    <a:lnTo>
                      <a:pt x="70" y="29"/>
                    </a:lnTo>
                    <a:lnTo>
                      <a:pt x="70" y="40"/>
                    </a:lnTo>
                    <a:lnTo>
                      <a:pt x="72" y="54"/>
                    </a:lnTo>
                    <a:lnTo>
                      <a:pt x="74" y="67"/>
                    </a:lnTo>
                    <a:lnTo>
                      <a:pt x="77" y="76"/>
                    </a:lnTo>
                    <a:lnTo>
                      <a:pt x="79" y="85"/>
                    </a:lnTo>
                    <a:lnTo>
                      <a:pt x="81" y="97"/>
                    </a:lnTo>
                    <a:lnTo>
                      <a:pt x="83" y="110"/>
                    </a:lnTo>
                    <a:lnTo>
                      <a:pt x="81" y="1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3" name="Freeform 104">
                <a:extLst>
                  <a:ext uri="{FF2B5EF4-FFF2-40B4-BE49-F238E27FC236}">
                    <a16:creationId xmlns:a16="http://schemas.microsoft.com/office/drawing/2014/main" id="{3E336C7B-07F3-40D7-8DF7-46AA461D67AC}"/>
                  </a:ext>
                </a:extLst>
              </p:cNvPr>
              <p:cNvSpPr>
                <a:spLocks/>
              </p:cNvSpPr>
              <p:nvPr/>
            </p:nvSpPr>
            <p:spPr bwMode="auto">
              <a:xfrm>
                <a:off x="4474" y="2952"/>
                <a:ext cx="47" cy="141"/>
              </a:xfrm>
              <a:custGeom>
                <a:avLst/>
                <a:gdLst>
                  <a:gd name="T0" fmla="*/ 29 w 86"/>
                  <a:gd name="T1" fmla="*/ 141 h 258"/>
                  <a:gd name="T2" fmla="*/ 25 w 86"/>
                  <a:gd name="T3" fmla="*/ 140 h 258"/>
                  <a:gd name="T4" fmla="*/ 20 w 86"/>
                  <a:gd name="T5" fmla="*/ 137 h 258"/>
                  <a:gd name="T6" fmla="*/ 19 w 86"/>
                  <a:gd name="T7" fmla="*/ 128 h 258"/>
                  <a:gd name="T8" fmla="*/ 19 w 86"/>
                  <a:gd name="T9" fmla="*/ 122 h 258"/>
                  <a:gd name="T10" fmla="*/ 19 w 86"/>
                  <a:gd name="T11" fmla="*/ 119 h 258"/>
                  <a:gd name="T12" fmla="*/ 19 w 86"/>
                  <a:gd name="T13" fmla="*/ 117 h 258"/>
                  <a:gd name="T14" fmla="*/ 15 w 86"/>
                  <a:gd name="T15" fmla="*/ 113 h 258"/>
                  <a:gd name="T16" fmla="*/ 14 w 86"/>
                  <a:gd name="T17" fmla="*/ 109 h 258"/>
                  <a:gd name="T18" fmla="*/ 17 w 86"/>
                  <a:gd name="T19" fmla="*/ 105 h 258"/>
                  <a:gd name="T20" fmla="*/ 17 w 86"/>
                  <a:gd name="T21" fmla="*/ 103 h 258"/>
                  <a:gd name="T22" fmla="*/ 13 w 86"/>
                  <a:gd name="T23" fmla="*/ 101 h 258"/>
                  <a:gd name="T24" fmla="*/ 12 w 86"/>
                  <a:gd name="T25" fmla="*/ 96 h 258"/>
                  <a:gd name="T26" fmla="*/ 14 w 86"/>
                  <a:gd name="T27" fmla="*/ 89 h 258"/>
                  <a:gd name="T28" fmla="*/ 13 w 86"/>
                  <a:gd name="T29" fmla="*/ 85 h 258"/>
                  <a:gd name="T30" fmla="*/ 9 w 86"/>
                  <a:gd name="T31" fmla="*/ 83 h 258"/>
                  <a:gd name="T32" fmla="*/ 6 w 86"/>
                  <a:gd name="T33" fmla="*/ 83 h 258"/>
                  <a:gd name="T34" fmla="*/ 2 w 86"/>
                  <a:gd name="T35" fmla="*/ 82 h 258"/>
                  <a:gd name="T36" fmla="*/ 0 w 86"/>
                  <a:gd name="T37" fmla="*/ 74 h 258"/>
                  <a:gd name="T38" fmla="*/ 5 w 86"/>
                  <a:gd name="T39" fmla="*/ 54 h 258"/>
                  <a:gd name="T40" fmla="*/ 5 w 86"/>
                  <a:gd name="T41" fmla="*/ 45 h 258"/>
                  <a:gd name="T42" fmla="*/ 4 w 86"/>
                  <a:gd name="T43" fmla="*/ 40 h 258"/>
                  <a:gd name="T44" fmla="*/ 4 w 86"/>
                  <a:gd name="T45" fmla="*/ 36 h 258"/>
                  <a:gd name="T46" fmla="*/ 5 w 86"/>
                  <a:gd name="T47" fmla="*/ 27 h 258"/>
                  <a:gd name="T48" fmla="*/ 6 w 86"/>
                  <a:gd name="T49" fmla="*/ 21 h 258"/>
                  <a:gd name="T50" fmla="*/ 9 w 86"/>
                  <a:gd name="T51" fmla="*/ 15 h 258"/>
                  <a:gd name="T52" fmla="*/ 15 w 86"/>
                  <a:gd name="T53" fmla="*/ 12 h 258"/>
                  <a:gd name="T54" fmla="*/ 21 w 86"/>
                  <a:gd name="T55" fmla="*/ 9 h 258"/>
                  <a:gd name="T56" fmla="*/ 26 w 86"/>
                  <a:gd name="T57" fmla="*/ 6 h 258"/>
                  <a:gd name="T58" fmla="*/ 31 w 86"/>
                  <a:gd name="T59" fmla="*/ 1 h 258"/>
                  <a:gd name="T60" fmla="*/ 33 w 86"/>
                  <a:gd name="T61" fmla="*/ 3 h 258"/>
                  <a:gd name="T62" fmla="*/ 31 w 86"/>
                  <a:gd name="T63" fmla="*/ 10 h 258"/>
                  <a:gd name="T64" fmla="*/ 30 w 86"/>
                  <a:gd name="T65" fmla="*/ 20 h 258"/>
                  <a:gd name="T66" fmla="*/ 34 w 86"/>
                  <a:gd name="T67" fmla="*/ 32 h 258"/>
                  <a:gd name="T68" fmla="*/ 39 w 86"/>
                  <a:gd name="T69" fmla="*/ 39 h 258"/>
                  <a:gd name="T70" fmla="*/ 46 w 86"/>
                  <a:gd name="T71" fmla="*/ 49 h 258"/>
                  <a:gd name="T72" fmla="*/ 45 w 86"/>
                  <a:gd name="T73" fmla="*/ 60 h 258"/>
                  <a:gd name="T74" fmla="*/ 38 w 86"/>
                  <a:gd name="T75" fmla="*/ 69 h 258"/>
                  <a:gd name="T76" fmla="*/ 31 w 86"/>
                  <a:gd name="T77" fmla="*/ 78 h 258"/>
                  <a:gd name="T78" fmla="*/ 30 w 86"/>
                  <a:gd name="T79" fmla="*/ 91 h 258"/>
                  <a:gd name="T80" fmla="*/ 31 w 86"/>
                  <a:gd name="T81" fmla="*/ 98 h 258"/>
                  <a:gd name="T82" fmla="*/ 33 w 86"/>
                  <a:gd name="T83" fmla="*/ 104 h 258"/>
                  <a:gd name="T84" fmla="*/ 33 w 86"/>
                  <a:gd name="T85" fmla="*/ 111 h 258"/>
                  <a:gd name="T86" fmla="*/ 34 w 86"/>
                  <a:gd name="T87" fmla="*/ 117 h 258"/>
                  <a:gd name="T88" fmla="*/ 37 w 86"/>
                  <a:gd name="T89" fmla="*/ 123 h 258"/>
                  <a:gd name="T90" fmla="*/ 37 w 86"/>
                  <a:gd name="T91" fmla="*/ 138 h 25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6" h="258">
                    <a:moveTo>
                      <a:pt x="57" y="258"/>
                    </a:moveTo>
                    <a:lnTo>
                      <a:pt x="53" y="258"/>
                    </a:lnTo>
                    <a:lnTo>
                      <a:pt x="49" y="258"/>
                    </a:lnTo>
                    <a:lnTo>
                      <a:pt x="45" y="257"/>
                    </a:lnTo>
                    <a:lnTo>
                      <a:pt x="41" y="255"/>
                    </a:lnTo>
                    <a:lnTo>
                      <a:pt x="37" y="250"/>
                    </a:lnTo>
                    <a:lnTo>
                      <a:pt x="34" y="242"/>
                    </a:lnTo>
                    <a:lnTo>
                      <a:pt x="34" y="234"/>
                    </a:lnTo>
                    <a:lnTo>
                      <a:pt x="34" y="226"/>
                    </a:lnTo>
                    <a:lnTo>
                      <a:pt x="34" y="223"/>
                    </a:lnTo>
                    <a:lnTo>
                      <a:pt x="35" y="220"/>
                    </a:lnTo>
                    <a:lnTo>
                      <a:pt x="35" y="218"/>
                    </a:lnTo>
                    <a:lnTo>
                      <a:pt x="35" y="217"/>
                    </a:lnTo>
                    <a:lnTo>
                      <a:pt x="34" y="214"/>
                    </a:lnTo>
                    <a:lnTo>
                      <a:pt x="31" y="210"/>
                    </a:lnTo>
                    <a:lnTo>
                      <a:pt x="27" y="207"/>
                    </a:lnTo>
                    <a:lnTo>
                      <a:pt x="25" y="203"/>
                    </a:lnTo>
                    <a:lnTo>
                      <a:pt x="26" y="200"/>
                    </a:lnTo>
                    <a:lnTo>
                      <a:pt x="29" y="195"/>
                    </a:lnTo>
                    <a:lnTo>
                      <a:pt x="32" y="192"/>
                    </a:lnTo>
                    <a:lnTo>
                      <a:pt x="35" y="189"/>
                    </a:lnTo>
                    <a:lnTo>
                      <a:pt x="31" y="188"/>
                    </a:lnTo>
                    <a:lnTo>
                      <a:pt x="27" y="186"/>
                    </a:lnTo>
                    <a:lnTo>
                      <a:pt x="24" y="184"/>
                    </a:lnTo>
                    <a:lnTo>
                      <a:pt x="22" y="180"/>
                    </a:lnTo>
                    <a:lnTo>
                      <a:pt x="22" y="176"/>
                    </a:lnTo>
                    <a:lnTo>
                      <a:pt x="24" y="169"/>
                    </a:lnTo>
                    <a:lnTo>
                      <a:pt x="25" y="163"/>
                    </a:lnTo>
                    <a:lnTo>
                      <a:pt x="26" y="158"/>
                    </a:lnTo>
                    <a:lnTo>
                      <a:pt x="24" y="156"/>
                    </a:lnTo>
                    <a:lnTo>
                      <a:pt x="20" y="155"/>
                    </a:lnTo>
                    <a:lnTo>
                      <a:pt x="16" y="152"/>
                    </a:lnTo>
                    <a:lnTo>
                      <a:pt x="14" y="152"/>
                    </a:lnTo>
                    <a:lnTo>
                      <a:pt x="11" y="151"/>
                    </a:lnTo>
                    <a:lnTo>
                      <a:pt x="8" y="151"/>
                    </a:lnTo>
                    <a:lnTo>
                      <a:pt x="4" y="150"/>
                    </a:lnTo>
                    <a:lnTo>
                      <a:pt x="1" y="148"/>
                    </a:lnTo>
                    <a:lnTo>
                      <a:pt x="0" y="136"/>
                    </a:lnTo>
                    <a:lnTo>
                      <a:pt x="4" y="117"/>
                    </a:lnTo>
                    <a:lnTo>
                      <a:pt x="10" y="98"/>
                    </a:lnTo>
                    <a:lnTo>
                      <a:pt x="14" y="87"/>
                    </a:lnTo>
                    <a:lnTo>
                      <a:pt x="10" y="83"/>
                    </a:lnTo>
                    <a:lnTo>
                      <a:pt x="8" y="79"/>
                    </a:lnTo>
                    <a:lnTo>
                      <a:pt x="8" y="74"/>
                    </a:lnTo>
                    <a:lnTo>
                      <a:pt x="9" y="71"/>
                    </a:lnTo>
                    <a:lnTo>
                      <a:pt x="8" y="65"/>
                    </a:lnTo>
                    <a:lnTo>
                      <a:pt x="8" y="57"/>
                    </a:lnTo>
                    <a:lnTo>
                      <a:pt x="9" y="50"/>
                    </a:lnTo>
                    <a:lnTo>
                      <a:pt x="10" y="44"/>
                    </a:lnTo>
                    <a:lnTo>
                      <a:pt x="11" y="38"/>
                    </a:lnTo>
                    <a:lnTo>
                      <a:pt x="15" y="33"/>
                    </a:lnTo>
                    <a:lnTo>
                      <a:pt x="17" y="28"/>
                    </a:lnTo>
                    <a:lnTo>
                      <a:pt x="22" y="25"/>
                    </a:lnTo>
                    <a:lnTo>
                      <a:pt x="27" y="22"/>
                    </a:lnTo>
                    <a:lnTo>
                      <a:pt x="33" y="20"/>
                    </a:lnTo>
                    <a:lnTo>
                      <a:pt x="39" y="17"/>
                    </a:lnTo>
                    <a:lnTo>
                      <a:pt x="44" y="14"/>
                    </a:lnTo>
                    <a:lnTo>
                      <a:pt x="47" y="11"/>
                    </a:lnTo>
                    <a:lnTo>
                      <a:pt x="53" y="6"/>
                    </a:lnTo>
                    <a:lnTo>
                      <a:pt x="57" y="2"/>
                    </a:lnTo>
                    <a:lnTo>
                      <a:pt x="62" y="0"/>
                    </a:lnTo>
                    <a:lnTo>
                      <a:pt x="61" y="5"/>
                    </a:lnTo>
                    <a:lnTo>
                      <a:pt x="59" y="11"/>
                    </a:lnTo>
                    <a:lnTo>
                      <a:pt x="56" y="18"/>
                    </a:lnTo>
                    <a:lnTo>
                      <a:pt x="54" y="26"/>
                    </a:lnTo>
                    <a:lnTo>
                      <a:pt x="54" y="36"/>
                    </a:lnTo>
                    <a:lnTo>
                      <a:pt x="57" y="48"/>
                    </a:lnTo>
                    <a:lnTo>
                      <a:pt x="62" y="59"/>
                    </a:lnTo>
                    <a:lnTo>
                      <a:pt x="67" y="65"/>
                    </a:lnTo>
                    <a:lnTo>
                      <a:pt x="72" y="71"/>
                    </a:lnTo>
                    <a:lnTo>
                      <a:pt x="79" y="79"/>
                    </a:lnTo>
                    <a:lnTo>
                      <a:pt x="84" y="90"/>
                    </a:lnTo>
                    <a:lnTo>
                      <a:pt x="86" y="101"/>
                    </a:lnTo>
                    <a:lnTo>
                      <a:pt x="83" y="110"/>
                    </a:lnTo>
                    <a:lnTo>
                      <a:pt x="77" y="118"/>
                    </a:lnTo>
                    <a:lnTo>
                      <a:pt x="69" y="126"/>
                    </a:lnTo>
                    <a:lnTo>
                      <a:pt x="62" y="134"/>
                    </a:lnTo>
                    <a:lnTo>
                      <a:pt x="57" y="143"/>
                    </a:lnTo>
                    <a:lnTo>
                      <a:pt x="55" y="154"/>
                    </a:lnTo>
                    <a:lnTo>
                      <a:pt x="55" y="166"/>
                    </a:lnTo>
                    <a:lnTo>
                      <a:pt x="56" y="177"/>
                    </a:lnTo>
                    <a:lnTo>
                      <a:pt x="57" y="180"/>
                    </a:lnTo>
                    <a:lnTo>
                      <a:pt x="59" y="185"/>
                    </a:lnTo>
                    <a:lnTo>
                      <a:pt x="60" y="190"/>
                    </a:lnTo>
                    <a:lnTo>
                      <a:pt x="60" y="197"/>
                    </a:lnTo>
                    <a:lnTo>
                      <a:pt x="60" y="203"/>
                    </a:lnTo>
                    <a:lnTo>
                      <a:pt x="61" y="209"/>
                    </a:lnTo>
                    <a:lnTo>
                      <a:pt x="63" y="214"/>
                    </a:lnTo>
                    <a:lnTo>
                      <a:pt x="64" y="217"/>
                    </a:lnTo>
                    <a:lnTo>
                      <a:pt x="67" y="225"/>
                    </a:lnTo>
                    <a:lnTo>
                      <a:pt x="69" y="238"/>
                    </a:lnTo>
                    <a:lnTo>
                      <a:pt x="67" y="252"/>
                    </a:lnTo>
                    <a:lnTo>
                      <a:pt x="57" y="25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4" name="Freeform 105">
                <a:extLst>
                  <a:ext uri="{FF2B5EF4-FFF2-40B4-BE49-F238E27FC236}">
                    <a16:creationId xmlns:a16="http://schemas.microsoft.com/office/drawing/2014/main" id="{A51CF4A3-249A-403D-819F-50FE50F87BB2}"/>
                  </a:ext>
                </a:extLst>
              </p:cNvPr>
              <p:cNvSpPr>
                <a:spLocks/>
              </p:cNvSpPr>
              <p:nvPr/>
            </p:nvSpPr>
            <p:spPr bwMode="auto">
              <a:xfrm>
                <a:off x="4563" y="3018"/>
                <a:ext cx="18" cy="37"/>
              </a:xfrm>
              <a:custGeom>
                <a:avLst/>
                <a:gdLst>
                  <a:gd name="T0" fmla="*/ 0 w 34"/>
                  <a:gd name="T1" fmla="*/ 5 h 68"/>
                  <a:gd name="T2" fmla="*/ 4 w 34"/>
                  <a:gd name="T3" fmla="*/ 5 h 68"/>
                  <a:gd name="T4" fmla="*/ 8 w 34"/>
                  <a:gd name="T5" fmla="*/ 5 h 68"/>
                  <a:gd name="T6" fmla="*/ 11 w 34"/>
                  <a:gd name="T7" fmla="*/ 3 h 68"/>
                  <a:gd name="T8" fmla="*/ 13 w 34"/>
                  <a:gd name="T9" fmla="*/ 0 h 68"/>
                  <a:gd name="T10" fmla="*/ 16 w 34"/>
                  <a:gd name="T11" fmla="*/ 7 h 68"/>
                  <a:gd name="T12" fmla="*/ 18 w 34"/>
                  <a:gd name="T13" fmla="*/ 14 h 68"/>
                  <a:gd name="T14" fmla="*/ 18 w 34"/>
                  <a:gd name="T15" fmla="*/ 21 h 68"/>
                  <a:gd name="T16" fmla="*/ 16 w 34"/>
                  <a:gd name="T17" fmla="*/ 26 h 68"/>
                  <a:gd name="T18" fmla="*/ 12 w 34"/>
                  <a:gd name="T19" fmla="*/ 29 h 68"/>
                  <a:gd name="T20" fmla="*/ 8 w 34"/>
                  <a:gd name="T21" fmla="*/ 32 h 68"/>
                  <a:gd name="T22" fmla="*/ 4 w 34"/>
                  <a:gd name="T23" fmla="*/ 34 h 68"/>
                  <a:gd name="T24" fmla="*/ 2 w 34"/>
                  <a:gd name="T25" fmla="*/ 37 h 68"/>
                  <a:gd name="T26" fmla="*/ 3 w 34"/>
                  <a:gd name="T27" fmla="*/ 30 h 68"/>
                  <a:gd name="T28" fmla="*/ 3 w 34"/>
                  <a:gd name="T29" fmla="*/ 21 h 68"/>
                  <a:gd name="T30" fmla="*/ 2 w 34"/>
                  <a:gd name="T31" fmla="*/ 12 h 68"/>
                  <a:gd name="T32" fmla="*/ 0 w 34"/>
                  <a:gd name="T33" fmla="*/ 5 h 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68">
                    <a:moveTo>
                      <a:pt x="0" y="9"/>
                    </a:moveTo>
                    <a:lnTo>
                      <a:pt x="7" y="10"/>
                    </a:lnTo>
                    <a:lnTo>
                      <a:pt x="15" y="9"/>
                    </a:lnTo>
                    <a:lnTo>
                      <a:pt x="21" y="6"/>
                    </a:lnTo>
                    <a:lnTo>
                      <a:pt x="24" y="0"/>
                    </a:lnTo>
                    <a:lnTo>
                      <a:pt x="30" y="12"/>
                    </a:lnTo>
                    <a:lnTo>
                      <a:pt x="34" y="25"/>
                    </a:lnTo>
                    <a:lnTo>
                      <a:pt x="34" y="38"/>
                    </a:lnTo>
                    <a:lnTo>
                      <a:pt x="30" y="47"/>
                    </a:lnTo>
                    <a:lnTo>
                      <a:pt x="23" y="53"/>
                    </a:lnTo>
                    <a:lnTo>
                      <a:pt x="15" y="58"/>
                    </a:lnTo>
                    <a:lnTo>
                      <a:pt x="8" y="62"/>
                    </a:lnTo>
                    <a:lnTo>
                      <a:pt x="4" y="68"/>
                    </a:lnTo>
                    <a:lnTo>
                      <a:pt x="6" y="55"/>
                    </a:lnTo>
                    <a:lnTo>
                      <a:pt x="6" y="38"/>
                    </a:lnTo>
                    <a:lnTo>
                      <a:pt x="4" y="22"/>
                    </a:lnTo>
                    <a:lnTo>
                      <a:pt x="0"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5" name="Freeform 106">
                <a:extLst>
                  <a:ext uri="{FF2B5EF4-FFF2-40B4-BE49-F238E27FC236}">
                    <a16:creationId xmlns:a16="http://schemas.microsoft.com/office/drawing/2014/main" id="{461576C1-91F6-4938-A3BE-0CE7A84D79D3}"/>
                  </a:ext>
                </a:extLst>
              </p:cNvPr>
              <p:cNvSpPr>
                <a:spLocks/>
              </p:cNvSpPr>
              <p:nvPr/>
            </p:nvSpPr>
            <p:spPr bwMode="auto">
              <a:xfrm>
                <a:off x="4631" y="2990"/>
                <a:ext cx="24" cy="18"/>
              </a:xfrm>
              <a:custGeom>
                <a:avLst/>
                <a:gdLst>
                  <a:gd name="T0" fmla="*/ 0 w 44"/>
                  <a:gd name="T1" fmla="*/ 9 h 33"/>
                  <a:gd name="T2" fmla="*/ 4 w 44"/>
                  <a:gd name="T3" fmla="*/ 9 h 33"/>
                  <a:gd name="T4" fmla="*/ 8 w 44"/>
                  <a:gd name="T5" fmla="*/ 9 h 33"/>
                  <a:gd name="T6" fmla="*/ 11 w 44"/>
                  <a:gd name="T7" fmla="*/ 8 h 33"/>
                  <a:gd name="T8" fmla="*/ 15 w 44"/>
                  <a:gd name="T9" fmla="*/ 7 h 33"/>
                  <a:gd name="T10" fmla="*/ 17 w 44"/>
                  <a:gd name="T11" fmla="*/ 5 h 33"/>
                  <a:gd name="T12" fmla="*/ 19 w 44"/>
                  <a:gd name="T13" fmla="*/ 3 h 33"/>
                  <a:gd name="T14" fmla="*/ 20 w 44"/>
                  <a:gd name="T15" fmla="*/ 2 h 33"/>
                  <a:gd name="T16" fmla="*/ 21 w 44"/>
                  <a:gd name="T17" fmla="*/ 0 h 33"/>
                  <a:gd name="T18" fmla="*/ 23 w 44"/>
                  <a:gd name="T19" fmla="*/ 3 h 33"/>
                  <a:gd name="T20" fmla="*/ 24 w 44"/>
                  <a:gd name="T21" fmla="*/ 7 h 33"/>
                  <a:gd name="T22" fmla="*/ 23 w 44"/>
                  <a:gd name="T23" fmla="*/ 10 h 33"/>
                  <a:gd name="T24" fmla="*/ 20 w 44"/>
                  <a:gd name="T25" fmla="*/ 14 h 33"/>
                  <a:gd name="T26" fmla="*/ 15 w 44"/>
                  <a:gd name="T27" fmla="*/ 16 h 33"/>
                  <a:gd name="T28" fmla="*/ 11 w 44"/>
                  <a:gd name="T29" fmla="*/ 18 h 33"/>
                  <a:gd name="T30" fmla="*/ 9 w 44"/>
                  <a:gd name="T31" fmla="*/ 18 h 33"/>
                  <a:gd name="T32" fmla="*/ 7 w 44"/>
                  <a:gd name="T33" fmla="*/ 17 h 33"/>
                  <a:gd name="T34" fmla="*/ 4 w 44"/>
                  <a:gd name="T35" fmla="*/ 15 h 33"/>
                  <a:gd name="T36" fmla="*/ 3 w 44"/>
                  <a:gd name="T37" fmla="*/ 13 h 33"/>
                  <a:gd name="T38" fmla="*/ 2 w 44"/>
                  <a:gd name="T39" fmla="*/ 11 h 33"/>
                  <a:gd name="T40" fmla="*/ 0 w 44"/>
                  <a:gd name="T41" fmla="*/ 9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4" h="33">
                    <a:moveTo>
                      <a:pt x="0" y="16"/>
                    </a:moveTo>
                    <a:lnTo>
                      <a:pt x="7" y="17"/>
                    </a:lnTo>
                    <a:lnTo>
                      <a:pt x="14" y="16"/>
                    </a:lnTo>
                    <a:lnTo>
                      <a:pt x="21" y="15"/>
                    </a:lnTo>
                    <a:lnTo>
                      <a:pt x="27" y="12"/>
                    </a:lnTo>
                    <a:lnTo>
                      <a:pt x="32" y="10"/>
                    </a:lnTo>
                    <a:lnTo>
                      <a:pt x="35" y="6"/>
                    </a:lnTo>
                    <a:lnTo>
                      <a:pt x="37" y="3"/>
                    </a:lnTo>
                    <a:lnTo>
                      <a:pt x="38" y="0"/>
                    </a:lnTo>
                    <a:lnTo>
                      <a:pt x="42" y="6"/>
                    </a:lnTo>
                    <a:lnTo>
                      <a:pt x="44" y="13"/>
                    </a:lnTo>
                    <a:lnTo>
                      <a:pt x="43" y="19"/>
                    </a:lnTo>
                    <a:lnTo>
                      <a:pt x="37" y="25"/>
                    </a:lnTo>
                    <a:lnTo>
                      <a:pt x="28" y="29"/>
                    </a:lnTo>
                    <a:lnTo>
                      <a:pt x="21" y="33"/>
                    </a:lnTo>
                    <a:lnTo>
                      <a:pt x="17" y="33"/>
                    </a:lnTo>
                    <a:lnTo>
                      <a:pt x="12" y="31"/>
                    </a:lnTo>
                    <a:lnTo>
                      <a:pt x="8" y="27"/>
                    </a:lnTo>
                    <a:lnTo>
                      <a:pt x="5" y="24"/>
                    </a:lnTo>
                    <a:lnTo>
                      <a:pt x="3" y="20"/>
                    </a:lnTo>
                    <a:lnTo>
                      <a:pt x="0"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6" name="Freeform 107">
                <a:extLst>
                  <a:ext uri="{FF2B5EF4-FFF2-40B4-BE49-F238E27FC236}">
                    <a16:creationId xmlns:a16="http://schemas.microsoft.com/office/drawing/2014/main" id="{A6296236-02C1-4093-BCC9-09F5C023CA5C}"/>
                  </a:ext>
                </a:extLst>
              </p:cNvPr>
              <p:cNvSpPr>
                <a:spLocks/>
              </p:cNvSpPr>
              <p:nvPr/>
            </p:nvSpPr>
            <p:spPr bwMode="auto">
              <a:xfrm>
                <a:off x="4632" y="2983"/>
                <a:ext cx="11" cy="8"/>
              </a:xfrm>
              <a:custGeom>
                <a:avLst/>
                <a:gdLst>
                  <a:gd name="T0" fmla="*/ 0 w 19"/>
                  <a:gd name="T1" fmla="*/ 1 h 17"/>
                  <a:gd name="T2" fmla="*/ 2 w 19"/>
                  <a:gd name="T3" fmla="*/ 2 h 17"/>
                  <a:gd name="T4" fmla="*/ 6 w 19"/>
                  <a:gd name="T5" fmla="*/ 3 h 17"/>
                  <a:gd name="T6" fmla="*/ 9 w 19"/>
                  <a:gd name="T7" fmla="*/ 2 h 17"/>
                  <a:gd name="T8" fmla="*/ 10 w 19"/>
                  <a:gd name="T9" fmla="*/ 0 h 17"/>
                  <a:gd name="T10" fmla="*/ 11 w 19"/>
                  <a:gd name="T11" fmla="*/ 2 h 17"/>
                  <a:gd name="T12" fmla="*/ 11 w 19"/>
                  <a:gd name="T13" fmla="*/ 5 h 17"/>
                  <a:gd name="T14" fmla="*/ 10 w 19"/>
                  <a:gd name="T15" fmla="*/ 7 h 17"/>
                  <a:gd name="T16" fmla="*/ 8 w 19"/>
                  <a:gd name="T17" fmla="*/ 8 h 17"/>
                  <a:gd name="T18" fmla="*/ 5 w 19"/>
                  <a:gd name="T19" fmla="*/ 8 h 17"/>
                  <a:gd name="T20" fmla="*/ 1 w 19"/>
                  <a:gd name="T21" fmla="*/ 7 h 17"/>
                  <a:gd name="T22" fmla="*/ 0 w 19"/>
                  <a:gd name="T23" fmla="*/ 5 h 17"/>
                  <a:gd name="T24" fmla="*/ 0 w 19"/>
                  <a:gd name="T25" fmla="*/ 1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17">
                    <a:moveTo>
                      <a:pt x="0" y="3"/>
                    </a:moveTo>
                    <a:lnTo>
                      <a:pt x="4" y="5"/>
                    </a:lnTo>
                    <a:lnTo>
                      <a:pt x="10" y="7"/>
                    </a:lnTo>
                    <a:lnTo>
                      <a:pt x="15" y="4"/>
                    </a:lnTo>
                    <a:lnTo>
                      <a:pt x="17" y="0"/>
                    </a:lnTo>
                    <a:lnTo>
                      <a:pt x="19" y="5"/>
                    </a:lnTo>
                    <a:lnTo>
                      <a:pt x="19" y="10"/>
                    </a:lnTo>
                    <a:lnTo>
                      <a:pt x="17" y="15"/>
                    </a:lnTo>
                    <a:lnTo>
                      <a:pt x="14" y="17"/>
                    </a:lnTo>
                    <a:lnTo>
                      <a:pt x="8" y="17"/>
                    </a:lnTo>
                    <a:lnTo>
                      <a:pt x="2" y="15"/>
                    </a:lnTo>
                    <a:lnTo>
                      <a:pt x="0" y="10"/>
                    </a:lnTo>
                    <a:lnTo>
                      <a:pt x="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7" name="Freeform 108">
                <a:extLst>
                  <a:ext uri="{FF2B5EF4-FFF2-40B4-BE49-F238E27FC236}">
                    <a16:creationId xmlns:a16="http://schemas.microsoft.com/office/drawing/2014/main" id="{9151E1C5-81BC-4BCB-8D6C-E3FA558148DC}"/>
                  </a:ext>
                </a:extLst>
              </p:cNvPr>
              <p:cNvSpPr>
                <a:spLocks/>
              </p:cNvSpPr>
              <p:nvPr/>
            </p:nvSpPr>
            <p:spPr bwMode="auto">
              <a:xfrm>
                <a:off x="4567" y="2895"/>
                <a:ext cx="40" cy="19"/>
              </a:xfrm>
              <a:custGeom>
                <a:avLst/>
                <a:gdLst>
                  <a:gd name="T0" fmla="*/ 0 w 73"/>
                  <a:gd name="T1" fmla="*/ 13 h 33"/>
                  <a:gd name="T2" fmla="*/ 7 w 73"/>
                  <a:gd name="T3" fmla="*/ 14 h 33"/>
                  <a:gd name="T4" fmla="*/ 12 w 73"/>
                  <a:gd name="T5" fmla="*/ 12 h 33"/>
                  <a:gd name="T6" fmla="*/ 15 w 73"/>
                  <a:gd name="T7" fmla="*/ 9 h 33"/>
                  <a:gd name="T8" fmla="*/ 19 w 73"/>
                  <a:gd name="T9" fmla="*/ 5 h 33"/>
                  <a:gd name="T10" fmla="*/ 20 w 73"/>
                  <a:gd name="T11" fmla="*/ 3 h 33"/>
                  <a:gd name="T12" fmla="*/ 24 w 73"/>
                  <a:gd name="T13" fmla="*/ 2 h 33"/>
                  <a:gd name="T14" fmla="*/ 27 w 73"/>
                  <a:gd name="T15" fmla="*/ 1 h 33"/>
                  <a:gd name="T16" fmla="*/ 31 w 73"/>
                  <a:gd name="T17" fmla="*/ 0 h 33"/>
                  <a:gd name="T18" fmla="*/ 33 w 73"/>
                  <a:gd name="T19" fmla="*/ 1 h 33"/>
                  <a:gd name="T20" fmla="*/ 37 w 73"/>
                  <a:gd name="T21" fmla="*/ 2 h 33"/>
                  <a:gd name="T22" fmla="*/ 39 w 73"/>
                  <a:gd name="T23" fmla="*/ 6 h 33"/>
                  <a:gd name="T24" fmla="*/ 40 w 73"/>
                  <a:gd name="T25" fmla="*/ 12 h 33"/>
                  <a:gd name="T26" fmla="*/ 36 w 73"/>
                  <a:gd name="T27" fmla="*/ 9 h 33"/>
                  <a:gd name="T28" fmla="*/ 31 w 73"/>
                  <a:gd name="T29" fmla="*/ 7 h 33"/>
                  <a:gd name="T30" fmla="*/ 27 w 73"/>
                  <a:gd name="T31" fmla="*/ 9 h 33"/>
                  <a:gd name="T32" fmla="*/ 21 w 73"/>
                  <a:gd name="T33" fmla="*/ 12 h 33"/>
                  <a:gd name="T34" fmla="*/ 19 w 73"/>
                  <a:gd name="T35" fmla="*/ 15 h 33"/>
                  <a:gd name="T36" fmla="*/ 16 w 73"/>
                  <a:gd name="T37" fmla="*/ 17 h 33"/>
                  <a:gd name="T38" fmla="*/ 14 w 73"/>
                  <a:gd name="T39" fmla="*/ 18 h 33"/>
                  <a:gd name="T40" fmla="*/ 12 w 73"/>
                  <a:gd name="T41" fmla="*/ 19 h 33"/>
                  <a:gd name="T42" fmla="*/ 8 w 73"/>
                  <a:gd name="T43" fmla="*/ 19 h 33"/>
                  <a:gd name="T44" fmla="*/ 6 w 73"/>
                  <a:gd name="T45" fmla="*/ 18 h 33"/>
                  <a:gd name="T46" fmla="*/ 3 w 73"/>
                  <a:gd name="T47" fmla="*/ 16 h 33"/>
                  <a:gd name="T48" fmla="*/ 0 w 73"/>
                  <a:gd name="T49" fmla="*/ 13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 h="33">
                    <a:moveTo>
                      <a:pt x="0" y="23"/>
                    </a:moveTo>
                    <a:lnTo>
                      <a:pt x="12" y="24"/>
                    </a:lnTo>
                    <a:lnTo>
                      <a:pt x="21" y="20"/>
                    </a:lnTo>
                    <a:lnTo>
                      <a:pt x="28" y="15"/>
                    </a:lnTo>
                    <a:lnTo>
                      <a:pt x="34" y="9"/>
                    </a:lnTo>
                    <a:lnTo>
                      <a:pt x="37" y="5"/>
                    </a:lnTo>
                    <a:lnTo>
                      <a:pt x="43" y="3"/>
                    </a:lnTo>
                    <a:lnTo>
                      <a:pt x="49" y="1"/>
                    </a:lnTo>
                    <a:lnTo>
                      <a:pt x="56" y="0"/>
                    </a:lnTo>
                    <a:lnTo>
                      <a:pt x="61" y="1"/>
                    </a:lnTo>
                    <a:lnTo>
                      <a:pt x="67" y="4"/>
                    </a:lnTo>
                    <a:lnTo>
                      <a:pt x="71" y="11"/>
                    </a:lnTo>
                    <a:lnTo>
                      <a:pt x="73" y="21"/>
                    </a:lnTo>
                    <a:lnTo>
                      <a:pt x="66" y="16"/>
                    </a:lnTo>
                    <a:lnTo>
                      <a:pt x="57" y="13"/>
                    </a:lnTo>
                    <a:lnTo>
                      <a:pt x="49" y="15"/>
                    </a:lnTo>
                    <a:lnTo>
                      <a:pt x="39" y="21"/>
                    </a:lnTo>
                    <a:lnTo>
                      <a:pt x="35" y="26"/>
                    </a:lnTo>
                    <a:lnTo>
                      <a:pt x="30" y="30"/>
                    </a:lnTo>
                    <a:lnTo>
                      <a:pt x="26" y="32"/>
                    </a:lnTo>
                    <a:lnTo>
                      <a:pt x="21" y="33"/>
                    </a:lnTo>
                    <a:lnTo>
                      <a:pt x="15" y="33"/>
                    </a:lnTo>
                    <a:lnTo>
                      <a:pt x="11" y="31"/>
                    </a:lnTo>
                    <a:lnTo>
                      <a:pt x="5" y="27"/>
                    </a:lnTo>
                    <a:lnTo>
                      <a:pt x="0" y="2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8" name="Freeform 109">
                <a:extLst>
                  <a:ext uri="{FF2B5EF4-FFF2-40B4-BE49-F238E27FC236}">
                    <a16:creationId xmlns:a16="http://schemas.microsoft.com/office/drawing/2014/main" id="{29160E1C-36AD-454D-9DCB-B9FB4DFFAB9D}"/>
                  </a:ext>
                </a:extLst>
              </p:cNvPr>
              <p:cNvSpPr>
                <a:spLocks/>
              </p:cNvSpPr>
              <p:nvPr/>
            </p:nvSpPr>
            <p:spPr bwMode="auto">
              <a:xfrm>
                <a:off x="4615" y="2865"/>
                <a:ext cx="89" cy="126"/>
              </a:xfrm>
              <a:custGeom>
                <a:avLst/>
                <a:gdLst>
                  <a:gd name="T0" fmla="*/ 60 w 162"/>
                  <a:gd name="T1" fmla="*/ 41 h 232"/>
                  <a:gd name="T2" fmla="*/ 54 w 162"/>
                  <a:gd name="T3" fmla="*/ 35 h 232"/>
                  <a:gd name="T4" fmla="*/ 46 w 162"/>
                  <a:gd name="T5" fmla="*/ 34 h 232"/>
                  <a:gd name="T6" fmla="*/ 42 w 162"/>
                  <a:gd name="T7" fmla="*/ 29 h 232"/>
                  <a:gd name="T8" fmla="*/ 42 w 162"/>
                  <a:gd name="T9" fmla="*/ 24 h 232"/>
                  <a:gd name="T10" fmla="*/ 39 w 162"/>
                  <a:gd name="T11" fmla="*/ 17 h 232"/>
                  <a:gd name="T12" fmla="*/ 34 w 162"/>
                  <a:gd name="T13" fmla="*/ 9 h 232"/>
                  <a:gd name="T14" fmla="*/ 23 w 162"/>
                  <a:gd name="T15" fmla="*/ 4 h 232"/>
                  <a:gd name="T16" fmla="*/ 10 w 162"/>
                  <a:gd name="T17" fmla="*/ 4 h 232"/>
                  <a:gd name="T18" fmla="*/ 3 w 162"/>
                  <a:gd name="T19" fmla="*/ 2 h 232"/>
                  <a:gd name="T20" fmla="*/ 4 w 162"/>
                  <a:gd name="T21" fmla="*/ 3 h 232"/>
                  <a:gd name="T22" fmla="*/ 10 w 162"/>
                  <a:gd name="T23" fmla="*/ 8 h 232"/>
                  <a:gd name="T24" fmla="*/ 14 w 162"/>
                  <a:gd name="T25" fmla="*/ 14 h 232"/>
                  <a:gd name="T26" fmla="*/ 18 w 162"/>
                  <a:gd name="T27" fmla="*/ 18 h 232"/>
                  <a:gd name="T28" fmla="*/ 21 w 162"/>
                  <a:gd name="T29" fmla="*/ 24 h 232"/>
                  <a:gd name="T30" fmla="*/ 29 w 162"/>
                  <a:gd name="T31" fmla="*/ 32 h 232"/>
                  <a:gd name="T32" fmla="*/ 37 w 162"/>
                  <a:gd name="T33" fmla="*/ 37 h 232"/>
                  <a:gd name="T34" fmla="*/ 46 w 162"/>
                  <a:gd name="T35" fmla="*/ 47 h 232"/>
                  <a:gd name="T36" fmla="*/ 44 w 162"/>
                  <a:gd name="T37" fmla="*/ 58 h 232"/>
                  <a:gd name="T38" fmla="*/ 43 w 162"/>
                  <a:gd name="T39" fmla="*/ 70 h 232"/>
                  <a:gd name="T40" fmla="*/ 52 w 162"/>
                  <a:gd name="T41" fmla="*/ 77 h 232"/>
                  <a:gd name="T42" fmla="*/ 57 w 162"/>
                  <a:gd name="T43" fmla="*/ 86 h 232"/>
                  <a:gd name="T44" fmla="*/ 53 w 162"/>
                  <a:gd name="T45" fmla="*/ 98 h 232"/>
                  <a:gd name="T46" fmla="*/ 43 w 162"/>
                  <a:gd name="T47" fmla="*/ 103 h 232"/>
                  <a:gd name="T48" fmla="*/ 38 w 162"/>
                  <a:gd name="T49" fmla="*/ 93 h 232"/>
                  <a:gd name="T50" fmla="*/ 34 w 162"/>
                  <a:gd name="T51" fmla="*/ 85 h 232"/>
                  <a:gd name="T52" fmla="*/ 30 w 162"/>
                  <a:gd name="T53" fmla="*/ 80 h 232"/>
                  <a:gd name="T54" fmla="*/ 23 w 162"/>
                  <a:gd name="T55" fmla="*/ 78 h 232"/>
                  <a:gd name="T56" fmla="*/ 12 w 162"/>
                  <a:gd name="T57" fmla="*/ 84 h 232"/>
                  <a:gd name="T58" fmla="*/ 4 w 162"/>
                  <a:gd name="T59" fmla="*/ 99 h 232"/>
                  <a:gd name="T60" fmla="*/ 9 w 162"/>
                  <a:gd name="T61" fmla="*/ 104 h 232"/>
                  <a:gd name="T62" fmla="*/ 16 w 162"/>
                  <a:gd name="T63" fmla="*/ 105 h 232"/>
                  <a:gd name="T64" fmla="*/ 24 w 162"/>
                  <a:gd name="T65" fmla="*/ 105 h 232"/>
                  <a:gd name="T66" fmla="*/ 32 w 162"/>
                  <a:gd name="T67" fmla="*/ 106 h 232"/>
                  <a:gd name="T68" fmla="*/ 41 w 162"/>
                  <a:gd name="T69" fmla="*/ 109 h 232"/>
                  <a:gd name="T70" fmla="*/ 48 w 162"/>
                  <a:gd name="T71" fmla="*/ 114 h 232"/>
                  <a:gd name="T72" fmla="*/ 51 w 162"/>
                  <a:gd name="T73" fmla="*/ 122 h 232"/>
                  <a:gd name="T74" fmla="*/ 58 w 162"/>
                  <a:gd name="T75" fmla="*/ 126 h 232"/>
                  <a:gd name="T76" fmla="*/ 67 w 162"/>
                  <a:gd name="T77" fmla="*/ 123 h 232"/>
                  <a:gd name="T78" fmla="*/ 73 w 162"/>
                  <a:gd name="T79" fmla="*/ 117 h 232"/>
                  <a:gd name="T80" fmla="*/ 70 w 162"/>
                  <a:gd name="T81" fmla="*/ 111 h 232"/>
                  <a:gd name="T82" fmla="*/ 64 w 162"/>
                  <a:gd name="T83" fmla="*/ 112 h 232"/>
                  <a:gd name="T84" fmla="*/ 60 w 162"/>
                  <a:gd name="T85" fmla="*/ 109 h 232"/>
                  <a:gd name="T86" fmla="*/ 64 w 162"/>
                  <a:gd name="T87" fmla="*/ 95 h 232"/>
                  <a:gd name="T88" fmla="*/ 69 w 162"/>
                  <a:gd name="T89" fmla="*/ 88 h 232"/>
                  <a:gd name="T90" fmla="*/ 75 w 162"/>
                  <a:gd name="T91" fmla="*/ 85 h 232"/>
                  <a:gd name="T92" fmla="*/ 80 w 162"/>
                  <a:gd name="T93" fmla="*/ 84 h 232"/>
                  <a:gd name="T94" fmla="*/ 87 w 162"/>
                  <a:gd name="T95" fmla="*/ 86 h 232"/>
                  <a:gd name="T96" fmla="*/ 87 w 162"/>
                  <a:gd name="T97" fmla="*/ 81 h 232"/>
                  <a:gd name="T98" fmla="*/ 79 w 162"/>
                  <a:gd name="T99" fmla="*/ 70 h 232"/>
                  <a:gd name="T100" fmla="*/ 71 w 162"/>
                  <a:gd name="T101" fmla="*/ 66 h 232"/>
                  <a:gd name="T102" fmla="*/ 66 w 162"/>
                  <a:gd name="T103" fmla="*/ 68 h 232"/>
                  <a:gd name="T104" fmla="*/ 66 w 162"/>
                  <a:gd name="T105" fmla="*/ 72 h 232"/>
                  <a:gd name="T106" fmla="*/ 67 w 162"/>
                  <a:gd name="T107" fmla="*/ 77 h 232"/>
                  <a:gd name="T108" fmla="*/ 64 w 162"/>
                  <a:gd name="T109" fmla="*/ 78 h 232"/>
                  <a:gd name="T110" fmla="*/ 59 w 162"/>
                  <a:gd name="T111" fmla="*/ 75 h 232"/>
                  <a:gd name="T112" fmla="*/ 57 w 162"/>
                  <a:gd name="T113" fmla="*/ 70 h 232"/>
                  <a:gd name="T114" fmla="*/ 54 w 162"/>
                  <a:gd name="T115" fmla="*/ 64 h 232"/>
                  <a:gd name="T116" fmla="*/ 58 w 162"/>
                  <a:gd name="T117" fmla="*/ 55 h 232"/>
                  <a:gd name="T118" fmla="*/ 62 w 162"/>
                  <a:gd name="T119" fmla="*/ 48 h 23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2" h="232">
                    <a:moveTo>
                      <a:pt x="113" y="82"/>
                    </a:moveTo>
                    <a:lnTo>
                      <a:pt x="109" y="75"/>
                    </a:lnTo>
                    <a:lnTo>
                      <a:pt x="105" y="69"/>
                    </a:lnTo>
                    <a:lnTo>
                      <a:pt x="98" y="65"/>
                    </a:lnTo>
                    <a:lnTo>
                      <a:pt x="91" y="64"/>
                    </a:lnTo>
                    <a:lnTo>
                      <a:pt x="84" y="63"/>
                    </a:lnTo>
                    <a:lnTo>
                      <a:pt x="79" y="58"/>
                    </a:lnTo>
                    <a:lnTo>
                      <a:pt x="77" y="53"/>
                    </a:lnTo>
                    <a:lnTo>
                      <a:pt x="76" y="48"/>
                    </a:lnTo>
                    <a:lnTo>
                      <a:pt x="76" y="44"/>
                    </a:lnTo>
                    <a:lnTo>
                      <a:pt x="74" y="38"/>
                    </a:lnTo>
                    <a:lnTo>
                      <a:pt x="71" y="31"/>
                    </a:lnTo>
                    <a:lnTo>
                      <a:pt x="67" y="23"/>
                    </a:lnTo>
                    <a:lnTo>
                      <a:pt x="61" y="16"/>
                    </a:lnTo>
                    <a:lnTo>
                      <a:pt x="52" y="11"/>
                    </a:lnTo>
                    <a:lnTo>
                      <a:pt x="41" y="7"/>
                    </a:lnTo>
                    <a:lnTo>
                      <a:pt x="27" y="7"/>
                    </a:lnTo>
                    <a:lnTo>
                      <a:pt x="18" y="7"/>
                    </a:lnTo>
                    <a:lnTo>
                      <a:pt x="11" y="5"/>
                    </a:lnTo>
                    <a:lnTo>
                      <a:pt x="6" y="3"/>
                    </a:lnTo>
                    <a:lnTo>
                      <a:pt x="0" y="0"/>
                    </a:lnTo>
                    <a:lnTo>
                      <a:pt x="7" y="5"/>
                    </a:lnTo>
                    <a:lnTo>
                      <a:pt x="14" y="11"/>
                    </a:lnTo>
                    <a:lnTo>
                      <a:pt x="18" y="15"/>
                    </a:lnTo>
                    <a:lnTo>
                      <a:pt x="23" y="21"/>
                    </a:lnTo>
                    <a:lnTo>
                      <a:pt x="26" y="26"/>
                    </a:lnTo>
                    <a:lnTo>
                      <a:pt x="30" y="30"/>
                    </a:lnTo>
                    <a:lnTo>
                      <a:pt x="32" y="34"/>
                    </a:lnTo>
                    <a:lnTo>
                      <a:pt x="34" y="38"/>
                    </a:lnTo>
                    <a:lnTo>
                      <a:pt x="39" y="45"/>
                    </a:lnTo>
                    <a:lnTo>
                      <a:pt x="46" y="52"/>
                    </a:lnTo>
                    <a:lnTo>
                      <a:pt x="53" y="59"/>
                    </a:lnTo>
                    <a:lnTo>
                      <a:pt x="60" y="63"/>
                    </a:lnTo>
                    <a:lnTo>
                      <a:pt x="68" y="68"/>
                    </a:lnTo>
                    <a:lnTo>
                      <a:pt x="76" y="75"/>
                    </a:lnTo>
                    <a:lnTo>
                      <a:pt x="83" y="86"/>
                    </a:lnTo>
                    <a:lnTo>
                      <a:pt x="84" y="95"/>
                    </a:lnTo>
                    <a:lnTo>
                      <a:pt x="80" y="106"/>
                    </a:lnTo>
                    <a:lnTo>
                      <a:pt x="78" y="118"/>
                    </a:lnTo>
                    <a:lnTo>
                      <a:pt x="79" y="129"/>
                    </a:lnTo>
                    <a:lnTo>
                      <a:pt x="85" y="136"/>
                    </a:lnTo>
                    <a:lnTo>
                      <a:pt x="94" y="142"/>
                    </a:lnTo>
                    <a:lnTo>
                      <a:pt x="100" y="150"/>
                    </a:lnTo>
                    <a:lnTo>
                      <a:pt x="103" y="159"/>
                    </a:lnTo>
                    <a:lnTo>
                      <a:pt x="102" y="170"/>
                    </a:lnTo>
                    <a:lnTo>
                      <a:pt x="97" y="180"/>
                    </a:lnTo>
                    <a:lnTo>
                      <a:pt x="88" y="187"/>
                    </a:lnTo>
                    <a:lnTo>
                      <a:pt x="79" y="189"/>
                    </a:lnTo>
                    <a:lnTo>
                      <a:pt x="72" y="180"/>
                    </a:lnTo>
                    <a:lnTo>
                      <a:pt x="69" y="172"/>
                    </a:lnTo>
                    <a:lnTo>
                      <a:pt x="65" y="165"/>
                    </a:lnTo>
                    <a:lnTo>
                      <a:pt x="62" y="157"/>
                    </a:lnTo>
                    <a:lnTo>
                      <a:pt x="59" y="151"/>
                    </a:lnTo>
                    <a:lnTo>
                      <a:pt x="54" y="147"/>
                    </a:lnTo>
                    <a:lnTo>
                      <a:pt x="48" y="143"/>
                    </a:lnTo>
                    <a:lnTo>
                      <a:pt x="41" y="143"/>
                    </a:lnTo>
                    <a:lnTo>
                      <a:pt x="34" y="144"/>
                    </a:lnTo>
                    <a:lnTo>
                      <a:pt x="21" y="154"/>
                    </a:lnTo>
                    <a:lnTo>
                      <a:pt x="11" y="168"/>
                    </a:lnTo>
                    <a:lnTo>
                      <a:pt x="8" y="182"/>
                    </a:lnTo>
                    <a:lnTo>
                      <a:pt x="11" y="190"/>
                    </a:lnTo>
                    <a:lnTo>
                      <a:pt x="16" y="192"/>
                    </a:lnTo>
                    <a:lnTo>
                      <a:pt x="22" y="193"/>
                    </a:lnTo>
                    <a:lnTo>
                      <a:pt x="29" y="194"/>
                    </a:lnTo>
                    <a:lnTo>
                      <a:pt x="37" y="194"/>
                    </a:lnTo>
                    <a:lnTo>
                      <a:pt x="44" y="194"/>
                    </a:lnTo>
                    <a:lnTo>
                      <a:pt x="52" y="195"/>
                    </a:lnTo>
                    <a:lnTo>
                      <a:pt x="59" y="196"/>
                    </a:lnTo>
                    <a:lnTo>
                      <a:pt x="64" y="197"/>
                    </a:lnTo>
                    <a:lnTo>
                      <a:pt x="74" y="201"/>
                    </a:lnTo>
                    <a:lnTo>
                      <a:pt x="82" y="205"/>
                    </a:lnTo>
                    <a:lnTo>
                      <a:pt x="87" y="210"/>
                    </a:lnTo>
                    <a:lnTo>
                      <a:pt x="90" y="217"/>
                    </a:lnTo>
                    <a:lnTo>
                      <a:pt x="93" y="224"/>
                    </a:lnTo>
                    <a:lnTo>
                      <a:pt x="99" y="230"/>
                    </a:lnTo>
                    <a:lnTo>
                      <a:pt x="106" y="232"/>
                    </a:lnTo>
                    <a:lnTo>
                      <a:pt x="114" y="231"/>
                    </a:lnTo>
                    <a:lnTo>
                      <a:pt x="122" y="226"/>
                    </a:lnTo>
                    <a:lnTo>
                      <a:pt x="129" y="220"/>
                    </a:lnTo>
                    <a:lnTo>
                      <a:pt x="132" y="215"/>
                    </a:lnTo>
                    <a:lnTo>
                      <a:pt x="132" y="209"/>
                    </a:lnTo>
                    <a:lnTo>
                      <a:pt x="128" y="205"/>
                    </a:lnTo>
                    <a:lnTo>
                      <a:pt x="122" y="205"/>
                    </a:lnTo>
                    <a:lnTo>
                      <a:pt x="116" y="206"/>
                    </a:lnTo>
                    <a:lnTo>
                      <a:pt x="113" y="210"/>
                    </a:lnTo>
                    <a:lnTo>
                      <a:pt x="110" y="200"/>
                    </a:lnTo>
                    <a:lnTo>
                      <a:pt x="112" y="187"/>
                    </a:lnTo>
                    <a:lnTo>
                      <a:pt x="116" y="175"/>
                    </a:lnTo>
                    <a:lnTo>
                      <a:pt x="121" y="167"/>
                    </a:lnTo>
                    <a:lnTo>
                      <a:pt x="125" y="162"/>
                    </a:lnTo>
                    <a:lnTo>
                      <a:pt x="131" y="158"/>
                    </a:lnTo>
                    <a:lnTo>
                      <a:pt x="136" y="156"/>
                    </a:lnTo>
                    <a:lnTo>
                      <a:pt x="140" y="155"/>
                    </a:lnTo>
                    <a:lnTo>
                      <a:pt x="145" y="155"/>
                    </a:lnTo>
                    <a:lnTo>
                      <a:pt x="152" y="156"/>
                    </a:lnTo>
                    <a:lnTo>
                      <a:pt x="159" y="158"/>
                    </a:lnTo>
                    <a:lnTo>
                      <a:pt x="162" y="162"/>
                    </a:lnTo>
                    <a:lnTo>
                      <a:pt x="158" y="150"/>
                    </a:lnTo>
                    <a:lnTo>
                      <a:pt x="151" y="139"/>
                    </a:lnTo>
                    <a:lnTo>
                      <a:pt x="144" y="128"/>
                    </a:lnTo>
                    <a:lnTo>
                      <a:pt x="136" y="122"/>
                    </a:lnTo>
                    <a:lnTo>
                      <a:pt x="130" y="122"/>
                    </a:lnTo>
                    <a:lnTo>
                      <a:pt x="124" y="122"/>
                    </a:lnTo>
                    <a:lnTo>
                      <a:pt x="120" y="125"/>
                    </a:lnTo>
                    <a:lnTo>
                      <a:pt x="118" y="128"/>
                    </a:lnTo>
                    <a:lnTo>
                      <a:pt x="121" y="133"/>
                    </a:lnTo>
                    <a:lnTo>
                      <a:pt x="122" y="137"/>
                    </a:lnTo>
                    <a:lnTo>
                      <a:pt x="122" y="142"/>
                    </a:lnTo>
                    <a:lnTo>
                      <a:pt x="120" y="144"/>
                    </a:lnTo>
                    <a:lnTo>
                      <a:pt x="116" y="144"/>
                    </a:lnTo>
                    <a:lnTo>
                      <a:pt x="112" y="142"/>
                    </a:lnTo>
                    <a:lnTo>
                      <a:pt x="108" y="139"/>
                    </a:lnTo>
                    <a:lnTo>
                      <a:pt x="106" y="134"/>
                    </a:lnTo>
                    <a:lnTo>
                      <a:pt x="103" y="129"/>
                    </a:lnTo>
                    <a:lnTo>
                      <a:pt x="101" y="124"/>
                    </a:lnTo>
                    <a:lnTo>
                      <a:pt x="99" y="117"/>
                    </a:lnTo>
                    <a:lnTo>
                      <a:pt x="101" y="110"/>
                    </a:lnTo>
                    <a:lnTo>
                      <a:pt x="106" y="102"/>
                    </a:lnTo>
                    <a:lnTo>
                      <a:pt x="109" y="95"/>
                    </a:lnTo>
                    <a:lnTo>
                      <a:pt x="112" y="88"/>
                    </a:lnTo>
                    <a:lnTo>
                      <a:pt x="113" y="8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9" name="Freeform 110">
                <a:extLst>
                  <a:ext uri="{FF2B5EF4-FFF2-40B4-BE49-F238E27FC236}">
                    <a16:creationId xmlns:a16="http://schemas.microsoft.com/office/drawing/2014/main" id="{CC55662E-7562-4C08-89E7-7387F16423EB}"/>
                  </a:ext>
                </a:extLst>
              </p:cNvPr>
              <p:cNvSpPr>
                <a:spLocks/>
              </p:cNvSpPr>
              <p:nvPr/>
            </p:nvSpPr>
            <p:spPr bwMode="auto">
              <a:xfrm>
                <a:off x="4479" y="2986"/>
                <a:ext cx="23" cy="13"/>
              </a:xfrm>
              <a:custGeom>
                <a:avLst/>
                <a:gdLst>
                  <a:gd name="T0" fmla="*/ 3 w 41"/>
                  <a:gd name="T1" fmla="*/ 13 h 26"/>
                  <a:gd name="T2" fmla="*/ 1 w 41"/>
                  <a:gd name="T3" fmla="*/ 11 h 26"/>
                  <a:gd name="T4" fmla="*/ 0 w 41"/>
                  <a:gd name="T5" fmla="*/ 9 h 26"/>
                  <a:gd name="T6" fmla="*/ 0 w 41"/>
                  <a:gd name="T7" fmla="*/ 7 h 26"/>
                  <a:gd name="T8" fmla="*/ 1 w 41"/>
                  <a:gd name="T9" fmla="*/ 5 h 26"/>
                  <a:gd name="T10" fmla="*/ 2 w 41"/>
                  <a:gd name="T11" fmla="*/ 3 h 26"/>
                  <a:gd name="T12" fmla="*/ 4 w 41"/>
                  <a:gd name="T13" fmla="*/ 2 h 26"/>
                  <a:gd name="T14" fmla="*/ 7 w 41"/>
                  <a:gd name="T15" fmla="*/ 2 h 26"/>
                  <a:gd name="T16" fmla="*/ 10 w 41"/>
                  <a:gd name="T17" fmla="*/ 1 h 26"/>
                  <a:gd name="T18" fmla="*/ 13 w 41"/>
                  <a:gd name="T19" fmla="*/ 0 h 26"/>
                  <a:gd name="T20" fmla="*/ 16 w 41"/>
                  <a:gd name="T21" fmla="*/ 1 h 26"/>
                  <a:gd name="T22" fmla="*/ 19 w 41"/>
                  <a:gd name="T23" fmla="*/ 1 h 26"/>
                  <a:gd name="T24" fmla="*/ 23 w 41"/>
                  <a:gd name="T25" fmla="*/ 2 h 26"/>
                  <a:gd name="T26" fmla="*/ 17 w 41"/>
                  <a:gd name="T27" fmla="*/ 2 h 26"/>
                  <a:gd name="T28" fmla="*/ 13 w 41"/>
                  <a:gd name="T29" fmla="*/ 3 h 26"/>
                  <a:gd name="T30" fmla="*/ 9 w 41"/>
                  <a:gd name="T31" fmla="*/ 4 h 26"/>
                  <a:gd name="T32" fmla="*/ 6 w 41"/>
                  <a:gd name="T33" fmla="*/ 5 h 26"/>
                  <a:gd name="T34" fmla="*/ 5 w 41"/>
                  <a:gd name="T35" fmla="*/ 7 h 26"/>
                  <a:gd name="T36" fmla="*/ 6 w 41"/>
                  <a:gd name="T37" fmla="*/ 9 h 26"/>
                  <a:gd name="T38" fmla="*/ 6 w 41"/>
                  <a:gd name="T39" fmla="*/ 11 h 26"/>
                  <a:gd name="T40" fmla="*/ 3 w 41"/>
                  <a:gd name="T41" fmla="*/ 13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26">
                    <a:moveTo>
                      <a:pt x="6" y="26"/>
                    </a:moveTo>
                    <a:lnTo>
                      <a:pt x="2" y="22"/>
                    </a:lnTo>
                    <a:lnTo>
                      <a:pt x="0" y="18"/>
                    </a:lnTo>
                    <a:lnTo>
                      <a:pt x="0" y="13"/>
                    </a:lnTo>
                    <a:lnTo>
                      <a:pt x="1" y="10"/>
                    </a:lnTo>
                    <a:lnTo>
                      <a:pt x="4" y="6"/>
                    </a:lnTo>
                    <a:lnTo>
                      <a:pt x="8" y="4"/>
                    </a:lnTo>
                    <a:lnTo>
                      <a:pt x="12" y="3"/>
                    </a:lnTo>
                    <a:lnTo>
                      <a:pt x="17" y="2"/>
                    </a:lnTo>
                    <a:lnTo>
                      <a:pt x="23" y="0"/>
                    </a:lnTo>
                    <a:lnTo>
                      <a:pt x="29" y="2"/>
                    </a:lnTo>
                    <a:lnTo>
                      <a:pt x="34" y="2"/>
                    </a:lnTo>
                    <a:lnTo>
                      <a:pt x="41" y="3"/>
                    </a:lnTo>
                    <a:lnTo>
                      <a:pt x="31" y="4"/>
                    </a:lnTo>
                    <a:lnTo>
                      <a:pt x="23" y="6"/>
                    </a:lnTo>
                    <a:lnTo>
                      <a:pt x="16" y="7"/>
                    </a:lnTo>
                    <a:lnTo>
                      <a:pt x="11" y="10"/>
                    </a:lnTo>
                    <a:lnTo>
                      <a:pt x="9" y="13"/>
                    </a:lnTo>
                    <a:lnTo>
                      <a:pt x="10" y="18"/>
                    </a:lnTo>
                    <a:lnTo>
                      <a:pt x="10" y="22"/>
                    </a:lnTo>
                    <a:lnTo>
                      <a:pt x="6" y="2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0" name="Freeform 111">
                <a:extLst>
                  <a:ext uri="{FF2B5EF4-FFF2-40B4-BE49-F238E27FC236}">
                    <a16:creationId xmlns:a16="http://schemas.microsoft.com/office/drawing/2014/main" id="{1544567A-DB5F-4C2E-8FDF-8BCAA10B6C35}"/>
                  </a:ext>
                </a:extLst>
              </p:cNvPr>
              <p:cNvSpPr>
                <a:spLocks/>
              </p:cNvSpPr>
              <p:nvPr/>
            </p:nvSpPr>
            <p:spPr bwMode="auto">
              <a:xfrm>
                <a:off x="4474" y="3032"/>
                <a:ext cx="18" cy="6"/>
              </a:xfrm>
              <a:custGeom>
                <a:avLst/>
                <a:gdLst>
                  <a:gd name="T0" fmla="*/ 15 w 31"/>
                  <a:gd name="T1" fmla="*/ 6 h 11"/>
                  <a:gd name="T2" fmla="*/ 13 w 31"/>
                  <a:gd name="T3" fmla="*/ 5 h 11"/>
                  <a:gd name="T4" fmla="*/ 11 w 31"/>
                  <a:gd name="T5" fmla="*/ 4 h 11"/>
                  <a:gd name="T6" fmla="*/ 9 w 31"/>
                  <a:gd name="T7" fmla="*/ 3 h 11"/>
                  <a:gd name="T8" fmla="*/ 8 w 31"/>
                  <a:gd name="T9" fmla="*/ 3 h 11"/>
                  <a:gd name="T10" fmla="*/ 6 w 31"/>
                  <a:gd name="T11" fmla="*/ 2 h 11"/>
                  <a:gd name="T12" fmla="*/ 4 w 31"/>
                  <a:gd name="T13" fmla="*/ 2 h 11"/>
                  <a:gd name="T14" fmla="*/ 2 w 31"/>
                  <a:gd name="T15" fmla="*/ 2 h 11"/>
                  <a:gd name="T16" fmla="*/ 0 w 31"/>
                  <a:gd name="T17" fmla="*/ 1 h 11"/>
                  <a:gd name="T18" fmla="*/ 3 w 31"/>
                  <a:gd name="T19" fmla="*/ 0 h 11"/>
                  <a:gd name="T20" fmla="*/ 5 w 31"/>
                  <a:gd name="T21" fmla="*/ 0 h 11"/>
                  <a:gd name="T22" fmla="*/ 6 w 31"/>
                  <a:gd name="T23" fmla="*/ 0 h 11"/>
                  <a:gd name="T24" fmla="*/ 8 w 31"/>
                  <a:gd name="T25" fmla="*/ 1 h 11"/>
                  <a:gd name="T26" fmla="*/ 10 w 31"/>
                  <a:gd name="T27" fmla="*/ 1 h 11"/>
                  <a:gd name="T28" fmla="*/ 13 w 31"/>
                  <a:gd name="T29" fmla="*/ 1 h 11"/>
                  <a:gd name="T30" fmla="*/ 16 w 31"/>
                  <a:gd name="T31" fmla="*/ 1 h 11"/>
                  <a:gd name="T32" fmla="*/ 18 w 31"/>
                  <a:gd name="T33" fmla="*/ 0 h 11"/>
                  <a:gd name="T34" fmla="*/ 18 w 31"/>
                  <a:gd name="T35" fmla="*/ 2 h 11"/>
                  <a:gd name="T36" fmla="*/ 18 w 31"/>
                  <a:gd name="T37" fmla="*/ 4 h 11"/>
                  <a:gd name="T38" fmla="*/ 17 w 31"/>
                  <a:gd name="T39" fmla="*/ 5 h 11"/>
                  <a:gd name="T40" fmla="*/ 15 w 31"/>
                  <a:gd name="T41" fmla="*/ 6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1" h="11">
                    <a:moveTo>
                      <a:pt x="25" y="11"/>
                    </a:moveTo>
                    <a:lnTo>
                      <a:pt x="23" y="9"/>
                    </a:lnTo>
                    <a:lnTo>
                      <a:pt x="19" y="8"/>
                    </a:lnTo>
                    <a:lnTo>
                      <a:pt x="15" y="5"/>
                    </a:lnTo>
                    <a:lnTo>
                      <a:pt x="13" y="5"/>
                    </a:lnTo>
                    <a:lnTo>
                      <a:pt x="10" y="4"/>
                    </a:lnTo>
                    <a:lnTo>
                      <a:pt x="7" y="4"/>
                    </a:lnTo>
                    <a:lnTo>
                      <a:pt x="3" y="3"/>
                    </a:lnTo>
                    <a:lnTo>
                      <a:pt x="0" y="1"/>
                    </a:lnTo>
                    <a:lnTo>
                      <a:pt x="5" y="0"/>
                    </a:lnTo>
                    <a:lnTo>
                      <a:pt x="8" y="0"/>
                    </a:lnTo>
                    <a:lnTo>
                      <a:pt x="11" y="0"/>
                    </a:lnTo>
                    <a:lnTo>
                      <a:pt x="14" y="1"/>
                    </a:lnTo>
                    <a:lnTo>
                      <a:pt x="17" y="2"/>
                    </a:lnTo>
                    <a:lnTo>
                      <a:pt x="23" y="2"/>
                    </a:lnTo>
                    <a:lnTo>
                      <a:pt x="28" y="1"/>
                    </a:lnTo>
                    <a:lnTo>
                      <a:pt x="31" y="0"/>
                    </a:lnTo>
                    <a:lnTo>
                      <a:pt x="31" y="3"/>
                    </a:lnTo>
                    <a:lnTo>
                      <a:pt x="31" y="7"/>
                    </a:lnTo>
                    <a:lnTo>
                      <a:pt x="29" y="10"/>
                    </a:lnTo>
                    <a:lnTo>
                      <a:pt x="25" y="11"/>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1" name="Freeform 112">
                <a:extLst>
                  <a:ext uri="{FF2B5EF4-FFF2-40B4-BE49-F238E27FC236}">
                    <a16:creationId xmlns:a16="http://schemas.microsoft.com/office/drawing/2014/main" id="{A9D9786A-B304-4992-9F57-59746ECA61D7}"/>
                  </a:ext>
                </a:extLst>
              </p:cNvPr>
              <p:cNvSpPr>
                <a:spLocks/>
              </p:cNvSpPr>
              <p:nvPr/>
            </p:nvSpPr>
            <p:spPr bwMode="auto">
              <a:xfrm>
                <a:off x="4486" y="3048"/>
                <a:ext cx="18" cy="9"/>
              </a:xfrm>
              <a:custGeom>
                <a:avLst/>
                <a:gdLst>
                  <a:gd name="T0" fmla="*/ 7 w 32"/>
                  <a:gd name="T1" fmla="*/ 7 h 16"/>
                  <a:gd name="T2" fmla="*/ 5 w 32"/>
                  <a:gd name="T3" fmla="*/ 6 h 16"/>
                  <a:gd name="T4" fmla="*/ 3 w 32"/>
                  <a:gd name="T5" fmla="*/ 5 h 16"/>
                  <a:gd name="T6" fmla="*/ 1 w 32"/>
                  <a:gd name="T7" fmla="*/ 4 h 16"/>
                  <a:gd name="T8" fmla="*/ 0 w 32"/>
                  <a:gd name="T9" fmla="*/ 2 h 16"/>
                  <a:gd name="T10" fmla="*/ 1 w 32"/>
                  <a:gd name="T11" fmla="*/ 1 h 16"/>
                  <a:gd name="T12" fmla="*/ 1 w 32"/>
                  <a:gd name="T13" fmla="*/ 0 h 16"/>
                  <a:gd name="T14" fmla="*/ 2 w 32"/>
                  <a:gd name="T15" fmla="*/ 0 h 16"/>
                  <a:gd name="T16" fmla="*/ 5 w 32"/>
                  <a:gd name="T17" fmla="*/ 1 h 16"/>
                  <a:gd name="T18" fmla="*/ 7 w 32"/>
                  <a:gd name="T19" fmla="*/ 2 h 16"/>
                  <a:gd name="T20" fmla="*/ 11 w 32"/>
                  <a:gd name="T21" fmla="*/ 5 h 16"/>
                  <a:gd name="T22" fmla="*/ 15 w 32"/>
                  <a:gd name="T23" fmla="*/ 7 h 16"/>
                  <a:gd name="T24" fmla="*/ 18 w 32"/>
                  <a:gd name="T25" fmla="*/ 9 h 16"/>
                  <a:gd name="T26" fmla="*/ 15 w 32"/>
                  <a:gd name="T27" fmla="*/ 8 h 16"/>
                  <a:gd name="T28" fmla="*/ 13 w 32"/>
                  <a:gd name="T29" fmla="*/ 7 h 16"/>
                  <a:gd name="T30" fmla="*/ 10 w 32"/>
                  <a:gd name="T31" fmla="*/ 7 h 16"/>
                  <a:gd name="T32" fmla="*/ 7 w 32"/>
                  <a:gd name="T33" fmla="*/ 7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 h="16">
                    <a:moveTo>
                      <a:pt x="13" y="12"/>
                    </a:moveTo>
                    <a:lnTo>
                      <a:pt x="9" y="11"/>
                    </a:lnTo>
                    <a:lnTo>
                      <a:pt x="5" y="9"/>
                    </a:lnTo>
                    <a:lnTo>
                      <a:pt x="2" y="7"/>
                    </a:lnTo>
                    <a:lnTo>
                      <a:pt x="0" y="3"/>
                    </a:lnTo>
                    <a:lnTo>
                      <a:pt x="1" y="1"/>
                    </a:lnTo>
                    <a:lnTo>
                      <a:pt x="2" y="0"/>
                    </a:lnTo>
                    <a:lnTo>
                      <a:pt x="4" y="0"/>
                    </a:lnTo>
                    <a:lnTo>
                      <a:pt x="8" y="1"/>
                    </a:lnTo>
                    <a:lnTo>
                      <a:pt x="12" y="3"/>
                    </a:lnTo>
                    <a:lnTo>
                      <a:pt x="20" y="8"/>
                    </a:lnTo>
                    <a:lnTo>
                      <a:pt x="27" y="12"/>
                    </a:lnTo>
                    <a:lnTo>
                      <a:pt x="32" y="16"/>
                    </a:lnTo>
                    <a:lnTo>
                      <a:pt x="27" y="15"/>
                    </a:lnTo>
                    <a:lnTo>
                      <a:pt x="23" y="13"/>
                    </a:lnTo>
                    <a:lnTo>
                      <a:pt x="17" y="13"/>
                    </a:lnTo>
                    <a:lnTo>
                      <a:pt x="13" y="12"/>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2" name="Freeform 113">
                <a:extLst>
                  <a:ext uri="{FF2B5EF4-FFF2-40B4-BE49-F238E27FC236}">
                    <a16:creationId xmlns:a16="http://schemas.microsoft.com/office/drawing/2014/main" id="{8CE10351-1E27-4DAB-A90A-4E354F4FCF7D}"/>
                  </a:ext>
                </a:extLst>
              </p:cNvPr>
              <p:cNvSpPr>
                <a:spLocks/>
              </p:cNvSpPr>
              <p:nvPr/>
            </p:nvSpPr>
            <p:spPr bwMode="auto">
              <a:xfrm>
                <a:off x="4489" y="3062"/>
                <a:ext cx="11" cy="13"/>
              </a:xfrm>
              <a:custGeom>
                <a:avLst/>
                <a:gdLst>
                  <a:gd name="T0" fmla="*/ 5 w 22"/>
                  <a:gd name="T1" fmla="*/ 13 h 24"/>
                  <a:gd name="T2" fmla="*/ 5 w 22"/>
                  <a:gd name="T3" fmla="*/ 11 h 24"/>
                  <a:gd name="T4" fmla="*/ 5 w 22"/>
                  <a:gd name="T5" fmla="*/ 10 h 24"/>
                  <a:gd name="T6" fmla="*/ 5 w 22"/>
                  <a:gd name="T7" fmla="*/ 9 h 24"/>
                  <a:gd name="T8" fmla="*/ 5 w 22"/>
                  <a:gd name="T9" fmla="*/ 8 h 24"/>
                  <a:gd name="T10" fmla="*/ 5 w 22"/>
                  <a:gd name="T11" fmla="*/ 7 h 24"/>
                  <a:gd name="T12" fmla="*/ 3 w 22"/>
                  <a:gd name="T13" fmla="*/ 4 h 24"/>
                  <a:gd name="T14" fmla="*/ 1 w 22"/>
                  <a:gd name="T15" fmla="*/ 3 h 24"/>
                  <a:gd name="T16" fmla="*/ 0 w 22"/>
                  <a:gd name="T17" fmla="*/ 1 h 24"/>
                  <a:gd name="T18" fmla="*/ 3 w 22"/>
                  <a:gd name="T19" fmla="*/ 0 h 24"/>
                  <a:gd name="T20" fmla="*/ 6 w 22"/>
                  <a:gd name="T21" fmla="*/ 0 h 24"/>
                  <a:gd name="T22" fmla="*/ 8 w 22"/>
                  <a:gd name="T23" fmla="*/ 1 h 24"/>
                  <a:gd name="T24" fmla="*/ 10 w 22"/>
                  <a:gd name="T25" fmla="*/ 2 h 24"/>
                  <a:gd name="T26" fmla="*/ 11 w 22"/>
                  <a:gd name="T27" fmla="*/ 4 h 24"/>
                  <a:gd name="T28" fmla="*/ 11 w 22"/>
                  <a:gd name="T29" fmla="*/ 7 h 24"/>
                  <a:gd name="T30" fmla="*/ 11 w 22"/>
                  <a:gd name="T31" fmla="*/ 10 h 24"/>
                  <a:gd name="T32" fmla="*/ 11 w 22"/>
                  <a:gd name="T33" fmla="*/ 12 h 24"/>
                  <a:gd name="T34" fmla="*/ 9 w 22"/>
                  <a:gd name="T35" fmla="*/ 12 h 24"/>
                  <a:gd name="T36" fmla="*/ 7 w 22"/>
                  <a:gd name="T37" fmla="*/ 12 h 24"/>
                  <a:gd name="T38" fmla="*/ 6 w 22"/>
                  <a:gd name="T39" fmla="*/ 12 h 24"/>
                  <a:gd name="T40" fmla="*/ 5 w 22"/>
                  <a:gd name="T41" fmla="*/ 13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 h="24">
                    <a:moveTo>
                      <a:pt x="9" y="24"/>
                    </a:moveTo>
                    <a:lnTo>
                      <a:pt x="9" y="21"/>
                    </a:lnTo>
                    <a:lnTo>
                      <a:pt x="10" y="18"/>
                    </a:lnTo>
                    <a:lnTo>
                      <a:pt x="10" y="16"/>
                    </a:lnTo>
                    <a:lnTo>
                      <a:pt x="10" y="15"/>
                    </a:lnTo>
                    <a:lnTo>
                      <a:pt x="9" y="12"/>
                    </a:lnTo>
                    <a:lnTo>
                      <a:pt x="6" y="8"/>
                    </a:lnTo>
                    <a:lnTo>
                      <a:pt x="2" y="5"/>
                    </a:lnTo>
                    <a:lnTo>
                      <a:pt x="0" y="1"/>
                    </a:lnTo>
                    <a:lnTo>
                      <a:pt x="5" y="0"/>
                    </a:lnTo>
                    <a:lnTo>
                      <a:pt x="12" y="0"/>
                    </a:lnTo>
                    <a:lnTo>
                      <a:pt x="16" y="1"/>
                    </a:lnTo>
                    <a:lnTo>
                      <a:pt x="20" y="3"/>
                    </a:lnTo>
                    <a:lnTo>
                      <a:pt x="21" y="7"/>
                    </a:lnTo>
                    <a:lnTo>
                      <a:pt x="22" y="13"/>
                    </a:lnTo>
                    <a:lnTo>
                      <a:pt x="22" y="18"/>
                    </a:lnTo>
                    <a:lnTo>
                      <a:pt x="21" y="23"/>
                    </a:lnTo>
                    <a:lnTo>
                      <a:pt x="17" y="22"/>
                    </a:lnTo>
                    <a:lnTo>
                      <a:pt x="14" y="22"/>
                    </a:lnTo>
                    <a:lnTo>
                      <a:pt x="12" y="23"/>
                    </a:lnTo>
                    <a:lnTo>
                      <a:pt x="9" y="24"/>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3" name="Freeform 114">
                <a:extLst>
                  <a:ext uri="{FF2B5EF4-FFF2-40B4-BE49-F238E27FC236}">
                    <a16:creationId xmlns:a16="http://schemas.microsoft.com/office/drawing/2014/main" id="{205F1688-4421-4449-B4EF-78923D95FA60}"/>
                  </a:ext>
                </a:extLst>
              </p:cNvPr>
              <p:cNvSpPr>
                <a:spLocks/>
              </p:cNvSpPr>
              <p:nvPr/>
            </p:nvSpPr>
            <p:spPr bwMode="auto">
              <a:xfrm>
                <a:off x="4486" y="2997"/>
                <a:ext cx="17" cy="21"/>
              </a:xfrm>
              <a:custGeom>
                <a:avLst/>
                <a:gdLst>
                  <a:gd name="T0" fmla="*/ 17 w 29"/>
                  <a:gd name="T1" fmla="*/ 0 h 38"/>
                  <a:gd name="T2" fmla="*/ 14 w 29"/>
                  <a:gd name="T3" fmla="*/ 5 h 38"/>
                  <a:gd name="T4" fmla="*/ 11 w 29"/>
                  <a:gd name="T5" fmla="*/ 11 h 38"/>
                  <a:gd name="T6" fmla="*/ 8 w 29"/>
                  <a:gd name="T7" fmla="*/ 17 h 38"/>
                  <a:gd name="T8" fmla="*/ 6 w 29"/>
                  <a:gd name="T9" fmla="*/ 21 h 38"/>
                  <a:gd name="T10" fmla="*/ 6 w 29"/>
                  <a:gd name="T11" fmla="*/ 17 h 38"/>
                  <a:gd name="T12" fmla="*/ 5 w 29"/>
                  <a:gd name="T13" fmla="*/ 14 h 38"/>
                  <a:gd name="T14" fmla="*/ 2 w 29"/>
                  <a:gd name="T15" fmla="*/ 12 h 38"/>
                  <a:gd name="T16" fmla="*/ 0 w 29"/>
                  <a:gd name="T17" fmla="*/ 9 h 38"/>
                  <a:gd name="T18" fmla="*/ 4 w 29"/>
                  <a:gd name="T19" fmla="*/ 9 h 38"/>
                  <a:gd name="T20" fmla="*/ 9 w 29"/>
                  <a:gd name="T21" fmla="*/ 7 h 38"/>
                  <a:gd name="T22" fmla="*/ 13 w 29"/>
                  <a:gd name="T23" fmla="*/ 3 h 38"/>
                  <a:gd name="T24" fmla="*/ 17 w 29"/>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38">
                    <a:moveTo>
                      <a:pt x="29" y="0"/>
                    </a:moveTo>
                    <a:lnTo>
                      <a:pt x="24" y="9"/>
                    </a:lnTo>
                    <a:lnTo>
                      <a:pt x="18" y="20"/>
                    </a:lnTo>
                    <a:lnTo>
                      <a:pt x="14" y="30"/>
                    </a:lnTo>
                    <a:lnTo>
                      <a:pt x="11" y="38"/>
                    </a:lnTo>
                    <a:lnTo>
                      <a:pt x="10" y="31"/>
                    </a:lnTo>
                    <a:lnTo>
                      <a:pt x="8" y="25"/>
                    </a:lnTo>
                    <a:lnTo>
                      <a:pt x="3" y="21"/>
                    </a:lnTo>
                    <a:lnTo>
                      <a:pt x="0" y="17"/>
                    </a:lnTo>
                    <a:lnTo>
                      <a:pt x="7" y="16"/>
                    </a:lnTo>
                    <a:lnTo>
                      <a:pt x="15" y="12"/>
                    </a:lnTo>
                    <a:lnTo>
                      <a:pt x="23" y="6"/>
                    </a:lnTo>
                    <a:lnTo>
                      <a:pt x="2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4" name="Freeform 115">
                <a:extLst>
                  <a:ext uri="{FF2B5EF4-FFF2-40B4-BE49-F238E27FC236}">
                    <a16:creationId xmlns:a16="http://schemas.microsoft.com/office/drawing/2014/main" id="{40683D5E-9A90-4607-BEBF-F739D9A1CD65}"/>
                  </a:ext>
                </a:extLst>
              </p:cNvPr>
              <p:cNvSpPr>
                <a:spLocks/>
              </p:cNvSpPr>
              <p:nvPr/>
            </p:nvSpPr>
            <p:spPr bwMode="auto">
              <a:xfrm>
                <a:off x="4473" y="3003"/>
                <a:ext cx="51" cy="29"/>
              </a:xfrm>
              <a:custGeom>
                <a:avLst/>
                <a:gdLst>
                  <a:gd name="T0" fmla="*/ 20 w 94"/>
                  <a:gd name="T1" fmla="*/ 25 h 53"/>
                  <a:gd name="T2" fmla="*/ 21 w 94"/>
                  <a:gd name="T3" fmla="*/ 22 h 53"/>
                  <a:gd name="T4" fmla="*/ 22 w 94"/>
                  <a:gd name="T5" fmla="*/ 19 h 53"/>
                  <a:gd name="T6" fmla="*/ 22 w 94"/>
                  <a:gd name="T7" fmla="*/ 16 h 53"/>
                  <a:gd name="T8" fmla="*/ 22 w 94"/>
                  <a:gd name="T9" fmla="*/ 14 h 53"/>
                  <a:gd name="T10" fmla="*/ 24 w 94"/>
                  <a:gd name="T11" fmla="*/ 14 h 53"/>
                  <a:gd name="T12" fmla="*/ 28 w 94"/>
                  <a:gd name="T13" fmla="*/ 13 h 53"/>
                  <a:gd name="T14" fmla="*/ 32 w 94"/>
                  <a:gd name="T15" fmla="*/ 10 h 53"/>
                  <a:gd name="T16" fmla="*/ 36 w 94"/>
                  <a:gd name="T17" fmla="*/ 9 h 53"/>
                  <a:gd name="T18" fmla="*/ 41 w 94"/>
                  <a:gd name="T19" fmla="*/ 8 h 53"/>
                  <a:gd name="T20" fmla="*/ 46 w 94"/>
                  <a:gd name="T21" fmla="*/ 6 h 53"/>
                  <a:gd name="T22" fmla="*/ 49 w 94"/>
                  <a:gd name="T23" fmla="*/ 5 h 53"/>
                  <a:gd name="T24" fmla="*/ 51 w 94"/>
                  <a:gd name="T25" fmla="*/ 4 h 53"/>
                  <a:gd name="T26" fmla="*/ 49 w 94"/>
                  <a:gd name="T27" fmla="*/ 0 h 53"/>
                  <a:gd name="T28" fmla="*/ 47 w 94"/>
                  <a:gd name="T29" fmla="*/ 1 h 53"/>
                  <a:gd name="T30" fmla="*/ 41 w 94"/>
                  <a:gd name="T31" fmla="*/ 2 h 53"/>
                  <a:gd name="T32" fmla="*/ 35 w 94"/>
                  <a:gd name="T33" fmla="*/ 5 h 53"/>
                  <a:gd name="T34" fmla="*/ 28 w 94"/>
                  <a:gd name="T35" fmla="*/ 7 h 53"/>
                  <a:gd name="T36" fmla="*/ 22 w 94"/>
                  <a:gd name="T37" fmla="*/ 9 h 53"/>
                  <a:gd name="T38" fmla="*/ 16 w 94"/>
                  <a:gd name="T39" fmla="*/ 11 h 53"/>
                  <a:gd name="T40" fmla="*/ 11 w 94"/>
                  <a:gd name="T41" fmla="*/ 13 h 53"/>
                  <a:gd name="T42" fmla="*/ 8 w 94"/>
                  <a:gd name="T43" fmla="*/ 13 h 53"/>
                  <a:gd name="T44" fmla="*/ 7 w 94"/>
                  <a:gd name="T45" fmla="*/ 10 h 53"/>
                  <a:gd name="T46" fmla="*/ 6 w 94"/>
                  <a:gd name="T47" fmla="*/ 8 h 53"/>
                  <a:gd name="T48" fmla="*/ 5 w 94"/>
                  <a:gd name="T49" fmla="*/ 4 h 53"/>
                  <a:gd name="T50" fmla="*/ 5 w 94"/>
                  <a:gd name="T51" fmla="*/ 2 h 53"/>
                  <a:gd name="T52" fmla="*/ 3 w 94"/>
                  <a:gd name="T53" fmla="*/ 1 h 53"/>
                  <a:gd name="T54" fmla="*/ 2 w 94"/>
                  <a:gd name="T55" fmla="*/ 2 h 53"/>
                  <a:gd name="T56" fmla="*/ 1 w 94"/>
                  <a:gd name="T57" fmla="*/ 2 h 53"/>
                  <a:gd name="T58" fmla="*/ 0 w 94"/>
                  <a:gd name="T59" fmla="*/ 4 h 53"/>
                  <a:gd name="T60" fmla="*/ 1 w 94"/>
                  <a:gd name="T61" fmla="*/ 6 h 53"/>
                  <a:gd name="T62" fmla="*/ 2 w 94"/>
                  <a:gd name="T63" fmla="*/ 9 h 53"/>
                  <a:gd name="T64" fmla="*/ 3 w 94"/>
                  <a:gd name="T65" fmla="*/ 14 h 53"/>
                  <a:gd name="T66" fmla="*/ 5 w 94"/>
                  <a:gd name="T67" fmla="*/ 18 h 53"/>
                  <a:gd name="T68" fmla="*/ 7 w 94"/>
                  <a:gd name="T69" fmla="*/ 21 h 53"/>
                  <a:gd name="T70" fmla="*/ 10 w 94"/>
                  <a:gd name="T71" fmla="*/ 25 h 53"/>
                  <a:gd name="T72" fmla="*/ 14 w 94"/>
                  <a:gd name="T73" fmla="*/ 27 h 53"/>
                  <a:gd name="T74" fmla="*/ 19 w 94"/>
                  <a:gd name="T75" fmla="*/ 29 h 53"/>
                  <a:gd name="T76" fmla="*/ 20 w 94"/>
                  <a:gd name="T77" fmla="*/ 27 h 53"/>
                  <a:gd name="T78" fmla="*/ 20 w 94"/>
                  <a:gd name="T79" fmla="*/ 27 h 53"/>
                  <a:gd name="T80" fmla="*/ 20 w 94"/>
                  <a:gd name="T81" fmla="*/ 26 h 53"/>
                  <a:gd name="T82" fmla="*/ 20 w 94"/>
                  <a:gd name="T83" fmla="*/ 25 h 53"/>
                  <a:gd name="T84" fmla="*/ 18 w 94"/>
                  <a:gd name="T85" fmla="*/ 24 h 53"/>
                  <a:gd name="T86" fmla="*/ 15 w 94"/>
                  <a:gd name="T87" fmla="*/ 22 h 53"/>
                  <a:gd name="T88" fmla="*/ 12 w 94"/>
                  <a:gd name="T89" fmla="*/ 19 h 53"/>
                  <a:gd name="T90" fmla="*/ 11 w 94"/>
                  <a:gd name="T91" fmla="*/ 18 h 53"/>
                  <a:gd name="T92" fmla="*/ 14 w 94"/>
                  <a:gd name="T93" fmla="*/ 17 h 53"/>
                  <a:gd name="T94" fmla="*/ 15 w 94"/>
                  <a:gd name="T95" fmla="*/ 16 h 53"/>
                  <a:gd name="T96" fmla="*/ 17 w 94"/>
                  <a:gd name="T97" fmla="*/ 16 h 53"/>
                  <a:gd name="T98" fmla="*/ 18 w 94"/>
                  <a:gd name="T99" fmla="*/ 15 h 53"/>
                  <a:gd name="T100" fmla="*/ 19 w 94"/>
                  <a:gd name="T101" fmla="*/ 17 h 53"/>
                  <a:gd name="T102" fmla="*/ 19 w 94"/>
                  <a:gd name="T103" fmla="*/ 19 h 53"/>
                  <a:gd name="T104" fmla="*/ 18 w 94"/>
                  <a:gd name="T105" fmla="*/ 22 h 53"/>
                  <a:gd name="T106" fmla="*/ 18 w 94"/>
                  <a:gd name="T107" fmla="*/ 24 h 53"/>
                  <a:gd name="T108" fmla="*/ 20 w 94"/>
                  <a:gd name="T109" fmla="*/ 25 h 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4" h="53">
                    <a:moveTo>
                      <a:pt x="37" y="45"/>
                    </a:moveTo>
                    <a:lnTo>
                      <a:pt x="38" y="41"/>
                    </a:lnTo>
                    <a:lnTo>
                      <a:pt x="41" y="35"/>
                    </a:lnTo>
                    <a:lnTo>
                      <a:pt x="41" y="30"/>
                    </a:lnTo>
                    <a:lnTo>
                      <a:pt x="41" y="26"/>
                    </a:lnTo>
                    <a:lnTo>
                      <a:pt x="44" y="25"/>
                    </a:lnTo>
                    <a:lnTo>
                      <a:pt x="51" y="23"/>
                    </a:lnTo>
                    <a:lnTo>
                      <a:pt x="59" y="19"/>
                    </a:lnTo>
                    <a:lnTo>
                      <a:pt x="67" y="17"/>
                    </a:lnTo>
                    <a:lnTo>
                      <a:pt x="76" y="14"/>
                    </a:lnTo>
                    <a:lnTo>
                      <a:pt x="85" y="11"/>
                    </a:lnTo>
                    <a:lnTo>
                      <a:pt x="90" y="9"/>
                    </a:lnTo>
                    <a:lnTo>
                      <a:pt x="94" y="8"/>
                    </a:lnTo>
                    <a:lnTo>
                      <a:pt x="91" y="0"/>
                    </a:lnTo>
                    <a:lnTo>
                      <a:pt x="86" y="2"/>
                    </a:lnTo>
                    <a:lnTo>
                      <a:pt x="76" y="4"/>
                    </a:lnTo>
                    <a:lnTo>
                      <a:pt x="65" y="9"/>
                    </a:lnTo>
                    <a:lnTo>
                      <a:pt x="52" y="12"/>
                    </a:lnTo>
                    <a:lnTo>
                      <a:pt x="40" y="17"/>
                    </a:lnTo>
                    <a:lnTo>
                      <a:pt x="29" y="20"/>
                    </a:lnTo>
                    <a:lnTo>
                      <a:pt x="20" y="23"/>
                    </a:lnTo>
                    <a:lnTo>
                      <a:pt x="15" y="24"/>
                    </a:lnTo>
                    <a:lnTo>
                      <a:pt x="13" y="19"/>
                    </a:lnTo>
                    <a:lnTo>
                      <a:pt x="11" y="14"/>
                    </a:lnTo>
                    <a:lnTo>
                      <a:pt x="10" y="8"/>
                    </a:lnTo>
                    <a:lnTo>
                      <a:pt x="9" y="3"/>
                    </a:lnTo>
                    <a:lnTo>
                      <a:pt x="6" y="2"/>
                    </a:lnTo>
                    <a:lnTo>
                      <a:pt x="4" y="3"/>
                    </a:lnTo>
                    <a:lnTo>
                      <a:pt x="2" y="4"/>
                    </a:lnTo>
                    <a:lnTo>
                      <a:pt x="0" y="7"/>
                    </a:lnTo>
                    <a:lnTo>
                      <a:pt x="2" y="11"/>
                    </a:lnTo>
                    <a:lnTo>
                      <a:pt x="3" y="17"/>
                    </a:lnTo>
                    <a:lnTo>
                      <a:pt x="5" y="25"/>
                    </a:lnTo>
                    <a:lnTo>
                      <a:pt x="9" y="32"/>
                    </a:lnTo>
                    <a:lnTo>
                      <a:pt x="13" y="39"/>
                    </a:lnTo>
                    <a:lnTo>
                      <a:pt x="19" y="45"/>
                    </a:lnTo>
                    <a:lnTo>
                      <a:pt x="26" y="50"/>
                    </a:lnTo>
                    <a:lnTo>
                      <a:pt x="35" y="53"/>
                    </a:lnTo>
                    <a:lnTo>
                      <a:pt x="37" y="50"/>
                    </a:lnTo>
                    <a:lnTo>
                      <a:pt x="37" y="49"/>
                    </a:lnTo>
                    <a:lnTo>
                      <a:pt x="37" y="47"/>
                    </a:lnTo>
                    <a:lnTo>
                      <a:pt x="37" y="45"/>
                    </a:lnTo>
                    <a:lnTo>
                      <a:pt x="33" y="43"/>
                    </a:lnTo>
                    <a:lnTo>
                      <a:pt x="27" y="40"/>
                    </a:lnTo>
                    <a:lnTo>
                      <a:pt x="22" y="35"/>
                    </a:lnTo>
                    <a:lnTo>
                      <a:pt x="20" y="32"/>
                    </a:lnTo>
                    <a:lnTo>
                      <a:pt x="25" y="31"/>
                    </a:lnTo>
                    <a:lnTo>
                      <a:pt x="28" y="30"/>
                    </a:lnTo>
                    <a:lnTo>
                      <a:pt x="32" y="29"/>
                    </a:lnTo>
                    <a:lnTo>
                      <a:pt x="34" y="27"/>
                    </a:lnTo>
                    <a:lnTo>
                      <a:pt x="35" y="31"/>
                    </a:lnTo>
                    <a:lnTo>
                      <a:pt x="35" y="35"/>
                    </a:lnTo>
                    <a:lnTo>
                      <a:pt x="34" y="40"/>
                    </a:lnTo>
                    <a:lnTo>
                      <a:pt x="33" y="43"/>
                    </a:lnTo>
                    <a:lnTo>
                      <a:pt x="37" y="4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5" name="Freeform 116">
                <a:extLst>
                  <a:ext uri="{FF2B5EF4-FFF2-40B4-BE49-F238E27FC236}">
                    <a16:creationId xmlns:a16="http://schemas.microsoft.com/office/drawing/2014/main" id="{EB50F556-4FF4-401A-B974-DD95E3FE4D19}"/>
                  </a:ext>
                </a:extLst>
              </p:cNvPr>
              <p:cNvSpPr>
                <a:spLocks/>
              </p:cNvSpPr>
              <p:nvPr/>
            </p:nvSpPr>
            <p:spPr bwMode="auto">
              <a:xfrm>
                <a:off x="3373" y="3238"/>
                <a:ext cx="1475" cy="363"/>
              </a:xfrm>
              <a:custGeom>
                <a:avLst/>
                <a:gdLst>
                  <a:gd name="T0" fmla="*/ 1072 w 2700"/>
                  <a:gd name="T1" fmla="*/ 0 h 663"/>
                  <a:gd name="T2" fmla="*/ 1475 w 2700"/>
                  <a:gd name="T3" fmla="*/ 363 h 663"/>
                  <a:gd name="T4" fmla="*/ 279 w 2700"/>
                  <a:gd name="T5" fmla="*/ 363 h 663"/>
                  <a:gd name="T6" fmla="*/ 80 w 2700"/>
                  <a:gd name="T7" fmla="*/ 363 h 663"/>
                  <a:gd name="T8" fmla="*/ 0 w 2700"/>
                  <a:gd name="T9" fmla="*/ 363 h 663"/>
                  <a:gd name="T10" fmla="*/ 477 w 2700"/>
                  <a:gd name="T11" fmla="*/ 0 h 663"/>
                  <a:gd name="T12" fmla="*/ 1072 w 2700"/>
                  <a:gd name="T13" fmla="*/ 0 h 6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00" h="663">
                    <a:moveTo>
                      <a:pt x="1962" y="0"/>
                    </a:moveTo>
                    <a:lnTo>
                      <a:pt x="2700" y="663"/>
                    </a:lnTo>
                    <a:lnTo>
                      <a:pt x="510" y="663"/>
                    </a:lnTo>
                    <a:lnTo>
                      <a:pt x="147" y="663"/>
                    </a:lnTo>
                    <a:lnTo>
                      <a:pt x="0" y="663"/>
                    </a:lnTo>
                    <a:lnTo>
                      <a:pt x="874" y="0"/>
                    </a:lnTo>
                    <a:lnTo>
                      <a:pt x="1962"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6" name="Freeform 117">
                <a:extLst>
                  <a:ext uri="{FF2B5EF4-FFF2-40B4-BE49-F238E27FC236}">
                    <a16:creationId xmlns:a16="http://schemas.microsoft.com/office/drawing/2014/main" id="{F2D4E3B3-A572-42B6-8532-143D324A52F5}"/>
                  </a:ext>
                </a:extLst>
              </p:cNvPr>
              <p:cNvSpPr>
                <a:spLocks/>
              </p:cNvSpPr>
              <p:nvPr/>
            </p:nvSpPr>
            <p:spPr bwMode="auto">
              <a:xfrm>
                <a:off x="4139" y="3350"/>
                <a:ext cx="296" cy="114"/>
              </a:xfrm>
              <a:custGeom>
                <a:avLst/>
                <a:gdLst>
                  <a:gd name="T0" fmla="*/ 296 w 542"/>
                  <a:gd name="T1" fmla="*/ 5 h 211"/>
                  <a:gd name="T2" fmla="*/ 222 w 542"/>
                  <a:gd name="T3" fmla="*/ 114 h 211"/>
                  <a:gd name="T4" fmla="*/ 0 w 542"/>
                  <a:gd name="T5" fmla="*/ 57 h 211"/>
                  <a:gd name="T6" fmla="*/ 7 w 542"/>
                  <a:gd name="T7" fmla="*/ 44 h 211"/>
                  <a:gd name="T8" fmla="*/ 213 w 542"/>
                  <a:gd name="T9" fmla="*/ 97 h 211"/>
                  <a:gd name="T10" fmla="*/ 279 w 542"/>
                  <a:gd name="T11" fmla="*/ 0 h 211"/>
                  <a:gd name="T12" fmla="*/ 296 w 542"/>
                  <a:gd name="T13" fmla="*/ 5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2" h="211">
                    <a:moveTo>
                      <a:pt x="542" y="9"/>
                    </a:moveTo>
                    <a:lnTo>
                      <a:pt x="406" y="211"/>
                    </a:lnTo>
                    <a:lnTo>
                      <a:pt x="0" y="105"/>
                    </a:lnTo>
                    <a:lnTo>
                      <a:pt x="12" y="82"/>
                    </a:lnTo>
                    <a:lnTo>
                      <a:pt x="390" y="180"/>
                    </a:lnTo>
                    <a:lnTo>
                      <a:pt x="511" y="0"/>
                    </a:lnTo>
                    <a:lnTo>
                      <a:pt x="542"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7" name="Freeform 118">
                <a:extLst>
                  <a:ext uri="{FF2B5EF4-FFF2-40B4-BE49-F238E27FC236}">
                    <a16:creationId xmlns:a16="http://schemas.microsoft.com/office/drawing/2014/main" id="{9FBD75D1-8049-431D-A139-113FE4A2FDD2}"/>
                  </a:ext>
                </a:extLst>
              </p:cNvPr>
              <p:cNvSpPr>
                <a:spLocks/>
              </p:cNvSpPr>
              <p:nvPr/>
            </p:nvSpPr>
            <p:spPr bwMode="auto">
              <a:xfrm>
                <a:off x="3734" y="3301"/>
                <a:ext cx="310" cy="106"/>
              </a:xfrm>
              <a:custGeom>
                <a:avLst/>
                <a:gdLst>
                  <a:gd name="T0" fmla="*/ 305 w 569"/>
                  <a:gd name="T1" fmla="*/ 0 h 195"/>
                  <a:gd name="T2" fmla="*/ 310 w 569"/>
                  <a:gd name="T3" fmla="*/ 1 h 195"/>
                  <a:gd name="T4" fmla="*/ 302 w 569"/>
                  <a:gd name="T5" fmla="*/ 13 h 195"/>
                  <a:gd name="T6" fmla="*/ 308 w 569"/>
                  <a:gd name="T7" fmla="*/ 14 h 195"/>
                  <a:gd name="T8" fmla="*/ 247 w 569"/>
                  <a:gd name="T9" fmla="*/ 106 h 195"/>
                  <a:gd name="T10" fmla="*/ 0 w 569"/>
                  <a:gd name="T11" fmla="*/ 55 h 195"/>
                  <a:gd name="T12" fmla="*/ 10 w 569"/>
                  <a:gd name="T13" fmla="*/ 47 h 195"/>
                  <a:gd name="T14" fmla="*/ 243 w 569"/>
                  <a:gd name="T15" fmla="*/ 95 h 195"/>
                  <a:gd name="T16" fmla="*/ 305 w 569"/>
                  <a:gd name="T17" fmla="*/ 0 h 1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9" h="195">
                    <a:moveTo>
                      <a:pt x="560" y="0"/>
                    </a:moveTo>
                    <a:lnTo>
                      <a:pt x="569" y="2"/>
                    </a:lnTo>
                    <a:lnTo>
                      <a:pt x="555" y="23"/>
                    </a:lnTo>
                    <a:lnTo>
                      <a:pt x="566" y="25"/>
                    </a:lnTo>
                    <a:lnTo>
                      <a:pt x="454" y="195"/>
                    </a:lnTo>
                    <a:lnTo>
                      <a:pt x="0" y="101"/>
                    </a:lnTo>
                    <a:lnTo>
                      <a:pt x="18" y="87"/>
                    </a:lnTo>
                    <a:lnTo>
                      <a:pt x="446" y="174"/>
                    </a:lnTo>
                    <a:lnTo>
                      <a:pt x="56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8" name="Freeform 119">
                <a:extLst>
                  <a:ext uri="{FF2B5EF4-FFF2-40B4-BE49-F238E27FC236}">
                    <a16:creationId xmlns:a16="http://schemas.microsoft.com/office/drawing/2014/main" id="{EFC2EF9F-5AD3-4769-918E-8DCCAC73BDA0}"/>
                  </a:ext>
                </a:extLst>
              </p:cNvPr>
              <p:cNvSpPr>
                <a:spLocks/>
              </p:cNvSpPr>
              <p:nvPr/>
            </p:nvSpPr>
            <p:spPr bwMode="auto">
              <a:xfrm>
                <a:off x="4377" y="3247"/>
                <a:ext cx="131" cy="75"/>
              </a:xfrm>
              <a:custGeom>
                <a:avLst/>
                <a:gdLst>
                  <a:gd name="T0" fmla="*/ 131 w 240"/>
                  <a:gd name="T1" fmla="*/ 70 h 138"/>
                  <a:gd name="T2" fmla="*/ 130 w 240"/>
                  <a:gd name="T3" fmla="*/ 57 h 138"/>
                  <a:gd name="T4" fmla="*/ 130 w 240"/>
                  <a:gd name="T5" fmla="*/ 46 h 138"/>
                  <a:gd name="T6" fmla="*/ 130 w 240"/>
                  <a:gd name="T7" fmla="*/ 39 h 138"/>
                  <a:gd name="T8" fmla="*/ 129 w 240"/>
                  <a:gd name="T9" fmla="*/ 37 h 138"/>
                  <a:gd name="T10" fmla="*/ 126 w 240"/>
                  <a:gd name="T11" fmla="*/ 35 h 138"/>
                  <a:gd name="T12" fmla="*/ 123 w 240"/>
                  <a:gd name="T13" fmla="*/ 34 h 138"/>
                  <a:gd name="T14" fmla="*/ 120 w 240"/>
                  <a:gd name="T15" fmla="*/ 33 h 138"/>
                  <a:gd name="T16" fmla="*/ 115 w 240"/>
                  <a:gd name="T17" fmla="*/ 29 h 138"/>
                  <a:gd name="T18" fmla="*/ 103 w 240"/>
                  <a:gd name="T19" fmla="*/ 21 h 138"/>
                  <a:gd name="T20" fmla="*/ 91 w 240"/>
                  <a:gd name="T21" fmla="*/ 13 h 138"/>
                  <a:gd name="T22" fmla="*/ 82 w 240"/>
                  <a:gd name="T23" fmla="*/ 7 h 138"/>
                  <a:gd name="T24" fmla="*/ 78 w 240"/>
                  <a:gd name="T25" fmla="*/ 3 h 138"/>
                  <a:gd name="T26" fmla="*/ 69 w 240"/>
                  <a:gd name="T27" fmla="*/ 0 h 138"/>
                  <a:gd name="T28" fmla="*/ 61 w 240"/>
                  <a:gd name="T29" fmla="*/ 1 h 138"/>
                  <a:gd name="T30" fmla="*/ 52 w 240"/>
                  <a:gd name="T31" fmla="*/ 2 h 138"/>
                  <a:gd name="T32" fmla="*/ 44 w 240"/>
                  <a:gd name="T33" fmla="*/ 4 h 138"/>
                  <a:gd name="T34" fmla="*/ 37 w 240"/>
                  <a:gd name="T35" fmla="*/ 4 h 138"/>
                  <a:gd name="T36" fmla="*/ 30 w 240"/>
                  <a:gd name="T37" fmla="*/ 5 h 138"/>
                  <a:gd name="T38" fmla="*/ 20 w 240"/>
                  <a:gd name="T39" fmla="*/ 7 h 138"/>
                  <a:gd name="T40" fmla="*/ 15 w 240"/>
                  <a:gd name="T41" fmla="*/ 13 h 138"/>
                  <a:gd name="T42" fmla="*/ 10 w 240"/>
                  <a:gd name="T43" fmla="*/ 25 h 138"/>
                  <a:gd name="T44" fmla="*/ 4 w 240"/>
                  <a:gd name="T45" fmla="*/ 34 h 138"/>
                  <a:gd name="T46" fmla="*/ 0 w 240"/>
                  <a:gd name="T47" fmla="*/ 46 h 138"/>
                  <a:gd name="T48" fmla="*/ 4 w 240"/>
                  <a:gd name="T49" fmla="*/ 49 h 138"/>
                  <a:gd name="T50" fmla="*/ 8 w 240"/>
                  <a:gd name="T51" fmla="*/ 49 h 138"/>
                  <a:gd name="T52" fmla="*/ 13 w 240"/>
                  <a:gd name="T53" fmla="*/ 52 h 138"/>
                  <a:gd name="T54" fmla="*/ 19 w 240"/>
                  <a:gd name="T55" fmla="*/ 59 h 138"/>
                  <a:gd name="T56" fmla="*/ 22 w 240"/>
                  <a:gd name="T57" fmla="*/ 60 h 138"/>
                  <a:gd name="T58" fmla="*/ 25 w 240"/>
                  <a:gd name="T59" fmla="*/ 57 h 138"/>
                  <a:gd name="T60" fmla="*/ 24 w 240"/>
                  <a:gd name="T61" fmla="*/ 52 h 138"/>
                  <a:gd name="T62" fmla="*/ 24 w 240"/>
                  <a:gd name="T63" fmla="*/ 50 h 138"/>
                  <a:gd name="T64" fmla="*/ 26 w 240"/>
                  <a:gd name="T65" fmla="*/ 50 h 138"/>
                  <a:gd name="T66" fmla="*/ 32 w 240"/>
                  <a:gd name="T67" fmla="*/ 53 h 138"/>
                  <a:gd name="T68" fmla="*/ 37 w 240"/>
                  <a:gd name="T69" fmla="*/ 52 h 138"/>
                  <a:gd name="T70" fmla="*/ 39 w 240"/>
                  <a:gd name="T71" fmla="*/ 54 h 138"/>
                  <a:gd name="T72" fmla="*/ 41 w 240"/>
                  <a:gd name="T73" fmla="*/ 54 h 138"/>
                  <a:gd name="T74" fmla="*/ 43 w 240"/>
                  <a:gd name="T75" fmla="*/ 51 h 138"/>
                  <a:gd name="T76" fmla="*/ 45 w 240"/>
                  <a:gd name="T77" fmla="*/ 50 h 138"/>
                  <a:gd name="T78" fmla="*/ 51 w 240"/>
                  <a:gd name="T79" fmla="*/ 51 h 138"/>
                  <a:gd name="T80" fmla="*/ 57 w 240"/>
                  <a:gd name="T81" fmla="*/ 51 h 138"/>
                  <a:gd name="T82" fmla="*/ 63 w 240"/>
                  <a:gd name="T83" fmla="*/ 51 h 138"/>
                  <a:gd name="T84" fmla="*/ 68 w 240"/>
                  <a:gd name="T85" fmla="*/ 51 h 138"/>
                  <a:gd name="T86" fmla="*/ 73 w 240"/>
                  <a:gd name="T87" fmla="*/ 51 h 138"/>
                  <a:gd name="T88" fmla="*/ 75 w 240"/>
                  <a:gd name="T89" fmla="*/ 52 h 138"/>
                  <a:gd name="T90" fmla="*/ 81 w 240"/>
                  <a:gd name="T91" fmla="*/ 57 h 138"/>
                  <a:gd name="T92" fmla="*/ 88 w 240"/>
                  <a:gd name="T93" fmla="*/ 63 h 138"/>
                  <a:gd name="T94" fmla="*/ 95 w 240"/>
                  <a:gd name="T95" fmla="*/ 67 h 138"/>
                  <a:gd name="T96" fmla="*/ 99 w 240"/>
                  <a:gd name="T97" fmla="*/ 68 h 138"/>
                  <a:gd name="T98" fmla="*/ 107 w 240"/>
                  <a:gd name="T99" fmla="*/ 70 h 138"/>
                  <a:gd name="T100" fmla="*/ 118 w 240"/>
                  <a:gd name="T101" fmla="*/ 72 h 138"/>
                  <a:gd name="T102" fmla="*/ 128 w 240"/>
                  <a:gd name="T103" fmla="*/ 74 h 13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40" h="138">
                    <a:moveTo>
                      <a:pt x="240" y="138"/>
                    </a:moveTo>
                    <a:lnTo>
                      <a:pt x="240" y="129"/>
                    </a:lnTo>
                    <a:lnTo>
                      <a:pt x="240" y="117"/>
                    </a:lnTo>
                    <a:lnTo>
                      <a:pt x="239" y="104"/>
                    </a:lnTo>
                    <a:lnTo>
                      <a:pt x="239" y="91"/>
                    </a:lnTo>
                    <a:lnTo>
                      <a:pt x="239" y="84"/>
                    </a:lnTo>
                    <a:lnTo>
                      <a:pt x="239" y="77"/>
                    </a:lnTo>
                    <a:lnTo>
                      <a:pt x="239" y="72"/>
                    </a:lnTo>
                    <a:lnTo>
                      <a:pt x="240" y="69"/>
                    </a:lnTo>
                    <a:lnTo>
                      <a:pt x="237" y="68"/>
                    </a:lnTo>
                    <a:lnTo>
                      <a:pt x="234" y="66"/>
                    </a:lnTo>
                    <a:lnTo>
                      <a:pt x="231" y="65"/>
                    </a:lnTo>
                    <a:lnTo>
                      <a:pt x="228" y="64"/>
                    </a:lnTo>
                    <a:lnTo>
                      <a:pt x="226" y="63"/>
                    </a:lnTo>
                    <a:lnTo>
                      <a:pt x="223" y="62"/>
                    </a:lnTo>
                    <a:lnTo>
                      <a:pt x="220" y="61"/>
                    </a:lnTo>
                    <a:lnTo>
                      <a:pt x="217" y="60"/>
                    </a:lnTo>
                    <a:lnTo>
                      <a:pt x="210" y="54"/>
                    </a:lnTo>
                    <a:lnTo>
                      <a:pt x="201" y="46"/>
                    </a:lnTo>
                    <a:lnTo>
                      <a:pt x="189" y="38"/>
                    </a:lnTo>
                    <a:lnTo>
                      <a:pt x="178" y="31"/>
                    </a:lnTo>
                    <a:lnTo>
                      <a:pt x="167" y="23"/>
                    </a:lnTo>
                    <a:lnTo>
                      <a:pt x="157" y="17"/>
                    </a:lnTo>
                    <a:lnTo>
                      <a:pt x="150" y="12"/>
                    </a:lnTo>
                    <a:lnTo>
                      <a:pt x="147" y="9"/>
                    </a:lnTo>
                    <a:lnTo>
                      <a:pt x="142" y="5"/>
                    </a:lnTo>
                    <a:lnTo>
                      <a:pt x="135" y="2"/>
                    </a:lnTo>
                    <a:lnTo>
                      <a:pt x="127" y="0"/>
                    </a:lnTo>
                    <a:lnTo>
                      <a:pt x="118" y="0"/>
                    </a:lnTo>
                    <a:lnTo>
                      <a:pt x="111" y="1"/>
                    </a:lnTo>
                    <a:lnTo>
                      <a:pt x="104" y="2"/>
                    </a:lnTo>
                    <a:lnTo>
                      <a:pt x="96" y="3"/>
                    </a:lnTo>
                    <a:lnTo>
                      <a:pt x="88" y="4"/>
                    </a:lnTo>
                    <a:lnTo>
                      <a:pt x="80" y="7"/>
                    </a:lnTo>
                    <a:lnTo>
                      <a:pt x="73" y="8"/>
                    </a:lnTo>
                    <a:lnTo>
                      <a:pt x="67" y="8"/>
                    </a:lnTo>
                    <a:lnTo>
                      <a:pt x="63" y="9"/>
                    </a:lnTo>
                    <a:lnTo>
                      <a:pt x="55" y="10"/>
                    </a:lnTo>
                    <a:lnTo>
                      <a:pt x="45" y="11"/>
                    </a:lnTo>
                    <a:lnTo>
                      <a:pt x="36" y="13"/>
                    </a:lnTo>
                    <a:lnTo>
                      <a:pt x="31" y="16"/>
                    </a:lnTo>
                    <a:lnTo>
                      <a:pt x="28" y="23"/>
                    </a:lnTo>
                    <a:lnTo>
                      <a:pt x="23" y="34"/>
                    </a:lnTo>
                    <a:lnTo>
                      <a:pt x="18" y="46"/>
                    </a:lnTo>
                    <a:lnTo>
                      <a:pt x="13" y="54"/>
                    </a:lnTo>
                    <a:lnTo>
                      <a:pt x="8" y="62"/>
                    </a:lnTo>
                    <a:lnTo>
                      <a:pt x="3" y="73"/>
                    </a:lnTo>
                    <a:lnTo>
                      <a:pt x="0" y="85"/>
                    </a:lnTo>
                    <a:lnTo>
                      <a:pt x="3" y="91"/>
                    </a:lnTo>
                    <a:lnTo>
                      <a:pt x="7" y="91"/>
                    </a:lnTo>
                    <a:lnTo>
                      <a:pt x="12" y="91"/>
                    </a:lnTo>
                    <a:lnTo>
                      <a:pt x="15" y="91"/>
                    </a:lnTo>
                    <a:lnTo>
                      <a:pt x="19" y="89"/>
                    </a:lnTo>
                    <a:lnTo>
                      <a:pt x="23" y="95"/>
                    </a:lnTo>
                    <a:lnTo>
                      <a:pt x="29" y="102"/>
                    </a:lnTo>
                    <a:lnTo>
                      <a:pt x="35" y="109"/>
                    </a:lnTo>
                    <a:lnTo>
                      <a:pt x="38" y="111"/>
                    </a:lnTo>
                    <a:lnTo>
                      <a:pt x="41" y="111"/>
                    </a:lnTo>
                    <a:lnTo>
                      <a:pt x="44" y="109"/>
                    </a:lnTo>
                    <a:lnTo>
                      <a:pt x="45" y="104"/>
                    </a:lnTo>
                    <a:lnTo>
                      <a:pt x="45" y="99"/>
                    </a:lnTo>
                    <a:lnTo>
                      <a:pt x="44" y="95"/>
                    </a:lnTo>
                    <a:lnTo>
                      <a:pt x="44" y="93"/>
                    </a:lnTo>
                    <a:lnTo>
                      <a:pt x="44" y="92"/>
                    </a:lnTo>
                    <a:lnTo>
                      <a:pt x="43" y="89"/>
                    </a:lnTo>
                    <a:lnTo>
                      <a:pt x="48" y="92"/>
                    </a:lnTo>
                    <a:lnTo>
                      <a:pt x="53" y="95"/>
                    </a:lnTo>
                    <a:lnTo>
                      <a:pt x="59" y="98"/>
                    </a:lnTo>
                    <a:lnTo>
                      <a:pt x="65" y="95"/>
                    </a:lnTo>
                    <a:lnTo>
                      <a:pt x="67" y="96"/>
                    </a:lnTo>
                    <a:lnTo>
                      <a:pt x="69" y="99"/>
                    </a:lnTo>
                    <a:lnTo>
                      <a:pt x="71" y="100"/>
                    </a:lnTo>
                    <a:lnTo>
                      <a:pt x="73" y="100"/>
                    </a:lnTo>
                    <a:lnTo>
                      <a:pt x="75" y="99"/>
                    </a:lnTo>
                    <a:lnTo>
                      <a:pt x="78" y="96"/>
                    </a:lnTo>
                    <a:lnTo>
                      <a:pt x="79" y="94"/>
                    </a:lnTo>
                    <a:lnTo>
                      <a:pt x="79" y="91"/>
                    </a:lnTo>
                    <a:lnTo>
                      <a:pt x="83" y="92"/>
                    </a:lnTo>
                    <a:lnTo>
                      <a:pt x="88" y="92"/>
                    </a:lnTo>
                    <a:lnTo>
                      <a:pt x="94" y="93"/>
                    </a:lnTo>
                    <a:lnTo>
                      <a:pt x="99" y="93"/>
                    </a:lnTo>
                    <a:lnTo>
                      <a:pt x="105" y="94"/>
                    </a:lnTo>
                    <a:lnTo>
                      <a:pt x="111" y="94"/>
                    </a:lnTo>
                    <a:lnTo>
                      <a:pt x="116" y="94"/>
                    </a:lnTo>
                    <a:lnTo>
                      <a:pt x="119" y="94"/>
                    </a:lnTo>
                    <a:lnTo>
                      <a:pt x="125" y="93"/>
                    </a:lnTo>
                    <a:lnTo>
                      <a:pt x="129" y="93"/>
                    </a:lnTo>
                    <a:lnTo>
                      <a:pt x="133" y="94"/>
                    </a:lnTo>
                    <a:lnTo>
                      <a:pt x="135" y="95"/>
                    </a:lnTo>
                    <a:lnTo>
                      <a:pt x="137" y="96"/>
                    </a:lnTo>
                    <a:lnTo>
                      <a:pt x="142" y="100"/>
                    </a:lnTo>
                    <a:lnTo>
                      <a:pt x="148" y="104"/>
                    </a:lnTo>
                    <a:lnTo>
                      <a:pt x="155" y="110"/>
                    </a:lnTo>
                    <a:lnTo>
                      <a:pt x="162" y="115"/>
                    </a:lnTo>
                    <a:lnTo>
                      <a:pt x="169" y="119"/>
                    </a:lnTo>
                    <a:lnTo>
                      <a:pt x="174" y="123"/>
                    </a:lnTo>
                    <a:lnTo>
                      <a:pt x="178" y="125"/>
                    </a:lnTo>
                    <a:lnTo>
                      <a:pt x="181" y="126"/>
                    </a:lnTo>
                    <a:lnTo>
                      <a:pt x="188" y="126"/>
                    </a:lnTo>
                    <a:lnTo>
                      <a:pt x="196" y="129"/>
                    </a:lnTo>
                    <a:lnTo>
                      <a:pt x="207" y="130"/>
                    </a:lnTo>
                    <a:lnTo>
                      <a:pt x="217" y="132"/>
                    </a:lnTo>
                    <a:lnTo>
                      <a:pt x="226" y="133"/>
                    </a:lnTo>
                    <a:lnTo>
                      <a:pt x="234" y="136"/>
                    </a:lnTo>
                    <a:lnTo>
                      <a:pt x="240" y="13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9" name="Freeform 120">
                <a:extLst>
                  <a:ext uri="{FF2B5EF4-FFF2-40B4-BE49-F238E27FC236}">
                    <a16:creationId xmlns:a16="http://schemas.microsoft.com/office/drawing/2014/main" id="{DA3FF15E-B22C-4AE2-B0C8-B66B04BC60FE}"/>
                  </a:ext>
                </a:extLst>
              </p:cNvPr>
              <p:cNvSpPr>
                <a:spLocks/>
              </p:cNvSpPr>
              <p:nvPr/>
            </p:nvSpPr>
            <p:spPr bwMode="auto">
              <a:xfrm>
                <a:off x="4238" y="3311"/>
                <a:ext cx="253" cy="89"/>
              </a:xfrm>
              <a:custGeom>
                <a:avLst/>
                <a:gdLst>
                  <a:gd name="T0" fmla="*/ 250 w 462"/>
                  <a:gd name="T1" fmla="*/ 17 h 163"/>
                  <a:gd name="T2" fmla="*/ 253 w 462"/>
                  <a:gd name="T3" fmla="*/ 29 h 163"/>
                  <a:gd name="T4" fmla="*/ 252 w 462"/>
                  <a:gd name="T5" fmla="*/ 58 h 163"/>
                  <a:gd name="T6" fmla="*/ 250 w 462"/>
                  <a:gd name="T7" fmla="*/ 82 h 163"/>
                  <a:gd name="T8" fmla="*/ 237 w 462"/>
                  <a:gd name="T9" fmla="*/ 87 h 163"/>
                  <a:gd name="T10" fmla="*/ 221 w 462"/>
                  <a:gd name="T11" fmla="*/ 85 h 163"/>
                  <a:gd name="T12" fmla="*/ 211 w 462"/>
                  <a:gd name="T13" fmla="*/ 83 h 163"/>
                  <a:gd name="T14" fmla="*/ 201 w 462"/>
                  <a:gd name="T15" fmla="*/ 81 h 163"/>
                  <a:gd name="T16" fmla="*/ 189 w 462"/>
                  <a:gd name="T17" fmla="*/ 79 h 163"/>
                  <a:gd name="T18" fmla="*/ 178 w 462"/>
                  <a:gd name="T19" fmla="*/ 79 h 163"/>
                  <a:gd name="T20" fmla="*/ 163 w 462"/>
                  <a:gd name="T21" fmla="*/ 76 h 163"/>
                  <a:gd name="T22" fmla="*/ 151 w 462"/>
                  <a:gd name="T23" fmla="*/ 74 h 163"/>
                  <a:gd name="T24" fmla="*/ 146 w 462"/>
                  <a:gd name="T25" fmla="*/ 73 h 163"/>
                  <a:gd name="T26" fmla="*/ 139 w 462"/>
                  <a:gd name="T27" fmla="*/ 72 h 163"/>
                  <a:gd name="T28" fmla="*/ 130 w 462"/>
                  <a:gd name="T29" fmla="*/ 71 h 163"/>
                  <a:gd name="T30" fmla="*/ 121 w 462"/>
                  <a:gd name="T31" fmla="*/ 70 h 163"/>
                  <a:gd name="T32" fmla="*/ 113 w 462"/>
                  <a:gd name="T33" fmla="*/ 69 h 163"/>
                  <a:gd name="T34" fmla="*/ 104 w 462"/>
                  <a:gd name="T35" fmla="*/ 69 h 163"/>
                  <a:gd name="T36" fmla="*/ 87 w 462"/>
                  <a:gd name="T37" fmla="*/ 69 h 163"/>
                  <a:gd name="T38" fmla="*/ 71 w 462"/>
                  <a:gd name="T39" fmla="*/ 70 h 163"/>
                  <a:gd name="T40" fmla="*/ 60 w 462"/>
                  <a:gd name="T41" fmla="*/ 72 h 163"/>
                  <a:gd name="T42" fmla="*/ 42 w 462"/>
                  <a:gd name="T43" fmla="*/ 74 h 163"/>
                  <a:gd name="T44" fmla="*/ 29 w 462"/>
                  <a:gd name="T45" fmla="*/ 75 h 163"/>
                  <a:gd name="T46" fmla="*/ 25 w 462"/>
                  <a:gd name="T47" fmla="*/ 66 h 163"/>
                  <a:gd name="T48" fmla="*/ 23 w 462"/>
                  <a:gd name="T49" fmla="*/ 61 h 163"/>
                  <a:gd name="T50" fmla="*/ 16 w 462"/>
                  <a:gd name="T51" fmla="*/ 57 h 163"/>
                  <a:gd name="T52" fmla="*/ 9 w 462"/>
                  <a:gd name="T53" fmla="*/ 50 h 163"/>
                  <a:gd name="T54" fmla="*/ 9 w 462"/>
                  <a:gd name="T55" fmla="*/ 44 h 163"/>
                  <a:gd name="T56" fmla="*/ 12 w 462"/>
                  <a:gd name="T57" fmla="*/ 39 h 163"/>
                  <a:gd name="T58" fmla="*/ 8 w 462"/>
                  <a:gd name="T59" fmla="*/ 34 h 163"/>
                  <a:gd name="T60" fmla="*/ 2 w 462"/>
                  <a:gd name="T61" fmla="*/ 29 h 163"/>
                  <a:gd name="T62" fmla="*/ 0 w 462"/>
                  <a:gd name="T63" fmla="*/ 20 h 163"/>
                  <a:gd name="T64" fmla="*/ 8 w 462"/>
                  <a:gd name="T65" fmla="*/ 15 h 163"/>
                  <a:gd name="T66" fmla="*/ 25 w 462"/>
                  <a:gd name="T67" fmla="*/ 10 h 163"/>
                  <a:gd name="T68" fmla="*/ 38 w 462"/>
                  <a:gd name="T69" fmla="*/ 8 h 163"/>
                  <a:gd name="T70" fmla="*/ 46 w 462"/>
                  <a:gd name="T71" fmla="*/ 8 h 163"/>
                  <a:gd name="T72" fmla="*/ 50 w 462"/>
                  <a:gd name="T73" fmla="*/ 4 h 163"/>
                  <a:gd name="T74" fmla="*/ 55 w 462"/>
                  <a:gd name="T75" fmla="*/ 1 h 163"/>
                  <a:gd name="T76" fmla="*/ 63 w 462"/>
                  <a:gd name="T77" fmla="*/ 4 h 163"/>
                  <a:gd name="T78" fmla="*/ 71 w 462"/>
                  <a:gd name="T79" fmla="*/ 9 h 163"/>
                  <a:gd name="T80" fmla="*/ 76 w 462"/>
                  <a:gd name="T81" fmla="*/ 12 h 163"/>
                  <a:gd name="T82" fmla="*/ 83 w 462"/>
                  <a:gd name="T83" fmla="*/ 17 h 163"/>
                  <a:gd name="T84" fmla="*/ 92 w 462"/>
                  <a:gd name="T85" fmla="*/ 21 h 163"/>
                  <a:gd name="T86" fmla="*/ 100 w 462"/>
                  <a:gd name="T87" fmla="*/ 23 h 163"/>
                  <a:gd name="T88" fmla="*/ 111 w 462"/>
                  <a:gd name="T89" fmla="*/ 23 h 163"/>
                  <a:gd name="T90" fmla="*/ 123 w 462"/>
                  <a:gd name="T91" fmla="*/ 24 h 163"/>
                  <a:gd name="T92" fmla="*/ 133 w 462"/>
                  <a:gd name="T93" fmla="*/ 24 h 163"/>
                  <a:gd name="T94" fmla="*/ 137 w 462"/>
                  <a:gd name="T95" fmla="*/ 24 h 163"/>
                  <a:gd name="T96" fmla="*/ 149 w 462"/>
                  <a:gd name="T97" fmla="*/ 23 h 163"/>
                  <a:gd name="T98" fmla="*/ 171 w 462"/>
                  <a:gd name="T99" fmla="*/ 22 h 163"/>
                  <a:gd name="T100" fmla="*/ 196 w 462"/>
                  <a:gd name="T101" fmla="*/ 19 h 163"/>
                  <a:gd name="T102" fmla="*/ 221 w 462"/>
                  <a:gd name="T103" fmla="*/ 16 h 163"/>
                  <a:gd name="T104" fmla="*/ 240 w 462"/>
                  <a:gd name="T105" fmla="*/ 15 h 1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62" h="163">
                    <a:moveTo>
                      <a:pt x="452" y="27"/>
                    </a:moveTo>
                    <a:lnTo>
                      <a:pt x="454" y="29"/>
                    </a:lnTo>
                    <a:lnTo>
                      <a:pt x="456" y="31"/>
                    </a:lnTo>
                    <a:lnTo>
                      <a:pt x="457" y="35"/>
                    </a:lnTo>
                    <a:lnTo>
                      <a:pt x="458" y="37"/>
                    </a:lnTo>
                    <a:lnTo>
                      <a:pt x="462" y="54"/>
                    </a:lnTo>
                    <a:lnTo>
                      <a:pt x="462" y="73"/>
                    </a:lnTo>
                    <a:lnTo>
                      <a:pt x="461" y="90"/>
                    </a:lnTo>
                    <a:lnTo>
                      <a:pt x="461" y="106"/>
                    </a:lnTo>
                    <a:lnTo>
                      <a:pt x="461" y="118"/>
                    </a:lnTo>
                    <a:lnTo>
                      <a:pt x="458" y="134"/>
                    </a:lnTo>
                    <a:lnTo>
                      <a:pt x="456" y="150"/>
                    </a:lnTo>
                    <a:lnTo>
                      <a:pt x="454" y="163"/>
                    </a:lnTo>
                    <a:lnTo>
                      <a:pt x="443" y="161"/>
                    </a:lnTo>
                    <a:lnTo>
                      <a:pt x="433" y="160"/>
                    </a:lnTo>
                    <a:lnTo>
                      <a:pt x="423" y="159"/>
                    </a:lnTo>
                    <a:lnTo>
                      <a:pt x="412" y="157"/>
                    </a:lnTo>
                    <a:lnTo>
                      <a:pt x="403" y="156"/>
                    </a:lnTo>
                    <a:lnTo>
                      <a:pt x="395" y="154"/>
                    </a:lnTo>
                    <a:lnTo>
                      <a:pt x="389" y="153"/>
                    </a:lnTo>
                    <a:lnTo>
                      <a:pt x="385" y="152"/>
                    </a:lnTo>
                    <a:lnTo>
                      <a:pt x="380" y="151"/>
                    </a:lnTo>
                    <a:lnTo>
                      <a:pt x="374" y="150"/>
                    </a:lnTo>
                    <a:lnTo>
                      <a:pt x="367" y="149"/>
                    </a:lnTo>
                    <a:lnTo>
                      <a:pt x="360" y="148"/>
                    </a:lnTo>
                    <a:lnTo>
                      <a:pt x="352" y="146"/>
                    </a:lnTo>
                    <a:lnTo>
                      <a:pt x="345" y="145"/>
                    </a:lnTo>
                    <a:lnTo>
                      <a:pt x="338" y="144"/>
                    </a:lnTo>
                    <a:lnTo>
                      <a:pt x="333" y="144"/>
                    </a:lnTo>
                    <a:lnTo>
                      <a:pt x="325" y="144"/>
                    </a:lnTo>
                    <a:lnTo>
                      <a:pt x="317" y="143"/>
                    </a:lnTo>
                    <a:lnTo>
                      <a:pt x="307" y="142"/>
                    </a:lnTo>
                    <a:lnTo>
                      <a:pt x="298" y="140"/>
                    </a:lnTo>
                    <a:lnTo>
                      <a:pt x="290" y="138"/>
                    </a:lnTo>
                    <a:lnTo>
                      <a:pt x="282" y="137"/>
                    </a:lnTo>
                    <a:lnTo>
                      <a:pt x="276" y="136"/>
                    </a:lnTo>
                    <a:lnTo>
                      <a:pt x="272" y="135"/>
                    </a:lnTo>
                    <a:lnTo>
                      <a:pt x="269" y="135"/>
                    </a:lnTo>
                    <a:lnTo>
                      <a:pt x="267" y="134"/>
                    </a:lnTo>
                    <a:lnTo>
                      <a:pt x="262" y="134"/>
                    </a:lnTo>
                    <a:lnTo>
                      <a:pt x="259" y="133"/>
                    </a:lnTo>
                    <a:lnTo>
                      <a:pt x="254" y="131"/>
                    </a:lnTo>
                    <a:lnTo>
                      <a:pt x="249" y="131"/>
                    </a:lnTo>
                    <a:lnTo>
                      <a:pt x="243" y="130"/>
                    </a:lnTo>
                    <a:lnTo>
                      <a:pt x="237" y="130"/>
                    </a:lnTo>
                    <a:lnTo>
                      <a:pt x="231" y="129"/>
                    </a:lnTo>
                    <a:lnTo>
                      <a:pt x="227" y="129"/>
                    </a:lnTo>
                    <a:lnTo>
                      <a:pt x="221" y="128"/>
                    </a:lnTo>
                    <a:lnTo>
                      <a:pt x="215" y="128"/>
                    </a:lnTo>
                    <a:lnTo>
                      <a:pt x="211" y="127"/>
                    </a:lnTo>
                    <a:lnTo>
                      <a:pt x="207" y="127"/>
                    </a:lnTo>
                    <a:lnTo>
                      <a:pt x="203" y="127"/>
                    </a:lnTo>
                    <a:lnTo>
                      <a:pt x="198" y="126"/>
                    </a:lnTo>
                    <a:lnTo>
                      <a:pt x="189" y="126"/>
                    </a:lnTo>
                    <a:lnTo>
                      <a:pt x="178" y="126"/>
                    </a:lnTo>
                    <a:lnTo>
                      <a:pt x="168" y="126"/>
                    </a:lnTo>
                    <a:lnTo>
                      <a:pt x="158" y="126"/>
                    </a:lnTo>
                    <a:lnTo>
                      <a:pt x="147" y="127"/>
                    </a:lnTo>
                    <a:lnTo>
                      <a:pt x="138" y="128"/>
                    </a:lnTo>
                    <a:lnTo>
                      <a:pt x="130" y="128"/>
                    </a:lnTo>
                    <a:lnTo>
                      <a:pt x="124" y="129"/>
                    </a:lnTo>
                    <a:lnTo>
                      <a:pt x="117" y="130"/>
                    </a:lnTo>
                    <a:lnTo>
                      <a:pt x="109" y="131"/>
                    </a:lnTo>
                    <a:lnTo>
                      <a:pt x="99" y="134"/>
                    </a:lnTo>
                    <a:lnTo>
                      <a:pt x="87" y="135"/>
                    </a:lnTo>
                    <a:lnTo>
                      <a:pt x="77" y="136"/>
                    </a:lnTo>
                    <a:lnTo>
                      <a:pt x="67" y="137"/>
                    </a:lnTo>
                    <a:lnTo>
                      <a:pt x="59" y="137"/>
                    </a:lnTo>
                    <a:lnTo>
                      <a:pt x="53" y="137"/>
                    </a:lnTo>
                    <a:lnTo>
                      <a:pt x="48" y="134"/>
                    </a:lnTo>
                    <a:lnTo>
                      <a:pt x="46" y="128"/>
                    </a:lnTo>
                    <a:lnTo>
                      <a:pt x="46" y="121"/>
                    </a:lnTo>
                    <a:lnTo>
                      <a:pt x="46" y="116"/>
                    </a:lnTo>
                    <a:lnTo>
                      <a:pt x="46" y="113"/>
                    </a:lnTo>
                    <a:lnTo>
                      <a:pt x="42" y="111"/>
                    </a:lnTo>
                    <a:lnTo>
                      <a:pt x="39" y="108"/>
                    </a:lnTo>
                    <a:lnTo>
                      <a:pt x="34" y="106"/>
                    </a:lnTo>
                    <a:lnTo>
                      <a:pt x="30" y="104"/>
                    </a:lnTo>
                    <a:lnTo>
                      <a:pt x="24" y="100"/>
                    </a:lnTo>
                    <a:lnTo>
                      <a:pt x="18" y="96"/>
                    </a:lnTo>
                    <a:lnTo>
                      <a:pt x="16" y="91"/>
                    </a:lnTo>
                    <a:lnTo>
                      <a:pt x="16" y="88"/>
                    </a:lnTo>
                    <a:lnTo>
                      <a:pt x="16" y="83"/>
                    </a:lnTo>
                    <a:lnTo>
                      <a:pt x="17" y="80"/>
                    </a:lnTo>
                    <a:lnTo>
                      <a:pt x="19" y="77"/>
                    </a:lnTo>
                    <a:lnTo>
                      <a:pt x="21" y="75"/>
                    </a:lnTo>
                    <a:lnTo>
                      <a:pt x="22" y="72"/>
                    </a:lnTo>
                    <a:lnTo>
                      <a:pt x="22" y="69"/>
                    </a:lnTo>
                    <a:lnTo>
                      <a:pt x="18" y="66"/>
                    </a:lnTo>
                    <a:lnTo>
                      <a:pt x="14" y="63"/>
                    </a:lnTo>
                    <a:lnTo>
                      <a:pt x="9" y="60"/>
                    </a:lnTo>
                    <a:lnTo>
                      <a:pt x="6" y="57"/>
                    </a:lnTo>
                    <a:lnTo>
                      <a:pt x="3" y="53"/>
                    </a:lnTo>
                    <a:lnTo>
                      <a:pt x="1" y="47"/>
                    </a:lnTo>
                    <a:lnTo>
                      <a:pt x="0" y="42"/>
                    </a:lnTo>
                    <a:lnTo>
                      <a:pt x="0" y="37"/>
                    </a:lnTo>
                    <a:lnTo>
                      <a:pt x="2" y="32"/>
                    </a:lnTo>
                    <a:lnTo>
                      <a:pt x="8" y="29"/>
                    </a:lnTo>
                    <a:lnTo>
                      <a:pt x="15" y="27"/>
                    </a:lnTo>
                    <a:lnTo>
                      <a:pt x="24" y="23"/>
                    </a:lnTo>
                    <a:lnTo>
                      <a:pt x="34" y="21"/>
                    </a:lnTo>
                    <a:lnTo>
                      <a:pt x="45" y="19"/>
                    </a:lnTo>
                    <a:lnTo>
                      <a:pt x="54" y="16"/>
                    </a:lnTo>
                    <a:lnTo>
                      <a:pt x="63" y="15"/>
                    </a:lnTo>
                    <a:lnTo>
                      <a:pt x="70" y="15"/>
                    </a:lnTo>
                    <a:lnTo>
                      <a:pt x="75" y="15"/>
                    </a:lnTo>
                    <a:lnTo>
                      <a:pt x="79" y="15"/>
                    </a:lnTo>
                    <a:lnTo>
                      <a:pt x="84" y="15"/>
                    </a:lnTo>
                    <a:lnTo>
                      <a:pt x="87" y="15"/>
                    </a:lnTo>
                    <a:lnTo>
                      <a:pt x="90" y="12"/>
                    </a:lnTo>
                    <a:lnTo>
                      <a:pt x="92" y="8"/>
                    </a:lnTo>
                    <a:lnTo>
                      <a:pt x="93" y="5"/>
                    </a:lnTo>
                    <a:lnTo>
                      <a:pt x="95" y="0"/>
                    </a:lnTo>
                    <a:lnTo>
                      <a:pt x="100" y="1"/>
                    </a:lnTo>
                    <a:lnTo>
                      <a:pt x="105" y="4"/>
                    </a:lnTo>
                    <a:lnTo>
                      <a:pt x="109" y="6"/>
                    </a:lnTo>
                    <a:lnTo>
                      <a:pt x="115" y="8"/>
                    </a:lnTo>
                    <a:lnTo>
                      <a:pt x="121" y="11"/>
                    </a:lnTo>
                    <a:lnTo>
                      <a:pt x="125" y="14"/>
                    </a:lnTo>
                    <a:lnTo>
                      <a:pt x="129" y="16"/>
                    </a:lnTo>
                    <a:lnTo>
                      <a:pt x="132" y="17"/>
                    </a:lnTo>
                    <a:lnTo>
                      <a:pt x="136" y="20"/>
                    </a:lnTo>
                    <a:lnTo>
                      <a:pt x="139" y="22"/>
                    </a:lnTo>
                    <a:lnTo>
                      <a:pt x="143" y="25"/>
                    </a:lnTo>
                    <a:lnTo>
                      <a:pt x="147" y="29"/>
                    </a:lnTo>
                    <a:lnTo>
                      <a:pt x="151" y="32"/>
                    </a:lnTo>
                    <a:lnTo>
                      <a:pt x="156" y="35"/>
                    </a:lnTo>
                    <a:lnTo>
                      <a:pt x="162" y="37"/>
                    </a:lnTo>
                    <a:lnTo>
                      <a:pt x="168" y="39"/>
                    </a:lnTo>
                    <a:lnTo>
                      <a:pt x="173" y="40"/>
                    </a:lnTo>
                    <a:lnTo>
                      <a:pt x="177" y="40"/>
                    </a:lnTo>
                    <a:lnTo>
                      <a:pt x="183" y="42"/>
                    </a:lnTo>
                    <a:lnTo>
                      <a:pt x="190" y="42"/>
                    </a:lnTo>
                    <a:lnTo>
                      <a:pt x="196" y="43"/>
                    </a:lnTo>
                    <a:lnTo>
                      <a:pt x="203" y="43"/>
                    </a:lnTo>
                    <a:lnTo>
                      <a:pt x="209" y="43"/>
                    </a:lnTo>
                    <a:lnTo>
                      <a:pt x="216" y="43"/>
                    </a:lnTo>
                    <a:lnTo>
                      <a:pt x="224" y="44"/>
                    </a:lnTo>
                    <a:lnTo>
                      <a:pt x="231" y="44"/>
                    </a:lnTo>
                    <a:lnTo>
                      <a:pt x="237" y="44"/>
                    </a:lnTo>
                    <a:lnTo>
                      <a:pt x="243" y="44"/>
                    </a:lnTo>
                    <a:lnTo>
                      <a:pt x="245" y="44"/>
                    </a:lnTo>
                    <a:lnTo>
                      <a:pt x="249" y="44"/>
                    </a:lnTo>
                    <a:lnTo>
                      <a:pt x="251" y="44"/>
                    </a:lnTo>
                    <a:lnTo>
                      <a:pt x="253" y="44"/>
                    </a:lnTo>
                    <a:lnTo>
                      <a:pt x="261" y="44"/>
                    </a:lnTo>
                    <a:lnTo>
                      <a:pt x="272" y="43"/>
                    </a:lnTo>
                    <a:lnTo>
                      <a:pt x="284" y="43"/>
                    </a:lnTo>
                    <a:lnTo>
                      <a:pt x="297" y="42"/>
                    </a:lnTo>
                    <a:lnTo>
                      <a:pt x="312" y="40"/>
                    </a:lnTo>
                    <a:lnTo>
                      <a:pt x="327" y="38"/>
                    </a:lnTo>
                    <a:lnTo>
                      <a:pt x="343" y="37"/>
                    </a:lnTo>
                    <a:lnTo>
                      <a:pt x="358" y="35"/>
                    </a:lnTo>
                    <a:lnTo>
                      <a:pt x="374" y="34"/>
                    </a:lnTo>
                    <a:lnTo>
                      <a:pt x="389" y="32"/>
                    </a:lnTo>
                    <a:lnTo>
                      <a:pt x="404" y="30"/>
                    </a:lnTo>
                    <a:lnTo>
                      <a:pt x="417" y="29"/>
                    </a:lnTo>
                    <a:lnTo>
                      <a:pt x="428" y="28"/>
                    </a:lnTo>
                    <a:lnTo>
                      <a:pt x="439" y="28"/>
                    </a:lnTo>
                    <a:lnTo>
                      <a:pt x="447" y="27"/>
                    </a:lnTo>
                    <a:lnTo>
                      <a:pt x="452" y="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0" name="Freeform 121">
                <a:extLst>
                  <a:ext uri="{FF2B5EF4-FFF2-40B4-BE49-F238E27FC236}">
                    <a16:creationId xmlns:a16="http://schemas.microsoft.com/office/drawing/2014/main" id="{F498BC3E-4A30-4033-93E1-5B0095EA53DE}"/>
                  </a:ext>
                </a:extLst>
              </p:cNvPr>
              <p:cNvSpPr>
                <a:spLocks/>
              </p:cNvSpPr>
              <p:nvPr/>
            </p:nvSpPr>
            <p:spPr bwMode="auto">
              <a:xfrm>
                <a:off x="4277" y="3274"/>
                <a:ext cx="36" cy="46"/>
              </a:xfrm>
              <a:custGeom>
                <a:avLst/>
                <a:gdLst>
                  <a:gd name="T0" fmla="*/ 13 w 67"/>
                  <a:gd name="T1" fmla="*/ 38 h 84"/>
                  <a:gd name="T2" fmla="*/ 12 w 67"/>
                  <a:gd name="T3" fmla="*/ 41 h 84"/>
                  <a:gd name="T4" fmla="*/ 12 w 67"/>
                  <a:gd name="T5" fmla="*/ 42 h 84"/>
                  <a:gd name="T6" fmla="*/ 11 w 67"/>
                  <a:gd name="T7" fmla="*/ 44 h 84"/>
                  <a:gd name="T8" fmla="*/ 9 w 67"/>
                  <a:gd name="T9" fmla="*/ 46 h 84"/>
                  <a:gd name="T10" fmla="*/ 8 w 67"/>
                  <a:gd name="T11" fmla="*/ 46 h 84"/>
                  <a:gd name="T12" fmla="*/ 5 w 67"/>
                  <a:gd name="T13" fmla="*/ 46 h 84"/>
                  <a:gd name="T14" fmla="*/ 3 w 67"/>
                  <a:gd name="T15" fmla="*/ 46 h 84"/>
                  <a:gd name="T16" fmla="*/ 0 w 67"/>
                  <a:gd name="T17" fmla="*/ 46 h 84"/>
                  <a:gd name="T18" fmla="*/ 2 w 67"/>
                  <a:gd name="T19" fmla="*/ 42 h 84"/>
                  <a:gd name="T20" fmla="*/ 5 w 67"/>
                  <a:gd name="T21" fmla="*/ 37 h 84"/>
                  <a:gd name="T22" fmla="*/ 10 w 67"/>
                  <a:gd name="T23" fmla="*/ 30 h 84"/>
                  <a:gd name="T24" fmla="*/ 15 w 67"/>
                  <a:gd name="T25" fmla="*/ 22 h 84"/>
                  <a:gd name="T26" fmla="*/ 19 w 67"/>
                  <a:gd name="T27" fmla="*/ 15 h 84"/>
                  <a:gd name="T28" fmla="*/ 24 w 67"/>
                  <a:gd name="T29" fmla="*/ 8 h 84"/>
                  <a:gd name="T30" fmla="*/ 27 w 67"/>
                  <a:gd name="T31" fmla="*/ 3 h 84"/>
                  <a:gd name="T32" fmla="*/ 28 w 67"/>
                  <a:gd name="T33" fmla="*/ 0 h 84"/>
                  <a:gd name="T34" fmla="*/ 30 w 67"/>
                  <a:gd name="T35" fmla="*/ 0 h 84"/>
                  <a:gd name="T36" fmla="*/ 32 w 67"/>
                  <a:gd name="T37" fmla="*/ 0 h 84"/>
                  <a:gd name="T38" fmla="*/ 34 w 67"/>
                  <a:gd name="T39" fmla="*/ 0 h 84"/>
                  <a:gd name="T40" fmla="*/ 36 w 67"/>
                  <a:gd name="T41" fmla="*/ 0 h 84"/>
                  <a:gd name="T42" fmla="*/ 34 w 67"/>
                  <a:gd name="T43" fmla="*/ 3 h 84"/>
                  <a:gd name="T44" fmla="*/ 32 w 67"/>
                  <a:gd name="T45" fmla="*/ 8 h 84"/>
                  <a:gd name="T46" fmla="*/ 28 w 67"/>
                  <a:gd name="T47" fmla="*/ 14 h 84"/>
                  <a:gd name="T48" fmla="*/ 24 w 67"/>
                  <a:gd name="T49" fmla="*/ 20 h 84"/>
                  <a:gd name="T50" fmla="*/ 20 w 67"/>
                  <a:gd name="T51" fmla="*/ 26 h 84"/>
                  <a:gd name="T52" fmla="*/ 17 w 67"/>
                  <a:gd name="T53" fmla="*/ 32 h 84"/>
                  <a:gd name="T54" fmla="*/ 15 w 67"/>
                  <a:gd name="T55" fmla="*/ 36 h 84"/>
                  <a:gd name="T56" fmla="*/ 13 w 67"/>
                  <a:gd name="T57" fmla="*/ 38 h 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4">
                    <a:moveTo>
                      <a:pt x="25" y="69"/>
                    </a:moveTo>
                    <a:lnTo>
                      <a:pt x="23" y="74"/>
                    </a:lnTo>
                    <a:lnTo>
                      <a:pt x="22" y="77"/>
                    </a:lnTo>
                    <a:lnTo>
                      <a:pt x="20" y="81"/>
                    </a:lnTo>
                    <a:lnTo>
                      <a:pt x="17" y="84"/>
                    </a:lnTo>
                    <a:lnTo>
                      <a:pt x="14" y="84"/>
                    </a:lnTo>
                    <a:lnTo>
                      <a:pt x="9" y="84"/>
                    </a:lnTo>
                    <a:lnTo>
                      <a:pt x="5" y="84"/>
                    </a:lnTo>
                    <a:lnTo>
                      <a:pt x="0" y="84"/>
                    </a:lnTo>
                    <a:lnTo>
                      <a:pt x="4" y="77"/>
                    </a:lnTo>
                    <a:lnTo>
                      <a:pt x="10" y="67"/>
                    </a:lnTo>
                    <a:lnTo>
                      <a:pt x="18" y="54"/>
                    </a:lnTo>
                    <a:lnTo>
                      <a:pt x="27" y="40"/>
                    </a:lnTo>
                    <a:lnTo>
                      <a:pt x="36" y="27"/>
                    </a:lnTo>
                    <a:lnTo>
                      <a:pt x="44" y="15"/>
                    </a:lnTo>
                    <a:lnTo>
                      <a:pt x="50" y="6"/>
                    </a:lnTo>
                    <a:lnTo>
                      <a:pt x="53" y="0"/>
                    </a:lnTo>
                    <a:lnTo>
                      <a:pt x="56" y="0"/>
                    </a:lnTo>
                    <a:lnTo>
                      <a:pt x="60" y="0"/>
                    </a:lnTo>
                    <a:lnTo>
                      <a:pt x="63" y="0"/>
                    </a:lnTo>
                    <a:lnTo>
                      <a:pt x="67" y="0"/>
                    </a:lnTo>
                    <a:lnTo>
                      <a:pt x="63" y="6"/>
                    </a:lnTo>
                    <a:lnTo>
                      <a:pt x="59" y="15"/>
                    </a:lnTo>
                    <a:lnTo>
                      <a:pt x="52" y="25"/>
                    </a:lnTo>
                    <a:lnTo>
                      <a:pt x="45" y="37"/>
                    </a:lnTo>
                    <a:lnTo>
                      <a:pt x="38" y="48"/>
                    </a:lnTo>
                    <a:lnTo>
                      <a:pt x="32" y="59"/>
                    </a:lnTo>
                    <a:lnTo>
                      <a:pt x="28" y="66"/>
                    </a:lnTo>
                    <a:lnTo>
                      <a:pt x="25" y="6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1" name="Freeform 122">
                <a:extLst>
                  <a:ext uri="{FF2B5EF4-FFF2-40B4-BE49-F238E27FC236}">
                    <a16:creationId xmlns:a16="http://schemas.microsoft.com/office/drawing/2014/main" id="{2A14E152-B434-4342-9B7A-CF494E504EBD}"/>
                  </a:ext>
                </a:extLst>
              </p:cNvPr>
              <p:cNvSpPr>
                <a:spLocks/>
              </p:cNvSpPr>
              <p:nvPr/>
            </p:nvSpPr>
            <p:spPr bwMode="auto">
              <a:xfrm>
                <a:off x="4286" y="3316"/>
                <a:ext cx="203" cy="37"/>
              </a:xfrm>
              <a:custGeom>
                <a:avLst/>
                <a:gdLst>
                  <a:gd name="T0" fmla="*/ 202 w 371"/>
                  <a:gd name="T1" fmla="*/ 20 h 67"/>
                  <a:gd name="T2" fmla="*/ 197 w 371"/>
                  <a:gd name="T3" fmla="*/ 29 h 67"/>
                  <a:gd name="T4" fmla="*/ 185 w 371"/>
                  <a:gd name="T5" fmla="*/ 34 h 67"/>
                  <a:gd name="T6" fmla="*/ 168 w 371"/>
                  <a:gd name="T7" fmla="*/ 36 h 67"/>
                  <a:gd name="T8" fmla="*/ 150 w 371"/>
                  <a:gd name="T9" fmla="*/ 37 h 67"/>
                  <a:gd name="T10" fmla="*/ 133 w 371"/>
                  <a:gd name="T11" fmla="*/ 36 h 67"/>
                  <a:gd name="T12" fmla="*/ 118 w 371"/>
                  <a:gd name="T13" fmla="*/ 36 h 67"/>
                  <a:gd name="T14" fmla="*/ 104 w 371"/>
                  <a:gd name="T15" fmla="*/ 34 h 67"/>
                  <a:gd name="T16" fmla="*/ 94 w 371"/>
                  <a:gd name="T17" fmla="*/ 33 h 67"/>
                  <a:gd name="T18" fmla="*/ 86 w 371"/>
                  <a:gd name="T19" fmla="*/ 31 h 67"/>
                  <a:gd name="T20" fmla="*/ 79 w 371"/>
                  <a:gd name="T21" fmla="*/ 30 h 67"/>
                  <a:gd name="T22" fmla="*/ 62 w 371"/>
                  <a:gd name="T23" fmla="*/ 28 h 67"/>
                  <a:gd name="T24" fmla="*/ 40 w 371"/>
                  <a:gd name="T25" fmla="*/ 25 h 67"/>
                  <a:gd name="T26" fmla="*/ 24 w 371"/>
                  <a:gd name="T27" fmla="*/ 24 h 67"/>
                  <a:gd name="T28" fmla="*/ 20 w 371"/>
                  <a:gd name="T29" fmla="*/ 23 h 67"/>
                  <a:gd name="T30" fmla="*/ 20 w 371"/>
                  <a:gd name="T31" fmla="*/ 17 h 67"/>
                  <a:gd name="T32" fmla="*/ 20 w 371"/>
                  <a:gd name="T33" fmla="*/ 14 h 67"/>
                  <a:gd name="T34" fmla="*/ 16 w 371"/>
                  <a:gd name="T35" fmla="*/ 12 h 67"/>
                  <a:gd name="T36" fmla="*/ 10 w 371"/>
                  <a:gd name="T37" fmla="*/ 9 h 67"/>
                  <a:gd name="T38" fmla="*/ 3 w 371"/>
                  <a:gd name="T39" fmla="*/ 6 h 67"/>
                  <a:gd name="T40" fmla="*/ 1 w 371"/>
                  <a:gd name="T41" fmla="*/ 3 h 67"/>
                  <a:gd name="T42" fmla="*/ 2 w 371"/>
                  <a:gd name="T43" fmla="*/ 1 h 67"/>
                  <a:gd name="T44" fmla="*/ 4 w 371"/>
                  <a:gd name="T45" fmla="*/ 0 h 67"/>
                  <a:gd name="T46" fmla="*/ 10 w 371"/>
                  <a:gd name="T47" fmla="*/ 1 h 67"/>
                  <a:gd name="T48" fmla="*/ 16 w 371"/>
                  <a:gd name="T49" fmla="*/ 2 h 67"/>
                  <a:gd name="T50" fmla="*/ 22 w 371"/>
                  <a:gd name="T51" fmla="*/ 4 h 67"/>
                  <a:gd name="T52" fmla="*/ 27 w 371"/>
                  <a:gd name="T53" fmla="*/ 7 h 67"/>
                  <a:gd name="T54" fmla="*/ 31 w 371"/>
                  <a:gd name="T55" fmla="*/ 9 h 67"/>
                  <a:gd name="T56" fmla="*/ 35 w 371"/>
                  <a:gd name="T57" fmla="*/ 13 h 67"/>
                  <a:gd name="T58" fmla="*/ 41 w 371"/>
                  <a:gd name="T59" fmla="*/ 16 h 67"/>
                  <a:gd name="T60" fmla="*/ 47 w 371"/>
                  <a:gd name="T61" fmla="*/ 18 h 67"/>
                  <a:gd name="T62" fmla="*/ 54 w 371"/>
                  <a:gd name="T63" fmla="*/ 20 h 67"/>
                  <a:gd name="T64" fmla="*/ 62 w 371"/>
                  <a:gd name="T65" fmla="*/ 23 h 67"/>
                  <a:gd name="T66" fmla="*/ 68 w 371"/>
                  <a:gd name="T67" fmla="*/ 25 h 67"/>
                  <a:gd name="T68" fmla="*/ 70 w 371"/>
                  <a:gd name="T69" fmla="*/ 24 h 67"/>
                  <a:gd name="T70" fmla="*/ 70 w 371"/>
                  <a:gd name="T71" fmla="*/ 20 h 67"/>
                  <a:gd name="T72" fmla="*/ 75 w 371"/>
                  <a:gd name="T73" fmla="*/ 20 h 67"/>
                  <a:gd name="T74" fmla="*/ 82 w 371"/>
                  <a:gd name="T75" fmla="*/ 20 h 67"/>
                  <a:gd name="T76" fmla="*/ 85 w 371"/>
                  <a:gd name="T77" fmla="*/ 21 h 67"/>
                  <a:gd name="T78" fmla="*/ 85 w 371"/>
                  <a:gd name="T79" fmla="*/ 24 h 67"/>
                  <a:gd name="T80" fmla="*/ 88 w 371"/>
                  <a:gd name="T81" fmla="*/ 25 h 67"/>
                  <a:gd name="T82" fmla="*/ 98 w 371"/>
                  <a:gd name="T83" fmla="*/ 23 h 67"/>
                  <a:gd name="T84" fmla="*/ 113 w 371"/>
                  <a:gd name="T85" fmla="*/ 20 h 67"/>
                  <a:gd name="T86" fmla="*/ 126 w 371"/>
                  <a:gd name="T87" fmla="*/ 18 h 67"/>
                  <a:gd name="T88" fmla="*/ 136 w 371"/>
                  <a:gd name="T89" fmla="*/ 17 h 67"/>
                  <a:gd name="T90" fmla="*/ 149 w 371"/>
                  <a:gd name="T91" fmla="*/ 15 h 67"/>
                  <a:gd name="T92" fmla="*/ 161 w 371"/>
                  <a:gd name="T93" fmla="*/ 14 h 67"/>
                  <a:gd name="T94" fmla="*/ 173 w 371"/>
                  <a:gd name="T95" fmla="*/ 13 h 67"/>
                  <a:gd name="T96" fmla="*/ 182 w 371"/>
                  <a:gd name="T97" fmla="*/ 12 h 67"/>
                  <a:gd name="T98" fmla="*/ 188 w 371"/>
                  <a:gd name="T99" fmla="*/ 13 h 67"/>
                  <a:gd name="T100" fmla="*/ 195 w 371"/>
                  <a:gd name="T101" fmla="*/ 14 h 67"/>
                  <a:gd name="T102" fmla="*/ 201 w 371"/>
                  <a:gd name="T103" fmla="*/ 15 h 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1" h="67">
                    <a:moveTo>
                      <a:pt x="371" y="29"/>
                    </a:moveTo>
                    <a:lnTo>
                      <a:pt x="369" y="36"/>
                    </a:lnTo>
                    <a:lnTo>
                      <a:pt x="364" y="44"/>
                    </a:lnTo>
                    <a:lnTo>
                      <a:pt x="360" y="53"/>
                    </a:lnTo>
                    <a:lnTo>
                      <a:pt x="355" y="59"/>
                    </a:lnTo>
                    <a:lnTo>
                      <a:pt x="339" y="62"/>
                    </a:lnTo>
                    <a:lnTo>
                      <a:pt x="323" y="65"/>
                    </a:lnTo>
                    <a:lnTo>
                      <a:pt x="307" y="66"/>
                    </a:lnTo>
                    <a:lnTo>
                      <a:pt x="291" y="67"/>
                    </a:lnTo>
                    <a:lnTo>
                      <a:pt x="274" y="67"/>
                    </a:lnTo>
                    <a:lnTo>
                      <a:pt x="260" y="67"/>
                    </a:lnTo>
                    <a:lnTo>
                      <a:pt x="243" y="66"/>
                    </a:lnTo>
                    <a:lnTo>
                      <a:pt x="230" y="66"/>
                    </a:lnTo>
                    <a:lnTo>
                      <a:pt x="216" y="65"/>
                    </a:lnTo>
                    <a:lnTo>
                      <a:pt x="203" y="62"/>
                    </a:lnTo>
                    <a:lnTo>
                      <a:pt x="190" y="61"/>
                    </a:lnTo>
                    <a:lnTo>
                      <a:pt x="180" y="60"/>
                    </a:lnTo>
                    <a:lnTo>
                      <a:pt x="171" y="59"/>
                    </a:lnTo>
                    <a:lnTo>
                      <a:pt x="164" y="58"/>
                    </a:lnTo>
                    <a:lnTo>
                      <a:pt x="157" y="57"/>
                    </a:lnTo>
                    <a:lnTo>
                      <a:pt x="154" y="55"/>
                    </a:lnTo>
                    <a:lnTo>
                      <a:pt x="145" y="54"/>
                    </a:lnTo>
                    <a:lnTo>
                      <a:pt x="132" y="52"/>
                    </a:lnTo>
                    <a:lnTo>
                      <a:pt x="113" y="51"/>
                    </a:lnTo>
                    <a:lnTo>
                      <a:pt x="94" y="49"/>
                    </a:lnTo>
                    <a:lnTo>
                      <a:pt x="74" y="46"/>
                    </a:lnTo>
                    <a:lnTo>
                      <a:pt x="57" y="44"/>
                    </a:lnTo>
                    <a:lnTo>
                      <a:pt x="44" y="43"/>
                    </a:lnTo>
                    <a:lnTo>
                      <a:pt x="38" y="43"/>
                    </a:lnTo>
                    <a:lnTo>
                      <a:pt x="36" y="41"/>
                    </a:lnTo>
                    <a:lnTo>
                      <a:pt x="36" y="36"/>
                    </a:lnTo>
                    <a:lnTo>
                      <a:pt x="37" y="31"/>
                    </a:lnTo>
                    <a:lnTo>
                      <a:pt x="38" y="27"/>
                    </a:lnTo>
                    <a:lnTo>
                      <a:pt x="37" y="26"/>
                    </a:lnTo>
                    <a:lnTo>
                      <a:pt x="35" y="23"/>
                    </a:lnTo>
                    <a:lnTo>
                      <a:pt x="30" y="21"/>
                    </a:lnTo>
                    <a:lnTo>
                      <a:pt x="25" y="19"/>
                    </a:lnTo>
                    <a:lnTo>
                      <a:pt x="19" y="16"/>
                    </a:lnTo>
                    <a:lnTo>
                      <a:pt x="12" y="13"/>
                    </a:lnTo>
                    <a:lnTo>
                      <a:pt x="6" y="11"/>
                    </a:lnTo>
                    <a:lnTo>
                      <a:pt x="0" y="7"/>
                    </a:lnTo>
                    <a:lnTo>
                      <a:pt x="1" y="5"/>
                    </a:lnTo>
                    <a:lnTo>
                      <a:pt x="3" y="4"/>
                    </a:lnTo>
                    <a:lnTo>
                      <a:pt x="3" y="1"/>
                    </a:lnTo>
                    <a:lnTo>
                      <a:pt x="4" y="0"/>
                    </a:lnTo>
                    <a:lnTo>
                      <a:pt x="8" y="0"/>
                    </a:lnTo>
                    <a:lnTo>
                      <a:pt x="13" y="1"/>
                    </a:lnTo>
                    <a:lnTo>
                      <a:pt x="19" y="1"/>
                    </a:lnTo>
                    <a:lnTo>
                      <a:pt x="25" y="3"/>
                    </a:lnTo>
                    <a:lnTo>
                      <a:pt x="30" y="4"/>
                    </a:lnTo>
                    <a:lnTo>
                      <a:pt x="36" y="6"/>
                    </a:lnTo>
                    <a:lnTo>
                      <a:pt x="41" y="7"/>
                    </a:lnTo>
                    <a:lnTo>
                      <a:pt x="45" y="9"/>
                    </a:lnTo>
                    <a:lnTo>
                      <a:pt x="49" y="12"/>
                    </a:lnTo>
                    <a:lnTo>
                      <a:pt x="52" y="14"/>
                    </a:lnTo>
                    <a:lnTo>
                      <a:pt x="56" y="17"/>
                    </a:lnTo>
                    <a:lnTo>
                      <a:pt x="60" y="21"/>
                    </a:lnTo>
                    <a:lnTo>
                      <a:pt x="64" y="24"/>
                    </a:lnTo>
                    <a:lnTo>
                      <a:pt x="69" y="27"/>
                    </a:lnTo>
                    <a:lnTo>
                      <a:pt x="75" y="29"/>
                    </a:lnTo>
                    <a:lnTo>
                      <a:pt x="81" y="31"/>
                    </a:lnTo>
                    <a:lnTo>
                      <a:pt x="86" y="32"/>
                    </a:lnTo>
                    <a:lnTo>
                      <a:pt x="92" y="35"/>
                    </a:lnTo>
                    <a:lnTo>
                      <a:pt x="99" y="36"/>
                    </a:lnTo>
                    <a:lnTo>
                      <a:pt x="106" y="38"/>
                    </a:lnTo>
                    <a:lnTo>
                      <a:pt x="113" y="42"/>
                    </a:lnTo>
                    <a:lnTo>
                      <a:pt x="119" y="43"/>
                    </a:lnTo>
                    <a:lnTo>
                      <a:pt x="125" y="45"/>
                    </a:lnTo>
                    <a:lnTo>
                      <a:pt x="128" y="46"/>
                    </a:lnTo>
                    <a:lnTo>
                      <a:pt x="128" y="44"/>
                    </a:lnTo>
                    <a:lnTo>
                      <a:pt x="128" y="41"/>
                    </a:lnTo>
                    <a:lnTo>
                      <a:pt x="128" y="37"/>
                    </a:lnTo>
                    <a:lnTo>
                      <a:pt x="129" y="35"/>
                    </a:lnTo>
                    <a:lnTo>
                      <a:pt x="137" y="36"/>
                    </a:lnTo>
                    <a:lnTo>
                      <a:pt x="144" y="36"/>
                    </a:lnTo>
                    <a:lnTo>
                      <a:pt x="150" y="36"/>
                    </a:lnTo>
                    <a:lnTo>
                      <a:pt x="156" y="36"/>
                    </a:lnTo>
                    <a:lnTo>
                      <a:pt x="156" y="38"/>
                    </a:lnTo>
                    <a:lnTo>
                      <a:pt x="156" y="41"/>
                    </a:lnTo>
                    <a:lnTo>
                      <a:pt x="156" y="44"/>
                    </a:lnTo>
                    <a:lnTo>
                      <a:pt x="156" y="46"/>
                    </a:lnTo>
                    <a:lnTo>
                      <a:pt x="160" y="45"/>
                    </a:lnTo>
                    <a:lnTo>
                      <a:pt x="170" y="44"/>
                    </a:lnTo>
                    <a:lnTo>
                      <a:pt x="180" y="42"/>
                    </a:lnTo>
                    <a:lnTo>
                      <a:pt x="193" y="39"/>
                    </a:lnTo>
                    <a:lnTo>
                      <a:pt x="207" y="37"/>
                    </a:lnTo>
                    <a:lnTo>
                      <a:pt x="218" y="35"/>
                    </a:lnTo>
                    <a:lnTo>
                      <a:pt x="230" y="32"/>
                    </a:lnTo>
                    <a:lnTo>
                      <a:pt x="236" y="31"/>
                    </a:lnTo>
                    <a:lnTo>
                      <a:pt x="248" y="30"/>
                    </a:lnTo>
                    <a:lnTo>
                      <a:pt x="261" y="29"/>
                    </a:lnTo>
                    <a:lnTo>
                      <a:pt x="272" y="28"/>
                    </a:lnTo>
                    <a:lnTo>
                      <a:pt x="284" y="27"/>
                    </a:lnTo>
                    <a:lnTo>
                      <a:pt x="295" y="26"/>
                    </a:lnTo>
                    <a:lnTo>
                      <a:pt x="307" y="24"/>
                    </a:lnTo>
                    <a:lnTo>
                      <a:pt x="317" y="23"/>
                    </a:lnTo>
                    <a:lnTo>
                      <a:pt x="327" y="22"/>
                    </a:lnTo>
                    <a:lnTo>
                      <a:pt x="332" y="22"/>
                    </a:lnTo>
                    <a:lnTo>
                      <a:pt x="337" y="23"/>
                    </a:lnTo>
                    <a:lnTo>
                      <a:pt x="344" y="23"/>
                    </a:lnTo>
                    <a:lnTo>
                      <a:pt x="351" y="24"/>
                    </a:lnTo>
                    <a:lnTo>
                      <a:pt x="356" y="26"/>
                    </a:lnTo>
                    <a:lnTo>
                      <a:pt x="363" y="27"/>
                    </a:lnTo>
                    <a:lnTo>
                      <a:pt x="368" y="28"/>
                    </a:lnTo>
                    <a:lnTo>
                      <a:pt x="371" y="29"/>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2" name="Freeform 123">
                <a:extLst>
                  <a:ext uri="{FF2B5EF4-FFF2-40B4-BE49-F238E27FC236}">
                    <a16:creationId xmlns:a16="http://schemas.microsoft.com/office/drawing/2014/main" id="{D28E0F7F-5455-42D6-BBA8-B25FE19D0AAC}"/>
                  </a:ext>
                </a:extLst>
              </p:cNvPr>
              <p:cNvSpPr>
                <a:spLocks/>
              </p:cNvSpPr>
              <p:nvPr/>
            </p:nvSpPr>
            <p:spPr bwMode="auto">
              <a:xfrm>
                <a:off x="4348" y="3334"/>
                <a:ext cx="29" cy="48"/>
              </a:xfrm>
              <a:custGeom>
                <a:avLst/>
                <a:gdLst>
                  <a:gd name="T0" fmla="*/ 23 w 54"/>
                  <a:gd name="T1" fmla="*/ 6 h 87"/>
                  <a:gd name="T2" fmla="*/ 23 w 54"/>
                  <a:gd name="T3" fmla="*/ 5 h 87"/>
                  <a:gd name="T4" fmla="*/ 23 w 54"/>
                  <a:gd name="T5" fmla="*/ 3 h 87"/>
                  <a:gd name="T6" fmla="*/ 23 w 54"/>
                  <a:gd name="T7" fmla="*/ 2 h 87"/>
                  <a:gd name="T8" fmla="*/ 23 w 54"/>
                  <a:gd name="T9" fmla="*/ 1 h 87"/>
                  <a:gd name="T10" fmla="*/ 22 w 54"/>
                  <a:gd name="T11" fmla="*/ 1 h 87"/>
                  <a:gd name="T12" fmla="*/ 21 w 54"/>
                  <a:gd name="T13" fmla="*/ 1 h 87"/>
                  <a:gd name="T14" fmla="*/ 20 w 54"/>
                  <a:gd name="T15" fmla="*/ 1 h 87"/>
                  <a:gd name="T16" fmla="*/ 19 w 54"/>
                  <a:gd name="T17" fmla="*/ 1 h 87"/>
                  <a:gd name="T18" fmla="*/ 16 w 54"/>
                  <a:gd name="T19" fmla="*/ 1 h 87"/>
                  <a:gd name="T20" fmla="*/ 14 w 54"/>
                  <a:gd name="T21" fmla="*/ 1 h 87"/>
                  <a:gd name="T22" fmla="*/ 11 w 54"/>
                  <a:gd name="T23" fmla="*/ 1 h 87"/>
                  <a:gd name="T24" fmla="*/ 9 w 54"/>
                  <a:gd name="T25" fmla="*/ 0 h 87"/>
                  <a:gd name="T26" fmla="*/ 8 w 54"/>
                  <a:gd name="T27" fmla="*/ 1 h 87"/>
                  <a:gd name="T28" fmla="*/ 8 w 54"/>
                  <a:gd name="T29" fmla="*/ 3 h 87"/>
                  <a:gd name="T30" fmla="*/ 8 w 54"/>
                  <a:gd name="T31" fmla="*/ 5 h 87"/>
                  <a:gd name="T32" fmla="*/ 8 w 54"/>
                  <a:gd name="T33" fmla="*/ 6 h 87"/>
                  <a:gd name="T34" fmla="*/ 8 w 54"/>
                  <a:gd name="T35" fmla="*/ 8 h 87"/>
                  <a:gd name="T36" fmla="*/ 8 w 54"/>
                  <a:gd name="T37" fmla="*/ 10 h 87"/>
                  <a:gd name="T38" fmla="*/ 8 w 54"/>
                  <a:gd name="T39" fmla="*/ 13 h 87"/>
                  <a:gd name="T40" fmla="*/ 9 w 54"/>
                  <a:gd name="T41" fmla="*/ 15 h 87"/>
                  <a:gd name="T42" fmla="*/ 5 w 54"/>
                  <a:gd name="T43" fmla="*/ 18 h 87"/>
                  <a:gd name="T44" fmla="*/ 2 w 54"/>
                  <a:gd name="T45" fmla="*/ 22 h 87"/>
                  <a:gd name="T46" fmla="*/ 1 w 54"/>
                  <a:gd name="T47" fmla="*/ 26 h 87"/>
                  <a:gd name="T48" fmla="*/ 0 w 54"/>
                  <a:gd name="T49" fmla="*/ 29 h 87"/>
                  <a:gd name="T50" fmla="*/ 1 w 54"/>
                  <a:gd name="T51" fmla="*/ 31 h 87"/>
                  <a:gd name="T52" fmla="*/ 2 w 54"/>
                  <a:gd name="T53" fmla="*/ 35 h 87"/>
                  <a:gd name="T54" fmla="*/ 4 w 54"/>
                  <a:gd name="T55" fmla="*/ 38 h 87"/>
                  <a:gd name="T56" fmla="*/ 8 w 54"/>
                  <a:gd name="T57" fmla="*/ 41 h 87"/>
                  <a:gd name="T58" fmla="*/ 8 w 54"/>
                  <a:gd name="T59" fmla="*/ 42 h 87"/>
                  <a:gd name="T60" fmla="*/ 8 w 54"/>
                  <a:gd name="T61" fmla="*/ 44 h 87"/>
                  <a:gd name="T62" fmla="*/ 8 w 54"/>
                  <a:gd name="T63" fmla="*/ 46 h 87"/>
                  <a:gd name="T64" fmla="*/ 8 w 54"/>
                  <a:gd name="T65" fmla="*/ 47 h 87"/>
                  <a:gd name="T66" fmla="*/ 11 w 54"/>
                  <a:gd name="T67" fmla="*/ 47 h 87"/>
                  <a:gd name="T68" fmla="*/ 15 w 54"/>
                  <a:gd name="T69" fmla="*/ 47 h 87"/>
                  <a:gd name="T70" fmla="*/ 17 w 54"/>
                  <a:gd name="T71" fmla="*/ 47 h 87"/>
                  <a:gd name="T72" fmla="*/ 20 w 54"/>
                  <a:gd name="T73" fmla="*/ 48 h 87"/>
                  <a:gd name="T74" fmla="*/ 20 w 54"/>
                  <a:gd name="T75" fmla="*/ 46 h 87"/>
                  <a:gd name="T76" fmla="*/ 20 w 54"/>
                  <a:gd name="T77" fmla="*/ 44 h 87"/>
                  <a:gd name="T78" fmla="*/ 20 w 54"/>
                  <a:gd name="T79" fmla="*/ 42 h 87"/>
                  <a:gd name="T80" fmla="*/ 20 w 54"/>
                  <a:gd name="T81" fmla="*/ 41 h 87"/>
                  <a:gd name="T82" fmla="*/ 25 w 54"/>
                  <a:gd name="T83" fmla="*/ 39 h 87"/>
                  <a:gd name="T84" fmla="*/ 27 w 54"/>
                  <a:gd name="T85" fmla="*/ 36 h 87"/>
                  <a:gd name="T86" fmla="*/ 28 w 54"/>
                  <a:gd name="T87" fmla="*/ 33 h 87"/>
                  <a:gd name="T88" fmla="*/ 29 w 54"/>
                  <a:gd name="T89" fmla="*/ 28 h 87"/>
                  <a:gd name="T90" fmla="*/ 29 w 54"/>
                  <a:gd name="T91" fmla="*/ 24 h 87"/>
                  <a:gd name="T92" fmla="*/ 28 w 54"/>
                  <a:gd name="T93" fmla="*/ 20 h 87"/>
                  <a:gd name="T94" fmla="*/ 26 w 54"/>
                  <a:gd name="T95" fmla="*/ 18 h 87"/>
                  <a:gd name="T96" fmla="*/ 24 w 54"/>
                  <a:gd name="T97" fmla="*/ 16 h 87"/>
                  <a:gd name="T98" fmla="*/ 24 w 54"/>
                  <a:gd name="T99" fmla="*/ 13 h 87"/>
                  <a:gd name="T100" fmla="*/ 24 w 54"/>
                  <a:gd name="T101" fmla="*/ 10 h 87"/>
                  <a:gd name="T102" fmla="*/ 23 w 54"/>
                  <a:gd name="T103" fmla="*/ 8 h 87"/>
                  <a:gd name="T104" fmla="*/ 23 w 54"/>
                  <a:gd name="T105" fmla="*/ 6 h 8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4" h="87">
                    <a:moveTo>
                      <a:pt x="43" y="11"/>
                    </a:moveTo>
                    <a:lnTo>
                      <a:pt x="43" y="9"/>
                    </a:lnTo>
                    <a:lnTo>
                      <a:pt x="43" y="6"/>
                    </a:lnTo>
                    <a:lnTo>
                      <a:pt x="43" y="3"/>
                    </a:lnTo>
                    <a:lnTo>
                      <a:pt x="43" y="1"/>
                    </a:lnTo>
                    <a:lnTo>
                      <a:pt x="41" y="1"/>
                    </a:lnTo>
                    <a:lnTo>
                      <a:pt x="39" y="1"/>
                    </a:lnTo>
                    <a:lnTo>
                      <a:pt x="37" y="1"/>
                    </a:lnTo>
                    <a:lnTo>
                      <a:pt x="35" y="1"/>
                    </a:lnTo>
                    <a:lnTo>
                      <a:pt x="30" y="1"/>
                    </a:lnTo>
                    <a:lnTo>
                      <a:pt x="26" y="1"/>
                    </a:lnTo>
                    <a:lnTo>
                      <a:pt x="21" y="1"/>
                    </a:lnTo>
                    <a:lnTo>
                      <a:pt x="16" y="0"/>
                    </a:lnTo>
                    <a:lnTo>
                      <a:pt x="15" y="2"/>
                    </a:lnTo>
                    <a:lnTo>
                      <a:pt x="15" y="6"/>
                    </a:lnTo>
                    <a:lnTo>
                      <a:pt x="15" y="9"/>
                    </a:lnTo>
                    <a:lnTo>
                      <a:pt x="15" y="11"/>
                    </a:lnTo>
                    <a:lnTo>
                      <a:pt x="15" y="15"/>
                    </a:lnTo>
                    <a:lnTo>
                      <a:pt x="15" y="19"/>
                    </a:lnTo>
                    <a:lnTo>
                      <a:pt x="15" y="24"/>
                    </a:lnTo>
                    <a:lnTo>
                      <a:pt x="16" y="27"/>
                    </a:lnTo>
                    <a:lnTo>
                      <a:pt x="9" y="32"/>
                    </a:lnTo>
                    <a:lnTo>
                      <a:pt x="4" y="39"/>
                    </a:lnTo>
                    <a:lnTo>
                      <a:pt x="1" y="47"/>
                    </a:lnTo>
                    <a:lnTo>
                      <a:pt x="0" y="52"/>
                    </a:lnTo>
                    <a:lnTo>
                      <a:pt x="1" y="56"/>
                    </a:lnTo>
                    <a:lnTo>
                      <a:pt x="3" y="63"/>
                    </a:lnTo>
                    <a:lnTo>
                      <a:pt x="7" y="69"/>
                    </a:lnTo>
                    <a:lnTo>
                      <a:pt x="14" y="75"/>
                    </a:lnTo>
                    <a:lnTo>
                      <a:pt x="14" y="77"/>
                    </a:lnTo>
                    <a:lnTo>
                      <a:pt x="15" y="79"/>
                    </a:lnTo>
                    <a:lnTo>
                      <a:pt x="15" y="83"/>
                    </a:lnTo>
                    <a:lnTo>
                      <a:pt x="15" y="85"/>
                    </a:lnTo>
                    <a:lnTo>
                      <a:pt x="21" y="85"/>
                    </a:lnTo>
                    <a:lnTo>
                      <a:pt x="27" y="86"/>
                    </a:lnTo>
                    <a:lnTo>
                      <a:pt x="31" y="86"/>
                    </a:lnTo>
                    <a:lnTo>
                      <a:pt x="37" y="87"/>
                    </a:lnTo>
                    <a:lnTo>
                      <a:pt x="37" y="83"/>
                    </a:lnTo>
                    <a:lnTo>
                      <a:pt x="38" y="79"/>
                    </a:lnTo>
                    <a:lnTo>
                      <a:pt x="38" y="77"/>
                    </a:lnTo>
                    <a:lnTo>
                      <a:pt x="38" y="75"/>
                    </a:lnTo>
                    <a:lnTo>
                      <a:pt x="46" y="71"/>
                    </a:lnTo>
                    <a:lnTo>
                      <a:pt x="51" y="65"/>
                    </a:lnTo>
                    <a:lnTo>
                      <a:pt x="53" y="59"/>
                    </a:lnTo>
                    <a:lnTo>
                      <a:pt x="54" y="50"/>
                    </a:lnTo>
                    <a:lnTo>
                      <a:pt x="54" y="44"/>
                    </a:lnTo>
                    <a:lnTo>
                      <a:pt x="52" y="37"/>
                    </a:lnTo>
                    <a:lnTo>
                      <a:pt x="49" y="32"/>
                    </a:lnTo>
                    <a:lnTo>
                      <a:pt x="44" y="29"/>
                    </a:lnTo>
                    <a:lnTo>
                      <a:pt x="44" y="24"/>
                    </a:lnTo>
                    <a:lnTo>
                      <a:pt x="44" y="19"/>
                    </a:lnTo>
                    <a:lnTo>
                      <a:pt x="43" y="15"/>
                    </a:lnTo>
                    <a:lnTo>
                      <a:pt x="43" y="1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3" name="Freeform 124">
                <a:extLst>
                  <a:ext uri="{FF2B5EF4-FFF2-40B4-BE49-F238E27FC236}">
                    <a16:creationId xmlns:a16="http://schemas.microsoft.com/office/drawing/2014/main" id="{B3524898-EC89-4515-989F-602F1D192D29}"/>
                  </a:ext>
                </a:extLst>
              </p:cNvPr>
              <p:cNvSpPr>
                <a:spLocks/>
              </p:cNvSpPr>
              <p:nvPr/>
            </p:nvSpPr>
            <p:spPr bwMode="auto">
              <a:xfrm>
                <a:off x="4366" y="3335"/>
                <a:ext cx="6" cy="16"/>
              </a:xfrm>
              <a:custGeom>
                <a:avLst/>
                <a:gdLst>
                  <a:gd name="T0" fmla="*/ 6 w 9"/>
                  <a:gd name="T1" fmla="*/ 16 h 28"/>
                  <a:gd name="T2" fmla="*/ 6 w 9"/>
                  <a:gd name="T3" fmla="*/ 13 h 28"/>
                  <a:gd name="T4" fmla="*/ 6 w 9"/>
                  <a:gd name="T5" fmla="*/ 10 h 28"/>
                  <a:gd name="T6" fmla="*/ 5 w 9"/>
                  <a:gd name="T7" fmla="*/ 8 h 28"/>
                  <a:gd name="T8" fmla="*/ 5 w 9"/>
                  <a:gd name="T9" fmla="*/ 6 h 28"/>
                  <a:gd name="T10" fmla="*/ 5 w 9"/>
                  <a:gd name="T11" fmla="*/ 5 h 28"/>
                  <a:gd name="T12" fmla="*/ 5 w 9"/>
                  <a:gd name="T13" fmla="*/ 3 h 28"/>
                  <a:gd name="T14" fmla="*/ 5 w 9"/>
                  <a:gd name="T15" fmla="*/ 1 h 28"/>
                  <a:gd name="T16" fmla="*/ 5 w 9"/>
                  <a:gd name="T17" fmla="*/ 0 h 28"/>
                  <a:gd name="T18" fmla="*/ 4 w 9"/>
                  <a:gd name="T19" fmla="*/ 0 h 28"/>
                  <a:gd name="T20" fmla="*/ 3 w 9"/>
                  <a:gd name="T21" fmla="*/ 0 h 28"/>
                  <a:gd name="T22" fmla="*/ 1 w 9"/>
                  <a:gd name="T23" fmla="*/ 0 h 28"/>
                  <a:gd name="T24" fmla="*/ 0 w 9"/>
                  <a:gd name="T25" fmla="*/ 0 h 28"/>
                  <a:gd name="T26" fmla="*/ 0 w 9"/>
                  <a:gd name="T27" fmla="*/ 3 h 28"/>
                  <a:gd name="T28" fmla="*/ 1 w 9"/>
                  <a:gd name="T29" fmla="*/ 9 h 28"/>
                  <a:gd name="T30" fmla="*/ 1 w 9"/>
                  <a:gd name="T31" fmla="*/ 13 h 28"/>
                  <a:gd name="T32" fmla="*/ 1 w 9"/>
                  <a:gd name="T33" fmla="*/ 15 h 28"/>
                  <a:gd name="T34" fmla="*/ 2 w 9"/>
                  <a:gd name="T35" fmla="*/ 15 h 28"/>
                  <a:gd name="T36" fmla="*/ 3 w 9"/>
                  <a:gd name="T37" fmla="*/ 15 h 28"/>
                  <a:gd name="T38" fmla="*/ 5 w 9"/>
                  <a:gd name="T39" fmla="*/ 16 h 28"/>
                  <a:gd name="T40" fmla="*/ 5 w 9"/>
                  <a:gd name="T41" fmla="*/ 16 h 28"/>
                  <a:gd name="T42" fmla="*/ 6 w 9"/>
                  <a:gd name="T43" fmla="*/ 16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 h="28">
                    <a:moveTo>
                      <a:pt x="9" y="28"/>
                    </a:moveTo>
                    <a:lnTo>
                      <a:pt x="9" y="23"/>
                    </a:lnTo>
                    <a:lnTo>
                      <a:pt x="9" y="18"/>
                    </a:lnTo>
                    <a:lnTo>
                      <a:pt x="8" y="14"/>
                    </a:lnTo>
                    <a:lnTo>
                      <a:pt x="8" y="10"/>
                    </a:lnTo>
                    <a:lnTo>
                      <a:pt x="8" y="8"/>
                    </a:lnTo>
                    <a:lnTo>
                      <a:pt x="8" y="5"/>
                    </a:lnTo>
                    <a:lnTo>
                      <a:pt x="8" y="2"/>
                    </a:lnTo>
                    <a:lnTo>
                      <a:pt x="8" y="0"/>
                    </a:lnTo>
                    <a:lnTo>
                      <a:pt x="6" y="0"/>
                    </a:lnTo>
                    <a:lnTo>
                      <a:pt x="4" y="0"/>
                    </a:lnTo>
                    <a:lnTo>
                      <a:pt x="2" y="0"/>
                    </a:lnTo>
                    <a:lnTo>
                      <a:pt x="0" y="0"/>
                    </a:lnTo>
                    <a:lnTo>
                      <a:pt x="0" y="6"/>
                    </a:lnTo>
                    <a:lnTo>
                      <a:pt x="1" y="15"/>
                    </a:lnTo>
                    <a:lnTo>
                      <a:pt x="1" y="22"/>
                    </a:lnTo>
                    <a:lnTo>
                      <a:pt x="1" y="26"/>
                    </a:lnTo>
                    <a:lnTo>
                      <a:pt x="3" y="26"/>
                    </a:lnTo>
                    <a:lnTo>
                      <a:pt x="4" y="26"/>
                    </a:lnTo>
                    <a:lnTo>
                      <a:pt x="7" y="28"/>
                    </a:lnTo>
                    <a:lnTo>
                      <a:pt x="8" y="28"/>
                    </a:lnTo>
                    <a:lnTo>
                      <a:pt x="9" y="2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4" name="Freeform 125">
                <a:extLst>
                  <a:ext uri="{FF2B5EF4-FFF2-40B4-BE49-F238E27FC236}">
                    <a16:creationId xmlns:a16="http://schemas.microsoft.com/office/drawing/2014/main" id="{DF3264BE-227F-4DDF-BA8C-FCB62A63B72A}"/>
                  </a:ext>
                </a:extLst>
              </p:cNvPr>
              <p:cNvSpPr>
                <a:spLocks/>
              </p:cNvSpPr>
              <p:nvPr/>
            </p:nvSpPr>
            <p:spPr bwMode="auto">
              <a:xfrm>
                <a:off x="4485" y="3097"/>
                <a:ext cx="202" cy="324"/>
              </a:xfrm>
              <a:custGeom>
                <a:avLst/>
                <a:gdLst>
                  <a:gd name="T0" fmla="*/ 114 w 370"/>
                  <a:gd name="T1" fmla="*/ 29 h 590"/>
                  <a:gd name="T2" fmla="*/ 86 w 370"/>
                  <a:gd name="T3" fmla="*/ 73 h 590"/>
                  <a:gd name="T4" fmla="*/ 67 w 370"/>
                  <a:gd name="T5" fmla="*/ 141 h 590"/>
                  <a:gd name="T6" fmla="*/ 58 w 370"/>
                  <a:gd name="T7" fmla="*/ 194 h 590"/>
                  <a:gd name="T8" fmla="*/ 53 w 370"/>
                  <a:gd name="T9" fmla="*/ 205 h 590"/>
                  <a:gd name="T10" fmla="*/ 56 w 370"/>
                  <a:gd name="T11" fmla="*/ 209 h 590"/>
                  <a:gd name="T12" fmla="*/ 43 w 370"/>
                  <a:gd name="T13" fmla="*/ 224 h 590"/>
                  <a:gd name="T14" fmla="*/ 27 w 370"/>
                  <a:gd name="T15" fmla="*/ 227 h 590"/>
                  <a:gd name="T16" fmla="*/ 14 w 370"/>
                  <a:gd name="T17" fmla="*/ 227 h 590"/>
                  <a:gd name="T18" fmla="*/ 2 w 370"/>
                  <a:gd name="T19" fmla="*/ 228 h 590"/>
                  <a:gd name="T20" fmla="*/ 5 w 370"/>
                  <a:gd name="T21" fmla="*/ 263 h 590"/>
                  <a:gd name="T22" fmla="*/ 2 w 370"/>
                  <a:gd name="T23" fmla="*/ 297 h 590"/>
                  <a:gd name="T24" fmla="*/ 8 w 370"/>
                  <a:gd name="T25" fmla="*/ 319 h 590"/>
                  <a:gd name="T26" fmla="*/ 28 w 370"/>
                  <a:gd name="T27" fmla="*/ 322 h 590"/>
                  <a:gd name="T28" fmla="*/ 48 w 370"/>
                  <a:gd name="T29" fmla="*/ 323 h 590"/>
                  <a:gd name="T30" fmla="*/ 70 w 370"/>
                  <a:gd name="T31" fmla="*/ 323 h 590"/>
                  <a:gd name="T32" fmla="*/ 89 w 370"/>
                  <a:gd name="T33" fmla="*/ 323 h 590"/>
                  <a:gd name="T34" fmla="*/ 100 w 370"/>
                  <a:gd name="T35" fmla="*/ 321 h 590"/>
                  <a:gd name="T36" fmla="*/ 115 w 370"/>
                  <a:gd name="T37" fmla="*/ 315 h 590"/>
                  <a:gd name="T38" fmla="*/ 126 w 370"/>
                  <a:gd name="T39" fmla="*/ 309 h 590"/>
                  <a:gd name="T40" fmla="*/ 136 w 370"/>
                  <a:gd name="T41" fmla="*/ 300 h 590"/>
                  <a:gd name="T42" fmla="*/ 145 w 370"/>
                  <a:gd name="T43" fmla="*/ 288 h 590"/>
                  <a:gd name="T44" fmla="*/ 154 w 370"/>
                  <a:gd name="T45" fmla="*/ 272 h 590"/>
                  <a:gd name="T46" fmla="*/ 165 w 370"/>
                  <a:gd name="T47" fmla="*/ 243 h 590"/>
                  <a:gd name="T48" fmla="*/ 182 w 370"/>
                  <a:gd name="T49" fmla="*/ 195 h 590"/>
                  <a:gd name="T50" fmla="*/ 195 w 370"/>
                  <a:gd name="T51" fmla="*/ 113 h 590"/>
                  <a:gd name="T52" fmla="*/ 193 w 370"/>
                  <a:gd name="T53" fmla="*/ 92 h 590"/>
                  <a:gd name="T54" fmla="*/ 184 w 370"/>
                  <a:gd name="T55" fmla="*/ 102 h 590"/>
                  <a:gd name="T56" fmla="*/ 157 w 370"/>
                  <a:gd name="T57" fmla="*/ 115 h 590"/>
                  <a:gd name="T58" fmla="*/ 143 w 370"/>
                  <a:gd name="T59" fmla="*/ 105 h 590"/>
                  <a:gd name="T60" fmla="*/ 130 w 370"/>
                  <a:gd name="T61" fmla="*/ 98 h 590"/>
                  <a:gd name="T62" fmla="*/ 114 w 370"/>
                  <a:gd name="T63" fmla="*/ 99 h 590"/>
                  <a:gd name="T64" fmla="*/ 103 w 370"/>
                  <a:gd name="T65" fmla="*/ 96 h 590"/>
                  <a:gd name="T66" fmla="*/ 116 w 370"/>
                  <a:gd name="T67" fmla="*/ 72 h 590"/>
                  <a:gd name="T68" fmla="*/ 146 w 370"/>
                  <a:gd name="T69" fmla="*/ 59 h 590"/>
                  <a:gd name="T70" fmla="*/ 197 w 370"/>
                  <a:gd name="T71" fmla="*/ 37 h 590"/>
                  <a:gd name="T72" fmla="*/ 192 w 370"/>
                  <a:gd name="T73" fmla="*/ 27 h 590"/>
                  <a:gd name="T74" fmla="*/ 175 w 370"/>
                  <a:gd name="T75" fmla="*/ 17 h 590"/>
                  <a:gd name="T76" fmla="*/ 167 w 370"/>
                  <a:gd name="T77" fmla="*/ 11 h 590"/>
                  <a:gd name="T78" fmla="*/ 177 w 370"/>
                  <a:gd name="T79" fmla="*/ 9 h 590"/>
                  <a:gd name="T80" fmla="*/ 188 w 370"/>
                  <a:gd name="T81" fmla="*/ 9 h 590"/>
                  <a:gd name="T82" fmla="*/ 185 w 370"/>
                  <a:gd name="T83" fmla="*/ 2 h 590"/>
                  <a:gd name="T84" fmla="*/ 172 w 370"/>
                  <a:gd name="T85" fmla="*/ 1 h 590"/>
                  <a:gd name="T86" fmla="*/ 156 w 370"/>
                  <a:gd name="T87" fmla="*/ 5 h 590"/>
                  <a:gd name="T88" fmla="*/ 145 w 370"/>
                  <a:gd name="T89" fmla="*/ 16 h 590"/>
                  <a:gd name="T90" fmla="*/ 135 w 370"/>
                  <a:gd name="T91" fmla="*/ 27 h 590"/>
                  <a:gd name="T92" fmla="*/ 125 w 370"/>
                  <a:gd name="T93" fmla="*/ 36 h 590"/>
                  <a:gd name="T94" fmla="*/ 114 w 370"/>
                  <a:gd name="T95" fmla="*/ 43 h 590"/>
                  <a:gd name="T96" fmla="*/ 122 w 370"/>
                  <a:gd name="T97" fmla="*/ 31 h 590"/>
                  <a:gd name="T98" fmla="*/ 138 w 370"/>
                  <a:gd name="T99" fmla="*/ 15 h 590"/>
                  <a:gd name="T100" fmla="*/ 144 w 370"/>
                  <a:gd name="T101" fmla="*/ 0 h 5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70" h="590">
                    <a:moveTo>
                      <a:pt x="257" y="1"/>
                    </a:move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9" y="509"/>
                    </a:lnTo>
                    <a:lnTo>
                      <a:pt x="6" y="525"/>
                    </a:lnTo>
                    <a:lnTo>
                      <a:pt x="4" y="541"/>
                    </a:lnTo>
                    <a:lnTo>
                      <a:pt x="2" y="554"/>
                    </a:lnTo>
                    <a:lnTo>
                      <a:pt x="6" y="560"/>
                    </a:lnTo>
                    <a:lnTo>
                      <a:pt x="12" y="570"/>
                    </a:lnTo>
                    <a:lnTo>
                      <a:pt x="15" y="580"/>
                    </a:lnTo>
                    <a:lnTo>
                      <a:pt x="18" y="590"/>
                    </a:lnTo>
                    <a:lnTo>
                      <a:pt x="28" y="588"/>
                    </a:lnTo>
                    <a:lnTo>
                      <a:pt x="41" y="587"/>
                    </a:lnTo>
                    <a:lnTo>
                      <a:pt x="52" y="586"/>
                    </a:lnTo>
                    <a:lnTo>
                      <a:pt x="64" y="586"/>
                    </a:lnTo>
                    <a:lnTo>
                      <a:pt x="73" y="587"/>
                    </a:lnTo>
                    <a:lnTo>
                      <a:pt x="82" y="588"/>
                    </a:lnTo>
                    <a:lnTo>
                      <a:pt x="88" y="588"/>
                    </a:lnTo>
                    <a:lnTo>
                      <a:pt x="91" y="589"/>
                    </a:lnTo>
                    <a:lnTo>
                      <a:pt x="104" y="589"/>
                    </a:lnTo>
                    <a:lnTo>
                      <a:pt x="117" y="589"/>
                    </a:lnTo>
                    <a:lnTo>
                      <a:pt x="128" y="589"/>
                    </a:lnTo>
                    <a:lnTo>
                      <a:pt x="140" y="589"/>
                    </a:lnTo>
                    <a:lnTo>
                      <a:pt x="149" y="589"/>
                    </a:lnTo>
                    <a:lnTo>
                      <a:pt x="157" y="589"/>
                    </a:lnTo>
                    <a:lnTo>
                      <a:pt x="163" y="588"/>
                    </a:lnTo>
                    <a:lnTo>
                      <a:pt x="166" y="588"/>
                    </a:lnTo>
                    <a:lnTo>
                      <a:pt x="171" y="587"/>
                    </a:lnTo>
                    <a:lnTo>
                      <a:pt x="177" y="586"/>
                    </a:lnTo>
                    <a:lnTo>
                      <a:pt x="184" y="584"/>
                    </a:lnTo>
                    <a:lnTo>
                      <a:pt x="191" y="581"/>
                    </a:lnTo>
                    <a:lnTo>
                      <a:pt x="197" y="579"/>
                    </a:lnTo>
                    <a:lnTo>
                      <a:pt x="204" y="577"/>
                    </a:lnTo>
                    <a:lnTo>
                      <a:pt x="210" y="574"/>
                    </a:lnTo>
                    <a:lnTo>
                      <a:pt x="215" y="572"/>
                    </a:lnTo>
                    <a:lnTo>
                      <a:pt x="219" y="570"/>
                    </a:lnTo>
                    <a:lnTo>
                      <a:pt x="224" y="566"/>
                    </a:lnTo>
                    <a:lnTo>
                      <a:pt x="230" y="563"/>
                    </a:lnTo>
                    <a:lnTo>
                      <a:pt x="235" y="559"/>
                    </a:lnTo>
                    <a:lnTo>
                      <a:pt x="241" y="556"/>
                    </a:lnTo>
                    <a:lnTo>
                      <a:pt x="246" y="551"/>
                    </a:lnTo>
                    <a:lnTo>
                      <a:pt x="250" y="547"/>
                    </a:lnTo>
                    <a:lnTo>
                      <a:pt x="253" y="543"/>
                    </a:lnTo>
                    <a:lnTo>
                      <a:pt x="256" y="539"/>
                    </a:lnTo>
                    <a:lnTo>
                      <a:pt x="261" y="532"/>
                    </a:lnTo>
                    <a:lnTo>
                      <a:pt x="265" y="525"/>
                    </a:lnTo>
                    <a:lnTo>
                      <a:pt x="269" y="519"/>
                    </a:lnTo>
                    <a:lnTo>
                      <a:pt x="272" y="513"/>
                    </a:lnTo>
                    <a:lnTo>
                      <a:pt x="277" y="505"/>
                    </a:lnTo>
                    <a:lnTo>
                      <a:pt x="282" y="495"/>
                    </a:lnTo>
                    <a:lnTo>
                      <a:pt x="286" y="486"/>
                    </a:lnTo>
                    <a:lnTo>
                      <a:pt x="290" y="478"/>
                    </a:lnTo>
                    <a:lnTo>
                      <a:pt x="295" y="463"/>
                    </a:lnTo>
                    <a:lnTo>
                      <a:pt x="303" y="442"/>
                    </a:lnTo>
                    <a:lnTo>
                      <a:pt x="312" y="420"/>
                    </a:lnTo>
                    <a:lnTo>
                      <a:pt x="320" y="396"/>
                    </a:lnTo>
                    <a:lnTo>
                      <a:pt x="328" y="374"/>
                    </a:lnTo>
                    <a:lnTo>
                      <a:pt x="333" y="355"/>
                    </a:lnTo>
                    <a:lnTo>
                      <a:pt x="337" y="342"/>
                    </a:lnTo>
                    <a:lnTo>
                      <a:pt x="343" y="307"/>
                    </a:lnTo>
                    <a:lnTo>
                      <a:pt x="351" y="254"/>
                    </a:lnTo>
                    <a:lnTo>
                      <a:pt x="358" y="205"/>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5" name="Freeform 126">
                <a:extLst>
                  <a:ext uri="{FF2B5EF4-FFF2-40B4-BE49-F238E27FC236}">
                    <a16:creationId xmlns:a16="http://schemas.microsoft.com/office/drawing/2014/main" id="{EB45DE3E-7E59-4DA2-BF60-F5FCEA7567EF}"/>
                  </a:ext>
                </a:extLst>
              </p:cNvPr>
              <p:cNvSpPr>
                <a:spLocks/>
              </p:cNvSpPr>
              <p:nvPr/>
            </p:nvSpPr>
            <p:spPr bwMode="auto">
              <a:xfrm>
                <a:off x="4485" y="3097"/>
                <a:ext cx="202" cy="272"/>
              </a:xfrm>
              <a:custGeom>
                <a:avLst/>
                <a:gdLst>
                  <a:gd name="T0" fmla="*/ 121 w 370"/>
                  <a:gd name="T1" fmla="*/ 69 h 497"/>
                  <a:gd name="T2" fmla="*/ 174 w 370"/>
                  <a:gd name="T3" fmla="*/ 47 h 497"/>
                  <a:gd name="T4" fmla="*/ 197 w 370"/>
                  <a:gd name="T5" fmla="*/ 30 h 497"/>
                  <a:gd name="T6" fmla="*/ 175 w 370"/>
                  <a:gd name="T7" fmla="*/ 17 h 497"/>
                  <a:gd name="T8" fmla="*/ 169 w 370"/>
                  <a:gd name="T9" fmla="*/ 10 h 497"/>
                  <a:gd name="T10" fmla="*/ 183 w 370"/>
                  <a:gd name="T11" fmla="*/ 9 h 497"/>
                  <a:gd name="T12" fmla="*/ 187 w 370"/>
                  <a:gd name="T13" fmla="*/ 3 h 497"/>
                  <a:gd name="T14" fmla="*/ 172 w 370"/>
                  <a:gd name="T15" fmla="*/ 1 h 497"/>
                  <a:gd name="T16" fmla="*/ 153 w 370"/>
                  <a:gd name="T17" fmla="*/ 7 h 497"/>
                  <a:gd name="T18" fmla="*/ 139 w 370"/>
                  <a:gd name="T19" fmla="*/ 22 h 497"/>
                  <a:gd name="T20" fmla="*/ 128 w 370"/>
                  <a:gd name="T21" fmla="*/ 33 h 497"/>
                  <a:gd name="T22" fmla="*/ 114 w 370"/>
                  <a:gd name="T23" fmla="*/ 43 h 497"/>
                  <a:gd name="T24" fmla="*/ 127 w 370"/>
                  <a:gd name="T25" fmla="*/ 27 h 497"/>
                  <a:gd name="T26" fmla="*/ 144 w 370"/>
                  <a:gd name="T27" fmla="*/ 5 h 497"/>
                  <a:gd name="T28" fmla="*/ 123 w 370"/>
                  <a:gd name="T29" fmla="*/ 18 h 497"/>
                  <a:gd name="T30" fmla="*/ 86 w 370"/>
                  <a:gd name="T31" fmla="*/ 73 h 497"/>
                  <a:gd name="T32" fmla="*/ 66 w 370"/>
                  <a:gd name="T33" fmla="*/ 155 h 497"/>
                  <a:gd name="T34" fmla="*/ 55 w 370"/>
                  <a:gd name="T35" fmla="*/ 201 h 497"/>
                  <a:gd name="T36" fmla="*/ 55 w 370"/>
                  <a:gd name="T37" fmla="*/ 207 h 497"/>
                  <a:gd name="T38" fmla="*/ 43 w 370"/>
                  <a:gd name="T39" fmla="*/ 223 h 497"/>
                  <a:gd name="T40" fmla="*/ 23 w 370"/>
                  <a:gd name="T41" fmla="*/ 225 h 497"/>
                  <a:gd name="T42" fmla="*/ 8 w 370"/>
                  <a:gd name="T43" fmla="*/ 227 h 497"/>
                  <a:gd name="T44" fmla="*/ 5 w 370"/>
                  <a:gd name="T45" fmla="*/ 250 h 497"/>
                  <a:gd name="T46" fmla="*/ 17 w 370"/>
                  <a:gd name="T47" fmla="*/ 271 h 497"/>
                  <a:gd name="T48" fmla="*/ 37 w 370"/>
                  <a:gd name="T49" fmla="*/ 271 h 497"/>
                  <a:gd name="T50" fmla="*/ 43 w 370"/>
                  <a:gd name="T51" fmla="*/ 257 h 497"/>
                  <a:gd name="T52" fmla="*/ 45 w 370"/>
                  <a:gd name="T53" fmla="*/ 246 h 497"/>
                  <a:gd name="T54" fmla="*/ 50 w 370"/>
                  <a:gd name="T55" fmla="*/ 238 h 497"/>
                  <a:gd name="T56" fmla="*/ 56 w 370"/>
                  <a:gd name="T57" fmla="*/ 233 h 497"/>
                  <a:gd name="T58" fmla="*/ 82 w 370"/>
                  <a:gd name="T59" fmla="*/ 244 h 497"/>
                  <a:gd name="T60" fmla="*/ 103 w 370"/>
                  <a:gd name="T61" fmla="*/ 254 h 497"/>
                  <a:gd name="T62" fmla="*/ 122 w 370"/>
                  <a:gd name="T63" fmla="*/ 248 h 497"/>
                  <a:gd name="T64" fmla="*/ 109 w 370"/>
                  <a:gd name="T65" fmla="*/ 230 h 497"/>
                  <a:gd name="T66" fmla="*/ 93 w 370"/>
                  <a:gd name="T67" fmla="*/ 209 h 497"/>
                  <a:gd name="T68" fmla="*/ 107 w 370"/>
                  <a:gd name="T69" fmla="*/ 197 h 497"/>
                  <a:gd name="T70" fmla="*/ 138 w 370"/>
                  <a:gd name="T71" fmla="*/ 193 h 497"/>
                  <a:gd name="T72" fmla="*/ 157 w 370"/>
                  <a:gd name="T73" fmla="*/ 184 h 497"/>
                  <a:gd name="T74" fmla="*/ 136 w 370"/>
                  <a:gd name="T75" fmla="*/ 161 h 497"/>
                  <a:gd name="T76" fmla="*/ 116 w 370"/>
                  <a:gd name="T77" fmla="*/ 159 h 497"/>
                  <a:gd name="T78" fmla="*/ 105 w 370"/>
                  <a:gd name="T79" fmla="*/ 155 h 497"/>
                  <a:gd name="T80" fmla="*/ 121 w 370"/>
                  <a:gd name="T81" fmla="*/ 144 h 497"/>
                  <a:gd name="T82" fmla="*/ 171 w 370"/>
                  <a:gd name="T83" fmla="*/ 128 h 497"/>
                  <a:gd name="T84" fmla="*/ 194 w 370"/>
                  <a:gd name="T85" fmla="*/ 90 h 497"/>
                  <a:gd name="T86" fmla="*/ 184 w 370"/>
                  <a:gd name="T87" fmla="*/ 101 h 497"/>
                  <a:gd name="T88" fmla="*/ 148 w 370"/>
                  <a:gd name="T89" fmla="*/ 115 h 497"/>
                  <a:gd name="T90" fmla="*/ 136 w 370"/>
                  <a:gd name="T91" fmla="*/ 100 h 497"/>
                  <a:gd name="T92" fmla="*/ 118 w 370"/>
                  <a:gd name="T93" fmla="*/ 98 h 497"/>
                  <a:gd name="T94" fmla="*/ 103 w 370"/>
                  <a:gd name="T95" fmla="*/ 96 h 497"/>
                  <a:gd name="T96" fmla="*/ 95 w 370"/>
                  <a:gd name="T97" fmla="*/ 117 h 497"/>
                  <a:gd name="T98" fmla="*/ 118 w 370"/>
                  <a:gd name="T99" fmla="*/ 110 h 497"/>
                  <a:gd name="T100" fmla="*/ 135 w 370"/>
                  <a:gd name="T101" fmla="*/ 117 h 497"/>
                  <a:gd name="T102" fmla="*/ 122 w 370"/>
                  <a:gd name="T103" fmla="*/ 115 h 497"/>
                  <a:gd name="T104" fmla="*/ 110 w 370"/>
                  <a:gd name="T105" fmla="*/ 125 h 497"/>
                  <a:gd name="T106" fmla="*/ 95 w 370"/>
                  <a:gd name="T107" fmla="*/ 135 h 497"/>
                  <a:gd name="T108" fmla="*/ 82 w 370"/>
                  <a:gd name="T109" fmla="*/ 171 h 497"/>
                  <a:gd name="T110" fmla="*/ 73 w 370"/>
                  <a:gd name="T111" fmla="*/ 205 h 497"/>
                  <a:gd name="T112" fmla="*/ 81 w 370"/>
                  <a:gd name="T113" fmla="*/ 160 h 497"/>
                  <a:gd name="T114" fmla="*/ 86 w 370"/>
                  <a:gd name="T115" fmla="*/ 125 h 497"/>
                  <a:gd name="T116" fmla="*/ 95 w 370"/>
                  <a:gd name="T117" fmla="*/ 100 h 49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70" h="497">
                    <a:moveTo>
                      <a:pt x="188" y="170"/>
                    </a:move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15" y="497"/>
                    </a:lnTo>
                    <a:lnTo>
                      <a:pt x="24" y="496"/>
                    </a:lnTo>
                    <a:lnTo>
                      <a:pt x="32" y="495"/>
                    </a:lnTo>
                    <a:lnTo>
                      <a:pt x="41" y="494"/>
                    </a:lnTo>
                    <a:lnTo>
                      <a:pt x="49" y="494"/>
                    </a:lnTo>
                    <a:lnTo>
                      <a:pt x="57" y="494"/>
                    </a:lnTo>
                    <a:lnTo>
                      <a:pt x="63" y="494"/>
                    </a:lnTo>
                    <a:lnTo>
                      <a:pt x="68" y="495"/>
                    </a:lnTo>
                    <a:lnTo>
                      <a:pt x="73" y="488"/>
                    </a:lnTo>
                    <a:lnTo>
                      <a:pt x="77" y="482"/>
                    </a:lnTo>
                    <a:lnTo>
                      <a:pt x="79" y="478"/>
                    </a:lnTo>
                    <a:lnTo>
                      <a:pt x="79" y="474"/>
                    </a:lnTo>
                    <a:lnTo>
                      <a:pt x="78" y="469"/>
                    </a:lnTo>
                    <a:lnTo>
                      <a:pt x="77" y="463"/>
                    </a:lnTo>
                    <a:lnTo>
                      <a:pt x="75" y="456"/>
                    </a:lnTo>
                    <a:lnTo>
                      <a:pt x="74" y="451"/>
                    </a:lnTo>
                    <a:lnTo>
                      <a:pt x="78" y="451"/>
                    </a:lnTo>
                    <a:lnTo>
                      <a:pt x="82" y="449"/>
                    </a:lnTo>
                    <a:lnTo>
                      <a:pt x="86" y="446"/>
                    </a:lnTo>
                    <a:lnTo>
                      <a:pt x="88" y="445"/>
                    </a:lnTo>
                    <a:lnTo>
                      <a:pt x="90" y="443"/>
                    </a:lnTo>
                    <a:lnTo>
                      <a:pt x="91" y="438"/>
                    </a:lnTo>
                    <a:lnTo>
                      <a:pt x="91" y="434"/>
                    </a:lnTo>
                    <a:lnTo>
                      <a:pt x="90" y="430"/>
                    </a:lnTo>
                    <a:lnTo>
                      <a:pt x="94" y="428"/>
                    </a:lnTo>
                    <a:lnTo>
                      <a:pt x="97" y="427"/>
                    </a:lnTo>
                    <a:lnTo>
                      <a:pt x="101" y="425"/>
                    </a:lnTo>
                    <a:lnTo>
                      <a:pt x="103" y="425"/>
                    </a:lnTo>
                    <a:lnTo>
                      <a:pt x="110" y="427"/>
                    </a:lnTo>
                    <a:lnTo>
                      <a:pt x="119" y="431"/>
                    </a:lnTo>
                    <a:lnTo>
                      <a:pt x="130" y="436"/>
                    </a:lnTo>
                    <a:lnTo>
                      <a:pt x="140" y="441"/>
                    </a:lnTo>
                    <a:lnTo>
                      <a:pt x="150" y="445"/>
                    </a:lnTo>
                    <a:lnTo>
                      <a:pt x="161" y="450"/>
                    </a:lnTo>
                    <a:lnTo>
                      <a:pt x="169" y="454"/>
                    </a:lnTo>
                    <a:lnTo>
                      <a:pt x="174" y="458"/>
                    </a:lnTo>
                    <a:lnTo>
                      <a:pt x="182" y="463"/>
                    </a:lnTo>
                    <a:lnTo>
                      <a:pt x="188" y="465"/>
                    </a:lnTo>
                    <a:lnTo>
                      <a:pt x="194" y="466"/>
                    </a:lnTo>
                    <a:lnTo>
                      <a:pt x="200" y="465"/>
                    </a:lnTo>
                    <a:lnTo>
                      <a:pt x="208" y="461"/>
                    </a:lnTo>
                    <a:lnTo>
                      <a:pt x="217" y="458"/>
                    </a:lnTo>
                    <a:lnTo>
                      <a:pt x="223" y="454"/>
                    </a:lnTo>
                    <a:lnTo>
                      <a:pt x="224" y="450"/>
                    </a:lnTo>
                    <a:lnTo>
                      <a:pt x="221" y="446"/>
                    </a:lnTo>
                    <a:lnTo>
                      <a:pt x="215" y="440"/>
                    </a:lnTo>
                    <a:lnTo>
                      <a:pt x="207" y="430"/>
                    </a:lnTo>
                    <a:lnTo>
                      <a:pt x="199" y="421"/>
                    </a:lnTo>
                    <a:lnTo>
                      <a:pt x="191" y="411"/>
                    </a:lnTo>
                    <a:lnTo>
                      <a:pt x="182" y="402"/>
                    </a:lnTo>
                    <a:lnTo>
                      <a:pt x="177" y="393"/>
                    </a:lnTo>
                    <a:lnTo>
                      <a:pt x="173" y="389"/>
                    </a:lnTo>
                    <a:lnTo>
                      <a:pt x="171" y="381"/>
                    </a:lnTo>
                    <a:lnTo>
                      <a:pt x="170" y="373"/>
                    </a:lnTo>
                    <a:lnTo>
                      <a:pt x="173" y="366"/>
                    </a:lnTo>
                    <a:lnTo>
                      <a:pt x="180" y="362"/>
                    </a:lnTo>
                    <a:lnTo>
                      <a:pt x="187" y="361"/>
                    </a:lnTo>
                    <a:lnTo>
                      <a:pt x="196" y="360"/>
                    </a:lnTo>
                    <a:lnTo>
                      <a:pt x="207" y="358"/>
                    </a:lnTo>
                    <a:lnTo>
                      <a:pt x="219" y="357"/>
                    </a:lnTo>
                    <a:lnTo>
                      <a:pt x="232" y="355"/>
                    </a:lnTo>
                    <a:lnTo>
                      <a:pt x="242" y="354"/>
                    </a:lnTo>
                    <a:lnTo>
                      <a:pt x="252" y="353"/>
                    </a:lnTo>
                    <a:lnTo>
                      <a:pt x="259" y="353"/>
                    </a:lnTo>
                    <a:lnTo>
                      <a:pt x="269" y="353"/>
                    </a:lnTo>
                    <a:lnTo>
                      <a:pt x="278" y="350"/>
                    </a:lnTo>
                    <a:lnTo>
                      <a:pt x="285" y="343"/>
                    </a:lnTo>
                    <a:lnTo>
                      <a:pt x="288" y="336"/>
                    </a:lnTo>
                    <a:lnTo>
                      <a:pt x="285" y="325"/>
                    </a:lnTo>
                    <a:lnTo>
                      <a:pt x="277" y="312"/>
                    </a:lnTo>
                    <a:lnTo>
                      <a:pt x="267" y="301"/>
                    </a:lnTo>
                    <a:lnTo>
                      <a:pt x="256" y="296"/>
                    </a:lnTo>
                    <a:lnTo>
                      <a:pt x="250" y="294"/>
                    </a:lnTo>
                    <a:lnTo>
                      <a:pt x="244" y="294"/>
                    </a:lnTo>
                    <a:lnTo>
                      <a:pt x="235" y="293"/>
                    </a:lnTo>
                    <a:lnTo>
                      <a:pt x="227" y="292"/>
                    </a:lnTo>
                    <a:lnTo>
                      <a:pt x="219" y="291"/>
                    </a:lnTo>
                    <a:lnTo>
                      <a:pt x="212" y="290"/>
                    </a:lnTo>
                    <a:lnTo>
                      <a:pt x="207" y="289"/>
                    </a:lnTo>
                    <a:lnTo>
                      <a:pt x="203" y="289"/>
                    </a:lnTo>
                    <a:lnTo>
                      <a:pt x="199" y="287"/>
                    </a:lnTo>
                    <a:lnTo>
                      <a:pt x="194" y="286"/>
                    </a:lnTo>
                    <a:lnTo>
                      <a:pt x="193" y="283"/>
                    </a:lnTo>
                    <a:lnTo>
                      <a:pt x="195" y="278"/>
                    </a:lnTo>
                    <a:lnTo>
                      <a:pt x="201" y="274"/>
                    </a:lnTo>
                    <a:lnTo>
                      <a:pt x="208" y="269"/>
                    </a:lnTo>
                    <a:lnTo>
                      <a:pt x="214" y="266"/>
                    </a:lnTo>
                    <a:lnTo>
                      <a:pt x="221" y="264"/>
                    </a:lnTo>
                    <a:lnTo>
                      <a:pt x="229" y="263"/>
                    </a:lnTo>
                    <a:lnTo>
                      <a:pt x="244" y="260"/>
                    </a:lnTo>
                    <a:lnTo>
                      <a:pt x="264" y="254"/>
                    </a:lnTo>
                    <a:lnTo>
                      <a:pt x="288" y="245"/>
                    </a:lnTo>
                    <a:lnTo>
                      <a:pt x="313" y="233"/>
                    </a:lnTo>
                    <a:lnTo>
                      <a:pt x="333" y="217"/>
                    </a:lnTo>
                    <a:lnTo>
                      <a:pt x="351" y="199"/>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81" y="184"/>
                    </a:lnTo>
                    <a:lnTo>
                      <a:pt x="179" y="192"/>
                    </a:lnTo>
                    <a:lnTo>
                      <a:pt x="176" y="203"/>
                    </a:lnTo>
                    <a:lnTo>
                      <a:pt x="174" y="214"/>
                    </a:lnTo>
                    <a:lnTo>
                      <a:pt x="178" y="216"/>
                    </a:lnTo>
                    <a:lnTo>
                      <a:pt x="184" y="214"/>
                    </a:lnTo>
                    <a:lnTo>
                      <a:pt x="193" y="209"/>
                    </a:lnTo>
                    <a:lnTo>
                      <a:pt x="204" y="206"/>
                    </a:lnTo>
                    <a:lnTo>
                      <a:pt x="216" y="201"/>
                    </a:lnTo>
                    <a:lnTo>
                      <a:pt x="229" y="200"/>
                    </a:lnTo>
                    <a:lnTo>
                      <a:pt x="239" y="200"/>
                    </a:lnTo>
                    <a:lnTo>
                      <a:pt x="248" y="206"/>
                    </a:lnTo>
                    <a:lnTo>
                      <a:pt x="253" y="215"/>
                    </a:lnTo>
                    <a:lnTo>
                      <a:pt x="248" y="214"/>
                    </a:lnTo>
                    <a:lnTo>
                      <a:pt x="242" y="213"/>
                    </a:lnTo>
                    <a:lnTo>
                      <a:pt x="238" y="211"/>
                    </a:lnTo>
                    <a:lnTo>
                      <a:pt x="232" y="211"/>
                    </a:lnTo>
                    <a:lnTo>
                      <a:pt x="227" y="211"/>
                    </a:lnTo>
                    <a:lnTo>
                      <a:pt x="223" y="211"/>
                    </a:lnTo>
                    <a:lnTo>
                      <a:pt x="219" y="211"/>
                    </a:lnTo>
                    <a:lnTo>
                      <a:pt x="215" y="213"/>
                    </a:lnTo>
                    <a:lnTo>
                      <a:pt x="211" y="217"/>
                    </a:lnTo>
                    <a:lnTo>
                      <a:pt x="207" y="222"/>
                    </a:lnTo>
                    <a:lnTo>
                      <a:pt x="201" y="228"/>
                    </a:lnTo>
                    <a:lnTo>
                      <a:pt x="195" y="233"/>
                    </a:lnTo>
                    <a:lnTo>
                      <a:pt x="188" y="238"/>
                    </a:lnTo>
                    <a:lnTo>
                      <a:pt x="182" y="243"/>
                    </a:lnTo>
                    <a:lnTo>
                      <a:pt x="178" y="245"/>
                    </a:lnTo>
                    <a:lnTo>
                      <a:pt x="174" y="246"/>
                    </a:lnTo>
                    <a:lnTo>
                      <a:pt x="168" y="261"/>
                    </a:lnTo>
                    <a:lnTo>
                      <a:pt x="162" y="275"/>
                    </a:lnTo>
                    <a:lnTo>
                      <a:pt x="157" y="287"/>
                    </a:lnTo>
                    <a:lnTo>
                      <a:pt x="155" y="297"/>
                    </a:lnTo>
                    <a:lnTo>
                      <a:pt x="151" y="313"/>
                    </a:lnTo>
                    <a:lnTo>
                      <a:pt x="147" y="337"/>
                    </a:lnTo>
                    <a:lnTo>
                      <a:pt x="141" y="359"/>
                    </a:lnTo>
                    <a:lnTo>
                      <a:pt x="139" y="370"/>
                    </a:lnTo>
                    <a:lnTo>
                      <a:pt x="136" y="373"/>
                    </a:lnTo>
                    <a:lnTo>
                      <a:pt x="134" y="374"/>
                    </a:lnTo>
                    <a:lnTo>
                      <a:pt x="131" y="376"/>
                    </a:lnTo>
                    <a:lnTo>
                      <a:pt x="128" y="377"/>
                    </a:lnTo>
                    <a:lnTo>
                      <a:pt x="135" y="353"/>
                    </a:lnTo>
                    <a:lnTo>
                      <a:pt x="143" y="321"/>
                    </a:lnTo>
                    <a:lnTo>
                      <a:pt x="149" y="292"/>
                    </a:lnTo>
                    <a:lnTo>
                      <a:pt x="151" y="274"/>
                    </a:lnTo>
                    <a:lnTo>
                      <a:pt x="151" y="262"/>
                    </a:lnTo>
                    <a:lnTo>
                      <a:pt x="153" y="249"/>
                    </a:lnTo>
                    <a:lnTo>
                      <a:pt x="154" y="237"/>
                    </a:lnTo>
                    <a:lnTo>
                      <a:pt x="157" y="228"/>
                    </a:lnTo>
                    <a:lnTo>
                      <a:pt x="162" y="218"/>
                    </a:lnTo>
                    <a:lnTo>
                      <a:pt x="166" y="207"/>
                    </a:lnTo>
                    <a:lnTo>
                      <a:pt x="171" y="196"/>
                    </a:lnTo>
                    <a:lnTo>
                      <a:pt x="172" y="188"/>
                    </a:lnTo>
                    <a:lnTo>
                      <a:pt x="174" y="183"/>
                    </a:lnTo>
                    <a:lnTo>
                      <a:pt x="177" y="180"/>
                    </a:lnTo>
                    <a:lnTo>
                      <a:pt x="179" y="180"/>
                    </a:lnTo>
                    <a:lnTo>
                      <a:pt x="181" y="184"/>
                    </a:lnTo>
                    <a:lnTo>
                      <a:pt x="188" y="17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6" name="Freeform 127">
                <a:extLst>
                  <a:ext uri="{FF2B5EF4-FFF2-40B4-BE49-F238E27FC236}">
                    <a16:creationId xmlns:a16="http://schemas.microsoft.com/office/drawing/2014/main" id="{5B4818F7-904A-400D-8F75-608923FCBFBA}"/>
                  </a:ext>
                </a:extLst>
              </p:cNvPr>
              <p:cNvSpPr>
                <a:spLocks/>
              </p:cNvSpPr>
              <p:nvPr/>
            </p:nvSpPr>
            <p:spPr bwMode="auto">
              <a:xfrm>
                <a:off x="3865" y="3068"/>
                <a:ext cx="95" cy="109"/>
              </a:xfrm>
              <a:custGeom>
                <a:avLst/>
                <a:gdLst>
                  <a:gd name="T0" fmla="*/ 36 w 173"/>
                  <a:gd name="T1" fmla="*/ 107 h 200"/>
                  <a:gd name="T2" fmla="*/ 25 w 173"/>
                  <a:gd name="T3" fmla="*/ 105 h 200"/>
                  <a:gd name="T4" fmla="*/ 14 w 173"/>
                  <a:gd name="T5" fmla="*/ 101 h 200"/>
                  <a:gd name="T6" fmla="*/ 4 w 173"/>
                  <a:gd name="T7" fmla="*/ 98 h 200"/>
                  <a:gd name="T8" fmla="*/ 1 w 173"/>
                  <a:gd name="T9" fmla="*/ 89 h 200"/>
                  <a:gd name="T10" fmla="*/ 6 w 173"/>
                  <a:gd name="T11" fmla="*/ 77 h 200"/>
                  <a:gd name="T12" fmla="*/ 10 w 173"/>
                  <a:gd name="T13" fmla="*/ 72 h 200"/>
                  <a:gd name="T14" fmla="*/ 13 w 173"/>
                  <a:gd name="T15" fmla="*/ 68 h 200"/>
                  <a:gd name="T16" fmla="*/ 14 w 173"/>
                  <a:gd name="T17" fmla="*/ 59 h 200"/>
                  <a:gd name="T18" fmla="*/ 17 w 173"/>
                  <a:gd name="T19" fmla="*/ 44 h 200"/>
                  <a:gd name="T20" fmla="*/ 21 w 173"/>
                  <a:gd name="T21" fmla="*/ 33 h 200"/>
                  <a:gd name="T22" fmla="*/ 29 w 173"/>
                  <a:gd name="T23" fmla="*/ 22 h 200"/>
                  <a:gd name="T24" fmla="*/ 35 w 173"/>
                  <a:gd name="T25" fmla="*/ 14 h 200"/>
                  <a:gd name="T26" fmla="*/ 38 w 173"/>
                  <a:gd name="T27" fmla="*/ 11 h 200"/>
                  <a:gd name="T28" fmla="*/ 42 w 173"/>
                  <a:gd name="T29" fmla="*/ 8 h 200"/>
                  <a:gd name="T30" fmla="*/ 47 w 173"/>
                  <a:gd name="T31" fmla="*/ 5 h 200"/>
                  <a:gd name="T32" fmla="*/ 52 w 173"/>
                  <a:gd name="T33" fmla="*/ 4 h 200"/>
                  <a:gd name="T34" fmla="*/ 57 w 173"/>
                  <a:gd name="T35" fmla="*/ 2 h 200"/>
                  <a:gd name="T36" fmla="*/ 63 w 173"/>
                  <a:gd name="T37" fmla="*/ 0 h 200"/>
                  <a:gd name="T38" fmla="*/ 67 w 173"/>
                  <a:gd name="T39" fmla="*/ 1 h 200"/>
                  <a:gd name="T40" fmla="*/ 71 w 173"/>
                  <a:gd name="T41" fmla="*/ 3 h 200"/>
                  <a:gd name="T42" fmla="*/ 72 w 173"/>
                  <a:gd name="T43" fmla="*/ 4 h 200"/>
                  <a:gd name="T44" fmla="*/ 73 w 173"/>
                  <a:gd name="T45" fmla="*/ 7 h 200"/>
                  <a:gd name="T46" fmla="*/ 73 w 173"/>
                  <a:gd name="T47" fmla="*/ 10 h 200"/>
                  <a:gd name="T48" fmla="*/ 75 w 173"/>
                  <a:gd name="T49" fmla="*/ 11 h 200"/>
                  <a:gd name="T50" fmla="*/ 77 w 173"/>
                  <a:gd name="T51" fmla="*/ 15 h 200"/>
                  <a:gd name="T52" fmla="*/ 80 w 173"/>
                  <a:gd name="T53" fmla="*/ 17 h 200"/>
                  <a:gd name="T54" fmla="*/ 84 w 173"/>
                  <a:gd name="T55" fmla="*/ 19 h 200"/>
                  <a:gd name="T56" fmla="*/ 86 w 173"/>
                  <a:gd name="T57" fmla="*/ 23 h 200"/>
                  <a:gd name="T58" fmla="*/ 86 w 173"/>
                  <a:gd name="T59" fmla="*/ 28 h 200"/>
                  <a:gd name="T60" fmla="*/ 90 w 173"/>
                  <a:gd name="T61" fmla="*/ 32 h 200"/>
                  <a:gd name="T62" fmla="*/ 94 w 173"/>
                  <a:gd name="T63" fmla="*/ 38 h 200"/>
                  <a:gd name="T64" fmla="*/ 94 w 173"/>
                  <a:gd name="T65" fmla="*/ 44 h 200"/>
                  <a:gd name="T66" fmla="*/ 90 w 173"/>
                  <a:gd name="T67" fmla="*/ 53 h 200"/>
                  <a:gd name="T68" fmla="*/ 81 w 173"/>
                  <a:gd name="T69" fmla="*/ 62 h 200"/>
                  <a:gd name="T70" fmla="*/ 72 w 173"/>
                  <a:gd name="T71" fmla="*/ 75 h 200"/>
                  <a:gd name="T72" fmla="*/ 68 w 173"/>
                  <a:gd name="T73" fmla="*/ 82 h 200"/>
                  <a:gd name="T74" fmla="*/ 61 w 173"/>
                  <a:gd name="T75" fmla="*/ 89 h 200"/>
                  <a:gd name="T76" fmla="*/ 53 w 173"/>
                  <a:gd name="T77" fmla="*/ 94 h 200"/>
                  <a:gd name="T78" fmla="*/ 47 w 173"/>
                  <a:gd name="T79" fmla="*/ 104 h 200"/>
                  <a:gd name="T80" fmla="*/ 40 w 173"/>
                  <a:gd name="T81" fmla="*/ 107 h 2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3" h="200">
                    <a:moveTo>
                      <a:pt x="73" y="197"/>
                    </a:moveTo>
                    <a:lnTo>
                      <a:pt x="65" y="196"/>
                    </a:lnTo>
                    <a:lnTo>
                      <a:pt x="56" y="194"/>
                    </a:lnTo>
                    <a:lnTo>
                      <a:pt x="46" y="192"/>
                    </a:lnTo>
                    <a:lnTo>
                      <a:pt x="36" y="189"/>
                    </a:lnTo>
                    <a:lnTo>
                      <a:pt x="26" y="186"/>
                    </a:lnTo>
                    <a:lnTo>
                      <a:pt x="17" y="182"/>
                    </a:lnTo>
                    <a:lnTo>
                      <a:pt x="8" y="179"/>
                    </a:lnTo>
                    <a:lnTo>
                      <a:pt x="0" y="174"/>
                    </a:lnTo>
                    <a:lnTo>
                      <a:pt x="2" y="164"/>
                    </a:lnTo>
                    <a:lnTo>
                      <a:pt x="6" y="152"/>
                    </a:lnTo>
                    <a:lnTo>
                      <a:pt x="11" y="142"/>
                    </a:lnTo>
                    <a:lnTo>
                      <a:pt x="15" y="136"/>
                    </a:lnTo>
                    <a:lnTo>
                      <a:pt x="18" y="133"/>
                    </a:lnTo>
                    <a:lnTo>
                      <a:pt x="21" y="128"/>
                    </a:lnTo>
                    <a:lnTo>
                      <a:pt x="24" y="124"/>
                    </a:lnTo>
                    <a:lnTo>
                      <a:pt x="25" y="118"/>
                    </a:lnTo>
                    <a:lnTo>
                      <a:pt x="25" y="109"/>
                    </a:lnTo>
                    <a:lnTo>
                      <a:pt x="27" y="95"/>
                    </a:lnTo>
                    <a:lnTo>
                      <a:pt x="31" y="80"/>
                    </a:lnTo>
                    <a:lnTo>
                      <a:pt x="34" y="68"/>
                    </a:lnTo>
                    <a:lnTo>
                      <a:pt x="38" y="61"/>
                    </a:lnTo>
                    <a:lnTo>
                      <a:pt x="44" y="51"/>
                    </a:lnTo>
                    <a:lnTo>
                      <a:pt x="53" y="40"/>
                    </a:lnTo>
                    <a:lnTo>
                      <a:pt x="62" y="28"/>
                    </a:lnTo>
                    <a:lnTo>
                      <a:pt x="64" y="26"/>
                    </a:lnTo>
                    <a:lnTo>
                      <a:pt x="68" y="23"/>
                    </a:lnTo>
                    <a:lnTo>
                      <a:pt x="70" y="21"/>
                    </a:lnTo>
                    <a:lnTo>
                      <a:pt x="72" y="19"/>
                    </a:lnTo>
                    <a:lnTo>
                      <a:pt x="77" y="15"/>
                    </a:lnTo>
                    <a:lnTo>
                      <a:pt x="81" y="12"/>
                    </a:lnTo>
                    <a:lnTo>
                      <a:pt x="86" y="10"/>
                    </a:lnTo>
                    <a:lnTo>
                      <a:pt x="91" y="8"/>
                    </a:lnTo>
                    <a:lnTo>
                      <a:pt x="95" y="7"/>
                    </a:lnTo>
                    <a:lnTo>
                      <a:pt x="100" y="5"/>
                    </a:lnTo>
                    <a:lnTo>
                      <a:pt x="103" y="4"/>
                    </a:lnTo>
                    <a:lnTo>
                      <a:pt x="107" y="3"/>
                    </a:lnTo>
                    <a:lnTo>
                      <a:pt x="114" y="0"/>
                    </a:lnTo>
                    <a:lnTo>
                      <a:pt x="118" y="0"/>
                    </a:lnTo>
                    <a:lnTo>
                      <a:pt x="122" y="2"/>
                    </a:lnTo>
                    <a:lnTo>
                      <a:pt x="126" y="4"/>
                    </a:lnTo>
                    <a:lnTo>
                      <a:pt x="129" y="5"/>
                    </a:lnTo>
                    <a:lnTo>
                      <a:pt x="130" y="7"/>
                    </a:lnTo>
                    <a:lnTo>
                      <a:pt x="131" y="8"/>
                    </a:lnTo>
                    <a:lnTo>
                      <a:pt x="132" y="11"/>
                    </a:lnTo>
                    <a:lnTo>
                      <a:pt x="133" y="13"/>
                    </a:lnTo>
                    <a:lnTo>
                      <a:pt x="133" y="16"/>
                    </a:lnTo>
                    <a:lnTo>
                      <a:pt x="133" y="19"/>
                    </a:lnTo>
                    <a:lnTo>
                      <a:pt x="133" y="20"/>
                    </a:lnTo>
                    <a:lnTo>
                      <a:pt x="137" y="21"/>
                    </a:lnTo>
                    <a:lnTo>
                      <a:pt x="139" y="25"/>
                    </a:lnTo>
                    <a:lnTo>
                      <a:pt x="140" y="28"/>
                    </a:lnTo>
                    <a:lnTo>
                      <a:pt x="141" y="31"/>
                    </a:lnTo>
                    <a:lnTo>
                      <a:pt x="145" y="31"/>
                    </a:lnTo>
                    <a:lnTo>
                      <a:pt x="148" y="33"/>
                    </a:lnTo>
                    <a:lnTo>
                      <a:pt x="153" y="35"/>
                    </a:lnTo>
                    <a:lnTo>
                      <a:pt x="155" y="37"/>
                    </a:lnTo>
                    <a:lnTo>
                      <a:pt x="156" y="42"/>
                    </a:lnTo>
                    <a:lnTo>
                      <a:pt x="157" y="46"/>
                    </a:lnTo>
                    <a:lnTo>
                      <a:pt x="157" y="52"/>
                    </a:lnTo>
                    <a:lnTo>
                      <a:pt x="156" y="57"/>
                    </a:lnTo>
                    <a:lnTo>
                      <a:pt x="163" y="59"/>
                    </a:lnTo>
                    <a:lnTo>
                      <a:pt x="169" y="63"/>
                    </a:lnTo>
                    <a:lnTo>
                      <a:pt x="172" y="69"/>
                    </a:lnTo>
                    <a:lnTo>
                      <a:pt x="173" y="75"/>
                    </a:lnTo>
                    <a:lnTo>
                      <a:pt x="172" y="81"/>
                    </a:lnTo>
                    <a:lnTo>
                      <a:pt x="169" y="89"/>
                    </a:lnTo>
                    <a:lnTo>
                      <a:pt x="163" y="97"/>
                    </a:lnTo>
                    <a:lnTo>
                      <a:pt x="155" y="106"/>
                    </a:lnTo>
                    <a:lnTo>
                      <a:pt x="147" y="114"/>
                    </a:lnTo>
                    <a:lnTo>
                      <a:pt x="139" y="126"/>
                    </a:lnTo>
                    <a:lnTo>
                      <a:pt x="132" y="137"/>
                    </a:lnTo>
                    <a:lnTo>
                      <a:pt x="127" y="144"/>
                    </a:lnTo>
                    <a:lnTo>
                      <a:pt x="123" y="150"/>
                    </a:lnTo>
                    <a:lnTo>
                      <a:pt x="118" y="156"/>
                    </a:lnTo>
                    <a:lnTo>
                      <a:pt x="111" y="163"/>
                    </a:lnTo>
                    <a:lnTo>
                      <a:pt x="102" y="169"/>
                    </a:lnTo>
                    <a:lnTo>
                      <a:pt x="97" y="173"/>
                    </a:lnTo>
                    <a:lnTo>
                      <a:pt x="92" y="181"/>
                    </a:lnTo>
                    <a:lnTo>
                      <a:pt x="86" y="190"/>
                    </a:lnTo>
                    <a:lnTo>
                      <a:pt x="81" y="200"/>
                    </a:lnTo>
                    <a:lnTo>
                      <a:pt x="73" y="19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7" name="Freeform 128">
                <a:extLst>
                  <a:ext uri="{FF2B5EF4-FFF2-40B4-BE49-F238E27FC236}">
                    <a16:creationId xmlns:a16="http://schemas.microsoft.com/office/drawing/2014/main" id="{C76FC702-ABDA-4E31-8498-D3F7CDD833BF}"/>
                  </a:ext>
                </a:extLst>
              </p:cNvPr>
              <p:cNvSpPr>
                <a:spLocks/>
              </p:cNvSpPr>
              <p:nvPr/>
            </p:nvSpPr>
            <p:spPr bwMode="auto">
              <a:xfrm>
                <a:off x="3893" y="3022"/>
                <a:ext cx="31" cy="56"/>
              </a:xfrm>
              <a:custGeom>
                <a:avLst/>
                <a:gdLst>
                  <a:gd name="T0" fmla="*/ 21 w 56"/>
                  <a:gd name="T1" fmla="*/ 51 h 103"/>
                  <a:gd name="T2" fmla="*/ 22 w 56"/>
                  <a:gd name="T3" fmla="*/ 52 h 103"/>
                  <a:gd name="T4" fmla="*/ 22 w 56"/>
                  <a:gd name="T5" fmla="*/ 53 h 103"/>
                  <a:gd name="T6" fmla="*/ 23 w 56"/>
                  <a:gd name="T7" fmla="*/ 55 h 103"/>
                  <a:gd name="T8" fmla="*/ 23 w 56"/>
                  <a:gd name="T9" fmla="*/ 56 h 103"/>
                  <a:gd name="T10" fmla="*/ 25 w 56"/>
                  <a:gd name="T11" fmla="*/ 54 h 103"/>
                  <a:gd name="T12" fmla="*/ 27 w 56"/>
                  <a:gd name="T13" fmla="*/ 53 h 103"/>
                  <a:gd name="T14" fmla="*/ 29 w 56"/>
                  <a:gd name="T15" fmla="*/ 53 h 103"/>
                  <a:gd name="T16" fmla="*/ 31 w 56"/>
                  <a:gd name="T17" fmla="*/ 52 h 103"/>
                  <a:gd name="T18" fmla="*/ 30 w 56"/>
                  <a:gd name="T19" fmla="*/ 48 h 103"/>
                  <a:gd name="T20" fmla="*/ 27 w 56"/>
                  <a:gd name="T21" fmla="*/ 42 h 103"/>
                  <a:gd name="T22" fmla="*/ 23 w 56"/>
                  <a:gd name="T23" fmla="*/ 35 h 103"/>
                  <a:gd name="T24" fmla="*/ 18 w 56"/>
                  <a:gd name="T25" fmla="*/ 27 h 103"/>
                  <a:gd name="T26" fmla="*/ 14 w 56"/>
                  <a:gd name="T27" fmla="*/ 18 h 103"/>
                  <a:gd name="T28" fmla="*/ 10 w 56"/>
                  <a:gd name="T29" fmla="*/ 11 h 103"/>
                  <a:gd name="T30" fmla="*/ 7 w 56"/>
                  <a:gd name="T31" fmla="*/ 5 h 103"/>
                  <a:gd name="T32" fmla="*/ 6 w 56"/>
                  <a:gd name="T33" fmla="*/ 2 h 103"/>
                  <a:gd name="T34" fmla="*/ 3 w 56"/>
                  <a:gd name="T35" fmla="*/ 0 h 103"/>
                  <a:gd name="T36" fmla="*/ 1 w 56"/>
                  <a:gd name="T37" fmla="*/ 0 h 103"/>
                  <a:gd name="T38" fmla="*/ 0 w 56"/>
                  <a:gd name="T39" fmla="*/ 1 h 103"/>
                  <a:gd name="T40" fmla="*/ 1 w 56"/>
                  <a:gd name="T41" fmla="*/ 4 h 103"/>
                  <a:gd name="T42" fmla="*/ 2 w 56"/>
                  <a:gd name="T43" fmla="*/ 8 h 103"/>
                  <a:gd name="T44" fmla="*/ 4 w 56"/>
                  <a:gd name="T45" fmla="*/ 14 h 103"/>
                  <a:gd name="T46" fmla="*/ 7 w 56"/>
                  <a:gd name="T47" fmla="*/ 21 h 103"/>
                  <a:gd name="T48" fmla="*/ 11 w 56"/>
                  <a:gd name="T49" fmla="*/ 29 h 103"/>
                  <a:gd name="T50" fmla="*/ 14 w 56"/>
                  <a:gd name="T51" fmla="*/ 36 h 103"/>
                  <a:gd name="T52" fmla="*/ 17 w 56"/>
                  <a:gd name="T53" fmla="*/ 43 h 103"/>
                  <a:gd name="T54" fmla="*/ 19 w 56"/>
                  <a:gd name="T55" fmla="*/ 48 h 103"/>
                  <a:gd name="T56" fmla="*/ 21 w 56"/>
                  <a:gd name="T57" fmla="*/ 51 h 10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6" h="103">
                    <a:moveTo>
                      <a:pt x="38" y="93"/>
                    </a:moveTo>
                    <a:lnTo>
                      <a:pt x="39" y="96"/>
                    </a:lnTo>
                    <a:lnTo>
                      <a:pt x="40" y="98"/>
                    </a:lnTo>
                    <a:lnTo>
                      <a:pt x="41" y="101"/>
                    </a:lnTo>
                    <a:lnTo>
                      <a:pt x="42" y="103"/>
                    </a:lnTo>
                    <a:lnTo>
                      <a:pt x="46" y="100"/>
                    </a:lnTo>
                    <a:lnTo>
                      <a:pt x="49" y="98"/>
                    </a:lnTo>
                    <a:lnTo>
                      <a:pt x="53" y="97"/>
                    </a:lnTo>
                    <a:lnTo>
                      <a:pt x="56" y="95"/>
                    </a:lnTo>
                    <a:lnTo>
                      <a:pt x="54" y="89"/>
                    </a:lnTo>
                    <a:lnTo>
                      <a:pt x="48" y="78"/>
                    </a:lnTo>
                    <a:lnTo>
                      <a:pt x="41" y="65"/>
                    </a:lnTo>
                    <a:lnTo>
                      <a:pt x="33" y="50"/>
                    </a:lnTo>
                    <a:lnTo>
                      <a:pt x="25" y="34"/>
                    </a:lnTo>
                    <a:lnTo>
                      <a:pt x="18" y="20"/>
                    </a:lnTo>
                    <a:lnTo>
                      <a:pt x="12" y="9"/>
                    </a:lnTo>
                    <a:lnTo>
                      <a:pt x="10" y="4"/>
                    </a:lnTo>
                    <a:lnTo>
                      <a:pt x="6" y="0"/>
                    </a:lnTo>
                    <a:lnTo>
                      <a:pt x="2" y="0"/>
                    </a:lnTo>
                    <a:lnTo>
                      <a:pt x="0" y="2"/>
                    </a:lnTo>
                    <a:lnTo>
                      <a:pt x="1" y="8"/>
                    </a:lnTo>
                    <a:lnTo>
                      <a:pt x="3" y="14"/>
                    </a:lnTo>
                    <a:lnTo>
                      <a:pt x="8" y="25"/>
                    </a:lnTo>
                    <a:lnTo>
                      <a:pt x="13" y="38"/>
                    </a:lnTo>
                    <a:lnTo>
                      <a:pt x="19" y="53"/>
                    </a:lnTo>
                    <a:lnTo>
                      <a:pt x="26" y="67"/>
                    </a:lnTo>
                    <a:lnTo>
                      <a:pt x="31" y="80"/>
                    </a:lnTo>
                    <a:lnTo>
                      <a:pt x="35" y="89"/>
                    </a:lnTo>
                    <a:lnTo>
                      <a:pt x="38" y="9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8" name="Freeform 129">
                <a:extLst>
                  <a:ext uri="{FF2B5EF4-FFF2-40B4-BE49-F238E27FC236}">
                    <a16:creationId xmlns:a16="http://schemas.microsoft.com/office/drawing/2014/main" id="{9146278C-B550-42A2-9D57-DD5D57C72D8C}"/>
                  </a:ext>
                </a:extLst>
              </p:cNvPr>
              <p:cNvSpPr>
                <a:spLocks/>
              </p:cNvSpPr>
              <p:nvPr/>
            </p:nvSpPr>
            <p:spPr bwMode="auto">
              <a:xfrm>
                <a:off x="3905" y="3142"/>
                <a:ext cx="20" cy="35"/>
              </a:xfrm>
              <a:custGeom>
                <a:avLst/>
                <a:gdLst>
                  <a:gd name="T0" fmla="*/ 16 w 37"/>
                  <a:gd name="T1" fmla="*/ 18 h 65"/>
                  <a:gd name="T2" fmla="*/ 13 w 37"/>
                  <a:gd name="T3" fmla="*/ 20 h 65"/>
                  <a:gd name="T4" fmla="*/ 10 w 37"/>
                  <a:gd name="T5" fmla="*/ 25 h 65"/>
                  <a:gd name="T6" fmla="*/ 7 w 37"/>
                  <a:gd name="T7" fmla="*/ 30 h 65"/>
                  <a:gd name="T8" fmla="*/ 4 w 37"/>
                  <a:gd name="T9" fmla="*/ 35 h 65"/>
                  <a:gd name="T10" fmla="*/ 3 w 37"/>
                  <a:gd name="T11" fmla="*/ 35 h 65"/>
                  <a:gd name="T12" fmla="*/ 3 w 37"/>
                  <a:gd name="T13" fmla="*/ 34 h 65"/>
                  <a:gd name="T14" fmla="*/ 2 w 37"/>
                  <a:gd name="T15" fmla="*/ 34 h 65"/>
                  <a:gd name="T16" fmla="*/ 0 w 37"/>
                  <a:gd name="T17" fmla="*/ 33 h 65"/>
                  <a:gd name="T18" fmla="*/ 0 w 37"/>
                  <a:gd name="T19" fmla="*/ 30 h 65"/>
                  <a:gd name="T20" fmla="*/ 1 w 37"/>
                  <a:gd name="T21" fmla="*/ 25 h 65"/>
                  <a:gd name="T22" fmla="*/ 2 w 37"/>
                  <a:gd name="T23" fmla="*/ 20 h 65"/>
                  <a:gd name="T24" fmla="*/ 3 w 37"/>
                  <a:gd name="T25" fmla="*/ 17 h 65"/>
                  <a:gd name="T26" fmla="*/ 6 w 37"/>
                  <a:gd name="T27" fmla="*/ 13 h 65"/>
                  <a:gd name="T28" fmla="*/ 10 w 37"/>
                  <a:gd name="T29" fmla="*/ 7 h 65"/>
                  <a:gd name="T30" fmla="*/ 14 w 37"/>
                  <a:gd name="T31" fmla="*/ 1 h 65"/>
                  <a:gd name="T32" fmla="*/ 18 w 37"/>
                  <a:gd name="T33" fmla="*/ 0 h 65"/>
                  <a:gd name="T34" fmla="*/ 20 w 37"/>
                  <a:gd name="T35" fmla="*/ 3 h 65"/>
                  <a:gd name="T36" fmla="*/ 20 w 37"/>
                  <a:gd name="T37" fmla="*/ 6 h 65"/>
                  <a:gd name="T38" fmla="*/ 18 w 37"/>
                  <a:gd name="T39" fmla="*/ 12 h 65"/>
                  <a:gd name="T40" fmla="*/ 16 w 37"/>
                  <a:gd name="T41" fmla="*/ 18 h 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65">
                    <a:moveTo>
                      <a:pt x="29" y="34"/>
                    </a:moveTo>
                    <a:lnTo>
                      <a:pt x="24" y="38"/>
                    </a:lnTo>
                    <a:lnTo>
                      <a:pt x="19" y="46"/>
                    </a:lnTo>
                    <a:lnTo>
                      <a:pt x="13" y="55"/>
                    </a:lnTo>
                    <a:lnTo>
                      <a:pt x="8" y="65"/>
                    </a:lnTo>
                    <a:lnTo>
                      <a:pt x="6" y="65"/>
                    </a:lnTo>
                    <a:lnTo>
                      <a:pt x="5" y="63"/>
                    </a:lnTo>
                    <a:lnTo>
                      <a:pt x="3" y="63"/>
                    </a:lnTo>
                    <a:lnTo>
                      <a:pt x="0" y="62"/>
                    </a:lnTo>
                    <a:lnTo>
                      <a:pt x="0" y="55"/>
                    </a:lnTo>
                    <a:lnTo>
                      <a:pt x="1" y="46"/>
                    </a:lnTo>
                    <a:lnTo>
                      <a:pt x="4" y="38"/>
                    </a:lnTo>
                    <a:lnTo>
                      <a:pt x="6" y="32"/>
                    </a:lnTo>
                    <a:lnTo>
                      <a:pt x="11" y="24"/>
                    </a:lnTo>
                    <a:lnTo>
                      <a:pt x="18" y="13"/>
                    </a:lnTo>
                    <a:lnTo>
                      <a:pt x="26" y="2"/>
                    </a:lnTo>
                    <a:lnTo>
                      <a:pt x="34" y="0"/>
                    </a:lnTo>
                    <a:lnTo>
                      <a:pt x="37" y="5"/>
                    </a:lnTo>
                    <a:lnTo>
                      <a:pt x="37" y="12"/>
                    </a:lnTo>
                    <a:lnTo>
                      <a:pt x="34" y="22"/>
                    </a:lnTo>
                    <a:lnTo>
                      <a:pt x="29" y="3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9" name="Freeform 130">
                <a:extLst>
                  <a:ext uri="{FF2B5EF4-FFF2-40B4-BE49-F238E27FC236}">
                    <a16:creationId xmlns:a16="http://schemas.microsoft.com/office/drawing/2014/main" id="{55E62697-0C5B-4860-B4DC-0A1E19F51DA7}"/>
                  </a:ext>
                </a:extLst>
              </p:cNvPr>
              <p:cNvSpPr>
                <a:spLocks/>
              </p:cNvSpPr>
              <p:nvPr/>
            </p:nvSpPr>
            <p:spPr bwMode="auto">
              <a:xfrm>
                <a:off x="3899" y="3068"/>
                <a:ext cx="61" cy="56"/>
              </a:xfrm>
              <a:custGeom>
                <a:avLst/>
                <a:gdLst>
                  <a:gd name="T0" fmla="*/ 17 w 111"/>
                  <a:gd name="T1" fmla="*/ 11 h 103"/>
                  <a:gd name="T2" fmla="*/ 14 w 111"/>
                  <a:gd name="T3" fmla="*/ 14 h 103"/>
                  <a:gd name="T4" fmla="*/ 10 w 111"/>
                  <a:gd name="T5" fmla="*/ 14 h 103"/>
                  <a:gd name="T6" fmla="*/ 8 w 111"/>
                  <a:gd name="T7" fmla="*/ 11 h 103"/>
                  <a:gd name="T8" fmla="*/ 4 w 111"/>
                  <a:gd name="T9" fmla="*/ 11 h 103"/>
                  <a:gd name="T10" fmla="*/ 1 w 111"/>
                  <a:gd name="T11" fmla="*/ 14 h 103"/>
                  <a:gd name="T12" fmla="*/ 2 w 111"/>
                  <a:gd name="T13" fmla="*/ 17 h 103"/>
                  <a:gd name="T14" fmla="*/ 8 w 111"/>
                  <a:gd name="T15" fmla="*/ 22 h 103"/>
                  <a:gd name="T16" fmla="*/ 14 w 111"/>
                  <a:gd name="T17" fmla="*/ 20 h 103"/>
                  <a:gd name="T18" fmla="*/ 21 w 111"/>
                  <a:gd name="T19" fmla="*/ 16 h 103"/>
                  <a:gd name="T20" fmla="*/ 25 w 111"/>
                  <a:gd name="T21" fmla="*/ 20 h 103"/>
                  <a:gd name="T22" fmla="*/ 25 w 111"/>
                  <a:gd name="T23" fmla="*/ 30 h 103"/>
                  <a:gd name="T24" fmla="*/ 29 w 111"/>
                  <a:gd name="T25" fmla="*/ 34 h 103"/>
                  <a:gd name="T26" fmla="*/ 34 w 111"/>
                  <a:gd name="T27" fmla="*/ 39 h 103"/>
                  <a:gd name="T28" fmla="*/ 34 w 111"/>
                  <a:gd name="T29" fmla="*/ 43 h 103"/>
                  <a:gd name="T30" fmla="*/ 35 w 111"/>
                  <a:gd name="T31" fmla="*/ 47 h 103"/>
                  <a:gd name="T32" fmla="*/ 39 w 111"/>
                  <a:gd name="T33" fmla="*/ 49 h 103"/>
                  <a:gd name="T34" fmla="*/ 44 w 111"/>
                  <a:gd name="T35" fmla="*/ 53 h 103"/>
                  <a:gd name="T36" fmla="*/ 48 w 111"/>
                  <a:gd name="T37" fmla="*/ 53 h 103"/>
                  <a:gd name="T38" fmla="*/ 58 w 111"/>
                  <a:gd name="T39" fmla="*/ 45 h 103"/>
                  <a:gd name="T40" fmla="*/ 60 w 111"/>
                  <a:gd name="T41" fmla="*/ 38 h 103"/>
                  <a:gd name="T42" fmla="*/ 56 w 111"/>
                  <a:gd name="T43" fmla="*/ 32 h 103"/>
                  <a:gd name="T44" fmla="*/ 50 w 111"/>
                  <a:gd name="T45" fmla="*/ 33 h 103"/>
                  <a:gd name="T46" fmla="*/ 44 w 111"/>
                  <a:gd name="T47" fmla="*/ 36 h 103"/>
                  <a:gd name="T48" fmla="*/ 43 w 111"/>
                  <a:gd name="T49" fmla="*/ 34 h 103"/>
                  <a:gd name="T50" fmla="*/ 50 w 111"/>
                  <a:gd name="T51" fmla="*/ 24 h 103"/>
                  <a:gd name="T52" fmla="*/ 50 w 111"/>
                  <a:gd name="T53" fmla="*/ 19 h 103"/>
                  <a:gd name="T54" fmla="*/ 46 w 111"/>
                  <a:gd name="T55" fmla="*/ 17 h 103"/>
                  <a:gd name="T56" fmla="*/ 43 w 111"/>
                  <a:gd name="T57" fmla="*/ 15 h 103"/>
                  <a:gd name="T58" fmla="*/ 41 w 111"/>
                  <a:gd name="T59" fmla="*/ 11 h 103"/>
                  <a:gd name="T60" fmla="*/ 38 w 111"/>
                  <a:gd name="T61" fmla="*/ 14 h 103"/>
                  <a:gd name="T62" fmla="*/ 34 w 111"/>
                  <a:gd name="T63" fmla="*/ 19 h 103"/>
                  <a:gd name="T64" fmla="*/ 32 w 111"/>
                  <a:gd name="T65" fmla="*/ 18 h 103"/>
                  <a:gd name="T66" fmla="*/ 37 w 111"/>
                  <a:gd name="T67" fmla="*/ 9 h 103"/>
                  <a:gd name="T68" fmla="*/ 38 w 111"/>
                  <a:gd name="T69" fmla="*/ 4 h 103"/>
                  <a:gd name="T70" fmla="*/ 37 w 111"/>
                  <a:gd name="T71" fmla="*/ 3 h 103"/>
                  <a:gd name="T72" fmla="*/ 33 w 111"/>
                  <a:gd name="T73" fmla="*/ 1 h 103"/>
                  <a:gd name="T74" fmla="*/ 29 w 111"/>
                  <a:gd name="T75" fmla="*/ 0 h 103"/>
                  <a:gd name="T76" fmla="*/ 23 w 111"/>
                  <a:gd name="T77" fmla="*/ 2 h 103"/>
                  <a:gd name="T78" fmla="*/ 18 w 111"/>
                  <a:gd name="T79" fmla="*/ 4 h 103"/>
                  <a:gd name="T80" fmla="*/ 16 w 111"/>
                  <a:gd name="T81" fmla="*/ 6 h 103"/>
                  <a:gd name="T82" fmla="*/ 18 w 111"/>
                  <a:gd name="T83" fmla="*/ 9 h 1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1" h="103">
                    <a:moveTo>
                      <a:pt x="33" y="18"/>
                    </a:moveTo>
                    <a:lnTo>
                      <a:pt x="31" y="20"/>
                    </a:lnTo>
                    <a:lnTo>
                      <a:pt x="29" y="22"/>
                    </a:lnTo>
                    <a:lnTo>
                      <a:pt x="25" y="25"/>
                    </a:lnTo>
                    <a:lnTo>
                      <a:pt x="20" y="27"/>
                    </a:lnTo>
                    <a:lnTo>
                      <a:pt x="19" y="26"/>
                    </a:lnTo>
                    <a:lnTo>
                      <a:pt x="16" y="23"/>
                    </a:lnTo>
                    <a:lnTo>
                      <a:pt x="14" y="21"/>
                    </a:lnTo>
                    <a:lnTo>
                      <a:pt x="10" y="19"/>
                    </a:lnTo>
                    <a:lnTo>
                      <a:pt x="8" y="21"/>
                    </a:lnTo>
                    <a:lnTo>
                      <a:pt x="6" y="23"/>
                    </a:lnTo>
                    <a:lnTo>
                      <a:pt x="2" y="26"/>
                    </a:lnTo>
                    <a:lnTo>
                      <a:pt x="0" y="28"/>
                    </a:lnTo>
                    <a:lnTo>
                      <a:pt x="4" y="31"/>
                    </a:lnTo>
                    <a:lnTo>
                      <a:pt x="10" y="36"/>
                    </a:lnTo>
                    <a:lnTo>
                      <a:pt x="15" y="40"/>
                    </a:lnTo>
                    <a:lnTo>
                      <a:pt x="19" y="41"/>
                    </a:lnTo>
                    <a:lnTo>
                      <a:pt x="25" y="37"/>
                    </a:lnTo>
                    <a:lnTo>
                      <a:pt x="32" y="33"/>
                    </a:lnTo>
                    <a:lnTo>
                      <a:pt x="39" y="30"/>
                    </a:lnTo>
                    <a:lnTo>
                      <a:pt x="45" y="31"/>
                    </a:lnTo>
                    <a:lnTo>
                      <a:pt x="46" y="37"/>
                    </a:lnTo>
                    <a:lnTo>
                      <a:pt x="45" y="46"/>
                    </a:lnTo>
                    <a:lnTo>
                      <a:pt x="45" y="55"/>
                    </a:lnTo>
                    <a:lnTo>
                      <a:pt x="48" y="59"/>
                    </a:lnTo>
                    <a:lnTo>
                      <a:pt x="53" y="63"/>
                    </a:lnTo>
                    <a:lnTo>
                      <a:pt x="57" y="67"/>
                    </a:lnTo>
                    <a:lnTo>
                      <a:pt x="61" y="72"/>
                    </a:lnTo>
                    <a:lnTo>
                      <a:pt x="62" y="76"/>
                    </a:lnTo>
                    <a:lnTo>
                      <a:pt x="62" y="80"/>
                    </a:lnTo>
                    <a:lnTo>
                      <a:pt x="62" y="83"/>
                    </a:lnTo>
                    <a:lnTo>
                      <a:pt x="64" y="87"/>
                    </a:lnTo>
                    <a:lnTo>
                      <a:pt x="67" y="89"/>
                    </a:lnTo>
                    <a:lnTo>
                      <a:pt x="71" y="91"/>
                    </a:lnTo>
                    <a:lnTo>
                      <a:pt x="76" y="94"/>
                    </a:lnTo>
                    <a:lnTo>
                      <a:pt x="80" y="97"/>
                    </a:lnTo>
                    <a:lnTo>
                      <a:pt x="82" y="103"/>
                    </a:lnTo>
                    <a:lnTo>
                      <a:pt x="88" y="97"/>
                    </a:lnTo>
                    <a:lnTo>
                      <a:pt x="98" y="90"/>
                    </a:lnTo>
                    <a:lnTo>
                      <a:pt x="106" y="82"/>
                    </a:lnTo>
                    <a:lnTo>
                      <a:pt x="111" y="75"/>
                    </a:lnTo>
                    <a:lnTo>
                      <a:pt x="110" y="69"/>
                    </a:lnTo>
                    <a:lnTo>
                      <a:pt x="107" y="63"/>
                    </a:lnTo>
                    <a:lnTo>
                      <a:pt x="101" y="59"/>
                    </a:lnTo>
                    <a:lnTo>
                      <a:pt x="94" y="57"/>
                    </a:lnTo>
                    <a:lnTo>
                      <a:pt x="91" y="60"/>
                    </a:lnTo>
                    <a:lnTo>
                      <a:pt x="86" y="64"/>
                    </a:lnTo>
                    <a:lnTo>
                      <a:pt x="80" y="67"/>
                    </a:lnTo>
                    <a:lnTo>
                      <a:pt x="76" y="68"/>
                    </a:lnTo>
                    <a:lnTo>
                      <a:pt x="79" y="63"/>
                    </a:lnTo>
                    <a:lnTo>
                      <a:pt x="85" y="53"/>
                    </a:lnTo>
                    <a:lnTo>
                      <a:pt x="91" y="44"/>
                    </a:lnTo>
                    <a:lnTo>
                      <a:pt x="93" y="37"/>
                    </a:lnTo>
                    <a:lnTo>
                      <a:pt x="91" y="35"/>
                    </a:lnTo>
                    <a:lnTo>
                      <a:pt x="86" y="33"/>
                    </a:lnTo>
                    <a:lnTo>
                      <a:pt x="83" y="31"/>
                    </a:lnTo>
                    <a:lnTo>
                      <a:pt x="79" y="31"/>
                    </a:lnTo>
                    <a:lnTo>
                      <a:pt x="78" y="28"/>
                    </a:lnTo>
                    <a:lnTo>
                      <a:pt x="77" y="25"/>
                    </a:lnTo>
                    <a:lnTo>
                      <a:pt x="75" y="21"/>
                    </a:lnTo>
                    <a:lnTo>
                      <a:pt x="71" y="20"/>
                    </a:lnTo>
                    <a:lnTo>
                      <a:pt x="69" y="25"/>
                    </a:lnTo>
                    <a:lnTo>
                      <a:pt x="65" y="30"/>
                    </a:lnTo>
                    <a:lnTo>
                      <a:pt x="62" y="35"/>
                    </a:lnTo>
                    <a:lnTo>
                      <a:pt x="58" y="36"/>
                    </a:lnTo>
                    <a:lnTo>
                      <a:pt x="58" y="33"/>
                    </a:lnTo>
                    <a:lnTo>
                      <a:pt x="62" y="25"/>
                    </a:lnTo>
                    <a:lnTo>
                      <a:pt x="67" y="16"/>
                    </a:lnTo>
                    <a:lnTo>
                      <a:pt x="70" y="11"/>
                    </a:lnTo>
                    <a:lnTo>
                      <a:pt x="69" y="8"/>
                    </a:lnTo>
                    <a:lnTo>
                      <a:pt x="68" y="7"/>
                    </a:lnTo>
                    <a:lnTo>
                      <a:pt x="67" y="5"/>
                    </a:lnTo>
                    <a:lnTo>
                      <a:pt x="64" y="4"/>
                    </a:lnTo>
                    <a:lnTo>
                      <a:pt x="60" y="2"/>
                    </a:lnTo>
                    <a:lnTo>
                      <a:pt x="56" y="0"/>
                    </a:lnTo>
                    <a:lnTo>
                      <a:pt x="52" y="0"/>
                    </a:lnTo>
                    <a:lnTo>
                      <a:pt x="45" y="3"/>
                    </a:lnTo>
                    <a:lnTo>
                      <a:pt x="41" y="4"/>
                    </a:lnTo>
                    <a:lnTo>
                      <a:pt x="38" y="5"/>
                    </a:lnTo>
                    <a:lnTo>
                      <a:pt x="33" y="7"/>
                    </a:lnTo>
                    <a:lnTo>
                      <a:pt x="29" y="8"/>
                    </a:lnTo>
                    <a:lnTo>
                      <a:pt x="30" y="11"/>
                    </a:lnTo>
                    <a:lnTo>
                      <a:pt x="31" y="13"/>
                    </a:lnTo>
                    <a:lnTo>
                      <a:pt x="32" y="16"/>
                    </a:lnTo>
                    <a:lnTo>
                      <a:pt x="33"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0" name="Freeform 131">
                <a:extLst>
                  <a:ext uri="{FF2B5EF4-FFF2-40B4-BE49-F238E27FC236}">
                    <a16:creationId xmlns:a16="http://schemas.microsoft.com/office/drawing/2014/main" id="{111127C2-DF08-4898-84B2-99FA1706BF21}"/>
                  </a:ext>
                </a:extLst>
              </p:cNvPr>
              <p:cNvSpPr>
                <a:spLocks/>
              </p:cNvSpPr>
              <p:nvPr/>
            </p:nvSpPr>
            <p:spPr bwMode="auto">
              <a:xfrm>
                <a:off x="3736" y="3048"/>
                <a:ext cx="178" cy="309"/>
              </a:xfrm>
              <a:custGeom>
                <a:avLst/>
                <a:gdLst>
                  <a:gd name="T0" fmla="*/ 40 w 324"/>
                  <a:gd name="T1" fmla="*/ 276 h 564"/>
                  <a:gd name="T2" fmla="*/ 56 w 324"/>
                  <a:gd name="T3" fmla="*/ 285 h 564"/>
                  <a:gd name="T4" fmla="*/ 66 w 324"/>
                  <a:gd name="T5" fmla="*/ 295 h 564"/>
                  <a:gd name="T6" fmla="*/ 73 w 324"/>
                  <a:gd name="T7" fmla="*/ 306 h 564"/>
                  <a:gd name="T8" fmla="*/ 80 w 324"/>
                  <a:gd name="T9" fmla="*/ 304 h 564"/>
                  <a:gd name="T10" fmla="*/ 86 w 324"/>
                  <a:gd name="T11" fmla="*/ 301 h 564"/>
                  <a:gd name="T12" fmla="*/ 89 w 324"/>
                  <a:gd name="T13" fmla="*/ 304 h 564"/>
                  <a:gd name="T14" fmla="*/ 110 w 324"/>
                  <a:gd name="T15" fmla="*/ 308 h 564"/>
                  <a:gd name="T16" fmla="*/ 131 w 324"/>
                  <a:gd name="T17" fmla="*/ 309 h 564"/>
                  <a:gd name="T18" fmla="*/ 142 w 324"/>
                  <a:gd name="T19" fmla="*/ 306 h 564"/>
                  <a:gd name="T20" fmla="*/ 153 w 324"/>
                  <a:gd name="T21" fmla="*/ 295 h 564"/>
                  <a:gd name="T22" fmla="*/ 161 w 324"/>
                  <a:gd name="T23" fmla="*/ 284 h 564"/>
                  <a:gd name="T24" fmla="*/ 162 w 324"/>
                  <a:gd name="T25" fmla="*/ 259 h 564"/>
                  <a:gd name="T26" fmla="*/ 168 w 324"/>
                  <a:gd name="T27" fmla="*/ 220 h 564"/>
                  <a:gd name="T28" fmla="*/ 173 w 324"/>
                  <a:gd name="T29" fmla="*/ 186 h 564"/>
                  <a:gd name="T30" fmla="*/ 178 w 324"/>
                  <a:gd name="T31" fmla="*/ 144 h 564"/>
                  <a:gd name="T32" fmla="*/ 176 w 324"/>
                  <a:gd name="T33" fmla="*/ 129 h 564"/>
                  <a:gd name="T34" fmla="*/ 173 w 324"/>
                  <a:gd name="T35" fmla="*/ 129 h 564"/>
                  <a:gd name="T36" fmla="*/ 169 w 324"/>
                  <a:gd name="T37" fmla="*/ 127 h 564"/>
                  <a:gd name="T38" fmla="*/ 154 w 324"/>
                  <a:gd name="T39" fmla="*/ 124 h 564"/>
                  <a:gd name="T40" fmla="*/ 138 w 324"/>
                  <a:gd name="T41" fmla="*/ 119 h 564"/>
                  <a:gd name="T42" fmla="*/ 127 w 324"/>
                  <a:gd name="T43" fmla="*/ 113 h 564"/>
                  <a:gd name="T44" fmla="*/ 122 w 324"/>
                  <a:gd name="T45" fmla="*/ 110 h 564"/>
                  <a:gd name="T46" fmla="*/ 118 w 324"/>
                  <a:gd name="T47" fmla="*/ 135 h 564"/>
                  <a:gd name="T48" fmla="*/ 114 w 324"/>
                  <a:gd name="T49" fmla="*/ 158 h 564"/>
                  <a:gd name="T50" fmla="*/ 104 w 324"/>
                  <a:gd name="T51" fmla="*/ 170 h 564"/>
                  <a:gd name="T52" fmla="*/ 98 w 324"/>
                  <a:gd name="T53" fmla="*/ 180 h 564"/>
                  <a:gd name="T54" fmla="*/ 88 w 324"/>
                  <a:gd name="T55" fmla="*/ 149 h 564"/>
                  <a:gd name="T56" fmla="*/ 81 w 324"/>
                  <a:gd name="T57" fmla="*/ 134 h 564"/>
                  <a:gd name="T58" fmla="*/ 72 w 324"/>
                  <a:gd name="T59" fmla="*/ 121 h 564"/>
                  <a:gd name="T60" fmla="*/ 71 w 324"/>
                  <a:gd name="T61" fmla="*/ 99 h 564"/>
                  <a:gd name="T62" fmla="*/ 64 w 324"/>
                  <a:gd name="T63" fmla="*/ 72 h 564"/>
                  <a:gd name="T64" fmla="*/ 65 w 324"/>
                  <a:gd name="T65" fmla="*/ 46 h 564"/>
                  <a:gd name="T66" fmla="*/ 61 w 324"/>
                  <a:gd name="T67" fmla="*/ 21 h 564"/>
                  <a:gd name="T68" fmla="*/ 52 w 324"/>
                  <a:gd name="T69" fmla="*/ 5 h 564"/>
                  <a:gd name="T70" fmla="*/ 50 w 324"/>
                  <a:gd name="T71" fmla="*/ 1 h 564"/>
                  <a:gd name="T72" fmla="*/ 43 w 324"/>
                  <a:gd name="T73" fmla="*/ 5 h 564"/>
                  <a:gd name="T74" fmla="*/ 34 w 324"/>
                  <a:gd name="T75" fmla="*/ 13 h 564"/>
                  <a:gd name="T76" fmla="*/ 27 w 324"/>
                  <a:gd name="T77" fmla="*/ 27 h 564"/>
                  <a:gd name="T78" fmla="*/ 13 w 324"/>
                  <a:gd name="T79" fmla="*/ 40 h 564"/>
                  <a:gd name="T80" fmla="*/ 3 w 324"/>
                  <a:gd name="T81" fmla="*/ 60 h 564"/>
                  <a:gd name="T82" fmla="*/ 1 w 324"/>
                  <a:gd name="T83" fmla="*/ 92 h 564"/>
                  <a:gd name="T84" fmla="*/ 8 w 324"/>
                  <a:gd name="T85" fmla="*/ 110 h 564"/>
                  <a:gd name="T86" fmla="*/ 10 w 324"/>
                  <a:gd name="T87" fmla="*/ 122 h 564"/>
                  <a:gd name="T88" fmla="*/ 13 w 324"/>
                  <a:gd name="T89" fmla="*/ 146 h 564"/>
                  <a:gd name="T90" fmla="*/ 14 w 324"/>
                  <a:gd name="T91" fmla="*/ 188 h 564"/>
                  <a:gd name="T92" fmla="*/ 20 w 324"/>
                  <a:gd name="T93" fmla="*/ 227 h 564"/>
                  <a:gd name="T94" fmla="*/ 29 w 324"/>
                  <a:gd name="T95" fmla="*/ 264 h 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24" h="564">
                    <a:moveTo>
                      <a:pt x="57" y="495"/>
                    </a:moveTo>
                    <a:lnTo>
                      <a:pt x="64" y="498"/>
                    </a:lnTo>
                    <a:lnTo>
                      <a:pt x="72" y="503"/>
                    </a:lnTo>
                    <a:lnTo>
                      <a:pt x="82" y="509"/>
                    </a:lnTo>
                    <a:lnTo>
                      <a:pt x="93" y="516"/>
                    </a:lnTo>
                    <a:lnTo>
                      <a:pt x="102" y="521"/>
                    </a:lnTo>
                    <a:lnTo>
                      <a:pt x="110" y="528"/>
                    </a:lnTo>
                    <a:lnTo>
                      <a:pt x="117" y="533"/>
                    </a:lnTo>
                    <a:lnTo>
                      <a:pt x="121" y="538"/>
                    </a:lnTo>
                    <a:lnTo>
                      <a:pt x="124" y="544"/>
                    </a:lnTo>
                    <a:lnTo>
                      <a:pt x="129" y="551"/>
                    </a:lnTo>
                    <a:lnTo>
                      <a:pt x="133" y="558"/>
                    </a:lnTo>
                    <a:lnTo>
                      <a:pt x="137" y="563"/>
                    </a:lnTo>
                    <a:lnTo>
                      <a:pt x="141" y="559"/>
                    </a:lnTo>
                    <a:lnTo>
                      <a:pt x="146" y="555"/>
                    </a:lnTo>
                    <a:lnTo>
                      <a:pt x="150" y="550"/>
                    </a:lnTo>
                    <a:lnTo>
                      <a:pt x="154" y="548"/>
                    </a:lnTo>
                    <a:lnTo>
                      <a:pt x="156" y="549"/>
                    </a:lnTo>
                    <a:lnTo>
                      <a:pt x="159" y="551"/>
                    </a:lnTo>
                    <a:lnTo>
                      <a:pt x="160" y="553"/>
                    </a:lnTo>
                    <a:lnTo>
                      <a:pt x="162" y="555"/>
                    </a:lnTo>
                    <a:lnTo>
                      <a:pt x="173" y="557"/>
                    </a:lnTo>
                    <a:lnTo>
                      <a:pt x="186" y="559"/>
                    </a:lnTo>
                    <a:lnTo>
                      <a:pt x="200" y="562"/>
                    </a:lnTo>
                    <a:lnTo>
                      <a:pt x="214" y="563"/>
                    </a:lnTo>
                    <a:lnTo>
                      <a:pt x="226" y="563"/>
                    </a:lnTo>
                    <a:lnTo>
                      <a:pt x="239" y="564"/>
                    </a:lnTo>
                    <a:lnTo>
                      <a:pt x="248" y="563"/>
                    </a:lnTo>
                    <a:lnTo>
                      <a:pt x="254" y="562"/>
                    </a:lnTo>
                    <a:lnTo>
                      <a:pt x="259" y="558"/>
                    </a:lnTo>
                    <a:lnTo>
                      <a:pt x="264" y="553"/>
                    </a:lnTo>
                    <a:lnTo>
                      <a:pt x="271" y="547"/>
                    </a:lnTo>
                    <a:lnTo>
                      <a:pt x="278" y="539"/>
                    </a:lnTo>
                    <a:lnTo>
                      <a:pt x="284" y="531"/>
                    </a:lnTo>
                    <a:lnTo>
                      <a:pt x="290" y="524"/>
                    </a:lnTo>
                    <a:lnTo>
                      <a:pt x="293" y="518"/>
                    </a:lnTo>
                    <a:lnTo>
                      <a:pt x="294" y="513"/>
                    </a:lnTo>
                    <a:lnTo>
                      <a:pt x="294" y="498"/>
                    </a:lnTo>
                    <a:lnTo>
                      <a:pt x="294" y="473"/>
                    </a:lnTo>
                    <a:lnTo>
                      <a:pt x="296" y="445"/>
                    </a:lnTo>
                    <a:lnTo>
                      <a:pt x="298" y="422"/>
                    </a:lnTo>
                    <a:lnTo>
                      <a:pt x="305" y="402"/>
                    </a:lnTo>
                    <a:lnTo>
                      <a:pt x="312" y="377"/>
                    </a:lnTo>
                    <a:lnTo>
                      <a:pt x="316" y="356"/>
                    </a:lnTo>
                    <a:lnTo>
                      <a:pt x="314" y="339"/>
                    </a:lnTo>
                    <a:lnTo>
                      <a:pt x="319" y="321"/>
                    </a:lnTo>
                    <a:lnTo>
                      <a:pt x="322" y="293"/>
                    </a:lnTo>
                    <a:lnTo>
                      <a:pt x="324" y="262"/>
                    </a:lnTo>
                    <a:lnTo>
                      <a:pt x="323" y="237"/>
                    </a:lnTo>
                    <a:lnTo>
                      <a:pt x="322" y="237"/>
                    </a:lnTo>
                    <a:lnTo>
                      <a:pt x="321" y="236"/>
                    </a:lnTo>
                    <a:lnTo>
                      <a:pt x="319" y="236"/>
                    </a:lnTo>
                    <a:lnTo>
                      <a:pt x="316" y="235"/>
                    </a:lnTo>
                    <a:lnTo>
                      <a:pt x="314" y="235"/>
                    </a:lnTo>
                    <a:lnTo>
                      <a:pt x="313" y="233"/>
                    </a:lnTo>
                    <a:lnTo>
                      <a:pt x="311" y="233"/>
                    </a:lnTo>
                    <a:lnTo>
                      <a:pt x="308" y="232"/>
                    </a:lnTo>
                    <a:lnTo>
                      <a:pt x="300" y="231"/>
                    </a:lnTo>
                    <a:lnTo>
                      <a:pt x="291" y="229"/>
                    </a:lnTo>
                    <a:lnTo>
                      <a:pt x="281" y="227"/>
                    </a:lnTo>
                    <a:lnTo>
                      <a:pt x="271" y="224"/>
                    </a:lnTo>
                    <a:lnTo>
                      <a:pt x="261" y="221"/>
                    </a:lnTo>
                    <a:lnTo>
                      <a:pt x="252" y="217"/>
                    </a:lnTo>
                    <a:lnTo>
                      <a:pt x="243" y="214"/>
                    </a:lnTo>
                    <a:lnTo>
                      <a:pt x="235" y="209"/>
                    </a:lnTo>
                    <a:lnTo>
                      <a:pt x="231" y="207"/>
                    </a:lnTo>
                    <a:lnTo>
                      <a:pt x="228" y="205"/>
                    </a:lnTo>
                    <a:lnTo>
                      <a:pt x="224" y="202"/>
                    </a:lnTo>
                    <a:lnTo>
                      <a:pt x="222" y="200"/>
                    </a:lnTo>
                    <a:lnTo>
                      <a:pt x="218" y="216"/>
                    </a:lnTo>
                    <a:lnTo>
                      <a:pt x="216" y="232"/>
                    </a:lnTo>
                    <a:lnTo>
                      <a:pt x="215" y="247"/>
                    </a:lnTo>
                    <a:lnTo>
                      <a:pt x="214" y="260"/>
                    </a:lnTo>
                    <a:lnTo>
                      <a:pt x="212" y="274"/>
                    </a:lnTo>
                    <a:lnTo>
                      <a:pt x="208" y="288"/>
                    </a:lnTo>
                    <a:lnTo>
                      <a:pt x="201" y="299"/>
                    </a:lnTo>
                    <a:lnTo>
                      <a:pt x="195" y="305"/>
                    </a:lnTo>
                    <a:lnTo>
                      <a:pt x="190" y="310"/>
                    </a:lnTo>
                    <a:lnTo>
                      <a:pt x="184" y="316"/>
                    </a:lnTo>
                    <a:lnTo>
                      <a:pt x="180" y="323"/>
                    </a:lnTo>
                    <a:lnTo>
                      <a:pt x="178" y="329"/>
                    </a:lnTo>
                    <a:lnTo>
                      <a:pt x="172" y="312"/>
                    </a:lnTo>
                    <a:lnTo>
                      <a:pt x="165" y="291"/>
                    </a:lnTo>
                    <a:lnTo>
                      <a:pt x="160" y="272"/>
                    </a:lnTo>
                    <a:lnTo>
                      <a:pt x="156" y="261"/>
                    </a:lnTo>
                    <a:lnTo>
                      <a:pt x="153" y="253"/>
                    </a:lnTo>
                    <a:lnTo>
                      <a:pt x="147" y="244"/>
                    </a:lnTo>
                    <a:lnTo>
                      <a:pt x="140" y="235"/>
                    </a:lnTo>
                    <a:lnTo>
                      <a:pt x="134" y="229"/>
                    </a:lnTo>
                    <a:lnTo>
                      <a:pt x="131" y="221"/>
                    </a:lnTo>
                    <a:lnTo>
                      <a:pt x="130" y="208"/>
                    </a:lnTo>
                    <a:lnTo>
                      <a:pt x="130" y="194"/>
                    </a:lnTo>
                    <a:lnTo>
                      <a:pt x="129" y="181"/>
                    </a:lnTo>
                    <a:lnTo>
                      <a:pt x="125" y="166"/>
                    </a:lnTo>
                    <a:lnTo>
                      <a:pt x="121" y="148"/>
                    </a:lnTo>
                    <a:lnTo>
                      <a:pt x="116" y="132"/>
                    </a:lnTo>
                    <a:lnTo>
                      <a:pt x="115" y="121"/>
                    </a:lnTo>
                    <a:lnTo>
                      <a:pt x="117" y="106"/>
                    </a:lnTo>
                    <a:lnTo>
                      <a:pt x="119" y="84"/>
                    </a:lnTo>
                    <a:lnTo>
                      <a:pt x="119" y="61"/>
                    </a:lnTo>
                    <a:lnTo>
                      <a:pt x="116" y="46"/>
                    </a:lnTo>
                    <a:lnTo>
                      <a:pt x="111" y="38"/>
                    </a:lnTo>
                    <a:lnTo>
                      <a:pt x="106" y="28"/>
                    </a:lnTo>
                    <a:lnTo>
                      <a:pt x="101" y="18"/>
                    </a:lnTo>
                    <a:lnTo>
                      <a:pt x="95" y="9"/>
                    </a:lnTo>
                    <a:lnTo>
                      <a:pt x="94" y="7"/>
                    </a:lnTo>
                    <a:lnTo>
                      <a:pt x="92" y="4"/>
                    </a:lnTo>
                    <a:lnTo>
                      <a:pt x="91" y="2"/>
                    </a:lnTo>
                    <a:lnTo>
                      <a:pt x="88" y="0"/>
                    </a:lnTo>
                    <a:lnTo>
                      <a:pt x="85" y="5"/>
                    </a:lnTo>
                    <a:lnTo>
                      <a:pt x="79" y="10"/>
                    </a:lnTo>
                    <a:lnTo>
                      <a:pt x="71" y="13"/>
                    </a:lnTo>
                    <a:lnTo>
                      <a:pt x="63" y="13"/>
                    </a:lnTo>
                    <a:lnTo>
                      <a:pt x="62" y="23"/>
                    </a:lnTo>
                    <a:lnTo>
                      <a:pt x="58" y="31"/>
                    </a:lnTo>
                    <a:lnTo>
                      <a:pt x="54" y="40"/>
                    </a:lnTo>
                    <a:lnTo>
                      <a:pt x="49" y="49"/>
                    </a:lnTo>
                    <a:lnTo>
                      <a:pt x="41" y="60"/>
                    </a:lnTo>
                    <a:lnTo>
                      <a:pt x="33" y="68"/>
                    </a:lnTo>
                    <a:lnTo>
                      <a:pt x="24" y="73"/>
                    </a:lnTo>
                    <a:lnTo>
                      <a:pt x="16" y="77"/>
                    </a:lnTo>
                    <a:lnTo>
                      <a:pt x="11" y="91"/>
                    </a:lnTo>
                    <a:lnTo>
                      <a:pt x="6" y="110"/>
                    </a:lnTo>
                    <a:lnTo>
                      <a:pt x="2" y="132"/>
                    </a:lnTo>
                    <a:lnTo>
                      <a:pt x="0" y="154"/>
                    </a:lnTo>
                    <a:lnTo>
                      <a:pt x="2" y="168"/>
                    </a:lnTo>
                    <a:lnTo>
                      <a:pt x="8" y="181"/>
                    </a:lnTo>
                    <a:lnTo>
                      <a:pt x="12" y="191"/>
                    </a:lnTo>
                    <a:lnTo>
                      <a:pt x="15" y="200"/>
                    </a:lnTo>
                    <a:lnTo>
                      <a:pt x="13" y="210"/>
                    </a:lnTo>
                    <a:lnTo>
                      <a:pt x="16" y="219"/>
                    </a:lnTo>
                    <a:lnTo>
                      <a:pt x="19" y="223"/>
                    </a:lnTo>
                    <a:lnTo>
                      <a:pt x="25" y="227"/>
                    </a:lnTo>
                    <a:lnTo>
                      <a:pt x="25" y="243"/>
                    </a:lnTo>
                    <a:lnTo>
                      <a:pt x="24" y="266"/>
                    </a:lnTo>
                    <a:lnTo>
                      <a:pt x="21" y="295"/>
                    </a:lnTo>
                    <a:lnTo>
                      <a:pt x="23" y="326"/>
                    </a:lnTo>
                    <a:lnTo>
                      <a:pt x="25" y="343"/>
                    </a:lnTo>
                    <a:lnTo>
                      <a:pt x="28" y="365"/>
                    </a:lnTo>
                    <a:lnTo>
                      <a:pt x="32" y="390"/>
                    </a:lnTo>
                    <a:lnTo>
                      <a:pt x="36" y="415"/>
                    </a:lnTo>
                    <a:lnTo>
                      <a:pt x="42" y="441"/>
                    </a:lnTo>
                    <a:lnTo>
                      <a:pt x="47" y="463"/>
                    </a:lnTo>
                    <a:lnTo>
                      <a:pt x="53" y="482"/>
                    </a:lnTo>
                    <a:lnTo>
                      <a:pt x="57" y="49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1" name="Freeform 132">
                <a:extLst>
                  <a:ext uri="{FF2B5EF4-FFF2-40B4-BE49-F238E27FC236}">
                    <a16:creationId xmlns:a16="http://schemas.microsoft.com/office/drawing/2014/main" id="{258B122C-3886-4AC9-84DC-E1FF930C0643}"/>
                  </a:ext>
                </a:extLst>
              </p:cNvPr>
              <p:cNvSpPr>
                <a:spLocks/>
              </p:cNvSpPr>
              <p:nvPr/>
            </p:nvSpPr>
            <p:spPr bwMode="auto">
              <a:xfrm>
                <a:off x="3744" y="3156"/>
                <a:ext cx="33" cy="41"/>
              </a:xfrm>
              <a:custGeom>
                <a:avLst/>
                <a:gdLst>
                  <a:gd name="T0" fmla="*/ 1 w 61"/>
                  <a:gd name="T1" fmla="*/ 2 h 73"/>
                  <a:gd name="T2" fmla="*/ 0 w 61"/>
                  <a:gd name="T3" fmla="*/ 7 h 73"/>
                  <a:gd name="T4" fmla="*/ 2 w 61"/>
                  <a:gd name="T5" fmla="*/ 12 h 73"/>
                  <a:gd name="T6" fmla="*/ 3 w 61"/>
                  <a:gd name="T7" fmla="*/ 15 h 73"/>
                  <a:gd name="T8" fmla="*/ 6 w 61"/>
                  <a:gd name="T9" fmla="*/ 17 h 73"/>
                  <a:gd name="T10" fmla="*/ 10 w 61"/>
                  <a:gd name="T11" fmla="*/ 19 h 73"/>
                  <a:gd name="T12" fmla="*/ 12 w 61"/>
                  <a:gd name="T13" fmla="*/ 21 h 73"/>
                  <a:gd name="T14" fmla="*/ 15 w 61"/>
                  <a:gd name="T15" fmla="*/ 24 h 73"/>
                  <a:gd name="T16" fmla="*/ 15 w 61"/>
                  <a:gd name="T17" fmla="*/ 28 h 73"/>
                  <a:gd name="T18" fmla="*/ 16 w 61"/>
                  <a:gd name="T19" fmla="*/ 34 h 73"/>
                  <a:gd name="T20" fmla="*/ 19 w 61"/>
                  <a:gd name="T21" fmla="*/ 38 h 73"/>
                  <a:gd name="T22" fmla="*/ 24 w 61"/>
                  <a:gd name="T23" fmla="*/ 41 h 73"/>
                  <a:gd name="T24" fmla="*/ 33 w 61"/>
                  <a:gd name="T25" fmla="*/ 40 h 73"/>
                  <a:gd name="T26" fmla="*/ 29 w 61"/>
                  <a:gd name="T27" fmla="*/ 37 h 73"/>
                  <a:gd name="T28" fmla="*/ 24 w 61"/>
                  <a:gd name="T29" fmla="*/ 33 h 73"/>
                  <a:gd name="T30" fmla="*/ 22 w 61"/>
                  <a:gd name="T31" fmla="*/ 28 h 73"/>
                  <a:gd name="T32" fmla="*/ 22 w 61"/>
                  <a:gd name="T33" fmla="*/ 23 h 73"/>
                  <a:gd name="T34" fmla="*/ 23 w 61"/>
                  <a:gd name="T35" fmla="*/ 19 h 73"/>
                  <a:gd name="T36" fmla="*/ 23 w 61"/>
                  <a:gd name="T37" fmla="*/ 15 h 73"/>
                  <a:gd name="T38" fmla="*/ 22 w 61"/>
                  <a:gd name="T39" fmla="*/ 11 h 73"/>
                  <a:gd name="T40" fmla="*/ 18 w 61"/>
                  <a:gd name="T41" fmla="*/ 10 h 73"/>
                  <a:gd name="T42" fmla="*/ 14 w 61"/>
                  <a:gd name="T43" fmla="*/ 9 h 73"/>
                  <a:gd name="T44" fmla="*/ 10 w 61"/>
                  <a:gd name="T45" fmla="*/ 7 h 73"/>
                  <a:gd name="T46" fmla="*/ 6 w 61"/>
                  <a:gd name="T47" fmla="*/ 6 h 73"/>
                  <a:gd name="T48" fmla="*/ 5 w 61"/>
                  <a:gd name="T49" fmla="*/ 4 h 73"/>
                  <a:gd name="T50" fmla="*/ 4 w 61"/>
                  <a:gd name="T51" fmla="*/ 1 h 73"/>
                  <a:gd name="T52" fmla="*/ 3 w 61"/>
                  <a:gd name="T53" fmla="*/ 0 h 73"/>
                  <a:gd name="T54" fmla="*/ 2 w 61"/>
                  <a:gd name="T55" fmla="*/ 1 h 73"/>
                  <a:gd name="T56" fmla="*/ 1 w 61"/>
                  <a:gd name="T57" fmla="*/ 2 h 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1" h="73">
                    <a:moveTo>
                      <a:pt x="2" y="3"/>
                    </a:moveTo>
                    <a:lnTo>
                      <a:pt x="0" y="13"/>
                    </a:lnTo>
                    <a:lnTo>
                      <a:pt x="3" y="22"/>
                    </a:lnTo>
                    <a:lnTo>
                      <a:pt x="6" y="26"/>
                    </a:lnTo>
                    <a:lnTo>
                      <a:pt x="12" y="30"/>
                    </a:lnTo>
                    <a:lnTo>
                      <a:pt x="18" y="33"/>
                    </a:lnTo>
                    <a:lnTo>
                      <a:pt x="23" y="38"/>
                    </a:lnTo>
                    <a:lnTo>
                      <a:pt x="27" y="43"/>
                    </a:lnTo>
                    <a:lnTo>
                      <a:pt x="28" y="50"/>
                    </a:lnTo>
                    <a:lnTo>
                      <a:pt x="30" y="60"/>
                    </a:lnTo>
                    <a:lnTo>
                      <a:pt x="35" y="68"/>
                    </a:lnTo>
                    <a:lnTo>
                      <a:pt x="45" y="73"/>
                    </a:lnTo>
                    <a:lnTo>
                      <a:pt x="61" y="72"/>
                    </a:lnTo>
                    <a:lnTo>
                      <a:pt x="53" y="66"/>
                    </a:lnTo>
                    <a:lnTo>
                      <a:pt x="45" y="58"/>
                    </a:lnTo>
                    <a:lnTo>
                      <a:pt x="40" y="49"/>
                    </a:lnTo>
                    <a:lnTo>
                      <a:pt x="40" y="41"/>
                    </a:lnTo>
                    <a:lnTo>
                      <a:pt x="43" y="33"/>
                    </a:lnTo>
                    <a:lnTo>
                      <a:pt x="43" y="26"/>
                    </a:lnTo>
                    <a:lnTo>
                      <a:pt x="40" y="20"/>
                    </a:lnTo>
                    <a:lnTo>
                      <a:pt x="34" y="17"/>
                    </a:lnTo>
                    <a:lnTo>
                      <a:pt x="26" y="16"/>
                    </a:lnTo>
                    <a:lnTo>
                      <a:pt x="19" y="13"/>
                    </a:lnTo>
                    <a:lnTo>
                      <a:pt x="12" y="11"/>
                    </a:lnTo>
                    <a:lnTo>
                      <a:pt x="10" y="7"/>
                    </a:lnTo>
                    <a:lnTo>
                      <a:pt x="8" y="2"/>
                    </a:lnTo>
                    <a:lnTo>
                      <a:pt x="6" y="0"/>
                    </a:lnTo>
                    <a:lnTo>
                      <a:pt x="3" y="1"/>
                    </a:lnTo>
                    <a:lnTo>
                      <a:pt x="2"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2" name="Freeform 133">
                <a:extLst>
                  <a:ext uri="{FF2B5EF4-FFF2-40B4-BE49-F238E27FC236}">
                    <a16:creationId xmlns:a16="http://schemas.microsoft.com/office/drawing/2014/main" id="{7C2CF8D1-577E-440A-A5AE-41546FDF96CE}"/>
                  </a:ext>
                </a:extLst>
              </p:cNvPr>
              <p:cNvSpPr>
                <a:spLocks/>
              </p:cNvSpPr>
              <p:nvPr/>
            </p:nvSpPr>
            <p:spPr bwMode="auto">
              <a:xfrm>
                <a:off x="3736" y="3127"/>
                <a:ext cx="52" cy="49"/>
              </a:xfrm>
              <a:custGeom>
                <a:avLst/>
                <a:gdLst>
                  <a:gd name="T0" fmla="*/ 0 w 95"/>
                  <a:gd name="T1" fmla="*/ 6 h 88"/>
                  <a:gd name="T2" fmla="*/ 3 w 95"/>
                  <a:gd name="T3" fmla="*/ 3 h 88"/>
                  <a:gd name="T4" fmla="*/ 9 w 95"/>
                  <a:gd name="T5" fmla="*/ 1 h 88"/>
                  <a:gd name="T6" fmla="*/ 13 w 95"/>
                  <a:gd name="T7" fmla="*/ 0 h 88"/>
                  <a:gd name="T8" fmla="*/ 17 w 95"/>
                  <a:gd name="T9" fmla="*/ 1 h 88"/>
                  <a:gd name="T10" fmla="*/ 19 w 95"/>
                  <a:gd name="T11" fmla="*/ 2 h 88"/>
                  <a:gd name="T12" fmla="*/ 21 w 95"/>
                  <a:gd name="T13" fmla="*/ 4 h 88"/>
                  <a:gd name="T14" fmla="*/ 24 w 95"/>
                  <a:gd name="T15" fmla="*/ 6 h 88"/>
                  <a:gd name="T16" fmla="*/ 27 w 95"/>
                  <a:gd name="T17" fmla="*/ 9 h 88"/>
                  <a:gd name="T18" fmla="*/ 30 w 95"/>
                  <a:gd name="T19" fmla="*/ 11 h 88"/>
                  <a:gd name="T20" fmla="*/ 32 w 95"/>
                  <a:gd name="T21" fmla="*/ 13 h 88"/>
                  <a:gd name="T22" fmla="*/ 35 w 95"/>
                  <a:gd name="T23" fmla="*/ 16 h 88"/>
                  <a:gd name="T24" fmla="*/ 37 w 95"/>
                  <a:gd name="T25" fmla="*/ 17 h 88"/>
                  <a:gd name="T26" fmla="*/ 41 w 95"/>
                  <a:gd name="T27" fmla="*/ 19 h 88"/>
                  <a:gd name="T28" fmla="*/ 44 w 95"/>
                  <a:gd name="T29" fmla="*/ 23 h 88"/>
                  <a:gd name="T30" fmla="*/ 47 w 95"/>
                  <a:gd name="T31" fmla="*/ 28 h 88"/>
                  <a:gd name="T32" fmla="*/ 48 w 95"/>
                  <a:gd name="T33" fmla="*/ 32 h 88"/>
                  <a:gd name="T34" fmla="*/ 50 w 95"/>
                  <a:gd name="T35" fmla="*/ 37 h 88"/>
                  <a:gd name="T36" fmla="*/ 51 w 95"/>
                  <a:gd name="T37" fmla="*/ 42 h 88"/>
                  <a:gd name="T38" fmla="*/ 52 w 95"/>
                  <a:gd name="T39" fmla="*/ 47 h 88"/>
                  <a:gd name="T40" fmla="*/ 51 w 95"/>
                  <a:gd name="T41" fmla="*/ 49 h 88"/>
                  <a:gd name="T42" fmla="*/ 48 w 95"/>
                  <a:gd name="T43" fmla="*/ 45 h 88"/>
                  <a:gd name="T44" fmla="*/ 42 w 95"/>
                  <a:gd name="T45" fmla="*/ 36 h 88"/>
                  <a:gd name="T46" fmla="*/ 36 w 95"/>
                  <a:gd name="T47" fmla="*/ 26 h 88"/>
                  <a:gd name="T48" fmla="*/ 33 w 95"/>
                  <a:gd name="T49" fmla="*/ 21 h 88"/>
                  <a:gd name="T50" fmla="*/ 30 w 95"/>
                  <a:gd name="T51" fmla="*/ 18 h 88"/>
                  <a:gd name="T52" fmla="*/ 26 w 95"/>
                  <a:gd name="T53" fmla="*/ 16 h 88"/>
                  <a:gd name="T54" fmla="*/ 22 w 95"/>
                  <a:gd name="T55" fmla="*/ 13 h 88"/>
                  <a:gd name="T56" fmla="*/ 18 w 95"/>
                  <a:gd name="T57" fmla="*/ 11 h 88"/>
                  <a:gd name="T58" fmla="*/ 13 w 95"/>
                  <a:gd name="T59" fmla="*/ 9 h 88"/>
                  <a:gd name="T60" fmla="*/ 8 w 95"/>
                  <a:gd name="T61" fmla="*/ 7 h 88"/>
                  <a:gd name="T62" fmla="*/ 3 w 95"/>
                  <a:gd name="T63" fmla="*/ 6 h 88"/>
                  <a:gd name="T64" fmla="*/ 0 w 95"/>
                  <a:gd name="T65" fmla="*/ 6 h 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5" h="88">
                    <a:moveTo>
                      <a:pt x="0" y="10"/>
                    </a:moveTo>
                    <a:lnTo>
                      <a:pt x="6" y="5"/>
                    </a:lnTo>
                    <a:lnTo>
                      <a:pt x="16" y="2"/>
                    </a:lnTo>
                    <a:lnTo>
                      <a:pt x="24" y="0"/>
                    </a:lnTo>
                    <a:lnTo>
                      <a:pt x="31" y="1"/>
                    </a:lnTo>
                    <a:lnTo>
                      <a:pt x="34" y="3"/>
                    </a:lnTo>
                    <a:lnTo>
                      <a:pt x="39" y="7"/>
                    </a:lnTo>
                    <a:lnTo>
                      <a:pt x="43" y="11"/>
                    </a:lnTo>
                    <a:lnTo>
                      <a:pt x="49" y="16"/>
                    </a:lnTo>
                    <a:lnTo>
                      <a:pt x="54" y="20"/>
                    </a:lnTo>
                    <a:lnTo>
                      <a:pt x="59" y="24"/>
                    </a:lnTo>
                    <a:lnTo>
                      <a:pt x="64" y="28"/>
                    </a:lnTo>
                    <a:lnTo>
                      <a:pt x="68" y="31"/>
                    </a:lnTo>
                    <a:lnTo>
                      <a:pt x="74" y="35"/>
                    </a:lnTo>
                    <a:lnTo>
                      <a:pt x="80" y="42"/>
                    </a:lnTo>
                    <a:lnTo>
                      <a:pt x="85" y="50"/>
                    </a:lnTo>
                    <a:lnTo>
                      <a:pt x="88" y="57"/>
                    </a:lnTo>
                    <a:lnTo>
                      <a:pt x="91" y="66"/>
                    </a:lnTo>
                    <a:lnTo>
                      <a:pt x="93" y="76"/>
                    </a:lnTo>
                    <a:lnTo>
                      <a:pt x="95" y="85"/>
                    </a:lnTo>
                    <a:lnTo>
                      <a:pt x="94" y="88"/>
                    </a:lnTo>
                    <a:lnTo>
                      <a:pt x="87" y="81"/>
                    </a:lnTo>
                    <a:lnTo>
                      <a:pt x="76" y="65"/>
                    </a:lnTo>
                    <a:lnTo>
                      <a:pt x="66" y="47"/>
                    </a:lnTo>
                    <a:lnTo>
                      <a:pt x="61" y="37"/>
                    </a:lnTo>
                    <a:lnTo>
                      <a:pt x="55" y="33"/>
                    </a:lnTo>
                    <a:lnTo>
                      <a:pt x="48" y="28"/>
                    </a:lnTo>
                    <a:lnTo>
                      <a:pt x="41" y="24"/>
                    </a:lnTo>
                    <a:lnTo>
                      <a:pt x="32" y="19"/>
                    </a:lnTo>
                    <a:lnTo>
                      <a:pt x="23" y="16"/>
                    </a:lnTo>
                    <a:lnTo>
                      <a:pt x="15" y="12"/>
                    </a:lnTo>
                    <a:lnTo>
                      <a:pt x="6" y="10"/>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3" name="Freeform 134">
                <a:extLst>
                  <a:ext uri="{FF2B5EF4-FFF2-40B4-BE49-F238E27FC236}">
                    <a16:creationId xmlns:a16="http://schemas.microsoft.com/office/drawing/2014/main" id="{98C8E63B-B7DC-4418-B170-5A210620963C}"/>
                  </a:ext>
                </a:extLst>
              </p:cNvPr>
              <p:cNvSpPr>
                <a:spLocks/>
              </p:cNvSpPr>
              <p:nvPr/>
            </p:nvSpPr>
            <p:spPr bwMode="auto">
              <a:xfrm>
                <a:off x="3867" y="3173"/>
                <a:ext cx="11" cy="12"/>
              </a:xfrm>
              <a:custGeom>
                <a:avLst/>
                <a:gdLst>
                  <a:gd name="T0" fmla="*/ 6 w 20"/>
                  <a:gd name="T1" fmla="*/ 12 h 20"/>
                  <a:gd name="T2" fmla="*/ 8 w 20"/>
                  <a:gd name="T3" fmla="*/ 11 h 20"/>
                  <a:gd name="T4" fmla="*/ 9 w 20"/>
                  <a:gd name="T5" fmla="*/ 10 h 20"/>
                  <a:gd name="T6" fmla="*/ 11 w 20"/>
                  <a:gd name="T7" fmla="*/ 8 h 20"/>
                  <a:gd name="T8" fmla="*/ 11 w 20"/>
                  <a:gd name="T9" fmla="*/ 6 h 20"/>
                  <a:gd name="T10" fmla="*/ 10 w 20"/>
                  <a:gd name="T11" fmla="*/ 3 h 20"/>
                  <a:gd name="T12" fmla="*/ 9 w 20"/>
                  <a:gd name="T13" fmla="*/ 2 h 20"/>
                  <a:gd name="T14" fmla="*/ 8 w 20"/>
                  <a:gd name="T15" fmla="*/ 1 h 20"/>
                  <a:gd name="T16" fmla="*/ 5 w 20"/>
                  <a:gd name="T17" fmla="*/ 0 h 20"/>
                  <a:gd name="T18" fmla="*/ 3 w 20"/>
                  <a:gd name="T19" fmla="*/ 1 h 20"/>
                  <a:gd name="T20" fmla="*/ 1 w 20"/>
                  <a:gd name="T21" fmla="*/ 2 h 20"/>
                  <a:gd name="T22" fmla="*/ 0 w 20"/>
                  <a:gd name="T23" fmla="*/ 3 h 20"/>
                  <a:gd name="T24" fmla="*/ 0 w 20"/>
                  <a:gd name="T25" fmla="*/ 6 h 20"/>
                  <a:gd name="T26" fmla="*/ 1 w 20"/>
                  <a:gd name="T27" fmla="*/ 9 h 20"/>
                  <a:gd name="T28" fmla="*/ 2 w 20"/>
                  <a:gd name="T29" fmla="*/ 10 h 20"/>
                  <a:gd name="T30" fmla="*/ 3 w 20"/>
                  <a:gd name="T31" fmla="*/ 11 h 20"/>
                  <a:gd name="T32" fmla="*/ 6 w 20"/>
                  <a:gd name="T33" fmla="*/ 12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0">
                    <a:moveTo>
                      <a:pt x="11" y="20"/>
                    </a:moveTo>
                    <a:lnTo>
                      <a:pt x="15" y="19"/>
                    </a:lnTo>
                    <a:lnTo>
                      <a:pt x="17" y="17"/>
                    </a:lnTo>
                    <a:lnTo>
                      <a:pt x="20" y="14"/>
                    </a:lnTo>
                    <a:lnTo>
                      <a:pt x="20" y="10"/>
                    </a:lnTo>
                    <a:lnTo>
                      <a:pt x="19" y="5"/>
                    </a:lnTo>
                    <a:lnTo>
                      <a:pt x="16" y="3"/>
                    </a:lnTo>
                    <a:lnTo>
                      <a:pt x="14" y="1"/>
                    </a:lnTo>
                    <a:lnTo>
                      <a:pt x="9" y="0"/>
                    </a:lnTo>
                    <a:lnTo>
                      <a:pt x="6" y="1"/>
                    </a:lnTo>
                    <a:lnTo>
                      <a:pt x="2" y="3"/>
                    </a:lnTo>
                    <a:lnTo>
                      <a:pt x="0" y="5"/>
                    </a:lnTo>
                    <a:lnTo>
                      <a:pt x="0" y="10"/>
                    </a:lnTo>
                    <a:lnTo>
                      <a:pt x="1" y="15"/>
                    </a:lnTo>
                    <a:lnTo>
                      <a:pt x="4" y="17"/>
                    </a:lnTo>
                    <a:lnTo>
                      <a:pt x="6" y="19"/>
                    </a:lnTo>
                    <a:lnTo>
                      <a:pt x="11"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4" name="Freeform 135">
                <a:extLst>
                  <a:ext uri="{FF2B5EF4-FFF2-40B4-BE49-F238E27FC236}">
                    <a16:creationId xmlns:a16="http://schemas.microsoft.com/office/drawing/2014/main" id="{DA4EA19D-498D-4473-994A-831D176803E0}"/>
                  </a:ext>
                </a:extLst>
              </p:cNvPr>
              <p:cNvSpPr>
                <a:spLocks/>
              </p:cNvSpPr>
              <p:nvPr/>
            </p:nvSpPr>
            <p:spPr bwMode="auto">
              <a:xfrm>
                <a:off x="3865" y="3191"/>
                <a:ext cx="11" cy="11"/>
              </a:xfrm>
              <a:custGeom>
                <a:avLst/>
                <a:gdLst>
                  <a:gd name="T0" fmla="*/ 6 w 20"/>
                  <a:gd name="T1" fmla="*/ 11 h 21"/>
                  <a:gd name="T2" fmla="*/ 8 w 20"/>
                  <a:gd name="T3" fmla="*/ 10 h 21"/>
                  <a:gd name="T4" fmla="*/ 10 w 20"/>
                  <a:gd name="T5" fmla="*/ 9 h 21"/>
                  <a:gd name="T6" fmla="*/ 10 w 20"/>
                  <a:gd name="T7" fmla="*/ 7 h 21"/>
                  <a:gd name="T8" fmla="*/ 11 w 20"/>
                  <a:gd name="T9" fmla="*/ 5 h 21"/>
                  <a:gd name="T10" fmla="*/ 10 w 20"/>
                  <a:gd name="T11" fmla="*/ 3 h 21"/>
                  <a:gd name="T12" fmla="*/ 9 w 20"/>
                  <a:gd name="T13" fmla="*/ 1 h 21"/>
                  <a:gd name="T14" fmla="*/ 8 w 20"/>
                  <a:gd name="T15" fmla="*/ 1 h 21"/>
                  <a:gd name="T16" fmla="*/ 6 w 20"/>
                  <a:gd name="T17" fmla="*/ 0 h 21"/>
                  <a:gd name="T18" fmla="*/ 3 w 20"/>
                  <a:gd name="T19" fmla="*/ 1 h 21"/>
                  <a:gd name="T20" fmla="*/ 2 w 20"/>
                  <a:gd name="T21" fmla="*/ 2 h 21"/>
                  <a:gd name="T22" fmla="*/ 1 w 20"/>
                  <a:gd name="T23" fmla="*/ 3 h 21"/>
                  <a:gd name="T24" fmla="*/ 0 w 20"/>
                  <a:gd name="T25" fmla="*/ 6 h 21"/>
                  <a:gd name="T26" fmla="*/ 1 w 20"/>
                  <a:gd name="T27" fmla="*/ 8 h 21"/>
                  <a:gd name="T28" fmla="*/ 2 w 20"/>
                  <a:gd name="T29" fmla="*/ 9 h 21"/>
                  <a:gd name="T30" fmla="*/ 3 w 20"/>
                  <a:gd name="T31" fmla="*/ 10 h 21"/>
                  <a:gd name="T32" fmla="*/ 6 w 20"/>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1">
                    <a:moveTo>
                      <a:pt x="11" y="21"/>
                    </a:moveTo>
                    <a:lnTo>
                      <a:pt x="15" y="20"/>
                    </a:lnTo>
                    <a:lnTo>
                      <a:pt x="18" y="17"/>
                    </a:lnTo>
                    <a:lnTo>
                      <a:pt x="19" y="14"/>
                    </a:lnTo>
                    <a:lnTo>
                      <a:pt x="20" y="9"/>
                    </a:lnTo>
                    <a:lnTo>
                      <a:pt x="19" y="6"/>
                    </a:lnTo>
                    <a:lnTo>
                      <a:pt x="17" y="2"/>
                    </a:lnTo>
                    <a:lnTo>
                      <a:pt x="15" y="1"/>
                    </a:lnTo>
                    <a:lnTo>
                      <a:pt x="10" y="0"/>
                    </a:lnTo>
                    <a:lnTo>
                      <a:pt x="5" y="1"/>
                    </a:lnTo>
                    <a:lnTo>
                      <a:pt x="3" y="4"/>
                    </a:lnTo>
                    <a:lnTo>
                      <a:pt x="1" y="6"/>
                    </a:lnTo>
                    <a:lnTo>
                      <a:pt x="0" y="11"/>
                    </a:lnTo>
                    <a:lnTo>
                      <a:pt x="1" y="15"/>
                    </a:lnTo>
                    <a:lnTo>
                      <a:pt x="4" y="17"/>
                    </a:lnTo>
                    <a:lnTo>
                      <a:pt x="6" y="20"/>
                    </a:lnTo>
                    <a:lnTo>
                      <a:pt x="11"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5" name="Freeform 136">
                <a:extLst>
                  <a:ext uri="{FF2B5EF4-FFF2-40B4-BE49-F238E27FC236}">
                    <a16:creationId xmlns:a16="http://schemas.microsoft.com/office/drawing/2014/main" id="{1D2ACD10-ADC9-491C-A2AB-6358B0AB6172}"/>
                  </a:ext>
                </a:extLst>
              </p:cNvPr>
              <p:cNvSpPr>
                <a:spLocks/>
              </p:cNvSpPr>
              <p:nvPr/>
            </p:nvSpPr>
            <p:spPr bwMode="auto">
              <a:xfrm>
                <a:off x="3863" y="3213"/>
                <a:ext cx="11" cy="11"/>
              </a:xfrm>
              <a:custGeom>
                <a:avLst/>
                <a:gdLst>
                  <a:gd name="T0" fmla="*/ 5 w 21"/>
                  <a:gd name="T1" fmla="*/ 11 h 21"/>
                  <a:gd name="T2" fmla="*/ 8 w 21"/>
                  <a:gd name="T3" fmla="*/ 10 h 21"/>
                  <a:gd name="T4" fmla="*/ 9 w 21"/>
                  <a:gd name="T5" fmla="*/ 9 h 21"/>
                  <a:gd name="T6" fmla="*/ 10 w 21"/>
                  <a:gd name="T7" fmla="*/ 7 h 21"/>
                  <a:gd name="T8" fmla="*/ 11 w 21"/>
                  <a:gd name="T9" fmla="*/ 5 h 21"/>
                  <a:gd name="T10" fmla="*/ 10 w 21"/>
                  <a:gd name="T11" fmla="*/ 3 h 21"/>
                  <a:gd name="T12" fmla="*/ 9 w 21"/>
                  <a:gd name="T13" fmla="*/ 2 h 21"/>
                  <a:gd name="T14" fmla="*/ 8 w 21"/>
                  <a:gd name="T15" fmla="*/ 1 h 21"/>
                  <a:gd name="T16" fmla="*/ 5 w 21"/>
                  <a:gd name="T17" fmla="*/ 0 h 21"/>
                  <a:gd name="T18" fmla="*/ 3 w 21"/>
                  <a:gd name="T19" fmla="*/ 1 h 21"/>
                  <a:gd name="T20" fmla="*/ 2 w 21"/>
                  <a:gd name="T21" fmla="*/ 2 h 21"/>
                  <a:gd name="T22" fmla="*/ 1 w 21"/>
                  <a:gd name="T23" fmla="*/ 3 h 21"/>
                  <a:gd name="T24" fmla="*/ 0 w 21"/>
                  <a:gd name="T25" fmla="*/ 6 h 21"/>
                  <a:gd name="T26" fmla="*/ 1 w 21"/>
                  <a:gd name="T27" fmla="*/ 8 h 21"/>
                  <a:gd name="T28" fmla="*/ 2 w 21"/>
                  <a:gd name="T29" fmla="*/ 9 h 21"/>
                  <a:gd name="T30" fmla="*/ 3 w 21"/>
                  <a:gd name="T31" fmla="*/ 10 h 21"/>
                  <a:gd name="T32" fmla="*/ 5 w 21"/>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21">
                    <a:moveTo>
                      <a:pt x="10" y="21"/>
                    </a:moveTo>
                    <a:lnTo>
                      <a:pt x="15" y="20"/>
                    </a:lnTo>
                    <a:lnTo>
                      <a:pt x="17" y="18"/>
                    </a:lnTo>
                    <a:lnTo>
                      <a:pt x="20" y="14"/>
                    </a:lnTo>
                    <a:lnTo>
                      <a:pt x="21" y="10"/>
                    </a:lnTo>
                    <a:lnTo>
                      <a:pt x="20" y="6"/>
                    </a:lnTo>
                    <a:lnTo>
                      <a:pt x="17" y="3"/>
                    </a:lnTo>
                    <a:lnTo>
                      <a:pt x="15" y="1"/>
                    </a:lnTo>
                    <a:lnTo>
                      <a:pt x="10" y="0"/>
                    </a:lnTo>
                    <a:lnTo>
                      <a:pt x="6" y="1"/>
                    </a:lnTo>
                    <a:lnTo>
                      <a:pt x="4" y="4"/>
                    </a:lnTo>
                    <a:lnTo>
                      <a:pt x="1" y="6"/>
                    </a:lnTo>
                    <a:lnTo>
                      <a:pt x="0" y="11"/>
                    </a:lnTo>
                    <a:lnTo>
                      <a:pt x="1" y="15"/>
                    </a:lnTo>
                    <a:lnTo>
                      <a:pt x="4" y="18"/>
                    </a:lnTo>
                    <a:lnTo>
                      <a:pt x="6" y="20"/>
                    </a:lnTo>
                    <a:lnTo>
                      <a:pt x="10"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6" name="Freeform 137">
                <a:extLst>
                  <a:ext uri="{FF2B5EF4-FFF2-40B4-BE49-F238E27FC236}">
                    <a16:creationId xmlns:a16="http://schemas.microsoft.com/office/drawing/2014/main" id="{6E8F3EA1-757A-4E0A-8498-B4EEEA5FA7BB}"/>
                  </a:ext>
                </a:extLst>
              </p:cNvPr>
              <p:cNvSpPr>
                <a:spLocks/>
              </p:cNvSpPr>
              <p:nvPr/>
            </p:nvSpPr>
            <p:spPr bwMode="auto">
              <a:xfrm>
                <a:off x="3745" y="3048"/>
                <a:ext cx="65" cy="126"/>
              </a:xfrm>
              <a:custGeom>
                <a:avLst/>
                <a:gdLst>
                  <a:gd name="T0" fmla="*/ 42 w 118"/>
                  <a:gd name="T1" fmla="*/ 80 h 229"/>
                  <a:gd name="T2" fmla="*/ 45 w 118"/>
                  <a:gd name="T3" fmla="*/ 94 h 229"/>
                  <a:gd name="T4" fmla="*/ 47 w 118"/>
                  <a:gd name="T5" fmla="*/ 101 h 229"/>
                  <a:gd name="T6" fmla="*/ 52 w 118"/>
                  <a:gd name="T7" fmla="*/ 107 h 229"/>
                  <a:gd name="T8" fmla="*/ 57 w 118"/>
                  <a:gd name="T9" fmla="*/ 117 h 229"/>
                  <a:gd name="T10" fmla="*/ 63 w 118"/>
                  <a:gd name="T11" fmla="*/ 123 h 229"/>
                  <a:gd name="T12" fmla="*/ 63 w 118"/>
                  <a:gd name="T13" fmla="*/ 122 h 229"/>
                  <a:gd name="T14" fmla="*/ 63 w 118"/>
                  <a:gd name="T15" fmla="*/ 107 h 229"/>
                  <a:gd name="T16" fmla="*/ 60 w 118"/>
                  <a:gd name="T17" fmla="*/ 91 h 229"/>
                  <a:gd name="T18" fmla="*/ 55 w 118"/>
                  <a:gd name="T19" fmla="*/ 73 h 229"/>
                  <a:gd name="T20" fmla="*/ 53 w 118"/>
                  <a:gd name="T21" fmla="*/ 58 h 229"/>
                  <a:gd name="T22" fmla="*/ 51 w 118"/>
                  <a:gd name="T23" fmla="*/ 43 h 229"/>
                  <a:gd name="T24" fmla="*/ 48 w 118"/>
                  <a:gd name="T25" fmla="*/ 31 h 229"/>
                  <a:gd name="T26" fmla="*/ 45 w 118"/>
                  <a:gd name="T27" fmla="*/ 13 h 229"/>
                  <a:gd name="T28" fmla="*/ 43 w 118"/>
                  <a:gd name="T29" fmla="*/ 4 h 229"/>
                  <a:gd name="T30" fmla="*/ 41 w 118"/>
                  <a:gd name="T31" fmla="*/ 1 h 229"/>
                  <a:gd name="T32" fmla="*/ 38 w 118"/>
                  <a:gd name="T33" fmla="*/ 3 h 229"/>
                  <a:gd name="T34" fmla="*/ 30 w 118"/>
                  <a:gd name="T35" fmla="*/ 7 h 229"/>
                  <a:gd name="T36" fmla="*/ 29 w 118"/>
                  <a:gd name="T37" fmla="*/ 15 h 229"/>
                  <a:gd name="T38" fmla="*/ 34 w 118"/>
                  <a:gd name="T39" fmla="*/ 28 h 229"/>
                  <a:gd name="T40" fmla="*/ 35 w 118"/>
                  <a:gd name="T41" fmla="*/ 40 h 229"/>
                  <a:gd name="T42" fmla="*/ 40 w 118"/>
                  <a:gd name="T43" fmla="*/ 54 h 229"/>
                  <a:gd name="T44" fmla="*/ 39 w 118"/>
                  <a:gd name="T45" fmla="*/ 57 h 229"/>
                  <a:gd name="T46" fmla="*/ 34 w 118"/>
                  <a:gd name="T47" fmla="*/ 48 h 229"/>
                  <a:gd name="T48" fmla="*/ 27 w 118"/>
                  <a:gd name="T49" fmla="*/ 39 h 229"/>
                  <a:gd name="T50" fmla="*/ 21 w 118"/>
                  <a:gd name="T51" fmla="*/ 30 h 229"/>
                  <a:gd name="T52" fmla="*/ 14 w 118"/>
                  <a:gd name="T53" fmla="*/ 33 h 229"/>
                  <a:gd name="T54" fmla="*/ 4 w 118"/>
                  <a:gd name="T55" fmla="*/ 40 h 229"/>
                  <a:gd name="T56" fmla="*/ 3 w 118"/>
                  <a:gd name="T57" fmla="*/ 44 h 229"/>
                  <a:gd name="T58" fmla="*/ 10 w 118"/>
                  <a:gd name="T59" fmla="*/ 48 h 229"/>
                  <a:gd name="T60" fmla="*/ 18 w 118"/>
                  <a:gd name="T61" fmla="*/ 51 h 229"/>
                  <a:gd name="T62" fmla="*/ 28 w 118"/>
                  <a:gd name="T63" fmla="*/ 58 h 229"/>
                  <a:gd name="T64" fmla="*/ 31 w 118"/>
                  <a:gd name="T65" fmla="*/ 64 h 229"/>
                  <a:gd name="T66" fmla="*/ 36 w 118"/>
                  <a:gd name="T67" fmla="*/ 72 h 2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8" h="229">
                    <a:moveTo>
                      <a:pt x="76" y="131"/>
                    </a:moveTo>
                    <a:lnTo>
                      <a:pt x="77" y="145"/>
                    </a:lnTo>
                    <a:lnTo>
                      <a:pt x="79" y="160"/>
                    </a:lnTo>
                    <a:lnTo>
                      <a:pt x="81" y="171"/>
                    </a:lnTo>
                    <a:lnTo>
                      <a:pt x="84" y="178"/>
                    </a:lnTo>
                    <a:lnTo>
                      <a:pt x="86" y="183"/>
                    </a:lnTo>
                    <a:lnTo>
                      <a:pt x="90" y="189"/>
                    </a:lnTo>
                    <a:lnTo>
                      <a:pt x="94" y="195"/>
                    </a:lnTo>
                    <a:lnTo>
                      <a:pt x="99" y="204"/>
                    </a:lnTo>
                    <a:lnTo>
                      <a:pt x="103" y="212"/>
                    </a:lnTo>
                    <a:lnTo>
                      <a:pt x="109" y="219"/>
                    </a:lnTo>
                    <a:lnTo>
                      <a:pt x="114" y="224"/>
                    </a:lnTo>
                    <a:lnTo>
                      <a:pt x="118" y="229"/>
                    </a:lnTo>
                    <a:lnTo>
                      <a:pt x="115" y="221"/>
                    </a:lnTo>
                    <a:lnTo>
                      <a:pt x="114" y="208"/>
                    </a:lnTo>
                    <a:lnTo>
                      <a:pt x="114" y="194"/>
                    </a:lnTo>
                    <a:lnTo>
                      <a:pt x="113" y="181"/>
                    </a:lnTo>
                    <a:lnTo>
                      <a:pt x="109" y="166"/>
                    </a:lnTo>
                    <a:lnTo>
                      <a:pt x="105" y="148"/>
                    </a:lnTo>
                    <a:lnTo>
                      <a:pt x="100" y="132"/>
                    </a:lnTo>
                    <a:lnTo>
                      <a:pt x="99" y="121"/>
                    </a:lnTo>
                    <a:lnTo>
                      <a:pt x="96" y="106"/>
                    </a:lnTo>
                    <a:lnTo>
                      <a:pt x="94" y="91"/>
                    </a:lnTo>
                    <a:lnTo>
                      <a:pt x="92" y="78"/>
                    </a:lnTo>
                    <a:lnTo>
                      <a:pt x="91" y="69"/>
                    </a:lnTo>
                    <a:lnTo>
                      <a:pt x="88" y="57"/>
                    </a:lnTo>
                    <a:lnTo>
                      <a:pt x="85" y="41"/>
                    </a:lnTo>
                    <a:lnTo>
                      <a:pt x="81" y="24"/>
                    </a:lnTo>
                    <a:lnTo>
                      <a:pt x="79" y="9"/>
                    </a:lnTo>
                    <a:lnTo>
                      <a:pt x="78" y="7"/>
                    </a:lnTo>
                    <a:lnTo>
                      <a:pt x="76" y="4"/>
                    </a:lnTo>
                    <a:lnTo>
                      <a:pt x="75" y="2"/>
                    </a:lnTo>
                    <a:lnTo>
                      <a:pt x="72" y="0"/>
                    </a:lnTo>
                    <a:lnTo>
                      <a:pt x="69" y="5"/>
                    </a:lnTo>
                    <a:lnTo>
                      <a:pt x="63" y="10"/>
                    </a:lnTo>
                    <a:lnTo>
                      <a:pt x="55" y="13"/>
                    </a:lnTo>
                    <a:lnTo>
                      <a:pt x="47" y="13"/>
                    </a:lnTo>
                    <a:lnTo>
                      <a:pt x="53" y="27"/>
                    </a:lnTo>
                    <a:lnTo>
                      <a:pt x="57" y="40"/>
                    </a:lnTo>
                    <a:lnTo>
                      <a:pt x="61" y="51"/>
                    </a:lnTo>
                    <a:lnTo>
                      <a:pt x="62" y="62"/>
                    </a:lnTo>
                    <a:lnTo>
                      <a:pt x="64" y="72"/>
                    </a:lnTo>
                    <a:lnTo>
                      <a:pt x="68" y="85"/>
                    </a:lnTo>
                    <a:lnTo>
                      <a:pt x="72" y="98"/>
                    </a:lnTo>
                    <a:lnTo>
                      <a:pt x="73" y="108"/>
                    </a:lnTo>
                    <a:lnTo>
                      <a:pt x="71" y="103"/>
                    </a:lnTo>
                    <a:lnTo>
                      <a:pt x="66" y="96"/>
                    </a:lnTo>
                    <a:lnTo>
                      <a:pt x="62" y="88"/>
                    </a:lnTo>
                    <a:lnTo>
                      <a:pt x="55" y="79"/>
                    </a:lnTo>
                    <a:lnTo>
                      <a:pt x="49" y="70"/>
                    </a:lnTo>
                    <a:lnTo>
                      <a:pt x="43" y="62"/>
                    </a:lnTo>
                    <a:lnTo>
                      <a:pt x="38" y="55"/>
                    </a:lnTo>
                    <a:lnTo>
                      <a:pt x="33" y="49"/>
                    </a:lnTo>
                    <a:lnTo>
                      <a:pt x="25" y="60"/>
                    </a:lnTo>
                    <a:lnTo>
                      <a:pt x="17" y="68"/>
                    </a:lnTo>
                    <a:lnTo>
                      <a:pt x="8" y="73"/>
                    </a:lnTo>
                    <a:lnTo>
                      <a:pt x="0" y="77"/>
                    </a:lnTo>
                    <a:lnTo>
                      <a:pt x="5" y="80"/>
                    </a:lnTo>
                    <a:lnTo>
                      <a:pt x="11" y="84"/>
                    </a:lnTo>
                    <a:lnTo>
                      <a:pt x="18" y="87"/>
                    </a:lnTo>
                    <a:lnTo>
                      <a:pt x="25" y="90"/>
                    </a:lnTo>
                    <a:lnTo>
                      <a:pt x="33" y="93"/>
                    </a:lnTo>
                    <a:lnTo>
                      <a:pt x="42" y="99"/>
                    </a:lnTo>
                    <a:lnTo>
                      <a:pt x="50" y="106"/>
                    </a:lnTo>
                    <a:lnTo>
                      <a:pt x="55" y="111"/>
                    </a:lnTo>
                    <a:lnTo>
                      <a:pt x="56" y="117"/>
                    </a:lnTo>
                    <a:lnTo>
                      <a:pt x="61" y="125"/>
                    </a:lnTo>
                    <a:lnTo>
                      <a:pt x="66" y="131"/>
                    </a:lnTo>
                    <a:lnTo>
                      <a:pt x="76" y="13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7" name="Freeform 138">
                <a:extLst>
                  <a:ext uri="{FF2B5EF4-FFF2-40B4-BE49-F238E27FC236}">
                    <a16:creationId xmlns:a16="http://schemas.microsoft.com/office/drawing/2014/main" id="{E648055F-A895-4413-B33D-F0110EA2B639}"/>
                  </a:ext>
                </a:extLst>
              </p:cNvPr>
              <p:cNvSpPr>
                <a:spLocks/>
              </p:cNvSpPr>
              <p:nvPr/>
            </p:nvSpPr>
            <p:spPr bwMode="auto">
              <a:xfrm>
                <a:off x="3749" y="3311"/>
                <a:ext cx="108" cy="93"/>
              </a:xfrm>
              <a:custGeom>
                <a:avLst/>
                <a:gdLst>
                  <a:gd name="T0" fmla="*/ 67 w 197"/>
                  <a:gd name="T1" fmla="*/ 5 h 169"/>
                  <a:gd name="T2" fmla="*/ 61 w 197"/>
                  <a:gd name="T3" fmla="*/ 2 h 169"/>
                  <a:gd name="T4" fmla="*/ 56 w 197"/>
                  <a:gd name="T5" fmla="*/ 0 h 169"/>
                  <a:gd name="T6" fmla="*/ 51 w 197"/>
                  <a:gd name="T7" fmla="*/ 1 h 169"/>
                  <a:gd name="T8" fmla="*/ 46 w 197"/>
                  <a:gd name="T9" fmla="*/ 3 h 169"/>
                  <a:gd name="T10" fmla="*/ 40 w 197"/>
                  <a:gd name="T11" fmla="*/ 7 h 169"/>
                  <a:gd name="T12" fmla="*/ 34 w 197"/>
                  <a:gd name="T13" fmla="*/ 10 h 169"/>
                  <a:gd name="T14" fmla="*/ 25 w 197"/>
                  <a:gd name="T15" fmla="*/ 15 h 169"/>
                  <a:gd name="T16" fmla="*/ 15 w 197"/>
                  <a:gd name="T17" fmla="*/ 20 h 169"/>
                  <a:gd name="T18" fmla="*/ 5 w 197"/>
                  <a:gd name="T19" fmla="*/ 24 h 169"/>
                  <a:gd name="T20" fmla="*/ 2 w 197"/>
                  <a:gd name="T21" fmla="*/ 28 h 169"/>
                  <a:gd name="T22" fmla="*/ 4 w 197"/>
                  <a:gd name="T23" fmla="*/ 31 h 169"/>
                  <a:gd name="T24" fmla="*/ 9 w 197"/>
                  <a:gd name="T25" fmla="*/ 51 h 169"/>
                  <a:gd name="T26" fmla="*/ 8 w 197"/>
                  <a:gd name="T27" fmla="*/ 79 h 169"/>
                  <a:gd name="T28" fmla="*/ 2 w 197"/>
                  <a:gd name="T29" fmla="*/ 91 h 169"/>
                  <a:gd name="T30" fmla="*/ 8 w 197"/>
                  <a:gd name="T31" fmla="*/ 87 h 169"/>
                  <a:gd name="T32" fmla="*/ 13 w 197"/>
                  <a:gd name="T33" fmla="*/ 85 h 169"/>
                  <a:gd name="T34" fmla="*/ 18 w 197"/>
                  <a:gd name="T35" fmla="*/ 84 h 169"/>
                  <a:gd name="T36" fmla="*/ 22 w 197"/>
                  <a:gd name="T37" fmla="*/ 86 h 169"/>
                  <a:gd name="T38" fmla="*/ 29 w 197"/>
                  <a:gd name="T39" fmla="*/ 87 h 169"/>
                  <a:gd name="T40" fmla="*/ 35 w 197"/>
                  <a:gd name="T41" fmla="*/ 87 h 169"/>
                  <a:gd name="T42" fmla="*/ 42 w 197"/>
                  <a:gd name="T43" fmla="*/ 86 h 169"/>
                  <a:gd name="T44" fmla="*/ 48 w 197"/>
                  <a:gd name="T45" fmla="*/ 82 h 169"/>
                  <a:gd name="T46" fmla="*/ 59 w 197"/>
                  <a:gd name="T47" fmla="*/ 75 h 169"/>
                  <a:gd name="T48" fmla="*/ 69 w 197"/>
                  <a:gd name="T49" fmla="*/ 69 h 169"/>
                  <a:gd name="T50" fmla="*/ 77 w 197"/>
                  <a:gd name="T51" fmla="*/ 65 h 169"/>
                  <a:gd name="T52" fmla="*/ 82 w 197"/>
                  <a:gd name="T53" fmla="*/ 65 h 169"/>
                  <a:gd name="T54" fmla="*/ 88 w 197"/>
                  <a:gd name="T55" fmla="*/ 64 h 169"/>
                  <a:gd name="T56" fmla="*/ 94 w 197"/>
                  <a:gd name="T57" fmla="*/ 64 h 169"/>
                  <a:gd name="T58" fmla="*/ 99 w 197"/>
                  <a:gd name="T59" fmla="*/ 64 h 169"/>
                  <a:gd name="T60" fmla="*/ 104 w 197"/>
                  <a:gd name="T61" fmla="*/ 58 h 169"/>
                  <a:gd name="T62" fmla="*/ 107 w 197"/>
                  <a:gd name="T63" fmla="*/ 44 h 169"/>
                  <a:gd name="T64" fmla="*/ 108 w 197"/>
                  <a:gd name="T65" fmla="*/ 34 h 169"/>
                  <a:gd name="T66" fmla="*/ 104 w 197"/>
                  <a:gd name="T67" fmla="*/ 28 h 169"/>
                  <a:gd name="T68" fmla="*/ 100 w 197"/>
                  <a:gd name="T69" fmla="*/ 21 h 169"/>
                  <a:gd name="T70" fmla="*/ 98 w 197"/>
                  <a:gd name="T71" fmla="*/ 12 h 169"/>
                  <a:gd name="T72" fmla="*/ 94 w 197"/>
                  <a:gd name="T73" fmla="*/ 7 h 169"/>
                  <a:gd name="T74" fmla="*/ 88 w 197"/>
                  <a:gd name="T75" fmla="*/ 7 h 169"/>
                  <a:gd name="T76" fmla="*/ 81 w 197"/>
                  <a:gd name="T77" fmla="*/ 7 h 169"/>
                  <a:gd name="T78" fmla="*/ 74 w 197"/>
                  <a:gd name="T79" fmla="*/ 6 h 16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7" h="169">
                    <a:moveTo>
                      <a:pt x="125" y="13"/>
                    </a:moveTo>
                    <a:lnTo>
                      <a:pt x="122" y="9"/>
                    </a:lnTo>
                    <a:lnTo>
                      <a:pt x="117" y="7"/>
                    </a:lnTo>
                    <a:lnTo>
                      <a:pt x="111" y="4"/>
                    </a:lnTo>
                    <a:lnTo>
                      <a:pt x="106" y="1"/>
                    </a:lnTo>
                    <a:lnTo>
                      <a:pt x="102" y="0"/>
                    </a:lnTo>
                    <a:lnTo>
                      <a:pt x="98" y="1"/>
                    </a:lnTo>
                    <a:lnTo>
                      <a:pt x="93" y="2"/>
                    </a:lnTo>
                    <a:lnTo>
                      <a:pt x="88" y="4"/>
                    </a:lnTo>
                    <a:lnTo>
                      <a:pt x="83" y="6"/>
                    </a:lnTo>
                    <a:lnTo>
                      <a:pt x="78" y="9"/>
                    </a:lnTo>
                    <a:lnTo>
                      <a:pt x="73" y="12"/>
                    </a:lnTo>
                    <a:lnTo>
                      <a:pt x="69" y="15"/>
                    </a:lnTo>
                    <a:lnTo>
                      <a:pt x="62" y="19"/>
                    </a:lnTo>
                    <a:lnTo>
                      <a:pt x="55" y="23"/>
                    </a:lnTo>
                    <a:lnTo>
                      <a:pt x="46" y="28"/>
                    </a:lnTo>
                    <a:lnTo>
                      <a:pt x="37" y="32"/>
                    </a:lnTo>
                    <a:lnTo>
                      <a:pt x="27" y="37"/>
                    </a:lnTo>
                    <a:lnTo>
                      <a:pt x="18" y="40"/>
                    </a:lnTo>
                    <a:lnTo>
                      <a:pt x="10" y="43"/>
                    </a:lnTo>
                    <a:lnTo>
                      <a:pt x="3" y="45"/>
                    </a:lnTo>
                    <a:lnTo>
                      <a:pt x="4" y="50"/>
                    </a:lnTo>
                    <a:lnTo>
                      <a:pt x="6" y="53"/>
                    </a:lnTo>
                    <a:lnTo>
                      <a:pt x="7" y="57"/>
                    </a:lnTo>
                    <a:lnTo>
                      <a:pt x="8" y="61"/>
                    </a:lnTo>
                    <a:lnTo>
                      <a:pt x="16" y="93"/>
                    </a:lnTo>
                    <a:lnTo>
                      <a:pt x="19" y="119"/>
                    </a:lnTo>
                    <a:lnTo>
                      <a:pt x="14" y="143"/>
                    </a:lnTo>
                    <a:lnTo>
                      <a:pt x="0" y="169"/>
                    </a:lnTo>
                    <a:lnTo>
                      <a:pt x="4" y="166"/>
                    </a:lnTo>
                    <a:lnTo>
                      <a:pt x="9" y="163"/>
                    </a:lnTo>
                    <a:lnTo>
                      <a:pt x="14" y="159"/>
                    </a:lnTo>
                    <a:lnTo>
                      <a:pt x="18" y="156"/>
                    </a:lnTo>
                    <a:lnTo>
                      <a:pt x="24" y="154"/>
                    </a:lnTo>
                    <a:lnTo>
                      <a:pt x="29" y="153"/>
                    </a:lnTo>
                    <a:lnTo>
                      <a:pt x="32" y="152"/>
                    </a:lnTo>
                    <a:lnTo>
                      <a:pt x="37" y="153"/>
                    </a:lnTo>
                    <a:lnTo>
                      <a:pt x="41" y="156"/>
                    </a:lnTo>
                    <a:lnTo>
                      <a:pt x="46" y="157"/>
                    </a:lnTo>
                    <a:lnTo>
                      <a:pt x="52" y="158"/>
                    </a:lnTo>
                    <a:lnTo>
                      <a:pt x="57" y="159"/>
                    </a:lnTo>
                    <a:lnTo>
                      <a:pt x="63" y="159"/>
                    </a:lnTo>
                    <a:lnTo>
                      <a:pt x="69" y="158"/>
                    </a:lnTo>
                    <a:lnTo>
                      <a:pt x="76" y="157"/>
                    </a:lnTo>
                    <a:lnTo>
                      <a:pt x="82" y="153"/>
                    </a:lnTo>
                    <a:lnTo>
                      <a:pt x="88" y="149"/>
                    </a:lnTo>
                    <a:lnTo>
                      <a:pt x="98" y="143"/>
                    </a:lnTo>
                    <a:lnTo>
                      <a:pt x="107" y="137"/>
                    </a:lnTo>
                    <a:lnTo>
                      <a:pt x="117" y="131"/>
                    </a:lnTo>
                    <a:lnTo>
                      <a:pt x="126" y="126"/>
                    </a:lnTo>
                    <a:lnTo>
                      <a:pt x="135" y="122"/>
                    </a:lnTo>
                    <a:lnTo>
                      <a:pt x="141" y="119"/>
                    </a:lnTo>
                    <a:lnTo>
                      <a:pt x="146" y="118"/>
                    </a:lnTo>
                    <a:lnTo>
                      <a:pt x="149" y="118"/>
                    </a:lnTo>
                    <a:lnTo>
                      <a:pt x="155" y="118"/>
                    </a:lnTo>
                    <a:lnTo>
                      <a:pt x="160" y="116"/>
                    </a:lnTo>
                    <a:lnTo>
                      <a:pt x="166" y="116"/>
                    </a:lnTo>
                    <a:lnTo>
                      <a:pt x="171" y="116"/>
                    </a:lnTo>
                    <a:lnTo>
                      <a:pt x="176" y="116"/>
                    </a:lnTo>
                    <a:lnTo>
                      <a:pt x="181" y="116"/>
                    </a:lnTo>
                    <a:lnTo>
                      <a:pt x="184" y="118"/>
                    </a:lnTo>
                    <a:lnTo>
                      <a:pt x="190" y="106"/>
                    </a:lnTo>
                    <a:lnTo>
                      <a:pt x="193" y="93"/>
                    </a:lnTo>
                    <a:lnTo>
                      <a:pt x="196" y="80"/>
                    </a:lnTo>
                    <a:lnTo>
                      <a:pt x="197" y="70"/>
                    </a:lnTo>
                    <a:lnTo>
                      <a:pt x="197" y="62"/>
                    </a:lnTo>
                    <a:lnTo>
                      <a:pt x="194" y="55"/>
                    </a:lnTo>
                    <a:lnTo>
                      <a:pt x="190" y="51"/>
                    </a:lnTo>
                    <a:lnTo>
                      <a:pt x="182" y="52"/>
                    </a:lnTo>
                    <a:lnTo>
                      <a:pt x="182" y="39"/>
                    </a:lnTo>
                    <a:lnTo>
                      <a:pt x="182" y="29"/>
                    </a:lnTo>
                    <a:lnTo>
                      <a:pt x="179" y="21"/>
                    </a:lnTo>
                    <a:lnTo>
                      <a:pt x="176" y="15"/>
                    </a:lnTo>
                    <a:lnTo>
                      <a:pt x="171" y="13"/>
                    </a:lnTo>
                    <a:lnTo>
                      <a:pt x="166" y="13"/>
                    </a:lnTo>
                    <a:lnTo>
                      <a:pt x="160" y="13"/>
                    </a:lnTo>
                    <a:lnTo>
                      <a:pt x="155" y="14"/>
                    </a:lnTo>
                    <a:lnTo>
                      <a:pt x="148" y="12"/>
                    </a:lnTo>
                    <a:lnTo>
                      <a:pt x="141" y="11"/>
                    </a:lnTo>
                    <a:lnTo>
                      <a:pt x="135" y="11"/>
                    </a:lnTo>
                    <a:lnTo>
                      <a:pt x="125" y="1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8" name="Freeform 139">
                <a:extLst>
                  <a:ext uri="{FF2B5EF4-FFF2-40B4-BE49-F238E27FC236}">
                    <a16:creationId xmlns:a16="http://schemas.microsoft.com/office/drawing/2014/main" id="{7CBBA0BA-CCDB-454E-A98F-FCF8FD030BE5}"/>
                  </a:ext>
                </a:extLst>
              </p:cNvPr>
              <p:cNvSpPr>
                <a:spLocks/>
              </p:cNvSpPr>
              <p:nvPr/>
            </p:nvSpPr>
            <p:spPr bwMode="auto">
              <a:xfrm>
                <a:off x="3751" y="3311"/>
                <a:ext cx="106" cy="65"/>
              </a:xfrm>
              <a:custGeom>
                <a:avLst/>
                <a:gdLst>
                  <a:gd name="T0" fmla="*/ 80 w 194"/>
                  <a:gd name="T1" fmla="*/ 65 h 118"/>
                  <a:gd name="T2" fmla="*/ 86 w 194"/>
                  <a:gd name="T3" fmla="*/ 64 h 118"/>
                  <a:gd name="T4" fmla="*/ 92 w 194"/>
                  <a:gd name="T5" fmla="*/ 64 h 118"/>
                  <a:gd name="T6" fmla="*/ 97 w 194"/>
                  <a:gd name="T7" fmla="*/ 64 h 118"/>
                  <a:gd name="T8" fmla="*/ 101 w 194"/>
                  <a:gd name="T9" fmla="*/ 62 h 118"/>
                  <a:gd name="T10" fmla="*/ 103 w 194"/>
                  <a:gd name="T11" fmla="*/ 54 h 118"/>
                  <a:gd name="T12" fmla="*/ 105 w 194"/>
                  <a:gd name="T13" fmla="*/ 46 h 118"/>
                  <a:gd name="T14" fmla="*/ 106 w 194"/>
                  <a:gd name="T15" fmla="*/ 41 h 118"/>
                  <a:gd name="T16" fmla="*/ 106 w 194"/>
                  <a:gd name="T17" fmla="*/ 34 h 118"/>
                  <a:gd name="T18" fmla="*/ 102 w 194"/>
                  <a:gd name="T19" fmla="*/ 28 h 118"/>
                  <a:gd name="T20" fmla="*/ 98 w 194"/>
                  <a:gd name="T21" fmla="*/ 21 h 118"/>
                  <a:gd name="T22" fmla="*/ 96 w 194"/>
                  <a:gd name="T23" fmla="*/ 12 h 118"/>
                  <a:gd name="T24" fmla="*/ 92 w 194"/>
                  <a:gd name="T25" fmla="*/ 7 h 118"/>
                  <a:gd name="T26" fmla="*/ 86 w 194"/>
                  <a:gd name="T27" fmla="*/ 7 h 118"/>
                  <a:gd name="T28" fmla="*/ 79 w 194"/>
                  <a:gd name="T29" fmla="*/ 7 h 118"/>
                  <a:gd name="T30" fmla="*/ 72 w 194"/>
                  <a:gd name="T31" fmla="*/ 6 h 118"/>
                  <a:gd name="T32" fmla="*/ 65 w 194"/>
                  <a:gd name="T33" fmla="*/ 5 h 118"/>
                  <a:gd name="T34" fmla="*/ 59 w 194"/>
                  <a:gd name="T35" fmla="*/ 2 h 118"/>
                  <a:gd name="T36" fmla="*/ 54 w 194"/>
                  <a:gd name="T37" fmla="*/ 0 h 118"/>
                  <a:gd name="T38" fmla="*/ 49 w 194"/>
                  <a:gd name="T39" fmla="*/ 1 h 118"/>
                  <a:gd name="T40" fmla="*/ 44 w 194"/>
                  <a:gd name="T41" fmla="*/ 3 h 118"/>
                  <a:gd name="T42" fmla="*/ 38 w 194"/>
                  <a:gd name="T43" fmla="*/ 7 h 118"/>
                  <a:gd name="T44" fmla="*/ 32 w 194"/>
                  <a:gd name="T45" fmla="*/ 10 h 118"/>
                  <a:gd name="T46" fmla="*/ 23 w 194"/>
                  <a:gd name="T47" fmla="*/ 15 h 118"/>
                  <a:gd name="T48" fmla="*/ 13 w 194"/>
                  <a:gd name="T49" fmla="*/ 20 h 118"/>
                  <a:gd name="T50" fmla="*/ 4 w 194"/>
                  <a:gd name="T51" fmla="*/ 24 h 118"/>
                  <a:gd name="T52" fmla="*/ 1 w 194"/>
                  <a:gd name="T53" fmla="*/ 28 h 118"/>
                  <a:gd name="T54" fmla="*/ 2 w 194"/>
                  <a:gd name="T55" fmla="*/ 31 h 118"/>
                  <a:gd name="T56" fmla="*/ 9 w 194"/>
                  <a:gd name="T57" fmla="*/ 30 h 118"/>
                  <a:gd name="T58" fmla="*/ 25 w 194"/>
                  <a:gd name="T59" fmla="*/ 20 h 118"/>
                  <a:gd name="T60" fmla="*/ 40 w 194"/>
                  <a:gd name="T61" fmla="*/ 12 h 118"/>
                  <a:gd name="T62" fmla="*/ 52 w 194"/>
                  <a:gd name="T63" fmla="*/ 7 h 118"/>
                  <a:gd name="T64" fmla="*/ 61 w 194"/>
                  <a:gd name="T65" fmla="*/ 13 h 118"/>
                  <a:gd name="T66" fmla="*/ 69 w 194"/>
                  <a:gd name="T67" fmla="*/ 19 h 118"/>
                  <a:gd name="T68" fmla="*/ 76 w 194"/>
                  <a:gd name="T69" fmla="*/ 19 h 118"/>
                  <a:gd name="T70" fmla="*/ 83 w 194"/>
                  <a:gd name="T71" fmla="*/ 18 h 118"/>
                  <a:gd name="T72" fmla="*/ 86 w 194"/>
                  <a:gd name="T73" fmla="*/ 21 h 118"/>
                  <a:gd name="T74" fmla="*/ 86 w 194"/>
                  <a:gd name="T75" fmla="*/ 26 h 118"/>
                  <a:gd name="T76" fmla="*/ 85 w 194"/>
                  <a:gd name="T77" fmla="*/ 30 h 118"/>
                  <a:gd name="T78" fmla="*/ 87 w 194"/>
                  <a:gd name="T79" fmla="*/ 34 h 118"/>
                  <a:gd name="T80" fmla="*/ 91 w 194"/>
                  <a:gd name="T81" fmla="*/ 36 h 118"/>
                  <a:gd name="T82" fmla="*/ 93 w 194"/>
                  <a:gd name="T83" fmla="*/ 40 h 118"/>
                  <a:gd name="T84" fmla="*/ 95 w 194"/>
                  <a:gd name="T85" fmla="*/ 42 h 118"/>
                  <a:gd name="T86" fmla="*/ 96 w 194"/>
                  <a:gd name="T87" fmla="*/ 46 h 118"/>
                  <a:gd name="T88" fmla="*/ 98 w 194"/>
                  <a:gd name="T89" fmla="*/ 48 h 118"/>
                  <a:gd name="T90" fmla="*/ 98 w 194"/>
                  <a:gd name="T91" fmla="*/ 53 h 118"/>
                  <a:gd name="T92" fmla="*/ 95 w 194"/>
                  <a:gd name="T93" fmla="*/ 59 h 118"/>
                  <a:gd name="T94" fmla="*/ 86 w 194"/>
                  <a:gd name="T95" fmla="*/ 63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4" h="118">
                    <a:moveTo>
                      <a:pt x="143" y="118"/>
                    </a:moveTo>
                    <a:lnTo>
                      <a:pt x="146" y="118"/>
                    </a:lnTo>
                    <a:lnTo>
                      <a:pt x="152" y="118"/>
                    </a:lnTo>
                    <a:lnTo>
                      <a:pt x="157" y="116"/>
                    </a:lnTo>
                    <a:lnTo>
                      <a:pt x="163" y="116"/>
                    </a:lnTo>
                    <a:lnTo>
                      <a:pt x="168" y="116"/>
                    </a:lnTo>
                    <a:lnTo>
                      <a:pt x="173" y="116"/>
                    </a:lnTo>
                    <a:lnTo>
                      <a:pt x="178" y="116"/>
                    </a:lnTo>
                    <a:lnTo>
                      <a:pt x="181" y="118"/>
                    </a:lnTo>
                    <a:lnTo>
                      <a:pt x="185" y="112"/>
                    </a:lnTo>
                    <a:lnTo>
                      <a:pt x="187" y="105"/>
                    </a:lnTo>
                    <a:lnTo>
                      <a:pt x="189" y="98"/>
                    </a:lnTo>
                    <a:lnTo>
                      <a:pt x="191" y="90"/>
                    </a:lnTo>
                    <a:lnTo>
                      <a:pt x="193" y="84"/>
                    </a:lnTo>
                    <a:lnTo>
                      <a:pt x="193" y="78"/>
                    </a:lnTo>
                    <a:lnTo>
                      <a:pt x="194" y="74"/>
                    </a:lnTo>
                    <a:lnTo>
                      <a:pt x="194" y="70"/>
                    </a:lnTo>
                    <a:lnTo>
                      <a:pt x="194" y="62"/>
                    </a:lnTo>
                    <a:lnTo>
                      <a:pt x="191" y="55"/>
                    </a:lnTo>
                    <a:lnTo>
                      <a:pt x="187" y="51"/>
                    </a:lnTo>
                    <a:lnTo>
                      <a:pt x="179" y="52"/>
                    </a:lnTo>
                    <a:lnTo>
                      <a:pt x="179" y="39"/>
                    </a:lnTo>
                    <a:lnTo>
                      <a:pt x="179" y="29"/>
                    </a:lnTo>
                    <a:lnTo>
                      <a:pt x="176" y="21"/>
                    </a:lnTo>
                    <a:lnTo>
                      <a:pt x="173" y="15"/>
                    </a:lnTo>
                    <a:lnTo>
                      <a:pt x="168" y="13"/>
                    </a:lnTo>
                    <a:lnTo>
                      <a:pt x="163" y="13"/>
                    </a:lnTo>
                    <a:lnTo>
                      <a:pt x="157" y="13"/>
                    </a:lnTo>
                    <a:lnTo>
                      <a:pt x="152" y="14"/>
                    </a:lnTo>
                    <a:lnTo>
                      <a:pt x="145" y="12"/>
                    </a:lnTo>
                    <a:lnTo>
                      <a:pt x="138" y="11"/>
                    </a:lnTo>
                    <a:lnTo>
                      <a:pt x="132" y="11"/>
                    </a:lnTo>
                    <a:lnTo>
                      <a:pt x="122" y="13"/>
                    </a:lnTo>
                    <a:lnTo>
                      <a:pt x="119" y="9"/>
                    </a:lnTo>
                    <a:lnTo>
                      <a:pt x="114" y="7"/>
                    </a:lnTo>
                    <a:lnTo>
                      <a:pt x="108" y="4"/>
                    </a:lnTo>
                    <a:lnTo>
                      <a:pt x="103" y="1"/>
                    </a:lnTo>
                    <a:lnTo>
                      <a:pt x="99" y="0"/>
                    </a:lnTo>
                    <a:lnTo>
                      <a:pt x="95" y="1"/>
                    </a:lnTo>
                    <a:lnTo>
                      <a:pt x="90" y="2"/>
                    </a:lnTo>
                    <a:lnTo>
                      <a:pt x="85" y="4"/>
                    </a:lnTo>
                    <a:lnTo>
                      <a:pt x="80" y="6"/>
                    </a:lnTo>
                    <a:lnTo>
                      <a:pt x="75" y="9"/>
                    </a:lnTo>
                    <a:lnTo>
                      <a:pt x="70" y="12"/>
                    </a:lnTo>
                    <a:lnTo>
                      <a:pt x="66" y="15"/>
                    </a:lnTo>
                    <a:lnTo>
                      <a:pt x="59" y="19"/>
                    </a:lnTo>
                    <a:lnTo>
                      <a:pt x="52" y="23"/>
                    </a:lnTo>
                    <a:lnTo>
                      <a:pt x="43" y="28"/>
                    </a:lnTo>
                    <a:lnTo>
                      <a:pt x="34" y="32"/>
                    </a:lnTo>
                    <a:lnTo>
                      <a:pt x="24" y="37"/>
                    </a:lnTo>
                    <a:lnTo>
                      <a:pt x="15" y="40"/>
                    </a:lnTo>
                    <a:lnTo>
                      <a:pt x="7" y="43"/>
                    </a:lnTo>
                    <a:lnTo>
                      <a:pt x="0" y="45"/>
                    </a:lnTo>
                    <a:lnTo>
                      <a:pt x="1" y="50"/>
                    </a:lnTo>
                    <a:lnTo>
                      <a:pt x="3" y="53"/>
                    </a:lnTo>
                    <a:lnTo>
                      <a:pt x="4" y="57"/>
                    </a:lnTo>
                    <a:lnTo>
                      <a:pt x="5" y="61"/>
                    </a:lnTo>
                    <a:lnTo>
                      <a:pt x="16" y="54"/>
                    </a:lnTo>
                    <a:lnTo>
                      <a:pt x="30" y="45"/>
                    </a:lnTo>
                    <a:lnTo>
                      <a:pt x="45" y="37"/>
                    </a:lnTo>
                    <a:lnTo>
                      <a:pt x="60" y="28"/>
                    </a:lnTo>
                    <a:lnTo>
                      <a:pt x="74" y="21"/>
                    </a:lnTo>
                    <a:lnTo>
                      <a:pt x="87" y="15"/>
                    </a:lnTo>
                    <a:lnTo>
                      <a:pt x="96" y="13"/>
                    </a:lnTo>
                    <a:lnTo>
                      <a:pt x="103" y="15"/>
                    </a:lnTo>
                    <a:lnTo>
                      <a:pt x="111" y="23"/>
                    </a:lnTo>
                    <a:lnTo>
                      <a:pt x="119" y="30"/>
                    </a:lnTo>
                    <a:lnTo>
                      <a:pt x="126" y="35"/>
                    </a:lnTo>
                    <a:lnTo>
                      <a:pt x="133" y="36"/>
                    </a:lnTo>
                    <a:lnTo>
                      <a:pt x="140" y="34"/>
                    </a:lnTo>
                    <a:lnTo>
                      <a:pt x="145" y="32"/>
                    </a:lnTo>
                    <a:lnTo>
                      <a:pt x="152" y="32"/>
                    </a:lnTo>
                    <a:lnTo>
                      <a:pt x="157" y="35"/>
                    </a:lnTo>
                    <a:lnTo>
                      <a:pt x="158" y="38"/>
                    </a:lnTo>
                    <a:lnTo>
                      <a:pt x="158" y="43"/>
                    </a:lnTo>
                    <a:lnTo>
                      <a:pt x="157" y="47"/>
                    </a:lnTo>
                    <a:lnTo>
                      <a:pt x="156" y="51"/>
                    </a:lnTo>
                    <a:lnTo>
                      <a:pt x="155" y="54"/>
                    </a:lnTo>
                    <a:lnTo>
                      <a:pt x="156" y="58"/>
                    </a:lnTo>
                    <a:lnTo>
                      <a:pt x="159" y="61"/>
                    </a:lnTo>
                    <a:lnTo>
                      <a:pt x="163" y="62"/>
                    </a:lnTo>
                    <a:lnTo>
                      <a:pt x="166" y="65"/>
                    </a:lnTo>
                    <a:lnTo>
                      <a:pt x="168" y="67"/>
                    </a:lnTo>
                    <a:lnTo>
                      <a:pt x="171" y="72"/>
                    </a:lnTo>
                    <a:lnTo>
                      <a:pt x="172" y="75"/>
                    </a:lnTo>
                    <a:lnTo>
                      <a:pt x="173" y="77"/>
                    </a:lnTo>
                    <a:lnTo>
                      <a:pt x="174" y="81"/>
                    </a:lnTo>
                    <a:lnTo>
                      <a:pt x="175" y="83"/>
                    </a:lnTo>
                    <a:lnTo>
                      <a:pt x="178" y="85"/>
                    </a:lnTo>
                    <a:lnTo>
                      <a:pt x="179" y="88"/>
                    </a:lnTo>
                    <a:lnTo>
                      <a:pt x="180" y="91"/>
                    </a:lnTo>
                    <a:lnTo>
                      <a:pt x="179" y="96"/>
                    </a:lnTo>
                    <a:lnTo>
                      <a:pt x="178" y="102"/>
                    </a:lnTo>
                    <a:lnTo>
                      <a:pt x="174" y="107"/>
                    </a:lnTo>
                    <a:lnTo>
                      <a:pt x="167" y="112"/>
                    </a:lnTo>
                    <a:lnTo>
                      <a:pt x="157" y="115"/>
                    </a:lnTo>
                    <a:lnTo>
                      <a:pt x="143" y="1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9" name="Freeform 140">
                <a:extLst>
                  <a:ext uri="{FF2B5EF4-FFF2-40B4-BE49-F238E27FC236}">
                    <a16:creationId xmlns:a16="http://schemas.microsoft.com/office/drawing/2014/main" id="{AAEE810D-E642-48B5-A368-5A33E530D2FD}"/>
                  </a:ext>
                </a:extLst>
              </p:cNvPr>
              <p:cNvSpPr>
                <a:spLocks/>
              </p:cNvSpPr>
              <p:nvPr/>
            </p:nvSpPr>
            <p:spPr bwMode="auto">
              <a:xfrm>
                <a:off x="3446" y="3279"/>
                <a:ext cx="314" cy="191"/>
              </a:xfrm>
              <a:custGeom>
                <a:avLst/>
                <a:gdLst>
                  <a:gd name="T0" fmla="*/ 122 w 573"/>
                  <a:gd name="T1" fmla="*/ 36 h 350"/>
                  <a:gd name="T2" fmla="*/ 142 w 573"/>
                  <a:gd name="T3" fmla="*/ 52 h 350"/>
                  <a:gd name="T4" fmla="*/ 162 w 573"/>
                  <a:gd name="T5" fmla="*/ 57 h 350"/>
                  <a:gd name="T6" fmla="*/ 173 w 573"/>
                  <a:gd name="T7" fmla="*/ 53 h 350"/>
                  <a:gd name="T8" fmla="*/ 184 w 573"/>
                  <a:gd name="T9" fmla="*/ 56 h 350"/>
                  <a:gd name="T10" fmla="*/ 192 w 573"/>
                  <a:gd name="T11" fmla="*/ 64 h 350"/>
                  <a:gd name="T12" fmla="*/ 202 w 573"/>
                  <a:gd name="T13" fmla="*/ 67 h 350"/>
                  <a:gd name="T14" fmla="*/ 212 w 573"/>
                  <a:gd name="T15" fmla="*/ 67 h 350"/>
                  <a:gd name="T16" fmla="*/ 222 w 573"/>
                  <a:gd name="T17" fmla="*/ 65 h 350"/>
                  <a:gd name="T18" fmla="*/ 233 w 573"/>
                  <a:gd name="T19" fmla="*/ 61 h 350"/>
                  <a:gd name="T20" fmla="*/ 242 w 573"/>
                  <a:gd name="T21" fmla="*/ 63 h 350"/>
                  <a:gd name="T22" fmla="*/ 251 w 573"/>
                  <a:gd name="T23" fmla="*/ 67 h 350"/>
                  <a:gd name="T24" fmla="*/ 260 w 573"/>
                  <a:gd name="T25" fmla="*/ 68 h 350"/>
                  <a:gd name="T26" fmla="*/ 272 w 573"/>
                  <a:gd name="T27" fmla="*/ 68 h 350"/>
                  <a:gd name="T28" fmla="*/ 282 w 573"/>
                  <a:gd name="T29" fmla="*/ 67 h 350"/>
                  <a:gd name="T30" fmla="*/ 290 w 573"/>
                  <a:gd name="T31" fmla="*/ 64 h 350"/>
                  <a:gd name="T32" fmla="*/ 300 w 573"/>
                  <a:gd name="T33" fmla="*/ 61 h 350"/>
                  <a:gd name="T34" fmla="*/ 311 w 573"/>
                  <a:gd name="T35" fmla="*/ 79 h 350"/>
                  <a:gd name="T36" fmla="*/ 304 w 573"/>
                  <a:gd name="T37" fmla="*/ 126 h 350"/>
                  <a:gd name="T38" fmla="*/ 290 w 573"/>
                  <a:gd name="T39" fmla="*/ 138 h 350"/>
                  <a:gd name="T40" fmla="*/ 272 w 573"/>
                  <a:gd name="T41" fmla="*/ 150 h 350"/>
                  <a:gd name="T42" fmla="*/ 263 w 573"/>
                  <a:gd name="T43" fmla="*/ 157 h 350"/>
                  <a:gd name="T44" fmla="*/ 250 w 573"/>
                  <a:gd name="T45" fmla="*/ 161 h 350"/>
                  <a:gd name="T46" fmla="*/ 234 w 573"/>
                  <a:gd name="T47" fmla="*/ 164 h 350"/>
                  <a:gd name="T48" fmla="*/ 219 w 573"/>
                  <a:gd name="T49" fmla="*/ 166 h 350"/>
                  <a:gd name="T50" fmla="*/ 202 w 573"/>
                  <a:gd name="T51" fmla="*/ 172 h 350"/>
                  <a:gd name="T52" fmla="*/ 187 w 573"/>
                  <a:gd name="T53" fmla="*/ 178 h 350"/>
                  <a:gd name="T54" fmla="*/ 172 w 573"/>
                  <a:gd name="T55" fmla="*/ 185 h 350"/>
                  <a:gd name="T56" fmla="*/ 156 w 573"/>
                  <a:gd name="T57" fmla="*/ 190 h 350"/>
                  <a:gd name="T58" fmla="*/ 138 w 573"/>
                  <a:gd name="T59" fmla="*/ 189 h 350"/>
                  <a:gd name="T60" fmla="*/ 113 w 573"/>
                  <a:gd name="T61" fmla="*/ 182 h 350"/>
                  <a:gd name="T62" fmla="*/ 93 w 573"/>
                  <a:gd name="T63" fmla="*/ 177 h 350"/>
                  <a:gd name="T64" fmla="*/ 79 w 573"/>
                  <a:gd name="T65" fmla="*/ 165 h 350"/>
                  <a:gd name="T66" fmla="*/ 57 w 573"/>
                  <a:gd name="T67" fmla="*/ 132 h 350"/>
                  <a:gd name="T68" fmla="*/ 32 w 573"/>
                  <a:gd name="T69" fmla="*/ 89 h 350"/>
                  <a:gd name="T70" fmla="*/ 10 w 573"/>
                  <a:gd name="T71" fmla="*/ 46 h 350"/>
                  <a:gd name="T72" fmla="*/ 0 w 573"/>
                  <a:gd name="T73" fmla="*/ 15 h 350"/>
                  <a:gd name="T74" fmla="*/ 8 w 573"/>
                  <a:gd name="T75" fmla="*/ 0 h 350"/>
                  <a:gd name="T76" fmla="*/ 31 w 573"/>
                  <a:gd name="T77" fmla="*/ 8 h 350"/>
                  <a:gd name="T78" fmla="*/ 53 w 573"/>
                  <a:gd name="T79" fmla="*/ 22 h 350"/>
                  <a:gd name="T80" fmla="*/ 65 w 573"/>
                  <a:gd name="T81" fmla="*/ 29 h 350"/>
                  <a:gd name="T82" fmla="*/ 82 w 573"/>
                  <a:gd name="T83" fmla="*/ 32 h 350"/>
                  <a:gd name="T84" fmla="*/ 101 w 573"/>
                  <a:gd name="T85" fmla="*/ 32 h 350"/>
                  <a:gd name="T86" fmla="*/ 110 w 573"/>
                  <a:gd name="T87" fmla="*/ 28 h 35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3" h="350">
                    <a:moveTo>
                      <a:pt x="207" y="47"/>
                    </a:moveTo>
                    <a:lnTo>
                      <a:pt x="214" y="55"/>
                    </a:lnTo>
                    <a:lnTo>
                      <a:pt x="223" y="66"/>
                    </a:lnTo>
                    <a:lnTo>
                      <a:pt x="234" y="76"/>
                    </a:lnTo>
                    <a:lnTo>
                      <a:pt x="246" y="86"/>
                    </a:lnTo>
                    <a:lnTo>
                      <a:pt x="260" y="96"/>
                    </a:lnTo>
                    <a:lnTo>
                      <a:pt x="273" y="103"/>
                    </a:lnTo>
                    <a:lnTo>
                      <a:pt x="285" y="106"/>
                    </a:lnTo>
                    <a:lnTo>
                      <a:pt x="296" y="105"/>
                    </a:lnTo>
                    <a:lnTo>
                      <a:pt x="301" y="103"/>
                    </a:lnTo>
                    <a:lnTo>
                      <a:pt x="308" y="99"/>
                    </a:lnTo>
                    <a:lnTo>
                      <a:pt x="315" y="97"/>
                    </a:lnTo>
                    <a:lnTo>
                      <a:pt x="322" y="97"/>
                    </a:lnTo>
                    <a:lnTo>
                      <a:pt x="329" y="99"/>
                    </a:lnTo>
                    <a:lnTo>
                      <a:pt x="335" y="103"/>
                    </a:lnTo>
                    <a:lnTo>
                      <a:pt x="341" y="107"/>
                    </a:lnTo>
                    <a:lnTo>
                      <a:pt x="346" y="114"/>
                    </a:lnTo>
                    <a:lnTo>
                      <a:pt x="350" y="118"/>
                    </a:lnTo>
                    <a:lnTo>
                      <a:pt x="356" y="120"/>
                    </a:lnTo>
                    <a:lnTo>
                      <a:pt x="361" y="121"/>
                    </a:lnTo>
                    <a:lnTo>
                      <a:pt x="368" y="122"/>
                    </a:lnTo>
                    <a:lnTo>
                      <a:pt x="375" y="123"/>
                    </a:lnTo>
                    <a:lnTo>
                      <a:pt x="381" y="123"/>
                    </a:lnTo>
                    <a:lnTo>
                      <a:pt x="387" y="123"/>
                    </a:lnTo>
                    <a:lnTo>
                      <a:pt x="390" y="123"/>
                    </a:lnTo>
                    <a:lnTo>
                      <a:pt x="396" y="122"/>
                    </a:lnTo>
                    <a:lnTo>
                      <a:pt x="405" y="119"/>
                    </a:lnTo>
                    <a:lnTo>
                      <a:pt x="414" y="114"/>
                    </a:lnTo>
                    <a:lnTo>
                      <a:pt x="421" y="112"/>
                    </a:lnTo>
                    <a:lnTo>
                      <a:pt x="425" y="112"/>
                    </a:lnTo>
                    <a:lnTo>
                      <a:pt x="429" y="113"/>
                    </a:lnTo>
                    <a:lnTo>
                      <a:pt x="434" y="114"/>
                    </a:lnTo>
                    <a:lnTo>
                      <a:pt x="441" y="116"/>
                    </a:lnTo>
                    <a:lnTo>
                      <a:pt x="447" y="119"/>
                    </a:lnTo>
                    <a:lnTo>
                      <a:pt x="452" y="121"/>
                    </a:lnTo>
                    <a:lnTo>
                      <a:pt x="458" y="122"/>
                    </a:lnTo>
                    <a:lnTo>
                      <a:pt x="464" y="123"/>
                    </a:lnTo>
                    <a:lnTo>
                      <a:pt x="470" y="123"/>
                    </a:lnTo>
                    <a:lnTo>
                      <a:pt x="475" y="124"/>
                    </a:lnTo>
                    <a:lnTo>
                      <a:pt x="482" y="124"/>
                    </a:lnTo>
                    <a:lnTo>
                      <a:pt x="489" y="124"/>
                    </a:lnTo>
                    <a:lnTo>
                      <a:pt x="497" y="124"/>
                    </a:lnTo>
                    <a:lnTo>
                      <a:pt x="503" y="124"/>
                    </a:lnTo>
                    <a:lnTo>
                      <a:pt x="510" y="124"/>
                    </a:lnTo>
                    <a:lnTo>
                      <a:pt x="515" y="123"/>
                    </a:lnTo>
                    <a:lnTo>
                      <a:pt x="519" y="122"/>
                    </a:lnTo>
                    <a:lnTo>
                      <a:pt x="524" y="120"/>
                    </a:lnTo>
                    <a:lnTo>
                      <a:pt x="530" y="118"/>
                    </a:lnTo>
                    <a:lnTo>
                      <a:pt x="536" y="115"/>
                    </a:lnTo>
                    <a:lnTo>
                      <a:pt x="542" y="113"/>
                    </a:lnTo>
                    <a:lnTo>
                      <a:pt x="548" y="111"/>
                    </a:lnTo>
                    <a:lnTo>
                      <a:pt x="554" y="108"/>
                    </a:lnTo>
                    <a:lnTo>
                      <a:pt x="557" y="106"/>
                    </a:lnTo>
                    <a:lnTo>
                      <a:pt x="568" y="145"/>
                    </a:lnTo>
                    <a:lnTo>
                      <a:pt x="573" y="175"/>
                    </a:lnTo>
                    <a:lnTo>
                      <a:pt x="569" y="202"/>
                    </a:lnTo>
                    <a:lnTo>
                      <a:pt x="554" y="230"/>
                    </a:lnTo>
                    <a:lnTo>
                      <a:pt x="548" y="236"/>
                    </a:lnTo>
                    <a:lnTo>
                      <a:pt x="540" y="244"/>
                    </a:lnTo>
                    <a:lnTo>
                      <a:pt x="530" y="252"/>
                    </a:lnTo>
                    <a:lnTo>
                      <a:pt x="519" y="260"/>
                    </a:lnTo>
                    <a:lnTo>
                      <a:pt x="508" y="268"/>
                    </a:lnTo>
                    <a:lnTo>
                      <a:pt x="497" y="275"/>
                    </a:lnTo>
                    <a:lnTo>
                      <a:pt x="489" y="281"/>
                    </a:lnTo>
                    <a:lnTo>
                      <a:pt x="485" y="285"/>
                    </a:lnTo>
                    <a:lnTo>
                      <a:pt x="480" y="287"/>
                    </a:lnTo>
                    <a:lnTo>
                      <a:pt x="474" y="290"/>
                    </a:lnTo>
                    <a:lnTo>
                      <a:pt x="466" y="293"/>
                    </a:lnTo>
                    <a:lnTo>
                      <a:pt x="457" y="295"/>
                    </a:lnTo>
                    <a:lnTo>
                      <a:pt x="447" y="297"/>
                    </a:lnTo>
                    <a:lnTo>
                      <a:pt x="436" y="300"/>
                    </a:lnTo>
                    <a:lnTo>
                      <a:pt x="427" y="301"/>
                    </a:lnTo>
                    <a:lnTo>
                      <a:pt x="418" y="302"/>
                    </a:lnTo>
                    <a:lnTo>
                      <a:pt x="409" y="303"/>
                    </a:lnTo>
                    <a:lnTo>
                      <a:pt x="399" y="304"/>
                    </a:lnTo>
                    <a:lnTo>
                      <a:pt x="390" y="308"/>
                    </a:lnTo>
                    <a:lnTo>
                      <a:pt x="380" y="311"/>
                    </a:lnTo>
                    <a:lnTo>
                      <a:pt x="369" y="316"/>
                    </a:lnTo>
                    <a:lnTo>
                      <a:pt x="360" y="319"/>
                    </a:lnTo>
                    <a:lnTo>
                      <a:pt x="351" y="324"/>
                    </a:lnTo>
                    <a:lnTo>
                      <a:pt x="342" y="327"/>
                    </a:lnTo>
                    <a:lnTo>
                      <a:pt x="334" y="331"/>
                    </a:lnTo>
                    <a:lnTo>
                      <a:pt x="325" y="335"/>
                    </a:lnTo>
                    <a:lnTo>
                      <a:pt x="314" y="339"/>
                    </a:lnTo>
                    <a:lnTo>
                      <a:pt x="305" y="343"/>
                    </a:lnTo>
                    <a:lnTo>
                      <a:pt x="295" y="347"/>
                    </a:lnTo>
                    <a:lnTo>
                      <a:pt x="284" y="349"/>
                    </a:lnTo>
                    <a:lnTo>
                      <a:pt x="274" y="350"/>
                    </a:lnTo>
                    <a:lnTo>
                      <a:pt x="263" y="349"/>
                    </a:lnTo>
                    <a:lnTo>
                      <a:pt x="252" y="347"/>
                    </a:lnTo>
                    <a:lnTo>
                      <a:pt x="238" y="343"/>
                    </a:lnTo>
                    <a:lnTo>
                      <a:pt x="223" y="339"/>
                    </a:lnTo>
                    <a:lnTo>
                      <a:pt x="207" y="334"/>
                    </a:lnTo>
                    <a:lnTo>
                      <a:pt x="192" y="330"/>
                    </a:lnTo>
                    <a:lnTo>
                      <a:pt x="179" y="326"/>
                    </a:lnTo>
                    <a:lnTo>
                      <a:pt x="169" y="324"/>
                    </a:lnTo>
                    <a:lnTo>
                      <a:pt x="162" y="324"/>
                    </a:lnTo>
                    <a:lnTo>
                      <a:pt x="155" y="316"/>
                    </a:lnTo>
                    <a:lnTo>
                      <a:pt x="145" y="302"/>
                    </a:lnTo>
                    <a:lnTo>
                      <a:pt x="132" y="285"/>
                    </a:lnTo>
                    <a:lnTo>
                      <a:pt x="119" y="264"/>
                    </a:lnTo>
                    <a:lnTo>
                      <a:pt x="104" y="241"/>
                    </a:lnTo>
                    <a:lnTo>
                      <a:pt x="90" y="217"/>
                    </a:lnTo>
                    <a:lnTo>
                      <a:pt x="73" y="190"/>
                    </a:lnTo>
                    <a:lnTo>
                      <a:pt x="58" y="163"/>
                    </a:lnTo>
                    <a:lnTo>
                      <a:pt x="45" y="136"/>
                    </a:lnTo>
                    <a:lnTo>
                      <a:pt x="31" y="110"/>
                    </a:lnTo>
                    <a:lnTo>
                      <a:pt x="19" y="85"/>
                    </a:lnTo>
                    <a:lnTo>
                      <a:pt x="10" y="62"/>
                    </a:lnTo>
                    <a:lnTo>
                      <a:pt x="3" y="43"/>
                    </a:lnTo>
                    <a:lnTo>
                      <a:pt x="0" y="27"/>
                    </a:lnTo>
                    <a:lnTo>
                      <a:pt x="0" y="14"/>
                    </a:lnTo>
                    <a:lnTo>
                      <a:pt x="4" y="6"/>
                    </a:lnTo>
                    <a:lnTo>
                      <a:pt x="15" y="0"/>
                    </a:lnTo>
                    <a:lnTo>
                      <a:pt x="27" y="1"/>
                    </a:lnTo>
                    <a:lnTo>
                      <a:pt x="41" y="6"/>
                    </a:lnTo>
                    <a:lnTo>
                      <a:pt x="57" y="14"/>
                    </a:lnTo>
                    <a:lnTo>
                      <a:pt x="72" y="23"/>
                    </a:lnTo>
                    <a:lnTo>
                      <a:pt x="86" y="32"/>
                    </a:lnTo>
                    <a:lnTo>
                      <a:pt x="96" y="40"/>
                    </a:lnTo>
                    <a:lnTo>
                      <a:pt x="104" y="46"/>
                    </a:lnTo>
                    <a:lnTo>
                      <a:pt x="111" y="50"/>
                    </a:lnTo>
                    <a:lnTo>
                      <a:pt x="119" y="53"/>
                    </a:lnTo>
                    <a:lnTo>
                      <a:pt x="129" y="54"/>
                    </a:lnTo>
                    <a:lnTo>
                      <a:pt x="139" y="57"/>
                    </a:lnTo>
                    <a:lnTo>
                      <a:pt x="149" y="58"/>
                    </a:lnTo>
                    <a:lnTo>
                      <a:pt x="161" y="59"/>
                    </a:lnTo>
                    <a:lnTo>
                      <a:pt x="172" y="59"/>
                    </a:lnTo>
                    <a:lnTo>
                      <a:pt x="184" y="59"/>
                    </a:lnTo>
                    <a:lnTo>
                      <a:pt x="190" y="57"/>
                    </a:lnTo>
                    <a:lnTo>
                      <a:pt x="195" y="53"/>
                    </a:lnTo>
                    <a:lnTo>
                      <a:pt x="201" y="51"/>
                    </a:lnTo>
                    <a:lnTo>
                      <a:pt x="207" y="4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0" name="Freeform 141">
                <a:extLst>
                  <a:ext uri="{FF2B5EF4-FFF2-40B4-BE49-F238E27FC236}">
                    <a16:creationId xmlns:a16="http://schemas.microsoft.com/office/drawing/2014/main" id="{5AA0F8AB-4812-4DBA-BDD9-1CEEA5614B8A}"/>
                  </a:ext>
                </a:extLst>
              </p:cNvPr>
              <p:cNvSpPr>
                <a:spLocks/>
              </p:cNvSpPr>
              <p:nvPr/>
            </p:nvSpPr>
            <p:spPr bwMode="auto">
              <a:xfrm>
                <a:off x="3561" y="3104"/>
                <a:ext cx="297" cy="233"/>
              </a:xfrm>
              <a:custGeom>
                <a:avLst/>
                <a:gdLst>
                  <a:gd name="T0" fmla="*/ 56 w 545"/>
                  <a:gd name="T1" fmla="*/ 200 h 425"/>
                  <a:gd name="T2" fmla="*/ 45 w 545"/>
                  <a:gd name="T3" fmla="*/ 186 h 425"/>
                  <a:gd name="T4" fmla="*/ 35 w 545"/>
                  <a:gd name="T5" fmla="*/ 177 h 425"/>
                  <a:gd name="T6" fmla="*/ 27 w 545"/>
                  <a:gd name="T7" fmla="*/ 132 h 425"/>
                  <a:gd name="T8" fmla="*/ 15 w 545"/>
                  <a:gd name="T9" fmla="*/ 116 h 425"/>
                  <a:gd name="T10" fmla="*/ 16 w 545"/>
                  <a:gd name="T11" fmla="*/ 105 h 425"/>
                  <a:gd name="T12" fmla="*/ 24 w 545"/>
                  <a:gd name="T13" fmla="*/ 109 h 425"/>
                  <a:gd name="T14" fmla="*/ 33 w 545"/>
                  <a:gd name="T15" fmla="*/ 119 h 425"/>
                  <a:gd name="T16" fmla="*/ 32 w 545"/>
                  <a:gd name="T17" fmla="*/ 97 h 425"/>
                  <a:gd name="T18" fmla="*/ 21 w 545"/>
                  <a:gd name="T19" fmla="*/ 75 h 425"/>
                  <a:gd name="T20" fmla="*/ 22 w 545"/>
                  <a:gd name="T21" fmla="*/ 62 h 425"/>
                  <a:gd name="T22" fmla="*/ 20 w 545"/>
                  <a:gd name="T23" fmla="*/ 51 h 425"/>
                  <a:gd name="T24" fmla="*/ 9 w 545"/>
                  <a:gd name="T25" fmla="*/ 35 h 425"/>
                  <a:gd name="T26" fmla="*/ 1 w 545"/>
                  <a:gd name="T27" fmla="*/ 20 h 425"/>
                  <a:gd name="T28" fmla="*/ 1 w 545"/>
                  <a:gd name="T29" fmla="*/ 13 h 425"/>
                  <a:gd name="T30" fmla="*/ 3 w 545"/>
                  <a:gd name="T31" fmla="*/ 4 h 425"/>
                  <a:gd name="T32" fmla="*/ 14 w 545"/>
                  <a:gd name="T33" fmla="*/ 4 h 425"/>
                  <a:gd name="T34" fmla="*/ 21 w 545"/>
                  <a:gd name="T35" fmla="*/ 15 h 425"/>
                  <a:gd name="T36" fmla="*/ 34 w 545"/>
                  <a:gd name="T37" fmla="*/ 22 h 425"/>
                  <a:gd name="T38" fmla="*/ 53 w 545"/>
                  <a:gd name="T39" fmla="*/ 33 h 425"/>
                  <a:gd name="T40" fmla="*/ 74 w 545"/>
                  <a:gd name="T41" fmla="*/ 48 h 425"/>
                  <a:gd name="T42" fmla="*/ 89 w 545"/>
                  <a:gd name="T43" fmla="*/ 56 h 425"/>
                  <a:gd name="T44" fmla="*/ 102 w 545"/>
                  <a:gd name="T45" fmla="*/ 67 h 425"/>
                  <a:gd name="T46" fmla="*/ 111 w 545"/>
                  <a:gd name="T47" fmla="*/ 78 h 425"/>
                  <a:gd name="T48" fmla="*/ 126 w 545"/>
                  <a:gd name="T49" fmla="*/ 88 h 425"/>
                  <a:gd name="T50" fmla="*/ 157 w 545"/>
                  <a:gd name="T51" fmla="*/ 110 h 425"/>
                  <a:gd name="T52" fmla="*/ 179 w 545"/>
                  <a:gd name="T53" fmla="*/ 125 h 425"/>
                  <a:gd name="T54" fmla="*/ 186 w 545"/>
                  <a:gd name="T55" fmla="*/ 130 h 425"/>
                  <a:gd name="T56" fmla="*/ 198 w 545"/>
                  <a:gd name="T57" fmla="*/ 132 h 425"/>
                  <a:gd name="T58" fmla="*/ 208 w 545"/>
                  <a:gd name="T59" fmla="*/ 135 h 425"/>
                  <a:gd name="T60" fmla="*/ 235 w 545"/>
                  <a:gd name="T61" fmla="*/ 146 h 425"/>
                  <a:gd name="T62" fmla="*/ 261 w 545"/>
                  <a:gd name="T63" fmla="*/ 158 h 425"/>
                  <a:gd name="T64" fmla="*/ 272 w 545"/>
                  <a:gd name="T65" fmla="*/ 173 h 425"/>
                  <a:gd name="T66" fmla="*/ 281 w 545"/>
                  <a:gd name="T67" fmla="*/ 182 h 425"/>
                  <a:gd name="T68" fmla="*/ 289 w 545"/>
                  <a:gd name="T69" fmla="*/ 186 h 425"/>
                  <a:gd name="T70" fmla="*/ 296 w 545"/>
                  <a:gd name="T71" fmla="*/ 191 h 425"/>
                  <a:gd name="T72" fmla="*/ 286 w 545"/>
                  <a:gd name="T73" fmla="*/ 193 h 425"/>
                  <a:gd name="T74" fmla="*/ 270 w 545"/>
                  <a:gd name="T75" fmla="*/ 202 h 425"/>
                  <a:gd name="T76" fmla="*/ 257 w 545"/>
                  <a:gd name="T77" fmla="*/ 215 h 425"/>
                  <a:gd name="T78" fmla="*/ 249 w 545"/>
                  <a:gd name="T79" fmla="*/ 211 h 425"/>
                  <a:gd name="T80" fmla="*/ 242 w 545"/>
                  <a:gd name="T81" fmla="*/ 209 h 425"/>
                  <a:gd name="T82" fmla="*/ 234 w 545"/>
                  <a:gd name="T83" fmla="*/ 212 h 425"/>
                  <a:gd name="T84" fmla="*/ 226 w 545"/>
                  <a:gd name="T85" fmla="*/ 217 h 425"/>
                  <a:gd name="T86" fmla="*/ 214 w 545"/>
                  <a:gd name="T87" fmla="*/ 224 h 425"/>
                  <a:gd name="T88" fmla="*/ 198 w 545"/>
                  <a:gd name="T89" fmla="*/ 230 h 425"/>
                  <a:gd name="T90" fmla="*/ 185 w 545"/>
                  <a:gd name="T91" fmla="*/ 230 h 425"/>
                  <a:gd name="T92" fmla="*/ 156 w 545"/>
                  <a:gd name="T93" fmla="*/ 225 h 425"/>
                  <a:gd name="T94" fmla="*/ 131 w 545"/>
                  <a:gd name="T95" fmla="*/ 225 h 425"/>
                  <a:gd name="T96" fmla="*/ 121 w 545"/>
                  <a:gd name="T97" fmla="*/ 219 h 425"/>
                  <a:gd name="T98" fmla="*/ 112 w 545"/>
                  <a:gd name="T99" fmla="*/ 209 h 425"/>
                  <a:gd name="T100" fmla="*/ 100 w 545"/>
                  <a:gd name="T101" fmla="*/ 207 h 425"/>
                  <a:gd name="T102" fmla="*/ 87 w 545"/>
                  <a:gd name="T103" fmla="*/ 206 h 425"/>
                  <a:gd name="T104" fmla="*/ 81 w 545"/>
                  <a:gd name="T105" fmla="*/ 207 h 425"/>
                  <a:gd name="T106" fmla="*/ 71 w 545"/>
                  <a:gd name="T107" fmla="*/ 209 h 425"/>
                  <a:gd name="T108" fmla="*/ 60 w 545"/>
                  <a:gd name="T109" fmla="*/ 211 h 4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45" h="425">
                    <a:moveTo>
                      <a:pt x="111" y="384"/>
                    </a:moveTo>
                    <a:lnTo>
                      <a:pt x="107" y="374"/>
                    </a:lnTo>
                    <a:lnTo>
                      <a:pt x="103" y="365"/>
                    </a:lnTo>
                    <a:lnTo>
                      <a:pt x="97" y="356"/>
                    </a:lnTo>
                    <a:lnTo>
                      <a:pt x="90" y="348"/>
                    </a:lnTo>
                    <a:lnTo>
                      <a:pt x="83" y="340"/>
                    </a:lnTo>
                    <a:lnTo>
                      <a:pt x="76" y="332"/>
                    </a:lnTo>
                    <a:lnTo>
                      <a:pt x="69" y="326"/>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6" y="332"/>
                    </a:lnTo>
                    <a:lnTo>
                      <a:pt x="522" y="334"/>
                    </a:lnTo>
                    <a:lnTo>
                      <a:pt x="527" y="338"/>
                    </a:lnTo>
                    <a:lnTo>
                      <a:pt x="531" y="340"/>
                    </a:lnTo>
                    <a:lnTo>
                      <a:pt x="536" y="342"/>
                    </a:lnTo>
                    <a:lnTo>
                      <a:pt x="539" y="346"/>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08" y="399"/>
                    </a:lnTo>
                    <a:lnTo>
                      <a:pt x="401" y="403"/>
                    </a:lnTo>
                    <a:lnTo>
                      <a:pt x="392" y="408"/>
                    </a:lnTo>
                    <a:lnTo>
                      <a:pt x="383" y="412"/>
                    </a:lnTo>
                    <a:lnTo>
                      <a:pt x="373" y="417"/>
                    </a:lnTo>
                    <a:lnTo>
                      <a:pt x="364" y="420"/>
                    </a:lnTo>
                    <a:lnTo>
                      <a:pt x="356" y="423"/>
                    </a:lnTo>
                    <a:lnTo>
                      <a:pt x="349" y="425"/>
                    </a:lnTo>
                    <a:lnTo>
                      <a:pt x="339" y="419"/>
                    </a:lnTo>
                    <a:lnTo>
                      <a:pt x="324" y="416"/>
                    </a:lnTo>
                    <a:lnTo>
                      <a:pt x="305" y="412"/>
                    </a:lnTo>
                    <a:lnTo>
                      <a:pt x="287" y="411"/>
                    </a:lnTo>
                    <a:lnTo>
                      <a:pt x="269" y="410"/>
                    </a:lnTo>
                    <a:lnTo>
                      <a:pt x="252" y="410"/>
                    </a:lnTo>
                    <a:lnTo>
                      <a:pt x="241" y="410"/>
                    </a:lnTo>
                    <a:lnTo>
                      <a:pt x="235" y="410"/>
                    </a:lnTo>
                    <a:lnTo>
                      <a:pt x="229" y="407"/>
                    </a:lnTo>
                    <a:lnTo>
                      <a:pt x="222" y="400"/>
                    </a:lnTo>
                    <a:lnTo>
                      <a:pt x="217" y="392"/>
                    </a:lnTo>
                    <a:lnTo>
                      <a:pt x="210" y="384"/>
                    </a:lnTo>
                    <a:lnTo>
                      <a:pt x="205" y="381"/>
                    </a:lnTo>
                    <a:lnTo>
                      <a:pt x="199" y="379"/>
                    </a:lnTo>
                    <a:lnTo>
                      <a:pt x="191" y="377"/>
                    </a:lnTo>
                    <a:lnTo>
                      <a:pt x="183" y="377"/>
                    </a:lnTo>
                    <a:lnTo>
                      <a:pt x="175" y="376"/>
                    </a:lnTo>
                    <a:lnTo>
                      <a:pt x="167" y="376"/>
                    </a:lnTo>
                    <a:lnTo>
                      <a:pt x="160" y="376"/>
                    </a:lnTo>
                    <a:lnTo>
                      <a:pt x="156" y="377"/>
                    </a:lnTo>
                    <a:lnTo>
                      <a:pt x="152" y="378"/>
                    </a:lnTo>
                    <a:lnTo>
                      <a:pt x="148" y="378"/>
                    </a:lnTo>
                    <a:lnTo>
                      <a:pt x="143" y="379"/>
                    </a:lnTo>
                    <a:lnTo>
                      <a:pt x="137" y="380"/>
                    </a:lnTo>
                    <a:lnTo>
                      <a:pt x="131" y="381"/>
                    </a:lnTo>
                    <a:lnTo>
                      <a:pt x="126" y="382"/>
                    </a:lnTo>
                    <a:lnTo>
                      <a:pt x="119" y="384"/>
                    </a:lnTo>
                    <a:lnTo>
                      <a:pt x="111" y="38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1" name="Freeform 142">
                <a:extLst>
                  <a:ext uri="{FF2B5EF4-FFF2-40B4-BE49-F238E27FC236}">
                    <a16:creationId xmlns:a16="http://schemas.microsoft.com/office/drawing/2014/main" id="{EF9818A4-1165-4A7A-B9F8-42E0CA25AB68}"/>
                  </a:ext>
                </a:extLst>
              </p:cNvPr>
              <p:cNvSpPr>
                <a:spLocks/>
              </p:cNvSpPr>
              <p:nvPr/>
            </p:nvSpPr>
            <p:spPr bwMode="auto">
              <a:xfrm>
                <a:off x="3446" y="3279"/>
                <a:ext cx="314" cy="152"/>
              </a:xfrm>
              <a:custGeom>
                <a:avLst/>
                <a:gdLst>
                  <a:gd name="T0" fmla="*/ 107 w 573"/>
                  <a:gd name="T1" fmla="*/ 29 h 280"/>
                  <a:gd name="T2" fmla="*/ 94 w 573"/>
                  <a:gd name="T3" fmla="*/ 32 h 280"/>
                  <a:gd name="T4" fmla="*/ 76 w 573"/>
                  <a:gd name="T5" fmla="*/ 31 h 280"/>
                  <a:gd name="T6" fmla="*/ 61 w 573"/>
                  <a:gd name="T7" fmla="*/ 27 h 280"/>
                  <a:gd name="T8" fmla="*/ 47 w 573"/>
                  <a:gd name="T9" fmla="*/ 17 h 280"/>
                  <a:gd name="T10" fmla="*/ 22 w 573"/>
                  <a:gd name="T11" fmla="*/ 3 h 280"/>
                  <a:gd name="T12" fmla="*/ 2 w 573"/>
                  <a:gd name="T13" fmla="*/ 3 h 280"/>
                  <a:gd name="T14" fmla="*/ 8 w 573"/>
                  <a:gd name="T15" fmla="*/ 28 h 280"/>
                  <a:gd name="T16" fmla="*/ 38 w 573"/>
                  <a:gd name="T17" fmla="*/ 53 h 280"/>
                  <a:gd name="T18" fmla="*/ 67 w 573"/>
                  <a:gd name="T19" fmla="*/ 60 h 280"/>
                  <a:gd name="T20" fmla="*/ 83 w 573"/>
                  <a:gd name="T21" fmla="*/ 58 h 280"/>
                  <a:gd name="T22" fmla="*/ 94 w 573"/>
                  <a:gd name="T23" fmla="*/ 56 h 280"/>
                  <a:gd name="T24" fmla="*/ 100 w 573"/>
                  <a:gd name="T25" fmla="*/ 60 h 280"/>
                  <a:gd name="T26" fmla="*/ 100 w 573"/>
                  <a:gd name="T27" fmla="*/ 71 h 280"/>
                  <a:gd name="T28" fmla="*/ 98 w 573"/>
                  <a:gd name="T29" fmla="*/ 86 h 280"/>
                  <a:gd name="T30" fmla="*/ 107 w 573"/>
                  <a:gd name="T31" fmla="*/ 96 h 280"/>
                  <a:gd name="T32" fmla="*/ 115 w 573"/>
                  <a:gd name="T33" fmla="*/ 91 h 280"/>
                  <a:gd name="T34" fmla="*/ 122 w 573"/>
                  <a:gd name="T35" fmla="*/ 87 h 280"/>
                  <a:gd name="T36" fmla="*/ 124 w 573"/>
                  <a:gd name="T37" fmla="*/ 95 h 280"/>
                  <a:gd name="T38" fmla="*/ 130 w 573"/>
                  <a:gd name="T39" fmla="*/ 130 h 280"/>
                  <a:gd name="T40" fmla="*/ 148 w 573"/>
                  <a:gd name="T41" fmla="*/ 126 h 280"/>
                  <a:gd name="T42" fmla="*/ 152 w 573"/>
                  <a:gd name="T43" fmla="*/ 102 h 280"/>
                  <a:gd name="T44" fmla="*/ 162 w 573"/>
                  <a:gd name="T45" fmla="*/ 84 h 280"/>
                  <a:gd name="T46" fmla="*/ 176 w 573"/>
                  <a:gd name="T47" fmla="*/ 74 h 280"/>
                  <a:gd name="T48" fmla="*/ 190 w 573"/>
                  <a:gd name="T49" fmla="*/ 91 h 280"/>
                  <a:gd name="T50" fmla="*/ 175 w 573"/>
                  <a:gd name="T51" fmla="*/ 122 h 280"/>
                  <a:gd name="T52" fmla="*/ 170 w 573"/>
                  <a:gd name="T53" fmla="*/ 152 h 280"/>
                  <a:gd name="T54" fmla="*/ 184 w 573"/>
                  <a:gd name="T55" fmla="*/ 145 h 280"/>
                  <a:gd name="T56" fmla="*/ 202 w 573"/>
                  <a:gd name="T57" fmla="*/ 127 h 280"/>
                  <a:gd name="T58" fmla="*/ 215 w 573"/>
                  <a:gd name="T59" fmla="*/ 118 h 280"/>
                  <a:gd name="T60" fmla="*/ 239 w 573"/>
                  <a:gd name="T61" fmla="*/ 125 h 280"/>
                  <a:gd name="T62" fmla="*/ 262 w 573"/>
                  <a:gd name="T63" fmla="*/ 127 h 280"/>
                  <a:gd name="T64" fmla="*/ 276 w 573"/>
                  <a:gd name="T65" fmla="*/ 112 h 280"/>
                  <a:gd name="T66" fmla="*/ 287 w 573"/>
                  <a:gd name="T67" fmla="*/ 115 h 280"/>
                  <a:gd name="T68" fmla="*/ 282 w 573"/>
                  <a:gd name="T69" fmla="*/ 134 h 280"/>
                  <a:gd name="T70" fmla="*/ 289 w 573"/>
                  <a:gd name="T71" fmla="*/ 131 h 280"/>
                  <a:gd name="T72" fmla="*/ 299 w 573"/>
                  <a:gd name="T73" fmla="*/ 126 h 280"/>
                  <a:gd name="T74" fmla="*/ 312 w 573"/>
                  <a:gd name="T75" fmla="*/ 110 h 280"/>
                  <a:gd name="T76" fmla="*/ 305 w 573"/>
                  <a:gd name="T77" fmla="*/ 58 h 280"/>
                  <a:gd name="T78" fmla="*/ 297 w 573"/>
                  <a:gd name="T79" fmla="*/ 61 h 280"/>
                  <a:gd name="T80" fmla="*/ 287 w 573"/>
                  <a:gd name="T81" fmla="*/ 65 h 280"/>
                  <a:gd name="T82" fmla="*/ 279 w 573"/>
                  <a:gd name="T83" fmla="*/ 67 h 280"/>
                  <a:gd name="T84" fmla="*/ 268 w 573"/>
                  <a:gd name="T85" fmla="*/ 67 h 280"/>
                  <a:gd name="T86" fmla="*/ 258 w 573"/>
                  <a:gd name="T87" fmla="*/ 67 h 280"/>
                  <a:gd name="T88" fmla="*/ 248 w 573"/>
                  <a:gd name="T89" fmla="*/ 66 h 280"/>
                  <a:gd name="T90" fmla="*/ 238 w 573"/>
                  <a:gd name="T91" fmla="*/ 62 h 280"/>
                  <a:gd name="T92" fmla="*/ 231 w 573"/>
                  <a:gd name="T93" fmla="*/ 61 h 280"/>
                  <a:gd name="T94" fmla="*/ 217 w 573"/>
                  <a:gd name="T95" fmla="*/ 66 h 280"/>
                  <a:gd name="T96" fmla="*/ 209 w 573"/>
                  <a:gd name="T97" fmla="*/ 67 h 280"/>
                  <a:gd name="T98" fmla="*/ 198 w 573"/>
                  <a:gd name="T99" fmla="*/ 66 h 280"/>
                  <a:gd name="T100" fmla="*/ 190 w 573"/>
                  <a:gd name="T101" fmla="*/ 62 h 280"/>
                  <a:gd name="T102" fmla="*/ 180 w 573"/>
                  <a:gd name="T103" fmla="*/ 54 h 280"/>
                  <a:gd name="T104" fmla="*/ 169 w 573"/>
                  <a:gd name="T105" fmla="*/ 54 h 280"/>
                  <a:gd name="T106" fmla="*/ 156 w 573"/>
                  <a:gd name="T107" fmla="*/ 58 h 280"/>
                  <a:gd name="T108" fmla="*/ 135 w 573"/>
                  <a:gd name="T109" fmla="*/ 47 h 280"/>
                  <a:gd name="T110" fmla="*/ 117 w 573"/>
                  <a:gd name="T111" fmla="*/ 30 h 2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3" h="280">
                    <a:moveTo>
                      <a:pt x="207" y="47"/>
                    </a:moveTo>
                    <a:lnTo>
                      <a:pt x="201" y="51"/>
                    </a:lnTo>
                    <a:lnTo>
                      <a:pt x="195" y="53"/>
                    </a:lnTo>
                    <a:lnTo>
                      <a:pt x="190" y="57"/>
                    </a:lnTo>
                    <a:lnTo>
                      <a:pt x="184" y="59"/>
                    </a:lnTo>
                    <a:lnTo>
                      <a:pt x="172" y="59"/>
                    </a:lnTo>
                    <a:lnTo>
                      <a:pt x="161" y="59"/>
                    </a:lnTo>
                    <a:lnTo>
                      <a:pt x="149" y="58"/>
                    </a:lnTo>
                    <a:lnTo>
                      <a:pt x="139" y="57"/>
                    </a:lnTo>
                    <a:lnTo>
                      <a:pt x="129" y="54"/>
                    </a:lnTo>
                    <a:lnTo>
                      <a:pt x="119" y="53"/>
                    </a:lnTo>
                    <a:lnTo>
                      <a:pt x="111" y="50"/>
                    </a:lnTo>
                    <a:lnTo>
                      <a:pt x="104" y="46"/>
                    </a:lnTo>
                    <a:lnTo>
                      <a:pt x="96" y="40"/>
                    </a:lnTo>
                    <a:lnTo>
                      <a:pt x="86" y="32"/>
                    </a:lnTo>
                    <a:lnTo>
                      <a:pt x="72" y="23"/>
                    </a:lnTo>
                    <a:lnTo>
                      <a:pt x="57" y="14"/>
                    </a:lnTo>
                    <a:lnTo>
                      <a:pt x="41" y="6"/>
                    </a:lnTo>
                    <a:lnTo>
                      <a:pt x="27" y="1"/>
                    </a:lnTo>
                    <a:lnTo>
                      <a:pt x="15" y="0"/>
                    </a:lnTo>
                    <a:lnTo>
                      <a:pt x="4" y="6"/>
                    </a:lnTo>
                    <a:lnTo>
                      <a:pt x="0" y="19"/>
                    </a:lnTo>
                    <a:lnTo>
                      <a:pt x="3" y="33"/>
                    </a:lnTo>
                    <a:lnTo>
                      <a:pt x="15" y="51"/>
                    </a:lnTo>
                    <a:lnTo>
                      <a:pt x="31" y="68"/>
                    </a:lnTo>
                    <a:lnTo>
                      <a:pt x="49" y="85"/>
                    </a:lnTo>
                    <a:lnTo>
                      <a:pt x="70" y="98"/>
                    </a:lnTo>
                    <a:lnTo>
                      <a:pt x="91" y="107"/>
                    </a:lnTo>
                    <a:lnTo>
                      <a:pt x="109" y="111"/>
                    </a:lnTo>
                    <a:lnTo>
                      <a:pt x="122" y="110"/>
                    </a:lnTo>
                    <a:lnTo>
                      <a:pt x="133" y="110"/>
                    </a:lnTo>
                    <a:lnTo>
                      <a:pt x="144" y="108"/>
                    </a:lnTo>
                    <a:lnTo>
                      <a:pt x="152" y="106"/>
                    </a:lnTo>
                    <a:lnTo>
                      <a:pt x="160" y="105"/>
                    </a:lnTo>
                    <a:lnTo>
                      <a:pt x="166" y="104"/>
                    </a:lnTo>
                    <a:lnTo>
                      <a:pt x="171" y="103"/>
                    </a:lnTo>
                    <a:lnTo>
                      <a:pt x="175" y="101"/>
                    </a:lnTo>
                    <a:lnTo>
                      <a:pt x="179" y="105"/>
                    </a:lnTo>
                    <a:lnTo>
                      <a:pt x="183" y="110"/>
                    </a:lnTo>
                    <a:lnTo>
                      <a:pt x="184" y="115"/>
                    </a:lnTo>
                    <a:lnTo>
                      <a:pt x="186" y="119"/>
                    </a:lnTo>
                    <a:lnTo>
                      <a:pt x="182" y="131"/>
                    </a:lnTo>
                    <a:lnTo>
                      <a:pt x="178" y="142"/>
                    </a:lnTo>
                    <a:lnTo>
                      <a:pt x="177" y="152"/>
                    </a:lnTo>
                    <a:lnTo>
                      <a:pt x="179" y="158"/>
                    </a:lnTo>
                    <a:lnTo>
                      <a:pt x="184" y="164"/>
                    </a:lnTo>
                    <a:lnTo>
                      <a:pt x="190" y="171"/>
                    </a:lnTo>
                    <a:lnTo>
                      <a:pt x="195" y="176"/>
                    </a:lnTo>
                    <a:lnTo>
                      <a:pt x="200" y="179"/>
                    </a:lnTo>
                    <a:lnTo>
                      <a:pt x="206" y="173"/>
                    </a:lnTo>
                    <a:lnTo>
                      <a:pt x="210" y="167"/>
                    </a:lnTo>
                    <a:lnTo>
                      <a:pt x="215" y="164"/>
                    </a:lnTo>
                    <a:lnTo>
                      <a:pt x="217" y="159"/>
                    </a:lnTo>
                    <a:lnTo>
                      <a:pt x="222" y="161"/>
                    </a:lnTo>
                    <a:lnTo>
                      <a:pt x="224" y="166"/>
                    </a:lnTo>
                    <a:lnTo>
                      <a:pt x="227" y="171"/>
                    </a:lnTo>
                    <a:lnTo>
                      <a:pt x="227" y="175"/>
                    </a:lnTo>
                    <a:lnTo>
                      <a:pt x="227" y="189"/>
                    </a:lnTo>
                    <a:lnTo>
                      <a:pt x="229" y="214"/>
                    </a:lnTo>
                    <a:lnTo>
                      <a:pt x="237" y="239"/>
                    </a:lnTo>
                    <a:lnTo>
                      <a:pt x="253" y="250"/>
                    </a:lnTo>
                    <a:lnTo>
                      <a:pt x="266" y="244"/>
                    </a:lnTo>
                    <a:lnTo>
                      <a:pt x="270" y="232"/>
                    </a:lnTo>
                    <a:lnTo>
                      <a:pt x="272" y="214"/>
                    </a:lnTo>
                    <a:lnTo>
                      <a:pt x="275" y="196"/>
                    </a:lnTo>
                    <a:lnTo>
                      <a:pt x="278" y="187"/>
                    </a:lnTo>
                    <a:lnTo>
                      <a:pt x="283" y="176"/>
                    </a:lnTo>
                    <a:lnTo>
                      <a:pt x="289" y="165"/>
                    </a:lnTo>
                    <a:lnTo>
                      <a:pt x="295" y="154"/>
                    </a:lnTo>
                    <a:lnTo>
                      <a:pt x="303" y="146"/>
                    </a:lnTo>
                    <a:lnTo>
                      <a:pt x="312" y="139"/>
                    </a:lnTo>
                    <a:lnTo>
                      <a:pt x="321" y="137"/>
                    </a:lnTo>
                    <a:lnTo>
                      <a:pt x="331" y="139"/>
                    </a:lnTo>
                    <a:lnTo>
                      <a:pt x="345" y="152"/>
                    </a:lnTo>
                    <a:lnTo>
                      <a:pt x="346" y="168"/>
                    </a:lnTo>
                    <a:lnTo>
                      <a:pt x="338" y="187"/>
                    </a:lnTo>
                    <a:lnTo>
                      <a:pt x="329" y="204"/>
                    </a:lnTo>
                    <a:lnTo>
                      <a:pt x="319" y="225"/>
                    </a:lnTo>
                    <a:lnTo>
                      <a:pt x="311" y="248"/>
                    </a:lnTo>
                    <a:lnTo>
                      <a:pt x="306" y="268"/>
                    </a:lnTo>
                    <a:lnTo>
                      <a:pt x="311" y="280"/>
                    </a:lnTo>
                    <a:lnTo>
                      <a:pt x="318" y="280"/>
                    </a:lnTo>
                    <a:lnTo>
                      <a:pt x="326" y="275"/>
                    </a:lnTo>
                    <a:lnTo>
                      <a:pt x="336" y="267"/>
                    </a:lnTo>
                    <a:lnTo>
                      <a:pt x="348" y="257"/>
                    </a:lnTo>
                    <a:lnTo>
                      <a:pt x="358" y="245"/>
                    </a:lnTo>
                    <a:lnTo>
                      <a:pt x="368" y="234"/>
                    </a:lnTo>
                    <a:lnTo>
                      <a:pt x="376" y="224"/>
                    </a:lnTo>
                    <a:lnTo>
                      <a:pt x="382" y="214"/>
                    </a:lnTo>
                    <a:lnTo>
                      <a:pt x="392" y="218"/>
                    </a:lnTo>
                    <a:lnTo>
                      <a:pt x="406" y="222"/>
                    </a:lnTo>
                    <a:lnTo>
                      <a:pt x="421" y="226"/>
                    </a:lnTo>
                    <a:lnTo>
                      <a:pt x="437" y="230"/>
                    </a:lnTo>
                    <a:lnTo>
                      <a:pt x="454" y="234"/>
                    </a:lnTo>
                    <a:lnTo>
                      <a:pt x="467" y="235"/>
                    </a:lnTo>
                    <a:lnTo>
                      <a:pt x="479" y="234"/>
                    </a:lnTo>
                    <a:lnTo>
                      <a:pt x="486" y="229"/>
                    </a:lnTo>
                    <a:lnTo>
                      <a:pt x="495" y="217"/>
                    </a:lnTo>
                    <a:lnTo>
                      <a:pt x="503" y="206"/>
                    </a:lnTo>
                    <a:lnTo>
                      <a:pt x="511" y="201"/>
                    </a:lnTo>
                    <a:lnTo>
                      <a:pt x="519" y="201"/>
                    </a:lnTo>
                    <a:lnTo>
                      <a:pt x="523" y="211"/>
                    </a:lnTo>
                    <a:lnTo>
                      <a:pt x="519" y="225"/>
                    </a:lnTo>
                    <a:lnTo>
                      <a:pt x="513" y="239"/>
                    </a:lnTo>
                    <a:lnTo>
                      <a:pt x="515" y="247"/>
                    </a:lnTo>
                    <a:lnTo>
                      <a:pt x="518" y="247"/>
                    </a:lnTo>
                    <a:lnTo>
                      <a:pt x="523" y="244"/>
                    </a:lnTo>
                    <a:lnTo>
                      <a:pt x="528" y="242"/>
                    </a:lnTo>
                    <a:lnTo>
                      <a:pt x="534" y="239"/>
                    </a:lnTo>
                    <a:lnTo>
                      <a:pt x="540" y="235"/>
                    </a:lnTo>
                    <a:lnTo>
                      <a:pt x="546" y="232"/>
                    </a:lnTo>
                    <a:lnTo>
                      <a:pt x="550" y="230"/>
                    </a:lnTo>
                    <a:lnTo>
                      <a:pt x="554" y="230"/>
                    </a:lnTo>
                    <a:lnTo>
                      <a:pt x="569" y="202"/>
                    </a:lnTo>
                    <a:lnTo>
                      <a:pt x="573" y="175"/>
                    </a:lnTo>
                    <a:lnTo>
                      <a:pt x="568" y="145"/>
                    </a:lnTo>
                    <a:lnTo>
                      <a:pt x="557" y="106"/>
                    </a:lnTo>
                    <a:lnTo>
                      <a:pt x="554" y="108"/>
                    </a:lnTo>
                    <a:lnTo>
                      <a:pt x="548" y="111"/>
                    </a:lnTo>
                    <a:lnTo>
                      <a:pt x="542" y="113"/>
                    </a:lnTo>
                    <a:lnTo>
                      <a:pt x="536" y="115"/>
                    </a:lnTo>
                    <a:lnTo>
                      <a:pt x="530" y="118"/>
                    </a:lnTo>
                    <a:lnTo>
                      <a:pt x="524" y="120"/>
                    </a:lnTo>
                    <a:lnTo>
                      <a:pt x="519" y="122"/>
                    </a:lnTo>
                    <a:lnTo>
                      <a:pt x="515" y="123"/>
                    </a:lnTo>
                    <a:lnTo>
                      <a:pt x="510" y="124"/>
                    </a:lnTo>
                    <a:lnTo>
                      <a:pt x="503" y="124"/>
                    </a:lnTo>
                    <a:lnTo>
                      <a:pt x="497" y="124"/>
                    </a:lnTo>
                    <a:lnTo>
                      <a:pt x="489" y="124"/>
                    </a:lnTo>
                    <a:lnTo>
                      <a:pt x="482" y="124"/>
                    </a:lnTo>
                    <a:lnTo>
                      <a:pt x="475" y="124"/>
                    </a:lnTo>
                    <a:lnTo>
                      <a:pt x="470" y="123"/>
                    </a:lnTo>
                    <a:lnTo>
                      <a:pt x="464" y="123"/>
                    </a:lnTo>
                    <a:lnTo>
                      <a:pt x="458" y="122"/>
                    </a:lnTo>
                    <a:lnTo>
                      <a:pt x="452" y="121"/>
                    </a:lnTo>
                    <a:lnTo>
                      <a:pt x="447" y="119"/>
                    </a:lnTo>
                    <a:lnTo>
                      <a:pt x="441" y="116"/>
                    </a:lnTo>
                    <a:lnTo>
                      <a:pt x="434" y="114"/>
                    </a:lnTo>
                    <a:lnTo>
                      <a:pt x="429" y="113"/>
                    </a:lnTo>
                    <a:lnTo>
                      <a:pt x="425" y="112"/>
                    </a:lnTo>
                    <a:lnTo>
                      <a:pt x="421" y="112"/>
                    </a:lnTo>
                    <a:lnTo>
                      <a:pt x="414" y="114"/>
                    </a:lnTo>
                    <a:lnTo>
                      <a:pt x="405" y="119"/>
                    </a:lnTo>
                    <a:lnTo>
                      <a:pt x="396" y="122"/>
                    </a:lnTo>
                    <a:lnTo>
                      <a:pt x="390" y="123"/>
                    </a:lnTo>
                    <a:lnTo>
                      <a:pt x="387" y="123"/>
                    </a:lnTo>
                    <a:lnTo>
                      <a:pt x="381" y="123"/>
                    </a:lnTo>
                    <a:lnTo>
                      <a:pt x="375" y="123"/>
                    </a:lnTo>
                    <a:lnTo>
                      <a:pt x="368" y="122"/>
                    </a:lnTo>
                    <a:lnTo>
                      <a:pt x="361" y="121"/>
                    </a:lnTo>
                    <a:lnTo>
                      <a:pt x="356" y="120"/>
                    </a:lnTo>
                    <a:lnTo>
                      <a:pt x="350" y="118"/>
                    </a:lnTo>
                    <a:lnTo>
                      <a:pt x="346" y="114"/>
                    </a:lnTo>
                    <a:lnTo>
                      <a:pt x="341" y="107"/>
                    </a:lnTo>
                    <a:lnTo>
                      <a:pt x="335" y="103"/>
                    </a:lnTo>
                    <a:lnTo>
                      <a:pt x="329" y="99"/>
                    </a:lnTo>
                    <a:lnTo>
                      <a:pt x="322" y="97"/>
                    </a:lnTo>
                    <a:lnTo>
                      <a:pt x="315" y="97"/>
                    </a:lnTo>
                    <a:lnTo>
                      <a:pt x="308" y="99"/>
                    </a:lnTo>
                    <a:lnTo>
                      <a:pt x="301" y="103"/>
                    </a:lnTo>
                    <a:lnTo>
                      <a:pt x="296" y="105"/>
                    </a:lnTo>
                    <a:lnTo>
                      <a:pt x="285" y="106"/>
                    </a:lnTo>
                    <a:lnTo>
                      <a:pt x="273" y="103"/>
                    </a:lnTo>
                    <a:lnTo>
                      <a:pt x="260" y="96"/>
                    </a:lnTo>
                    <a:lnTo>
                      <a:pt x="246" y="86"/>
                    </a:lnTo>
                    <a:lnTo>
                      <a:pt x="234" y="76"/>
                    </a:lnTo>
                    <a:lnTo>
                      <a:pt x="223" y="66"/>
                    </a:lnTo>
                    <a:lnTo>
                      <a:pt x="214" y="55"/>
                    </a:lnTo>
                    <a:lnTo>
                      <a:pt x="207" y="4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2" name="Freeform 143">
                <a:extLst>
                  <a:ext uri="{FF2B5EF4-FFF2-40B4-BE49-F238E27FC236}">
                    <a16:creationId xmlns:a16="http://schemas.microsoft.com/office/drawing/2014/main" id="{6B702223-BC27-4EB8-8A2D-26A33BF832A3}"/>
                  </a:ext>
                </a:extLst>
              </p:cNvPr>
              <p:cNvSpPr>
                <a:spLocks/>
              </p:cNvSpPr>
              <p:nvPr/>
            </p:nvSpPr>
            <p:spPr bwMode="auto">
              <a:xfrm>
                <a:off x="3561" y="3104"/>
                <a:ext cx="297" cy="216"/>
              </a:xfrm>
              <a:custGeom>
                <a:avLst/>
                <a:gdLst>
                  <a:gd name="T0" fmla="*/ 152 w 545"/>
                  <a:gd name="T1" fmla="*/ 131 h 395"/>
                  <a:gd name="T2" fmla="*/ 131 w 545"/>
                  <a:gd name="T3" fmla="*/ 157 h 395"/>
                  <a:gd name="T4" fmla="*/ 118 w 545"/>
                  <a:gd name="T5" fmla="*/ 113 h 395"/>
                  <a:gd name="T6" fmla="*/ 100 w 545"/>
                  <a:gd name="T7" fmla="*/ 120 h 395"/>
                  <a:gd name="T8" fmla="*/ 92 w 545"/>
                  <a:gd name="T9" fmla="*/ 143 h 395"/>
                  <a:gd name="T10" fmla="*/ 74 w 545"/>
                  <a:gd name="T11" fmla="*/ 155 h 395"/>
                  <a:gd name="T12" fmla="*/ 53 w 545"/>
                  <a:gd name="T13" fmla="*/ 132 h 395"/>
                  <a:gd name="T14" fmla="*/ 58 w 545"/>
                  <a:gd name="T15" fmla="*/ 104 h 395"/>
                  <a:gd name="T16" fmla="*/ 62 w 545"/>
                  <a:gd name="T17" fmla="*/ 79 h 395"/>
                  <a:gd name="T18" fmla="*/ 50 w 545"/>
                  <a:gd name="T19" fmla="*/ 57 h 395"/>
                  <a:gd name="T20" fmla="*/ 46 w 545"/>
                  <a:gd name="T21" fmla="*/ 87 h 395"/>
                  <a:gd name="T22" fmla="*/ 43 w 545"/>
                  <a:gd name="T23" fmla="*/ 112 h 395"/>
                  <a:gd name="T24" fmla="*/ 41 w 545"/>
                  <a:gd name="T25" fmla="*/ 162 h 395"/>
                  <a:gd name="T26" fmla="*/ 27 w 545"/>
                  <a:gd name="T27" fmla="*/ 132 h 395"/>
                  <a:gd name="T28" fmla="*/ 13 w 545"/>
                  <a:gd name="T29" fmla="*/ 111 h 395"/>
                  <a:gd name="T30" fmla="*/ 21 w 545"/>
                  <a:gd name="T31" fmla="*/ 106 h 395"/>
                  <a:gd name="T32" fmla="*/ 33 w 545"/>
                  <a:gd name="T33" fmla="*/ 119 h 395"/>
                  <a:gd name="T34" fmla="*/ 28 w 545"/>
                  <a:gd name="T35" fmla="*/ 85 h 395"/>
                  <a:gd name="T36" fmla="*/ 21 w 545"/>
                  <a:gd name="T37" fmla="*/ 66 h 395"/>
                  <a:gd name="T38" fmla="*/ 20 w 545"/>
                  <a:gd name="T39" fmla="*/ 51 h 395"/>
                  <a:gd name="T40" fmla="*/ 5 w 545"/>
                  <a:gd name="T41" fmla="*/ 29 h 395"/>
                  <a:gd name="T42" fmla="*/ 1 w 545"/>
                  <a:gd name="T43" fmla="*/ 15 h 395"/>
                  <a:gd name="T44" fmla="*/ 3 w 545"/>
                  <a:gd name="T45" fmla="*/ 4 h 395"/>
                  <a:gd name="T46" fmla="*/ 16 w 545"/>
                  <a:gd name="T47" fmla="*/ 8 h 395"/>
                  <a:gd name="T48" fmla="*/ 28 w 545"/>
                  <a:gd name="T49" fmla="*/ 20 h 395"/>
                  <a:gd name="T50" fmla="*/ 53 w 545"/>
                  <a:gd name="T51" fmla="*/ 33 h 395"/>
                  <a:gd name="T52" fmla="*/ 79 w 545"/>
                  <a:gd name="T53" fmla="*/ 51 h 395"/>
                  <a:gd name="T54" fmla="*/ 98 w 545"/>
                  <a:gd name="T55" fmla="*/ 63 h 395"/>
                  <a:gd name="T56" fmla="*/ 111 w 545"/>
                  <a:gd name="T57" fmla="*/ 78 h 395"/>
                  <a:gd name="T58" fmla="*/ 136 w 545"/>
                  <a:gd name="T59" fmla="*/ 95 h 395"/>
                  <a:gd name="T60" fmla="*/ 174 w 545"/>
                  <a:gd name="T61" fmla="*/ 121 h 395"/>
                  <a:gd name="T62" fmla="*/ 186 w 545"/>
                  <a:gd name="T63" fmla="*/ 130 h 395"/>
                  <a:gd name="T64" fmla="*/ 201 w 545"/>
                  <a:gd name="T65" fmla="*/ 132 h 395"/>
                  <a:gd name="T66" fmla="*/ 225 w 545"/>
                  <a:gd name="T67" fmla="*/ 142 h 395"/>
                  <a:gd name="T68" fmla="*/ 261 w 545"/>
                  <a:gd name="T69" fmla="*/ 158 h 395"/>
                  <a:gd name="T70" fmla="*/ 276 w 545"/>
                  <a:gd name="T71" fmla="*/ 177 h 395"/>
                  <a:gd name="T72" fmla="*/ 288 w 545"/>
                  <a:gd name="T73" fmla="*/ 185 h 395"/>
                  <a:gd name="T74" fmla="*/ 296 w 545"/>
                  <a:gd name="T75" fmla="*/ 190 h 395"/>
                  <a:gd name="T76" fmla="*/ 281 w 545"/>
                  <a:gd name="T77" fmla="*/ 195 h 395"/>
                  <a:gd name="T78" fmla="*/ 260 w 545"/>
                  <a:gd name="T79" fmla="*/ 211 h 395"/>
                  <a:gd name="T80" fmla="*/ 249 w 545"/>
                  <a:gd name="T81" fmla="*/ 210 h 395"/>
                  <a:gd name="T82" fmla="*/ 239 w 545"/>
                  <a:gd name="T83" fmla="*/ 209 h 395"/>
                  <a:gd name="T84" fmla="*/ 228 w 545"/>
                  <a:gd name="T85" fmla="*/ 214 h 395"/>
                  <a:gd name="T86" fmla="*/ 227 w 545"/>
                  <a:gd name="T87" fmla="*/ 198 h 395"/>
                  <a:gd name="T88" fmla="*/ 240 w 545"/>
                  <a:gd name="T89" fmla="*/ 177 h 395"/>
                  <a:gd name="T90" fmla="*/ 239 w 545"/>
                  <a:gd name="T91" fmla="*/ 172 h 395"/>
                  <a:gd name="T92" fmla="*/ 222 w 545"/>
                  <a:gd name="T93" fmla="*/ 187 h 395"/>
                  <a:gd name="T94" fmla="*/ 203 w 545"/>
                  <a:gd name="T95" fmla="*/ 181 h 395"/>
                  <a:gd name="T96" fmla="*/ 193 w 545"/>
                  <a:gd name="T97" fmla="*/ 165 h 395"/>
                  <a:gd name="T98" fmla="*/ 184 w 545"/>
                  <a:gd name="T99" fmla="*/ 164 h 395"/>
                  <a:gd name="T100" fmla="*/ 173 w 545"/>
                  <a:gd name="T101" fmla="*/ 173 h 395"/>
                  <a:gd name="T102" fmla="*/ 163 w 545"/>
                  <a:gd name="T103" fmla="*/ 179 h 395"/>
                  <a:gd name="T104" fmla="*/ 163 w 545"/>
                  <a:gd name="T105" fmla="*/ 164 h 395"/>
                  <a:gd name="T106" fmla="*/ 175 w 545"/>
                  <a:gd name="T107" fmla="*/ 148 h 395"/>
                  <a:gd name="T108" fmla="*/ 165 w 545"/>
                  <a:gd name="T109" fmla="*/ 145 h 395"/>
                  <a:gd name="T110" fmla="*/ 151 w 545"/>
                  <a:gd name="T111" fmla="*/ 159 h 395"/>
                  <a:gd name="T112" fmla="*/ 140 w 545"/>
                  <a:gd name="T113" fmla="*/ 172 h 395"/>
                  <a:gd name="T114" fmla="*/ 140 w 545"/>
                  <a:gd name="T115" fmla="*/ 153 h 395"/>
                  <a:gd name="T116" fmla="*/ 166 w 545"/>
                  <a:gd name="T117" fmla="*/ 129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5" h="395">
                    <a:moveTo>
                      <a:pt x="328" y="228"/>
                    </a:moveTo>
                    <a:lnTo>
                      <a:pt x="310" y="228"/>
                    </a:lnTo>
                    <a:lnTo>
                      <a:pt x="294" y="232"/>
                    </a:lnTo>
                    <a:lnTo>
                      <a:pt x="279" y="240"/>
                    </a:lnTo>
                    <a:lnTo>
                      <a:pt x="266" y="249"/>
                    </a:lnTo>
                    <a:lnTo>
                      <a:pt x="255" y="261"/>
                    </a:lnTo>
                    <a:lnTo>
                      <a:pt x="247" y="274"/>
                    </a:lnTo>
                    <a:lnTo>
                      <a:pt x="240" y="288"/>
                    </a:lnTo>
                    <a:lnTo>
                      <a:pt x="235" y="302"/>
                    </a:lnTo>
                    <a:lnTo>
                      <a:pt x="231" y="273"/>
                    </a:lnTo>
                    <a:lnTo>
                      <a:pt x="225" y="237"/>
                    </a:lnTo>
                    <a:lnTo>
                      <a:pt x="217" y="207"/>
                    </a:lnTo>
                    <a:lnTo>
                      <a:pt x="203" y="194"/>
                    </a:lnTo>
                    <a:lnTo>
                      <a:pt x="195" y="197"/>
                    </a:lnTo>
                    <a:lnTo>
                      <a:pt x="188" y="206"/>
                    </a:lnTo>
                    <a:lnTo>
                      <a:pt x="183" y="220"/>
                    </a:lnTo>
                    <a:lnTo>
                      <a:pt x="180" y="234"/>
                    </a:lnTo>
                    <a:lnTo>
                      <a:pt x="178" y="242"/>
                    </a:lnTo>
                    <a:lnTo>
                      <a:pt x="174" y="251"/>
                    </a:lnTo>
                    <a:lnTo>
                      <a:pt x="168" y="261"/>
                    </a:lnTo>
                    <a:lnTo>
                      <a:pt x="163" y="271"/>
                    </a:lnTo>
                    <a:lnTo>
                      <a:pt x="155" y="279"/>
                    </a:lnTo>
                    <a:lnTo>
                      <a:pt x="145" y="283"/>
                    </a:lnTo>
                    <a:lnTo>
                      <a:pt x="135" y="283"/>
                    </a:lnTo>
                    <a:lnTo>
                      <a:pt x="122" y="278"/>
                    </a:lnTo>
                    <a:lnTo>
                      <a:pt x="110" y="266"/>
                    </a:lnTo>
                    <a:lnTo>
                      <a:pt x="103" y="255"/>
                    </a:lnTo>
                    <a:lnTo>
                      <a:pt x="98" y="242"/>
                    </a:lnTo>
                    <a:lnTo>
                      <a:pt x="98" y="228"/>
                    </a:lnTo>
                    <a:lnTo>
                      <a:pt x="100" y="214"/>
                    </a:lnTo>
                    <a:lnTo>
                      <a:pt x="104" y="202"/>
                    </a:lnTo>
                    <a:lnTo>
                      <a:pt x="107" y="190"/>
                    </a:lnTo>
                    <a:lnTo>
                      <a:pt x="112" y="179"/>
                    </a:lnTo>
                    <a:lnTo>
                      <a:pt x="114" y="168"/>
                    </a:lnTo>
                    <a:lnTo>
                      <a:pt x="114" y="157"/>
                    </a:lnTo>
                    <a:lnTo>
                      <a:pt x="113" y="145"/>
                    </a:lnTo>
                    <a:lnTo>
                      <a:pt x="110" y="135"/>
                    </a:lnTo>
                    <a:lnTo>
                      <a:pt x="105" y="124"/>
                    </a:lnTo>
                    <a:lnTo>
                      <a:pt x="99" y="114"/>
                    </a:lnTo>
                    <a:lnTo>
                      <a:pt x="92" y="105"/>
                    </a:lnTo>
                    <a:lnTo>
                      <a:pt x="84" y="96"/>
                    </a:lnTo>
                    <a:lnTo>
                      <a:pt x="89" y="116"/>
                    </a:lnTo>
                    <a:lnTo>
                      <a:pt x="89" y="139"/>
                    </a:lnTo>
                    <a:lnTo>
                      <a:pt x="85" y="159"/>
                    </a:lnTo>
                    <a:lnTo>
                      <a:pt x="82" y="173"/>
                    </a:lnTo>
                    <a:lnTo>
                      <a:pt x="80" y="182"/>
                    </a:lnTo>
                    <a:lnTo>
                      <a:pt x="78" y="194"/>
                    </a:lnTo>
                    <a:lnTo>
                      <a:pt x="78" y="205"/>
                    </a:lnTo>
                    <a:lnTo>
                      <a:pt x="80" y="218"/>
                    </a:lnTo>
                    <a:lnTo>
                      <a:pt x="82" y="248"/>
                    </a:lnTo>
                    <a:lnTo>
                      <a:pt x="81" y="273"/>
                    </a:lnTo>
                    <a:lnTo>
                      <a:pt x="75" y="297"/>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7" y="332"/>
                    </a:lnTo>
                    <a:lnTo>
                      <a:pt x="523" y="335"/>
                    </a:lnTo>
                    <a:lnTo>
                      <a:pt x="529" y="339"/>
                    </a:lnTo>
                    <a:lnTo>
                      <a:pt x="535" y="342"/>
                    </a:lnTo>
                    <a:lnTo>
                      <a:pt x="538" y="344"/>
                    </a:lnTo>
                    <a:lnTo>
                      <a:pt x="540" y="347"/>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14" y="384"/>
                    </a:lnTo>
                    <a:lnTo>
                      <a:pt x="415" y="372"/>
                    </a:lnTo>
                    <a:lnTo>
                      <a:pt x="416" y="362"/>
                    </a:lnTo>
                    <a:lnTo>
                      <a:pt x="418" y="351"/>
                    </a:lnTo>
                    <a:lnTo>
                      <a:pt x="424" y="341"/>
                    </a:lnTo>
                    <a:lnTo>
                      <a:pt x="431" y="332"/>
                    </a:lnTo>
                    <a:lnTo>
                      <a:pt x="441" y="323"/>
                    </a:lnTo>
                    <a:lnTo>
                      <a:pt x="455" y="316"/>
                    </a:lnTo>
                    <a:lnTo>
                      <a:pt x="451" y="314"/>
                    </a:lnTo>
                    <a:lnTo>
                      <a:pt x="446" y="313"/>
                    </a:lnTo>
                    <a:lnTo>
                      <a:pt x="439" y="314"/>
                    </a:lnTo>
                    <a:lnTo>
                      <a:pt x="432" y="316"/>
                    </a:lnTo>
                    <a:lnTo>
                      <a:pt x="425" y="321"/>
                    </a:lnTo>
                    <a:lnTo>
                      <a:pt x="417" y="329"/>
                    </a:lnTo>
                    <a:lnTo>
                      <a:pt x="408" y="342"/>
                    </a:lnTo>
                    <a:lnTo>
                      <a:pt x="400" y="361"/>
                    </a:lnTo>
                    <a:lnTo>
                      <a:pt x="390" y="354"/>
                    </a:lnTo>
                    <a:lnTo>
                      <a:pt x="381" y="343"/>
                    </a:lnTo>
                    <a:lnTo>
                      <a:pt x="373" y="331"/>
                    </a:lnTo>
                    <a:lnTo>
                      <a:pt x="366" y="318"/>
                    </a:lnTo>
                    <a:lnTo>
                      <a:pt x="363" y="311"/>
                    </a:lnTo>
                    <a:lnTo>
                      <a:pt x="358" y="306"/>
                    </a:lnTo>
                    <a:lnTo>
                      <a:pt x="354" y="302"/>
                    </a:lnTo>
                    <a:lnTo>
                      <a:pt x="350" y="300"/>
                    </a:lnTo>
                    <a:lnTo>
                      <a:pt x="346" y="298"/>
                    </a:lnTo>
                    <a:lnTo>
                      <a:pt x="341" y="298"/>
                    </a:lnTo>
                    <a:lnTo>
                      <a:pt x="337" y="300"/>
                    </a:lnTo>
                    <a:lnTo>
                      <a:pt x="332" y="303"/>
                    </a:lnTo>
                    <a:lnTo>
                      <a:pt x="327" y="308"/>
                    </a:lnTo>
                    <a:lnTo>
                      <a:pt x="323" y="312"/>
                    </a:lnTo>
                    <a:lnTo>
                      <a:pt x="317" y="317"/>
                    </a:lnTo>
                    <a:lnTo>
                      <a:pt x="312" y="321"/>
                    </a:lnTo>
                    <a:lnTo>
                      <a:pt x="308" y="325"/>
                    </a:lnTo>
                    <a:lnTo>
                      <a:pt x="303" y="327"/>
                    </a:lnTo>
                    <a:lnTo>
                      <a:pt x="300" y="327"/>
                    </a:lnTo>
                    <a:lnTo>
                      <a:pt x="295" y="326"/>
                    </a:lnTo>
                    <a:lnTo>
                      <a:pt x="292" y="318"/>
                    </a:lnTo>
                    <a:lnTo>
                      <a:pt x="294" y="309"/>
                    </a:lnTo>
                    <a:lnTo>
                      <a:pt x="299" y="300"/>
                    </a:lnTo>
                    <a:lnTo>
                      <a:pt x="305" y="293"/>
                    </a:lnTo>
                    <a:lnTo>
                      <a:pt x="312" y="286"/>
                    </a:lnTo>
                    <a:lnTo>
                      <a:pt x="319" y="279"/>
                    </a:lnTo>
                    <a:lnTo>
                      <a:pt x="322" y="271"/>
                    </a:lnTo>
                    <a:lnTo>
                      <a:pt x="318" y="264"/>
                    </a:lnTo>
                    <a:lnTo>
                      <a:pt x="313" y="261"/>
                    </a:lnTo>
                    <a:lnTo>
                      <a:pt x="308" y="263"/>
                    </a:lnTo>
                    <a:lnTo>
                      <a:pt x="302" y="266"/>
                    </a:lnTo>
                    <a:lnTo>
                      <a:pt x="296" y="271"/>
                    </a:lnTo>
                    <a:lnTo>
                      <a:pt x="289" y="278"/>
                    </a:lnTo>
                    <a:lnTo>
                      <a:pt x="284" y="285"/>
                    </a:lnTo>
                    <a:lnTo>
                      <a:pt x="278" y="291"/>
                    </a:lnTo>
                    <a:lnTo>
                      <a:pt x="273" y="298"/>
                    </a:lnTo>
                    <a:lnTo>
                      <a:pt x="266" y="309"/>
                    </a:lnTo>
                    <a:lnTo>
                      <a:pt x="262" y="313"/>
                    </a:lnTo>
                    <a:lnTo>
                      <a:pt x="257" y="314"/>
                    </a:lnTo>
                    <a:lnTo>
                      <a:pt x="252" y="314"/>
                    </a:lnTo>
                    <a:lnTo>
                      <a:pt x="251" y="304"/>
                    </a:lnTo>
                    <a:lnTo>
                      <a:pt x="252" y="293"/>
                    </a:lnTo>
                    <a:lnTo>
                      <a:pt x="256" y="280"/>
                    </a:lnTo>
                    <a:lnTo>
                      <a:pt x="263" y="268"/>
                    </a:lnTo>
                    <a:lnTo>
                      <a:pt x="273" y="257"/>
                    </a:lnTo>
                    <a:lnTo>
                      <a:pt x="287" y="245"/>
                    </a:lnTo>
                    <a:lnTo>
                      <a:pt x="305" y="236"/>
                    </a:lnTo>
                    <a:lnTo>
                      <a:pt x="328" y="22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3" name="Freeform 144">
                <a:extLst>
                  <a:ext uri="{FF2B5EF4-FFF2-40B4-BE49-F238E27FC236}">
                    <a16:creationId xmlns:a16="http://schemas.microsoft.com/office/drawing/2014/main" id="{5F5536AB-A8EF-4FD8-A350-44FDD260ABD6}"/>
                  </a:ext>
                </a:extLst>
              </p:cNvPr>
              <p:cNvSpPr>
                <a:spLocks/>
              </p:cNvSpPr>
              <p:nvPr/>
            </p:nvSpPr>
            <p:spPr bwMode="auto">
              <a:xfrm>
                <a:off x="3637" y="3341"/>
                <a:ext cx="24" cy="13"/>
              </a:xfrm>
              <a:custGeom>
                <a:avLst/>
                <a:gdLst>
                  <a:gd name="T0" fmla="*/ 24 w 44"/>
                  <a:gd name="T1" fmla="*/ 5 h 24"/>
                  <a:gd name="T2" fmla="*/ 22 w 44"/>
                  <a:gd name="T3" fmla="*/ 5 h 24"/>
                  <a:gd name="T4" fmla="*/ 19 w 44"/>
                  <a:gd name="T5" fmla="*/ 5 h 24"/>
                  <a:gd name="T6" fmla="*/ 16 w 44"/>
                  <a:gd name="T7" fmla="*/ 5 h 24"/>
                  <a:gd name="T8" fmla="*/ 12 w 44"/>
                  <a:gd name="T9" fmla="*/ 4 h 24"/>
                  <a:gd name="T10" fmla="*/ 8 w 44"/>
                  <a:gd name="T11" fmla="*/ 4 h 24"/>
                  <a:gd name="T12" fmla="*/ 5 w 44"/>
                  <a:gd name="T13" fmla="*/ 3 h 24"/>
                  <a:gd name="T14" fmla="*/ 2 w 44"/>
                  <a:gd name="T15" fmla="*/ 2 h 24"/>
                  <a:gd name="T16" fmla="*/ 0 w 44"/>
                  <a:gd name="T17" fmla="*/ 0 h 24"/>
                  <a:gd name="T18" fmla="*/ 4 w 44"/>
                  <a:gd name="T19" fmla="*/ 4 h 24"/>
                  <a:gd name="T20" fmla="*/ 9 w 44"/>
                  <a:gd name="T21" fmla="*/ 8 h 24"/>
                  <a:gd name="T22" fmla="*/ 13 w 44"/>
                  <a:gd name="T23" fmla="*/ 11 h 24"/>
                  <a:gd name="T24" fmla="*/ 15 w 44"/>
                  <a:gd name="T25" fmla="*/ 13 h 24"/>
                  <a:gd name="T26" fmla="*/ 17 w 44"/>
                  <a:gd name="T27" fmla="*/ 11 h 24"/>
                  <a:gd name="T28" fmla="*/ 20 w 44"/>
                  <a:gd name="T29" fmla="*/ 8 h 24"/>
                  <a:gd name="T30" fmla="*/ 22 w 44"/>
                  <a:gd name="T31" fmla="*/ 7 h 24"/>
                  <a:gd name="T32" fmla="*/ 24 w 44"/>
                  <a:gd name="T33" fmla="*/ 5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4" h="24">
                    <a:moveTo>
                      <a:pt x="44" y="9"/>
                    </a:moveTo>
                    <a:lnTo>
                      <a:pt x="41" y="9"/>
                    </a:lnTo>
                    <a:lnTo>
                      <a:pt x="35" y="9"/>
                    </a:lnTo>
                    <a:lnTo>
                      <a:pt x="29" y="9"/>
                    </a:lnTo>
                    <a:lnTo>
                      <a:pt x="22" y="8"/>
                    </a:lnTo>
                    <a:lnTo>
                      <a:pt x="15" y="7"/>
                    </a:lnTo>
                    <a:lnTo>
                      <a:pt x="10" y="6"/>
                    </a:lnTo>
                    <a:lnTo>
                      <a:pt x="4" y="4"/>
                    </a:lnTo>
                    <a:lnTo>
                      <a:pt x="0" y="0"/>
                    </a:lnTo>
                    <a:lnTo>
                      <a:pt x="8" y="8"/>
                    </a:lnTo>
                    <a:lnTo>
                      <a:pt x="17" y="15"/>
                    </a:lnTo>
                    <a:lnTo>
                      <a:pt x="23" y="21"/>
                    </a:lnTo>
                    <a:lnTo>
                      <a:pt x="27" y="24"/>
                    </a:lnTo>
                    <a:lnTo>
                      <a:pt x="31" y="20"/>
                    </a:lnTo>
                    <a:lnTo>
                      <a:pt x="36" y="15"/>
                    </a:lnTo>
                    <a:lnTo>
                      <a:pt x="41" y="12"/>
                    </a:lnTo>
                    <a:lnTo>
                      <a:pt x="44" y="9"/>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4" name="Freeform 145">
                <a:extLst>
                  <a:ext uri="{FF2B5EF4-FFF2-40B4-BE49-F238E27FC236}">
                    <a16:creationId xmlns:a16="http://schemas.microsoft.com/office/drawing/2014/main" id="{F0641073-CD30-4108-90DE-7ED17A3804BE}"/>
                  </a:ext>
                </a:extLst>
              </p:cNvPr>
              <p:cNvSpPr>
                <a:spLocks/>
              </p:cNvSpPr>
              <p:nvPr/>
            </p:nvSpPr>
            <p:spPr bwMode="auto">
              <a:xfrm>
                <a:off x="3681" y="3345"/>
                <a:ext cx="47" cy="15"/>
              </a:xfrm>
              <a:custGeom>
                <a:avLst/>
                <a:gdLst>
                  <a:gd name="T0" fmla="*/ 47 w 87"/>
                  <a:gd name="T1" fmla="*/ 0 h 26"/>
                  <a:gd name="T2" fmla="*/ 44 w 87"/>
                  <a:gd name="T3" fmla="*/ 1 h 26"/>
                  <a:gd name="T4" fmla="*/ 41 w 87"/>
                  <a:gd name="T5" fmla="*/ 1 h 26"/>
                  <a:gd name="T6" fmla="*/ 37 w 87"/>
                  <a:gd name="T7" fmla="*/ 1 h 26"/>
                  <a:gd name="T8" fmla="*/ 33 w 87"/>
                  <a:gd name="T9" fmla="*/ 1 h 26"/>
                  <a:gd name="T10" fmla="*/ 29 w 87"/>
                  <a:gd name="T11" fmla="*/ 1 h 26"/>
                  <a:gd name="T12" fmla="*/ 25 w 87"/>
                  <a:gd name="T13" fmla="*/ 1 h 26"/>
                  <a:gd name="T14" fmla="*/ 23 w 87"/>
                  <a:gd name="T15" fmla="*/ 0 h 26"/>
                  <a:gd name="T16" fmla="*/ 19 w 87"/>
                  <a:gd name="T17" fmla="*/ 0 h 26"/>
                  <a:gd name="T18" fmla="*/ 18 w 87"/>
                  <a:gd name="T19" fmla="*/ 2 h 26"/>
                  <a:gd name="T20" fmla="*/ 16 w 87"/>
                  <a:gd name="T21" fmla="*/ 3 h 26"/>
                  <a:gd name="T22" fmla="*/ 13 w 87"/>
                  <a:gd name="T23" fmla="*/ 4 h 26"/>
                  <a:gd name="T24" fmla="*/ 10 w 87"/>
                  <a:gd name="T25" fmla="*/ 6 h 26"/>
                  <a:gd name="T26" fmla="*/ 7 w 87"/>
                  <a:gd name="T27" fmla="*/ 6 h 26"/>
                  <a:gd name="T28" fmla="*/ 4 w 87"/>
                  <a:gd name="T29" fmla="*/ 7 h 26"/>
                  <a:gd name="T30" fmla="*/ 2 w 87"/>
                  <a:gd name="T31" fmla="*/ 8 h 26"/>
                  <a:gd name="T32" fmla="*/ 0 w 87"/>
                  <a:gd name="T33" fmla="*/ 9 h 26"/>
                  <a:gd name="T34" fmla="*/ 0 w 87"/>
                  <a:gd name="T35" fmla="*/ 11 h 26"/>
                  <a:gd name="T36" fmla="*/ 1 w 87"/>
                  <a:gd name="T37" fmla="*/ 12 h 26"/>
                  <a:gd name="T38" fmla="*/ 1 w 87"/>
                  <a:gd name="T39" fmla="*/ 14 h 26"/>
                  <a:gd name="T40" fmla="*/ 3 w 87"/>
                  <a:gd name="T41" fmla="*/ 15 h 26"/>
                  <a:gd name="T42" fmla="*/ 6 w 87"/>
                  <a:gd name="T43" fmla="*/ 13 h 26"/>
                  <a:gd name="T44" fmla="*/ 12 w 87"/>
                  <a:gd name="T45" fmla="*/ 12 h 26"/>
                  <a:gd name="T46" fmla="*/ 18 w 87"/>
                  <a:gd name="T47" fmla="*/ 9 h 26"/>
                  <a:gd name="T48" fmla="*/ 25 w 87"/>
                  <a:gd name="T49" fmla="*/ 7 h 26"/>
                  <a:gd name="T50" fmla="*/ 31 w 87"/>
                  <a:gd name="T51" fmla="*/ 5 h 26"/>
                  <a:gd name="T52" fmla="*/ 37 w 87"/>
                  <a:gd name="T53" fmla="*/ 3 h 26"/>
                  <a:gd name="T54" fmla="*/ 43 w 87"/>
                  <a:gd name="T55" fmla="*/ 2 h 26"/>
                  <a:gd name="T56" fmla="*/ 47 w 87"/>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7" h="26">
                    <a:moveTo>
                      <a:pt x="87" y="0"/>
                    </a:moveTo>
                    <a:lnTo>
                      <a:pt x="82" y="1"/>
                    </a:lnTo>
                    <a:lnTo>
                      <a:pt x="75" y="1"/>
                    </a:lnTo>
                    <a:lnTo>
                      <a:pt x="69" y="1"/>
                    </a:lnTo>
                    <a:lnTo>
                      <a:pt x="61" y="1"/>
                    </a:lnTo>
                    <a:lnTo>
                      <a:pt x="54" y="1"/>
                    </a:lnTo>
                    <a:lnTo>
                      <a:pt x="47" y="1"/>
                    </a:lnTo>
                    <a:lnTo>
                      <a:pt x="42" y="0"/>
                    </a:lnTo>
                    <a:lnTo>
                      <a:pt x="36" y="0"/>
                    </a:lnTo>
                    <a:lnTo>
                      <a:pt x="34" y="3"/>
                    </a:lnTo>
                    <a:lnTo>
                      <a:pt x="29" y="5"/>
                    </a:lnTo>
                    <a:lnTo>
                      <a:pt x="24" y="7"/>
                    </a:lnTo>
                    <a:lnTo>
                      <a:pt x="19" y="10"/>
                    </a:lnTo>
                    <a:lnTo>
                      <a:pt x="13" y="11"/>
                    </a:lnTo>
                    <a:lnTo>
                      <a:pt x="7" y="13"/>
                    </a:lnTo>
                    <a:lnTo>
                      <a:pt x="4" y="14"/>
                    </a:lnTo>
                    <a:lnTo>
                      <a:pt x="0" y="15"/>
                    </a:lnTo>
                    <a:lnTo>
                      <a:pt x="0" y="19"/>
                    </a:lnTo>
                    <a:lnTo>
                      <a:pt x="1" y="21"/>
                    </a:lnTo>
                    <a:lnTo>
                      <a:pt x="2" y="25"/>
                    </a:lnTo>
                    <a:lnTo>
                      <a:pt x="5" y="26"/>
                    </a:lnTo>
                    <a:lnTo>
                      <a:pt x="12" y="23"/>
                    </a:lnTo>
                    <a:lnTo>
                      <a:pt x="22" y="20"/>
                    </a:lnTo>
                    <a:lnTo>
                      <a:pt x="34" y="16"/>
                    </a:lnTo>
                    <a:lnTo>
                      <a:pt x="46" y="13"/>
                    </a:lnTo>
                    <a:lnTo>
                      <a:pt x="58" y="8"/>
                    </a:lnTo>
                    <a:lnTo>
                      <a:pt x="69" y="5"/>
                    </a:lnTo>
                    <a:lnTo>
                      <a:pt x="80" y="3"/>
                    </a:lnTo>
                    <a:lnTo>
                      <a:pt x="87"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5" name="Freeform 146">
                <a:extLst>
                  <a:ext uri="{FF2B5EF4-FFF2-40B4-BE49-F238E27FC236}">
                    <a16:creationId xmlns:a16="http://schemas.microsoft.com/office/drawing/2014/main" id="{4EB93812-C9B6-46EF-911F-85EF4A3598E1}"/>
                  </a:ext>
                </a:extLst>
              </p:cNvPr>
              <p:cNvSpPr>
                <a:spLocks/>
              </p:cNvSpPr>
              <p:nvPr/>
            </p:nvSpPr>
            <p:spPr bwMode="auto">
              <a:xfrm>
                <a:off x="3818" y="3291"/>
                <a:ext cx="40" cy="27"/>
              </a:xfrm>
              <a:custGeom>
                <a:avLst/>
                <a:gdLst>
                  <a:gd name="T0" fmla="*/ 35 w 74"/>
                  <a:gd name="T1" fmla="*/ 0 h 51"/>
                  <a:gd name="T2" fmla="*/ 36 w 74"/>
                  <a:gd name="T3" fmla="*/ 1 h 51"/>
                  <a:gd name="T4" fmla="*/ 37 w 74"/>
                  <a:gd name="T5" fmla="*/ 3 h 51"/>
                  <a:gd name="T6" fmla="*/ 39 w 74"/>
                  <a:gd name="T7" fmla="*/ 3 h 51"/>
                  <a:gd name="T8" fmla="*/ 40 w 74"/>
                  <a:gd name="T9" fmla="*/ 4 h 51"/>
                  <a:gd name="T10" fmla="*/ 35 w 74"/>
                  <a:gd name="T11" fmla="*/ 4 h 51"/>
                  <a:gd name="T12" fmla="*/ 29 w 74"/>
                  <a:gd name="T13" fmla="*/ 5 h 51"/>
                  <a:gd name="T14" fmla="*/ 24 w 74"/>
                  <a:gd name="T15" fmla="*/ 7 h 51"/>
                  <a:gd name="T16" fmla="*/ 18 w 74"/>
                  <a:gd name="T17" fmla="*/ 11 h 51"/>
                  <a:gd name="T18" fmla="*/ 13 w 74"/>
                  <a:gd name="T19" fmla="*/ 14 h 51"/>
                  <a:gd name="T20" fmla="*/ 8 w 74"/>
                  <a:gd name="T21" fmla="*/ 19 h 51"/>
                  <a:gd name="T22" fmla="*/ 4 w 74"/>
                  <a:gd name="T23" fmla="*/ 23 h 51"/>
                  <a:gd name="T24" fmla="*/ 0 w 74"/>
                  <a:gd name="T25" fmla="*/ 27 h 51"/>
                  <a:gd name="T26" fmla="*/ 1 w 74"/>
                  <a:gd name="T27" fmla="*/ 23 h 51"/>
                  <a:gd name="T28" fmla="*/ 3 w 74"/>
                  <a:gd name="T29" fmla="*/ 19 h 51"/>
                  <a:gd name="T30" fmla="*/ 6 w 74"/>
                  <a:gd name="T31" fmla="*/ 13 h 51"/>
                  <a:gd name="T32" fmla="*/ 11 w 74"/>
                  <a:gd name="T33" fmla="*/ 10 h 51"/>
                  <a:gd name="T34" fmla="*/ 16 w 74"/>
                  <a:gd name="T35" fmla="*/ 6 h 51"/>
                  <a:gd name="T36" fmla="*/ 21 w 74"/>
                  <a:gd name="T37" fmla="*/ 3 h 51"/>
                  <a:gd name="T38" fmla="*/ 28 w 74"/>
                  <a:gd name="T39" fmla="*/ 1 h 51"/>
                  <a:gd name="T40" fmla="*/ 35 w 74"/>
                  <a:gd name="T41" fmla="*/ 0 h 5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 h="51">
                    <a:moveTo>
                      <a:pt x="64" y="0"/>
                    </a:moveTo>
                    <a:lnTo>
                      <a:pt x="67" y="2"/>
                    </a:lnTo>
                    <a:lnTo>
                      <a:pt x="69" y="5"/>
                    </a:lnTo>
                    <a:lnTo>
                      <a:pt x="72" y="6"/>
                    </a:lnTo>
                    <a:lnTo>
                      <a:pt x="74" y="8"/>
                    </a:lnTo>
                    <a:lnTo>
                      <a:pt x="65" y="8"/>
                    </a:lnTo>
                    <a:lnTo>
                      <a:pt x="54" y="10"/>
                    </a:lnTo>
                    <a:lnTo>
                      <a:pt x="44" y="14"/>
                    </a:lnTo>
                    <a:lnTo>
                      <a:pt x="34" y="20"/>
                    </a:lnTo>
                    <a:lnTo>
                      <a:pt x="24" y="27"/>
                    </a:lnTo>
                    <a:lnTo>
                      <a:pt x="15" y="35"/>
                    </a:lnTo>
                    <a:lnTo>
                      <a:pt x="7" y="43"/>
                    </a:lnTo>
                    <a:lnTo>
                      <a:pt x="0" y="51"/>
                    </a:lnTo>
                    <a:lnTo>
                      <a:pt x="1" y="43"/>
                    </a:lnTo>
                    <a:lnTo>
                      <a:pt x="6" y="35"/>
                    </a:lnTo>
                    <a:lnTo>
                      <a:pt x="12" y="25"/>
                    </a:lnTo>
                    <a:lnTo>
                      <a:pt x="20" y="19"/>
                    </a:lnTo>
                    <a:lnTo>
                      <a:pt x="29" y="12"/>
                    </a:lnTo>
                    <a:lnTo>
                      <a:pt x="39" y="6"/>
                    </a:lnTo>
                    <a:lnTo>
                      <a:pt x="51" y="1"/>
                    </a:lnTo>
                    <a:lnTo>
                      <a:pt x="64"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6" name="Freeform 147">
                <a:extLst>
                  <a:ext uri="{FF2B5EF4-FFF2-40B4-BE49-F238E27FC236}">
                    <a16:creationId xmlns:a16="http://schemas.microsoft.com/office/drawing/2014/main" id="{16EF8A53-A68C-4DF3-9F4A-EC230A35B3B1}"/>
                  </a:ext>
                </a:extLst>
              </p:cNvPr>
              <p:cNvSpPr>
                <a:spLocks/>
              </p:cNvSpPr>
              <p:nvPr/>
            </p:nvSpPr>
            <p:spPr bwMode="auto">
              <a:xfrm>
                <a:off x="3750" y="3234"/>
                <a:ext cx="32" cy="25"/>
              </a:xfrm>
              <a:custGeom>
                <a:avLst/>
                <a:gdLst>
                  <a:gd name="T0" fmla="*/ 14 w 59"/>
                  <a:gd name="T1" fmla="*/ 3 h 45"/>
                  <a:gd name="T2" fmla="*/ 12 w 59"/>
                  <a:gd name="T3" fmla="*/ 2 h 45"/>
                  <a:gd name="T4" fmla="*/ 9 w 59"/>
                  <a:gd name="T5" fmla="*/ 1 h 45"/>
                  <a:gd name="T6" fmla="*/ 5 w 59"/>
                  <a:gd name="T7" fmla="*/ 1 h 45"/>
                  <a:gd name="T8" fmla="*/ 0 w 59"/>
                  <a:gd name="T9" fmla="*/ 0 h 45"/>
                  <a:gd name="T10" fmla="*/ 4 w 59"/>
                  <a:gd name="T11" fmla="*/ 3 h 45"/>
                  <a:gd name="T12" fmla="*/ 8 w 59"/>
                  <a:gd name="T13" fmla="*/ 6 h 45"/>
                  <a:gd name="T14" fmla="*/ 12 w 59"/>
                  <a:gd name="T15" fmla="*/ 9 h 45"/>
                  <a:gd name="T16" fmla="*/ 16 w 59"/>
                  <a:gd name="T17" fmla="*/ 12 h 45"/>
                  <a:gd name="T18" fmla="*/ 20 w 59"/>
                  <a:gd name="T19" fmla="*/ 16 h 45"/>
                  <a:gd name="T20" fmla="*/ 23 w 59"/>
                  <a:gd name="T21" fmla="*/ 20 h 45"/>
                  <a:gd name="T22" fmla="*/ 25 w 59"/>
                  <a:gd name="T23" fmla="*/ 23 h 45"/>
                  <a:gd name="T24" fmla="*/ 27 w 59"/>
                  <a:gd name="T25" fmla="*/ 25 h 45"/>
                  <a:gd name="T26" fmla="*/ 29 w 59"/>
                  <a:gd name="T27" fmla="*/ 24 h 45"/>
                  <a:gd name="T28" fmla="*/ 31 w 59"/>
                  <a:gd name="T29" fmla="*/ 22 h 45"/>
                  <a:gd name="T30" fmla="*/ 32 w 59"/>
                  <a:gd name="T31" fmla="*/ 19 h 45"/>
                  <a:gd name="T32" fmla="*/ 30 w 59"/>
                  <a:gd name="T33" fmla="*/ 17 h 45"/>
                  <a:gd name="T34" fmla="*/ 25 w 59"/>
                  <a:gd name="T35" fmla="*/ 14 h 45"/>
                  <a:gd name="T36" fmla="*/ 21 w 59"/>
                  <a:gd name="T37" fmla="*/ 10 h 45"/>
                  <a:gd name="T38" fmla="*/ 17 w 59"/>
                  <a:gd name="T39" fmla="*/ 6 h 45"/>
                  <a:gd name="T40" fmla="*/ 14 w 59"/>
                  <a:gd name="T41" fmla="*/ 3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9" h="45">
                    <a:moveTo>
                      <a:pt x="26" y="5"/>
                    </a:moveTo>
                    <a:lnTo>
                      <a:pt x="22" y="3"/>
                    </a:lnTo>
                    <a:lnTo>
                      <a:pt x="16" y="2"/>
                    </a:lnTo>
                    <a:lnTo>
                      <a:pt x="9" y="2"/>
                    </a:lnTo>
                    <a:lnTo>
                      <a:pt x="0" y="0"/>
                    </a:lnTo>
                    <a:lnTo>
                      <a:pt x="7" y="5"/>
                    </a:lnTo>
                    <a:lnTo>
                      <a:pt x="14" y="10"/>
                    </a:lnTo>
                    <a:lnTo>
                      <a:pt x="22" y="17"/>
                    </a:lnTo>
                    <a:lnTo>
                      <a:pt x="30" y="22"/>
                    </a:lnTo>
                    <a:lnTo>
                      <a:pt x="37" y="29"/>
                    </a:lnTo>
                    <a:lnTo>
                      <a:pt x="43" y="36"/>
                    </a:lnTo>
                    <a:lnTo>
                      <a:pt x="47" y="41"/>
                    </a:lnTo>
                    <a:lnTo>
                      <a:pt x="49" y="45"/>
                    </a:lnTo>
                    <a:lnTo>
                      <a:pt x="54" y="43"/>
                    </a:lnTo>
                    <a:lnTo>
                      <a:pt x="57" y="40"/>
                    </a:lnTo>
                    <a:lnTo>
                      <a:pt x="59" y="35"/>
                    </a:lnTo>
                    <a:lnTo>
                      <a:pt x="55" y="30"/>
                    </a:lnTo>
                    <a:lnTo>
                      <a:pt x="47" y="25"/>
                    </a:lnTo>
                    <a:lnTo>
                      <a:pt x="39" y="18"/>
                    </a:lnTo>
                    <a:lnTo>
                      <a:pt x="31" y="11"/>
                    </a:lnTo>
                    <a:lnTo>
                      <a:pt x="26"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7" name="Freeform 148">
                <a:extLst>
                  <a:ext uri="{FF2B5EF4-FFF2-40B4-BE49-F238E27FC236}">
                    <a16:creationId xmlns:a16="http://schemas.microsoft.com/office/drawing/2014/main" id="{D314FD2D-FEC9-456D-A988-1832038E66B5}"/>
                  </a:ext>
                </a:extLst>
              </p:cNvPr>
              <p:cNvSpPr>
                <a:spLocks/>
              </p:cNvSpPr>
              <p:nvPr/>
            </p:nvSpPr>
            <p:spPr bwMode="auto">
              <a:xfrm>
                <a:off x="3644" y="3157"/>
                <a:ext cx="42" cy="43"/>
              </a:xfrm>
              <a:custGeom>
                <a:avLst/>
                <a:gdLst>
                  <a:gd name="T0" fmla="*/ 31 w 75"/>
                  <a:gd name="T1" fmla="*/ 26 h 78"/>
                  <a:gd name="T2" fmla="*/ 28 w 75"/>
                  <a:gd name="T3" fmla="*/ 24 h 78"/>
                  <a:gd name="T4" fmla="*/ 25 w 75"/>
                  <a:gd name="T5" fmla="*/ 21 h 78"/>
                  <a:gd name="T6" fmla="*/ 22 w 75"/>
                  <a:gd name="T7" fmla="*/ 18 h 78"/>
                  <a:gd name="T8" fmla="*/ 19 w 75"/>
                  <a:gd name="T9" fmla="*/ 14 h 78"/>
                  <a:gd name="T10" fmla="*/ 15 w 75"/>
                  <a:gd name="T11" fmla="*/ 10 h 78"/>
                  <a:gd name="T12" fmla="*/ 11 w 75"/>
                  <a:gd name="T13" fmla="*/ 6 h 78"/>
                  <a:gd name="T14" fmla="*/ 6 w 75"/>
                  <a:gd name="T15" fmla="*/ 3 h 78"/>
                  <a:gd name="T16" fmla="*/ 0 w 75"/>
                  <a:gd name="T17" fmla="*/ 0 h 78"/>
                  <a:gd name="T18" fmla="*/ 4 w 75"/>
                  <a:gd name="T19" fmla="*/ 4 h 78"/>
                  <a:gd name="T20" fmla="*/ 8 w 75"/>
                  <a:gd name="T21" fmla="*/ 9 h 78"/>
                  <a:gd name="T22" fmla="*/ 13 w 75"/>
                  <a:gd name="T23" fmla="*/ 14 h 78"/>
                  <a:gd name="T24" fmla="*/ 17 w 75"/>
                  <a:gd name="T25" fmla="*/ 20 h 78"/>
                  <a:gd name="T26" fmla="*/ 21 w 75"/>
                  <a:gd name="T27" fmla="*/ 26 h 78"/>
                  <a:gd name="T28" fmla="*/ 25 w 75"/>
                  <a:gd name="T29" fmla="*/ 30 h 78"/>
                  <a:gd name="T30" fmla="*/ 28 w 75"/>
                  <a:gd name="T31" fmla="*/ 35 h 78"/>
                  <a:gd name="T32" fmla="*/ 30 w 75"/>
                  <a:gd name="T33" fmla="*/ 37 h 78"/>
                  <a:gd name="T34" fmla="*/ 33 w 75"/>
                  <a:gd name="T35" fmla="*/ 39 h 78"/>
                  <a:gd name="T36" fmla="*/ 36 w 75"/>
                  <a:gd name="T37" fmla="*/ 40 h 78"/>
                  <a:gd name="T38" fmla="*/ 40 w 75"/>
                  <a:gd name="T39" fmla="*/ 42 h 78"/>
                  <a:gd name="T40" fmla="*/ 42 w 75"/>
                  <a:gd name="T41" fmla="*/ 43 h 78"/>
                  <a:gd name="T42" fmla="*/ 39 w 75"/>
                  <a:gd name="T43" fmla="*/ 39 h 78"/>
                  <a:gd name="T44" fmla="*/ 36 w 75"/>
                  <a:gd name="T45" fmla="*/ 35 h 78"/>
                  <a:gd name="T46" fmla="*/ 34 w 75"/>
                  <a:gd name="T47" fmla="*/ 30 h 78"/>
                  <a:gd name="T48" fmla="*/ 31 w 75"/>
                  <a:gd name="T49" fmla="*/ 26 h 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8">
                    <a:moveTo>
                      <a:pt x="56" y="48"/>
                    </a:moveTo>
                    <a:lnTo>
                      <a:pt x="50" y="44"/>
                    </a:lnTo>
                    <a:lnTo>
                      <a:pt x="45" y="38"/>
                    </a:lnTo>
                    <a:lnTo>
                      <a:pt x="40" y="32"/>
                    </a:lnTo>
                    <a:lnTo>
                      <a:pt x="34" y="25"/>
                    </a:lnTo>
                    <a:lnTo>
                      <a:pt x="27" y="18"/>
                    </a:lnTo>
                    <a:lnTo>
                      <a:pt x="20" y="11"/>
                    </a:lnTo>
                    <a:lnTo>
                      <a:pt x="11" y="5"/>
                    </a:lnTo>
                    <a:lnTo>
                      <a:pt x="0" y="0"/>
                    </a:lnTo>
                    <a:lnTo>
                      <a:pt x="7" y="8"/>
                    </a:lnTo>
                    <a:lnTo>
                      <a:pt x="15" y="17"/>
                    </a:lnTo>
                    <a:lnTo>
                      <a:pt x="23" y="26"/>
                    </a:lnTo>
                    <a:lnTo>
                      <a:pt x="31" y="37"/>
                    </a:lnTo>
                    <a:lnTo>
                      <a:pt x="38" y="47"/>
                    </a:lnTo>
                    <a:lnTo>
                      <a:pt x="45" y="55"/>
                    </a:lnTo>
                    <a:lnTo>
                      <a:pt x="50" y="63"/>
                    </a:lnTo>
                    <a:lnTo>
                      <a:pt x="53" y="68"/>
                    </a:lnTo>
                    <a:lnTo>
                      <a:pt x="59" y="70"/>
                    </a:lnTo>
                    <a:lnTo>
                      <a:pt x="65" y="73"/>
                    </a:lnTo>
                    <a:lnTo>
                      <a:pt x="71" y="76"/>
                    </a:lnTo>
                    <a:lnTo>
                      <a:pt x="75" y="78"/>
                    </a:lnTo>
                    <a:lnTo>
                      <a:pt x="69" y="71"/>
                    </a:lnTo>
                    <a:lnTo>
                      <a:pt x="65" y="63"/>
                    </a:lnTo>
                    <a:lnTo>
                      <a:pt x="60" y="55"/>
                    </a:lnTo>
                    <a:lnTo>
                      <a:pt x="56" y="4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8" name="Freeform 149">
                <a:extLst>
                  <a:ext uri="{FF2B5EF4-FFF2-40B4-BE49-F238E27FC236}">
                    <a16:creationId xmlns:a16="http://schemas.microsoft.com/office/drawing/2014/main" id="{61153BD0-AA35-426E-BC00-FF053F876BE2}"/>
                  </a:ext>
                </a:extLst>
              </p:cNvPr>
              <p:cNvSpPr>
                <a:spLocks/>
              </p:cNvSpPr>
              <p:nvPr/>
            </p:nvSpPr>
            <p:spPr bwMode="auto">
              <a:xfrm>
                <a:off x="3629" y="3167"/>
                <a:ext cx="24" cy="77"/>
              </a:xfrm>
              <a:custGeom>
                <a:avLst/>
                <a:gdLst>
                  <a:gd name="T0" fmla="*/ 0 w 42"/>
                  <a:gd name="T1" fmla="*/ 0 h 140"/>
                  <a:gd name="T2" fmla="*/ 3 w 42"/>
                  <a:gd name="T3" fmla="*/ 14 h 140"/>
                  <a:gd name="T4" fmla="*/ 5 w 42"/>
                  <a:gd name="T5" fmla="*/ 28 h 140"/>
                  <a:gd name="T6" fmla="*/ 5 w 42"/>
                  <a:gd name="T7" fmla="*/ 41 h 140"/>
                  <a:gd name="T8" fmla="*/ 4 w 42"/>
                  <a:gd name="T9" fmla="*/ 51 h 140"/>
                  <a:gd name="T10" fmla="*/ 3 w 42"/>
                  <a:gd name="T11" fmla="*/ 58 h 140"/>
                  <a:gd name="T12" fmla="*/ 4 w 42"/>
                  <a:gd name="T13" fmla="*/ 67 h 140"/>
                  <a:gd name="T14" fmla="*/ 6 w 42"/>
                  <a:gd name="T15" fmla="*/ 74 h 140"/>
                  <a:gd name="T16" fmla="*/ 13 w 42"/>
                  <a:gd name="T17" fmla="*/ 77 h 140"/>
                  <a:gd name="T18" fmla="*/ 19 w 42"/>
                  <a:gd name="T19" fmla="*/ 73 h 140"/>
                  <a:gd name="T20" fmla="*/ 23 w 42"/>
                  <a:gd name="T21" fmla="*/ 64 h 140"/>
                  <a:gd name="T22" fmla="*/ 24 w 42"/>
                  <a:gd name="T23" fmla="*/ 53 h 140"/>
                  <a:gd name="T24" fmla="*/ 22 w 42"/>
                  <a:gd name="T25" fmla="*/ 45 h 140"/>
                  <a:gd name="T26" fmla="*/ 20 w 42"/>
                  <a:gd name="T27" fmla="*/ 41 h 140"/>
                  <a:gd name="T28" fmla="*/ 18 w 42"/>
                  <a:gd name="T29" fmla="*/ 36 h 140"/>
                  <a:gd name="T30" fmla="*/ 15 w 42"/>
                  <a:gd name="T31" fmla="*/ 29 h 140"/>
                  <a:gd name="T32" fmla="*/ 11 w 42"/>
                  <a:gd name="T33" fmla="*/ 23 h 140"/>
                  <a:gd name="T34" fmla="*/ 8 w 42"/>
                  <a:gd name="T35" fmla="*/ 16 h 140"/>
                  <a:gd name="T36" fmla="*/ 5 w 42"/>
                  <a:gd name="T37" fmla="*/ 10 h 140"/>
                  <a:gd name="T38" fmla="*/ 2 w 42"/>
                  <a:gd name="T39" fmla="*/ 4 h 140"/>
                  <a:gd name="T40" fmla="*/ 0 w 42"/>
                  <a:gd name="T41" fmla="*/ 0 h 1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40">
                    <a:moveTo>
                      <a:pt x="0" y="0"/>
                    </a:moveTo>
                    <a:lnTo>
                      <a:pt x="5" y="25"/>
                    </a:lnTo>
                    <a:lnTo>
                      <a:pt x="9" y="50"/>
                    </a:lnTo>
                    <a:lnTo>
                      <a:pt x="8" y="75"/>
                    </a:lnTo>
                    <a:lnTo>
                      <a:pt x="7" y="93"/>
                    </a:lnTo>
                    <a:lnTo>
                      <a:pt x="5" y="106"/>
                    </a:lnTo>
                    <a:lnTo>
                      <a:pt x="7" y="122"/>
                    </a:lnTo>
                    <a:lnTo>
                      <a:pt x="11" y="135"/>
                    </a:lnTo>
                    <a:lnTo>
                      <a:pt x="23" y="140"/>
                    </a:lnTo>
                    <a:lnTo>
                      <a:pt x="34" y="133"/>
                    </a:lnTo>
                    <a:lnTo>
                      <a:pt x="40" y="116"/>
                    </a:lnTo>
                    <a:lnTo>
                      <a:pt x="42" y="96"/>
                    </a:lnTo>
                    <a:lnTo>
                      <a:pt x="39" y="81"/>
                    </a:lnTo>
                    <a:lnTo>
                      <a:pt x="35" y="74"/>
                    </a:lnTo>
                    <a:lnTo>
                      <a:pt x="31" y="65"/>
                    </a:lnTo>
                    <a:lnTo>
                      <a:pt x="26" y="53"/>
                    </a:lnTo>
                    <a:lnTo>
                      <a:pt x="19" y="42"/>
                    </a:lnTo>
                    <a:lnTo>
                      <a:pt x="14" y="29"/>
                    </a:lnTo>
                    <a:lnTo>
                      <a:pt x="8" y="18"/>
                    </a:lnTo>
                    <a:lnTo>
                      <a:pt x="3"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9" name="Freeform 150">
                <a:extLst>
                  <a:ext uri="{FF2B5EF4-FFF2-40B4-BE49-F238E27FC236}">
                    <a16:creationId xmlns:a16="http://schemas.microsoft.com/office/drawing/2014/main" id="{10304A62-4255-4CB6-BD31-750257AE4E4F}"/>
                  </a:ext>
                </a:extLst>
              </p:cNvPr>
              <p:cNvSpPr>
                <a:spLocks/>
              </p:cNvSpPr>
              <p:nvPr/>
            </p:nvSpPr>
            <p:spPr bwMode="auto">
              <a:xfrm>
                <a:off x="3818" y="3295"/>
                <a:ext cx="127" cy="96"/>
              </a:xfrm>
              <a:custGeom>
                <a:avLst/>
                <a:gdLst>
                  <a:gd name="T0" fmla="*/ 36 w 232"/>
                  <a:gd name="T1" fmla="*/ 0 h 175"/>
                  <a:gd name="T2" fmla="*/ 24 w 232"/>
                  <a:gd name="T3" fmla="*/ 3 h 175"/>
                  <a:gd name="T4" fmla="*/ 13 w 232"/>
                  <a:gd name="T5" fmla="*/ 10 h 175"/>
                  <a:gd name="T6" fmla="*/ 4 w 232"/>
                  <a:gd name="T7" fmla="*/ 19 h 175"/>
                  <a:gd name="T8" fmla="*/ 5 w 232"/>
                  <a:gd name="T9" fmla="*/ 22 h 175"/>
                  <a:gd name="T10" fmla="*/ 13 w 232"/>
                  <a:gd name="T11" fmla="*/ 23 h 175"/>
                  <a:gd name="T12" fmla="*/ 19 w 232"/>
                  <a:gd name="T13" fmla="*/ 24 h 175"/>
                  <a:gd name="T14" fmla="*/ 25 w 232"/>
                  <a:gd name="T15" fmla="*/ 24 h 175"/>
                  <a:gd name="T16" fmla="*/ 30 w 232"/>
                  <a:gd name="T17" fmla="*/ 28 h 175"/>
                  <a:gd name="T18" fmla="*/ 31 w 232"/>
                  <a:gd name="T19" fmla="*/ 38 h 175"/>
                  <a:gd name="T20" fmla="*/ 36 w 232"/>
                  <a:gd name="T21" fmla="*/ 44 h 175"/>
                  <a:gd name="T22" fmla="*/ 39 w 232"/>
                  <a:gd name="T23" fmla="*/ 50 h 175"/>
                  <a:gd name="T24" fmla="*/ 39 w 232"/>
                  <a:gd name="T25" fmla="*/ 57 h 175"/>
                  <a:gd name="T26" fmla="*/ 39 w 232"/>
                  <a:gd name="T27" fmla="*/ 63 h 175"/>
                  <a:gd name="T28" fmla="*/ 42 w 232"/>
                  <a:gd name="T29" fmla="*/ 67 h 175"/>
                  <a:gd name="T30" fmla="*/ 50 w 232"/>
                  <a:gd name="T31" fmla="*/ 72 h 175"/>
                  <a:gd name="T32" fmla="*/ 57 w 232"/>
                  <a:gd name="T33" fmla="*/ 79 h 175"/>
                  <a:gd name="T34" fmla="*/ 63 w 232"/>
                  <a:gd name="T35" fmla="*/ 85 h 175"/>
                  <a:gd name="T36" fmla="*/ 69 w 232"/>
                  <a:gd name="T37" fmla="*/ 85 h 175"/>
                  <a:gd name="T38" fmla="*/ 73 w 232"/>
                  <a:gd name="T39" fmla="*/ 76 h 175"/>
                  <a:gd name="T40" fmla="*/ 71 w 232"/>
                  <a:gd name="T41" fmla="*/ 70 h 175"/>
                  <a:gd name="T42" fmla="*/ 65 w 232"/>
                  <a:gd name="T43" fmla="*/ 64 h 175"/>
                  <a:gd name="T44" fmla="*/ 60 w 232"/>
                  <a:gd name="T45" fmla="*/ 57 h 175"/>
                  <a:gd name="T46" fmla="*/ 58 w 232"/>
                  <a:gd name="T47" fmla="*/ 49 h 175"/>
                  <a:gd name="T48" fmla="*/ 66 w 232"/>
                  <a:gd name="T49" fmla="*/ 44 h 175"/>
                  <a:gd name="T50" fmla="*/ 78 w 232"/>
                  <a:gd name="T51" fmla="*/ 52 h 175"/>
                  <a:gd name="T52" fmla="*/ 89 w 232"/>
                  <a:gd name="T53" fmla="*/ 69 h 175"/>
                  <a:gd name="T54" fmla="*/ 96 w 232"/>
                  <a:gd name="T55" fmla="*/ 85 h 175"/>
                  <a:gd name="T56" fmla="*/ 99 w 232"/>
                  <a:gd name="T57" fmla="*/ 94 h 175"/>
                  <a:gd name="T58" fmla="*/ 107 w 232"/>
                  <a:gd name="T59" fmla="*/ 96 h 175"/>
                  <a:gd name="T60" fmla="*/ 112 w 232"/>
                  <a:gd name="T61" fmla="*/ 94 h 175"/>
                  <a:gd name="T62" fmla="*/ 112 w 232"/>
                  <a:gd name="T63" fmla="*/ 88 h 175"/>
                  <a:gd name="T64" fmla="*/ 114 w 232"/>
                  <a:gd name="T65" fmla="*/ 85 h 175"/>
                  <a:gd name="T66" fmla="*/ 119 w 232"/>
                  <a:gd name="T67" fmla="*/ 80 h 175"/>
                  <a:gd name="T68" fmla="*/ 124 w 232"/>
                  <a:gd name="T69" fmla="*/ 70 h 175"/>
                  <a:gd name="T70" fmla="*/ 127 w 232"/>
                  <a:gd name="T71" fmla="*/ 55 h 175"/>
                  <a:gd name="T72" fmla="*/ 127 w 232"/>
                  <a:gd name="T73" fmla="*/ 44 h 175"/>
                  <a:gd name="T74" fmla="*/ 126 w 232"/>
                  <a:gd name="T75" fmla="*/ 33 h 175"/>
                  <a:gd name="T76" fmla="*/ 122 w 232"/>
                  <a:gd name="T77" fmla="*/ 27 h 175"/>
                  <a:gd name="T78" fmla="*/ 114 w 232"/>
                  <a:gd name="T79" fmla="*/ 20 h 175"/>
                  <a:gd name="T80" fmla="*/ 107 w 232"/>
                  <a:gd name="T81" fmla="*/ 16 h 175"/>
                  <a:gd name="T82" fmla="*/ 99 w 232"/>
                  <a:gd name="T83" fmla="*/ 14 h 175"/>
                  <a:gd name="T84" fmla="*/ 89 w 232"/>
                  <a:gd name="T85" fmla="*/ 11 h 175"/>
                  <a:gd name="T86" fmla="*/ 78 w 232"/>
                  <a:gd name="T87" fmla="*/ 8 h 175"/>
                  <a:gd name="T88" fmla="*/ 71 w 232"/>
                  <a:gd name="T89" fmla="*/ 7 h 175"/>
                  <a:gd name="T90" fmla="*/ 61 w 232"/>
                  <a:gd name="T91" fmla="*/ 4 h 175"/>
                  <a:gd name="T92" fmla="*/ 52 w 232"/>
                  <a:gd name="T93" fmla="*/ 2 h 175"/>
                  <a:gd name="T94" fmla="*/ 44 w 232"/>
                  <a:gd name="T95" fmla="*/ 0 h 17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 h="175">
                    <a:moveTo>
                      <a:pt x="74" y="0"/>
                    </a:moveTo>
                    <a:lnTo>
                      <a:pt x="65" y="0"/>
                    </a:lnTo>
                    <a:lnTo>
                      <a:pt x="54" y="2"/>
                    </a:lnTo>
                    <a:lnTo>
                      <a:pt x="44" y="6"/>
                    </a:lnTo>
                    <a:lnTo>
                      <a:pt x="34" y="12"/>
                    </a:lnTo>
                    <a:lnTo>
                      <a:pt x="24" y="19"/>
                    </a:lnTo>
                    <a:lnTo>
                      <a:pt x="15" y="27"/>
                    </a:lnTo>
                    <a:lnTo>
                      <a:pt x="7" y="35"/>
                    </a:lnTo>
                    <a:lnTo>
                      <a:pt x="0" y="43"/>
                    </a:lnTo>
                    <a:lnTo>
                      <a:pt x="10" y="41"/>
                    </a:lnTo>
                    <a:lnTo>
                      <a:pt x="16" y="41"/>
                    </a:lnTo>
                    <a:lnTo>
                      <a:pt x="23" y="42"/>
                    </a:lnTo>
                    <a:lnTo>
                      <a:pt x="30" y="44"/>
                    </a:lnTo>
                    <a:lnTo>
                      <a:pt x="35" y="43"/>
                    </a:lnTo>
                    <a:lnTo>
                      <a:pt x="41" y="43"/>
                    </a:lnTo>
                    <a:lnTo>
                      <a:pt x="46" y="43"/>
                    </a:lnTo>
                    <a:lnTo>
                      <a:pt x="51" y="45"/>
                    </a:lnTo>
                    <a:lnTo>
                      <a:pt x="54" y="51"/>
                    </a:lnTo>
                    <a:lnTo>
                      <a:pt x="57" y="59"/>
                    </a:lnTo>
                    <a:lnTo>
                      <a:pt x="57" y="69"/>
                    </a:lnTo>
                    <a:lnTo>
                      <a:pt x="57" y="82"/>
                    </a:lnTo>
                    <a:lnTo>
                      <a:pt x="65" y="81"/>
                    </a:lnTo>
                    <a:lnTo>
                      <a:pt x="69" y="85"/>
                    </a:lnTo>
                    <a:lnTo>
                      <a:pt x="72" y="92"/>
                    </a:lnTo>
                    <a:lnTo>
                      <a:pt x="72" y="100"/>
                    </a:lnTo>
                    <a:lnTo>
                      <a:pt x="72" y="104"/>
                    </a:lnTo>
                    <a:lnTo>
                      <a:pt x="71" y="108"/>
                    </a:lnTo>
                    <a:lnTo>
                      <a:pt x="71" y="114"/>
                    </a:lnTo>
                    <a:lnTo>
                      <a:pt x="69" y="120"/>
                    </a:lnTo>
                    <a:lnTo>
                      <a:pt x="76" y="122"/>
                    </a:lnTo>
                    <a:lnTo>
                      <a:pt x="83" y="127"/>
                    </a:lnTo>
                    <a:lnTo>
                      <a:pt x="91" y="132"/>
                    </a:lnTo>
                    <a:lnTo>
                      <a:pt x="98" y="137"/>
                    </a:lnTo>
                    <a:lnTo>
                      <a:pt x="105" y="144"/>
                    </a:lnTo>
                    <a:lnTo>
                      <a:pt x="111" y="150"/>
                    </a:lnTo>
                    <a:lnTo>
                      <a:pt x="115" y="155"/>
                    </a:lnTo>
                    <a:lnTo>
                      <a:pt x="118" y="159"/>
                    </a:lnTo>
                    <a:lnTo>
                      <a:pt x="126" y="155"/>
                    </a:lnTo>
                    <a:lnTo>
                      <a:pt x="130" y="146"/>
                    </a:lnTo>
                    <a:lnTo>
                      <a:pt x="133" y="138"/>
                    </a:lnTo>
                    <a:lnTo>
                      <a:pt x="132" y="132"/>
                    </a:lnTo>
                    <a:lnTo>
                      <a:pt x="129" y="128"/>
                    </a:lnTo>
                    <a:lnTo>
                      <a:pt x="125" y="123"/>
                    </a:lnTo>
                    <a:lnTo>
                      <a:pt x="119" y="117"/>
                    </a:lnTo>
                    <a:lnTo>
                      <a:pt x="113" y="110"/>
                    </a:lnTo>
                    <a:lnTo>
                      <a:pt x="109" y="103"/>
                    </a:lnTo>
                    <a:lnTo>
                      <a:pt x="106" y="96"/>
                    </a:lnTo>
                    <a:lnTo>
                      <a:pt x="106" y="89"/>
                    </a:lnTo>
                    <a:lnTo>
                      <a:pt x="111" y="83"/>
                    </a:lnTo>
                    <a:lnTo>
                      <a:pt x="120" y="80"/>
                    </a:lnTo>
                    <a:lnTo>
                      <a:pt x="132" y="84"/>
                    </a:lnTo>
                    <a:lnTo>
                      <a:pt x="142" y="95"/>
                    </a:lnTo>
                    <a:lnTo>
                      <a:pt x="152" y="108"/>
                    </a:lnTo>
                    <a:lnTo>
                      <a:pt x="163" y="125"/>
                    </a:lnTo>
                    <a:lnTo>
                      <a:pt x="170" y="141"/>
                    </a:lnTo>
                    <a:lnTo>
                      <a:pt x="175" y="155"/>
                    </a:lnTo>
                    <a:lnTo>
                      <a:pt x="179" y="165"/>
                    </a:lnTo>
                    <a:lnTo>
                      <a:pt x="181" y="172"/>
                    </a:lnTo>
                    <a:lnTo>
                      <a:pt x="188" y="174"/>
                    </a:lnTo>
                    <a:lnTo>
                      <a:pt x="195" y="175"/>
                    </a:lnTo>
                    <a:lnTo>
                      <a:pt x="203" y="174"/>
                    </a:lnTo>
                    <a:lnTo>
                      <a:pt x="205" y="171"/>
                    </a:lnTo>
                    <a:lnTo>
                      <a:pt x="205" y="165"/>
                    </a:lnTo>
                    <a:lnTo>
                      <a:pt x="204" y="160"/>
                    </a:lnTo>
                    <a:lnTo>
                      <a:pt x="203" y="157"/>
                    </a:lnTo>
                    <a:lnTo>
                      <a:pt x="209" y="155"/>
                    </a:lnTo>
                    <a:lnTo>
                      <a:pt x="215" y="150"/>
                    </a:lnTo>
                    <a:lnTo>
                      <a:pt x="218" y="145"/>
                    </a:lnTo>
                    <a:lnTo>
                      <a:pt x="223" y="140"/>
                    </a:lnTo>
                    <a:lnTo>
                      <a:pt x="227" y="128"/>
                    </a:lnTo>
                    <a:lnTo>
                      <a:pt x="231" y="114"/>
                    </a:lnTo>
                    <a:lnTo>
                      <a:pt x="232" y="100"/>
                    </a:lnTo>
                    <a:lnTo>
                      <a:pt x="232" y="88"/>
                    </a:lnTo>
                    <a:lnTo>
                      <a:pt x="232" y="80"/>
                    </a:lnTo>
                    <a:lnTo>
                      <a:pt x="232" y="69"/>
                    </a:lnTo>
                    <a:lnTo>
                      <a:pt x="230" y="60"/>
                    </a:lnTo>
                    <a:lnTo>
                      <a:pt x="227" y="53"/>
                    </a:lnTo>
                    <a:lnTo>
                      <a:pt x="223" y="49"/>
                    </a:lnTo>
                    <a:lnTo>
                      <a:pt x="217" y="43"/>
                    </a:lnTo>
                    <a:lnTo>
                      <a:pt x="209" y="37"/>
                    </a:lnTo>
                    <a:lnTo>
                      <a:pt x="201" y="32"/>
                    </a:lnTo>
                    <a:lnTo>
                      <a:pt x="195" y="30"/>
                    </a:lnTo>
                    <a:lnTo>
                      <a:pt x="188" y="28"/>
                    </a:lnTo>
                    <a:lnTo>
                      <a:pt x="180" y="26"/>
                    </a:lnTo>
                    <a:lnTo>
                      <a:pt x="171" y="22"/>
                    </a:lnTo>
                    <a:lnTo>
                      <a:pt x="162" y="20"/>
                    </a:lnTo>
                    <a:lnTo>
                      <a:pt x="152" y="16"/>
                    </a:lnTo>
                    <a:lnTo>
                      <a:pt x="143" y="14"/>
                    </a:lnTo>
                    <a:lnTo>
                      <a:pt x="136" y="13"/>
                    </a:lnTo>
                    <a:lnTo>
                      <a:pt x="129" y="12"/>
                    </a:lnTo>
                    <a:lnTo>
                      <a:pt x="121" y="9"/>
                    </a:lnTo>
                    <a:lnTo>
                      <a:pt x="112" y="7"/>
                    </a:lnTo>
                    <a:lnTo>
                      <a:pt x="104" y="5"/>
                    </a:lnTo>
                    <a:lnTo>
                      <a:pt x="95" y="4"/>
                    </a:lnTo>
                    <a:lnTo>
                      <a:pt x="87" y="1"/>
                    </a:lnTo>
                    <a:lnTo>
                      <a:pt x="80" y="0"/>
                    </a:lnTo>
                    <a:lnTo>
                      <a:pt x="74"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0" name="Freeform 151">
                <a:extLst>
                  <a:ext uri="{FF2B5EF4-FFF2-40B4-BE49-F238E27FC236}">
                    <a16:creationId xmlns:a16="http://schemas.microsoft.com/office/drawing/2014/main" id="{D7CA5A2A-BC5C-4E28-8D8D-427CA8CC5F45}"/>
                  </a:ext>
                </a:extLst>
              </p:cNvPr>
              <p:cNvSpPr>
                <a:spLocks/>
              </p:cNvSpPr>
              <p:nvPr/>
            </p:nvSpPr>
            <p:spPr bwMode="auto">
              <a:xfrm>
                <a:off x="3834" y="3302"/>
                <a:ext cx="96" cy="89"/>
              </a:xfrm>
              <a:custGeom>
                <a:avLst/>
                <a:gdLst>
                  <a:gd name="T0" fmla="*/ 95 w 175"/>
                  <a:gd name="T1" fmla="*/ 81 h 162"/>
                  <a:gd name="T2" fmla="*/ 96 w 175"/>
                  <a:gd name="T3" fmla="*/ 87 h 162"/>
                  <a:gd name="T4" fmla="*/ 91 w 175"/>
                  <a:gd name="T5" fmla="*/ 89 h 162"/>
                  <a:gd name="T6" fmla="*/ 83 w 175"/>
                  <a:gd name="T7" fmla="*/ 87 h 162"/>
                  <a:gd name="T8" fmla="*/ 80 w 175"/>
                  <a:gd name="T9" fmla="*/ 78 h 162"/>
                  <a:gd name="T10" fmla="*/ 73 w 175"/>
                  <a:gd name="T11" fmla="*/ 62 h 162"/>
                  <a:gd name="T12" fmla="*/ 61 w 175"/>
                  <a:gd name="T13" fmla="*/ 45 h 162"/>
                  <a:gd name="T14" fmla="*/ 49 w 175"/>
                  <a:gd name="T15" fmla="*/ 37 h 162"/>
                  <a:gd name="T16" fmla="*/ 42 w 175"/>
                  <a:gd name="T17" fmla="*/ 42 h 162"/>
                  <a:gd name="T18" fmla="*/ 43 w 175"/>
                  <a:gd name="T19" fmla="*/ 49 h 162"/>
                  <a:gd name="T20" fmla="*/ 49 w 175"/>
                  <a:gd name="T21" fmla="*/ 57 h 162"/>
                  <a:gd name="T22" fmla="*/ 54 w 175"/>
                  <a:gd name="T23" fmla="*/ 63 h 162"/>
                  <a:gd name="T24" fmla="*/ 57 w 175"/>
                  <a:gd name="T25" fmla="*/ 69 h 162"/>
                  <a:gd name="T26" fmla="*/ 53 w 175"/>
                  <a:gd name="T27" fmla="*/ 78 h 162"/>
                  <a:gd name="T28" fmla="*/ 47 w 175"/>
                  <a:gd name="T29" fmla="*/ 78 h 162"/>
                  <a:gd name="T30" fmla="*/ 41 w 175"/>
                  <a:gd name="T31" fmla="*/ 72 h 162"/>
                  <a:gd name="T32" fmla="*/ 33 w 175"/>
                  <a:gd name="T33" fmla="*/ 65 h 162"/>
                  <a:gd name="T34" fmla="*/ 25 w 175"/>
                  <a:gd name="T35" fmla="*/ 60 h 162"/>
                  <a:gd name="T36" fmla="*/ 22 w 175"/>
                  <a:gd name="T37" fmla="*/ 55 h 162"/>
                  <a:gd name="T38" fmla="*/ 23 w 175"/>
                  <a:gd name="T39" fmla="*/ 50 h 162"/>
                  <a:gd name="T40" fmla="*/ 23 w 175"/>
                  <a:gd name="T41" fmla="*/ 43 h 162"/>
                  <a:gd name="T42" fmla="*/ 19 w 175"/>
                  <a:gd name="T43" fmla="*/ 37 h 162"/>
                  <a:gd name="T44" fmla="*/ 15 w 175"/>
                  <a:gd name="T45" fmla="*/ 31 h 162"/>
                  <a:gd name="T46" fmla="*/ 13 w 175"/>
                  <a:gd name="T47" fmla="*/ 21 h 162"/>
                  <a:gd name="T48" fmla="*/ 9 w 175"/>
                  <a:gd name="T49" fmla="*/ 16 h 162"/>
                  <a:gd name="T50" fmla="*/ 3 w 175"/>
                  <a:gd name="T51" fmla="*/ 16 h 162"/>
                  <a:gd name="T52" fmla="*/ 2 w 175"/>
                  <a:gd name="T53" fmla="*/ 13 h 162"/>
                  <a:gd name="T54" fmla="*/ 8 w 175"/>
                  <a:gd name="T55" fmla="*/ 7 h 162"/>
                  <a:gd name="T56" fmla="*/ 16 w 175"/>
                  <a:gd name="T57" fmla="*/ 2 h 162"/>
                  <a:gd name="T58" fmla="*/ 25 w 175"/>
                  <a:gd name="T59" fmla="*/ 0 h 162"/>
                  <a:gd name="T60" fmla="*/ 36 w 175"/>
                  <a:gd name="T61" fmla="*/ 3 h 162"/>
                  <a:gd name="T62" fmla="*/ 45 w 175"/>
                  <a:gd name="T63" fmla="*/ 8 h 162"/>
                  <a:gd name="T64" fmla="*/ 53 w 175"/>
                  <a:gd name="T65" fmla="*/ 13 h 162"/>
                  <a:gd name="T66" fmla="*/ 60 w 175"/>
                  <a:gd name="T67" fmla="*/ 20 h 162"/>
                  <a:gd name="T68" fmla="*/ 67 w 175"/>
                  <a:gd name="T69" fmla="*/ 31 h 162"/>
                  <a:gd name="T70" fmla="*/ 75 w 175"/>
                  <a:gd name="T71" fmla="*/ 41 h 162"/>
                  <a:gd name="T72" fmla="*/ 81 w 175"/>
                  <a:gd name="T73" fmla="*/ 46 h 162"/>
                  <a:gd name="T74" fmla="*/ 87 w 175"/>
                  <a:gd name="T75" fmla="*/ 57 h 162"/>
                  <a:gd name="T76" fmla="*/ 89 w 175"/>
                  <a:gd name="T77" fmla="*/ 65 h 162"/>
                  <a:gd name="T78" fmla="*/ 92 w 175"/>
                  <a:gd name="T79" fmla="*/ 75 h 1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75" h="162">
                    <a:moveTo>
                      <a:pt x="173" y="144"/>
                    </a:moveTo>
                    <a:lnTo>
                      <a:pt x="174" y="147"/>
                    </a:lnTo>
                    <a:lnTo>
                      <a:pt x="175" y="152"/>
                    </a:lnTo>
                    <a:lnTo>
                      <a:pt x="175" y="158"/>
                    </a:lnTo>
                    <a:lnTo>
                      <a:pt x="173" y="161"/>
                    </a:lnTo>
                    <a:lnTo>
                      <a:pt x="165" y="162"/>
                    </a:lnTo>
                    <a:lnTo>
                      <a:pt x="158" y="161"/>
                    </a:lnTo>
                    <a:lnTo>
                      <a:pt x="151" y="159"/>
                    </a:lnTo>
                    <a:lnTo>
                      <a:pt x="149" y="152"/>
                    </a:lnTo>
                    <a:lnTo>
                      <a:pt x="145" y="142"/>
                    </a:lnTo>
                    <a:lnTo>
                      <a:pt x="140" y="128"/>
                    </a:lnTo>
                    <a:lnTo>
                      <a:pt x="133" y="112"/>
                    </a:lnTo>
                    <a:lnTo>
                      <a:pt x="122" y="95"/>
                    </a:lnTo>
                    <a:lnTo>
                      <a:pt x="112" y="82"/>
                    </a:lnTo>
                    <a:lnTo>
                      <a:pt x="102" y="71"/>
                    </a:lnTo>
                    <a:lnTo>
                      <a:pt x="90" y="67"/>
                    </a:lnTo>
                    <a:lnTo>
                      <a:pt x="81" y="70"/>
                    </a:lnTo>
                    <a:lnTo>
                      <a:pt x="76" y="76"/>
                    </a:lnTo>
                    <a:lnTo>
                      <a:pt x="76" y="83"/>
                    </a:lnTo>
                    <a:lnTo>
                      <a:pt x="79" y="90"/>
                    </a:lnTo>
                    <a:lnTo>
                      <a:pt x="83" y="97"/>
                    </a:lnTo>
                    <a:lnTo>
                      <a:pt x="89" y="104"/>
                    </a:lnTo>
                    <a:lnTo>
                      <a:pt x="95" y="110"/>
                    </a:lnTo>
                    <a:lnTo>
                      <a:pt x="99" y="115"/>
                    </a:lnTo>
                    <a:lnTo>
                      <a:pt x="102" y="119"/>
                    </a:lnTo>
                    <a:lnTo>
                      <a:pt x="103" y="125"/>
                    </a:lnTo>
                    <a:lnTo>
                      <a:pt x="100" y="133"/>
                    </a:lnTo>
                    <a:lnTo>
                      <a:pt x="96" y="142"/>
                    </a:lnTo>
                    <a:lnTo>
                      <a:pt x="88" y="146"/>
                    </a:lnTo>
                    <a:lnTo>
                      <a:pt x="85" y="142"/>
                    </a:lnTo>
                    <a:lnTo>
                      <a:pt x="81" y="137"/>
                    </a:lnTo>
                    <a:lnTo>
                      <a:pt x="75" y="131"/>
                    </a:lnTo>
                    <a:lnTo>
                      <a:pt x="68" y="124"/>
                    </a:lnTo>
                    <a:lnTo>
                      <a:pt x="61" y="119"/>
                    </a:lnTo>
                    <a:lnTo>
                      <a:pt x="53" y="114"/>
                    </a:lnTo>
                    <a:lnTo>
                      <a:pt x="46" y="109"/>
                    </a:lnTo>
                    <a:lnTo>
                      <a:pt x="39" y="107"/>
                    </a:lnTo>
                    <a:lnTo>
                      <a:pt x="41" y="101"/>
                    </a:lnTo>
                    <a:lnTo>
                      <a:pt x="41" y="95"/>
                    </a:lnTo>
                    <a:lnTo>
                      <a:pt x="42" y="91"/>
                    </a:lnTo>
                    <a:lnTo>
                      <a:pt x="42" y="87"/>
                    </a:lnTo>
                    <a:lnTo>
                      <a:pt x="42" y="79"/>
                    </a:lnTo>
                    <a:lnTo>
                      <a:pt x="39" y="72"/>
                    </a:lnTo>
                    <a:lnTo>
                      <a:pt x="35" y="68"/>
                    </a:lnTo>
                    <a:lnTo>
                      <a:pt x="27" y="69"/>
                    </a:lnTo>
                    <a:lnTo>
                      <a:pt x="27" y="56"/>
                    </a:lnTo>
                    <a:lnTo>
                      <a:pt x="27" y="46"/>
                    </a:lnTo>
                    <a:lnTo>
                      <a:pt x="24" y="38"/>
                    </a:lnTo>
                    <a:lnTo>
                      <a:pt x="21" y="32"/>
                    </a:lnTo>
                    <a:lnTo>
                      <a:pt x="16" y="30"/>
                    </a:lnTo>
                    <a:lnTo>
                      <a:pt x="11" y="30"/>
                    </a:lnTo>
                    <a:lnTo>
                      <a:pt x="5" y="30"/>
                    </a:lnTo>
                    <a:lnTo>
                      <a:pt x="0" y="31"/>
                    </a:lnTo>
                    <a:lnTo>
                      <a:pt x="4" y="24"/>
                    </a:lnTo>
                    <a:lnTo>
                      <a:pt x="8" y="18"/>
                    </a:lnTo>
                    <a:lnTo>
                      <a:pt x="15" y="13"/>
                    </a:lnTo>
                    <a:lnTo>
                      <a:pt x="22" y="7"/>
                    </a:lnTo>
                    <a:lnTo>
                      <a:pt x="30" y="3"/>
                    </a:lnTo>
                    <a:lnTo>
                      <a:pt x="38" y="1"/>
                    </a:lnTo>
                    <a:lnTo>
                      <a:pt x="46" y="0"/>
                    </a:lnTo>
                    <a:lnTo>
                      <a:pt x="56" y="2"/>
                    </a:lnTo>
                    <a:lnTo>
                      <a:pt x="65" y="6"/>
                    </a:lnTo>
                    <a:lnTo>
                      <a:pt x="73" y="9"/>
                    </a:lnTo>
                    <a:lnTo>
                      <a:pt x="82" y="14"/>
                    </a:lnTo>
                    <a:lnTo>
                      <a:pt x="90" y="18"/>
                    </a:lnTo>
                    <a:lnTo>
                      <a:pt x="97" y="24"/>
                    </a:lnTo>
                    <a:lnTo>
                      <a:pt x="104" y="30"/>
                    </a:lnTo>
                    <a:lnTo>
                      <a:pt x="110" y="37"/>
                    </a:lnTo>
                    <a:lnTo>
                      <a:pt x="114" y="44"/>
                    </a:lnTo>
                    <a:lnTo>
                      <a:pt x="122" y="56"/>
                    </a:lnTo>
                    <a:lnTo>
                      <a:pt x="130" y="67"/>
                    </a:lnTo>
                    <a:lnTo>
                      <a:pt x="136" y="74"/>
                    </a:lnTo>
                    <a:lnTo>
                      <a:pt x="142" y="78"/>
                    </a:lnTo>
                    <a:lnTo>
                      <a:pt x="148" y="84"/>
                    </a:lnTo>
                    <a:lnTo>
                      <a:pt x="153" y="93"/>
                    </a:lnTo>
                    <a:lnTo>
                      <a:pt x="158" y="104"/>
                    </a:lnTo>
                    <a:lnTo>
                      <a:pt x="160" y="112"/>
                    </a:lnTo>
                    <a:lnTo>
                      <a:pt x="162" y="119"/>
                    </a:lnTo>
                    <a:lnTo>
                      <a:pt x="165" y="128"/>
                    </a:lnTo>
                    <a:lnTo>
                      <a:pt x="168" y="137"/>
                    </a:lnTo>
                    <a:lnTo>
                      <a:pt x="173"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1" name="Freeform 152">
                <a:extLst>
                  <a:ext uri="{FF2B5EF4-FFF2-40B4-BE49-F238E27FC236}">
                    <a16:creationId xmlns:a16="http://schemas.microsoft.com/office/drawing/2014/main" id="{678177BC-F2CF-46DA-B03D-FAAAC73DA83E}"/>
                  </a:ext>
                </a:extLst>
              </p:cNvPr>
              <p:cNvSpPr>
                <a:spLocks/>
              </p:cNvSpPr>
              <p:nvPr/>
            </p:nvSpPr>
            <p:spPr bwMode="auto">
              <a:xfrm>
                <a:off x="3927" y="3313"/>
                <a:ext cx="18" cy="30"/>
              </a:xfrm>
              <a:custGeom>
                <a:avLst/>
                <a:gdLst>
                  <a:gd name="T0" fmla="*/ 18 w 31"/>
                  <a:gd name="T1" fmla="*/ 30 h 56"/>
                  <a:gd name="T2" fmla="*/ 18 w 31"/>
                  <a:gd name="T3" fmla="*/ 26 h 56"/>
                  <a:gd name="T4" fmla="*/ 18 w 31"/>
                  <a:gd name="T5" fmla="*/ 20 h 56"/>
                  <a:gd name="T6" fmla="*/ 17 w 31"/>
                  <a:gd name="T7" fmla="*/ 15 h 56"/>
                  <a:gd name="T8" fmla="*/ 15 w 31"/>
                  <a:gd name="T9" fmla="*/ 11 h 56"/>
                  <a:gd name="T10" fmla="*/ 13 w 31"/>
                  <a:gd name="T11" fmla="*/ 9 h 56"/>
                  <a:gd name="T12" fmla="*/ 9 w 31"/>
                  <a:gd name="T13" fmla="*/ 6 h 56"/>
                  <a:gd name="T14" fmla="*/ 5 w 31"/>
                  <a:gd name="T15" fmla="*/ 3 h 56"/>
                  <a:gd name="T16" fmla="*/ 0 w 31"/>
                  <a:gd name="T17" fmla="*/ 0 h 56"/>
                  <a:gd name="T18" fmla="*/ 2 w 31"/>
                  <a:gd name="T19" fmla="*/ 5 h 56"/>
                  <a:gd name="T20" fmla="*/ 6 w 31"/>
                  <a:gd name="T21" fmla="*/ 11 h 56"/>
                  <a:gd name="T22" fmla="*/ 9 w 31"/>
                  <a:gd name="T23" fmla="*/ 16 h 56"/>
                  <a:gd name="T24" fmla="*/ 11 w 31"/>
                  <a:gd name="T25" fmla="*/ 20 h 56"/>
                  <a:gd name="T26" fmla="*/ 13 w 31"/>
                  <a:gd name="T27" fmla="*/ 23 h 56"/>
                  <a:gd name="T28" fmla="*/ 15 w 31"/>
                  <a:gd name="T29" fmla="*/ 26 h 56"/>
                  <a:gd name="T30" fmla="*/ 17 w 31"/>
                  <a:gd name="T31" fmla="*/ 28 h 56"/>
                  <a:gd name="T32" fmla="*/ 18 w 31"/>
                  <a:gd name="T33" fmla="*/ 3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1" h="56">
                    <a:moveTo>
                      <a:pt x="31" y="56"/>
                    </a:moveTo>
                    <a:lnTo>
                      <a:pt x="31" y="48"/>
                    </a:lnTo>
                    <a:lnTo>
                      <a:pt x="31" y="37"/>
                    </a:lnTo>
                    <a:lnTo>
                      <a:pt x="29" y="28"/>
                    </a:lnTo>
                    <a:lnTo>
                      <a:pt x="26" y="21"/>
                    </a:lnTo>
                    <a:lnTo>
                      <a:pt x="22" y="17"/>
                    </a:lnTo>
                    <a:lnTo>
                      <a:pt x="16" y="11"/>
                    </a:lnTo>
                    <a:lnTo>
                      <a:pt x="8" y="5"/>
                    </a:lnTo>
                    <a:lnTo>
                      <a:pt x="0" y="0"/>
                    </a:lnTo>
                    <a:lnTo>
                      <a:pt x="4" y="10"/>
                    </a:lnTo>
                    <a:lnTo>
                      <a:pt x="10" y="20"/>
                    </a:lnTo>
                    <a:lnTo>
                      <a:pt x="16" y="30"/>
                    </a:lnTo>
                    <a:lnTo>
                      <a:pt x="19" y="37"/>
                    </a:lnTo>
                    <a:lnTo>
                      <a:pt x="23" y="43"/>
                    </a:lnTo>
                    <a:lnTo>
                      <a:pt x="26" y="48"/>
                    </a:lnTo>
                    <a:lnTo>
                      <a:pt x="29" y="52"/>
                    </a:lnTo>
                    <a:lnTo>
                      <a:pt x="31" y="5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2" name="Freeform 153">
                <a:extLst>
                  <a:ext uri="{FF2B5EF4-FFF2-40B4-BE49-F238E27FC236}">
                    <a16:creationId xmlns:a16="http://schemas.microsoft.com/office/drawing/2014/main" id="{9B7B257A-304D-46D3-A6F1-87BA485CE1D0}"/>
                  </a:ext>
                </a:extLst>
              </p:cNvPr>
              <p:cNvSpPr>
                <a:spLocks/>
              </p:cNvSpPr>
              <p:nvPr/>
            </p:nvSpPr>
            <p:spPr bwMode="auto">
              <a:xfrm>
                <a:off x="3904" y="3319"/>
                <a:ext cx="27" cy="53"/>
              </a:xfrm>
              <a:custGeom>
                <a:avLst/>
                <a:gdLst>
                  <a:gd name="T0" fmla="*/ 0 w 50"/>
                  <a:gd name="T1" fmla="*/ 0 h 96"/>
                  <a:gd name="T2" fmla="*/ 4 w 50"/>
                  <a:gd name="T3" fmla="*/ 2 h 96"/>
                  <a:gd name="T4" fmla="*/ 8 w 50"/>
                  <a:gd name="T5" fmla="*/ 5 h 96"/>
                  <a:gd name="T6" fmla="*/ 12 w 50"/>
                  <a:gd name="T7" fmla="*/ 9 h 96"/>
                  <a:gd name="T8" fmla="*/ 16 w 50"/>
                  <a:gd name="T9" fmla="*/ 14 h 96"/>
                  <a:gd name="T10" fmla="*/ 20 w 50"/>
                  <a:gd name="T11" fmla="*/ 19 h 96"/>
                  <a:gd name="T12" fmla="*/ 24 w 50"/>
                  <a:gd name="T13" fmla="*/ 23 h 96"/>
                  <a:gd name="T14" fmla="*/ 25 w 50"/>
                  <a:gd name="T15" fmla="*/ 26 h 96"/>
                  <a:gd name="T16" fmla="*/ 27 w 50"/>
                  <a:gd name="T17" fmla="*/ 28 h 96"/>
                  <a:gd name="T18" fmla="*/ 27 w 50"/>
                  <a:gd name="T19" fmla="*/ 33 h 96"/>
                  <a:gd name="T20" fmla="*/ 27 w 50"/>
                  <a:gd name="T21" fmla="*/ 39 h 96"/>
                  <a:gd name="T22" fmla="*/ 26 w 50"/>
                  <a:gd name="T23" fmla="*/ 47 h 96"/>
                  <a:gd name="T24" fmla="*/ 25 w 50"/>
                  <a:gd name="T25" fmla="*/ 53 h 96"/>
                  <a:gd name="T26" fmla="*/ 23 w 50"/>
                  <a:gd name="T27" fmla="*/ 45 h 96"/>
                  <a:gd name="T28" fmla="*/ 21 w 50"/>
                  <a:gd name="T29" fmla="*/ 36 h 96"/>
                  <a:gd name="T30" fmla="*/ 17 w 50"/>
                  <a:gd name="T31" fmla="*/ 29 h 96"/>
                  <a:gd name="T32" fmla="*/ 16 w 50"/>
                  <a:gd name="T33" fmla="*/ 25 h 96"/>
                  <a:gd name="T34" fmla="*/ 13 w 50"/>
                  <a:gd name="T35" fmla="*/ 22 h 96"/>
                  <a:gd name="T36" fmla="*/ 9 w 50"/>
                  <a:gd name="T37" fmla="*/ 17 h 96"/>
                  <a:gd name="T38" fmla="*/ 5 w 50"/>
                  <a:gd name="T39" fmla="*/ 13 h 96"/>
                  <a:gd name="T40" fmla="*/ 3 w 50"/>
                  <a:gd name="T41" fmla="*/ 9 h 96"/>
                  <a:gd name="T42" fmla="*/ 3 w 50"/>
                  <a:gd name="T43" fmla="*/ 8 h 96"/>
                  <a:gd name="T44" fmla="*/ 2 w 50"/>
                  <a:gd name="T45" fmla="*/ 6 h 96"/>
                  <a:gd name="T46" fmla="*/ 1 w 50"/>
                  <a:gd name="T47" fmla="*/ 3 h 96"/>
                  <a:gd name="T48" fmla="*/ 0 w 50"/>
                  <a:gd name="T49" fmla="*/ 0 h 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 h="96">
                    <a:moveTo>
                      <a:pt x="0" y="0"/>
                    </a:moveTo>
                    <a:lnTo>
                      <a:pt x="7" y="3"/>
                    </a:lnTo>
                    <a:lnTo>
                      <a:pt x="14" y="9"/>
                    </a:lnTo>
                    <a:lnTo>
                      <a:pt x="22" y="17"/>
                    </a:lnTo>
                    <a:lnTo>
                      <a:pt x="30" y="25"/>
                    </a:lnTo>
                    <a:lnTo>
                      <a:pt x="37" y="35"/>
                    </a:lnTo>
                    <a:lnTo>
                      <a:pt x="44" y="41"/>
                    </a:lnTo>
                    <a:lnTo>
                      <a:pt x="47" y="47"/>
                    </a:lnTo>
                    <a:lnTo>
                      <a:pt x="50" y="51"/>
                    </a:lnTo>
                    <a:lnTo>
                      <a:pt x="50" y="59"/>
                    </a:lnTo>
                    <a:lnTo>
                      <a:pt x="50" y="71"/>
                    </a:lnTo>
                    <a:lnTo>
                      <a:pt x="48" y="86"/>
                    </a:lnTo>
                    <a:lnTo>
                      <a:pt x="46" y="96"/>
                    </a:lnTo>
                    <a:lnTo>
                      <a:pt x="43" y="81"/>
                    </a:lnTo>
                    <a:lnTo>
                      <a:pt x="38" y="66"/>
                    </a:lnTo>
                    <a:lnTo>
                      <a:pt x="32" y="53"/>
                    </a:lnTo>
                    <a:lnTo>
                      <a:pt x="29" y="46"/>
                    </a:lnTo>
                    <a:lnTo>
                      <a:pt x="24" y="40"/>
                    </a:lnTo>
                    <a:lnTo>
                      <a:pt x="17" y="31"/>
                    </a:lnTo>
                    <a:lnTo>
                      <a:pt x="10" y="23"/>
                    </a:lnTo>
                    <a:lnTo>
                      <a:pt x="6" y="17"/>
                    </a:lnTo>
                    <a:lnTo>
                      <a:pt x="5" y="14"/>
                    </a:lnTo>
                    <a:lnTo>
                      <a:pt x="4" y="10"/>
                    </a:lnTo>
                    <a:lnTo>
                      <a:pt x="2" y="6"/>
                    </a:lnTo>
                    <a:lnTo>
                      <a:pt x="0"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27653" name="Group 154">
            <a:extLst>
              <a:ext uri="{FF2B5EF4-FFF2-40B4-BE49-F238E27FC236}">
                <a16:creationId xmlns:a16="http://schemas.microsoft.com/office/drawing/2014/main" id="{F0D19267-577F-473C-A0B2-C3FF98FE46D2}"/>
              </a:ext>
            </a:extLst>
          </p:cNvPr>
          <p:cNvGrpSpPr>
            <a:grpSpLocks/>
          </p:cNvGrpSpPr>
          <p:nvPr/>
        </p:nvGrpSpPr>
        <p:grpSpPr bwMode="auto">
          <a:xfrm>
            <a:off x="1660525" y="5184775"/>
            <a:ext cx="1676400" cy="1117600"/>
            <a:chOff x="1521" y="3414"/>
            <a:chExt cx="1071" cy="714"/>
          </a:xfrm>
        </p:grpSpPr>
        <p:sp>
          <p:nvSpPr>
            <p:cNvPr id="27654" name="Rectangle 155" descr="PP_blue_background">
              <a:extLst>
                <a:ext uri="{FF2B5EF4-FFF2-40B4-BE49-F238E27FC236}">
                  <a16:creationId xmlns:a16="http://schemas.microsoft.com/office/drawing/2014/main" id="{14F7A331-0D72-4DFF-90FF-311322B1347F}"/>
                </a:ext>
              </a:extLst>
            </p:cNvPr>
            <p:cNvSpPr>
              <a:spLocks noChangeArrowheads="1"/>
            </p:cNvSpPr>
            <p:nvPr/>
          </p:nvSpPr>
          <p:spPr bwMode="auto">
            <a:xfrm>
              <a:off x="1521" y="3414"/>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5" name="AutoShape 156">
              <a:extLst>
                <a:ext uri="{FF2B5EF4-FFF2-40B4-BE49-F238E27FC236}">
                  <a16:creationId xmlns:a16="http://schemas.microsoft.com/office/drawing/2014/main" id="{F5D70F78-9B44-4CE6-BCD3-DE3D76587960}"/>
                </a:ext>
              </a:extLst>
            </p:cNvPr>
            <p:cNvSpPr>
              <a:spLocks noChangeArrowheads="1"/>
            </p:cNvSpPr>
            <p:nvPr/>
          </p:nvSpPr>
          <p:spPr bwMode="auto">
            <a:xfrm flipH="1">
              <a:off x="2171" y="3677"/>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6" name="Rectangle 157">
              <a:extLst>
                <a:ext uri="{FF2B5EF4-FFF2-40B4-BE49-F238E27FC236}">
                  <a16:creationId xmlns:a16="http://schemas.microsoft.com/office/drawing/2014/main" id="{D80E6316-835F-46CB-9D1B-0D14B9A155C5}"/>
                </a:ext>
              </a:extLst>
            </p:cNvPr>
            <p:cNvSpPr>
              <a:spLocks noChangeArrowheads="1"/>
            </p:cNvSpPr>
            <p:nvPr/>
          </p:nvSpPr>
          <p:spPr bwMode="auto">
            <a:xfrm>
              <a:off x="1544" y="3429"/>
              <a:ext cx="943"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Task Demo/Exercise</a:t>
              </a:r>
            </a:p>
          </p:txBody>
        </p:sp>
        <p:grpSp>
          <p:nvGrpSpPr>
            <p:cNvPr id="27657" name="Group 158">
              <a:extLst>
                <a:ext uri="{FF2B5EF4-FFF2-40B4-BE49-F238E27FC236}">
                  <a16:creationId xmlns:a16="http://schemas.microsoft.com/office/drawing/2014/main" id="{A443341A-56A2-4412-8E6F-0F93D10EFA93}"/>
                </a:ext>
              </a:extLst>
            </p:cNvPr>
            <p:cNvGrpSpPr>
              <a:grpSpLocks/>
            </p:cNvGrpSpPr>
            <p:nvPr/>
          </p:nvGrpSpPr>
          <p:grpSpPr bwMode="auto">
            <a:xfrm>
              <a:off x="2228" y="3739"/>
              <a:ext cx="334" cy="348"/>
              <a:chOff x="3456" y="2208"/>
              <a:chExt cx="1331" cy="1392"/>
            </a:xfrm>
          </p:grpSpPr>
          <p:sp>
            <p:nvSpPr>
              <p:cNvPr id="27658" name="Rectangle 159">
                <a:extLst>
                  <a:ext uri="{FF2B5EF4-FFF2-40B4-BE49-F238E27FC236}">
                    <a16:creationId xmlns:a16="http://schemas.microsoft.com/office/drawing/2014/main" id="{2BEF049D-F3D6-44EE-AAB2-750FE6E9C56B}"/>
                  </a:ext>
                </a:extLst>
              </p:cNvPr>
              <p:cNvSpPr>
                <a:spLocks noChangeArrowheads="1"/>
              </p:cNvSpPr>
              <p:nvPr/>
            </p:nvSpPr>
            <p:spPr bwMode="auto">
              <a:xfrm>
                <a:off x="3984" y="2304"/>
                <a:ext cx="576" cy="432"/>
              </a:xfrm>
              <a:prstGeom prst="rect">
                <a:avLst/>
              </a:prstGeom>
              <a:solidFill>
                <a:srgbClr val="9900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9" name="Rectangle 160">
                <a:extLst>
                  <a:ext uri="{FF2B5EF4-FFF2-40B4-BE49-F238E27FC236}">
                    <a16:creationId xmlns:a16="http://schemas.microsoft.com/office/drawing/2014/main" id="{8B7FAA24-F515-4A9A-87C1-939075221561}"/>
                  </a:ext>
                </a:extLst>
              </p:cNvPr>
              <p:cNvSpPr>
                <a:spLocks noChangeArrowheads="1"/>
              </p:cNvSpPr>
              <p:nvPr/>
            </p:nvSpPr>
            <p:spPr bwMode="auto">
              <a:xfrm>
                <a:off x="3552" y="3264"/>
                <a:ext cx="1056" cy="3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60" name="Freeform 161">
                <a:extLst>
                  <a:ext uri="{FF2B5EF4-FFF2-40B4-BE49-F238E27FC236}">
                    <a16:creationId xmlns:a16="http://schemas.microsoft.com/office/drawing/2014/main" id="{7E728DD5-E3AE-4CA4-87C5-082471B74CD5}"/>
                  </a:ext>
                </a:extLst>
              </p:cNvPr>
              <p:cNvSpPr>
                <a:spLocks/>
              </p:cNvSpPr>
              <p:nvPr/>
            </p:nvSpPr>
            <p:spPr bwMode="auto">
              <a:xfrm>
                <a:off x="3654" y="3073"/>
                <a:ext cx="167" cy="178"/>
              </a:xfrm>
              <a:custGeom>
                <a:avLst/>
                <a:gdLst>
                  <a:gd name="T0" fmla="*/ 155 w 1628"/>
                  <a:gd name="T1" fmla="*/ 0 h 1748"/>
                  <a:gd name="T2" fmla="*/ 107 w 1628"/>
                  <a:gd name="T3" fmla="*/ 44 h 1748"/>
                  <a:gd name="T4" fmla="*/ 54 w 1628"/>
                  <a:gd name="T5" fmla="*/ 86 h 1748"/>
                  <a:gd name="T6" fmla="*/ 18 w 1628"/>
                  <a:gd name="T7" fmla="*/ 126 h 1748"/>
                  <a:gd name="T8" fmla="*/ 0 w 1628"/>
                  <a:gd name="T9" fmla="*/ 176 h 1748"/>
                  <a:gd name="T10" fmla="*/ 30 w 1628"/>
                  <a:gd name="T11" fmla="*/ 178 h 1748"/>
                  <a:gd name="T12" fmla="*/ 67 w 1628"/>
                  <a:gd name="T13" fmla="*/ 114 h 1748"/>
                  <a:gd name="T14" fmla="*/ 167 w 1628"/>
                  <a:gd name="T15" fmla="*/ 28 h 1748"/>
                  <a:gd name="T16" fmla="*/ 155 w 1628"/>
                  <a:gd name="T17" fmla="*/ 0 h 1748"/>
                  <a:gd name="T18" fmla="*/ 155 w 1628"/>
                  <a:gd name="T19" fmla="*/ 0 h 1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8" h="1748">
                    <a:moveTo>
                      <a:pt x="1508" y="0"/>
                    </a:moveTo>
                    <a:lnTo>
                      <a:pt x="1039" y="433"/>
                    </a:lnTo>
                    <a:lnTo>
                      <a:pt x="528" y="847"/>
                    </a:lnTo>
                    <a:lnTo>
                      <a:pt x="174" y="1237"/>
                    </a:lnTo>
                    <a:lnTo>
                      <a:pt x="0" y="1730"/>
                    </a:lnTo>
                    <a:lnTo>
                      <a:pt x="294" y="1748"/>
                    </a:lnTo>
                    <a:lnTo>
                      <a:pt x="649" y="1123"/>
                    </a:lnTo>
                    <a:lnTo>
                      <a:pt x="1628" y="277"/>
                    </a:lnTo>
                    <a:lnTo>
                      <a:pt x="1508" y="0"/>
                    </a:lnTo>
                    <a:close/>
                  </a:path>
                </a:pathLst>
              </a:custGeom>
              <a:solidFill>
                <a:srgbClr val="B9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1" name="Freeform 162">
                <a:extLst>
                  <a:ext uri="{FF2B5EF4-FFF2-40B4-BE49-F238E27FC236}">
                    <a16:creationId xmlns:a16="http://schemas.microsoft.com/office/drawing/2014/main" id="{5ACB9772-8294-495B-B0A1-2D72547AD19E}"/>
                  </a:ext>
                </a:extLst>
              </p:cNvPr>
              <p:cNvSpPr>
                <a:spLocks/>
              </p:cNvSpPr>
              <p:nvPr/>
            </p:nvSpPr>
            <p:spPr bwMode="auto">
              <a:xfrm>
                <a:off x="4049" y="2775"/>
                <a:ext cx="712" cy="504"/>
              </a:xfrm>
              <a:custGeom>
                <a:avLst/>
                <a:gdLst>
                  <a:gd name="T0" fmla="*/ 0 w 6902"/>
                  <a:gd name="T1" fmla="*/ 40 h 4965"/>
                  <a:gd name="T2" fmla="*/ 615 w 6902"/>
                  <a:gd name="T3" fmla="*/ 36 h 4965"/>
                  <a:gd name="T4" fmla="*/ 712 w 6902"/>
                  <a:gd name="T5" fmla="*/ 0 h 4965"/>
                  <a:gd name="T6" fmla="*/ 708 w 6902"/>
                  <a:gd name="T7" fmla="*/ 203 h 4965"/>
                  <a:gd name="T8" fmla="*/ 540 w 6902"/>
                  <a:gd name="T9" fmla="*/ 504 h 4965"/>
                  <a:gd name="T10" fmla="*/ 479 w 6902"/>
                  <a:gd name="T11" fmla="*/ 494 h 4965"/>
                  <a:gd name="T12" fmla="*/ 485 w 6902"/>
                  <a:gd name="T13" fmla="*/ 331 h 4965"/>
                  <a:gd name="T14" fmla="*/ 599 w 6902"/>
                  <a:gd name="T15" fmla="*/ 140 h 4965"/>
                  <a:gd name="T16" fmla="*/ 4 w 6902"/>
                  <a:gd name="T17" fmla="*/ 91 h 4965"/>
                  <a:gd name="T18" fmla="*/ 0 w 6902"/>
                  <a:gd name="T19" fmla="*/ 40 h 4965"/>
                  <a:gd name="T20" fmla="*/ 0 w 6902"/>
                  <a:gd name="T21" fmla="*/ 40 h 49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02" h="4965">
                    <a:moveTo>
                      <a:pt x="0" y="390"/>
                    </a:moveTo>
                    <a:lnTo>
                      <a:pt x="5960" y="354"/>
                    </a:lnTo>
                    <a:lnTo>
                      <a:pt x="6902" y="0"/>
                    </a:lnTo>
                    <a:lnTo>
                      <a:pt x="6861" y="1999"/>
                    </a:lnTo>
                    <a:lnTo>
                      <a:pt x="5233" y="4965"/>
                    </a:lnTo>
                    <a:lnTo>
                      <a:pt x="4643" y="4868"/>
                    </a:lnTo>
                    <a:lnTo>
                      <a:pt x="4704" y="3259"/>
                    </a:lnTo>
                    <a:lnTo>
                      <a:pt x="5803" y="1375"/>
                    </a:lnTo>
                    <a:lnTo>
                      <a:pt x="36" y="901"/>
                    </a:lnTo>
                    <a:lnTo>
                      <a:pt x="0" y="39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2" name="Freeform 163">
                <a:extLst>
                  <a:ext uri="{FF2B5EF4-FFF2-40B4-BE49-F238E27FC236}">
                    <a16:creationId xmlns:a16="http://schemas.microsoft.com/office/drawing/2014/main" id="{A9DF693A-4AE2-440E-9348-A346A46FFCAD}"/>
                  </a:ext>
                </a:extLst>
              </p:cNvPr>
              <p:cNvSpPr>
                <a:spLocks/>
              </p:cNvSpPr>
              <p:nvPr/>
            </p:nvSpPr>
            <p:spPr bwMode="auto">
              <a:xfrm>
                <a:off x="3965" y="2208"/>
                <a:ext cx="689" cy="500"/>
              </a:xfrm>
              <a:custGeom>
                <a:avLst/>
                <a:gdLst>
                  <a:gd name="T0" fmla="*/ 681 w 6692"/>
                  <a:gd name="T1" fmla="*/ 7 h 4929"/>
                  <a:gd name="T2" fmla="*/ 687 w 6692"/>
                  <a:gd name="T3" fmla="*/ 15 h 4929"/>
                  <a:gd name="T4" fmla="*/ 688 w 6692"/>
                  <a:gd name="T5" fmla="*/ 105 h 4929"/>
                  <a:gd name="T6" fmla="*/ 689 w 6692"/>
                  <a:gd name="T7" fmla="*/ 200 h 4929"/>
                  <a:gd name="T8" fmla="*/ 687 w 6692"/>
                  <a:gd name="T9" fmla="*/ 265 h 4929"/>
                  <a:gd name="T10" fmla="*/ 687 w 6692"/>
                  <a:gd name="T11" fmla="*/ 399 h 4929"/>
                  <a:gd name="T12" fmla="*/ 684 w 6692"/>
                  <a:gd name="T13" fmla="*/ 500 h 4929"/>
                  <a:gd name="T14" fmla="*/ 682 w 6692"/>
                  <a:gd name="T15" fmla="*/ 500 h 4929"/>
                  <a:gd name="T16" fmla="*/ 681 w 6692"/>
                  <a:gd name="T17" fmla="*/ 403 h 4929"/>
                  <a:gd name="T18" fmla="*/ 677 w 6692"/>
                  <a:gd name="T19" fmla="*/ 389 h 4929"/>
                  <a:gd name="T20" fmla="*/ 672 w 6692"/>
                  <a:gd name="T21" fmla="*/ 358 h 4929"/>
                  <a:gd name="T22" fmla="*/ 658 w 6692"/>
                  <a:gd name="T23" fmla="*/ 297 h 4929"/>
                  <a:gd name="T24" fmla="*/ 654 w 6692"/>
                  <a:gd name="T25" fmla="*/ 278 h 4929"/>
                  <a:gd name="T26" fmla="*/ 651 w 6692"/>
                  <a:gd name="T27" fmla="*/ 272 h 4929"/>
                  <a:gd name="T28" fmla="*/ 648 w 6692"/>
                  <a:gd name="T29" fmla="*/ 173 h 4929"/>
                  <a:gd name="T30" fmla="*/ 645 w 6692"/>
                  <a:gd name="T31" fmla="*/ 125 h 4929"/>
                  <a:gd name="T32" fmla="*/ 640 w 6692"/>
                  <a:gd name="T33" fmla="*/ 89 h 4929"/>
                  <a:gd name="T34" fmla="*/ 633 w 6692"/>
                  <a:gd name="T35" fmla="*/ 71 h 4929"/>
                  <a:gd name="T36" fmla="*/ 624 w 6692"/>
                  <a:gd name="T37" fmla="*/ 63 h 4929"/>
                  <a:gd name="T38" fmla="*/ 367 w 6692"/>
                  <a:gd name="T39" fmla="*/ 65 h 4929"/>
                  <a:gd name="T40" fmla="*/ 138 w 6692"/>
                  <a:gd name="T41" fmla="*/ 65 h 4929"/>
                  <a:gd name="T42" fmla="*/ 138 w 6692"/>
                  <a:gd name="T43" fmla="*/ 64 h 4929"/>
                  <a:gd name="T44" fmla="*/ 474 w 6692"/>
                  <a:gd name="T45" fmla="*/ 55 h 4929"/>
                  <a:gd name="T46" fmla="*/ 476 w 6692"/>
                  <a:gd name="T47" fmla="*/ 55 h 4929"/>
                  <a:gd name="T48" fmla="*/ 476 w 6692"/>
                  <a:gd name="T49" fmla="*/ 52 h 4929"/>
                  <a:gd name="T50" fmla="*/ 467 w 6692"/>
                  <a:gd name="T51" fmla="*/ 49 h 4929"/>
                  <a:gd name="T52" fmla="*/ 429 w 6692"/>
                  <a:gd name="T53" fmla="*/ 43 h 4929"/>
                  <a:gd name="T54" fmla="*/ 405 w 6692"/>
                  <a:gd name="T55" fmla="*/ 40 h 4929"/>
                  <a:gd name="T56" fmla="*/ 317 w 6692"/>
                  <a:gd name="T57" fmla="*/ 27 h 4929"/>
                  <a:gd name="T58" fmla="*/ 151 w 6692"/>
                  <a:gd name="T59" fmla="*/ 14 h 4929"/>
                  <a:gd name="T60" fmla="*/ 9 w 6692"/>
                  <a:gd name="T61" fmla="*/ 12 h 4929"/>
                  <a:gd name="T62" fmla="*/ 0 w 6692"/>
                  <a:gd name="T63" fmla="*/ 13 h 4929"/>
                  <a:gd name="T64" fmla="*/ 0 w 6692"/>
                  <a:gd name="T65" fmla="*/ 10 h 4929"/>
                  <a:gd name="T66" fmla="*/ 596 w 6692"/>
                  <a:gd name="T67" fmla="*/ 1 h 4929"/>
                  <a:gd name="T68" fmla="*/ 597 w 6692"/>
                  <a:gd name="T69" fmla="*/ 0 h 4929"/>
                  <a:gd name="T70" fmla="*/ 671 w 6692"/>
                  <a:gd name="T71" fmla="*/ 2 h 4929"/>
                  <a:gd name="T72" fmla="*/ 681 w 6692"/>
                  <a:gd name="T73" fmla="*/ 7 h 4929"/>
                  <a:gd name="T74" fmla="*/ 681 w 6692"/>
                  <a:gd name="T75" fmla="*/ 7 h 492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692" h="4929">
                    <a:moveTo>
                      <a:pt x="6615" y="66"/>
                    </a:moveTo>
                    <a:lnTo>
                      <a:pt x="6669" y="150"/>
                    </a:lnTo>
                    <a:lnTo>
                      <a:pt x="6680" y="1033"/>
                    </a:lnTo>
                    <a:lnTo>
                      <a:pt x="6692" y="1970"/>
                    </a:lnTo>
                    <a:lnTo>
                      <a:pt x="6669" y="2612"/>
                    </a:lnTo>
                    <a:lnTo>
                      <a:pt x="6669" y="3933"/>
                    </a:lnTo>
                    <a:lnTo>
                      <a:pt x="6644" y="4929"/>
                    </a:lnTo>
                    <a:lnTo>
                      <a:pt x="6620" y="4929"/>
                    </a:lnTo>
                    <a:lnTo>
                      <a:pt x="6615" y="3969"/>
                    </a:lnTo>
                    <a:lnTo>
                      <a:pt x="6579" y="3830"/>
                    </a:lnTo>
                    <a:lnTo>
                      <a:pt x="6530" y="3530"/>
                    </a:lnTo>
                    <a:lnTo>
                      <a:pt x="6392" y="2924"/>
                    </a:lnTo>
                    <a:lnTo>
                      <a:pt x="6350" y="2737"/>
                    </a:lnTo>
                    <a:lnTo>
                      <a:pt x="6325" y="2684"/>
                    </a:lnTo>
                    <a:lnTo>
                      <a:pt x="6289" y="1705"/>
                    </a:lnTo>
                    <a:lnTo>
                      <a:pt x="6266" y="1236"/>
                    </a:lnTo>
                    <a:lnTo>
                      <a:pt x="6212" y="882"/>
                    </a:lnTo>
                    <a:lnTo>
                      <a:pt x="6152" y="697"/>
                    </a:lnTo>
                    <a:lnTo>
                      <a:pt x="6061" y="618"/>
                    </a:lnTo>
                    <a:lnTo>
                      <a:pt x="3562" y="643"/>
                    </a:lnTo>
                    <a:lnTo>
                      <a:pt x="1339" y="643"/>
                    </a:lnTo>
                    <a:lnTo>
                      <a:pt x="1339" y="630"/>
                    </a:lnTo>
                    <a:lnTo>
                      <a:pt x="4607" y="546"/>
                    </a:lnTo>
                    <a:lnTo>
                      <a:pt x="4620" y="541"/>
                    </a:lnTo>
                    <a:lnTo>
                      <a:pt x="4620" y="517"/>
                    </a:lnTo>
                    <a:lnTo>
                      <a:pt x="4535" y="481"/>
                    </a:lnTo>
                    <a:lnTo>
                      <a:pt x="4169" y="427"/>
                    </a:lnTo>
                    <a:lnTo>
                      <a:pt x="3929" y="391"/>
                    </a:lnTo>
                    <a:lnTo>
                      <a:pt x="3082" y="264"/>
                    </a:lnTo>
                    <a:lnTo>
                      <a:pt x="1465" y="138"/>
                    </a:lnTo>
                    <a:lnTo>
                      <a:pt x="90" y="114"/>
                    </a:lnTo>
                    <a:lnTo>
                      <a:pt x="0" y="127"/>
                    </a:lnTo>
                    <a:lnTo>
                      <a:pt x="0" y="102"/>
                    </a:lnTo>
                    <a:lnTo>
                      <a:pt x="5785" y="12"/>
                    </a:lnTo>
                    <a:lnTo>
                      <a:pt x="5797" y="0"/>
                    </a:lnTo>
                    <a:lnTo>
                      <a:pt x="6518" y="24"/>
                    </a:lnTo>
                    <a:lnTo>
                      <a:pt x="661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3" name="Freeform 164">
                <a:extLst>
                  <a:ext uri="{FF2B5EF4-FFF2-40B4-BE49-F238E27FC236}">
                    <a16:creationId xmlns:a16="http://schemas.microsoft.com/office/drawing/2014/main" id="{C2840720-850A-43AD-A2F8-5196B398CAD7}"/>
                  </a:ext>
                </a:extLst>
              </p:cNvPr>
              <p:cNvSpPr>
                <a:spLocks/>
              </p:cNvSpPr>
              <p:nvPr/>
            </p:nvSpPr>
            <p:spPr bwMode="auto">
              <a:xfrm>
                <a:off x="3963" y="2277"/>
                <a:ext cx="622" cy="459"/>
              </a:xfrm>
              <a:custGeom>
                <a:avLst/>
                <a:gdLst>
                  <a:gd name="T0" fmla="*/ 622 w 6038"/>
                  <a:gd name="T1" fmla="*/ 3 h 4534"/>
                  <a:gd name="T2" fmla="*/ 622 w 6038"/>
                  <a:gd name="T3" fmla="*/ 7 h 4534"/>
                  <a:gd name="T4" fmla="*/ 608 w 6038"/>
                  <a:gd name="T5" fmla="*/ 37 h 4534"/>
                  <a:gd name="T6" fmla="*/ 615 w 6038"/>
                  <a:gd name="T7" fmla="*/ 204 h 4534"/>
                  <a:gd name="T8" fmla="*/ 614 w 6038"/>
                  <a:gd name="T9" fmla="*/ 370 h 4534"/>
                  <a:gd name="T10" fmla="*/ 608 w 6038"/>
                  <a:gd name="T11" fmla="*/ 427 h 4534"/>
                  <a:gd name="T12" fmla="*/ 605 w 6038"/>
                  <a:gd name="T13" fmla="*/ 435 h 4534"/>
                  <a:gd name="T14" fmla="*/ 594 w 6038"/>
                  <a:gd name="T15" fmla="*/ 441 h 4534"/>
                  <a:gd name="T16" fmla="*/ 392 w 6038"/>
                  <a:gd name="T17" fmla="*/ 454 h 4534"/>
                  <a:gd name="T18" fmla="*/ 185 w 6038"/>
                  <a:gd name="T19" fmla="*/ 454 h 4534"/>
                  <a:gd name="T20" fmla="*/ 67 w 6038"/>
                  <a:gd name="T21" fmla="*/ 450 h 4534"/>
                  <a:gd name="T22" fmla="*/ 54 w 6038"/>
                  <a:gd name="T23" fmla="*/ 447 h 4534"/>
                  <a:gd name="T24" fmla="*/ 58 w 6038"/>
                  <a:gd name="T25" fmla="*/ 441 h 4534"/>
                  <a:gd name="T26" fmla="*/ 569 w 6038"/>
                  <a:gd name="T27" fmla="*/ 431 h 4534"/>
                  <a:gd name="T28" fmla="*/ 590 w 6038"/>
                  <a:gd name="T29" fmla="*/ 429 h 4534"/>
                  <a:gd name="T30" fmla="*/ 593 w 6038"/>
                  <a:gd name="T31" fmla="*/ 427 h 4534"/>
                  <a:gd name="T32" fmla="*/ 589 w 6038"/>
                  <a:gd name="T33" fmla="*/ 55 h 4534"/>
                  <a:gd name="T34" fmla="*/ 587 w 6038"/>
                  <a:gd name="T35" fmla="*/ 29 h 4534"/>
                  <a:gd name="T36" fmla="*/ 584 w 6038"/>
                  <a:gd name="T37" fmla="*/ 27 h 4534"/>
                  <a:gd name="T38" fmla="*/ 45 w 6038"/>
                  <a:gd name="T39" fmla="*/ 38 h 4534"/>
                  <a:gd name="T40" fmla="*/ 41 w 6038"/>
                  <a:gd name="T41" fmla="*/ 40 h 4534"/>
                  <a:gd name="T42" fmla="*/ 43 w 6038"/>
                  <a:gd name="T43" fmla="*/ 243 h 4534"/>
                  <a:gd name="T44" fmla="*/ 46 w 6038"/>
                  <a:gd name="T45" fmla="*/ 433 h 4534"/>
                  <a:gd name="T46" fmla="*/ 39 w 6038"/>
                  <a:gd name="T47" fmla="*/ 444 h 4534"/>
                  <a:gd name="T48" fmla="*/ 39 w 6038"/>
                  <a:gd name="T49" fmla="*/ 446 h 4534"/>
                  <a:gd name="T50" fmla="*/ 32 w 6038"/>
                  <a:gd name="T51" fmla="*/ 441 h 4534"/>
                  <a:gd name="T52" fmla="*/ 9 w 6038"/>
                  <a:gd name="T53" fmla="*/ 459 h 4534"/>
                  <a:gd name="T54" fmla="*/ 7 w 6038"/>
                  <a:gd name="T55" fmla="*/ 459 h 4534"/>
                  <a:gd name="T56" fmla="*/ 4 w 6038"/>
                  <a:gd name="T57" fmla="*/ 455 h 4534"/>
                  <a:gd name="T58" fmla="*/ 2 w 6038"/>
                  <a:gd name="T59" fmla="*/ 316 h 4534"/>
                  <a:gd name="T60" fmla="*/ 0 w 6038"/>
                  <a:gd name="T61" fmla="*/ 204 h 4534"/>
                  <a:gd name="T62" fmla="*/ 1 w 6038"/>
                  <a:gd name="T63" fmla="*/ 14 h 4534"/>
                  <a:gd name="T64" fmla="*/ 7 w 6038"/>
                  <a:gd name="T65" fmla="*/ 10 h 4534"/>
                  <a:gd name="T66" fmla="*/ 48 w 6038"/>
                  <a:gd name="T67" fmla="*/ 7 h 4534"/>
                  <a:gd name="T68" fmla="*/ 84 w 6038"/>
                  <a:gd name="T69" fmla="*/ 7 h 4534"/>
                  <a:gd name="T70" fmla="*/ 566 w 6038"/>
                  <a:gd name="T71" fmla="*/ 0 h 4534"/>
                  <a:gd name="T72" fmla="*/ 619 w 6038"/>
                  <a:gd name="T73" fmla="*/ 0 h 4534"/>
                  <a:gd name="T74" fmla="*/ 622 w 6038"/>
                  <a:gd name="T75" fmla="*/ 3 h 4534"/>
                  <a:gd name="T76" fmla="*/ 622 w 6038"/>
                  <a:gd name="T77" fmla="*/ 3 h 453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38" h="4534">
                    <a:moveTo>
                      <a:pt x="6038" y="25"/>
                    </a:moveTo>
                    <a:lnTo>
                      <a:pt x="6038" y="72"/>
                    </a:lnTo>
                    <a:lnTo>
                      <a:pt x="5899" y="361"/>
                    </a:lnTo>
                    <a:lnTo>
                      <a:pt x="5971" y="2012"/>
                    </a:lnTo>
                    <a:lnTo>
                      <a:pt x="5959" y="3651"/>
                    </a:lnTo>
                    <a:lnTo>
                      <a:pt x="5899" y="4221"/>
                    </a:lnTo>
                    <a:lnTo>
                      <a:pt x="5869" y="4293"/>
                    </a:lnTo>
                    <a:lnTo>
                      <a:pt x="5767" y="4360"/>
                    </a:lnTo>
                    <a:lnTo>
                      <a:pt x="3802" y="4485"/>
                    </a:lnTo>
                    <a:lnTo>
                      <a:pt x="1796" y="4485"/>
                    </a:lnTo>
                    <a:lnTo>
                      <a:pt x="654" y="4444"/>
                    </a:lnTo>
                    <a:lnTo>
                      <a:pt x="528" y="4419"/>
                    </a:lnTo>
                    <a:lnTo>
                      <a:pt x="559" y="4360"/>
                    </a:lnTo>
                    <a:lnTo>
                      <a:pt x="5527" y="4257"/>
                    </a:lnTo>
                    <a:lnTo>
                      <a:pt x="5731" y="4234"/>
                    </a:lnTo>
                    <a:lnTo>
                      <a:pt x="5755" y="4216"/>
                    </a:lnTo>
                    <a:lnTo>
                      <a:pt x="5719" y="541"/>
                    </a:lnTo>
                    <a:lnTo>
                      <a:pt x="5695" y="288"/>
                    </a:lnTo>
                    <a:lnTo>
                      <a:pt x="5671" y="265"/>
                    </a:lnTo>
                    <a:lnTo>
                      <a:pt x="433" y="373"/>
                    </a:lnTo>
                    <a:lnTo>
                      <a:pt x="402" y="391"/>
                    </a:lnTo>
                    <a:lnTo>
                      <a:pt x="415" y="2402"/>
                    </a:lnTo>
                    <a:lnTo>
                      <a:pt x="444" y="4281"/>
                    </a:lnTo>
                    <a:lnTo>
                      <a:pt x="379" y="4383"/>
                    </a:lnTo>
                    <a:lnTo>
                      <a:pt x="379" y="4408"/>
                    </a:lnTo>
                    <a:lnTo>
                      <a:pt x="307" y="4360"/>
                    </a:lnTo>
                    <a:lnTo>
                      <a:pt x="90" y="4534"/>
                    </a:lnTo>
                    <a:lnTo>
                      <a:pt x="66" y="4534"/>
                    </a:lnTo>
                    <a:lnTo>
                      <a:pt x="42" y="4498"/>
                    </a:lnTo>
                    <a:lnTo>
                      <a:pt x="24" y="3123"/>
                    </a:lnTo>
                    <a:lnTo>
                      <a:pt x="0" y="2012"/>
                    </a:lnTo>
                    <a:lnTo>
                      <a:pt x="12" y="139"/>
                    </a:lnTo>
                    <a:lnTo>
                      <a:pt x="66" y="97"/>
                    </a:lnTo>
                    <a:lnTo>
                      <a:pt x="469" y="72"/>
                    </a:lnTo>
                    <a:lnTo>
                      <a:pt x="811" y="72"/>
                    </a:lnTo>
                    <a:lnTo>
                      <a:pt x="5491" y="0"/>
                    </a:lnTo>
                    <a:lnTo>
                      <a:pt x="6007" y="0"/>
                    </a:lnTo>
                    <a:lnTo>
                      <a:pt x="6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4" name="Freeform 165">
                <a:extLst>
                  <a:ext uri="{FF2B5EF4-FFF2-40B4-BE49-F238E27FC236}">
                    <a16:creationId xmlns:a16="http://schemas.microsoft.com/office/drawing/2014/main" id="{F650D32F-7FAF-4126-B56E-615C2017561C}"/>
                  </a:ext>
                </a:extLst>
              </p:cNvPr>
              <p:cNvSpPr>
                <a:spLocks/>
              </p:cNvSpPr>
              <p:nvPr/>
            </p:nvSpPr>
            <p:spPr bwMode="auto">
              <a:xfrm>
                <a:off x="3904" y="2764"/>
                <a:ext cx="857" cy="279"/>
              </a:xfrm>
              <a:custGeom>
                <a:avLst/>
                <a:gdLst>
                  <a:gd name="T0" fmla="*/ 857 w 8326"/>
                  <a:gd name="T1" fmla="*/ 12 h 2756"/>
                  <a:gd name="T2" fmla="*/ 710 w 8326"/>
                  <a:gd name="T3" fmla="*/ 219 h 2756"/>
                  <a:gd name="T4" fmla="*/ 579 w 8326"/>
                  <a:gd name="T5" fmla="*/ 227 h 2756"/>
                  <a:gd name="T6" fmla="*/ 492 w 8326"/>
                  <a:gd name="T7" fmla="*/ 279 h 2756"/>
                  <a:gd name="T8" fmla="*/ 66 w 8326"/>
                  <a:gd name="T9" fmla="*/ 222 h 2756"/>
                  <a:gd name="T10" fmla="*/ 61 w 8326"/>
                  <a:gd name="T11" fmla="*/ 209 h 2756"/>
                  <a:gd name="T12" fmla="*/ 64 w 8326"/>
                  <a:gd name="T13" fmla="*/ 208 h 2756"/>
                  <a:gd name="T14" fmla="*/ 86 w 8326"/>
                  <a:gd name="T15" fmla="*/ 218 h 2756"/>
                  <a:gd name="T16" fmla="*/ 514 w 8326"/>
                  <a:gd name="T17" fmla="*/ 270 h 2756"/>
                  <a:gd name="T18" fmla="*/ 545 w 8326"/>
                  <a:gd name="T19" fmla="*/ 233 h 2756"/>
                  <a:gd name="T20" fmla="*/ 537 w 8326"/>
                  <a:gd name="T21" fmla="*/ 236 h 2756"/>
                  <a:gd name="T22" fmla="*/ 511 w 8326"/>
                  <a:gd name="T23" fmla="*/ 252 h 2756"/>
                  <a:gd name="T24" fmla="*/ 543 w 8326"/>
                  <a:gd name="T25" fmla="*/ 205 h 2756"/>
                  <a:gd name="T26" fmla="*/ 539 w 8326"/>
                  <a:gd name="T27" fmla="*/ 199 h 2756"/>
                  <a:gd name="T28" fmla="*/ 172 w 8326"/>
                  <a:gd name="T29" fmla="*/ 199 h 2756"/>
                  <a:gd name="T30" fmla="*/ 105 w 8326"/>
                  <a:gd name="T31" fmla="*/ 176 h 2756"/>
                  <a:gd name="T32" fmla="*/ 96 w 8326"/>
                  <a:gd name="T33" fmla="*/ 154 h 2756"/>
                  <a:gd name="T34" fmla="*/ 179 w 8326"/>
                  <a:gd name="T35" fmla="*/ 92 h 2756"/>
                  <a:gd name="T36" fmla="*/ 261 w 8326"/>
                  <a:gd name="T37" fmla="*/ 98 h 2756"/>
                  <a:gd name="T38" fmla="*/ 412 w 8326"/>
                  <a:gd name="T39" fmla="*/ 108 h 2756"/>
                  <a:gd name="T40" fmla="*/ 482 w 8326"/>
                  <a:gd name="T41" fmla="*/ 100 h 2756"/>
                  <a:gd name="T42" fmla="*/ 505 w 8326"/>
                  <a:gd name="T43" fmla="*/ 87 h 2756"/>
                  <a:gd name="T44" fmla="*/ 562 w 8326"/>
                  <a:gd name="T45" fmla="*/ 83 h 2756"/>
                  <a:gd name="T46" fmla="*/ 736 w 8326"/>
                  <a:gd name="T47" fmla="*/ 75 h 2756"/>
                  <a:gd name="T48" fmla="*/ 738 w 8326"/>
                  <a:gd name="T49" fmla="*/ 72 h 2756"/>
                  <a:gd name="T50" fmla="*/ 57 w 8326"/>
                  <a:gd name="T51" fmla="*/ 84 h 2756"/>
                  <a:gd name="T52" fmla="*/ 52 w 8326"/>
                  <a:gd name="T53" fmla="*/ 78 h 2756"/>
                  <a:gd name="T54" fmla="*/ 9 w 8326"/>
                  <a:gd name="T55" fmla="*/ 75 h 2756"/>
                  <a:gd name="T56" fmla="*/ 0 w 8326"/>
                  <a:gd name="T57" fmla="*/ 55 h 2756"/>
                  <a:gd name="T58" fmla="*/ 2 w 8326"/>
                  <a:gd name="T59" fmla="*/ 52 h 2756"/>
                  <a:gd name="T60" fmla="*/ 12 w 8326"/>
                  <a:gd name="T61" fmla="*/ 67 h 2756"/>
                  <a:gd name="T62" fmla="*/ 607 w 8326"/>
                  <a:gd name="T63" fmla="*/ 56 h 2756"/>
                  <a:gd name="T64" fmla="*/ 702 w 8326"/>
                  <a:gd name="T65" fmla="*/ 58 h 2756"/>
                  <a:gd name="T66" fmla="*/ 747 w 8326"/>
                  <a:gd name="T67" fmla="*/ 47 h 2756"/>
                  <a:gd name="T68" fmla="*/ 751 w 8326"/>
                  <a:gd name="T69" fmla="*/ 0 h 2756"/>
                  <a:gd name="T70" fmla="*/ 854 w 8326"/>
                  <a:gd name="T71" fmla="*/ 8 h 27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326" h="2756">
                    <a:moveTo>
                      <a:pt x="8301" y="78"/>
                    </a:moveTo>
                    <a:lnTo>
                      <a:pt x="8326" y="114"/>
                    </a:lnTo>
                    <a:lnTo>
                      <a:pt x="7809" y="870"/>
                    </a:lnTo>
                    <a:lnTo>
                      <a:pt x="6902" y="2167"/>
                    </a:lnTo>
                    <a:lnTo>
                      <a:pt x="6878" y="2191"/>
                    </a:lnTo>
                    <a:lnTo>
                      <a:pt x="5628" y="2239"/>
                    </a:lnTo>
                    <a:lnTo>
                      <a:pt x="5135" y="2695"/>
                    </a:lnTo>
                    <a:lnTo>
                      <a:pt x="4781" y="2756"/>
                    </a:lnTo>
                    <a:lnTo>
                      <a:pt x="4463" y="2731"/>
                    </a:lnTo>
                    <a:lnTo>
                      <a:pt x="642" y="2191"/>
                    </a:lnTo>
                    <a:lnTo>
                      <a:pt x="588" y="2095"/>
                    </a:lnTo>
                    <a:lnTo>
                      <a:pt x="588" y="2065"/>
                    </a:lnTo>
                    <a:lnTo>
                      <a:pt x="600" y="2053"/>
                    </a:lnTo>
                    <a:lnTo>
                      <a:pt x="618" y="2053"/>
                    </a:lnTo>
                    <a:lnTo>
                      <a:pt x="666" y="2107"/>
                    </a:lnTo>
                    <a:lnTo>
                      <a:pt x="840" y="2155"/>
                    </a:lnTo>
                    <a:lnTo>
                      <a:pt x="4847" y="2695"/>
                    </a:lnTo>
                    <a:lnTo>
                      <a:pt x="4997" y="2671"/>
                    </a:lnTo>
                    <a:lnTo>
                      <a:pt x="5081" y="2623"/>
                    </a:lnTo>
                    <a:lnTo>
                      <a:pt x="5297" y="2305"/>
                    </a:lnTo>
                    <a:lnTo>
                      <a:pt x="5286" y="2294"/>
                    </a:lnTo>
                    <a:lnTo>
                      <a:pt x="5220" y="2330"/>
                    </a:lnTo>
                    <a:lnTo>
                      <a:pt x="4968" y="2546"/>
                    </a:lnTo>
                    <a:lnTo>
                      <a:pt x="4968" y="2485"/>
                    </a:lnTo>
                    <a:lnTo>
                      <a:pt x="5250" y="2089"/>
                    </a:lnTo>
                    <a:lnTo>
                      <a:pt x="5274" y="2029"/>
                    </a:lnTo>
                    <a:lnTo>
                      <a:pt x="5274" y="2005"/>
                    </a:lnTo>
                    <a:lnTo>
                      <a:pt x="5232" y="1963"/>
                    </a:lnTo>
                    <a:lnTo>
                      <a:pt x="3633" y="1976"/>
                    </a:lnTo>
                    <a:lnTo>
                      <a:pt x="1675" y="1963"/>
                    </a:lnTo>
                    <a:lnTo>
                      <a:pt x="1135" y="1938"/>
                    </a:lnTo>
                    <a:lnTo>
                      <a:pt x="1020" y="1741"/>
                    </a:lnTo>
                    <a:lnTo>
                      <a:pt x="930" y="1597"/>
                    </a:lnTo>
                    <a:lnTo>
                      <a:pt x="930" y="1525"/>
                    </a:lnTo>
                    <a:lnTo>
                      <a:pt x="1423" y="930"/>
                    </a:lnTo>
                    <a:lnTo>
                      <a:pt x="1735" y="906"/>
                    </a:lnTo>
                    <a:lnTo>
                      <a:pt x="2421" y="906"/>
                    </a:lnTo>
                    <a:lnTo>
                      <a:pt x="2534" y="966"/>
                    </a:lnTo>
                    <a:lnTo>
                      <a:pt x="3123" y="1045"/>
                    </a:lnTo>
                    <a:lnTo>
                      <a:pt x="4000" y="1068"/>
                    </a:lnTo>
                    <a:lnTo>
                      <a:pt x="4517" y="1032"/>
                    </a:lnTo>
                    <a:lnTo>
                      <a:pt x="4679" y="984"/>
                    </a:lnTo>
                    <a:lnTo>
                      <a:pt x="4793" y="870"/>
                    </a:lnTo>
                    <a:lnTo>
                      <a:pt x="4907" y="858"/>
                    </a:lnTo>
                    <a:lnTo>
                      <a:pt x="4932" y="834"/>
                    </a:lnTo>
                    <a:lnTo>
                      <a:pt x="5459" y="816"/>
                    </a:lnTo>
                    <a:lnTo>
                      <a:pt x="7118" y="768"/>
                    </a:lnTo>
                    <a:lnTo>
                      <a:pt x="7154" y="744"/>
                    </a:lnTo>
                    <a:lnTo>
                      <a:pt x="7166" y="732"/>
                    </a:lnTo>
                    <a:lnTo>
                      <a:pt x="7166" y="708"/>
                    </a:lnTo>
                    <a:lnTo>
                      <a:pt x="7143" y="690"/>
                    </a:lnTo>
                    <a:lnTo>
                      <a:pt x="552" y="829"/>
                    </a:lnTo>
                    <a:lnTo>
                      <a:pt x="527" y="793"/>
                    </a:lnTo>
                    <a:lnTo>
                      <a:pt x="504" y="768"/>
                    </a:lnTo>
                    <a:lnTo>
                      <a:pt x="149" y="768"/>
                    </a:lnTo>
                    <a:lnTo>
                      <a:pt x="83" y="744"/>
                    </a:lnTo>
                    <a:lnTo>
                      <a:pt x="11" y="666"/>
                    </a:lnTo>
                    <a:lnTo>
                      <a:pt x="0" y="540"/>
                    </a:lnTo>
                    <a:lnTo>
                      <a:pt x="0" y="516"/>
                    </a:lnTo>
                    <a:lnTo>
                      <a:pt x="23" y="516"/>
                    </a:lnTo>
                    <a:lnTo>
                      <a:pt x="36" y="594"/>
                    </a:lnTo>
                    <a:lnTo>
                      <a:pt x="113" y="666"/>
                    </a:lnTo>
                    <a:lnTo>
                      <a:pt x="5749" y="576"/>
                    </a:lnTo>
                    <a:lnTo>
                      <a:pt x="5893" y="552"/>
                    </a:lnTo>
                    <a:lnTo>
                      <a:pt x="6331" y="576"/>
                    </a:lnTo>
                    <a:lnTo>
                      <a:pt x="6824" y="576"/>
                    </a:lnTo>
                    <a:lnTo>
                      <a:pt x="7190" y="564"/>
                    </a:lnTo>
                    <a:lnTo>
                      <a:pt x="7256" y="468"/>
                    </a:lnTo>
                    <a:lnTo>
                      <a:pt x="7269" y="24"/>
                    </a:lnTo>
                    <a:lnTo>
                      <a:pt x="7292" y="0"/>
                    </a:lnTo>
                    <a:lnTo>
                      <a:pt x="8037" y="47"/>
                    </a:lnTo>
                    <a:lnTo>
                      <a:pt x="830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5" name="Freeform 166">
                <a:extLst>
                  <a:ext uri="{FF2B5EF4-FFF2-40B4-BE49-F238E27FC236}">
                    <a16:creationId xmlns:a16="http://schemas.microsoft.com/office/drawing/2014/main" id="{EF697AAC-1C77-4C2F-9C51-A17985AF7D8B}"/>
                  </a:ext>
                </a:extLst>
              </p:cNvPr>
              <p:cNvSpPr>
                <a:spLocks/>
              </p:cNvSpPr>
              <p:nvPr/>
            </p:nvSpPr>
            <p:spPr bwMode="auto">
              <a:xfrm>
                <a:off x="4002" y="2793"/>
                <a:ext cx="762" cy="462"/>
              </a:xfrm>
              <a:custGeom>
                <a:avLst/>
                <a:gdLst>
                  <a:gd name="T0" fmla="*/ 762 w 7408"/>
                  <a:gd name="T1" fmla="*/ 21 h 4575"/>
                  <a:gd name="T2" fmla="*/ 762 w 7408"/>
                  <a:gd name="T3" fmla="*/ 27 h 4575"/>
                  <a:gd name="T4" fmla="*/ 761 w 7408"/>
                  <a:gd name="T5" fmla="*/ 117 h 4575"/>
                  <a:gd name="T6" fmla="*/ 758 w 7408"/>
                  <a:gd name="T7" fmla="*/ 135 h 4575"/>
                  <a:gd name="T8" fmla="*/ 756 w 7408"/>
                  <a:gd name="T9" fmla="*/ 135 h 4575"/>
                  <a:gd name="T10" fmla="*/ 751 w 7408"/>
                  <a:gd name="T11" fmla="*/ 114 h 4575"/>
                  <a:gd name="T12" fmla="*/ 748 w 7408"/>
                  <a:gd name="T13" fmla="*/ 106 h 4575"/>
                  <a:gd name="T14" fmla="*/ 744 w 7408"/>
                  <a:gd name="T15" fmla="*/ 102 h 4575"/>
                  <a:gd name="T16" fmla="*/ 738 w 7408"/>
                  <a:gd name="T17" fmla="*/ 102 h 4575"/>
                  <a:gd name="T18" fmla="*/ 722 w 7408"/>
                  <a:gd name="T19" fmla="*/ 124 h 4575"/>
                  <a:gd name="T20" fmla="*/ 687 w 7408"/>
                  <a:gd name="T21" fmla="*/ 203 h 4575"/>
                  <a:gd name="T22" fmla="*/ 678 w 7408"/>
                  <a:gd name="T23" fmla="*/ 221 h 4575"/>
                  <a:gd name="T24" fmla="*/ 638 w 7408"/>
                  <a:gd name="T25" fmla="*/ 299 h 4575"/>
                  <a:gd name="T26" fmla="*/ 629 w 7408"/>
                  <a:gd name="T27" fmla="*/ 315 h 4575"/>
                  <a:gd name="T28" fmla="*/ 611 w 7408"/>
                  <a:gd name="T29" fmla="*/ 353 h 4575"/>
                  <a:gd name="T30" fmla="*/ 609 w 7408"/>
                  <a:gd name="T31" fmla="*/ 360 h 4575"/>
                  <a:gd name="T32" fmla="*/ 609 w 7408"/>
                  <a:gd name="T33" fmla="*/ 361 h 4575"/>
                  <a:gd name="T34" fmla="*/ 606 w 7408"/>
                  <a:gd name="T35" fmla="*/ 361 h 4575"/>
                  <a:gd name="T36" fmla="*/ 606 w 7408"/>
                  <a:gd name="T37" fmla="*/ 350 h 4575"/>
                  <a:gd name="T38" fmla="*/ 612 w 7408"/>
                  <a:gd name="T39" fmla="*/ 312 h 4575"/>
                  <a:gd name="T40" fmla="*/ 612 w 7408"/>
                  <a:gd name="T41" fmla="*/ 295 h 4575"/>
                  <a:gd name="T42" fmla="*/ 611 w 7408"/>
                  <a:gd name="T43" fmla="*/ 294 h 4575"/>
                  <a:gd name="T44" fmla="*/ 609 w 7408"/>
                  <a:gd name="T45" fmla="*/ 294 h 4575"/>
                  <a:gd name="T46" fmla="*/ 590 w 7408"/>
                  <a:gd name="T47" fmla="*/ 334 h 4575"/>
                  <a:gd name="T48" fmla="*/ 572 w 7408"/>
                  <a:gd name="T49" fmla="*/ 386 h 4575"/>
                  <a:gd name="T50" fmla="*/ 564 w 7408"/>
                  <a:gd name="T51" fmla="*/ 415 h 4575"/>
                  <a:gd name="T52" fmla="*/ 560 w 7408"/>
                  <a:gd name="T53" fmla="*/ 455 h 4575"/>
                  <a:gd name="T54" fmla="*/ 561 w 7408"/>
                  <a:gd name="T55" fmla="*/ 457 h 4575"/>
                  <a:gd name="T56" fmla="*/ 561 w 7408"/>
                  <a:gd name="T57" fmla="*/ 458 h 4575"/>
                  <a:gd name="T58" fmla="*/ 557 w 7408"/>
                  <a:gd name="T59" fmla="*/ 462 h 4575"/>
                  <a:gd name="T60" fmla="*/ 454 w 7408"/>
                  <a:gd name="T61" fmla="*/ 461 h 4575"/>
                  <a:gd name="T62" fmla="*/ 442 w 7408"/>
                  <a:gd name="T63" fmla="*/ 458 h 4575"/>
                  <a:gd name="T64" fmla="*/ 373 w 7408"/>
                  <a:gd name="T65" fmla="*/ 437 h 4575"/>
                  <a:gd name="T66" fmla="*/ 305 w 7408"/>
                  <a:gd name="T67" fmla="*/ 420 h 4575"/>
                  <a:gd name="T68" fmla="*/ 289 w 7408"/>
                  <a:gd name="T69" fmla="*/ 417 h 4575"/>
                  <a:gd name="T70" fmla="*/ 221 w 7408"/>
                  <a:gd name="T71" fmla="*/ 404 h 4575"/>
                  <a:gd name="T72" fmla="*/ 101 w 7408"/>
                  <a:gd name="T73" fmla="*/ 383 h 4575"/>
                  <a:gd name="T74" fmla="*/ 2 w 7408"/>
                  <a:gd name="T75" fmla="*/ 366 h 4575"/>
                  <a:gd name="T76" fmla="*/ 0 w 7408"/>
                  <a:gd name="T77" fmla="*/ 366 h 4575"/>
                  <a:gd name="T78" fmla="*/ 0 w 7408"/>
                  <a:gd name="T79" fmla="*/ 364 h 4575"/>
                  <a:gd name="T80" fmla="*/ 121 w 7408"/>
                  <a:gd name="T81" fmla="*/ 380 h 4575"/>
                  <a:gd name="T82" fmla="*/ 522 w 7408"/>
                  <a:gd name="T83" fmla="*/ 434 h 4575"/>
                  <a:gd name="T84" fmla="*/ 526 w 7408"/>
                  <a:gd name="T85" fmla="*/ 433 h 4575"/>
                  <a:gd name="T86" fmla="*/ 530 w 7408"/>
                  <a:gd name="T87" fmla="*/ 429 h 4575"/>
                  <a:gd name="T88" fmla="*/ 533 w 7408"/>
                  <a:gd name="T89" fmla="*/ 416 h 4575"/>
                  <a:gd name="T90" fmla="*/ 534 w 7408"/>
                  <a:gd name="T91" fmla="*/ 307 h 4575"/>
                  <a:gd name="T92" fmla="*/ 540 w 7408"/>
                  <a:gd name="T93" fmla="*/ 294 h 4575"/>
                  <a:gd name="T94" fmla="*/ 561 w 7408"/>
                  <a:gd name="T95" fmla="*/ 265 h 4575"/>
                  <a:gd name="T96" fmla="*/ 595 w 7408"/>
                  <a:gd name="T97" fmla="*/ 218 h 4575"/>
                  <a:gd name="T98" fmla="*/ 604 w 7408"/>
                  <a:gd name="T99" fmla="*/ 212 h 4575"/>
                  <a:gd name="T100" fmla="*/ 646 w 7408"/>
                  <a:gd name="T101" fmla="*/ 158 h 4575"/>
                  <a:gd name="T102" fmla="*/ 696 w 7408"/>
                  <a:gd name="T103" fmla="*/ 86 h 4575"/>
                  <a:gd name="T104" fmla="*/ 721 w 7408"/>
                  <a:gd name="T105" fmla="*/ 50 h 4575"/>
                  <a:gd name="T106" fmla="*/ 751 w 7408"/>
                  <a:gd name="T107" fmla="*/ 8 h 4575"/>
                  <a:gd name="T108" fmla="*/ 757 w 7408"/>
                  <a:gd name="T109" fmla="*/ 0 h 4575"/>
                  <a:gd name="T110" fmla="*/ 760 w 7408"/>
                  <a:gd name="T111" fmla="*/ 0 h 4575"/>
                  <a:gd name="T112" fmla="*/ 762 w 7408"/>
                  <a:gd name="T113" fmla="*/ 21 h 4575"/>
                  <a:gd name="T114" fmla="*/ 762 w 7408"/>
                  <a:gd name="T115" fmla="*/ 21 h 45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7408" h="4575">
                    <a:moveTo>
                      <a:pt x="7408" y="205"/>
                    </a:moveTo>
                    <a:lnTo>
                      <a:pt x="7408" y="265"/>
                    </a:lnTo>
                    <a:lnTo>
                      <a:pt x="7395" y="1160"/>
                    </a:lnTo>
                    <a:lnTo>
                      <a:pt x="7372" y="1340"/>
                    </a:lnTo>
                    <a:lnTo>
                      <a:pt x="7348" y="1340"/>
                    </a:lnTo>
                    <a:lnTo>
                      <a:pt x="7300" y="1124"/>
                    </a:lnTo>
                    <a:lnTo>
                      <a:pt x="7269" y="1045"/>
                    </a:lnTo>
                    <a:lnTo>
                      <a:pt x="7233" y="1009"/>
                    </a:lnTo>
                    <a:lnTo>
                      <a:pt x="7174" y="1009"/>
                    </a:lnTo>
                    <a:lnTo>
                      <a:pt x="7023" y="1226"/>
                    </a:lnTo>
                    <a:lnTo>
                      <a:pt x="6681" y="2006"/>
                    </a:lnTo>
                    <a:lnTo>
                      <a:pt x="6591" y="2192"/>
                    </a:lnTo>
                    <a:lnTo>
                      <a:pt x="6201" y="2961"/>
                    </a:lnTo>
                    <a:lnTo>
                      <a:pt x="6111" y="3123"/>
                    </a:lnTo>
                    <a:lnTo>
                      <a:pt x="5936" y="3495"/>
                    </a:lnTo>
                    <a:lnTo>
                      <a:pt x="5924" y="3567"/>
                    </a:lnTo>
                    <a:lnTo>
                      <a:pt x="5918" y="3579"/>
                    </a:lnTo>
                    <a:lnTo>
                      <a:pt x="5893" y="3579"/>
                    </a:lnTo>
                    <a:lnTo>
                      <a:pt x="5893" y="3465"/>
                    </a:lnTo>
                    <a:lnTo>
                      <a:pt x="5947" y="3087"/>
                    </a:lnTo>
                    <a:lnTo>
                      <a:pt x="5947" y="2925"/>
                    </a:lnTo>
                    <a:lnTo>
                      <a:pt x="5936" y="2913"/>
                    </a:lnTo>
                    <a:lnTo>
                      <a:pt x="5918" y="2913"/>
                    </a:lnTo>
                    <a:lnTo>
                      <a:pt x="5731" y="3303"/>
                    </a:lnTo>
                    <a:lnTo>
                      <a:pt x="5557" y="3819"/>
                    </a:lnTo>
                    <a:lnTo>
                      <a:pt x="5479" y="4108"/>
                    </a:lnTo>
                    <a:lnTo>
                      <a:pt x="5443" y="4510"/>
                    </a:lnTo>
                    <a:lnTo>
                      <a:pt x="5455" y="4522"/>
                    </a:lnTo>
                    <a:lnTo>
                      <a:pt x="5455" y="4539"/>
                    </a:lnTo>
                    <a:lnTo>
                      <a:pt x="5419" y="4575"/>
                    </a:lnTo>
                    <a:lnTo>
                      <a:pt x="4416" y="4564"/>
                    </a:lnTo>
                    <a:lnTo>
                      <a:pt x="4296" y="4539"/>
                    </a:lnTo>
                    <a:lnTo>
                      <a:pt x="3623" y="4324"/>
                    </a:lnTo>
                    <a:lnTo>
                      <a:pt x="2968" y="4162"/>
                    </a:lnTo>
                    <a:lnTo>
                      <a:pt x="2806" y="4131"/>
                    </a:lnTo>
                    <a:lnTo>
                      <a:pt x="2145" y="4005"/>
                    </a:lnTo>
                    <a:lnTo>
                      <a:pt x="986" y="3795"/>
                    </a:lnTo>
                    <a:lnTo>
                      <a:pt x="24" y="3628"/>
                    </a:lnTo>
                    <a:lnTo>
                      <a:pt x="0" y="3628"/>
                    </a:lnTo>
                    <a:lnTo>
                      <a:pt x="0" y="3603"/>
                    </a:lnTo>
                    <a:lnTo>
                      <a:pt x="1178" y="3759"/>
                    </a:lnTo>
                    <a:lnTo>
                      <a:pt x="5077" y="4300"/>
                    </a:lnTo>
                    <a:lnTo>
                      <a:pt x="5113" y="4288"/>
                    </a:lnTo>
                    <a:lnTo>
                      <a:pt x="5149" y="4246"/>
                    </a:lnTo>
                    <a:lnTo>
                      <a:pt x="5179" y="4119"/>
                    </a:lnTo>
                    <a:lnTo>
                      <a:pt x="5191" y="3038"/>
                    </a:lnTo>
                    <a:lnTo>
                      <a:pt x="5251" y="2913"/>
                    </a:lnTo>
                    <a:lnTo>
                      <a:pt x="5455" y="2625"/>
                    </a:lnTo>
                    <a:lnTo>
                      <a:pt x="5780" y="2156"/>
                    </a:lnTo>
                    <a:lnTo>
                      <a:pt x="5870" y="2096"/>
                    </a:lnTo>
                    <a:lnTo>
                      <a:pt x="6278" y="1562"/>
                    </a:lnTo>
                    <a:lnTo>
                      <a:pt x="6765" y="847"/>
                    </a:lnTo>
                    <a:lnTo>
                      <a:pt x="7005" y="493"/>
                    </a:lnTo>
                    <a:lnTo>
                      <a:pt x="7300" y="79"/>
                    </a:lnTo>
                    <a:lnTo>
                      <a:pt x="7359" y="0"/>
                    </a:lnTo>
                    <a:lnTo>
                      <a:pt x="7384" y="0"/>
                    </a:lnTo>
                    <a:lnTo>
                      <a:pt x="7408" y="2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6" name="Freeform 167">
                <a:extLst>
                  <a:ext uri="{FF2B5EF4-FFF2-40B4-BE49-F238E27FC236}">
                    <a16:creationId xmlns:a16="http://schemas.microsoft.com/office/drawing/2014/main" id="{9E8D7052-0578-45C1-A5CE-61D7F418E65A}"/>
                  </a:ext>
                </a:extLst>
              </p:cNvPr>
              <p:cNvSpPr>
                <a:spLocks/>
              </p:cNvSpPr>
              <p:nvPr/>
            </p:nvSpPr>
            <p:spPr bwMode="auto">
              <a:xfrm>
                <a:off x="4575" y="2985"/>
                <a:ext cx="212" cy="317"/>
              </a:xfrm>
              <a:custGeom>
                <a:avLst/>
                <a:gdLst>
                  <a:gd name="T0" fmla="*/ 174 w 2067"/>
                  <a:gd name="T1" fmla="*/ 18 h 3134"/>
                  <a:gd name="T2" fmla="*/ 113 w 2067"/>
                  <a:gd name="T3" fmla="*/ 129 h 3134"/>
                  <a:gd name="T4" fmla="*/ 92 w 2067"/>
                  <a:gd name="T5" fmla="*/ 165 h 3134"/>
                  <a:gd name="T6" fmla="*/ 54 w 2067"/>
                  <a:gd name="T7" fmla="*/ 240 h 3134"/>
                  <a:gd name="T8" fmla="*/ 54 w 2067"/>
                  <a:gd name="T9" fmla="*/ 242 h 3134"/>
                  <a:gd name="T10" fmla="*/ 56 w 2067"/>
                  <a:gd name="T11" fmla="*/ 243 h 3134"/>
                  <a:gd name="T12" fmla="*/ 79 w 2067"/>
                  <a:gd name="T13" fmla="*/ 218 h 3134"/>
                  <a:gd name="T14" fmla="*/ 117 w 2067"/>
                  <a:gd name="T15" fmla="*/ 179 h 3134"/>
                  <a:gd name="T16" fmla="*/ 131 w 2067"/>
                  <a:gd name="T17" fmla="*/ 166 h 3134"/>
                  <a:gd name="T18" fmla="*/ 137 w 2067"/>
                  <a:gd name="T19" fmla="*/ 161 h 3134"/>
                  <a:gd name="T20" fmla="*/ 160 w 2067"/>
                  <a:gd name="T21" fmla="*/ 155 h 3134"/>
                  <a:gd name="T22" fmla="*/ 212 w 2067"/>
                  <a:gd name="T23" fmla="*/ 151 h 3134"/>
                  <a:gd name="T24" fmla="*/ 187 w 2067"/>
                  <a:gd name="T25" fmla="*/ 179 h 3134"/>
                  <a:gd name="T26" fmla="*/ 165 w 2067"/>
                  <a:gd name="T27" fmla="*/ 185 h 3134"/>
                  <a:gd name="T28" fmla="*/ 153 w 2067"/>
                  <a:gd name="T29" fmla="*/ 195 h 3134"/>
                  <a:gd name="T30" fmla="*/ 142 w 2067"/>
                  <a:gd name="T31" fmla="*/ 209 h 3134"/>
                  <a:gd name="T32" fmla="*/ 118 w 2067"/>
                  <a:gd name="T33" fmla="*/ 267 h 3134"/>
                  <a:gd name="T34" fmla="*/ 99 w 2067"/>
                  <a:gd name="T35" fmla="*/ 282 h 3134"/>
                  <a:gd name="T36" fmla="*/ 36 w 2067"/>
                  <a:gd name="T37" fmla="*/ 313 h 3134"/>
                  <a:gd name="T38" fmla="*/ 31 w 2067"/>
                  <a:gd name="T39" fmla="*/ 317 h 3134"/>
                  <a:gd name="T40" fmla="*/ 27 w 2067"/>
                  <a:gd name="T41" fmla="*/ 311 h 3134"/>
                  <a:gd name="T42" fmla="*/ 30 w 2067"/>
                  <a:gd name="T43" fmla="*/ 274 h 3134"/>
                  <a:gd name="T44" fmla="*/ 22 w 2067"/>
                  <a:gd name="T45" fmla="*/ 269 h 3134"/>
                  <a:gd name="T46" fmla="*/ 2 w 2067"/>
                  <a:gd name="T47" fmla="*/ 270 h 3134"/>
                  <a:gd name="T48" fmla="*/ 0 w 2067"/>
                  <a:gd name="T49" fmla="*/ 268 h 3134"/>
                  <a:gd name="T50" fmla="*/ 1 w 2067"/>
                  <a:gd name="T51" fmla="*/ 262 h 3134"/>
                  <a:gd name="T52" fmla="*/ 26 w 2067"/>
                  <a:gd name="T53" fmla="*/ 228 h 3134"/>
                  <a:gd name="T54" fmla="*/ 49 w 2067"/>
                  <a:gd name="T55" fmla="*/ 193 h 3134"/>
                  <a:gd name="T56" fmla="*/ 94 w 2067"/>
                  <a:gd name="T57" fmla="*/ 123 h 3134"/>
                  <a:gd name="T58" fmla="*/ 165 w 2067"/>
                  <a:gd name="T59" fmla="*/ 10 h 3134"/>
                  <a:gd name="T60" fmla="*/ 172 w 2067"/>
                  <a:gd name="T61" fmla="*/ 0 h 3134"/>
                  <a:gd name="T62" fmla="*/ 174 w 2067"/>
                  <a:gd name="T63" fmla="*/ 0 h 3134"/>
                  <a:gd name="T64" fmla="*/ 174 w 2067"/>
                  <a:gd name="T65" fmla="*/ 18 h 3134"/>
                  <a:gd name="T66" fmla="*/ 174 w 2067"/>
                  <a:gd name="T67" fmla="*/ 18 h 31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67" h="3134">
                    <a:moveTo>
                      <a:pt x="1700" y="180"/>
                    </a:moveTo>
                    <a:lnTo>
                      <a:pt x="1100" y="1273"/>
                    </a:lnTo>
                    <a:lnTo>
                      <a:pt x="896" y="1627"/>
                    </a:lnTo>
                    <a:lnTo>
                      <a:pt x="529" y="2371"/>
                    </a:lnTo>
                    <a:lnTo>
                      <a:pt x="529" y="2396"/>
                    </a:lnTo>
                    <a:lnTo>
                      <a:pt x="542" y="2407"/>
                    </a:lnTo>
                    <a:lnTo>
                      <a:pt x="769" y="2155"/>
                    </a:lnTo>
                    <a:lnTo>
                      <a:pt x="1136" y="1765"/>
                    </a:lnTo>
                    <a:lnTo>
                      <a:pt x="1274" y="1639"/>
                    </a:lnTo>
                    <a:lnTo>
                      <a:pt x="1340" y="1591"/>
                    </a:lnTo>
                    <a:lnTo>
                      <a:pt x="1562" y="1537"/>
                    </a:lnTo>
                    <a:lnTo>
                      <a:pt x="2067" y="1489"/>
                    </a:lnTo>
                    <a:lnTo>
                      <a:pt x="1826" y="1765"/>
                    </a:lnTo>
                    <a:lnTo>
                      <a:pt x="1605" y="1825"/>
                    </a:lnTo>
                    <a:lnTo>
                      <a:pt x="1490" y="1927"/>
                    </a:lnTo>
                    <a:lnTo>
                      <a:pt x="1388" y="2065"/>
                    </a:lnTo>
                    <a:lnTo>
                      <a:pt x="1148" y="2635"/>
                    </a:lnTo>
                    <a:lnTo>
                      <a:pt x="968" y="2786"/>
                    </a:lnTo>
                    <a:lnTo>
                      <a:pt x="355" y="3098"/>
                    </a:lnTo>
                    <a:lnTo>
                      <a:pt x="301" y="3134"/>
                    </a:lnTo>
                    <a:lnTo>
                      <a:pt x="265" y="3074"/>
                    </a:lnTo>
                    <a:lnTo>
                      <a:pt x="288" y="2707"/>
                    </a:lnTo>
                    <a:lnTo>
                      <a:pt x="216" y="2660"/>
                    </a:lnTo>
                    <a:lnTo>
                      <a:pt x="24" y="2671"/>
                    </a:lnTo>
                    <a:lnTo>
                      <a:pt x="0" y="2648"/>
                    </a:lnTo>
                    <a:lnTo>
                      <a:pt x="13" y="2594"/>
                    </a:lnTo>
                    <a:lnTo>
                      <a:pt x="252" y="2258"/>
                    </a:lnTo>
                    <a:lnTo>
                      <a:pt x="475" y="1904"/>
                    </a:lnTo>
                    <a:lnTo>
                      <a:pt x="920" y="1219"/>
                    </a:lnTo>
                    <a:lnTo>
                      <a:pt x="1605" y="102"/>
                    </a:lnTo>
                    <a:lnTo>
                      <a:pt x="1677" y="0"/>
                    </a:lnTo>
                    <a:lnTo>
                      <a:pt x="1700" y="0"/>
                    </a:lnTo>
                    <a:lnTo>
                      <a:pt x="170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7" name="Freeform 168">
                <a:extLst>
                  <a:ext uri="{FF2B5EF4-FFF2-40B4-BE49-F238E27FC236}">
                    <a16:creationId xmlns:a16="http://schemas.microsoft.com/office/drawing/2014/main" id="{44A3A6C1-B690-487F-8A02-9F375265BA66}"/>
                  </a:ext>
                </a:extLst>
              </p:cNvPr>
              <p:cNvSpPr>
                <a:spLocks/>
              </p:cNvSpPr>
              <p:nvPr/>
            </p:nvSpPr>
            <p:spPr bwMode="auto">
              <a:xfrm>
                <a:off x="3839" y="2995"/>
                <a:ext cx="77" cy="117"/>
              </a:xfrm>
              <a:custGeom>
                <a:avLst/>
                <a:gdLst>
                  <a:gd name="T0" fmla="*/ 77 w 745"/>
                  <a:gd name="T1" fmla="*/ 9 h 1147"/>
                  <a:gd name="T2" fmla="*/ 77 w 745"/>
                  <a:gd name="T3" fmla="*/ 12 h 1147"/>
                  <a:gd name="T4" fmla="*/ 20 w 745"/>
                  <a:gd name="T5" fmla="*/ 5 h 1147"/>
                  <a:gd name="T6" fmla="*/ 16 w 745"/>
                  <a:gd name="T7" fmla="*/ 11 h 1147"/>
                  <a:gd name="T8" fmla="*/ 17 w 745"/>
                  <a:gd name="T9" fmla="*/ 82 h 1147"/>
                  <a:gd name="T10" fmla="*/ 17 w 745"/>
                  <a:gd name="T11" fmla="*/ 103 h 1147"/>
                  <a:gd name="T12" fmla="*/ 9 w 745"/>
                  <a:gd name="T13" fmla="*/ 114 h 1147"/>
                  <a:gd name="T14" fmla="*/ 6 w 745"/>
                  <a:gd name="T15" fmla="*/ 117 h 1147"/>
                  <a:gd name="T16" fmla="*/ 4 w 745"/>
                  <a:gd name="T17" fmla="*/ 114 h 1147"/>
                  <a:gd name="T18" fmla="*/ 1 w 745"/>
                  <a:gd name="T19" fmla="*/ 15 h 1147"/>
                  <a:gd name="T20" fmla="*/ 0 w 745"/>
                  <a:gd name="T21" fmla="*/ 7 h 1147"/>
                  <a:gd name="T22" fmla="*/ 5 w 745"/>
                  <a:gd name="T23" fmla="*/ 0 h 1147"/>
                  <a:gd name="T24" fmla="*/ 22 w 745"/>
                  <a:gd name="T25" fmla="*/ 1 h 1147"/>
                  <a:gd name="T26" fmla="*/ 77 w 745"/>
                  <a:gd name="T27" fmla="*/ 9 h 1147"/>
                  <a:gd name="T28" fmla="*/ 77 w 745"/>
                  <a:gd name="T29" fmla="*/ 9 h 11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5" h="1147">
                    <a:moveTo>
                      <a:pt x="745" y="90"/>
                    </a:moveTo>
                    <a:lnTo>
                      <a:pt x="745" y="114"/>
                    </a:lnTo>
                    <a:lnTo>
                      <a:pt x="198" y="49"/>
                    </a:lnTo>
                    <a:lnTo>
                      <a:pt x="150" y="103"/>
                    </a:lnTo>
                    <a:lnTo>
                      <a:pt x="162" y="804"/>
                    </a:lnTo>
                    <a:lnTo>
                      <a:pt x="162" y="1009"/>
                    </a:lnTo>
                    <a:lnTo>
                      <a:pt x="85" y="1122"/>
                    </a:lnTo>
                    <a:lnTo>
                      <a:pt x="60" y="1147"/>
                    </a:lnTo>
                    <a:lnTo>
                      <a:pt x="36" y="1122"/>
                    </a:lnTo>
                    <a:lnTo>
                      <a:pt x="13" y="150"/>
                    </a:lnTo>
                    <a:lnTo>
                      <a:pt x="0" y="72"/>
                    </a:lnTo>
                    <a:lnTo>
                      <a:pt x="49" y="0"/>
                    </a:lnTo>
                    <a:lnTo>
                      <a:pt x="211" y="13"/>
                    </a:lnTo>
                    <a:lnTo>
                      <a:pt x="74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8" name="Freeform 169">
                <a:extLst>
                  <a:ext uri="{FF2B5EF4-FFF2-40B4-BE49-F238E27FC236}">
                    <a16:creationId xmlns:a16="http://schemas.microsoft.com/office/drawing/2014/main" id="{7B588090-70F5-435F-8020-B36F69740E60}"/>
                  </a:ext>
                </a:extLst>
              </p:cNvPr>
              <p:cNvSpPr>
                <a:spLocks/>
              </p:cNvSpPr>
              <p:nvPr/>
            </p:nvSpPr>
            <p:spPr bwMode="auto">
              <a:xfrm>
                <a:off x="3921" y="3005"/>
                <a:ext cx="2" cy="4"/>
              </a:xfrm>
              <a:custGeom>
                <a:avLst/>
                <a:gdLst>
                  <a:gd name="T0" fmla="*/ 2 w 23"/>
                  <a:gd name="T1" fmla="*/ 4 h 23"/>
                  <a:gd name="T2" fmla="*/ 0 w 23"/>
                  <a:gd name="T3" fmla="*/ 4 h 23"/>
                  <a:gd name="T4" fmla="*/ 0 w 23"/>
                  <a:gd name="T5" fmla="*/ 0 h 23"/>
                  <a:gd name="T6" fmla="*/ 2 w 23"/>
                  <a:gd name="T7" fmla="*/ 0 h 23"/>
                  <a:gd name="T8" fmla="*/ 2 w 23"/>
                  <a:gd name="T9" fmla="*/ 4 h 23"/>
                  <a:gd name="T10" fmla="*/ 2 w 23"/>
                  <a:gd name="T11" fmla="*/ 4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23">
                    <a:moveTo>
                      <a:pt x="23" y="23"/>
                    </a:moveTo>
                    <a:lnTo>
                      <a:pt x="0" y="23"/>
                    </a:lnTo>
                    <a:lnTo>
                      <a:pt x="0" y="0"/>
                    </a:lnTo>
                    <a:lnTo>
                      <a:pt x="23" y="0"/>
                    </a:lnTo>
                    <a:lnTo>
                      <a:pt x="2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9" name="Freeform 170">
                <a:extLst>
                  <a:ext uri="{FF2B5EF4-FFF2-40B4-BE49-F238E27FC236}">
                    <a16:creationId xmlns:a16="http://schemas.microsoft.com/office/drawing/2014/main" id="{EF803484-F6A5-459D-A0DE-EF677F0532B2}"/>
                  </a:ext>
                </a:extLst>
              </p:cNvPr>
              <p:cNvSpPr>
                <a:spLocks/>
              </p:cNvSpPr>
              <p:nvPr/>
            </p:nvSpPr>
            <p:spPr bwMode="auto">
              <a:xfrm>
                <a:off x="3980" y="3039"/>
                <a:ext cx="195" cy="70"/>
              </a:xfrm>
              <a:custGeom>
                <a:avLst/>
                <a:gdLst>
                  <a:gd name="T0" fmla="*/ 192 w 1911"/>
                  <a:gd name="T1" fmla="*/ 26 h 691"/>
                  <a:gd name="T2" fmla="*/ 195 w 1911"/>
                  <a:gd name="T3" fmla="*/ 32 h 691"/>
                  <a:gd name="T4" fmla="*/ 195 w 1911"/>
                  <a:gd name="T5" fmla="*/ 38 h 691"/>
                  <a:gd name="T6" fmla="*/ 192 w 1911"/>
                  <a:gd name="T7" fmla="*/ 41 h 691"/>
                  <a:gd name="T8" fmla="*/ 134 w 1911"/>
                  <a:gd name="T9" fmla="*/ 32 h 691"/>
                  <a:gd name="T10" fmla="*/ 129 w 1911"/>
                  <a:gd name="T11" fmla="*/ 38 h 691"/>
                  <a:gd name="T12" fmla="*/ 83 w 1911"/>
                  <a:gd name="T13" fmla="*/ 32 h 691"/>
                  <a:gd name="T14" fmla="*/ 76 w 1911"/>
                  <a:gd name="T15" fmla="*/ 41 h 691"/>
                  <a:gd name="T16" fmla="*/ 75 w 1911"/>
                  <a:gd name="T17" fmla="*/ 41 h 691"/>
                  <a:gd name="T18" fmla="*/ 71 w 1911"/>
                  <a:gd name="T19" fmla="*/ 27 h 691"/>
                  <a:gd name="T20" fmla="*/ 66 w 1911"/>
                  <a:gd name="T21" fmla="*/ 23 h 691"/>
                  <a:gd name="T22" fmla="*/ 17 w 1911"/>
                  <a:gd name="T23" fmla="*/ 17 h 691"/>
                  <a:gd name="T24" fmla="*/ 13 w 1911"/>
                  <a:gd name="T25" fmla="*/ 21 h 691"/>
                  <a:gd name="T26" fmla="*/ 15 w 1911"/>
                  <a:gd name="T27" fmla="*/ 37 h 691"/>
                  <a:gd name="T28" fmla="*/ 22 w 1911"/>
                  <a:gd name="T29" fmla="*/ 42 h 691"/>
                  <a:gd name="T30" fmla="*/ 143 w 1911"/>
                  <a:gd name="T31" fmla="*/ 58 h 691"/>
                  <a:gd name="T32" fmla="*/ 147 w 1911"/>
                  <a:gd name="T33" fmla="*/ 56 h 691"/>
                  <a:gd name="T34" fmla="*/ 166 w 1911"/>
                  <a:gd name="T35" fmla="*/ 56 h 691"/>
                  <a:gd name="T36" fmla="*/ 169 w 1911"/>
                  <a:gd name="T37" fmla="*/ 50 h 691"/>
                  <a:gd name="T38" fmla="*/ 170 w 1911"/>
                  <a:gd name="T39" fmla="*/ 50 h 691"/>
                  <a:gd name="T40" fmla="*/ 173 w 1911"/>
                  <a:gd name="T41" fmla="*/ 59 h 691"/>
                  <a:gd name="T42" fmla="*/ 180 w 1911"/>
                  <a:gd name="T43" fmla="*/ 63 h 691"/>
                  <a:gd name="T44" fmla="*/ 194 w 1911"/>
                  <a:gd name="T45" fmla="*/ 64 h 691"/>
                  <a:gd name="T46" fmla="*/ 195 w 1911"/>
                  <a:gd name="T47" fmla="*/ 65 h 691"/>
                  <a:gd name="T48" fmla="*/ 195 w 1911"/>
                  <a:gd name="T49" fmla="*/ 68 h 691"/>
                  <a:gd name="T50" fmla="*/ 192 w 1911"/>
                  <a:gd name="T51" fmla="*/ 70 h 691"/>
                  <a:gd name="T52" fmla="*/ 6 w 1911"/>
                  <a:gd name="T53" fmla="*/ 46 h 691"/>
                  <a:gd name="T54" fmla="*/ 4 w 1911"/>
                  <a:gd name="T55" fmla="*/ 46 h 691"/>
                  <a:gd name="T56" fmla="*/ 2 w 1911"/>
                  <a:gd name="T57" fmla="*/ 46 h 691"/>
                  <a:gd name="T58" fmla="*/ 0 w 1911"/>
                  <a:gd name="T59" fmla="*/ 2 h 691"/>
                  <a:gd name="T60" fmla="*/ 2 w 1911"/>
                  <a:gd name="T61" fmla="*/ 0 h 691"/>
                  <a:gd name="T62" fmla="*/ 56 w 1911"/>
                  <a:gd name="T63" fmla="*/ 6 h 691"/>
                  <a:gd name="T64" fmla="*/ 192 w 1911"/>
                  <a:gd name="T65" fmla="*/ 26 h 691"/>
                  <a:gd name="T66" fmla="*/ 192 w 1911"/>
                  <a:gd name="T67" fmla="*/ 26 h 6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11" h="691">
                    <a:moveTo>
                      <a:pt x="1880" y="252"/>
                    </a:moveTo>
                    <a:lnTo>
                      <a:pt x="1911" y="319"/>
                    </a:lnTo>
                    <a:lnTo>
                      <a:pt x="1911" y="378"/>
                    </a:lnTo>
                    <a:lnTo>
                      <a:pt x="1886" y="403"/>
                    </a:lnTo>
                    <a:lnTo>
                      <a:pt x="1316" y="319"/>
                    </a:lnTo>
                    <a:lnTo>
                      <a:pt x="1267" y="378"/>
                    </a:lnTo>
                    <a:lnTo>
                      <a:pt x="811" y="319"/>
                    </a:lnTo>
                    <a:lnTo>
                      <a:pt x="745" y="403"/>
                    </a:lnTo>
                    <a:lnTo>
                      <a:pt x="733" y="403"/>
                    </a:lnTo>
                    <a:lnTo>
                      <a:pt x="697" y="265"/>
                    </a:lnTo>
                    <a:lnTo>
                      <a:pt x="648" y="229"/>
                    </a:lnTo>
                    <a:lnTo>
                      <a:pt x="168" y="168"/>
                    </a:lnTo>
                    <a:lnTo>
                      <a:pt x="132" y="205"/>
                    </a:lnTo>
                    <a:lnTo>
                      <a:pt x="144" y="367"/>
                    </a:lnTo>
                    <a:lnTo>
                      <a:pt x="216" y="414"/>
                    </a:lnTo>
                    <a:lnTo>
                      <a:pt x="1406" y="571"/>
                    </a:lnTo>
                    <a:lnTo>
                      <a:pt x="1442" y="553"/>
                    </a:lnTo>
                    <a:lnTo>
                      <a:pt x="1628" y="553"/>
                    </a:lnTo>
                    <a:lnTo>
                      <a:pt x="1658" y="493"/>
                    </a:lnTo>
                    <a:lnTo>
                      <a:pt x="1670" y="493"/>
                    </a:lnTo>
                    <a:lnTo>
                      <a:pt x="1695" y="583"/>
                    </a:lnTo>
                    <a:lnTo>
                      <a:pt x="1760" y="619"/>
                    </a:lnTo>
                    <a:lnTo>
                      <a:pt x="1898" y="631"/>
                    </a:lnTo>
                    <a:lnTo>
                      <a:pt x="1911" y="642"/>
                    </a:lnTo>
                    <a:lnTo>
                      <a:pt x="1911" y="667"/>
                    </a:lnTo>
                    <a:lnTo>
                      <a:pt x="1880" y="691"/>
                    </a:lnTo>
                    <a:lnTo>
                      <a:pt x="54" y="450"/>
                    </a:lnTo>
                    <a:lnTo>
                      <a:pt x="42" y="457"/>
                    </a:lnTo>
                    <a:lnTo>
                      <a:pt x="24" y="457"/>
                    </a:lnTo>
                    <a:lnTo>
                      <a:pt x="0" y="24"/>
                    </a:lnTo>
                    <a:lnTo>
                      <a:pt x="24" y="0"/>
                    </a:lnTo>
                    <a:lnTo>
                      <a:pt x="547" y="60"/>
                    </a:lnTo>
                    <a:lnTo>
                      <a:pt x="188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171">
                <a:extLst>
                  <a:ext uri="{FF2B5EF4-FFF2-40B4-BE49-F238E27FC236}">
                    <a16:creationId xmlns:a16="http://schemas.microsoft.com/office/drawing/2014/main" id="{6F23B2C0-DE9D-40E5-9042-40CE556EC511}"/>
                  </a:ext>
                </a:extLst>
              </p:cNvPr>
              <p:cNvSpPr>
                <a:spLocks/>
              </p:cNvSpPr>
              <p:nvPr/>
            </p:nvSpPr>
            <p:spPr bwMode="auto">
              <a:xfrm>
                <a:off x="4202" y="3061"/>
                <a:ext cx="299" cy="78"/>
              </a:xfrm>
              <a:custGeom>
                <a:avLst/>
                <a:gdLst>
                  <a:gd name="T0" fmla="*/ 299 w 2901"/>
                  <a:gd name="T1" fmla="*/ 46 h 769"/>
                  <a:gd name="T2" fmla="*/ 298 w 2901"/>
                  <a:gd name="T3" fmla="*/ 50 h 769"/>
                  <a:gd name="T4" fmla="*/ 282 w 2901"/>
                  <a:gd name="T5" fmla="*/ 50 h 769"/>
                  <a:gd name="T6" fmla="*/ 131 w 2901"/>
                  <a:gd name="T7" fmla="*/ 32 h 769"/>
                  <a:gd name="T8" fmla="*/ 13 w 2901"/>
                  <a:gd name="T9" fmla="*/ 16 h 769"/>
                  <a:gd name="T10" fmla="*/ 9 w 2901"/>
                  <a:gd name="T11" fmla="*/ 20 h 769"/>
                  <a:gd name="T12" fmla="*/ 6 w 2901"/>
                  <a:gd name="T13" fmla="*/ 76 h 769"/>
                  <a:gd name="T14" fmla="*/ 4 w 2901"/>
                  <a:gd name="T15" fmla="*/ 78 h 769"/>
                  <a:gd name="T16" fmla="*/ 0 w 2901"/>
                  <a:gd name="T17" fmla="*/ 77 h 769"/>
                  <a:gd name="T18" fmla="*/ 0 w 2901"/>
                  <a:gd name="T19" fmla="*/ 1 h 769"/>
                  <a:gd name="T20" fmla="*/ 1 w 2901"/>
                  <a:gd name="T21" fmla="*/ 0 h 769"/>
                  <a:gd name="T22" fmla="*/ 297 w 2901"/>
                  <a:gd name="T23" fmla="*/ 43 h 769"/>
                  <a:gd name="T24" fmla="*/ 299 w 2901"/>
                  <a:gd name="T25" fmla="*/ 46 h 769"/>
                  <a:gd name="T26" fmla="*/ 299 w 2901"/>
                  <a:gd name="T27" fmla="*/ 46 h 7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01" h="769">
                    <a:moveTo>
                      <a:pt x="2901" y="451"/>
                    </a:moveTo>
                    <a:lnTo>
                      <a:pt x="2889" y="493"/>
                    </a:lnTo>
                    <a:lnTo>
                      <a:pt x="2739" y="493"/>
                    </a:lnTo>
                    <a:lnTo>
                      <a:pt x="1273" y="313"/>
                    </a:lnTo>
                    <a:lnTo>
                      <a:pt x="126" y="162"/>
                    </a:lnTo>
                    <a:lnTo>
                      <a:pt x="90" y="198"/>
                    </a:lnTo>
                    <a:lnTo>
                      <a:pt x="59" y="745"/>
                    </a:lnTo>
                    <a:lnTo>
                      <a:pt x="36" y="769"/>
                    </a:lnTo>
                    <a:lnTo>
                      <a:pt x="0" y="757"/>
                    </a:lnTo>
                    <a:lnTo>
                      <a:pt x="0" y="13"/>
                    </a:lnTo>
                    <a:lnTo>
                      <a:pt x="12" y="0"/>
                    </a:lnTo>
                    <a:lnTo>
                      <a:pt x="2878" y="426"/>
                    </a:lnTo>
                    <a:lnTo>
                      <a:pt x="2901" y="4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172">
                <a:extLst>
                  <a:ext uri="{FF2B5EF4-FFF2-40B4-BE49-F238E27FC236}">
                    <a16:creationId xmlns:a16="http://schemas.microsoft.com/office/drawing/2014/main" id="{A6F8388B-5245-4481-B23D-B5607BCD15BD}"/>
                  </a:ext>
                </a:extLst>
              </p:cNvPr>
              <p:cNvSpPr>
                <a:spLocks/>
              </p:cNvSpPr>
              <p:nvPr/>
            </p:nvSpPr>
            <p:spPr bwMode="auto">
              <a:xfrm>
                <a:off x="3659" y="3079"/>
                <a:ext cx="151" cy="164"/>
              </a:xfrm>
              <a:custGeom>
                <a:avLst/>
                <a:gdLst>
                  <a:gd name="T0" fmla="*/ 149 w 1460"/>
                  <a:gd name="T1" fmla="*/ 44 h 1615"/>
                  <a:gd name="T2" fmla="*/ 107 w 1460"/>
                  <a:gd name="T3" fmla="*/ 79 h 1615"/>
                  <a:gd name="T4" fmla="*/ 74 w 1460"/>
                  <a:gd name="T5" fmla="*/ 111 h 1615"/>
                  <a:gd name="T6" fmla="*/ 38 w 1460"/>
                  <a:gd name="T7" fmla="*/ 159 h 1615"/>
                  <a:gd name="T8" fmla="*/ 1 w 1460"/>
                  <a:gd name="T9" fmla="*/ 152 h 1615"/>
                  <a:gd name="T10" fmla="*/ 10 w 1460"/>
                  <a:gd name="T11" fmla="*/ 150 h 1615"/>
                  <a:gd name="T12" fmla="*/ 18 w 1460"/>
                  <a:gd name="T13" fmla="*/ 157 h 1615"/>
                  <a:gd name="T14" fmla="*/ 14 w 1460"/>
                  <a:gd name="T15" fmla="*/ 142 h 1615"/>
                  <a:gd name="T16" fmla="*/ 13 w 1460"/>
                  <a:gd name="T17" fmla="*/ 136 h 1615"/>
                  <a:gd name="T18" fmla="*/ 34 w 1460"/>
                  <a:gd name="T19" fmla="*/ 148 h 1615"/>
                  <a:gd name="T20" fmla="*/ 22 w 1460"/>
                  <a:gd name="T21" fmla="*/ 128 h 1615"/>
                  <a:gd name="T22" fmla="*/ 21 w 1460"/>
                  <a:gd name="T23" fmla="*/ 122 h 1615"/>
                  <a:gd name="T24" fmla="*/ 34 w 1460"/>
                  <a:gd name="T25" fmla="*/ 127 h 1615"/>
                  <a:gd name="T26" fmla="*/ 27 w 1460"/>
                  <a:gd name="T27" fmla="*/ 113 h 1615"/>
                  <a:gd name="T28" fmla="*/ 23 w 1460"/>
                  <a:gd name="T29" fmla="*/ 110 h 1615"/>
                  <a:gd name="T30" fmla="*/ 38 w 1460"/>
                  <a:gd name="T31" fmla="*/ 113 h 1615"/>
                  <a:gd name="T32" fmla="*/ 43 w 1460"/>
                  <a:gd name="T33" fmla="*/ 107 h 1615"/>
                  <a:gd name="T34" fmla="*/ 34 w 1460"/>
                  <a:gd name="T35" fmla="*/ 97 h 1615"/>
                  <a:gd name="T36" fmla="*/ 50 w 1460"/>
                  <a:gd name="T37" fmla="*/ 105 h 1615"/>
                  <a:gd name="T38" fmla="*/ 44 w 1460"/>
                  <a:gd name="T39" fmla="*/ 88 h 1615"/>
                  <a:gd name="T40" fmla="*/ 60 w 1460"/>
                  <a:gd name="T41" fmla="*/ 96 h 1615"/>
                  <a:gd name="T42" fmla="*/ 52 w 1460"/>
                  <a:gd name="T43" fmla="*/ 81 h 1615"/>
                  <a:gd name="T44" fmla="*/ 60 w 1460"/>
                  <a:gd name="T45" fmla="*/ 81 h 1615"/>
                  <a:gd name="T46" fmla="*/ 71 w 1460"/>
                  <a:gd name="T47" fmla="*/ 81 h 1615"/>
                  <a:gd name="T48" fmla="*/ 61 w 1460"/>
                  <a:gd name="T49" fmla="*/ 73 h 1615"/>
                  <a:gd name="T50" fmla="*/ 83 w 1460"/>
                  <a:gd name="T51" fmla="*/ 81 h 1615"/>
                  <a:gd name="T52" fmla="*/ 76 w 1460"/>
                  <a:gd name="T53" fmla="*/ 63 h 1615"/>
                  <a:gd name="T54" fmla="*/ 83 w 1460"/>
                  <a:gd name="T55" fmla="*/ 60 h 1615"/>
                  <a:gd name="T56" fmla="*/ 96 w 1460"/>
                  <a:gd name="T57" fmla="*/ 62 h 1615"/>
                  <a:gd name="T58" fmla="*/ 83 w 1460"/>
                  <a:gd name="T59" fmla="*/ 51 h 1615"/>
                  <a:gd name="T60" fmla="*/ 101 w 1460"/>
                  <a:gd name="T61" fmla="*/ 55 h 1615"/>
                  <a:gd name="T62" fmla="*/ 95 w 1460"/>
                  <a:gd name="T63" fmla="*/ 44 h 1615"/>
                  <a:gd name="T64" fmla="*/ 111 w 1460"/>
                  <a:gd name="T65" fmla="*/ 50 h 1615"/>
                  <a:gd name="T66" fmla="*/ 116 w 1460"/>
                  <a:gd name="T67" fmla="*/ 45 h 1615"/>
                  <a:gd name="T68" fmla="*/ 104 w 1460"/>
                  <a:gd name="T69" fmla="*/ 33 h 1615"/>
                  <a:gd name="T70" fmla="*/ 122 w 1460"/>
                  <a:gd name="T71" fmla="*/ 43 h 1615"/>
                  <a:gd name="T72" fmla="*/ 116 w 1460"/>
                  <a:gd name="T73" fmla="*/ 27 h 1615"/>
                  <a:gd name="T74" fmla="*/ 131 w 1460"/>
                  <a:gd name="T75" fmla="*/ 26 h 1615"/>
                  <a:gd name="T76" fmla="*/ 134 w 1460"/>
                  <a:gd name="T77" fmla="*/ 21 h 1615"/>
                  <a:gd name="T78" fmla="*/ 134 w 1460"/>
                  <a:gd name="T79" fmla="*/ 13 h 1615"/>
                  <a:gd name="T80" fmla="*/ 142 w 1460"/>
                  <a:gd name="T81" fmla="*/ 14 h 1615"/>
                  <a:gd name="T82" fmla="*/ 144 w 1460"/>
                  <a:gd name="T83" fmla="*/ 0 h 1615"/>
                  <a:gd name="T84" fmla="*/ 151 w 1460"/>
                  <a:gd name="T85" fmla="*/ 9 h 16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60" h="1615">
                    <a:moveTo>
                      <a:pt x="1460" y="90"/>
                    </a:moveTo>
                    <a:lnTo>
                      <a:pt x="1448" y="378"/>
                    </a:lnTo>
                    <a:lnTo>
                      <a:pt x="1436" y="432"/>
                    </a:lnTo>
                    <a:lnTo>
                      <a:pt x="1232" y="642"/>
                    </a:lnTo>
                    <a:lnTo>
                      <a:pt x="1147" y="708"/>
                    </a:lnTo>
                    <a:lnTo>
                      <a:pt x="1034" y="780"/>
                    </a:lnTo>
                    <a:lnTo>
                      <a:pt x="908" y="924"/>
                    </a:lnTo>
                    <a:lnTo>
                      <a:pt x="780" y="1032"/>
                    </a:lnTo>
                    <a:lnTo>
                      <a:pt x="715" y="1098"/>
                    </a:lnTo>
                    <a:lnTo>
                      <a:pt x="564" y="1248"/>
                    </a:lnTo>
                    <a:lnTo>
                      <a:pt x="462" y="1411"/>
                    </a:lnTo>
                    <a:lnTo>
                      <a:pt x="372" y="1566"/>
                    </a:lnTo>
                    <a:lnTo>
                      <a:pt x="312" y="1615"/>
                    </a:lnTo>
                    <a:lnTo>
                      <a:pt x="72" y="1602"/>
                    </a:lnTo>
                    <a:lnTo>
                      <a:pt x="12" y="1501"/>
                    </a:lnTo>
                    <a:lnTo>
                      <a:pt x="0" y="1489"/>
                    </a:lnTo>
                    <a:lnTo>
                      <a:pt x="60" y="1476"/>
                    </a:lnTo>
                    <a:lnTo>
                      <a:pt x="96" y="1476"/>
                    </a:lnTo>
                    <a:lnTo>
                      <a:pt x="138" y="1537"/>
                    </a:lnTo>
                    <a:lnTo>
                      <a:pt x="150" y="1548"/>
                    </a:lnTo>
                    <a:lnTo>
                      <a:pt x="174" y="1548"/>
                    </a:lnTo>
                    <a:lnTo>
                      <a:pt x="222" y="1489"/>
                    </a:lnTo>
                    <a:lnTo>
                      <a:pt x="222" y="1465"/>
                    </a:lnTo>
                    <a:lnTo>
                      <a:pt x="138" y="1399"/>
                    </a:lnTo>
                    <a:lnTo>
                      <a:pt x="114" y="1399"/>
                    </a:lnTo>
                    <a:lnTo>
                      <a:pt x="96" y="1375"/>
                    </a:lnTo>
                    <a:lnTo>
                      <a:pt x="126" y="1339"/>
                    </a:lnTo>
                    <a:lnTo>
                      <a:pt x="186" y="1339"/>
                    </a:lnTo>
                    <a:lnTo>
                      <a:pt x="300" y="1453"/>
                    </a:lnTo>
                    <a:lnTo>
                      <a:pt x="325" y="1453"/>
                    </a:lnTo>
                    <a:lnTo>
                      <a:pt x="325" y="1375"/>
                    </a:lnTo>
                    <a:lnTo>
                      <a:pt x="289" y="1314"/>
                    </a:lnTo>
                    <a:lnTo>
                      <a:pt x="210" y="1260"/>
                    </a:lnTo>
                    <a:lnTo>
                      <a:pt x="186" y="1260"/>
                    </a:lnTo>
                    <a:lnTo>
                      <a:pt x="162" y="1237"/>
                    </a:lnTo>
                    <a:lnTo>
                      <a:pt x="199" y="1201"/>
                    </a:lnTo>
                    <a:lnTo>
                      <a:pt x="289" y="1224"/>
                    </a:lnTo>
                    <a:lnTo>
                      <a:pt x="312" y="1248"/>
                    </a:lnTo>
                    <a:lnTo>
                      <a:pt x="325" y="1248"/>
                    </a:lnTo>
                    <a:lnTo>
                      <a:pt x="348" y="1224"/>
                    </a:lnTo>
                    <a:lnTo>
                      <a:pt x="312" y="1147"/>
                    </a:lnTo>
                    <a:lnTo>
                      <a:pt x="264" y="1111"/>
                    </a:lnTo>
                    <a:lnTo>
                      <a:pt x="235" y="1111"/>
                    </a:lnTo>
                    <a:lnTo>
                      <a:pt x="222" y="1098"/>
                    </a:lnTo>
                    <a:lnTo>
                      <a:pt x="222" y="1086"/>
                    </a:lnTo>
                    <a:lnTo>
                      <a:pt x="246" y="1062"/>
                    </a:lnTo>
                    <a:lnTo>
                      <a:pt x="325" y="1075"/>
                    </a:lnTo>
                    <a:lnTo>
                      <a:pt x="372" y="1111"/>
                    </a:lnTo>
                    <a:lnTo>
                      <a:pt x="402" y="1147"/>
                    </a:lnTo>
                    <a:lnTo>
                      <a:pt x="415" y="1147"/>
                    </a:lnTo>
                    <a:lnTo>
                      <a:pt x="415" y="1050"/>
                    </a:lnTo>
                    <a:lnTo>
                      <a:pt x="390" y="1021"/>
                    </a:lnTo>
                    <a:lnTo>
                      <a:pt x="325" y="973"/>
                    </a:lnTo>
                    <a:lnTo>
                      <a:pt x="325" y="960"/>
                    </a:lnTo>
                    <a:lnTo>
                      <a:pt x="372" y="948"/>
                    </a:lnTo>
                    <a:lnTo>
                      <a:pt x="402" y="948"/>
                    </a:lnTo>
                    <a:lnTo>
                      <a:pt x="487" y="1032"/>
                    </a:lnTo>
                    <a:lnTo>
                      <a:pt x="505" y="1009"/>
                    </a:lnTo>
                    <a:lnTo>
                      <a:pt x="487" y="924"/>
                    </a:lnTo>
                    <a:lnTo>
                      <a:pt x="426" y="870"/>
                    </a:lnTo>
                    <a:lnTo>
                      <a:pt x="426" y="858"/>
                    </a:lnTo>
                    <a:lnTo>
                      <a:pt x="499" y="858"/>
                    </a:lnTo>
                    <a:lnTo>
                      <a:pt x="577" y="948"/>
                    </a:lnTo>
                    <a:lnTo>
                      <a:pt x="600" y="948"/>
                    </a:lnTo>
                    <a:lnTo>
                      <a:pt x="600" y="894"/>
                    </a:lnTo>
                    <a:lnTo>
                      <a:pt x="505" y="798"/>
                    </a:lnTo>
                    <a:lnTo>
                      <a:pt x="499" y="798"/>
                    </a:lnTo>
                    <a:lnTo>
                      <a:pt x="499" y="780"/>
                    </a:lnTo>
                    <a:lnTo>
                      <a:pt x="577" y="793"/>
                    </a:lnTo>
                    <a:lnTo>
                      <a:pt x="679" y="883"/>
                    </a:lnTo>
                    <a:lnTo>
                      <a:pt x="703" y="858"/>
                    </a:lnTo>
                    <a:lnTo>
                      <a:pt x="690" y="798"/>
                    </a:lnTo>
                    <a:lnTo>
                      <a:pt x="625" y="732"/>
                    </a:lnTo>
                    <a:lnTo>
                      <a:pt x="600" y="732"/>
                    </a:lnTo>
                    <a:lnTo>
                      <a:pt x="589" y="721"/>
                    </a:lnTo>
                    <a:lnTo>
                      <a:pt x="589" y="696"/>
                    </a:lnTo>
                    <a:lnTo>
                      <a:pt x="715" y="696"/>
                    </a:lnTo>
                    <a:lnTo>
                      <a:pt x="805" y="793"/>
                    </a:lnTo>
                    <a:lnTo>
                      <a:pt x="818" y="793"/>
                    </a:lnTo>
                    <a:lnTo>
                      <a:pt x="818" y="696"/>
                    </a:lnTo>
                    <a:lnTo>
                      <a:pt x="739" y="618"/>
                    </a:lnTo>
                    <a:lnTo>
                      <a:pt x="726" y="618"/>
                    </a:lnTo>
                    <a:lnTo>
                      <a:pt x="726" y="594"/>
                    </a:lnTo>
                    <a:lnTo>
                      <a:pt x="805" y="594"/>
                    </a:lnTo>
                    <a:lnTo>
                      <a:pt x="919" y="672"/>
                    </a:lnTo>
                    <a:lnTo>
                      <a:pt x="931" y="672"/>
                    </a:lnTo>
                    <a:lnTo>
                      <a:pt x="931" y="606"/>
                    </a:lnTo>
                    <a:lnTo>
                      <a:pt x="854" y="528"/>
                    </a:lnTo>
                    <a:lnTo>
                      <a:pt x="829" y="528"/>
                    </a:lnTo>
                    <a:lnTo>
                      <a:pt x="805" y="504"/>
                    </a:lnTo>
                    <a:lnTo>
                      <a:pt x="919" y="504"/>
                    </a:lnTo>
                    <a:lnTo>
                      <a:pt x="967" y="546"/>
                    </a:lnTo>
                    <a:lnTo>
                      <a:pt x="980" y="546"/>
                    </a:lnTo>
                    <a:lnTo>
                      <a:pt x="991" y="534"/>
                    </a:lnTo>
                    <a:lnTo>
                      <a:pt x="991" y="504"/>
                    </a:lnTo>
                    <a:lnTo>
                      <a:pt x="919" y="432"/>
                    </a:lnTo>
                    <a:lnTo>
                      <a:pt x="919" y="408"/>
                    </a:lnTo>
                    <a:lnTo>
                      <a:pt x="991" y="420"/>
                    </a:lnTo>
                    <a:lnTo>
                      <a:pt x="1070" y="492"/>
                    </a:lnTo>
                    <a:lnTo>
                      <a:pt x="1106" y="528"/>
                    </a:lnTo>
                    <a:lnTo>
                      <a:pt x="1118" y="528"/>
                    </a:lnTo>
                    <a:lnTo>
                      <a:pt x="1118" y="444"/>
                    </a:lnTo>
                    <a:lnTo>
                      <a:pt x="1081" y="390"/>
                    </a:lnTo>
                    <a:lnTo>
                      <a:pt x="1009" y="354"/>
                    </a:lnTo>
                    <a:lnTo>
                      <a:pt x="1009" y="329"/>
                    </a:lnTo>
                    <a:lnTo>
                      <a:pt x="1106" y="329"/>
                    </a:lnTo>
                    <a:lnTo>
                      <a:pt x="1172" y="420"/>
                    </a:lnTo>
                    <a:lnTo>
                      <a:pt x="1183" y="420"/>
                    </a:lnTo>
                    <a:lnTo>
                      <a:pt x="1183" y="342"/>
                    </a:lnTo>
                    <a:lnTo>
                      <a:pt x="1118" y="288"/>
                    </a:lnTo>
                    <a:lnTo>
                      <a:pt x="1118" y="264"/>
                    </a:lnTo>
                    <a:lnTo>
                      <a:pt x="1208" y="275"/>
                    </a:lnTo>
                    <a:lnTo>
                      <a:pt x="1262" y="329"/>
                    </a:lnTo>
                    <a:lnTo>
                      <a:pt x="1262" y="252"/>
                    </a:lnTo>
                    <a:lnTo>
                      <a:pt x="1244" y="228"/>
                    </a:lnTo>
                    <a:lnTo>
                      <a:pt x="1244" y="192"/>
                    </a:lnTo>
                    <a:lnTo>
                      <a:pt x="1298" y="203"/>
                    </a:lnTo>
                    <a:lnTo>
                      <a:pt x="1334" y="239"/>
                    </a:lnTo>
                    <a:lnTo>
                      <a:pt x="1334" y="156"/>
                    </a:lnTo>
                    <a:lnTo>
                      <a:pt x="1298" y="126"/>
                    </a:lnTo>
                    <a:lnTo>
                      <a:pt x="1298" y="114"/>
                    </a:lnTo>
                    <a:lnTo>
                      <a:pt x="1345" y="114"/>
                    </a:lnTo>
                    <a:lnTo>
                      <a:pt x="1376" y="138"/>
                    </a:lnTo>
                    <a:lnTo>
                      <a:pt x="1399" y="114"/>
                    </a:lnTo>
                    <a:lnTo>
                      <a:pt x="1352" y="36"/>
                    </a:lnTo>
                    <a:lnTo>
                      <a:pt x="1388" y="0"/>
                    </a:lnTo>
                    <a:lnTo>
                      <a:pt x="1424" y="11"/>
                    </a:lnTo>
                    <a:lnTo>
                      <a:pt x="146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173">
                <a:extLst>
                  <a:ext uri="{FF2B5EF4-FFF2-40B4-BE49-F238E27FC236}">
                    <a16:creationId xmlns:a16="http://schemas.microsoft.com/office/drawing/2014/main" id="{AB5716FE-4A8F-41E6-85A8-495E68522A04}"/>
                  </a:ext>
                </a:extLst>
              </p:cNvPr>
              <p:cNvSpPr>
                <a:spLocks/>
              </p:cNvSpPr>
              <p:nvPr/>
            </p:nvSpPr>
            <p:spPr bwMode="auto">
              <a:xfrm>
                <a:off x="4215" y="3128"/>
                <a:ext cx="286" cy="58"/>
              </a:xfrm>
              <a:custGeom>
                <a:avLst/>
                <a:gdLst>
                  <a:gd name="T0" fmla="*/ 286 w 2776"/>
                  <a:gd name="T1" fmla="*/ 57 h 558"/>
                  <a:gd name="T2" fmla="*/ 286 w 2776"/>
                  <a:gd name="T3" fmla="*/ 58 h 558"/>
                  <a:gd name="T4" fmla="*/ 275 w 2776"/>
                  <a:gd name="T5" fmla="*/ 58 h 558"/>
                  <a:gd name="T6" fmla="*/ 181 w 2776"/>
                  <a:gd name="T7" fmla="*/ 43 h 558"/>
                  <a:gd name="T8" fmla="*/ 34 w 2776"/>
                  <a:gd name="T9" fmla="*/ 21 h 558"/>
                  <a:gd name="T10" fmla="*/ 0 w 2776"/>
                  <a:gd name="T11" fmla="*/ 14 h 558"/>
                  <a:gd name="T12" fmla="*/ 0 w 2776"/>
                  <a:gd name="T13" fmla="*/ 12 h 558"/>
                  <a:gd name="T14" fmla="*/ 23 w 2776"/>
                  <a:gd name="T15" fmla="*/ 12 h 558"/>
                  <a:gd name="T16" fmla="*/ 199 w 2776"/>
                  <a:gd name="T17" fmla="*/ 37 h 558"/>
                  <a:gd name="T18" fmla="*/ 275 w 2776"/>
                  <a:gd name="T19" fmla="*/ 47 h 558"/>
                  <a:gd name="T20" fmla="*/ 277 w 2776"/>
                  <a:gd name="T21" fmla="*/ 47 h 558"/>
                  <a:gd name="T22" fmla="*/ 279 w 2776"/>
                  <a:gd name="T23" fmla="*/ 44 h 558"/>
                  <a:gd name="T24" fmla="*/ 280 w 2776"/>
                  <a:gd name="T25" fmla="*/ 14 h 558"/>
                  <a:gd name="T26" fmla="*/ 283 w 2776"/>
                  <a:gd name="T27" fmla="*/ 0 h 558"/>
                  <a:gd name="T28" fmla="*/ 286 w 2776"/>
                  <a:gd name="T29" fmla="*/ 0 h 558"/>
                  <a:gd name="T30" fmla="*/ 286 w 2776"/>
                  <a:gd name="T31" fmla="*/ 57 h 558"/>
                  <a:gd name="T32" fmla="*/ 286 w 2776"/>
                  <a:gd name="T33" fmla="*/ 57 h 5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76" h="558">
                    <a:moveTo>
                      <a:pt x="2776" y="552"/>
                    </a:moveTo>
                    <a:lnTo>
                      <a:pt x="2776" y="558"/>
                    </a:lnTo>
                    <a:lnTo>
                      <a:pt x="2673" y="558"/>
                    </a:lnTo>
                    <a:lnTo>
                      <a:pt x="1754" y="414"/>
                    </a:lnTo>
                    <a:lnTo>
                      <a:pt x="331" y="204"/>
                    </a:lnTo>
                    <a:lnTo>
                      <a:pt x="0" y="138"/>
                    </a:lnTo>
                    <a:lnTo>
                      <a:pt x="0" y="114"/>
                    </a:lnTo>
                    <a:lnTo>
                      <a:pt x="228" y="114"/>
                    </a:lnTo>
                    <a:lnTo>
                      <a:pt x="1928" y="355"/>
                    </a:lnTo>
                    <a:lnTo>
                      <a:pt x="2673" y="450"/>
                    </a:lnTo>
                    <a:lnTo>
                      <a:pt x="2686" y="450"/>
                    </a:lnTo>
                    <a:lnTo>
                      <a:pt x="2704" y="427"/>
                    </a:lnTo>
                    <a:lnTo>
                      <a:pt x="2722" y="138"/>
                    </a:lnTo>
                    <a:lnTo>
                      <a:pt x="2751" y="0"/>
                    </a:lnTo>
                    <a:lnTo>
                      <a:pt x="2776" y="0"/>
                    </a:lnTo>
                    <a:lnTo>
                      <a:pt x="2776" y="5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174">
                <a:extLst>
                  <a:ext uri="{FF2B5EF4-FFF2-40B4-BE49-F238E27FC236}">
                    <a16:creationId xmlns:a16="http://schemas.microsoft.com/office/drawing/2014/main" id="{879308FF-78A8-4023-960F-3BE85F47CED2}"/>
                  </a:ext>
                </a:extLst>
              </p:cNvPr>
              <p:cNvSpPr>
                <a:spLocks/>
              </p:cNvSpPr>
              <p:nvPr/>
            </p:nvSpPr>
            <p:spPr bwMode="auto">
              <a:xfrm>
                <a:off x="3812" y="3161"/>
                <a:ext cx="613" cy="93"/>
              </a:xfrm>
              <a:custGeom>
                <a:avLst/>
                <a:gdLst>
                  <a:gd name="T0" fmla="*/ 542 w 5948"/>
                  <a:gd name="T1" fmla="*/ 78 h 918"/>
                  <a:gd name="T2" fmla="*/ 610 w 5948"/>
                  <a:gd name="T3" fmla="*/ 89 h 918"/>
                  <a:gd name="T4" fmla="*/ 613 w 5948"/>
                  <a:gd name="T5" fmla="*/ 90 h 918"/>
                  <a:gd name="T6" fmla="*/ 599 w 5948"/>
                  <a:gd name="T7" fmla="*/ 93 h 918"/>
                  <a:gd name="T8" fmla="*/ 514 w 5948"/>
                  <a:gd name="T9" fmla="*/ 92 h 918"/>
                  <a:gd name="T10" fmla="*/ 496 w 5948"/>
                  <a:gd name="T11" fmla="*/ 89 h 918"/>
                  <a:gd name="T12" fmla="*/ 476 w 5948"/>
                  <a:gd name="T13" fmla="*/ 86 h 918"/>
                  <a:gd name="T14" fmla="*/ 464 w 5948"/>
                  <a:gd name="T15" fmla="*/ 75 h 918"/>
                  <a:gd name="T16" fmla="*/ 452 w 5948"/>
                  <a:gd name="T17" fmla="*/ 75 h 918"/>
                  <a:gd name="T18" fmla="*/ 446 w 5948"/>
                  <a:gd name="T19" fmla="*/ 80 h 918"/>
                  <a:gd name="T20" fmla="*/ 405 w 5948"/>
                  <a:gd name="T21" fmla="*/ 76 h 918"/>
                  <a:gd name="T22" fmla="*/ 402 w 5948"/>
                  <a:gd name="T23" fmla="*/ 78 h 918"/>
                  <a:gd name="T24" fmla="*/ 402 w 5948"/>
                  <a:gd name="T25" fmla="*/ 90 h 918"/>
                  <a:gd name="T26" fmla="*/ 401 w 5948"/>
                  <a:gd name="T27" fmla="*/ 92 h 918"/>
                  <a:gd name="T28" fmla="*/ 397 w 5948"/>
                  <a:gd name="T29" fmla="*/ 92 h 918"/>
                  <a:gd name="T30" fmla="*/ 394 w 5948"/>
                  <a:gd name="T31" fmla="*/ 89 h 918"/>
                  <a:gd name="T32" fmla="*/ 394 w 5948"/>
                  <a:gd name="T33" fmla="*/ 72 h 918"/>
                  <a:gd name="T34" fmla="*/ 388 w 5948"/>
                  <a:gd name="T35" fmla="*/ 67 h 918"/>
                  <a:gd name="T36" fmla="*/ 379 w 5948"/>
                  <a:gd name="T37" fmla="*/ 72 h 918"/>
                  <a:gd name="T38" fmla="*/ 212 w 5948"/>
                  <a:gd name="T39" fmla="*/ 49 h 918"/>
                  <a:gd name="T40" fmla="*/ 210 w 5948"/>
                  <a:gd name="T41" fmla="*/ 51 h 918"/>
                  <a:gd name="T42" fmla="*/ 211 w 5948"/>
                  <a:gd name="T43" fmla="*/ 66 h 918"/>
                  <a:gd name="T44" fmla="*/ 215 w 5948"/>
                  <a:gd name="T45" fmla="*/ 70 h 918"/>
                  <a:gd name="T46" fmla="*/ 285 w 5948"/>
                  <a:gd name="T47" fmla="*/ 80 h 918"/>
                  <a:gd name="T48" fmla="*/ 336 w 5948"/>
                  <a:gd name="T49" fmla="*/ 86 h 918"/>
                  <a:gd name="T50" fmla="*/ 336 w 5948"/>
                  <a:gd name="T51" fmla="*/ 89 h 918"/>
                  <a:gd name="T52" fmla="*/ 220 w 5948"/>
                  <a:gd name="T53" fmla="*/ 89 h 918"/>
                  <a:gd name="T54" fmla="*/ 214 w 5948"/>
                  <a:gd name="T55" fmla="*/ 86 h 918"/>
                  <a:gd name="T56" fmla="*/ 194 w 5948"/>
                  <a:gd name="T57" fmla="*/ 85 h 918"/>
                  <a:gd name="T58" fmla="*/ 36 w 5948"/>
                  <a:gd name="T59" fmla="*/ 63 h 918"/>
                  <a:gd name="T60" fmla="*/ 29 w 5948"/>
                  <a:gd name="T61" fmla="*/ 60 h 918"/>
                  <a:gd name="T62" fmla="*/ 21 w 5948"/>
                  <a:gd name="T63" fmla="*/ 48 h 918"/>
                  <a:gd name="T64" fmla="*/ 16 w 5948"/>
                  <a:gd name="T65" fmla="*/ 47 h 918"/>
                  <a:gd name="T66" fmla="*/ 13 w 5948"/>
                  <a:gd name="T67" fmla="*/ 47 h 918"/>
                  <a:gd name="T68" fmla="*/ 11 w 5948"/>
                  <a:gd name="T69" fmla="*/ 44 h 918"/>
                  <a:gd name="T70" fmla="*/ 13 w 5948"/>
                  <a:gd name="T71" fmla="*/ 42 h 918"/>
                  <a:gd name="T72" fmla="*/ 190 w 5948"/>
                  <a:gd name="T73" fmla="*/ 66 h 918"/>
                  <a:gd name="T74" fmla="*/ 196 w 5948"/>
                  <a:gd name="T75" fmla="*/ 72 h 918"/>
                  <a:gd name="T76" fmla="*/ 201 w 5948"/>
                  <a:gd name="T77" fmla="*/ 72 h 918"/>
                  <a:gd name="T78" fmla="*/ 204 w 5948"/>
                  <a:gd name="T79" fmla="*/ 69 h 918"/>
                  <a:gd name="T80" fmla="*/ 202 w 5948"/>
                  <a:gd name="T81" fmla="*/ 42 h 918"/>
                  <a:gd name="T82" fmla="*/ 198 w 5948"/>
                  <a:gd name="T83" fmla="*/ 39 h 918"/>
                  <a:gd name="T84" fmla="*/ 188 w 5948"/>
                  <a:gd name="T85" fmla="*/ 43 h 918"/>
                  <a:gd name="T86" fmla="*/ 27 w 5948"/>
                  <a:gd name="T87" fmla="*/ 20 h 918"/>
                  <a:gd name="T88" fmla="*/ 11 w 5948"/>
                  <a:gd name="T89" fmla="*/ 15 h 918"/>
                  <a:gd name="T90" fmla="*/ 0 w 5948"/>
                  <a:gd name="T91" fmla="*/ 7 h 918"/>
                  <a:gd name="T92" fmla="*/ 0 w 5948"/>
                  <a:gd name="T93" fmla="*/ 0 h 918"/>
                  <a:gd name="T94" fmla="*/ 220 w 5948"/>
                  <a:gd name="T95" fmla="*/ 30 h 918"/>
                  <a:gd name="T96" fmla="*/ 542 w 5948"/>
                  <a:gd name="T97" fmla="*/ 78 h 918"/>
                  <a:gd name="T98" fmla="*/ 542 w 5948"/>
                  <a:gd name="T99" fmla="*/ 78 h 9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948" h="918">
                    <a:moveTo>
                      <a:pt x="5257" y="768"/>
                    </a:moveTo>
                    <a:lnTo>
                      <a:pt x="5923" y="876"/>
                    </a:lnTo>
                    <a:lnTo>
                      <a:pt x="5948" y="893"/>
                    </a:lnTo>
                    <a:lnTo>
                      <a:pt x="5809" y="918"/>
                    </a:lnTo>
                    <a:lnTo>
                      <a:pt x="4986" y="906"/>
                    </a:lnTo>
                    <a:lnTo>
                      <a:pt x="4812" y="876"/>
                    </a:lnTo>
                    <a:lnTo>
                      <a:pt x="4620" y="852"/>
                    </a:lnTo>
                    <a:lnTo>
                      <a:pt x="4505" y="737"/>
                    </a:lnTo>
                    <a:lnTo>
                      <a:pt x="4385" y="737"/>
                    </a:lnTo>
                    <a:lnTo>
                      <a:pt x="4331" y="791"/>
                    </a:lnTo>
                    <a:lnTo>
                      <a:pt x="3929" y="750"/>
                    </a:lnTo>
                    <a:lnTo>
                      <a:pt x="3905" y="768"/>
                    </a:lnTo>
                    <a:lnTo>
                      <a:pt x="3905" y="893"/>
                    </a:lnTo>
                    <a:lnTo>
                      <a:pt x="3887" y="906"/>
                    </a:lnTo>
                    <a:lnTo>
                      <a:pt x="3851" y="906"/>
                    </a:lnTo>
                    <a:lnTo>
                      <a:pt x="3827" y="882"/>
                    </a:lnTo>
                    <a:lnTo>
                      <a:pt x="3827" y="714"/>
                    </a:lnTo>
                    <a:lnTo>
                      <a:pt x="3766" y="665"/>
                    </a:lnTo>
                    <a:lnTo>
                      <a:pt x="3676" y="714"/>
                    </a:lnTo>
                    <a:lnTo>
                      <a:pt x="2061" y="485"/>
                    </a:lnTo>
                    <a:lnTo>
                      <a:pt x="2036" y="503"/>
                    </a:lnTo>
                    <a:lnTo>
                      <a:pt x="2048" y="654"/>
                    </a:lnTo>
                    <a:lnTo>
                      <a:pt x="2084" y="690"/>
                    </a:lnTo>
                    <a:lnTo>
                      <a:pt x="2770" y="791"/>
                    </a:lnTo>
                    <a:lnTo>
                      <a:pt x="3256" y="852"/>
                    </a:lnTo>
                    <a:lnTo>
                      <a:pt x="3256" y="876"/>
                    </a:lnTo>
                    <a:lnTo>
                      <a:pt x="2133" y="876"/>
                    </a:lnTo>
                    <a:lnTo>
                      <a:pt x="2072" y="852"/>
                    </a:lnTo>
                    <a:lnTo>
                      <a:pt x="1886" y="840"/>
                    </a:lnTo>
                    <a:lnTo>
                      <a:pt x="354" y="624"/>
                    </a:lnTo>
                    <a:lnTo>
                      <a:pt x="282" y="588"/>
                    </a:lnTo>
                    <a:lnTo>
                      <a:pt x="204" y="473"/>
                    </a:lnTo>
                    <a:lnTo>
                      <a:pt x="156" y="462"/>
                    </a:lnTo>
                    <a:lnTo>
                      <a:pt x="126" y="462"/>
                    </a:lnTo>
                    <a:lnTo>
                      <a:pt x="102" y="437"/>
                    </a:lnTo>
                    <a:lnTo>
                      <a:pt x="126" y="413"/>
                    </a:lnTo>
                    <a:lnTo>
                      <a:pt x="1845" y="654"/>
                    </a:lnTo>
                    <a:lnTo>
                      <a:pt x="1899" y="714"/>
                    </a:lnTo>
                    <a:lnTo>
                      <a:pt x="1946" y="714"/>
                    </a:lnTo>
                    <a:lnTo>
                      <a:pt x="1982" y="678"/>
                    </a:lnTo>
                    <a:lnTo>
                      <a:pt x="1958" y="413"/>
                    </a:lnTo>
                    <a:lnTo>
                      <a:pt x="1922" y="383"/>
                    </a:lnTo>
                    <a:lnTo>
                      <a:pt x="1820" y="426"/>
                    </a:lnTo>
                    <a:lnTo>
                      <a:pt x="258" y="198"/>
                    </a:lnTo>
                    <a:lnTo>
                      <a:pt x="102" y="149"/>
                    </a:lnTo>
                    <a:lnTo>
                      <a:pt x="0" y="72"/>
                    </a:lnTo>
                    <a:lnTo>
                      <a:pt x="0" y="0"/>
                    </a:lnTo>
                    <a:lnTo>
                      <a:pt x="2138" y="300"/>
                    </a:lnTo>
                    <a:lnTo>
                      <a:pt x="5257" y="7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175">
                <a:extLst>
                  <a:ext uri="{FF2B5EF4-FFF2-40B4-BE49-F238E27FC236}">
                    <a16:creationId xmlns:a16="http://schemas.microsoft.com/office/drawing/2014/main" id="{547D1C83-A822-4B59-B491-7BAC7B054529}"/>
                  </a:ext>
                </a:extLst>
              </p:cNvPr>
              <p:cNvSpPr>
                <a:spLocks/>
              </p:cNvSpPr>
              <p:nvPr/>
            </p:nvSpPr>
            <p:spPr bwMode="auto">
              <a:xfrm>
                <a:off x="3456" y="3237"/>
                <a:ext cx="98" cy="288"/>
              </a:xfrm>
              <a:custGeom>
                <a:avLst/>
                <a:gdLst>
                  <a:gd name="T0" fmla="*/ 98 w 955"/>
                  <a:gd name="T1" fmla="*/ 1 h 2840"/>
                  <a:gd name="T2" fmla="*/ 98 w 955"/>
                  <a:gd name="T3" fmla="*/ 2 h 2840"/>
                  <a:gd name="T4" fmla="*/ 78 w 955"/>
                  <a:gd name="T5" fmla="*/ 7 h 2840"/>
                  <a:gd name="T6" fmla="*/ 68 w 955"/>
                  <a:gd name="T7" fmla="*/ 19 h 2840"/>
                  <a:gd name="T8" fmla="*/ 56 w 955"/>
                  <a:gd name="T9" fmla="*/ 52 h 2840"/>
                  <a:gd name="T10" fmla="*/ 51 w 955"/>
                  <a:gd name="T11" fmla="*/ 74 h 2840"/>
                  <a:gd name="T12" fmla="*/ 48 w 955"/>
                  <a:gd name="T13" fmla="*/ 86 h 2840"/>
                  <a:gd name="T14" fmla="*/ 44 w 955"/>
                  <a:gd name="T15" fmla="*/ 105 h 2840"/>
                  <a:gd name="T16" fmla="*/ 23 w 955"/>
                  <a:gd name="T17" fmla="*/ 197 h 2840"/>
                  <a:gd name="T18" fmla="*/ 17 w 955"/>
                  <a:gd name="T19" fmla="*/ 224 h 2840"/>
                  <a:gd name="T20" fmla="*/ 10 w 955"/>
                  <a:gd name="T21" fmla="*/ 253 h 2840"/>
                  <a:gd name="T22" fmla="*/ 1 w 955"/>
                  <a:gd name="T23" fmla="*/ 285 h 2840"/>
                  <a:gd name="T24" fmla="*/ 0 w 955"/>
                  <a:gd name="T25" fmla="*/ 287 h 2840"/>
                  <a:gd name="T26" fmla="*/ 1 w 955"/>
                  <a:gd name="T27" fmla="*/ 287 h 2840"/>
                  <a:gd name="T28" fmla="*/ 1 w 955"/>
                  <a:gd name="T29" fmla="*/ 288 h 2840"/>
                  <a:gd name="T30" fmla="*/ 0 w 955"/>
                  <a:gd name="T31" fmla="*/ 288 h 2840"/>
                  <a:gd name="T32" fmla="*/ 0 w 955"/>
                  <a:gd name="T33" fmla="*/ 274 h 2840"/>
                  <a:gd name="T34" fmla="*/ 10 w 955"/>
                  <a:gd name="T35" fmla="*/ 237 h 2840"/>
                  <a:gd name="T36" fmla="*/ 54 w 955"/>
                  <a:gd name="T37" fmla="*/ 46 h 2840"/>
                  <a:gd name="T38" fmla="*/ 66 w 955"/>
                  <a:gd name="T39" fmla="*/ 13 h 2840"/>
                  <a:gd name="T40" fmla="*/ 77 w 955"/>
                  <a:gd name="T41" fmla="*/ 2 h 2840"/>
                  <a:gd name="T42" fmla="*/ 87 w 955"/>
                  <a:gd name="T43" fmla="*/ 0 h 2840"/>
                  <a:gd name="T44" fmla="*/ 97 w 955"/>
                  <a:gd name="T45" fmla="*/ 1 h 2840"/>
                  <a:gd name="T46" fmla="*/ 98 w 955"/>
                  <a:gd name="T47" fmla="*/ 1 h 2840"/>
                  <a:gd name="T48" fmla="*/ 98 w 955"/>
                  <a:gd name="T49" fmla="*/ 1 h 28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55" h="2840">
                    <a:moveTo>
                      <a:pt x="955" y="5"/>
                    </a:moveTo>
                    <a:lnTo>
                      <a:pt x="955" y="18"/>
                    </a:lnTo>
                    <a:lnTo>
                      <a:pt x="763" y="66"/>
                    </a:lnTo>
                    <a:lnTo>
                      <a:pt x="660" y="192"/>
                    </a:lnTo>
                    <a:lnTo>
                      <a:pt x="546" y="516"/>
                    </a:lnTo>
                    <a:lnTo>
                      <a:pt x="498" y="733"/>
                    </a:lnTo>
                    <a:lnTo>
                      <a:pt x="468" y="846"/>
                    </a:lnTo>
                    <a:lnTo>
                      <a:pt x="432" y="1033"/>
                    </a:lnTo>
                    <a:lnTo>
                      <a:pt x="222" y="1945"/>
                    </a:lnTo>
                    <a:lnTo>
                      <a:pt x="168" y="2209"/>
                    </a:lnTo>
                    <a:lnTo>
                      <a:pt x="101" y="2497"/>
                    </a:lnTo>
                    <a:lnTo>
                      <a:pt x="6" y="2815"/>
                    </a:lnTo>
                    <a:lnTo>
                      <a:pt x="0" y="2827"/>
                    </a:lnTo>
                    <a:lnTo>
                      <a:pt x="6" y="2827"/>
                    </a:lnTo>
                    <a:lnTo>
                      <a:pt x="6" y="2840"/>
                    </a:lnTo>
                    <a:lnTo>
                      <a:pt x="0" y="2840"/>
                    </a:lnTo>
                    <a:lnTo>
                      <a:pt x="0" y="2701"/>
                    </a:lnTo>
                    <a:lnTo>
                      <a:pt x="101" y="2335"/>
                    </a:lnTo>
                    <a:lnTo>
                      <a:pt x="522" y="456"/>
                    </a:lnTo>
                    <a:lnTo>
                      <a:pt x="648" y="126"/>
                    </a:lnTo>
                    <a:lnTo>
                      <a:pt x="750" y="18"/>
                    </a:lnTo>
                    <a:lnTo>
                      <a:pt x="846" y="0"/>
                    </a:lnTo>
                    <a:lnTo>
                      <a:pt x="948" y="5"/>
                    </a:lnTo>
                    <a:lnTo>
                      <a:pt x="955"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176">
                <a:extLst>
                  <a:ext uri="{FF2B5EF4-FFF2-40B4-BE49-F238E27FC236}">
                    <a16:creationId xmlns:a16="http://schemas.microsoft.com/office/drawing/2014/main" id="{28986CF3-EF80-42BF-88A8-CCCE78EE0599}"/>
                  </a:ext>
                </a:extLst>
              </p:cNvPr>
              <p:cNvSpPr>
                <a:spLocks/>
              </p:cNvSpPr>
              <p:nvPr/>
            </p:nvSpPr>
            <p:spPr bwMode="auto">
              <a:xfrm>
                <a:off x="3561" y="3292"/>
                <a:ext cx="47" cy="43"/>
              </a:xfrm>
              <a:custGeom>
                <a:avLst/>
                <a:gdLst>
                  <a:gd name="T0" fmla="*/ 45 w 468"/>
                  <a:gd name="T1" fmla="*/ 9 h 414"/>
                  <a:gd name="T2" fmla="*/ 47 w 468"/>
                  <a:gd name="T3" fmla="*/ 11 h 414"/>
                  <a:gd name="T4" fmla="*/ 44 w 468"/>
                  <a:gd name="T5" fmla="*/ 39 h 414"/>
                  <a:gd name="T6" fmla="*/ 40 w 468"/>
                  <a:gd name="T7" fmla="*/ 43 h 414"/>
                  <a:gd name="T8" fmla="*/ 1 w 468"/>
                  <a:gd name="T9" fmla="*/ 43 h 414"/>
                  <a:gd name="T10" fmla="*/ 0 w 468"/>
                  <a:gd name="T11" fmla="*/ 42 h 414"/>
                  <a:gd name="T12" fmla="*/ 5 w 468"/>
                  <a:gd name="T13" fmla="*/ 30 h 414"/>
                  <a:gd name="T14" fmla="*/ 7 w 468"/>
                  <a:gd name="T15" fmla="*/ 21 h 414"/>
                  <a:gd name="T16" fmla="*/ 28 w 468"/>
                  <a:gd name="T17" fmla="*/ 18 h 414"/>
                  <a:gd name="T18" fmla="*/ 31 w 468"/>
                  <a:gd name="T19" fmla="*/ 14 h 414"/>
                  <a:gd name="T20" fmla="*/ 33 w 468"/>
                  <a:gd name="T21" fmla="*/ 2 h 414"/>
                  <a:gd name="T22" fmla="*/ 36 w 468"/>
                  <a:gd name="T23" fmla="*/ 0 h 414"/>
                  <a:gd name="T24" fmla="*/ 44 w 468"/>
                  <a:gd name="T25" fmla="*/ 9 h 414"/>
                  <a:gd name="T26" fmla="*/ 45 w 468"/>
                  <a:gd name="T27" fmla="*/ 9 h 414"/>
                  <a:gd name="T28" fmla="*/ 45 w 468"/>
                  <a:gd name="T29" fmla="*/ 9 h 4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8" h="414">
                    <a:moveTo>
                      <a:pt x="450" y="84"/>
                    </a:moveTo>
                    <a:lnTo>
                      <a:pt x="468" y="102"/>
                    </a:lnTo>
                    <a:lnTo>
                      <a:pt x="439" y="378"/>
                    </a:lnTo>
                    <a:lnTo>
                      <a:pt x="403" y="414"/>
                    </a:lnTo>
                    <a:lnTo>
                      <a:pt x="12" y="414"/>
                    </a:lnTo>
                    <a:lnTo>
                      <a:pt x="0" y="403"/>
                    </a:lnTo>
                    <a:lnTo>
                      <a:pt x="48" y="288"/>
                    </a:lnTo>
                    <a:lnTo>
                      <a:pt x="72" y="198"/>
                    </a:lnTo>
                    <a:lnTo>
                      <a:pt x="277" y="174"/>
                    </a:lnTo>
                    <a:lnTo>
                      <a:pt x="313" y="138"/>
                    </a:lnTo>
                    <a:lnTo>
                      <a:pt x="331" y="24"/>
                    </a:lnTo>
                    <a:lnTo>
                      <a:pt x="354" y="0"/>
                    </a:lnTo>
                    <a:lnTo>
                      <a:pt x="439" y="84"/>
                    </a:lnTo>
                    <a:lnTo>
                      <a:pt x="45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Freeform 177">
                <a:extLst>
                  <a:ext uri="{FF2B5EF4-FFF2-40B4-BE49-F238E27FC236}">
                    <a16:creationId xmlns:a16="http://schemas.microsoft.com/office/drawing/2014/main" id="{9494B5D5-A251-46B7-B1AA-CB068E66D749}"/>
                  </a:ext>
                </a:extLst>
              </p:cNvPr>
              <p:cNvSpPr>
                <a:spLocks/>
              </p:cNvSpPr>
              <p:nvPr/>
            </p:nvSpPr>
            <p:spPr bwMode="auto">
              <a:xfrm>
                <a:off x="4028" y="3294"/>
                <a:ext cx="178" cy="49"/>
              </a:xfrm>
              <a:custGeom>
                <a:avLst/>
                <a:gdLst>
                  <a:gd name="T0" fmla="*/ 49 w 1743"/>
                  <a:gd name="T1" fmla="*/ 8 h 493"/>
                  <a:gd name="T2" fmla="*/ 45 w 1743"/>
                  <a:gd name="T3" fmla="*/ 35 h 493"/>
                  <a:gd name="T4" fmla="*/ 44 w 1743"/>
                  <a:gd name="T5" fmla="*/ 36 h 493"/>
                  <a:gd name="T6" fmla="*/ 44 w 1743"/>
                  <a:gd name="T7" fmla="*/ 38 h 493"/>
                  <a:gd name="T8" fmla="*/ 48 w 1743"/>
                  <a:gd name="T9" fmla="*/ 41 h 493"/>
                  <a:gd name="T10" fmla="*/ 53 w 1743"/>
                  <a:gd name="T11" fmla="*/ 35 h 493"/>
                  <a:gd name="T12" fmla="*/ 54 w 1743"/>
                  <a:gd name="T13" fmla="*/ 24 h 493"/>
                  <a:gd name="T14" fmla="*/ 61 w 1743"/>
                  <a:gd name="T15" fmla="*/ 21 h 493"/>
                  <a:gd name="T16" fmla="*/ 75 w 1743"/>
                  <a:gd name="T17" fmla="*/ 21 h 493"/>
                  <a:gd name="T18" fmla="*/ 79 w 1743"/>
                  <a:gd name="T19" fmla="*/ 17 h 493"/>
                  <a:gd name="T20" fmla="*/ 81 w 1743"/>
                  <a:gd name="T21" fmla="*/ 5 h 493"/>
                  <a:gd name="T22" fmla="*/ 82 w 1743"/>
                  <a:gd name="T23" fmla="*/ 5 h 493"/>
                  <a:gd name="T24" fmla="*/ 83 w 1743"/>
                  <a:gd name="T25" fmla="*/ 4 h 493"/>
                  <a:gd name="T26" fmla="*/ 93 w 1743"/>
                  <a:gd name="T27" fmla="*/ 10 h 493"/>
                  <a:gd name="T28" fmla="*/ 93 w 1743"/>
                  <a:gd name="T29" fmla="*/ 27 h 493"/>
                  <a:gd name="T30" fmla="*/ 95 w 1743"/>
                  <a:gd name="T31" fmla="*/ 30 h 493"/>
                  <a:gd name="T32" fmla="*/ 103 w 1743"/>
                  <a:gd name="T33" fmla="*/ 22 h 493"/>
                  <a:gd name="T34" fmla="*/ 118 w 1743"/>
                  <a:gd name="T35" fmla="*/ 22 h 493"/>
                  <a:gd name="T36" fmla="*/ 120 w 1743"/>
                  <a:gd name="T37" fmla="*/ 18 h 493"/>
                  <a:gd name="T38" fmla="*/ 123 w 1743"/>
                  <a:gd name="T39" fmla="*/ 5 h 493"/>
                  <a:gd name="T40" fmla="*/ 124 w 1743"/>
                  <a:gd name="T41" fmla="*/ 4 h 493"/>
                  <a:gd name="T42" fmla="*/ 133 w 1743"/>
                  <a:gd name="T43" fmla="*/ 8 h 493"/>
                  <a:gd name="T44" fmla="*/ 133 w 1743"/>
                  <a:gd name="T45" fmla="*/ 21 h 493"/>
                  <a:gd name="T46" fmla="*/ 132 w 1743"/>
                  <a:gd name="T47" fmla="*/ 35 h 493"/>
                  <a:gd name="T48" fmla="*/ 132 w 1743"/>
                  <a:gd name="T49" fmla="*/ 35 h 493"/>
                  <a:gd name="T50" fmla="*/ 133 w 1743"/>
                  <a:gd name="T51" fmla="*/ 36 h 493"/>
                  <a:gd name="T52" fmla="*/ 134 w 1743"/>
                  <a:gd name="T53" fmla="*/ 36 h 493"/>
                  <a:gd name="T54" fmla="*/ 142 w 1743"/>
                  <a:gd name="T55" fmla="*/ 25 h 493"/>
                  <a:gd name="T56" fmla="*/ 161 w 1743"/>
                  <a:gd name="T57" fmla="*/ 23 h 493"/>
                  <a:gd name="T58" fmla="*/ 165 w 1743"/>
                  <a:gd name="T59" fmla="*/ 16 h 493"/>
                  <a:gd name="T60" fmla="*/ 166 w 1743"/>
                  <a:gd name="T61" fmla="*/ 8 h 493"/>
                  <a:gd name="T62" fmla="*/ 166 w 1743"/>
                  <a:gd name="T63" fmla="*/ 6 h 493"/>
                  <a:gd name="T64" fmla="*/ 173 w 1743"/>
                  <a:gd name="T65" fmla="*/ 9 h 493"/>
                  <a:gd name="T66" fmla="*/ 178 w 1743"/>
                  <a:gd name="T67" fmla="*/ 14 h 493"/>
                  <a:gd name="T68" fmla="*/ 175 w 1743"/>
                  <a:gd name="T69" fmla="*/ 47 h 493"/>
                  <a:gd name="T70" fmla="*/ 173 w 1743"/>
                  <a:gd name="T71" fmla="*/ 49 h 493"/>
                  <a:gd name="T72" fmla="*/ 3 w 1743"/>
                  <a:gd name="T73" fmla="*/ 48 h 493"/>
                  <a:gd name="T74" fmla="*/ 0 w 1743"/>
                  <a:gd name="T75" fmla="*/ 46 h 493"/>
                  <a:gd name="T76" fmla="*/ 7 w 1743"/>
                  <a:gd name="T77" fmla="*/ 41 h 493"/>
                  <a:gd name="T78" fmla="*/ 9 w 1743"/>
                  <a:gd name="T79" fmla="*/ 27 h 493"/>
                  <a:gd name="T80" fmla="*/ 12 w 1743"/>
                  <a:gd name="T81" fmla="*/ 23 h 493"/>
                  <a:gd name="T82" fmla="*/ 31 w 1743"/>
                  <a:gd name="T83" fmla="*/ 19 h 493"/>
                  <a:gd name="T84" fmla="*/ 36 w 1743"/>
                  <a:gd name="T85" fmla="*/ 14 h 493"/>
                  <a:gd name="T86" fmla="*/ 36 w 1743"/>
                  <a:gd name="T87" fmla="*/ 2 h 493"/>
                  <a:gd name="T88" fmla="*/ 39 w 1743"/>
                  <a:gd name="T89" fmla="*/ 0 h 493"/>
                  <a:gd name="T90" fmla="*/ 43 w 1743"/>
                  <a:gd name="T91" fmla="*/ 6 h 493"/>
                  <a:gd name="T92" fmla="*/ 49 w 1743"/>
                  <a:gd name="T93" fmla="*/ 8 h 493"/>
                  <a:gd name="T94" fmla="*/ 49 w 1743"/>
                  <a:gd name="T95" fmla="*/ 8 h 49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43" h="493">
                    <a:moveTo>
                      <a:pt x="481" y="84"/>
                    </a:moveTo>
                    <a:lnTo>
                      <a:pt x="445" y="355"/>
                    </a:lnTo>
                    <a:lnTo>
                      <a:pt x="433" y="366"/>
                    </a:lnTo>
                    <a:lnTo>
                      <a:pt x="433" y="378"/>
                    </a:lnTo>
                    <a:lnTo>
                      <a:pt x="469" y="414"/>
                    </a:lnTo>
                    <a:lnTo>
                      <a:pt x="517" y="348"/>
                    </a:lnTo>
                    <a:lnTo>
                      <a:pt x="529" y="240"/>
                    </a:lnTo>
                    <a:lnTo>
                      <a:pt x="595" y="211"/>
                    </a:lnTo>
                    <a:lnTo>
                      <a:pt x="734" y="211"/>
                    </a:lnTo>
                    <a:lnTo>
                      <a:pt x="770" y="175"/>
                    </a:lnTo>
                    <a:lnTo>
                      <a:pt x="794" y="48"/>
                    </a:lnTo>
                    <a:lnTo>
                      <a:pt x="799" y="48"/>
                    </a:lnTo>
                    <a:lnTo>
                      <a:pt x="812" y="36"/>
                    </a:lnTo>
                    <a:lnTo>
                      <a:pt x="907" y="102"/>
                    </a:lnTo>
                    <a:lnTo>
                      <a:pt x="907" y="276"/>
                    </a:lnTo>
                    <a:lnTo>
                      <a:pt x="926" y="301"/>
                    </a:lnTo>
                    <a:lnTo>
                      <a:pt x="1010" y="222"/>
                    </a:lnTo>
                    <a:lnTo>
                      <a:pt x="1160" y="222"/>
                    </a:lnTo>
                    <a:lnTo>
                      <a:pt x="1178" y="186"/>
                    </a:lnTo>
                    <a:lnTo>
                      <a:pt x="1202" y="48"/>
                    </a:lnTo>
                    <a:lnTo>
                      <a:pt x="1214" y="36"/>
                    </a:lnTo>
                    <a:lnTo>
                      <a:pt x="1304" y="84"/>
                    </a:lnTo>
                    <a:lnTo>
                      <a:pt x="1304" y="211"/>
                    </a:lnTo>
                    <a:lnTo>
                      <a:pt x="1292" y="348"/>
                    </a:lnTo>
                    <a:lnTo>
                      <a:pt x="1292" y="355"/>
                    </a:lnTo>
                    <a:lnTo>
                      <a:pt x="1304" y="366"/>
                    </a:lnTo>
                    <a:lnTo>
                      <a:pt x="1317" y="366"/>
                    </a:lnTo>
                    <a:lnTo>
                      <a:pt x="1389" y="252"/>
                    </a:lnTo>
                    <a:lnTo>
                      <a:pt x="1581" y="229"/>
                    </a:lnTo>
                    <a:lnTo>
                      <a:pt x="1617" y="162"/>
                    </a:lnTo>
                    <a:lnTo>
                      <a:pt x="1628" y="84"/>
                    </a:lnTo>
                    <a:lnTo>
                      <a:pt x="1628" y="60"/>
                    </a:lnTo>
                    <a:lnTo>
                      <a:pt x="1695" y="90"/>
                    </a:lnTo>
                    <a:lnTo>
                      <a:pt x="1743" y="139"/>
                    </a:lnTo>
                    <a:lnTo>
                      <a:pt x="1718" y="475"/>
                    </a:lnTo>
                    <a:lnTo>
                      <a:pt x="1695" y="493"/>
                    </a:lnTo>
                    <a:lnTo>
                      <a:pt x="25" y="480"/>
                    </a:lnTo>
                    <a:lnTo>
                      <a:pt x="0" y="462"/>
                    </a:lnTo>
                    <a:lnTo>
                      <a:pt x="67" y="414"/>
                    </a:lnTo>
                    <a:lnTo>
                      <a:pt x="90" y="276"/>
                    </a:lnTo>
                    <a:lnTo>
                      <a:pt x="115" y="229"/>
                    </a:lnTo>
                    <a:lnTo>
                      <a:pt x="307" y="193"/>
                    </a:lnTo>
                    <a:lnTo>
                      <a:pt x="355" y="139"/>
                    </a:lnTo>
                    <a:lnTo>
                      <a:pt x="355" y="24"/>
                    </a:lnTo>
                    <a:lnTo>
                      <a:pt x="379" y="0"/>
                    </a:lnTo>
                    <a:lnTo>
                      <a:pt x="421" y="60"/>
                    </a:lnTo>
                    <a:lnTo>
                      <a:pt x="4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Freeform 178">
                <a:extLst>
                  <a:ext uri="{FF2B5EF4-FFF2-40B4-BE49-F238E27FC236}">
                    <a16:creationId xmlns:a16="http://schemas.microsoft.com/office/drawing/2014/main" id="{7C8C52B7-9E12-4812-8479-9F075A3C355A}"/>
                  </a:ext>
                </a:extLst>
              </p:cNvPr>
              <p:cNvSpPr>
                <a:spLocks/>
              </p:cNvSpPr>
              <p:nvPr/>
            </p:nvSpPr>
            <p:spPr bwMode="auto">
              <a:xfrm>
                <a:off x="3642" y="3294"/>
                <a:ext cx="178" cy="47"/>
              </a:xfrm>
              <a:custGeom>
                <a:avLst/>
                <a:gdLst>
                  <a:gd name="T0" fmla="*/ 135 w 1730"/>
                  <a:gd name="T1" fmla="*/ 5 h 450"/>
                  <a:gd name="T2" fmla="*/ 135 w 1730"/>
                  <a:gd name="T3" fmla="*/ 13 h 450"/>
                  <a:gd name="T4" fmla="*/ 132 w 1730"/>
                  <a:gd name="T5" fmla="*/ 25 h 450"/>
                  <a:gd name="T6" fmla="*/ 132 w 1730"/>
                  <a:gd name="T7" fmla="*/ 37 h 450"/>
                  <a:gd name="T8" fmla="*/ 134 w 1730"/>
                  <a:gd name="T9" fmla="*/ 40 h 450"/>
                  <a:gd name="T10" fmla="*/ 159 w 1730"/>
                  <a:gd name="T11" fmla="*/ 41 h 450"/>
                  <a:gd name="T12" fmla="*/ 163 w 1730"/>
                  <a:gd name="T13" fmla="*/ 41 h 450"/>
                  <a:gd name="T14" fmla="*/ 166 w 1730"/>
                  <a:gd name="T15" fmla="*/ 37 h 450"/>
                  <a:gd name="T16" fmla="*/ 164 w 1730"/>
                  <a:gd name="T17" fmla="*/ 23 h 450"/>
                  <a:gd name="T18" fmla="*/ 168 w 1730"/>
                  <a:gd name="T19" fmla="*/ 5 h 450"/>
                  <a:gd name="T20" fmla="*/ 178 w 1730"/>
                  <a:gd name="T21" fmla="*/ 8 h 450"/>
                  <a:gd name="T22" fmla="*/ 178 w 1730"/>
                  <a:gd name="T23" fmla="*/ 24 h 450"/>
                  <a:gd name="T24" fmla="*/ 172 w 1730"/>
                  <a:gd name="T25" fmla="*/ 43 h 450"/>
                  <a:gd name="T26" fmla="*/ 169 w 1730"/>
                  <a:gd name="T27" fmla="*/ 47 h 450"/>
                  <a:gd name="T28" fmla="*/ 43 w 1730"/>
                  <a:gd name="T29" fmla="*/ 43 h 450"/>
                  <a:gd name="T30" fmla="*/ 2 w 1730"/>
                  <a:gd name="T31" fmla="*/ 43 h 450"/>
                  <a:gd name="T32" fmla="*/ 0 w 1730"/>
                  <a:gd name="T33" fmla="*/ 41 h 450"/>
                  <a:gd name="T34" fmla="*/ 0 w 1730"/>
                  <a:gd name="T35" fmla="*/ 38 h 450"/>
                  <a:gd name="T36" fmla="*/ 4 w 1730"/>
                  <a:gd name="T37" fmla="*/ 35 h 450"/>
                  <a:gd name="T38" fmla="*/ 29 w 1730"/>
                  <a:gd name="T39" fmla="*/ 37 h 450"/>
                  <a:gd name="T40" fmla="*/ 33 w 1730"/>
                  <a:gd name="T41" fmla="*/ 37 h 450"/>
                  <a:gd name="T42" fmla="*/ 36 w 1730"/>
                  <a:gd name="T43" fmla="*/ 33 h 450"/>
                  <a:gd name="T44" fmla="*/ 34 w 1730"/>
                  <a:gd name="T45" fmla="*/ 21 h 450"/>
                  <a:gd name="T46" fmla="*/ 36 w 1730"/>
                  <a:gd name="T47" fmla="*/ 11 h 450"/>
                  <a:gd name="T48" fmla="*/ 40 w 1730"/>
                  <a:gd name="T49" fmla="*/ 1 h 450"/>
                  <a:gd name="T50" fmla="*/ 49 w 1730"/>
                  <a:gd name="T51" fmla="*/ 5 h 450"/>
                  <a:gd name="T52" fmla="*/ 49 w 1730"/>
                  <a:gd name="T53" fmla="*/ 16 h 450"/>
                  <a:gd name="T54" fmla="*/ 44 w 1730"/>
                  <a:gd name="T55" fmla="*/ 29 h 450"/>
                  <a:gd name="T56" fmla="*/ 44 w 1730"/>
                  <a:gd name="T57" fmla="*/ 33 h 450"/>
                  <a:gd name="T58" fmla="*/ 43 w 1730"/>
                  <a:gd name="T59" fmla="*/ 33 h 450"/>
                  <a:gd name="T60" fmla="*/ 47 w 1730"/>
                  <a:gd name="T61" fmla="*/ 37 h 450"/>
                  <a:gd name="T62" fmla="*/ 73 w 1730"/>
                  <a:gd name="T63" fmla="*/ 38 h 450"/>
                  <a:gd name="T64" fmla="*/ 77 w 1730"/>
                  <a:gd name="T65" fmla="*/ 38 h 450"/>
                  <a:gd name="T66" fmla="*/ 80 w 1730"/>
                  <a:gd name="T67" fmla="*/ 35 h 450"/>
                  <a:gd name="T68" fmla="*/ 77 w 1730"/>
                  <a:gd name="T69" fmla="*/ 25 h 450"/>
                  <a:gd name="T70" fmla="*/ 80 w 1730"/>
                  <a:gd name="T71" fmla="*/ 5 h 450"/>
                  <a:gd name="T72" fmla="*/ 82 w 1730"/>
                  <a:gd name="T73" fmla="*/ 4 h 450"/>
                  <a:gd name="T74" fmla="*/ 82 w 1730"/>
                  <a:gd name="T75" fmla="*/ 3 h 450"/>
                  <a:gd name="T76" fmla="*/ 92 w 1730"/>
                  <a:gd name="T77" fmla="*/ 6 h 450"/>
                  <a:gd name="T78" fmla="*/ 92 w 1730"/>
                  <a:gd name="T79" fmla="*/ 11 h 450"/>
                  <a:gd name="T80" fmla="*/ 90 w 1730"/>
                  <a:gd name="T81" fmla="*/ 14 h 450"/>
                  <a:gd name="T82" fmla="*/ 86 w 1730"/>
                  <a:gd name="T83" fmla="*/ 36 h 450"/>
                  <a:gd name="T84" fmla="*/ 88 w 1730"/>
                  <a:gd name="T85" fmla="*/ 38 h 450"/>
                  <a:gd name="T86" fmla="*/ 121 w 1730"/>
                  <a:gd name="T87" fmla="*/ 38 h 450"/>
                  <a:gd name="T88" fmla="*/ 121 w 1730"/>
                  <a:gd name="T89" fmla="*/ 30 h 450"/>
                  <a:gd name="T90" fmla="*/ 119 w 1730"/>
                  <a:gd name="T91" fmla="*/ 24 h 450"/>
                  <a:gd name="T92" fmla="*/ 120 w 1730"/>
                  <a:gd name="T93" fmla="*/ 14 h 450"/>
                  <a:gd name="T94" fmla="*/ 126 w 1730"/>
                  <a:gd name="T95" fmla="*/ 0 h 450"/>
                  <a:gd name="T96" fmla="*/ 132 w 1730"/>
                  <a:gd name="T97" fmla="*/ 5 h 450"/>
                  <a:gd name="T98" fmla="*/ 135 w 1730"/>
                  <a:gd name="T99" fmla="*/ 5 h 450"/>
                  <a:gd name="T100" fmla="*/ 135 w 1730"/>
                  <a:gd name="T101" fmla="*/ 5 h 4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730" h="450">
                    <a:moveTo>
                      <a:pt x="1315" y="48"/>
                    </a:moveTo>
                    <a:lnTo>
                      <a:pt x="1315" y="127"/>
                    </a:lnTo>
                    <a:lnTo>
                      <a:pt x="1286" y="240"/>
                    </a:lnTo>
                    <a:lnTo>
                      <a:pt x="1286" y="354"/>
                    </a:lnTo>
                    <a:lnTo>
                      <a:pt x="1304" y="379"/>
                    </a:lnTo>
                    <a:lnTo>
                      <a:pt x="1544" y="390"/>
                    </a:lnTo>
                    <a:lnTo>
                      <a:pt x="1580" y="390"/>
                    </a:lnTo>
                    <a:lnTo>
                      <a:pt x="1616" y="354"/>
                    </a:lnTo>
                    <a:lnTo>
                      <a:pt x="1592" y="217"/>
                    </a:lnTo>
                    <a:lnTo>
                      <a:pt x="1628" y="48"/>
                    </a:lnTo>
                    <a:lnTo>
                      <a:pt x="1730" y="78"/>
                    </a:lnTo>
                    <a:lnTo>
                      <a:pt x="1730" y="228"/>
                    </a:lnTo>
                    <a:lnTo>
                      <a:pt x="1676" y="415"/>
                    </a:lnTo>
                    <a:lnTo>
                      <a:pt x="1640" y="450"/>
                    </a:lnTo>
                    <a:lnTo>
                      <a:pt x="414" y="415"/>
                    </a:lnTo>
                    <a:lnTo>
                      <a:pt x="24" y="415"/>
                    </a:lnTo>
                    <a:lnTo>
                      <a:pt x="0" y="390"/>
                    </a:lnTo>
                    <a:lnTo>
                      <a:pt x="0" y="366"/>
                    </a:lnTo>
                    <a:lnTo>
                      <a:pt x="42" y="336"/>
                    </a:lnTo>
                    <a:lnTo>
                      <a:pt x="282" y="354"/>
                    </a:lnTo>
                    <a:lnTo>
                      <a:pt x="318" y="354"/>
                    </a:lnTo>
                    <a:lnTo>
                      <a:pt x="354" y="318"/>
                    </a:lnTo>
                    <a:lnTo>
                      <a:pt x="330" y="199"/>
                    </a:lnTo>
                    <a:lnTo>
                      <a:pt x="354" y="102"/>
                    </a:lnTo>
                    <a:lnTo>
                      <a:pt x="390" y="12"/>
                    </a:lnTo>
                    <a:lnTo>
                      <a:pt x="480" y="48"/>
                    </a:lnTo>
                    <a:lnTo>
                      <a:pt x="480" y="150"/>
                    </a:lnTo>
                    <a:lnTo>
                      <a:pt x="432" y="276"/>
                    </a:lnTo>
                    <a:lnTo>
                      <a:pt x="432" y="312"/>
                    </a:lnTo>
                    <a:lnTo>
                      <a:pt x="421" y="318"/>
                    </a:lnTo>
                    <a:lnTo>
                      <a:pt x="457" y="354"/>
                    </a:lnTo>
                    <a:lnTo>
                      <a:pt x="709" y="366"/>
                    </a:lnTo>
                    <a:lnTo>
                      <a:pt x="745" y="366"/>
                    </a:lnTo>
                    <a:lnTo>
                      <a:pt x="775" y="336"/>
                    </a:lnTo>
                    <a:lnTo>
                      <a:pt x="745" y="240"/>
                    </a:lnTo>
                    <a:lnTo>
                      <a:pt x="775" y="48"/>
                    </a:lnTo>
                    <a:lnTo>
                      <a:pt x="793" y="36"/>
                    </a:lnTo>
                    <a:lnTo>
                      <a:pt x="793" y="24"/>
                    </a:lnTo>
                    <a:lnTo>
                      <a:pt x="894" y="60"/>
                    </a:lnTo>
                    <a:lnTo>
                      <a:pt x="894" y="102"/>
                    </a:lnTo>
                    <a:lnTo>
                      <a:pt x="871" y="138"/>
                    </a:lnTo>
                    <a:lnTo>
                      <a:pt x="835" y="343"/>
                    </a:lnTo>
                    <a:lnTo>
                      <a:pt x="858" y="366"/>
                    </a:lnTo>
                    <a:lnTo>
                      <a:pt x="1177" y="366"/>
                    </a:lnTo>
                    <a:lnTo>
                      <a:pt x="1177" y="289"/>
                    </a:lnTo>
                    <a:lnTo>
                      <a:pt x="1159" y="228"/>
                    </a:lnTo>
                    <a:lnTo>
                      <a:pt x="1166" y="138"/>
                    </a:lnTo>
                    <a:lnTo>
                      <a:pt x="1225" y="0"/>
                    </a:lnTo>
                    <a:lnTo>
                      <a:pt x="1286" y="48"/>
                    </a:lnTo>
                    <a:lnTo>
                      <a:pt x="131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179">
                <a:extLst>
                  <a:ext uri="{FF2B5EF4-FFF2-40B4-BE49-F238E27FC236}">
                    <a16:creationId xmlns:a16="http://schemas.microsoft.com/office/drawing/2014/main" id="{0B054EA2-A5A3-49B9-B9B3-43EB5F3234EC}"/>
                  </a:ext>
                </a:extLst>
              </p:cNvPr>
              <p:cNvSpPr>
                <a:spLocks/>
              </p:cNvSpPr>
              <p:nvPr/>
            </p:nvSpPr>
            <p:spPr bwMode="auto">
              <a:xfrm>
                <a:off x="3839" y="3298"/>
                <a:ext cx="174" cy="44"/>
              </a:xfrm>
              <a:custGeom>
                <a:avLst/>
                <a:gdLst>
                  <a:gd name="T0" fmla="*/ 43 w 1693"/>
                  <a:gd name="T1" fmla="*/ 26 h 444"/>
                  <a:gd name="T2" fmla="*/ 43 w 1693"/>
                  <a:gd name="T3" fmla="*/ 29 h 444"/>
                  <a:gd name="T4" fmla="*/ 44 w 1693"/>
                  <a:gd name="T5" fmla="*/ 29 h 444"/>
                  <a:gd name="T6" fmla="*/ 47 w 1693"/>
                  <a:gd name="T7" fmla="*/ 29 h 444"/>
                  <a:gd name="T8" fmla="*/ 49 w 1693"/>
                  <a:gd name="T9" fmla="*/ 23 h 444"/>
                  <a:gd name="T10" fmla="*/ 59 w 1693"/>
                  <a:gd name="T11" fmla="*/ 17 h 444"/>
                  <a:gd name="T12" fmla="*/ 72 w 1693"/>
                  <a:gd name="T13" fmla="*/ 16 h 444"/>
                  <a:gd name="T14" fmla="*/ 75 w 1693"/>
                  <a:gd name="T15" fmla="*/ 7 h 444"/>
                  <a:gd name="T16" fmla="*/ 75 w 1693"/>
                  <a:gd name="T17" fmla="*/ 2 h 444"/>
                  <a:gd name="T18" fmla="*/ 77 w 1693"/>
                  <a:gd name="T19" fmla="*/ 0 h 444"/>
                  <a:gd name="T20" fmla="*/ 87 w 1693"/>
                  <a:gd name="T21" fmla="*/ 11 h 444"/>
                  <a:gd name="T22" fmla="*/ 87 w 1693"/>
                  <a:gd name="T23" fmla="*/ 23 h 444"/>
                  <a:gd name="T24" fmla="*/ 88 w 1693"/>
                  <a:gd name="T25" fmla="*/ 24 h 444"/>
                  <a:gd name="T26" fmla="*/ 97 w 1693"/>
                  <a:gd name="T27" fmla="*/ 19 h 444"/>
                  <a:gd name="T28" fmla="*/ 112 w 1693"/>
                  <a:gd name="T29" fmla="*/ 19 h 444"/>
                  <a:gd name="T30" fmla="*/ 119 w 1693"/>
                  <a:gd name="T31" fmla="*/ 10 h 444"/>
                  <a:gd name="T32" fmla="*/ 120 w 1693"/>
                  <a:gd name="T33" fmla="*/ 5 h 444"/>
                  <a:gd name="T34" fmla="*/ 120 w 1693"/>
                  <a:gd name="T35" fmla="*/ 2 h 444"/>
                  <a:gd name="T36" fmla="*/ 121 w 1693"/>
                  <a:gd name="T37" fmla="*/ 1 h 444"/>
                  <a:gd name="T38" fmla="*/ 130 w 1693"/>
                  <a:gd name="T39" fmla="*/ 16 h 444"/>
                  <a:gd name="T40" fmla="*/ 128 w 1693"/>
                  <a:gd name="T41" fmla="*/ 29 h 444"/>
                  <a:gd name="T42" fmla="*/ 128 w 1693"/>
                  <a:gd name="T43" fmla="*/ 31 h 444"/>
                  <a:gd name="T44" fmla="*/ 129 w 1693"/>
                  <a:gd name="T45" fmla="*/ 32 h 444"/>
                  <a:gd name="T46" fmla="*/ 135 w 1693"/>
                  <a:gd name="T47" fmla="*/ 25 h 444"/>
                  <a:gd name="T48" fmla="*/ 135 w 1693"/>
                  <a:gd name="T49" fmla="*/ 21 h 444"/>
                  <a:gd name="T50" fmla="*/ 141 w 1693"/>
                  <a:gd name="T51" fmla="*/ 18 h 444"/>
                  <a:gd name="T52" fmla="*/ 156 w 1693"/>
                  <a:gd name="T53" fmla="*/ 18 h 444"/>
                  <a:gd name="T54" fmla="*/ 160 w 1693"/>
                  <a:gd name="T55" fmla="*/ 11 h 444"/>
                  <a:gd name="T56" fmla="*/ 161 w 1693"/>
                  <a:gd name="T57" fmla="*/ 2 h 444"/>
                  <a:gd name="T58" fmla="*/ 165 w 1693"/>
                  <a:gd name="T59" fmla="*/ 0 h 444"/>
                  <a:gd name="T60" fmla="*/ 170 w 1693"/>
                  <a:gd name="T61" fmla="*/ 7 h 444"/>
                  <a:gd name="T62" fmla="*/ 174 w 1693"/>
                  <a:gd name="T63" fmla="*/ 19 h 444"/>
                  <a:gd name="T64" fmla="*/ 169 w 1693"/>
                  <a:gd name="T65" fmla="*/ 42 h 444"/>
                  <a:gd name="T66" fmla="*/ 144 w 1693"/>
                  <a:gd name="T67" fmla="*/ 44 h 444"/>
                  <a:gd name="T68" fmla="*/ 68 w 1693"/>
                  <a:gd name="T69" fmla="*/ 44 h 444"/>
                  <a:gd name="T70" fmla="*/ 1 w 1693"/>
                  <a:gd name="T71" fmla="*/ 41 h 444"/>
                  <a:gd name="T72" fmla="*/ 0 w 1693"/>
                  <a:gd name="T73" fmla="*/ 40 h 444"/>
                  <a:gd name="T74" fmla="*/ 6 w 1693"/>
                  <a:gd name="T75" fmla="*/ 29 h 444"/>
                  <a:gd name="T76" fmla="*/ 7 w 1693"/>
                  <a:gd name="T77" fmla="*/ 23 h 444"/>
                  <a:gd name="T78" fmla="*/ 7 w 1693"/>
                  <a:gd name="T79" fmla="*/ 21 h 444"/>
                  <a:gd name="T80" fmla="*/ 10 w 1693"/>
                  <a:gd name="T81" fmla="*/ 18 h 444"/>
                  <a:gd name="T82" fmla="*/ 28 w 1693"/>
                  <a:gd name="T83" fmla="*/ 18 h 444"/>
                  <a:gd name="T84" fmla="*/ 33 w 1693"/>
                  <a:gd name="T85" fmla="*/ 11 h 444"/>
                  <a:gd name="T86" fmla="*/ 33 w 1693"/>
                  <a:gd name="T87" fmla="*/ 2 h 444"/>
                  <a:gd name="T88" fmla="*/ 35 w 1693"/>
                  <a:gd name="T89" fmla="*/ 0 h 444"/>
                  <a:gd name="T90" fmla="*/ 44 w 1693"/>
                  <a:gd name="T91" fmla="*/ 16 h 444"/>
                  <a:gd name="T92" fmla="*/ 43 w 1693"/>
                  <a:gd name="T93" fmla="*/ 26 h 444"/>
                  <a:gd name="T94" fmla="*/ 43 w 1693"/>
                  <a:gd name="T95" fmla="*/ 26 h 4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93" h="444">
                    <a:moveTo>
                      <a:pt x="419" y="265"/>
                    </a:moveTo>
                    <a:lnTo>
                      <a:pt x="419" y="288"/>
                    </a:lnTo>
                    <a:lnTo>
                      <a:pt x="432" y="294"/>
                    </a:lnTo>
                    <a:lnTo>
                      <a:pt x="455" y="294"/>
                    </a:lnTo>
                    <a:lnTo>
                      <a:pt x="480" y="229"/>
                    </a:lnTo>
                    <a:lnTo>
                      <a:pt x="570" y="175"/>
                    </a:lnTo>
                    <a:lnTo>
                      <a:pt x="696" y="157"/>
                    </a:lnTo>
                    <a:lnTo>
                      <a:pt x="732" y="66"/>
                    </a:lnTo>
                    <a:lnTo>
                      <a:pt x="732" y="24"/>
                    </a:lnTo>
                    <a:lnTo>
                      <a:pt x="750" y="0"/>
                    </a:lnTo>
                    <a:lnTo>
                      <a:pt x="846" y="114"/>
                    </a:lnTo>
                    <a:lnTo>
                      <a:pt x="846" y="229"/>
                    </a:lnTo>
                    <a:lnTo>
                      <a:pt x="858" y="240"/>
                    </a:lnTo>
                    <a:lnTo>
                      <a:pt x="948" y="193"/>
                    </a:lnTo>
                    <a:lnTo>
                      <a:pt x="1087" y="193"/>
                    </a:lnTo>
                    <a:lnTo>
                      <a:pt x="1153" y="103"/>
                    </a:lnTo>
                    <a:lnTo>
                      <a:pt x="1164" y="48"/>
                    </a:lnTo>
                    <a:lnTo>
                      <a:pt x="1164" y="24"/>
                    </a:lnTo>
                    <a:lnTo>
                      <a:pt x="1177" y="12"/>
                    </a:lnTo>
                    <a:lnTo>
                      <a:pt x="1267" y="157"/>
                    </a:lnTo>
                    <a:lnTo>
                      <a:pt x="1243" y="288"/>
                    </a:lnTo>
                    <a:lnTo>
                      <a:pt x="1243" y="312"/>
                    </a:lnTo>
                    <a:lnTo>
                      <a:pt x="1255" y="319"/>
                    </a:lnTo>
                    <a:lnTo>
                      <a:pt x="1315" y="252"/>
                    </a:lnTo>
                    <a:lnTo>
                      <a:pt x="1315" y="216"/>
                    </a:lnTo>
                    <a:lnTo>
                      <a:pt x="1375" y="186"/>
                    </a:lnTo>
                    <a:lnTo>
                      <a:pt x="1520" y="186"/>
                    </a:lnTo>
                    <a:lnTo>
                      <a:pt x="1556" y="114"/>
                    </a:lnTo>
                    <a:lnTo>
                      <a:pt x="1567" y="24"/>
                    </a:lnTo>
                    <a:lnTo>
                      <a:pt x="1603" y="0"/>
                    </a:lnTo>
                    <a:lnTo>
                      <a:pt x="1657" y="66"/>
                    </a:lnTo>
                    <a:lnTo>
                      <a:pt x="1693" y="193"/>
                    </a:lnTo>
                    <a:lnTo>
                      <a:pt x="1646" y="426"/>
                    </a:lnTo>
                    <a:lnTo>
                      <a:pt x="1405" y="444"/>
                    </a:lnTo>
                    <a:lnTo>
                      <a:pt x="660" y="439"/>
                    </a:lnTo>
                    <a:lnTo>
                      <a:pt x="5" y="414"/>
                    </a:lnTo>
                    <a:lnTo>
                      <a:pt x="0" y="403"/>
                    </a:lnTo>
                    <a:lnTo>
                      <a:pt x="54" y="288"/>
                    </a:lnTo>
                    <a:lnTo>
                      <a:pt x="65" y="229"/>
                    </a:lnTo>
                    <a:lnTo>
                      <a:pt x="65" y="216"/>
                    </a:lnTo>
                    <a:lnTo>
                      <a:pt x="101" y="186"/>
                    </a:lnTo>
                    <a:lnTo>
                      <a:pt x="270" y="186"/>
                    </a:lnTo>
                    <a:lnTo>
                      <a:pt x="318" y="114"/>
                    </a:lnTo>
                    <a:lnTo>
                      <a:pt x="318" y="24"/>
                    </a:lnTo>
                    <a:lnTo>
                      <a:pt x="342" y="0"/>
                    </a:lnTo>
                    <a:lnTo>
                      <a:pt x="432" y="157"/>
                    </a:lnTo>
                    <a:lnTo>
                      <a:pt x="419" y="2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180">
                <a:extLst>
                  <a:ext uri="{FF2B5EF4-FFF2-40B4-BE49-F238E27FC236}">
                    <a16:creationId xmlns:a16="http://schemas.microsoft.com/office/drawing/2014/main" id="{CDBA517C-6AC4-4884-B2D0-E381E251B855}"/>
                  </a:ext>
                </a:extLst>
              </p:cNvPr>
              <p:cNvSpPr>
                <a:spLocks/>
              </p:cNvSpPr>
              <p:nvPr/>
            </p:nvSpPr>
            <p:spPr bwMode="auto">
              <a:xfrm>
                <a:off x="4218" y="3299"/>
                <a:ext cx="140" cy="47"/>
              </a:xfrm>
              <a:custGeom>
                <a:avLst/>
                <a:gdLst>
                  <a:gd name="T0" fmla="*/ 52 w 1352"/>
                  <a:gd name="T1" fmla="*/ 24 h 468"/>
                  <a:gd name="T2" fmla="*/ 51 w 1352"/>
                  <a:gd name="T3" fmla="*/ 25 h 468"/>
                  <a:gd name="T4" fmla="*/ 51 w 1352"/>
                  <a:gd name="T5" fmla="*/ 28 h 468"/>
                  <a:gd name="T6" fmla="*/ 53 w 1352"/>
                  <a:gd name="T7" fmla="*/ 30 h 468"/>
                  <a:gd name="T8" fmla="*/ 57 w 1352"/>
                  <a:gd name="T9" fmla="*/ 27 h 468"/>
                  <a:gd name="T10" fmla="*/ 58 w 1352"/>
                  <a:gd name="T11" fmla="*/ 20 h 468"/>
                  <a:gd name="T12" fmla="*/ 73 w 1352"/>
                  <a:gd name="T13" fmla="*/ 19 h 468"/>
                  <a:gd name="T14" fmla="*/ 77 w 1352"/>
                  <a:gd name="T15" fmla="*/ 19 h 468"/>
                  <a:gd name="T16" fmla="*/ 81 w 1352"/>
                  <a:gd name="T17" fmla="*/ 16 h 468"/>
                  <a:gd name="T18" fmla="*/ 80 w 1352"/>
                  <a:gd name="T19" fmla="*/ 1 h 468"/>
                  <a:gd name="T20" fmla="*/ 81 w 1352"/>
                  <a:gd name="T21" fmla="*/ 1 h 468"/>
                  <a:gd name="T22" fmla="*/ 82 w 1352"/>
                  <a:gd name="T23" fmla="*/ 0 h 468"/>
                  <a:gd name="T24" fmla="*/ 88 w 1352"/>
                  <a:gd name="T25" fmla="*/ 5 h 468"/>
                  <a:gd name="T26" fmla="*/ 91 w 1352"/>
                  <a:gd name="T27" fmla="*/ 5 h 468"/>
                  <a:gd name="T28" fmla="*/ 94 w 1352"/>
                  <a:gd name="T29" fmla="*/ 8 h 468"/>
                  <a:gd name="T30" fmla="*/ 93 w 1352"/>
                  <a:gd name="T31" fmla="*/ 37 h 468"/>
                  <a:gd name="T32" fmla="*/ 94 w 1352"/>
                  <a:gd name="T33" fmla="*/ 38 h 468"/>
                  <a:gd name="T34" fmla="*/ 96 w 1352"/>
                  <a:gd name="T35" fmla="*/ 38 h 468"/>
                  <a:gd name="T36" fmla="*/ 101 w 1352"/>
                  <a:gd name="T37" fmla="*/ 27 h 468"/>
                  <a:gd name="T38" fmla="*/ 101 w 1352"/>
                  <a:gd name="T39" fmla="*/ 20 h 468"/>
                  <a:gd name="T40" fmla="*/ 123 w 1352"/>
                  <a:gd name="T41" fmla="*/ 23 h 468"/>
                  <a:gd name="T42" fmla="*/ 127 w 1352"/>
                  <a:gd name="T43" fmla="*/ 18 h 468"/>
                  <a:gd name="T44" fmla="*/ 128 w 1352"/>
                  <a:gd name="T45" fmla="*/ 4 h 468"/>
                  <a:gd name="T46" fmla="*/ 136 w 1352"/>
                  <a:gd name="T47" fmla="*/ 4 h 468"/>
                  <a:gd name="T48" fmla="*/ 140 w 1352"/>
                  <a:gd name="T49" fmla="*/ 9 h 468"/>
                  <a:gd name="T50" fmla="*/ 137 w 1352"/>
                  <a:gd name="T51" fmla="*/ 45 h 468"/>
                  <a:gd name="T52" fmla="*/ 136 w 1352"/>
                  <a:gd name="T53" fmla="*/ 47 h 468"/>
                  <a:gd name="T54" fmla="*/ 2 w 1352"/>
                  <a:gd name="T55" fmla="*/ 45 h 468"/>
                  <a:gd name="T56" fmla="*/ 0 w 1352"/>
                  <a:gd name="T57" fmla="*/ 36 h 468"/>
                  <a:gd name="T58" fmla="*/ 1 w 1352"/>
                  <a:gd name="T59" fmla="*/ 8 h 468"/>
                  <a:gd name="T60" fmla="*/ 4 w 1352"/>
                  <a:gd name="T61" fmla="*/ 4 h 468"/>
                  <a:gd name="T62" fmla="*/ 7 w 1352"/>
                  <a:gd name="T63" fmla="*/ 4 h 468"/>
                  <a:gd name="T64" fmla="*/ 7 w 1352"/>
                  <a:gd name="T65" fmla="*/ 18 h 468"/>
                  <a:gd name="T66" fmla="*/ 5 w 1352"/>
                  <a:gd name="T67" fmla="*/ 31 h 468"/>
                  <a:gd name="T68" fmla="*/ 5 w 1352"/>
                  <a:gd name="T69" fmla="*/ 36 h 468"/>
                  <a:gd name="T70" fmla="*/ 6 w 1352"/>
                  <a:gd name="T71" fmla="*/ 37 h 468"/>
                  <a:gd name="T72" fmla="*/ 8 w 1352"/>
                  <a:gd name="T73" fmla="*/ 37 h 468"/>
                  <a:gd name="T74" fmla="*/ 14 w 1352"/>
                  <a:gd name="T75" fmla="*/ 22 h 468"/>
                  <a:gd name="T76" fmla="*/ 17 w 1352"/>
                  <a:gd name="T77" fmla="*/ 19 h 468"/>
                  <a:gd name="T78" fmla="*/ 27 w 1352"/>
                  <a:gd name="T79" fmla="*/ 20 h 468"/>
                  <a:gd name="T80" fmla="*/ 31 w 1352"/>
                  <a:gd name="T81" fmla="*/ 20 h 468"/>
                  <a:gd name="T82" fmla="*/ 34 w 1352"/>
                  <a:gd name="T83" fmla="*/ 17 h 468"/>
                  <a:gd name="T84" fmla="*/ 37 w 1352"/>
                  <a:gd name="T85" fmla="*/ 1 h 468"/>
                  <a:gd name="T86" fmla="*/ 38 w 1352"/>
                  <a:gd name="T87" fmla="*/ 0 h 468"/>
                  <a:gd name="T88" fmla="*/ 52 w 1352"/>
                  <a:gd name="T89" fmla="*/ 4 h 468"/>
                  <a:gd name="T90" fmla="*/ 52 w 1352"/>
                  <a:gd name="T91" fmla="*/ 24 h 468"/>
                  <a:gd name="T92" fmla="*/ 52 w 1352"/>
                  <a:gd name="T93" fmla="*/ 24 h 4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352" h="468">
                    <a:moveTo>
                      <a:pt x="505" y="240"/>
                    </a:moveTo>
                    <a:lnTo>
                      <a:pt x="492" y="253"/>
                    </a:lnTo>
                    <a:lnTo>
                      <a:pt x="492" y="276"/>
                    </a:lnTo>
                    <a:lnTo>
                      <a:pt x="516" y="300"/>
                    </a:lnTo>
                    <a:lnTo>
                      <a:pt x="552" y="264"/>
                    </a:lnTo>
                    <a:lnTo>
                      <a:pt x="564" y="204"/>
                    </a:lnTo>
                    <a:lnTo>
                      <a:pt x="708" y="192"/>
                    </a:lnTo>
                    <a:lnTo>
                      <a:pt x="744" y="192"/>
                    </a:lnTo>
                    <a:lnTo>
                      <a:pt x="780" y="163"/>
                    </a:lnTo>
                    <a:lnTo>
                      <a:pt x="769" y="12"/>
                    </a:lnTo>
                    <a:lnTo>
                      <a:pt x="780" y="12"/>
                    </a:lnTo>
                    <a:lnTo>
                      <a:pt x="793" y="0"/>
                    </a:lnTo>
                    <a:lnTo>
                      <a:pt x="847" y="54"/>
                    </a:lnTo>
                    <a:lnTo>
                      <a:pt x="883" y="54"/>
                    </a:lnTo>
                    <a:lnTo>
                      <a:pt x="908" y="78"/>
                    </a:lnTo>
                    <a:lnTo>
                      <a:pt x="895" y="366"/>
                    </a:lnTo>
                    <a:lnTo>
                      <a:pt x="908" y="379"/>
                    </a:lnTo>
                    <a:lnTo>
                      <a:pt x="926" y="379"/>
                    </a:lnTo>
                    <a:lnTo>
                      <a:pt x="973" y="264"/>
                    </a:lnTo>
                    <a:lnTo>
                      <a:pt x="973" y="204"/>
                    </a:lnTo>
                    <a:lnTo>
                      <a:pt x="1183" y="228"/>
                    </a:lnTo>
                    <a:lnTo>
                      <a:pt x="1226" y="181"/>
                    </a:lnTo>
                    <a:lnTo>
                      <a:pt x="1237" y="42"/>
                    </a:lnTo>
                    <a:lnTo>
                      <a:pt x="1316" y="42"/>
                    </a:lnTo>
                    <a:lnTo>
                      <a:pt x="1352" y="91"/>
                    </a:lnTo>
                    <a:lnTo>
                      <a:pt x="1327" y="445"/>
                    </a:lnTo>
                    <a:lnTo>
                      <a:pt x="1309" y="468"/>
                    </a:lnTo>
                    <a:lnTo>
                      <a:pt x="24" y="445"/>
                    </a:lnTo>
                    <a:lnTo>
                      <a:pt x="0" y="354"/>
                    </a:lnTo>
                    <a:lnTo>
                      <a:pt x="12" y="78"/>
                    </a:lnTo>
                    <a:lnTo>
                      <a:pt x="36" y="42"/>
                    </a:lnTo>
                    <a:lnTo>
                      <a:pt x="72" y="42"/>
                    </a:lnTo>
                    <a:lnTo>
                      <a:pt x="72" y="181"/>
                    </a:lnTo>
                    <a:lnTo>
                      <a:pt x="48" y="307"/>
                    </a:lnTo>
                    <a:lnTo>
                      <a:pt x="48" y="354"/>
                    </a:lnTo>
                    <a:lnTo>
                      <a:pt x="54" y="366"/>
                    </a:lnTo>
                    <a:lnTo>
                      <a:pt x="78" y="366"/>
                    </a:lnTo>
                    <a:lnTo>
                      <a:pt x="138" y="217"/>
                    </a:lnTo>
                    <a:lnTo>
                      <a:pt x="162" y="192"/>
                    </a:lnTo>
                    <a:lnTo>
                      <a:pt x="264" y="204"/>
                    </a:lnTo>
                    <a:lnTo>
                      <a:pt x="300" y="204"/>
                    </a:lnTo>
                    <a:lnTo>
                      <a:pt x="330" y="174"/>
                    </a:lnTo>
                    <a:lnTo>
                      <a:pt x="354" y="12"/>
                    </a:lnTo>
                    <a:lnTo>
                      <a:pt x="366" y="0"/>
                    </a:lnTo>
                    <a:lnTo>
                      <a:pt x="505" y="36"/>
                    </a:lnTo>
                    <a:lnTo>
                      <a:pt x="505"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181">
                <a:extLst>
                  <a:ext uri="{FF2B5EF4-FFF2-40B4-BE49-F238E27FC236}">
                    <a16:creationId xmlns:a16="http://schemas.microsoft.com/office/drawing/2014/main" id="{234D21F0-7E58-41CF-BF0E-465D129F41D0}"/>
                  </a:ext>
                </a:extLst>
              </p:cNvPr>
              <p:cNvSpPr>
                <a:spLocks/>
              </p:cNvSpPr>
              <p:nvPr/>
            </p:nvSpPr>
            <p:spPr bwMode="auto">
              <a:xfrm>
                <a:off x="4372" y="3306"/>
                <a:ext cx="174" cy="41"/>
              </a:xfrm>
              <a:custGeom>
                <a:avLst/>
                <a:gdLst>
                  <a:gd name="T0" fmla="*/ 174 w 1695"/>
                  <a:gd name="T1" fmla="*/ 39 h 415"/>
                  <a:gd name="T2" fmla="*/ 171 w 1695"/>
                  <a:gd name="T3" fmla="*/ 41 h 415"/>
                  <a:gd name="T4" fmla="*/ 166 w 1695"/>
                  <a:gd name="T5" fmla="*/ 41 h 415"/>
                  <a:gd name="T6" fmla="*/ 167 w 1695"/>
                  <a:gd name="T7" fmla="*/ 32 h 415"/>
                  <a:gd name="T8" fmla="*/ 168 w 1695"/>
                  <a:gd name="T9" fmla="*/ 12 h 415"/>
                  <a:gd name="T10" fmla="*/ 162 w 1695"/>
                  <a:gd name="T11" fmla="*/ 8 h 415"/>
                  <a:gd name="T12" fmla="*/ 160 w 1695"/>
                  <a:gd name="T13" fmla="*/ 8 h 415"/>
                  <a:gd name="T14" fmla="*/ 152 w 1695"/>
                  <a:gd name="T15" fmla="*/ 17 h 415"/>
                  <a:gd name="T16" fmla="*/ 128 w 1695"/>
                  <a:gd name="T17" fmla="*/ 17 h 415"/>
                  <a:gd name="T18" fmla="*/ 126 w 1695"/>
                  <a:gd name="T19" fmla="*/ 20 h 415"/>
                  <a:gd name="T20" fmla="*/ 126 w 1695"/>
                  <a:gd name="T21" fmla="*/ 21 h 415"/>
                  <a:gd name="T22" fmla="*/ 128 w 1695"/>
                  <a:gd name="T23" fmla="*/ 24 h 415"/>
                  <a:gd name="T24" fmla="*/ 148 w 1695"/>
                  <a:gd name="T25" fmla="*/ 25 h 415"/>
                  <a:gd name="T26" fmla="*/ 149 w 1695"/>
                  <a:gd name="T27" fmla="*/ 27 h 415"/>
                  <a:gd name="T28" fmla="*/ 148 w 1695"/>
                  <a:gd name="T29" fmla="*/ 33 h 415"/>
                  <a:gd name="T30" fmla="*/ 152 w 1695"/>
                  <a:gd name="T31" fmla="*/ 37 h 415"/>
                  <a:gd name="T32" fmla="*/ 152 w 1695"/>
                  <a:gd name="T33" fmla="*/ 41 h 415"/>
                  <a:gd name="T34" fmla="*/ 118 w 1695"/>
                  <a:gd name="T35" fmla="*/ 41 h 415"/>
                  <a:gd name="T36" fmla="*/ 114 w 1695"/>
                  <a:gd name="T37" fmla="*/ 39 h 415"/>
                  <a:gd name="T38" fmla="*/ 112 w 1695"/>
                  <a:gd name="T39" fmla="*/ 36 h 415"/>
                  <a:gd name="T40" fmla="*/ 115 w 1695"/>
                  <a:gd name="T41" fmla="*/ 36 h 415"/>
                  <a:gd name="T42" fmla="*/ 118 w 1695"/>
                  <a:gd name="T43" fmla="*/ 33 h 415"/>
                  <a:gd name="T44" fmla="*/ 117 w 1695"/>
                  <a:gd name="T45" fmla="*/ 11 h 415"/>
                  <a:gd name="T46" fmla="*/ 113 w 1695"/>
                  <a:gd name="T47" fmla="*/ 8 h 415"/>
                  <a:gd name="T48" fmla="*/ 102 w 1695"/>
                  <a:gd name="T49" fmla="*/ 8 h 415"/>
                  <a:gd name="T50" fmla="*/ 95 w 1695"/>
                  <a:gd name="T51" fmla="*/ 17 h 415"/>
                  <a:gd name="T52" fmla="*/ 70 w 1695"/>
                  <a:gd name="T53" fmla="*/ 17 h 415"/>
                  <a:gd name="T54" fmla="*/ 67 w 1695"/>
                  <a:gd name="T55" fmla="*/ 20 h 415"/>
                  <a:gd name="T56" fmla="*/ 67 w 1695"/>
                  <a:gd name="T57" fmla="*/ 21 h 415"/>
                  <a:gd name="T58" fmla="*/ 74 w 1695"/>
                  <a:gd name="T59" fmla="*/ 25 h 415"/>
                  <a:gd name="T60" fmla="*/ 88 w 1695"/>
                  <a:gd name="T61" fmla="*/ 25 h 415"/>
                  <a:gd name="T62" fmla="*/ 91 w 1695"/>
                  <a:gd name="T63" fmla="*/ 27 h 415"/>
                  <a:gd name="T64" fmla="*/ 91 w 1695"/>
                  <a:gd name="T65" fmla="*/ 34 h 415"/>
                  <a:gd name="T66" fmla="*/ 97 w 1695"/>
                  <a:gd name="T67" fmla="*/ 39 h 415"/>
                  <a:gd name="T68" fmla="*/ 86 w 1695"/>
                  <a:gd name="T69" fmla="*/ 41 h 415"/>
                  <a:gd name="T70" fmla="*/ 56 w 1695"/>
                  <a:gd name="T71" fmla="*/ 40 h 415"/>
                  <a:gd name="T72" fmla="*/ 56 w 1695"/>
                  <a:gd name="T73" fmla="*/ 39 h 415"/>
                  <a:gd name="T74" fmla="*/ 53 w 1695"/>
                  <a:gd name="T75" fmla="*/ 36 h 415"/>
                  <a:gd name="T76" fmla="*/ 58 w 1695"/>
                  <a:gd name="T77" fmla="*/ 32 h 415"/>
                  <a:gd name="T78" fmla="*/ 58 w 1695"/>
                  <a:gd name="T79" fmla="*/ 11 h 415"/>
                  <a:gd name="T80" fmla="*/ 54 w 1695"/>
                  <a:gd name="T81" fmla="*/ 8 h 415"/>
                  <a:gd name="T82" fmla="*/ 44 w 1695"/>
                  <a:gd name="T83" fmla="*/ 8 h 415"/>
                  <a:gd name="T84" fmla="*/ 39 w 1695"/>
                  <a:gd name="T85" fmla="*/ 12 h 415"/>
                  <a:gd name="T86" fmla="*/ 14 w 1695"/>
                  <a:gd name="T87" fmla="*/ 12 h 415"/>
                  <a:gd name="T88" fmla="*/ 11 w 1695"/>
                  <a:gd name="T89" fmla="*/ 17 h 415"/>
                  <a:gd name="T90" fmla="*/ 12 w 1695"/>
                  <a:gd name="T91" fmla="*/ 21 h 415"/>
                  <a:gd name="T92" fmla="*/ 14 w 1695"/>
                  <a:gd name="T93" fmla="*/ 23 h 415"/>
                  <a:gd name="T94" fmla="*/ 32 w 1695"/>
                  <a:gd name="T95" fmla="*/ 24 h 415"/>
                  <a:gd name="T96" fmla="*/ 34 w 1695"/>
                  <a:gd name="T97" fmla="*/ 24 h 415"/>
                  <a:gd name="T98" fmla="*/ 37 w 1695"/>
                  <a:gd name="T99" fmla="*/ 26 h 415"/>
                  <a:gd name="T100" fmla="*/ 38 w 1695"/>
                  <a:gd name="T101" fmla="*/ 34 h 415"/>
                  <a:gd name="T102" fmla="*/ 43 w 1695"/>
                  <a:gd name="T103" fmla="*/ 37 h 415"/>
                  <a:gd name="T104" fmla="*/ 39 w 1695"/>
                  <a:gd name="T105" fmla="*/ 40 h 415"/>
                  <a:gd name="T106" fmla="*/ 5 w 1695"/>
                  <a:gd name="T107" fmla="*/ 40 h 415"/>
                  <a:gd name="T108" fmla="*/ 0 w 1695"/>
                  <a:gd name="T109" fmla="*/ 33 h 415"/>
                  <a:gd name="T110" fmla="*/ 3 w 1695"/>
                  <a:gd name="T111" fmla="*/ 4 h 415"/>
                  <a:gd name="T112" fmla="*/ 5 w 1695"/>
                  <a:gd name="T113" fmla="*/ 0 h 415"/>
                  <a:gd name="T114" fmla="*/ 174 w 1695"/>
                  <a:gd name="T115" fmla="*/ 2 h 415"/>
                  <a:gd name="T116" fmla="*/ 174 w 1695"/>
                  <a:gd name="T117" fmla="*/ 39 h 415"/>
                  <a:gd name="T118" fmla="*/ 174 w 1695"/>
                  <a:gd name="T119" fmla="*/ 39 h 41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95" h="415">
                    <a:moveTo>
                      <a:pt x="1695" y="390"/>
                    </a:moveTo>
                    <a:lnTo>
                      <a:pt x="1665" y="415"/>
                    </a:lnTo>
                    <a:lnTo>
                      <a:pt x="1617" y="415"/>
                    </a:lnTo>
                    <a:lnTo>
                      <a:pt x="1629" y="325"/>
                    </a:lnTo>
                    <a:lnTo>
                      <a:pt x="1641" y="126"/>
                    </a:lnTo>
                    <a:lnTo>
                      <a:pt x="1581" y="79"/>
                    </a:lnTo>
                    <a:lnTo>
                      <a:pt x="1563" y="79"/>
                    </a:lnTo>
                    <a:lnTo>
                      <a:pt x="1479" y="174"/>
                    </a:lnTo>
                    <a:lnTo>
                      <a:pt x="1250" y="174"/>
                    </a:lnTo>
                    <a:lnTo>
                      <a:pt x="1227" y="198"/>
                    </a:lnTo>
                    <a:lnTo>
                      <a:pt x="1227" y="216"/>
                    </a:lnTo>
                    <a:lnTo>
                      <a:pt x="1250" y="241"/>
                    </a:lnTo>
                    <a:lnTo>
                      <a:pt x="1437" y="252"/>
                    </a:lnTo>
                    <a:lnTo>
                      <a:pt x="1455" y="277"/>
                    </a:lnTo>
                    <a:lnTo>
                      <a:pt x="1443" y="336"/>
                    </a:lnTo>
                    <a:lnTo>
                      <a:pt x="1479" y="379"/>
                    </a:lnTo>
                    <a:lnTo>
                      <a:pt x="1479" y="415"/>
                    </a:lnTo>
                    <a:lnTo>
                      <a:pt x="1148" y="415"/>
                    </a:lnTo>
                    <a:lnTo>
                      <a:pt x="1112" y="390"/>
                    </a:lnTo>
                    <a:lnTo>
                      <a:pt x="1088" y="366"/>
                    </a:lnTo>
                    <a:lnTo>
                      <a:pt x="1124" y="361"/>
                    </a:lnTo>
                    <a:lnTo>
                      <a:pt x="1148" y="336"/>
                    </a:lnTo>
                    <a:lnTo>
                      <a:pt x="1137" y="108"/>
                    </a:lnTo>
                    <a:lnTo>
                      <a:pt x="1101" y="79"/>
                    </a:lnTo>
                    <a:lnTo>
                      <a:pt x="998" y="79"/>
                    </a:lnTo>
                    <a:lnTo>
                      <a:pt x="926" y="174"/>
                    </a:lnTo>
                    <a:lnTo>
                      <a:pt x="680" y="174"/>
                    </a:lnTo>
                    <a:lnTo>
                      <a:pt x="656" y="198"/>
                    </a:lnTo>
                    <a:lnTo>
                      <a:pt x="656" y="210"/>
                    </a:lnTo>
                    <a:lnTo>
                      <a:pt x="721" y="252"/>
                    </a:lnTo>
                    <a:lnTo>
                      <a:pt x="860" y="252"/>
                    </a:lnTo>
                    <a:lnTo>
                      <a:pt x="883" y="277"/>
                    </a:lnTo>
                    <a:lnTo>
                      <a:pt x="883" y="348"/>
                    </a:lnTo>
                    <a:lnTo>
                      <a:pt x="944" y="390"/>
                    </a:lnTo>
                    <a:lnTo>
                      <a:pt x="836" y="415"/>
                    </a:lnTo>
                    <a:lnTo>
                      <a:pt x="541" y="402"/>
                    </a:lnTo>
                    <a:lnTo>
                      <a:pt x="541" y="390"/>
                    </a:lnTo>
                    <a:lnTo>
                      <a:pt x="518" y="366"/>
                    </a:lnTo>
                    <a:lnTo>
                      <a:pt x="565" y="325"/>
                    </a:lnTo>
                    <a:lnTo>
                      <a:pt x="565" y="115"/>
                    </a:lnTo>
                    <a:lnTo>
                      <a:pt x="529" y="79"/>
                    </a:lnTo>
                    <a:lnTo>
                      <a:pt x="428" y="79"/>
                    </a:lnTo>
                    <a:lnTo>
                      <a:pt x="379" y="126"/>
                    </a:lnTo>
                    <a:lnTo>
                      <a:pt x="139" y="126"/>
                    </a:lnTo>
                    <a:lnTo>
                      <a:pt x="103" y="174"/>
                    </a:lnTo>
                    <a:lnTo>
                      <a:pt x="115" y="210"/>
                    </a:lnTo>
                    <a:lnTo>
                      <a:pt x="139" y="234"/>
                    </a:lnTo>
                    <a:lnTo>
                      <a:pt x="307" y="241"/>
                    </a:lnTo>
                    <a:lnTo>
                      <a:pt x="331" y="241"/>
                    </a:lnTo>
                    <a:lnTo>
                      <a:pt x="356" y="264"/>
                    </a:lnTo>
                    <a:lnTo>
                      <a:pt x="367" y="348"/>
                    </a:lnTo>
                    <a:lnTo>
                      <a:pt x="415" y="379"/>
                    </a:lnTo>
                    <a:lnTo>
                      <a:pt x="379" y="402"/>
                    </a:lnTo>
                    <a:lnTo>
                      <a:pt x="49" y="402"/>
                    </a:lnTo>
                    <a:lnTo>
                      <a:pt x="0" y="336"/>
                    </a:lnTo>
                    <a:lnTo>
                      <a:pt x="25" y="36"/>
                    </a:lnTo>
                    <a:lnTo>
                      <a:pt x="49" y="0"/>
                    </a:lnTo>
                    <a:lnTo>
                      <a:pt x="1695" y="25"/>
                    </a:lnTo>
                    <a:lnTo>
                      <a:pt x="1695" y="3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182">
                <a:extLst>
                  <a:ext uri="{FF2B5EF4-FFF2-40B4-BE49-F238E27FC236}">
                    <a16:creationId xmlns:a16="http://schemas.microsoft.com/office/drawing/2014/main" id="{A6B0060F-9325-42AB-9C2D-037A6F9E4164}"/>
                  </a:ext>
                </a:extLst>
              </p:cNvPr>
              <p:cNvSpPr>
                <a:spLocks/>
              </p:cNvSpPr>
              <p:nvPr/>
            </p:nvSpPr>
            <p:spPr bwMode="auto">
              <a:xfrm>
                <a:off x="3493" y="3321"/>
                <a:ext cx="48" cy="185"/>
              </a:xfrm>
              <a:custGeom>
                <a:avLst/>
                <a:gdLst>
                  <a:gd name="T0" fmla="*/ 48 w 462"/>
                  <a:gd name="T1" fmla="*/ 11 h 1824"/>
                  <a:gd name="T2" fmla="*/ 36 w 462"/>
                  <a:gd name="T3" fmla="*/ 91 h 1824"/>
                  <a:gd name="T4" fmla="*/ 17 w 462"/>
                  <a:gd name="T5" fmla="*/ 153 h 1824"/>
                  <a:gd name="T6" fmla="*/ 2 w 462"/>
                  <a:gd name="T7" fmla="*/ 185 h 1824"/>
                  <a:gd name="T8" fmla="*/ 0 w 462"/>
                  <a:gd name="T9" fmla="*/ 185 h 1824"/>
                  <a:gd name="T10" fmla="*/ 5 w 462"/>
                  <a:gd name="T11" fmla="*/ 169 h 1824"/>
                  <a:gd name="T12" fmla="*/ 19 w 462"/>
                  <a:gd name="T13" fmla="*/ 110 h 1824"/>
                  <a:gd name="T14" fmla="*/ 26 w 462"/>
                  <a:gd name="T15" fmla="*/ 80 h 1824"/>
                  <a:gd name="T16" fmla="*/ 31 w 462"/>
                  <a:gd name="T17" fmla="*/ 60 h 1824"/>
                  <a:gd name="T18" fmla="*/ 38 w 462"/>
                  <a:gd name="T19" fmla="*/ 34 h 1824"/>
                  <a:gd name="T20" fmla="*/ 44 w 462"/>
                  <a:gd name="T21" fmla="*/ 5 h 1824"/>
                  <a:gd name="T22" fmla="*/ 47 w 462"/>
                  <a:gd name="T23" fmla="*/ 0 h 1824"/>
                  <a:gd name="T24" fmla="*/ 48 w 462"/>
                  <a:gd name="T25" fmla="*/ 0 h 1824"/>
                  <a:gd name="T26" fmla="*/ 48 w 462"/>
                  <a:gd name="T27" fmla="*/ 11 h 1824"/>
                  <a:gd name="T28" fmla="*/ 48 w 462"/>
                  <a:gd name="T29" fmla="*/ 11 h 18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2" h="1824">
                    <a:moveTo>
                      <a:pt x="462" y="113"/>
                    </a:moveTo>
                    <a:lnTo>
                      <a:pt x="349" y="893"/>
                    </a:lnTo>
                    <a:lnTo>
                      <a:pt x="162" y="1512"/>
                    </a:lnTo>
                    <a:lnTo>
                      <a:pt x="24" y="1824"/>
                    </a:lnTo>
                    <a:lnTo>
                      <a:pt x="0" y="1824"/>
                    </a:lnTo>
                    <a:lnTo>
                      <a:pt x="48" y="1663"/>
                    </a:lnTo>
                    <a:lnTo>
                      <a:pt x="186" y="1080"/>
                    </a:lnTo>
                    <a:lnTo>
                      <a:pt x="252" y="792"/>
                    </a:lnTo>
                    <a:lnTo>
                      <a:pt x="300" y="588"/>
                    </a:lnTo>
                    <a:lnTo>
                      <a:pt x="367" y="336"/>
                    </a:lnTo>
                    <a:lnTo>
                      <a:pt x="426" y="47"/>
                    </a:lnTo>
                    <a:lnTo>
                      <a:pt x="450" y="0"/>
                    </a:lnTo>
                    <a:lnTo>
                      <a:pt x="462" y="0"/>
                    </a:lnTo>
                    <a:lnTo>
                      <a:pt x="462"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183">
                <a:extLst>
                  <a:ext uri="{FF2B5EF4-FFF2-40B4-BE49-F238E27FC236}">
                    <a16:creationId xmlns:a16="http://schemas.microsoft.com/office/drawing/2014/main" id="{989190FB-BC17-4F2D-A80C-7967A2C149E4}"/>
                  </a:ext>
                </a:extLst>
              </p:cNvPr>
              <p:cNvSpPr>
                <a:spLocks/>
              </p:cNvSpPr>
              <p:nvPr/>
            </p:nvSpPr>
            <p:spPr bwMode="auto">
              <a:xfrm>
                <a:off x="3456" y="3343"/>
                <a:ext cx="1213" cy="245"/>
              </a:xfrm>
              <a:custGeom>
                <a:avLst/>
                <a:gdLst>
                  <a:gd name="T0" fmla="*/ 1213 w 11768"/>
                  <a:gd name="T1" fmla="*/ 6 h 2401"/>
                  <a:gd name="T2" fmla="*/ 1212 w 11768"/>
                  <a:gd name="T3" fmla="*/ 24 h 2401"/>
                  <a:gd name="T4" fmla="*/ 1202 w 11768"/>
                  <a:gd name="T5" fmla="*/ 74 h 2401"/>
                  <a:gd name="T6" fmla="*/ 1196 w 11768"/>
                  <a:gd name="T7" fmla="*/ 110 h 2401"/>
                  <a:gd name="T8" fmla="*/ 1186 w 11768"/>
                  <a:gd name="T9" fmla="*/ 187 h 2401"/>
                  <a:gd name="T10" fmla="*/ 1175 w 11768"/>
                  <a:gd name="T11" fmla="*/ 235 h 2401"/>
                  <a:gd name="T12" fmla="*/ 1167 w 11768"/>
                  <a:gd name="T13" fmla="*/ 244 h 2401"/>
                  <a:gd name="T14" fmla="*/ 1090 w 11768"/>
                  <a:gd name="T15" fmla="*/ 245 h 2401"/>
                  <a:gd name="T16" fmla="*/ 814 w 11768"/>
                  <a:gd name="T17" fmla="*/ 244 h 2401"/>
                  <a:gd name="T18" fmla="*/ 94 w 11768"/>
                  <a:gd name="T19" fmla="*/ 230 h 2401"/>
                  <a:gd name="T20" fmla="*/ 12 w 11768"/>
                  <a:gd name="T21" fmla="*/ 228 h 2401"/>
                  <a:gd name="T22" fmla="*/ 3 w 11768"/>
                  <a:gd name="T23" fmla="*/ 225 h 2401"/>
                  <a:gd name="T24" fmla="*/ 0 w 11768"/>
                  <a:gd name="T25" fmla="*/ 221 h 2401"/>
                  <a:gd name="T26" fmla="*/ 1 w 11768"/>
                  <a:gd name="T27" fmla="*/ 216 h 2401"/>
                  <a:gd name="T28" fmla="*/ 3 w 11768"/>
                  <a:gd name="T29" fmla="*/ 213 h 2401"/>
                  <a:gd name="T30" fmla="*/ 896 w 11768"/>
                  <a:gd name="T31" fmla="*/ 227 h 2401"/>
                  <a:gd name="T32" fmla="*/ 1134 w 11768"/>
                  <a:gd name="T33" fmla="*/ 231 h 2401"/>
                  <a:gd name="T34" fmla="*/ 1148 w 11768"/>
                  <a:gd name="T35" fmla="*/ 228 h 2401"/>
                  <a:gd name="T36" fmla="*/ 1152 w 11768"/>
                  <a:gd name="T37" fmla="*/ 221 h 2401"/>
                  <a:gd name="T38" fmla="*/ 1155 w 11768"/>
                  <a:gd name="T39" fmla="*/ 209 h 2401"/>
                  <a:gd name="T40" fmla="*/ 1153 w 11768"/>
                  <a:gd name="T41" fmla="*/ 68 h 2401"/>
                  <a:gd name="T42" fmla="*/ 1151 w 11768"/>
                  <a:gd name="T43" fmla="*/ 13 h 2401"/>
                  <a:gd name="T44" fmla="*/ 1149 w 11768"/>
                  <a:gd name="T45" fmla="*/ 6 h 2401"/>
                  <a:gd name="T46" fmla="*/ 1152 w 11768"/>
                  <a:gd name="T47" fmla="*/ 0 h 2401"/>
                  <a:gd name="T48" fmla="*/ 1211 w 11768"/>
                  <a:gd name="T49" fmla="*/ 4 h 2401"/>
                  <a:gd name="T50" fmla="*/ 1213 w 11768"/>
                  <a:gd name="T51" fmla="*/ 6 h 2401"/>
                  <a:gd name="T52" fmla="*/ 1213 w 11768"/>
                  <a:gd name="T53" fmla="*/ 6 h 240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68" h="2401">
                    <a:moveTo>
                      <a:pt x="11768" y="59"/>
                    </a:moveTo>
                    <a:lnTo>
                      <a:pt x="11757" y="234"/>
                    </a:lnTo>
                    <a:lnTo>
                      <a:pt x="11666" y="726"/>
                    </a:lnTo>
                    <a:lnTo>
                      <a:pt x="11606" y="1080"/>
                    </a:lnTo>
                    <a:lnTo>
                      <a:pt x="11504" y="1837"/>
                    </a:lnTo>
                    <a:lnTo>
                      <a:pt x="11403" y="2305"/>
                    </a:lnTo>
                    <a:lnTo>
                      <a:pt x="11318" y="2389"/>
                    </a:lnTo>
                    <a:lnTo>
                      <a:pt x="10573" y="2401"/>
                    </a:lnTo>
                    <a:lnTo>
                      <a:pt x="7893" y="2389"/>
                    </a:lnTo>
                    <a:lnTo>
                      <a:pt x="912" y="2251"/>
                    </a:lnTo>
                    <a:lnTo>
                      <a:pt x="119" y="2238"/>
                    </a:lnTo>
                    <a:lnTo>
                      <a:pt x="29" y="2202"/>
                    </a:lnTo>
                    <a:lnTo>
                      <a:pt x="0" y="2166"/>
                    </a:lnTo>
                    <a:lnTo>
                      <a:pt x="6" y="2112"/>
                    </a:lnTo>
                    <a:lnTo>
                      <a:pt x="29" y="2089"/>
                    </a:lnTo>
                    <a:lnTo>
                      <a:pt x="8692" y="2227"/>
                    </a:lnTo>
                    <a:lnTo>
                      <a:pt x="11000" y="2263"/>
                    </a:lnTo>
                    <a:lnTo>
                      <a:pt x="11138" y="2238"/>
                    </a:lnTo>
                    <a:lnTo>
                      <a:pt x="11174" y="2166"/>
                    </a:lnTo>
                    <a:lnTo>
                      <a:pt x="11210" y="2053"/>
                    </a:lnTo>
                    <a:lnTo>
                      <a:pt x="11185" y="665"/>
                    </a:lnTo>
                    <a:lnTo>
                      <a:pt x="11162" y="126"/>
                    </a:lnTo>
                    <a:lnTo>
                      <a:pt x="11149" y="59"/>
                    </a:lnTo>
                    <a:lnTo>
                      <a:pt x="11174" y="0"/>
                    </a:lnTo>
                    <a:lnTo>
                      <a:pt x="11745" y="36"/>
                    </a:lnTo>
                    <a:lnTo>
                      <a:pt x="11768"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184">
                <a:extLst>
                  <a:ext uri="{FF2B5EF4-FFF2-40B4-BE49-F238E27FC236}">
                    <a16:creationId xmlns:a16="http://schemas.microsoft.com/office/drawing/2014/main" id="{49E4C2E2-7030-4F92-854C-6B90E9799647}"/>
                  </a:ext>
                </a:extLst>
              </p:cNvPr>
              <p:cNvSpPr>
                <a:spLocks/>
              </p:cNvSpPr>
              <p:nvPr/>
            </p:nvSpPr>
            <p:spPr bwMode="auto">
              <a:xfrm>
                <a:off x="3820" y="3362"/>
                <a:ext cx="32" cy="27"/>
              </a:xfrm>
              <a:custGeom>
                <a:avLst/>
                <a:gdLst>
                  <a:gd name="T0" fmla="*/ 27 w 319"/>
                  <a:gd name="T1" fmla="*/ 5 h 277"/>
                  <a:gd name="T2" fmla="*/ 32 w 319"/>
                  <a:gd name="T3" fmla="*/ 8 h 277"/>
                  <a:gd name="T4" fmla="*/ 32 w 319"/>
                  <a:gd name="T5" fmla="*/ 19 h 277"/>
                  <a:gd name="T6" fmla="*/ 29 w 319"/>
                  <a:gd name="T7" fmla="*/ 25 h 277"/>
                  <a:gd name="T8" fmla="*/ 8 w 319"/>
                  <a:gd name="T9" fmla="*/ 27 h 277"/>
                  <a:gd name="T10" fmla="*/ 1 w 319"/>
                  <a:gd name="T11" fmla="*/ 22 h 277"/>
                  <a:gd name="T12" fmla="*/ 0 w 319"/>
                  <a:gd name="T13" fmla="*/ 21 h 277"/>
                  <a:gd name="T14" fmla="*/ 0 w 319"/>
                  <a:gd name="T15" fmla="*/ 19 h 277"/>
                  <a:gd name="T16" fmla="*/ 19 w 319"/>
                  <a:gd name="T17" fmla="*/ 13 h 277"/>
                  <a:gd name="T18" fmla="*/ 22 w 319"/>
                  <a:gd name="T19" fmla="*/ 11 h 277"/>
                  <a:gd name="T20" fmla="*/ 23 w 319"/>
                  <a:gd name="T21" fmla="*/ 0 h 277"/>
                  <a:gd name="T22" fmla="*/ 25 w 319"/>
                  <a:gd name="T23" fmla="*/ 0 h 277"/>
                  <a:gd name="T24" fmla="*/ 27 w 319"/>
                  <a:gd name="T25" fmla="*/ 5 h 277"/>
                  <a:gd name="T26" fmla="*/ 27 w 319"/>
                  <a:gd name="T27" fmla="*/ 5 h 2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19" h="277">
                    <a:moveTo>
                      <a:pt x="265" y="48"/>
                    </a:moveTo>
                    <a:lnTo>
                      <a:pt x="319" y="79"/>
                    </a:lnTo>
                    <a:lnTo>
                      <a:pt x="319" y="199"/>
                    </a:lnTo>
                    <a:lnTo>
                      <a:pt x="288" y="253"/>
                    </a:lnTo>
                    <a:lnTo>
                      <a:pt x="78" y="277"/>
                    </a:lnTo>
                    <a:lnTo>
                      <a:pt x="12" y="228"/>
                    </a:lnTo>
                    <a:lnTo>
                      <a:pt x="0" y="217"/>
                    </a:lnTo>
                    <a:lnTo>
                      <a:pt x="0" y="199"/>
                    </a:lnTo>
                    <a:lnTo>
                      <a:pt x="193" y="138"/>
                    </a:lnTo>
                    <a:lnTo>
                      <a:pt x="216" y="115"/>
                    </a:lnTo>
                    <a:lnTo>
                      <a:pt x="229" y="0"/>
                    </a:lnTo>
                    <a:lnTo>
                      <a:pt x="252" y="0"/>
                    </a:lnTo>
                    <a:lnTo>
                      <a:pt x="26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185">
                <a:extLst>
                  <a:ext uri="{FF2B5EF4-FFF2-40B4-BE49-F238E27FC236}">
                    <a16:creationId xmlns:a16="http://schemas.microsoft.com/office/drawing/2014/main" id="{61991047-475B-4693-9A44-0DED673DA5CA}"/>
                  </a:ext>
                </a:extLst>
              </p:cNvPr>
              <p:cNvSpPr>
                <a:spLocks/>
              </p:cNvSpPr>
              <p:nvPr/>
            </p:nvSpPr>
            <p:spPr bwMode="auto">
              <a:xfrm>
                <a:off x="3772" y="3362"/>
                <a:ext cx="169" cy="110"/>
              </a:xfrm>
              <a:custGeom>
                <a:avLst/>
                <a:gdLst>
                  <a:gd name="T0" fmla="*/ 120 w 1641"/>
                  <a:gd name="T1" fmla="*/ 28 h 1093"/>
                  <a:gd name="T2" fmla="*/ 103 w 1641"/>
                  <a:gd name="T3" fmla="*/ 37 h 1093"/>
                  <a:gd name="T4" fmla="*/ 93 w 1641"/>
                  <a:gd name="T5" fmla="*/ 60 h 1093"/>
                  <a:gd name="T6" fmla="*/ 72 w 1641"/>
                  <a:gd name="T7" fmla="*/ 57 h 1093"/>
                  <a:gd name="T8" fmla="*/ 67 w 1641"/>
                  <a:gd name="T9" fmla="*/ 72 h 1093"/>
                  <a:gd name="T10" fmla="*/ 93 w 1641"/>
                  <a:gd name="T11" fmla="*/ 65 h 1093"/>
                  <a:gd name="T12" fmla="*/ 106 w 1641"/>
                  <a:gd name="T13" fmla="*/ 56 h 1093"/>
                  <a:gd name="T14" fmla="*/ 127 w 1641"/>
                  <a:gd name="T15" fmla="*/ 44 h 1093"/>
                  <a:gd name="T16" fmla="*/ 132 w 1641"/>
                  <a:gd name="T17" fmla="*/ 33 h 1093"/>
                  <a:gd name="T18" fmla="*/ 134 w 1641"/>
                  <a:gd name="T19" fmla="*/ 17 h 1093"/>
                  <a:gd name="T20" fmla="*/ 156 w 1641"/>
                  <a:gd name="T21" fmla="*/ 12 h 1093"/>
                  <a:gd name="T22" fmla="*/ 159 w 1641"/>
                  <a:gd name="T23" fmla="*/ 3 h 1093"/>
                  <a:gd name="T24" fmla="*/ 168 w 1641"/>
                  <a:gd name="T25" fmla="*/ 22 h 1093"/>
                  <a:gd name="T26" fmla="*/ 163 w 1641"/>
                  <a:gd name="T27" fmla="*/ 29 h 1093"/>
                  <a:gd name="T28" fmla="*/ 145 w 1641"/>
                  <a:gd name="T29" fmla="*/ 42 h 1093"/>
                  <a:gd name="T30" fmla="*/ 126 w 1641"/>
                  <a:gd name="T31" fmla="*/ 59 h 1093"/>
                  <a:gd name="T32" fmla="*/ 108 w 1641"/>
                  <a:gd name="T33" fmla="*/ 68 h 1093"/>
                  <a:gd name="T34" fmla="*/ 94 w 1641"/>
                  <a:gd name="T35" fmla="*/ 82 h 1093"/>
                  <a:gd name="T36" fmla="*/ 87 w 1641"/>
                  <a:gd name="T37" fmla="*/ 86 h 1093"/>
                  <a:gd name="T38" fmla="*/ 81 w 1641"/>
                  <a:gd name="T39" fmla="*/ 104 h 1093"/>
                  <a:gd name="T40" fmla="*/ 51 w 1641"/>
                  <a:gd name="T41" fmla="*/ 108 h 1093"/>
                  <a:gd name="T42" fmla="*/ 45 w 1641"/>
                  <a:gd name="T43" fmla="*/ 106 h 1093"/>
                  <a:gd name="T44" fmla="*/ 48 w 1641"/>
                  <a:gd name="T45" fmla="*/ 98 h 1093"/>
                  <a:gd name="T46" fmla="*/ 68 w 1641"/>
                  <a:gd name="T47" fmla="*/ 91 h 1093"/>
                  <a:gd name="T48" fmla="*/ 64 w 1641"/>
                  <a:gd name="T49" fmla="*/ 83 h 1093"/>
                  <a:gd name="T50" fmla="*/ 42 w 1641"/>
                  <a:gd name="T51" fmla="*/ 89 h 1093"/>
                  <a:gd name="T52" fmla="*/ 37 w 1641"/>
                  <a:gd name="T53" fmla="*/ 108 h 1093"/>
                  <a:gd name="T54" fmla="*/ 0 w 1641"/>
                  <a:gd name="T55" fmla="*/ 108 h 1093"/>
                  <a:gd name="T56" fmla="*/ 16 w 1641"/>
                  <a:gd name="T57" fmla="*/ 98 h 1093"/>
                  <a:gd name="T58" fmla="*/ 22 w 1641"/>
                  <a:gd name="T59" fmla="*/ 79 h 1093"/>
                  <a:gd name="T60" fmla="*/ 29 w 1641"/>
                  <a:gd name="T61" fmla="*/ 70 h 1093"/>
                  <a:gd name="T62" fmla="*/ 51 w 1641"/>
                  <a:gd name="T63" fmla="*/ 66 h 1093"/>
                  <a:gd name="T64" fmla="*/ 59 w 1641"/>
                  <a:gd name="T65" fmla="*/ 62 h 1093"/>
                  <a:gd name="T66" fmla="*/ 64 w 1641"/>
                  <a:gd name="T67" fmla="*/ 48 h 1093"/>
                  <a:gd name="T68" fmla="*/ 85 w 1641"/>
                  <a:gd name="T69" fmla="*/ 44 h 1093"/>
                  <a:gd name="T70" fmla="*/ 89 w 1641"/>
                  <a:gd name="T71" fmla="*/ 32 h 1093"/>
                  <a:gd name="T72" fmla="*/ 89 w 1641"/>
                  <a:gd name="T73" fmla="*/ 20 h 1093"/>
                  <a:gd name="T74" fmla="*/ 106 w 1641"/>
                  <a:gd name="T75" fmla="*/ 15 h 1093"/>
                  <a:gd name="T76" fmla="*/ 116 w 1641"/>
                  <a:gd name="T77" fmla="*/ 0 h 1093"/>
                  <a:gd name="T78" fmla="*/ 127 w 1641"/>
                  <a:gd name="T79" fmla="*/ 13 h 10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641" h="1093">
                    <a:moveTo>
                      <a:pt x="1238" y="127"/>
                    </a:moveTo>
                    <a:lnTo>
                      <a:pt x="1166" y="277"/>
                    </a:lnTo>
                    <a:lnTo>
                      <a:pt x="1040" y="300"/>
                    </a:lnTo>
                    <a:lnTo>
                      <a:pt x="998" y="367"/>
                    </a:lnTo>
                    <a:lnTo>
                      <a:pt x="950" y="553"/>
                    </a:lnTo>
                    <a:lnTo>
                      <a:pt x="901" y="595"/>
                    </a:lnTo>
                    <a:lnTo>
                      <a:pt x="878" y="571"/>
                    </a:lnTo>
                    <a:lnTo>
                      <a:pt x="698" y="571"/>
                    </a:lnTo>
                    <a:lnTo>
                      <a:pt x="649" y="631"/>
                    </a:lnTo>
                    <a:lnTo>
                      <a:pt x="649" y="715"/>
                    </a:lnTo>
                    <a:lnTo>
                      <a:pt x="847" y="715"/>
                    </a:lnTo>
                    <a:lnTo>
                      <a:pt x="901" y="643"/>
                    </a:lnTo>
                    <a:lnTo>
                      <a:pt x="986" y="643"/>
                    </a:lnTo>
                    <a:lnTo>
                      <a:pt x="1034" y="559"/>
                    </a:lnTo>
                    <a:lnTo>
                      <a:pt x="1052" y="456"/>
                    </a:lnTo>
                    <a:lnTo>
                      <a:pt x="1238" y="438"/>
                    </a:lnTo>
                    <a:lnTo>
                      <a:pt x="1281" y="367"/>
                    </a:lnTo>
                    <a:lnTo>
                      <a:pt x="1281" y="325"/>
                    </a:lnTo>
                    <a:lnTo>
                      <a:pt x="1250" y="289"/>
                    </a:lnTo>
                    <a:lnTo>
                      <a:pt x="1304" y="169"/>
                    </a:lnTo>
                    <a:lnTo>
                      <a:pt x="1490" y="138"/>
                    </a:lnTo>
                    <a:lnTo>
                      <a:pt x="1515" y="115"/>
                    </a:lnTo>
                    <a:lnTo>
                      <a:pt x="1520" y="48"/>
                    </a:lnTo>
                    <a:lnTo>
                      <a:pt x="1545" y="25"/>
                    </a:lnTo>
                    <a:lnTo>
                      <a:pt x="1641" y="115"/>
                    </a:lnTo>
                    <a:lnTo>
                      <a:pt x="1628" y="217"/>
                    </a:lnTo>
                    <a:lnTo>
                      <a:pt x="1605" y="264"/>
                    </a:lnTo>
                    <a:lnTo>
                      <a:pt x="1581" y="289"/>
                    </a:lnTo>
                    <a:lnTo>
                      <a:pt x="1502" y="289"/>
                    </a:lnTo>
                    <a:lnTo>
                      <a:pt x="1407" y="415"/>
                    </a:lnTo>
                    <a:lnTo>
                      <a:pt x="1376" y="541"/>
                    </a:lnTo>
                    <a:lnTo>
                      <a:pt x="1225" y="582"/>
                    </a:lnTo>
                    <a:lnTo>
                      <a:pt x="1135" y="582"/>
                    </a:lnTo>
                    <a:lnTo>
                      <a:pt x="1052" y="679"/>
                    </a:lnTo>
                    <a:lnTo>
                      <a:pt x="1022" y="805"/>
                    </a:lnTo>
                    <a:lnTo>
                      <a:pt x="914" y="817"/>
                    </a:lnTo>
                    <a:lnTo>
                      <a:pt x="878" y="817"/>
                    </a:lnTo>
                    <a:lnTo>
                      <a:pt x="847" y="859"/>
                    </a:lnTo>
                    <a:lnTo>
                      <a:pt x="847" y="907"/>
                    </a:lnTo>
                    <a:lnTo>
                      <a:pt x="788" y="1033"/>
                    </a:lnTo>
                    <a:lnTo>
                      <a:pt x="788" y="1069"/>
                    </a:lnTo>
                    <a:lnTo>
                      <a:pt x="493" y="1075"/>
                    </a:lnTo>
                    <a:lnTo>
                      <a:pt x="457" y="1075"/>
                    </a:lnTo>
                    <a:lnTo>
                      <a:pt x="433" y="1057"/>
                    </a:lnTo>
                    <a:lnTo>
                      <a:pt x="469" y="1021"/>
                    </a:lnTo>
                    <a:lnTo>
                      <a:pt x="469" y="973"/>
                    </a:lnTo>
                    <a:lnTo>
                      <a:pt x="607" y="973"/>
                    </a:lnTo>
                    <a:lnTo>
                      <a:pt x="662" y="907"/>
                    </a:lnTo>
                    <a:lnTo>
                      <a:pt x="649" y="847"/>
                    </a:lnTo>
                    <a:lnTo>
                      <a:pt x="619" y="823"/>
                    </a:lnTo>
                    <a:lnTo>
                      <a:pt x="445" y="823"/>
                    </a:lnTo>
                    <a:lnTo>
                      <a:pt x="403" y="883"/>
                    </a:lnTo>
                    <a:lnTo>
                      <a:pt x="391" y="1010"/>
                    </a:lnTo>
                    <a:lnTo>
                      <a:pt x="355" y="1069"/>
                    </a:lnTo>
                    <a:lnTo>
                      <a:pt x="283" y="1093"/>
                    </a:lnTo>
                    <a:lnTo>
                      <a:pt x="0" y="1069"/>
                    </a:lnTo>
                    <a:lnTo>
                      <a:pt x="25" y="967"/>
                    </a:lnTo>
                    <a:lnTo>
                      <a:pt x="157" y="973"/>
                    </a:lnTo>
                    <a:lnTo>
                      <a:pt x="241" y="883"/>
                    </a:lnTo>
                    <a:lnTo>
                      <a:pt x="216" y="781"/>
                    </a:lnTo>
                    <a:lnTo>
                      <a:pt x="229" y="745"/>
                    </a:lnTo>
                    <a:lnTo>
                      <a:pt x="283" y="697"/>
                    </a:lnTo>
                    <a:lnTo>
                      <a:pt x="445" y="697"/>
                    </a:lnTo>
                    <a:lnTo>
                      <a:pt x="493" y="654"/>
                    </a:lnTo>
                    <a:lnTo>
                      <a:pt x="493" y="631"/>
                    </a:lnTo>
                    <a:lnTo>
                      <a:pt x="571" y="618"/>
                    </a:lnTo>
                    <a:lnTo>
                      <a:pt x="607" y="571"/>
                    </a:lnTo>
                    <a:lnTo>
                      <a:pt x="619" y="481"/>
                    </a:lnTo>
                    <a:lnTo>
                      <a:pt x="644" y="456"/>
                    </a:lnTo>
                    <a:lnTo>
                      <a:pt x="824" y="438"/>
                    </a:lnTo>
                    <a:lnTo>
                      <a:pt x="860" y="391"/>
                    </a:lnTo>
                    <a:lnTo>
                      <a:pt x="860" y="313"/>
                    </a:lnTo>
                    <a:lnTo>
                      <a:pt x="824" y="277"/>
                    </a:lnTo>
                    <a:lnTo>
                      <a:pt x="860" y="199"/>
                    </a:lnTo>
                    <a:lnTo>
                      <a:pt x="914" y="163"/>
                    </a:lnTo>
                    <a:lnTo>
                      <a:pt x="1034" y="151"/>
                    </a:lnTo>
                    <a:lnTo>
                      <a:pt x="1088" y="79"/>
                    </a:lnTo>
                    <a:lnTo>
                      <a:pt x="1124" y="0"/>
                    </a:lnTo>
                    <a:lnTo>
                      <a:pt x="1142" y="0"/>
                    </a:lnTo>
                    <a:lnTo>
                      <a:pt x="1238"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5" name="Freeform 186">
                <a:extLst>
                  <a:ext uri="{FF2B5EF4-FFF2-40B4-BE49-F238E27FC236}">
                    <a16:creationId xmlns:a16="http://schemas.microsoft.com/office/drawing/2014/main" id="{3F9478C1-8DBC-442E-B552-9A9D902E43F6}"/>
                  </a:ext>
                </a:extLst>
              </p:cNvPr>
              <p:cNvSpPr>
                <a:spLocks/>
              </p:cNvSpPr>
              <p:nvPr/>
            </p:nvSpPr>
            <p:spPr bwMode="auto">
              <a:xfrm>
                <a:off x="3560" y="3364"/>
                <a:ext cx="36" cy="21"/>
              </a:xfrm>
              <a:custGeom>
                <a:avLst/>
                <a:gdLst>
                  <a:gd name="T0" fmla="*/ 34 w 362"/>
                  <a:gd name="T1" fmla="*/ 19 h 216"/>
                  <a:gd name="T2" fmla="*/ 31 w 362"/>
                  <a:gd name="T3" fmla="*/ 21 h 216"/>
                  <a:gd name="T4" fmla="*/ 5 w 362"/>
                  <a:gd name="T5" fmla="*/ 20 h 216"/>
                  <a:gd name="T6" fmla="*/ 0 w 362"/>
                  <a:gd name="T7" fmla="*/ 15 h 216"/>
                  <a:gd name="T8" fmla="*/ 6 w 362"/>
                  <a:gd name="T9" fmla="*/ 11 h 216"/>
                  <a:gd name="T10" fmla="*/ 23 w 362"/>
                  <a:gd name="T11" fmla="*/ 11 h 216"/>
                  <a:gd name="T12" fmla="*/ 26 w 362"/>
                  <a:gd name="T13" fmla="*/ 8 h 216"/>
                  <a:gd name="T14" fmla="*/ 26 w 362"/>
                  <a:gd name="T15" fmla="*/ 0 h 216"/>
                  <a:gd name="T16" fmla="*/ 36 w 362"/>
                  <a:gd name="T17" fmla="*/ 8 h 216"/>
                  <a:gd name="T18" fmla="*/ 34 w 362"/>
                  <a:gd name="T19" fmla="*/ 19 h 216"/>
                  <a:gd name="T20" fmla="*/ 34 w 362"/>
                  <a:gd name="T21" fmla="*/ 19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2" h="216">
                    <a:moveTo>
                      <a:pt x="337" y="193"/>
                    </a:moveTo>
                    <a:lnTo>
                      <a:pt x="313" y="216"/>
                    </a:lnTo>
                    <a:lnTo>
                      <a:pt x="49" y="205"/>
                    </a:lnTo>
                    <a:lnTo>
                      <a:pt x="0" y="157"/>
                    </a:lnTo>
                    <a:lnTo>
                      <a:pt x="61" y="115"/>
                    </a:lnTo>
                    <a:lnTo>
                      <a:pt x="229" y="115"/>
                    </a:lnTo>
                    <a:lnTo>
                      <a:pt x="265" y="79"/>
                    </a:lnTo>
                    <a:lnTo>
                      <a:pt x="265" y="0"/>
                    </a:lnTo>
                    <a:lnTo>
                      <a:pt x="362" y="79"/>
                    </a:lnTo>
                    <a:lnTo>
                      <a:pt x="337"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Freeform 187">
                <a:extLst>
                  <a:ext uri="{FF2B5EF4-FFF2-40B4-BE49-F238E27FC236}">
                    <a16:creationId xmlns:a16="http://schemas.microsoft.com/office/drawing/2014/main" id="{983C17CB-62D5-4B78-A37A-221BB9E255B6}"/>
                  </a:ext>
                </a:extLst>
              </p:cNvPr>
              <p:cNvSpPr>
                <a:spLocks/>
              </p:cNvSpPr>
              <p:nvPr/>
            </p:nvSpPr>
            <p:spPr bwMode="auto">
              <a:xfrm>
                <a:off x="3861" y="3364"/>
                <a:ext cx="256" cy="108"/>
              </a:xfrm>
              <a:custGeom>
                <a:avLst/>
                <a:gdLst>
                  <a:gd name="T0" fmla="*/ 171 w 2486"/>
                  <a:gd name="T1" fmla="*/ 15 h 1088"/>
                  <a:gd name="T2" fmla="*/ 198 w 2486"/>
                  <a:gd name="T3" fmla="*/ 8 h 1088"/>
                  <a:gd name="T4" fmla="*/ 203 w 2486"/>
                  <a:gd name="T5" fmla="*/ 0 h 1088"/>
                  <a:gd name="T6" fmla="*/ 211 w 2486"/>
                  <a:gd name="T7" fmla="*/ 7 h 1088"/>
                  <a:gd name="T8" fmla="*/ 205 w 2486"/>
                  <a:gd name="T9" fmla="*/ 27 h 1088"/>
                  <a:gd name="T10" fmla="*/ 185 w 2486"/>
                  <a:gd name="T11" fmla="*/ 51 h 1088"/>
                  <a:gd name="T12" fmla="*/ 156 w 2486"/>
                  <a:gd name="T13" fmla="*/ 67 h 1088"/>
                  <a:gd name="T14" fmla="*/ 155 w 2486"/>
                  <a:gd name="T15" fmla="*/ 78 h 1088"/>
                  <a:gd name="T16" fmla="*/ 182 w 2486"/>
                  <a:gd name="T17" fmla="*/ 67 h 1088"/>
                  <a:gd name="T18" fmla="*/ 186 w 2486"/>
                  <a:gd name="T19" fmla="*/ 59 h 1088"/>
                  <a:gd name="T20" fmla="*/ 195 w 2486"/>
                  <a:gd name="T21" fmla="*/ 54 h 1088"/>
                  <a:gd name="T22" fmla="*/ 217 w 2486"/>
                  <a:gd name="T23" fmla="*/ 40 h 1088"/>
                  <a:gd name="T24" fmla="*/ 217 w 2486"/>
                  <a:gd name="T25" fmla="*/ 19 h 1088"/>
                  <a:gd name="T26" fmla="*/ 244 w 2486"/>
                  <a:gd name="T27" fmla="*/ 11 h 1088"/>
                  <a:gd name="T28" fmla="*/ 256 w 2486"/>
                  <a:gd name="T29" fmla="*/ 9 h 1088"/>
                  <a:gd name="T30" fmla="*/ 242 w 2486"/>
                  <a:gd name="T31" fmla="*/ 29 h 1088"/>
                  <a:gd name="T32" fmla="*/ 228 w 2486"/>
                  <a:gd name="T33" fmla="*/ 54 h 1088"/>
                  <a:gd name="T34" fmla="*/ 199 w 2486"/>
                  <a:gd name="T35" fmla="*/ 61 h 1088"/>
                  <a:gd name="T36" fmla="*/ 177 w 2486"/>
                  <a:gd name="T37" fmla="*/ 83 h 1088"/>
                  <a:gd name="T38" fmla="*/ 157 w 2486"/>
                  <a:gd name="T39" fmla="*/ 108 h 1088"/>
                  <a:gd name="T40" fmla="*/ 157 w 2486"/>
                  <a:gd name="T41" fmla="*/ 92 h 1088"/>
                  <a:gd name="T42" fmla="*/ 146 w 2486"/>
                  <a:gd name="T43" fmla="*/ 82 h 1088"/>
                  <a:gd name="T44" fmla="*/ 122 w 2486"/>
                  <a:gd name="T45" fmla="*/ 107 h 1088"/>
                  <a:gd name="T46" fmla="*/ 88 w 2486"/>
                  <a:gd name="T47" fmla="*/ 105 h 1088"/>
                  <a:gd name="T48" fmla="*/ 108 w 2486"/>
                  <a:gd name="T49" fmla="*/ 95 h 1088"/>
                  <a:gd name="T50" fmla="*/ 116 w 2486"/>
                  <a:gd name="T51" fmla="*/ 73 h 1088"/>
                  <a:gd name="T52" fmla="*/ 137 w 2486"/>
                  <a:gd name="T53" fmla="*/ 60 h 1088"/>
                  <a:gd name="T54" fmla="*/ 147 w 2486"/>
                  <a:gd name="T55" fmla="*/ 57 h 1088"/>
                  <a:gd name="T56" fmla="*/ 172 w 2486"/>
                  <a:gd name="T57" fmla="*/ 36 h 1088"/>
                  <a:gd name="T58" fmla="*/ 151 w 2486"/>
                  <a:gd name="T59" fmla="*/ 29 h 1088"/>
                  <a:gd name="T60" fmla="*/ 135 w 2486"/>
                  <a:gd name="T61" fmla="*/ 55 h 1088"/>
                  <a:gd name="T62" fmla="*/ 105 w 2486"/>
                  <a:gd name="T63" fmla="*/ 80 h 1088"/>
                  <a:gd name="T64" fmla="*/ 82 w 2486"/>
                  <a:gd name="T65" fmla="*/ 94 h 1088"/>
                  <a:gd name="T66" fmla="*/ 46 w 2486"/>
                  <a:gd name="T67" fmla="*/ 95 h 1088"/>
                  <a:gd name="T68" fmla="*/ 68 w 2486"/>
                  <a:gd name="T69" fmla="*/ 81 h 1088"/>
                  <a:gd name="T70" fmla="*/ 98 w 2486"/>
                  <a:gd name="T71" fmla="*/ 61 h 1088"/>
                  <a:gd name="T72" fmla="*/ 73 w 2486"/>
                  <a:gd name="T73" fmla="*/ 57 h 1088"/>
                  <a:gd name="T74" fmla="*/ 46 w 2486"/>
                  <a:gd name="T75" fmla="*/ 81 h 1088"/>
                  <a:gd name="T76" fmla="*/ 2 w 2486"/>
                  <a:gd name="T77" fmla="*/ 106 h 1088"/>
                  <a:gd name="T78" fmla="*/ 19 w 2486"/>
                  <a:gd name="T79" fmla="*/ 95 h 1088"/>
                  <a:gd name="T80" fmla="*/ 49 w 2486"/>
                  <a:gd name="T81" fmla="*/ 63 h 1088"/>
                  <a:gd name="T82" fmla="*/ 64 w 2486"/>
                  <a:gd name="T83" fmla="*/ 45 h 1088"/>
                  <a:gd name="T84" fmla="*/ 86 w 2486"/>
                  <a:gd name="T85" fmla="*/ 36 h 1088"/>
                  <a:gd name="T86" fmla="*/ 85 w 2486"/>
                  <a:gd name="T87" fmla="*/ 19 h 1088"/>
                  <a:gd name="T88" fmla="*/ 113 w 2486"/>
                  <a:gd name="T89" fmla="*/ 8 h 1088"/>
                  <a:gd name="T90" fmla="*/ 126 w 2486"/>
                  <a:gd name="T91" fmla="*/ 9 h 1088"/>
                  <a:gd name="T92" fmla="*/ 104 w 2486"/>
                  <a:gd name="T93" fmla="*/ 34 h 1088"/>
                  <a:gd name="T94" fmla="*/ 105 w 2486"/>
                  <a:gd name="T95" fmla="*/ 45 h 1088"/>
                  <a:gd name="T96" fmla="*/ 131 w 2486"/>
                  <a:gd name="T97" fmla="*/ 19 h 1088"/>
                  <a:gd name="T98" fmla="*/ 153 w 2486"/>
                  <a:gd name="T99" fmla="*/ 11 h 1088"/>
                  <a:gd name="T100" fmla="*/ 163 w 2486"/>
                  <a:gd name="T101" fmla="*/ 7 h 108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486" h="1088">
                    <a:moveTo>
                      <a:pt x="1579" y="67"/>
                    </a:moveTo>
                    <a:lnTo>
                      <a:pt x="1640" y="90"/>
                    </a:lnTo>
                    <a:lnTo>
                      <a:pt x="1664" y="151"/>
                    </a:lnTo>
                    <a:lnTo>
                      <a:pt x="1682" y="175"/>
                    </a:lnTo>
                    <a:lnTo>
                      <a:pt x="1880" y="151"/>
                    </a:lnTo>
                    <a:lnTo>
                      <a:pt x="1922" y="79"/>
                    </a:lnTo>
                    <a:lnTo>
                      <a:pt x="1934" y="13"/>
                    </a:lnTo>
                    <a:lnTo>
                      <a:pt x="1946" y="0"/>
                    </a:lnTo>
                    <a:lnTo>
                      <a:pt x="1970" y="0"/>
                    </a:lnTo>
                    <a:lnTo>
                      <a:pt x="1982" y="36"/>
                    </a:lnTo>
                    <a:lnTo>
                      <a:pt x="2018" y="67"/>
                    </a:lnTo>
                    <a:lnTo>
                      <a:pt x="2048" y="67"/>
                    </a:lnTo>
                    <a:lnTo>
                      <a:pt x="2072" y="90"/>
                    </a:lnTo>
                    <a:lnTo>
                      <a:pt x="2018" y="252"/>
                    </a:lnTo>
                    <a:lnTo>
                      <a:pt x="1994" y="277"/>
                    </a:lnTo>
                    <a:lnTo>
                      <a:pt x="1892" y="288"/>
                    </a:lnTo>
                    <a:lnTo>
                      <a:pt x="1844" y="355"/>
                    </a:lnTo>
                    <a:lnTo>
                      <a:pt x="1795" y="516"/>
                    </a:lnTo>
                    <a:lnTo>
                      <a:pt x="1741" y="559"/>
                    </a:lnTo>
                    <a:lnTo>
                      <a:pt x="1567" y="583"/>
                    </a:lnTo>
                    <a:lnTo>
                      <a:pt x="1513" y="673"/>
                    </a:lnTo>
                    <a:lnTo>
                      <a:pt x="1489" y="745"/>
                    </a:lnTo>
                    <a:lnTo>
                      <a:pt x="1489" y="769"/>
                    </a:lnTo>
                    <a:lnTo>
                      <a:pt x="1502" y="781"/>
                    </a:lnTo>
                    <a:lnTo>
                      <a:pt x="1556" y="745"/>
                    </a:lnTo>
                    <a:lnTo>
                      <a:pt x="1730" y="733"/>
                    </a:lnTo>
                    <a:lnTo>
                      <a:pt x="1772" y="673"/>
                    </a:lnTo>
                    <a:lnTo>
                      <a:pt x="1784" y="606"/>
                    </a:lnTo>
                    <a:lnTo>
                      <a:pt x="1795" y="606"/>
                    </a:lnTo>
                    <a:lnTo>
                      <a:pt x="1808" y="595"/>
                    </a:lnTo>
                    <a:lnTo>
                      <a:pt x="1844" y="642"/>
                    </a:lnTo>
                    <a:lnTo>
                      <a:pt x="1867" y="642"/>
                    </a:lnTo>
                    <a:lnTo>
                      <a:pt x="1892" y="547"/>
                    </a:lnTo>
                    <a:lnTo>
                      <a:pt x="1898" y="457"/>
                    </a:lnTo>
                    <a:lnTo>
                      <a:pt x="2072" y="444"/>
                    </a:lnTo>
                    <a:lnTo>
                      <a:pt x="2108" y="403"/>
                    </a:lnTo>
                    <a:lnTo>
                      <a:pt x="2108" y="301"/>
                    </a:lnTo>
                    <a:lnTo>
                      <a:pt x="2072" y="265"/>
                    </a:lnTo>
                    <a:lnTo>
                      <a:pt x="2108" y="193"/>
                    </a:lnTo>
                    <a:lnTo>
                      <a:pt x="2144" y="175"/>
                    </a:lnTo>
                    <a:lnTo>
                      <a:pt x="2324" y="157"/>
                    </a:lnTo>
                    <a:lnTo>
                      <a:pt x="2373" y="115"/>
                    </a:lnTo>
                    <a:lnTo>
                      <a:pt x="2373" y="49"/>
                    </a:lnTo>
                    <a:lnTo>
                      <a:pt x="2396" y="24"/>
                    </a:lnTo>
                    <a:lnTo>
                      <a:pt x="2486" y="90"/>
                    </a:lnTo>
                    <a:lnTo>
                      <a:pt x="2486" y="151"/>
                    </a:lnTo>
                    <a:lnTo>
                      <a:pt x="2439" y="265"/>
                    </a:lnTo>
                    <a:lnTo>
                      <a:pt x="2349" y="288"/>
                    </a:lnTo>
                    <a:lnTo>
                      <a:pt x="2313" y="288"/>
                    </a:lnTo>
                    <a:lnTo>
                      <a:pt x="2270" y="342"/>
                    </a:lnTo>
                    <a:lnTo>
                      <a:pt x="2210" y="547"/>
                    </a:lnTo>
                    <a:lnTo>
                      <a:pt x="2186" y="570"/>
                    </a:lnTo>
                    <a:lnTo>
                      <a:pt x="1994" y="559"/>
                    </a:lnTo>
                    <a:lnTo>
                      <a:pt x="1934" y="619"/>
                    </a:lnTo>
                    <a:lnTo>
                      <a:pt x="1916" y="745"/>
                    </a:lnTo>
                    <a:lnTo>
                      <a:pt x="1880" y="823"/>
                    </a:lnTo>
                    <a:lnTo>
                      <a:pt x="1718" y="835"/>
                    </a:lnTo>
                    <a:lnTo>
                      <a:pt x="1669" y="907"/>
                    </a:lnTo>
                    <a:lnTo>
                      <a:pt x="1640" y="1045"/>
                    </a:lnTo>
                    <a:lnTo>
                      <a:pt x="1525" y="1088"/>
                    </a:lnTo>
                    <a:lnTo>
                      <a:pt x="1513" y="1088"/>
                    </a:lnTo>
                    <a:lnTo>
                      <a:pt x="1502" y="998"/>
                    </a:lnTo>
                    <a:lnTo>
                      <a:pt x="1525" y="931"/>
                    </a:lnTo>
                    <a:lnTo>
                      <a:pt x="1525" y="823"/>
                    </a:lnTo>
                    <a:lnTo>
                      <a:pt x="1502" y="793"/>
                    </a:lnTo>
                    <a:lnTo>
                      <a:pt x="1417" y="823"/>
                    </a:lnTo>
                    <a:lnTo>
                      <a:pt x="1291" y="823"/>
                    </a:lnTo>
                    <a:lnTo>
                      <a:pt x="1225" y="931"/>
                    </a:lnTo>
                    <a:lnTo>
                      <a:pt x="1189" y="1081"/>
                    </a:lnTo>
                    <a:lnTo>
                      <a:pt x="919" y="1088"/>
                    </a:lnTo>
                    <a:lnTo>
                      <a:pt x="894" y="1088"/>
                    </a:lnTo>
                    <a:lnTo>
                      <a:pt x="858" y="1057"/>
                    </a:lnTo>
                    <a:lnTo>
                      <a:pt x="871" y="1021"/>
                    </a:lnTo>
                    <a:lnTo>
                      <a:pt x="871" y="998"/>
                    </a:lnTo>
                    <a:lnTo>
                      <a:pt x="1051" y="961"/>
                    </a:lnTo>
                    <a:lnTo>
                      <a:pt x="1123" y="859"/>
                    </a:lnTo>
                    <a:lnTo>
                      <a:pt x="1099" y="811"/>
                    </a:lnTo>
                    <a:lnTo>
                      <a:pt x="1123" y="733"/>
                    </a:lnTo>
                    <a:lnTo>
                      <a:pt x="1291" y="721"/>
                    </a:lnTo>
                    <a:lnTo>
                      <a:pt x="1327" y="685"/>
                    </a:lnTo>
                    <a:lnTo>
                      <a:pt x="1327" y="606"/>
                    </a:lnTo>
                    <a:lnTo>
                      <a:pt x="1351" y="583"/>
                    </a:lnTo>
                    <a:lnTo>
                      <a:pt x="1399" y="606"/>
                    </a:lnTo>
                    <a:lnTo>
                      <a:pt x="1430" y="570"/>
                    </a:lnTo>
                    <a:lnTo>
                      <a:pt x="1466" y="444"/>
                    </a:lnTo>
                    <a:lnTo>
                      <a:pt x="1640" y="433"/>
                    </a:lnTo>
                    <a:lnTo>
                      <a:pt x="1669" y="367"/>
                    </a:lnTo>
                    <a:lnTo>
                      <a:pt x="1682" y="319"/>
                    </a:lnTo>
                    <a:lnTo>
                      <a:pt x="1615" y="265"/>
                    </a:lnTo>
                    <a:lnTo>
                      <a:pt x="1466" y="288"/>
                    </a:lnTo>
                    <a:lnTo>
                      <a:pt x="1399" y="367"/>
                    </a:lnTo>
                    <a:lnTo>
                      <a:pt x="1340" y="541"/>
                    </a:lnTo>
                    <a:lnTo>
                      <a:pt x="1315" y="559"/>
                    </a:lnTo>
                    <a:lnTo>
                      <a:pt x="1111" y="559"/>
                    </a:lnTo>
                    <a:lnTo>
                      <a:pt x="1075" y="595"/>
                    </a:lnTo>
                    <a:lnTo>
                      <a:pt x="1021" y="805"/>
                    </a:lnTo>
                    <a:lnTo>
                      <a:pt x="961" y="835"/>
                    </a:lnTo>
                    <a:lnTo>
                      <a:pt x="847" y="835"/>
                    </a:lnTo>
                    <a:lnTo>
                      <a:pt x="799" y="943"/>
                    </a:lnTo>
                    <a:lnTo>
                      <a:pt x="781" y="1081"/>
                    </a:lnTo>
                    <a:lnTo>
                      <a:pt x="408" y="1057"/>
                    </a:lnTo>
                    <a:lnTo>
                      <a:pt x="444" y="961"/>
                    </a:lnTo>
                    <a:lnTo>
                      <a:pt x="630" y="961"/>
                    </a:lnTo>
                    <a:lnTo>
                      <a:pt x="685" y="871"/>
                    </a:lnTo>
                    <a:lnTo>
                      <a:pt x="660" y="811"/>
                    </a:lnTo>
                    <a:lnTo>
                      <a:pt x="696" y="709"/>
                    </a:lnTo>
                    <a:lnTo>
                      <a:pt x="894" y="685"/>
                    </a:lnTo>
                    <a:lnTo>
                      <a:pt x="948" y="619"/>
                    </a:lnTo>
                    <a:lnTo>
                      <a:pt x="948" y="570"/>
                    </a:lnTo>
                    <a:lnTo>
                      <a:pt x="925" y="547"/>
                    </a:lnTo>
                    <a:lnTo>
                      <a:pt x="709" y="570"/>
                    </a:lnTo>
                    <a:lnTo>
                      <a:pt x="630" y="667"/>
                    </a:lnTo>
                    <a:lnTo>
                      <a:pt x="594" y="805"/>
                    </a:lnTo>
                    <a:lnTo>
                      <a:pt x="444" y="811"/>
                    </a:lnTo>
                    <a:lnTo>
                      <a:pt x="342" y="998"/>
                    </a:lnTo>
                    <a:lnTo>
                      <a:pt x="329" y="1063"/>
                    </a:lnTo>
                    <a:lnTo>
                      <a:pt x="18" y="1063"/>
                    </a:lnTo>
                    <a:lnTo>
                      <a:pt x="0" y="1045"/>
                    </a:lnTo>
                    <a:lnTo>
                      <a:pt x="36" y="961"/>
                    </a:lnTo>
                    <a:lnTo>
                      <a:pt x="180" y="961"/>
                    </a:lnTo>
                    <a:lnTo>
                      <a:pt x="275" y="703"/>
                    </a:lnTo>
                    <a:lnTo>
                      <a:pt x="421" y="685"/>
                    </a:lnTo>
                    <a:lnTo>
                      <a:pt x="480" y="631"/>
                    </a:lnTo>
                    <a:lnTo>
                      <a:pt x="547" y="606"/>
                    </a:lnTo>
                    <a:lnTo>
                      <a:pt x="594" y="541"/>
                    </a:lnTo>
                    <a:lnTo>
                      <a:pt x="619" y="457"/>
                    </a:lnTo>
                    <a:lnTo>
                      <a:pt x="781" y="433"/>
                    </a:lnTo>
                    <a:lnTo>
                      <a:pt x="786" y="433"/>
                    </a:lnTo>
                    <a:lnTo>
                      <a:pt x="835" y="367"/>
                    </a:lnTo>
                    <a:lnTo>
                      <a:pt x="822" y="288"/>
                    </a:lnTo>
                    <a:lnTo>
                      <a:pt x="799" y="265"/>
                    </a:lnTo>
                    <a:lnTo>
                      <a:pt x="822" y="193"/>
                    </a:lnTo>
                    <a:lnTo>
                      <a:pt x="858" y="157"/>
                    </a:lnTo>
                    <a:lnTo>
                      <a:pt x="1039" y="139"/>
                    </a:lnTo>
                    <a:lnTo>
                      <a:pt x="1099" y="79"/>
                    </a:lnTo>
                    <a:lnTo>
                      <a:pt x="1111" y="24"/>
                    </a:lnTo>
                    <a:lnTo>
                      <a:pt x="1123" y="13"/>
                    </a:lnTo>
                    <a:lnTo>
                      <a:pt x="1225" y="90"/>
                    </a:lnTo>
                    <a:lnTo>
                      <a:pt x="1171" y="265"/>
                    </a:lnTo>
                    <a:lnTo>
                      <a:pt x="1051" y="288"/>
                    </a:lnTo>
                    <a:lnTo>
                      <a:pt x="1009" y="342"/>
                    </a:lnTo>
                    <a:lnTo>
                      <a:pt x="997" y="403"/>
                    </a:lnTo>
                    <a:lnTo>
                      <a:pt x="997" y="433"/>
                    </a:lnTo>
                    <a:lnTo>
                      <a:pt x="1021" y="457"/>
                    </a:lnTo>
                    <a:lnTo>
                      <a:pt x="1201" y="426"/>
                    </a:lnTo>
                    <a:lnTo>
                      <a:pt x="1273" y="342"/>
                    </a:lnTo>
                    <a:lnTo>
                      <a:pt x="1273" y="187"/>
                    </a:lnTo>
                    <a:lnTo>
                      <a:pt x="1291" y="151"/>
                    </a:lnTo>
                    <a:lnTo>
                      <a:pt x="1453" y="151"/>
                    </a:lnTo>
                    <a:lnTo>
                      <a:pt x="1489" y="115"/>
                    </a:lnTo>
                    <a:lnTo>
                      <a:pt x="1525" y="0"/>
                    </a:lnTo>
                    <a:lnTo>
                      <a:pt x="1543" y="0"/>
                    </a:lnTo>
                    <a:lnTo>
                      <a:pt x="157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7" name="Freeform 188">
                <a:extLst>
                  <a:ext uri="{FF2B5EF4-FFF2-40B4-BE49-F238E27FC236}">
                    <a16:creationId xmlns:a16="http://schemas.microsoft.com/office/drawing/2014/main" id="{4C0925E6-4102-4A8B-A22E-91E1956123FE}"/>
                  </a:ext>
                </a:extLst>
              </p:cNvPr>
              <p:cNvSpPr>
                <a:spLocks/>
              </p:cNvSpPr>
              <p:nvPr/>
            </p:nvSpPr>
            <p:spPr bwMode="auto">
              <a:xfrm>
                <a:off x="3707" y="3365"/>
                <a:ext cx="18" cy="22"/>
              </a:xfrm>
              <a:custGeom>
                <a:avLst/>
                <a:gdLst>
                  <a:gd name="T0" fmla="*/ 18 w 169"/>
                  <a:gd name="T1" fmla="*/ 10 h 228"/>
                  <a:gd name="T2" fmla="*/ 18 w 169"/>
                  <a:gd name="T3" fmla="*/ 17 h 228"/>
                  <a:gd name="T4" fmla="*/ 10 w 169"/>
                  <a:gd name="T5" fmla="*/ 22 h 228"/>
                  <a:gd name="T6" fmla="*/ 6 w 169"/>
                  <a:gd name="T7" fmla="*/ 22 h 228"/>
                  <a:gd name="T8" fmla="*/ 0 w 169"/>
                  <a:gd name="T9" fmla="*/ 17 h 228"/>
                  <a:gd name="T10" fmla="*/ 5 w 169"/>
                  <a:gd name="T11" fmla="*/ 4 h 228"/>
                  <a:gd name="T12" fmla="*/ 8 w 169"/>
                  <a:gd name="T13" fmla="*/ 0 h 228"/>
                  <a:gd name="T14" fmla="*/ 11 w 169"/>
                  <a:gd name="T15" fmla="*/ 0 h 228"/>
                  <a:gd name="T16" fmla="*/ 18 w 169"/>
                  <a:gd name="T17" fmla="*/ 10 h 228"/>
                  <a:gd name="T18" fmla="*/ 18 w 169"/>
                  <a:gd name="T19" fmla="*/ 10 h 2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228">
                    <a:moveTo>
                      <a:pt x="169" y="102"/>
                    </a:moveTo>
                    <a:lnTo>
                      <a:pt x="169" y="180"/>
                    </a:lnTo>
                    <a:lnTo>
                      <a:pt x="91" y="228"/>
                    </a:lnTo>
                    <a:lnTo>
                      <a:pt x="55" y="228"/>
                    </a:lnTo>
                    <a:lnTo>
                      <a:pt x="0" y="174"/>
                    </a:lnTo>
                    <a:lnTo>
                      <a:pt x="43" y="41"/>
                    </a:lnTo>
                    <a:lnTo>
                      <a:pt x="79" y="0"/>
                    </a:lnTo>
                    <a:lnTo>
                      <a:pt x="102" y="0"/>
                    </a:lnTo>
                    <a:lnTo>
                      <a:pt x="169"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189">
                <a:extLst>
                  <a:ext uri="{FF2B5EF4-FFF2-40B4-BE49-F238E27FC236}">
                    <a16:creationId xmlns:a16="http://schemas.microsoft.com/office/drawing/2014/main" id="{A4A78061-A848-42AF-952D-11E71356050C}"/>
                  </a:ext>
                </a:extLst>
              </p:cNvPr>
              <p:cNvSpPr>
                <a:spLocks/>
              </p:cNvSpPr>
              <p:nvPr/>
            </p:nvSpPr>
            <p:spPr bwMode="auto">
              <a:xfrm>
                <a:off x="3623" y="3365"/>
                <a:ext cx="15" cy="21"/>
              </a:xfrm>
              <a:custGeom>
                <a:avLst/>
                <a:gdLst>
                  <a:gd name="T0" fmla="*/ 15 w 138"/>
                  <a:gd name="T1" fmla="*/ 6 h 205"/>
                  <a:gd name="T2" fmla="*/ 14 w 138"/>
                  <a:gd name="T3" fmla="*/ 19 h 205"/>
                  <a:gd name="T4" fmla="*/ 11 w 138"/>
                  <a:gd name="T5" fmla="*/ 21 h 205"/>
                  <a:gd name="T6" fmla="*/ 4 w 138"/>
                  <a:gd name="T7" fmla="*/ 19 h 205"/>
                  <a:gd name="T8" fmla="*/ 0 w 138"/>
                  <a:gd name="T9" fmla="*/ 14 h 205"/>
                  <a:gd name="T10" fmla="*/ 6 w 138"/>
                  <a:gd name="T11" fmla="*/ 0 h 205"/>
                  <a:gd name="T12" fmla="*/ 10 w 138"/>
                  <a:gd name="T13" fmla="*/ 1 h 205"/>
                  <a:gd name="T14" fmla="*/ 15 w 138"/>
                  <a:gd name="T15" fmla="*/ 6 h 205"/>
                  <a:gd name="T16" fmla="*/ 15 w 138"/>
                  <a:gd name="T17" fmla="*/ 6 h 2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205">
                    <a:moveTo>
                      <a:pt x="138" y="55"/>
                    </a:moveTo>
                    <a:lnTo>
                      <a:pt x="126" y="181"/>
                    </a:lnTo>
                    <a:lnTo>
                      <a:pt x="102" y="205"/>
                    </a:lnTo>
                    <a:lnTo>
                      <a:pt x="36" y="181"/>
                    </a:lnTo>
                    <a:lnTo>
                      <a:pt x="0" y="133"/>
                    </a:lnTo>
                    <a:lnTo>
                      <a:pt x="59" y="0"/>
                    </a:lnTo>
                    <a:lnTo>
                      <a:pt x="90" y="12"/>
                    </a:lnTo>
                    <a:lnTo>
                      <a:pt x="138"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190">
                <a:extLst>
                  <a:ext uri="{FF2B5EF4-FFF2-40B4-BE49-F238E27FC236}">
                    <a16:creationId xmlns:a16="http://schemas.microsoft.com/office/drawing/2014/main" id="{A6D1E230-3236-443E-B01A-21F7FF6CE53B}"/>
                  </a:ext>
                </a:extLst>
              </p:cNvPr>
              <p:cNvSpPr>
                <a:spLocks/>
              </p:cNvSpPr>
              <p:nvPr/>
            </p:nvSpPr>
            <p:spPr bwMode="auto">
              <a:xfrm>
                <a:off x="3660" y="3365"/>
                <a:ext cx="20" cy="21"/>
              </a:xfrm>
              <a:custGeom>
                <a:avLst/>
                <a:gdLst>
                  <a:gd name="T0" fmla="*/ 17 w 187"/>
                  <a:gd name="T1" fmla="*/ 19 h 205"/>
                  <a:gd name="T2" fmla="*/ 15 w 187"/>
                  <a:gd name="T3" fmla="*/ 21 h 205"/>
                  <a:gd name="T4" fmla="*/ 8 w 187"/>
                  <a:gd name="T5" fmla="*/ 21 h 205"/>
                  <a:gd name="T6" fmla="*/ 3 w 187"/>
                  <a:gd name="T7" fmla="*/ 13 h 205"/>
                  <a:gd name="T8" fmla="*/ 1 w 187"/>
                  <a:gd name="T9" fmla="*/ 12 h 205"/>
                  <a:gd name="T10" fmla="*/ 0 w 187"/>
                  <a:gd name="T11" fmla="*/ 12 h 205"/>
                  <a:gd name="T12" fmla="*/ 0 w 187"/>
                  <a:gd name="T13" fmla="*/ 9 h 205"/>
                  <a:gd name="T14" fmla="*/ 6 w 187"/>
                  <a:gd name="T15" fmla="*/ 7 h 205"/>
                  <a:gd name="T16" fmla="*/ 13 w 187"/>
                  <a:gd name="T17" fmla="*/ 0 h 205"/>
                  <a:gd name="T18" fmla="*/ 20 w 187"/>
                  <a:gd name="T19" fmla="*/ 7 h 205"/>
                  <a:gd name="T20" fmla="*/ 17 w 187"/>
                  <a:gd name="T21" fmla="*/ 19 h 205"/>
                  <a:gd name="T22" fmla="*/ 17 w 187"/>
                  <a:gd name="T23" fmla="*/ 19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7" h="205">
                    <a:moveTo>
                      <a:pt x="162" y="181"/>
                    </a:moveTo>
                    <a:lnTo>
                      <a:pt x="138" y="205"/>
                    </a:lnTo>
                    <a:lnTo>
                      <a:pt x="72" y="205"/>
                    </a:lnTo>
                    <a:lnTo>
                      <a:pt x="24" y="127"/>
                    </a:lnTo>
                    <a:lnTo>
                      <a:pt x="12" y="115"/>
                    </a:lnTo>
                    <a:lnTo>
                      <a:pt x="0" y="115"/>
                    </a:lnTo>
                    <a:lnTo>
                      <a:pt x="0" y="91"/>
                    </a:lnTo>
                    <a:lnTo>
                      <a:pt x="60" y="66"/>
                    </a:lnTo>
                    <a:lnTo>
                      <a:pt x="126" y="0"/>
                    </a:lnTo>
                    <a:lnTo>
                      <a:pt x="187" y="66"/>
                    </a:lnTo>
                    <a:lnTo>
                      <a:pt x="162"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191">
                <a:extLst>
                  <a:ext uri="{FF2B5EF4-FFF2-40B4-BE49-F238E27FC236}">
                    <a16:creationId xmlns:a16="http://schemas.microsoft.com/office/drawing/2014/main" id="{E26DFA55-4F25-42A8-A81F-590921BC279B}"/>
                  </a:ext>
                </a:extLst>
              </p:cNvPr>
              <p:cNvSpPr>
                <a:spLocks/>
              </p:cNvSpPr>
              <p:nvPr/>
            </p:nvSpPr>
            <p:spPr bwMode="auto">
              <a:xfrm>
                <a:off x="3742" y="3365"/>
                <a:ext cx="28" cy="24"/>
              </a:xfrm>
              <a:custGeom>
                <a:avLst/>
                <a:gdLst>
                  <a:gd name="T0" fmla="*/ 25 w 265"/>
                  <a:gd name="T1" fmla="*/ 5 h 241"/>
                  <a:gd name="T2" fmla="*/ 28 w 265"/>
                  <a:gd name="T3" fmla="*/ 8 h 241"/>
                  <a:gd name="T4" fmla="*/ 27 w 265"/>
                  <a:gd name="T5" fmla="*/ 18 h 241"/>
                  <a:gd name="T6" fmla="*/ 20 w 265"/>
                  <a:gd name="T7" fmla="*/ 24 h 241"/>
                  <a:gd name="T8" fmla="*/ 6 w 265"/>
                  <a:gd name="T9" fmla="*/ 22 h 241"/>
                  <a:gd name="T10" fmla="*/ 0 w 265"/>
                  <a:gd name="T11" fmla="*/ 13 h 241"/>
                  <a:gd name="T12" fmla="*/ 11 w 265"/>
                  <a:gd name="T13" fmla="*/ 8 h 241"/>
                  <a:gd name="T14" fmla="*/ 15 w 265"/>
                  <a:gd name="T15" fmla="*/ 0 h 241"/>
                  <a:gd name="T16" fmla="*/ 20 w 265"/>
                  <a:gd name="T17" fmla="*/ 5 h 241"/>
                  <a:gd name="T18" fmla="*/ 25 w 265"/>
                  <a:gd name="T19" fmla="*/ 5 h 241"/>
                  <a:gd name="T20" fmla="*/ 25 w 265"/>
                  <a:gd name="T21" fmla="*/ 5 h 2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5" h="241">
                    <a:moveTo>
                      <a:pt x="240" y="55"/>
                    </a:moveTo>
                    <a:lnTo>
                      <a:pt x="265" y="79"/>
                    </a:lnTo>
                    <a:lnTo>
                      <a:pt x="252" y="181"/>
                    </a:lnTo>
                    <a:lnTo>
                      <a:pt x="186" y="241"/>
                    </a:lnTo>
                    <a:lnTo>
                      <a:pt x="54" y="217"/>
                    </a:lnTo>
                    <a:lnTo>
                      <a:pt x="0" y="133"/>
                    </a:lnTo>
                    <a:lnTo>
                      <a:pt x="103" y="79"/>
                    </a:lnTo>
                    <a:lnTo>
                      <a:pt x="139" y="0"/>
                    </a:lnTo>
                    <a:lnTo>
                      <a:pt x="193" y="55"/>
                    </a:lnTo>
                    <a:lnTo>
                      <a:pt x="24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192">
                <a:extLst>
                  <a:ext uri="{FF2B5EF4-FFF2-40B4-BE49-F238E27FC236}">
                    <a16:creationId xmlns:a16="http://schemas.microsoft.com/office/drawing/2014/main" id="{8CC76D71-D05B-42E4-9826-4860C3064A56}"/>
                  </a:ext>
                </a:extLst>
              </p:cNvPr>
              <p:cNvSpPr>
                <a:spLocks/>
              </p:cNvSpPr>
              <p:nvPr/>
            </p:nvSpPr>
            <p:spPr bwMode="auto">
              <a:xfrm>
                <a:off x="4013" y="3367"/>
                <a:ext cx="191" cy="147"/>
              </a:xfrm>
              <a:custGeom>
                <a:avLst/>
                <a:gdLst>
                  <a:gd name="T0" fmla="*/ 191 w 1856"/>
                  <a:gd name="T1" fmla="*/ 9 h 1465"/>
                  <a:gd name="T2" fmla="*/ 182 w 1856"/>
                  <a:gd name="T3" fmla="*/ 119 h 1465"/>
                  <a:gd name="T4" fmla="*/ 176 w 1856"/>
                  <a:gd name="T5" fmla="*/ 147 h 1465"/>
                  <a:gd name="T6" fmla="*/ 112 w 1856"/>
                  <a:gd name="T7" fmla="*/ 143 h 1465"/>
                  <a:gd name="T8" fmla="*/ 122 w 1856"/>
                  <a:gd name="T9" fmla="*/ 122 h 1465"/>
                  <a:gd name="T10" fmla="*/ 161 w 1856"/>
                  <a:gd name="T11" fmla="*/ 119 h 1465"/>
                  <a:gd name="T12" fmla="*/ 166 w 1856"/>
                  <a:gd name="T13" fmla="*/ 111 h 1465"/>
                  <a:gd name="T14" fmla="*/ 119 w 1856"/>
                  <a:gd name="T15" fmla="*/ 109 h 1465"/>
                  <a:gd name="T16" fmla="*/ 114 w 1856"/>
                  <a:gd name="T17" fmla="*/ 121 h 1465"/>
                  <a:gd name="T18" fmla="*/ 75 w 1856"/>
                  <a:gd name="T19" fmla="*/ 125 h 1465"/>
                  <a:gd name="T20" fmla="*/ 66 w 1856"/>
                  <a:gd name="T21" fmla="*/ 143 h 1465"/>
                  <a:gd name="T22" fmla="*/ 3 w 1856"/>
                  <a:gd name="T23" fmla="*/ 146 h 1465"/>
                  <a:gd name="T24" fmla="*/ 1 w 1856"/>
                  <a:gd name="T25" fmla="*/ 142 h 1465"/>
                  <a:gd name="T26" fmla="*/ 8 w 1856"/>
                  <a:gd name="T27" fmla="*/ 122 h 1465"/>
                  <a:gd name="T28" fmla="*/ 47 w 1856"/>
                  <a:gd name="T29" fmla="*/ 118 h 1465"/>
                  <a:gd name="T30" fmla="*/ 46 w 1856"/>
                  <a:gd name="T31" fmla="*/ 102 h 1465"/>
                  <a:gd name="T32" fmla="*/ 52 w 1856"/>
                  <a:gd name="T33" fmla="*/ 84 h 1465"/>
                  <a:gd name="T34" fmla="*/ 60 w 1856"/>
                  <a:gd name="T35" fmla="*/ 111 h 1465"/>
                  <a:gd name="T36" fmla="*/ 69 w 1856"/>
                  <a:gd name="T37" fmla="*/ 110 h 1465"/>
                  <a:gd name="T38" fmla="*/ 70 w 1856"/>
                  <a:gd name="T39" fmla="*/ 98 h 1465"/>
                  <a:gd name="T40" fmla="*/ 135 w 1856"/>
                  <a:gd name="T41" fmla="*/ 98 h 1465"/>
                  <a:gd name="T42" fmla="*/ 170 w 1856"/>
                  <a:gd name="T43" fmla="*/ 90 h 1465"/>
                  <a:gd name="T44" fmla="*/ 166 w 1856"/>
                  <a:gd name="T45" fmla="*/ 79 h 1465"/>
                  <a:gd name="T46" fmla="*/ 92 w 1856"/>
                  <a:gd name="T47" fmla="*/ 79 h 1465"/>
                  <a:gd name="T48" fmla="*/ 95 w 1856"/>
                  <a:gd name="T49" fmla="*/ 71 h 1465"/>
                  <a:gd name="T50" fmla="*/ 174 w 1856"/>
                  <a:gd name="T51" fmla="*/ 67 h 1465"/>
                  <a:gd name="T52" fmla="*/ 176 w 1856"/>
                  <a:gd name="T53" fmla="*/ 39 h 1465"/>
                  <a:gd name="T54" fmla="*/ 144 w 1856"/>
                  <a:gd name="T55" fmla="*/ 25 h 1465"/>
                  <a:gd name="T56" fmla="*/ 124 w 1856"/>
                  <a:gd name="T57" fmla="*/ 31 h 1465"/>
                  <a:gd name="T58" fmla="*/ 120 w 1856"/>
                  <a:gd name="T59" fmla="*/ 51 h 1465"/>
                  <a:gd name="T60" fmla="*/ 111 w 1856"/>
                  <a:gd name="T61" fmla="*/ 55 h 1465"/>
                  <a:gd name="T62" fmla="*/ 105 w 1856"/>
                  <a:gd name="T63" fmla="*/ 48 h 1465"/>
                  <a:gd name="T64" fmla="*/ 111 w 1856"/>
                  <a:gd name="T65" fmla="*/ 28 h 1465"/>
                  <a:gd name="T66" fmla="*/ 108 w 1856"/>
                  <a:gd name="T67" fmla="*/ 15 h 1465"/>
                  <a:gd name="T68" fmla="*/ 135 w 1856"/>
                  <a:gd name="T69" fmla="*/ 15 h 1465"/>
                  <a:gd name="T70" fmla="*/ 178 w 1856"/>
                  <a:gd name="T71" fmla="*/ 9 h 1465"/>
                  <a:gd name="T72" fmla="*/ 182 w 1856"/>
                  <a:gd name="T73" fmla="*/ 0 h 1465"/>
                  <a:gd name="T74" fmla="*/ 184 w 1856"/>
                  <a:gd name="T75" fmla="*/ 4 h 14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56" h="1465">
                    <a:moveTo>
                      <a:pt x="1791" y="43"/>
                    </a:moveTo>
                    <a:lnTo>
                      <a:pt x="1856" y="90"/>
                    </a:lnTo>
                    <a:lnTo>
                      <a:pt x="1845" y="433"/>
                    </a:lnTo>
                    <a:lnTo>
                      <a:pt x="1766" y="1189"/>
                    </a:lnTo>
                    <a:lnTo>
                      <a:pt x="1755" y="1388"/>
                    </a:lnTo>
                    <a:lnTo>
                      <a:pt x="1707" y="1465"/>
                    </a:lnTo>
                    <a:lnTo>
                      <a:pt x="1124" y="1465"/>
                    </a:lnTo>
                    <a:lnTo>
                      <a:pt x="1088" y="1429"/>
                    </a:lnTo>
                    <a:lnTo>
                      <a:pt x="1166" y="1273"/>
                    </a:lnTo>
                    <a:lnTo>
                      <a:pt x="1184" y="1214"/>
                    </a:lnTo>
                    <a:lnTo>
                      <a:pt x="1202" y="1189"/>
                    </a:lnTo>
                    <a:lnTo>
                      <a:pt x="1568" y="1189"/>
                    </a:lnTo>
                    <a:lnTo>
                      <a:pt x="1617" y="1135"/>
                    </a:lnTo>
                    <a:lnTo>
                      <a:pt x="1617" y="1111"/>
                    </a:lnTo>
                    <a:lnTo>
                      <a:pt x="1581" y="1075"/>
                    </a:lnTo>
                    <a:lnTo>
                      <a:pt x="1160" y="1088"/>
                    </a:lnTo>
                    <a:lnTo>
                      <a:pt x="1124" y="1135"/>
                    </a:lnTo>
                    <a:lnTo>
                      <a:pt x="1112" y="1201"/>
                    </a:lnTo>
                    <a:lnTo>
                      <a:pt x="1064" y="1249"/>
                    </a:lnTo>
                    <a:lnTo>
                      <a:pt x="733" y="1249"/>
                    </a:lnTo>
                    <a:lnTo>
                      <a:pt x="685" y="1298"/>
                    </a:lnTo>
                    <a:lnTo>
                      <a:pt x="643" y="1429"/>
                    </a:lnTo>
                    <a:lnTo>
                      <a:pt x="619" y="1453"/>
                    </a:lnTo>
                    <a:lnTo>
                      <a:pt x="25" y="1453"/>
                    </a:lnTo>
                    <a:lnTo>
                      <a:pt x="0" y="1417"/>
                    </a:lnTo>
                    <a:lnTo>
                      <a:pt x="12" y="1417"/>
                    </a:lnTo>
                    <a:lnTo>
                      <a:pt x="48" y="1388"/>
                    </a:lnTo>
                    <a:lnTo>
                      <a:pt x="79" y="1214"/>
                    </a:lnTo>
                    <a:lnTo>
                      <a:pt x="115" y="1178"/>
                    </a:lnTo>
                    <a:lnTo>
                      <a:pt x="457" y="1178"/>
                    </a:lnTo>
                    <a:lnTo>
                      <a:pt x="517" y="1099"/>
                    </a:lnTo>
                    <a:lnTo>
                      <a:pt x="445" y="1021"/>
                    </a:lnTo>
                    <a:lnTo>
                      <a:pt x="481" y="883"/>
                    </a:lnTo>
                    <a:lnTo>
                      <a:pt x="505" y="835"/>
                    </a:lnTo>
                    <a:lnTo>
                      <a:pt x="607" y="973"/>
                    </a:lnTo>
                    <a:lnTo>
                      <a:pt x="583" y="1111"/>
                    </a:lnTo>
                    <a:lnTo>
                      <a:pt x="619" y="1147"/>
                    </a:lnTo>
                    <a:lnTo>
                      <a:pt x="667" y="1099"/>
                    </a:lnTo>
                    <a:lnTo>
                      <a:pt x="679" y="1009"/>
                    </a:lnTo>
                    <a:lnTo>
                      <a:pt x="679" y="973"/>
                    </a:lnTo>
                    <a:lnTo>
                      <a:pt x="703" y="949"/>
                    </a:lnTo>
                    <a:lnTo>
                      <a:pt x="1316" y="973"/>
                    </a:lnTo>
                    <a:lnTo>
                      <a:pt x="1604" y="937"/>
                    </a:lnTo>
                    <a:lnTo>
                      <a:pt x="1653" y="895"/>
                    </a:lnTo>
                    <a:lnTo>
                      <a:pt x="1653" y="823"/>
                    </a:lnTo>
                    <a:lnTo>
                      <a:pt x="1617" y="787"/>
                    </a:lnTo>
                    <a:lnTo>
                      <a:pt x="986" y="811"/>
                    </a:lnTo>
                    <a:lnTo>
                      <a:pt x="896" y="787"/>
                    </a:lnTo>
                    <a:lnTo>
                      <a:pt x="896" y="733"/>
                    </a:lnTo>
                    <a:lnTo>
                      <a:pt x="919" y="709"/>
                    </a:lnTo>
                    <a:lnTo>
                      <a:pt x="1653" y="709"/>
                    </a:lnTo>
                    <a:lnTo>
                      <a:pt x="1694" y="667"/>
                    </a:lnTo>
                    <a:lnTo>
                      <a:pt x="1707" y="493"/>
                    </a:lnTo>
                    <a:lnTo>
                      <a:pt x="1707" y="390"/>
                    </a:lnTo>
                    <a:lnTo>
                      <a:pt x="1683" y="265"/>
                    </a:lnTo>
                    <a:lnTo>
                      <a:pt x="1401" y="252"/>
                    </a:lnTo>
                    <a:lnTo>
                      <a:pt x="1250" y="252"/>
                    </a:lnTo>
                    <a:lnTo>
                      <a:pt x="1202" y="306"/>
                    </a:lnTo>
                    <a:lnTo>
                      <a:pt x="1190" y="408"/>
                    </a:lnTo>
                    <a:lnTo>
                      <a:pt x="1166" y="505"/>
                    </a:lnTo>
                    <a:lnTo>
                      <a:pt x="1166" y="523"/>
                    </a:lnTo>
                    <a:lnTo>
                      <a:pt x="1076" y="547"/>
                    </a:lnTo>
                    <a:lnTo>
                      <a:pt x="1058" y="547"/>
                    </a:lnTo>
                    <a:lnTo>
                      <a:pt x="1022" y="480"/>
                    </a:lnTo>
                    <a:lnTo>
                      <a:pt x="1045" y="390"/>
                    </a:lnTo>
                    <a:lnTo>
                      <a:pt x="1076" y="277"/>
                    </a:lnTo>
                    <a:lnTo>
                      <a:pt x="1022" y="193"/>
                    </a:lnTo>
                    <a:lnTo>
                      <a:pt x="1045" y="151"/>
                    </a:lnTo>
                    <a:lnTo>
                      <a:pt x="1064" y="121"/>
                    </a:lnTo>
                    <a:lnTo>
                      <a:pt x="1316" y="151"/>
                    </a:lnTo>
                    <a:lnTo>
                      <a:pt x="1683" y="151"/>
                    </a:lnTo>
                    <a:lnTo>
                      <a:pt x="1730" y="90"/>
                    </a:lnTo>
                    <a:lnTo>
                      <a:pt x="1730" y="0"/>
                    </a:lnTo>
                    <a:lnTo>
                      <a:pt x="1766" y="0"/>
                    </a:lnTo>
                    <a:lnTo>
                      <a:pt x="1791"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193">
                <a:extLst>
                  <a:ext uri="{FF2B5EF4-FFF2-40B4-BE49-F238E27FC236}">
                    <a16:creationId xmlns:a16="http://schemas.microsoft.com/office/drawing/2014/main" id="{15C35633-1952-4FB8-9870-43B859F2AB15}"/>
                  </a:ext>
                </a:extLst>
              </p:cNvPr>
              <p:cNvSpPr>
                <a:spLocks/>
              </p:cNvSpPr>
              <p:nvPr/>
            </p:nvSpPr>
            <p:spPr bwMode="auto">
              <a:xfrm>
                <a:off x="4212" y="3367"/>
                <a:ext cx="55" cy="73"/>
              </a:xfrm>
              <a:custGeom>
                <a:avLst/>
                <a:gdLst>
                  <a:gd name="T0" fmla="*/ 46 w 534"/>
                  <a:gd name="T1" fmla="*/ 5 h 721"/>
                  <a:gd name="T2" fmla="*/ 48 w 534"/>
                  <a:gd name="T3" fmla="*/ 8 h 721"/>
                  <a:gd name="T4" fmla="*/ 53 w 534"/>
                  <a:gd name="T5" fmla="*/ 8 h 721"/>
                  <a:gd name="T6" fmla="*/ 55 w 534"/>
                  <a:gd name="T7" fmla="*/ 10 h 721"/>
                  <a:gd name="T8" fmla="*/ 51 w 534"/>
                  <a:gd name="T9" fmla="*/ 29 h 721"/>
                  <a:gd name="T10" fmla="*/ 51 w 534"/>
                  <a:gd name="T11" fmla="*/ 50 h 721"/>
                  <a:gd name="T12" fmla="*/ 43 w 534"/>
                  <a:gd name="T13" fmla="*/ 73 h 721"/>
                  <a:gd name="T14" fmla="*/ 4 w 534"/>
                  <a:gd name="T15" fmla="*/ 73 h 721"/>
                  <a:gd name="T16" fmla="*/ 0 w 534"/>
                  <a:gd name="T17" fmla="*/ 71 h 721"/>
                  <a:gd name="T18" fmla="*/ 0 w 534"/>
                  <a:gd name="T19" fmla="*/ 53 h 721"/>
                  <a:gd name="T20" fmla="*/ 3 w 534"/>
                  <a:gd name="T21" fmla="*/ 37 h 721"/>
                  <a:gd name="T22" fmla="*/ 3 w 534"/>
                  <a:gd name="T23" fmla="*/ 10 h 721"/>
                  <a:gd name="T24" fmla="*/ 6 w 534"/>
                  <a:gd name="T25" fmla="*/ 8 h 721"/>
                  <a:gd name="T26" fmla="*/ 9 w 534"/>
                  <a:gd name="T27" fmla="*/ 8 h 721"/>
                  <a:gd name="T28" fmla="*/ 9 w 534"/>
                  <a:gd name="T29" fmla="*/ 21 h 721"/>
                  <a:gd name="T30" fmla="*/ 8 w 534"/>
                  <a:gd name="T31" fmla="*/ 23 h 721"/>
                  <a:gd name="T32" fmla="*/ 11 w 534"/>
                  <a:gd name="T33" fmla="*/ 30 h 721"/>
                  <a:gd name="T34" fmla="*/ 8 w 534"/>
                  <a:gd name="T35" fmla="*/ 36 h 721"/>
                  <a:gd name="T36" fmla="*/ 9 w 534"/>
                  <a:gd name="T37" fmla="*/ 39 h 721"/>
                  <a:gd name="T38" fmla="*/ 9 w 534"/>
                  <a:gd name="T39" fmla="*/ 44 h 721"/>
                  <a:gd name="T40" fmla="*/ 3 w 534"/>
                  <a:gd name="T41" fmla="*/ 57 h 721"/>
                  <a:gd name="T42" fmla="*/ 3 w 534"/>
                  <a:gd name="T43" fmla="*/ 60 h 721"/>
                  <a:gd name="T44" fmla="*/ 6 w 534"/>
                  <a:gd name="T45" fmla="*/ 63 h 721"/>
                  <a:gd name="T46" fmla="*/ 8 w 534"/>
                  <a:gd name="T47" fmla="*/ 63 h 721"/>
                  <a:gd name="T48" fmla="*/ 13 w 534"/>
                  <a:gd name="T49" fmla="*/ 55 h 721"/>
                  <a:gd name="T50" fmla="*/ 17 w 534"/>
                  <a:gd name="T51" fmla="*/ 45 h 721"/>
                  <a:gd name="T52" fmla="*/ 34 w 534"/>
                  <a:gd name="T53" fmla="*/ 44 h 721"/>
                  <a:gd name="T54" fmla="*/ 37 w 534"/>
                  <a:gd name="T55" fmla="*/ 40 h 721"/>
                  <a:gd name="T56" fmla="*/ 37 w 534"/>
                  <a:gd name="T57" fmla="*/ 29 h 721"/>
                  <a:gd name="T58" fmla="*/ 35 w 534"/>
                  <a:gd name="T59" fmla="*/ 27 h 721"/>
                  <a:gd name="T60" fmla="*/ 16 w 534"/>
                  <a:gd name="T61" fmla="*/ 27 h 721"/>
                  <a:gd name="T62" fmla="*/ 17 w 534"/>
                  <a:gd name="T63" fmla="*/ 17 h 721"/>
                  <a:gd name="T64" fmla="*/ 23 w 534"/>
                  <a:gd name="T65" fmla="*/ 15 h 721"/>
                  <a:gd name="T66" fmla="*/ 36 w 534"/>
                  <a:gd name="T67" fmla="*/ 14 h 721"/>
                  <a:gd name="T68" fmla="*/ 40 w 534"/>
                  <a:gd name="T69" fmla="*/ 10 h 721"/>
                  <a:gd name="T70" fmla="*/ 41 w 534"/>
                  <a:gd name="T71" fmla="*/ 0 h 721"/>
                  <a:gd name="T72" fmla="*/ 43 w 534"/>
                  <a:gd name="T73" fmla="*/ 0 h 721"/>
                  <a:gd name="T74" fmla="*/ 46 w 534"/>
                  <a:gd name="T75" fmla="*/ 5 h 721"/>
                  <a:gd name="T76" fmla="*/ 46 w 534"/>
                  <a:gd name="T77" fmla="*/ 5 h 7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4" h="721">
                    <a:moveTo>
                      <a:pt x="444" y="54"/>
                    </a:moveTo>
                    <a:lnTo>
                      <a:pt x="469" y="79"/>
                    </a:lnTo>
                    <a:lnTo>
                      <a:pt x="510" y="79"/>
                    </a:lnTo>
                    <a:lnTo>
                      <a:pt x="534" y="103"/>
                    </a:lnTo>
                    <a:lnTo>
                      <a:pt x="498" y="283"/>
                    </a:lnTo>
                    <a:lnTo>
                      <a:pt x="498" y="493"/>
                    </a:lnTo>
                    <a:lnTo>
                      <a:pt x="420" y="721"/>
                    </a:lnTo>
                    <a:lnTo>
                      <a:pt x="42" y="721"/>
                    </a:lnTo>
                    <a:lnTo>
                      <a:pt x="0" y="697"/>
                    </a:lnTo>
                    <a:lnTo>
                      <a:pt x="0" y="523"/>
                    </a:lnTo>
                    <a:lnTo>
                      <a:pt x="30" y="367"/>
                    </a:lnTo>
                    <a:lnTo>
                      <a:pt x="30" y="103"/>
                    </a:lnTo>
                    <a:lnTo>
                      <a:pt x="54" y="79"/>
                    </a:lnTo>
                    <a:lnTo>
                      <a:pt x="90" y="79"/>
                    </a:lnTo>
                    <a:lnTo>
                      <a:pt x="90" y="205"/>
                    </a:lnTo>
                    <a:lnTo>
                      <a:pt x="78" y="229"/>
                    </a:lnTo>
                    <a:lnTo>
                      <a:pt x="102" y="295"/>
                    </a:lnTo>
                    <a:lnTo>
                      <a:pt x="78" y="355"/>
                    </a:lnTo>
                    <a:lnTo>
                      <a:pt x="90" y="390"/>
                    </a:lnTo>
                    <a:lnTo>
                      <a:pt x="90" y="433"/>
                    </a:lnTo>
                    <a:lnTo>
                      <a:pt x="30" y="559"/>
                    </a:lnTo>
                    <a:lnTo>
                      <a:pt x="30" y="595"/>
                    </a:lnTo>
                    <a:lnTo>
                      <a:pt x="54" y="619"/>
                    </a:lnTo>
                    <a:lnTo>
                      <a:pt x="78" y="619"/>
                    </a:lnTo>
                    <a:lnTo>
                      <a:pt x="126" y="547"/>
                    </a:lnTo>
                    <a:lnTo>
                      <a:pt x="168" y="444"/>
                    </a:lnTo>
                    <a:lnTo>
                      <a:pt x="330" y="433"/>
                    </a:lnTo>
                    <a:lnTo>
                      <a:pt x="361" y="397"/>
                    </a:lnTo>
                    <a:lnTo>
                      <a:pt x="361" y="283"/>
                    </a:lnTo>
                    <a:lnTo>
                      <a:pt x="343" y="265"/>
                    </a:lnTo>
                    <a:lnTo>
                      <a:pt x="156" y="265"/>
                    </a:lnTo>
                    <a:lnTo>
                      <a:pt x="168" y="169"/>
                    </a:lnTo>
                    <a:lnTo>
                      <a:pt x="228" y="151"/>
                    </a:lnTo>
                    <a:lnTo>
                      <a:pt x="354" y="139"/>
                    </a:lnTo>
                    <a:lnTo>
                      <a:pt x="384" y="103"/>
                    </a:lnTo>
                    <a:lnTo>
                      <a:pt x="397" y="0"/>
                    </a:lnTo>
                    <a:lnTo>
                      <a:pt x="420" y="0"/>
                    </a:lnTo>
                    <a:lnTo>
                      <a:pt x="444"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194">
                <a:extLst>
                  <a:ext uri="{FF2B5EF4-FFF2-40B4-BE49-F238E27FC236}">
                    <a16:creationId xmlns:a16="http://schemas.microsoft.com/office/drawing/2014/main" id="{AA8756D6-A014-4AFE-9C54-E215ACA5E321}"/>
                  </a:ext>
                </a:extLst>
              </p:cNvPr>
              <p:cNvSpPr>
                <a:spLocks/>
              </p:cNvSpPr>
              <p:nvPr/>
            </p:nvSpPr>
            <p:spPr bwMode="auto">
              <a:xfrm>
                <a:off x="4267" y="3367"/>
                <a:ext cx="87" cy="75"/>
              </a:xfrm>
              <a:custGeom>
                <a:avLst/>
                <a:gdLst>
                  <a:gd name="T0" fmla="*/ 45 w 847"/>
                  <a:gd name="T1" fmla="*/ 11 h 733"/>
                  <a:gd name="T2" fmla="*/ 45 w 847"/>
                  <a:gd name="T3" fmla="*/ 16 h 733"/>
                  <a:gd name="T4" fmla="*/ 41 w 847"/>
                  <a:gd name="T5" fmla="*/ 20 h 733"/>
                  <a:gd name="T6" fmla="*/ 40 w 847"/>
                  <a:gd name="T7" fmla="*/ 34 h 733"/>
                  <a:gd name="T8" fmla="*/ 40 w 847"/>
                  <a:gd name="T9" fmla="*/ 41 h 733"/>
                  <a:gd name="T10" fmla="*/ 43 w 847"/>
                  <a:gd name="T11" fmla="*/ 44 h 733"/>
                  <a:gd name="T12" fmla="*/ 38 w 847"/>
                  <a:gd name="T13" fmla="*/ 65 h 733"/>
                  <a:gd name="T14" fmla="*/ 38 w 847"/>
                  <a:gd name="T15" fmla="*/ 68 h 733"/>
                  <a:gd name="T16" fmla="*/ 39 w 847"/>
                  <a:gd name="T17" fmla="*/ 69 h 733"/>
                  <a:gd name="T18" fmla="*/ 41 w 847"/>
                  <a:gd name="T19" fmla="*/ 69 h 733"/>
                  <a:gd name="T20" fmla="*/ 48 w 847"/>
                  <a:gd name="T21" fmla="*/ 56 h 733"/>
                  <a:gd name="T22" fmla="*/ 49 w 847"/>
                  <a:gd name="T23" fmla="*/ 50 h 733"/>
                  <a:gd name="T24" fmla="*/ 49 w 847"/>
                  <a:gd name="T25" fmla="*/ 49 h 733"/>
                  <a:gd name="T26" fmla="*/ 52 w 847"/>
                  <a:gd name="T27" fmla="*/ 47 h 733"/>
                  <a:gd name="T28" fmla="*/ 71 w 847"/>
                  <a:gd name="T29" fmla="*/ 47 h 733"/>
                  <a:gd name="T30" fmla="*/ 74 w 847"/>
                  <a:gd name="T31" fmla="*/ 41 h 733"/>
                  <a:gd name="T32" fmla="*/ 75 w 847"/>
                  <a:gd name="T33" fmla="*/ 33 h 733"/>
                  <a:gd name="T34" fmla="*/ 72 w 847"/>
                  <a:gd name="T35" fmla="*/ 29 h 733"/>
                  <a:gd name="T36" fmla="*/ 48 w 847"/>
                  <a:gd name="T37" fmla="*/ 28 h 733"/>
                  <a:gd name="T38" fmla="*/ 48 w 847"/>
                  <a:gd name="T39" fmla="*/ 25 h 733"/>
                  <a:gd name="T40" fmla="*/ 53 w 847"/>
                  <a:gd name="T41" fmla="*/ 16 h 733"/>
                  <a:gd name="T42" fmla="*/ 72 w 847"/>
                  <a:gd name="T43" fmla="*/ 15 h 733"/>
                  <a:gd name="T44" fmla="*/ 74 w 847"/>
                  <a:gd name="T45" fmla="*/ 12 h 733"/>
                  <a:gd name="T46" fmla="*/ 74 w 847"/>
                  <a:gd name="T47" fmla="*/ 2 h 733"/>
                  <a:gd name="T48" fmla="*/ 77 w 847"/>
                  <a:gd name="T49" fmla="*/ 0 h 733"/>
                  <a:gd name="T50" fmla="*/ 87 w 847"/>
                  <a:gd name="T51" fmla="*/ 18 h 733"/>
                  <a:gd name="T52" fmla="*/ 86 w 847"/>
                  <a:gd name="T53" fmla="*/ 47 h 733"/>
                  <a:gd name="T54" fmla="*/ 83 w 847"/>
                  <a:gd name="T55" fmla="*/ 73 h 733"/>
                  <a:gd name="T56" fmla="*/ 80 w 847"/>
                  <a:gd name="T57" fmla="*/ 75 h 733"/>
                  <a:gd name="T58" fmla="*/ 14 w 847"/>
                  <a:gd name="T59" fmla="*/ 74 h 733"/>
                  <a:gd name="T60" fmla="*/ 0 w 847"/>
                  <a:gd name="T61" fmla="*/ 71 h 733"/>
                  <a:gd name="T62" fmla="*/ 0 w 847"/>
                  <a:gd name="T63" fmla="*/ 65 h 733"/>
                  <a:gd name="T64" fmla="*/ 5 w 847"/>
                  <a:gd name="T65" fmla="*/ 54 h 733"/>
                  <a:gd name="T66" fmla="*/ 5 w 847"/>
                  <a:gd name="T67" fmla="*/ 47 h 733"/>
                  <a:gd name="T68" fmla="*/ 9 w 847"/>
                  <a:gd name="T69" fmla="*/ 44 h 733"/>
                  <a:gd name="T70" fmla="*/ 18 w 847"/>
                  <a:gd name="T71" fmla="*/ 48 h 733"/>
                  <a:gd name="T72" fmla="*/ 25 w 847"/>
                  <a:gd name="T73" fmla="*/ 47 h 733"/>
                  <a:gd name="T74" fmla="*/ 30 w 847"/>
                  <a:gd name="T75" fmla="*/ 40 h 733"/>
                  <a:gd name="T76" fmla="*/ 30 w 847"/>
                  <a:gd name="T77" fmla="*/ 31 h 733"/>
                  <a:gd name="T78" fmla="*/ 26 w 847"/>
                  <a:gd name="T79" fmla="*/ 28 h 733"/>
                  <a:gd name="T80" fmla="*/ 6 w 847"/>
                  <a:gd name="T81" fmla="*/ 28 h 733"/>
                  <a:gd name="T82" fmla="*/ 10 w 847"/>
                  <a:gd name="T83" fmla="*/ 15 h 733"/>
                  <a:gd name="T84" fmla="*/ 25 w 847"/>
                  <a:gd name="T85" fmla="*/ 15 h 733"/>
                  <a:gd name="T86" fmla="*/ 30 w 847"/>
                  <a:gd name="T87" fmla="*/ 4 h 733"/>
                  <a:gd name="T88" fmla="*/ 31 w 847"/>
                  <a:gd name="T89" fmla="*/ 0 h 733"/>
                  <a:gd name="T90" fmla="*/ 40 w 847"/>
                  <a:gd name="T91" fmla="*/ 9 h 733"/>
                  <a:gd name="T92" fmla="*/ 45 w 847"/>
                  <a:gd name="T93" fmla="*/ 11 h 733"/>
                  <a:gd name="T94" fmla="*/ 45 w 847"/>
                  <a:gd name="T95" fmla="*/ 11 h 73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47" h="733">
                    <a:moveTo>
                      <a:pt x="439" y="103"/>
                    </a:moveTo>
                    <a:lnTo>
                      <a:pt x="439" y="157"/>
                    </a:lnTo>
                    <a:lnTo>
                      <a:pt x="402" y="193"/>
                    </a:lnTo>
                    <a:lnTo>
                      <a:pt x="390" y="331"/>
                    </a:lnTo>
                    <a:lnTo>
                      <a:pt x="390" y="397"/>
                    </a:lnTo>
                    <a:lnTo>
                      <a:pt x="414" y="433"/>
                    </a:lnTo>
                    <a:lnTo>
                      <a:pt x="366" y="637"/>
                    </a:lnTo>
                    <a:lnTo>
                      <a:pt x="366" y="667"/>
                    </a:lnTo>
                    <a:lnTo>
                      <a:pt x="378" y="673"/>
                    </a:lnTo>
                    <a:lnTo>
                      <a:pt x="402" y="673"/>
                    </a:lnTo>
                    <a:lnTo>
                      <a:pt x="468" y="547"/>
                    </a:lnTo>
                    <a:lnTo>
                      <a:pt x="480" y="493"/>
                    </a:lnTo>
                    <a:lnTo>
                      <a:pt x="480" y="480"/>
                    </a:lnTo>
                    <a:lnTo>
                      <a:pt x="504" y="457"/>
                    </a:lnTo>
                    <a:lnTo>
                      <a:pt x="691" y="457"/>
                    </a:lnTo>
                    <a:lnTo>
                      <a:pt x="720" y="397"/>
                    </a:lnTo>
                    <a:lnTo>
                      <a:pt x="732" y="319"/>
                    </a:lnTo>
                    <a:lnTo>
                      <a:pt x="702" y="283"/>
                    </a:lnTo>
                    <a:lnTo>
                      <a:pt x="468" y="277"/>
                    </a:lnTo>
                    <a:lnTo>
                      <a:pt x="468" y="241"/>
                    </a:lnTo>
                    <a:lnTo>
                      <a:pt x="516" y="157"/>
                    </a:lnTo>
                    <a:lnTo>
                      <a:pt x="702" y="151"/>
                    </a:lnTo>
                    <a:lnTo>
                      <a:pt x="720" y="121"/>
                    </a:lnTo>
                    <a:lnTo>
                      <a:pt x="720" y="18"/>
                    </a:lnTo>
                    <a:lnTo>
                      <a:pt x="745" y="0"/>
                    </a:lnTo>
                    <a:lnTo>
                      <a:pt x="847" y="180"/>
                    </a:lnTo>
                    <a:lnTo>
                      <a:pt x="840" y="457"/>
                    </a:lnTo>
                    <a:lnTo>
                      <a:pt x="811" y="709"/>
                    </a:lnTo>
                    <a:lnTo>
                      <a:pt x="781" y="733"/>
                    </a:lnTo>
                    <a:lnTo>
                      <a:pt x="138" y="721"/>
                    </a:lnTo>
                    <a:lnTo>
                      <a:pt x="0" y="697"/>
                    </a:lnTo>
                    <a:lnTo>
                      <a:pt x="0" y="637"/>
                    </a:lnTo>
                    <a:lnTo>
                      <a:pt x="47" y="523"/>
                    </a:lnTo>
                    <a:lnTo>
                      <a:pt x="47" y="457"/>
                    </a:lnTo>
                    <a:lnTo>
                      <a:pt x="83" y="433"/>
                    </a:lnTo>
                    <a:lnTo>
                      <a:pt x="174" y="469"/>
                    </a:lnTo>
                    <a:lnTo>
                      <a:pt x="239" y="457"/>
                    </a:lnTo>
                    <a:lnTo>
                      <a:pt x="288" y="390"/>
                    </a:lnTo>
                    <a:lnTo>
                      <a:pt x="288" y="306"/>
                    </a:lnTo>
                    <a:lnTo>
                      <a:pt x="252" y="277"/>
                    </a:lnTo>
                    <a:lnTo>
                      <a:pt x="59" y="277"/>
                    </a:lnTo>
                    <a:lnTo>
                      <a:pt x="95" y="151"/>
                    </a:lnTo>
                    <a:lnTo>
                      <a:pt x="239" y="151"/>
                    </a:lnTo>
                    <a:lnTo>
                      <a:pt x="288" y="43"/>
                    </a:lnTo>
                    <a:lnTo>
                      <a:pt x="300" y="0"/>
                    </a:lnTo>
                    <a:lnTo>
                      <a:pt x="390" y="90"/>
                    </a:lnTo>
                    <a:lnTo>
                      <a:pt x="43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195">
                <a:extLst>
                  <a:ext uri="{FF2B5EF4-FFF2-40B4-BE49-F238E27FC236}">
                    <a16:creationId xmlns:a16="http://schemas.microsoft.com/office/drawing/2014/main" id="{6B7A9F71-B7EE-4378-9C20-6CAADC1B1146}"/>
                  </a:ext>
                </a:extLst>
              </p:cNvPr>
              <p:cNvSpPr>
                <a:spLocks/>
              </p:cNvSpPr>
              <p:nvPr/>
            </p:nvSpPr>
            <p:spPr bwMode="auto">
              <a:xfrm>
                <a:off x="4366" y="3368"/>
                <a:ext cx="96" cy="149"/>
              </a:xfrm>
              <a:custGeom>
                <a:avLst/>
                <a:gdLst>
                  <a:gd name="T0" fmla="*/ 90 w 930"/>
                  <a:gd name="T1" fmla="*/ 7 h 1476"/>
                  <a:gd name="T2" fmla="*/ 95 w 930"/>
                  <a:gd name="T3" fmla="*/ 23 h 1476"/>
                  <a:gd name="T4" fmla="*/ 92 w 930"/>
                  <a:gd name="T5" fmla="*/ 111 h 1476"/>
                  <a:gd name="T6" fmla="*/ 92 w 930"/>
                  <a:gd name="T7" fmla="*/ 130 h 1476"/>
                  <a:gd name="T8" fmla="*/ 87 w 930"/>
                  <a:gd name="T9" fmla="*/ 149 h 1476"/>
                  <a:gd name="T10" fmla="*/ 0 w 930"/>
                  <a:gd name="T11" fmla="*/ 145 h 1476"/>
                  <a:gd name="T12" fmla="*/ 2 w 930"/>
                  <a:gd name="T13" fmla="*/ 7 h 1476"/>
                  <a:gd name="T14" fmla="*/ 7 w 930"/>
                  <a:gd name="T15" fmla="*/ 5 h 1476"/>
                  <a:gd name="T16" fmla="*/ 5 w 930"/>
                  <a:gd name="T17" fmla="*/ 27 h 1476"/>
                  <a:gd name="T18" fmla="*/ 4 w 930"/>
                  <a:gd name="T19" fmla="*/ 39 h 1476"/>
                  <a:gd name="T20" fmla="*/ 6 w 930"/>
                  <a:gd name="T21" fmla="*/ 47 h 1476"/>
                  <a:gd name="T22" fmla="*/ 5 w 930"/>
                  <a:gd name="T23" fmla="*/ 73 h 1476"/>
                  <a:gd name="T24" fmla="*/ 7 w 930"/>
                  <a:gd name="T25" fmla="*/ 139 h 1476"/>
                  <a:gd name="T26" fmla="*/ 17 w 930"/>
                  <a:gd name="T27" fmla="*/ 122 h 1476"/>
                  <a:gd name="T28" fmla="*/ 76 w 930"/>
                  <a:gd name="T29" fmla="*/ 122 h 1476"/>
                  <a:gd name="T30" fmla="*/ 81 w 930"/>
                  <a:gd name="T31" fmla="*/ 112 h 1476"/>
                  <a:gd name="T32" fmla="*/ 58 w 930"/>
                  <a:gd name="T33" fmla="*/ 110 h 1476"/>
                  <a:gd name="T34" fmla="*/ 56 w 930"/>
                  <a:gd name="T35" fmla="*/ 102 h 1476"/>
                  <a:gd name="T36" fmla="*/ 58 w 930"/>
                  <a:gd name="T37" fmla="*/ 99 h 1476"/>
                  <a:gd name="T38" fmla="*/ 82 w 930"/>
                  <a:gd name="T39" fmla="*/ 93 h 1476"/>
                  <a:gd name="T40" fmla="*/ 75 w 930"/>
                  <a:gd name="T41" fmla="*/ 87 h 1476"/>
                  <a:gd name="T42" fmla="*/ 55 w 930"/>
                  <a:gd name="T43" fmla="*/ 84 h 1476"/>
                  <a:gd name="T44" fmla="*/ 59 w 930"/>
                  <a:gd name="T45" fmla="*/ 74 h 1476"/>
                  <a:gd name="T46" fmla="*/ 82 w 930"/>
                  <a:gd name="T47" fmla="*/ 69 h 1476"/>
                  <a:gd name="T48" fmla="*/ 78 w 930"/>
                  <a:gd name="T49" fmla="*/ 58 h 1476"/>
                  <a:gd name="T50" fmla="*/ 57 w 930"/>
                  <a:gd name="T51" fmla="*/ 50 h 1476"/>
                  <a:gd name="T52" fmla="*/ 78 w 930"/>
                  <a:gd name="T53" fmla="*/ 46 h 1476"/>
                  <a:gd name="T54" fmla="*/ 83 w 930"/>
                  <a:gd name="T55" fmla="*/ 33 h 1476"/>
                  <a:gd name="T56" fmla="*/ 79 w 930"/>
                  <a:gd name="T57" fmla="*/ 28 h 1476"/>
                  <a:gd name="T58" fmla="*/ 58 w 930"/>
                  <a:gd name="T59" fmla="*/ 19 h 1476"/>
                  <a:gd name="T60" fmla="*/ 77 w 930"/>
                  <a:gd name="T61" fmla="*/ 18 h 1476"/>
                  <a:gd name="T62" fmla="*/ 83 w 930"/>
                  <a:gd name="T63" fmla="*/ 3 h 1476"/>
                  <a:gd name="T64" fmla="*/ 87 w 930"/>
                  <a:gd name="T65" fmla="*/ 0 h 1476"/>
                  <a:gd name="T66" fmla="*/ 90 w 930"/>
                  <a:gd name="T67" fmla="*/ 3 h 14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0" h="1476">
                    <a:moveTo>
                      <a:pt x="871" y="30"/>
                    </a:moveTo>
                    <a:lnTo>
                      <a:pt x="871" y="66"/>
                    </a:lnTo>
                    <a:lnTo>
                      <a:pt x="930" y="126"/>
                    </a:lnTo>
                    <a:lnTo>
                      <a:pt x="919" y="228"/>
                    </a:lnTo>
                    <a:lnTo>
                      <a:pt x="907" y="570"/>
                    </a:lnTo>
                    <a:lnTo>
                      <a:pt x="894" y="1098"/>
                    </a:lnTo>
                    <a:lnTo>
                      <a:pt x="871" y="1176"/>
                    </a:lnTo>
                    <a:lnTo>
                      <a:pt x="894" y="1285"/>
                    </a:lnTo>
                    <a:lnTo>
                      <a:pt x="865" y="1452"/>
                    </a:lnTo>
                    <a:lnTo>
                      <a:pt x="840" y="1476"/>
                    </a:lnTo>
                    <a:lnTo>
                      <a:pt x="60" y="1476"/>
                    </a:lnTo>
                    <a:lnTo>
                      <a:pt x="0" y="1440"/>
                    </a:lnTo>
                    <a:lnTo>
                      <a:pt x="0" y="102"/>
                    </a:lnTo>
                    <a:lnTo>
                      <a:pt x="24" y="66"/>
                    </a:lnTo>
                    <a:lnTo>
                      <a:pt x="36" y="54"/>
                    </a:lnTo>
                    <a:lnTo>
                      <a:pt x="72" y="54"/>
                    </a:lnTo>
                    <a:lnTo>
                      <a:pt x="72" y="264"/>
                    </a:lnTo>
                    <a:lnTo>
                      <a:pt x="47" y="264"/>
                    </a:lnTo>
                    <a:lnTo>
                      <a:pt x="36" y="354"/>
                    </a:lnTo>
                    <a:lnTo>
                      <a:pt x="36" y="384"/>
                    </a:lnTo>
                    <a:lnTo>
                      <a:pt x="60" y="408"/>
                    </a:lnTo>
                    <a:lnTo>
                      <a:pt x="60" y="467"/>
                    </a:lnTo>
                    <a:lnTo>
                      <a:pt x="36" y="534"/>
                    </a:lnTo>
                    <a:lnTo>
                      <a:pt x="47" y="720"/>
                    </a:lnTo>
                    <a:lnTo>
                      <a:pt x="47" y="1303"/>
                    </a:lnTo>
                    <a:lnTo>
                      <a:pt x="72" y="1375"/>
                    </a:lnTo>
                    <a:lnTo>
                      <a:pt x="96" y="1375"/>
                    </a:lnTo>
                    <a:lnTo>
                      <a:pt x="162" y="1212"/>
                    </a:lnTo>
                    <a:lnTo>
                      <a:pt x="186" y="1188"/>
                    </a:lnTo>
                    <a:lnTo>
                      <a:pt x="739" y="1212"/>
                    </a:lnTo>
                    <a:lnTo>
                      <a:pt x="781" y="1152"/>
                    </a:lnTo>
                    <a:lnTo>
                      <a:pt x="781" y="1111"/>
                    </a:lnTo>
                    <a:lnTo>
                      <a:pt x="757" y="1086"/>
                    </a:lnTo>
                    <a:lnTo>
                      <a:pt x="565" y="1086"/>
                    </a:lnTo>
                    <a:lnTo>
                      <a:pt x="529" y="1050"/>
                    </a:lnTo>
                    <a:lnTo>
                      <a:pt x="540" y="1014"/>
                    </a:lnTo>
                    <a:lnTo>
                      <a:pt x="540" y="1008"/>
                    </a:lnTo>
                    <a:lnTo>
                      <a:pt x="565" y="985"/>
                    </a:lnTo>
                    <a:lnTo>
                      <a:pt x="739" y="985"/>
                    </a:lnTo>
                    <a:lnTo>
                      <a:pt x="793" y="924"/>
                    </a:lnTo>
                    <a:lnTo>
                      <a:pt x="793" y="894"/>
                    </a:lnTo>
                    <a:lnTo>
                      <a:pt x="727" y="858"/>
                    </a:lnTo>
                    <a:lnTo>
                      <a:pt x="552" y="858"/>
                    </a:lnTo>
                    <a:lnTo>
                      <a:pt x="529" y="834"/>
                    </a:lnTo>
                    <a:lnTo>
                      <a:pt x="540" y="762"/>
                    </a:lnTo>
                    <a:lnTo>
                      <a:pt x="576" y="732"/>
                    </a:lnTo>
                    <a:lnTo>
                      <a:pt x="768" y="720"/>
                    </a:lnTo>
                    <a:lnTo>
                      <a:pt x="793" y="684"/>
                    </a:lnTo>
                    <a:lnTo>
                      <a:pt x="793" y="593"/>
                    </a:lnTo>
                    <a:lnTo>
                      <a:pt x="757" y="570"/>
                    </a:lnTo>
                    <a:lnTo>
                      <a:pt x="540" y="570"/>
                    </a:lnTo>
                    <a:lnTo>
                      <a:pt x="552" y="492"/>
                    </a:lnTo>
                    <a:lnTo>
                      <a:pt x="588" y="456"/>
                    </a:lnTo>
                    <a:lnTo>
                      <a:pt x="757" y="456"/>
                    </a:lnTo>
                    <a:lnTo>
                      <a:pt x="793" y="408"/>
                    </a:lnTo>
                    <a:lnTo>
                      <a:pt x="804" y="330"/>
                    </a:lnTo>
                    <a:lnTo>
                      <a:pt x="804" y="318"/>
                    </a:lnTo>
                    <a:lnTo>
                      <a:pt x="768" y="282"/>
                    </a:lnTo>
                    <a:lnTo>
                      <a:pt x="565" y="282"/>
                    </a:lnTo>
                    <a:lnTo>
                      <a:pt x="565" y="192"/>
                    </a:lnTo>
                    <a:lnTo>
                      <a:pt x="714" y="180"/>
                    </a:lnTo>
                    <a:lnTo>
                      <a:pt x="745" y="180"/>
                    </a:lnTo>
                    <a:lnTo>
                      <a:pt x="793" y="138"/>
                    </a:lnTo>
                    <a:lnTo>
                      <a:pt x="804" y="30"/>
                    </a:lnTo>
                    <a:lnTo>
                      <a:pt x="829" y="0"/>
                    </a:lnTo>
                    <a:lnTo>
                      <a:pt x="840" y="0"/>
                    </a:lnTo>
                    <a:lnTo>
                      <a:pt x="871"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5" name="Freeform 196">
                <a:extLst>
                  <a:ext uri="{FF2B5EF4-FFF2-40B4-BE49-F238E27FC236}">
                    <a16:creationId xmlns:a16="http://schemas.microsoft.com/office/drawing/2014/main" id="{63DE99DC-EF0F-4745-8672-8F4993960159}"/>
                  </a:ext>
                </a:extLst>
              </p:cNvPr>
              <p:cNvSpPr>
                <a:spLocks/>
              </p:cNvSpPr>
              <p:nvPr/>
            </p:nvSpPr>
            <p:spPr bwMode="auto">
              <a:xfrm>
                <a:off x="3788" y="3368"/>
                <a:ext cx="22" cy="22"/>
              </a:xfrm>
              <a:custGeom>
                <a:avLst/>
                <a:gdLst>
                  <a:gd name="T0" fmla="*/ 22 w 216"/>
                  <a:gd name="T1" fmla="*/ 10 h 223"/>
                  <a:gd name="T2" fmla="*/ 18 w 216"/>
                  <a:gd name="T3" fmla="*/ 17 h 223"/>
                  <a:gd name="T4" fmla="*/ 18 w 216"/>
                  <a:gd name="T5" fmla="*/ 18 h 223"/>
                  <a:gd name="T6" fmla="*/ 15 w 216"/>
                  <a:gd name="T7" fmla="*/ 22 h 223"/>
                  <a:gd name="T8" fmla="*/ 0 w 216"/>
                  <a:gd name="T9" fmla="*/ 17 h 223"/>
                  <a:gd name="T10" fmla="*/ 0 w 216"/>
                  <a:gd name="T11" fmla="*/ 13 h 223"/>
                  <a:gd name="T12" fmla="*/ 10 w 216"/>
                  <a:gd name="T13" fmla="*/ 7 h 223"/>
                  <a:gd name="T14" fmla="*/ 13 w 216"/>
                  <a:gd name="T15" fmla="*/ 0 h 223"/>
                  <a:gd name="T16" fmla="*/ 22 w 216"/>
                  <a:gd name="T17" fmla="*/ 5 h 223"/>
                  <a:gd name="T18" fmla="*/ 22 w 216"/>
                  <a:gd name="T19" fmla="*/ 10 h 223"/>
                  <a:gd name="T20" fmla="*/ 22 w 216"/>
                  <a:gd name="T21" fmla="*/ 1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 h="223">
                    <a:moveTo>
                      <a:pt x="216" y="97"/>
                    </a:moveTo>
                    <a:lnTo>
                      <a:pt x="180" y="175"/>
                    </a:lnTo>
                    <a:lnTo>
                      <a:pt x="180" y="187"/>
                    </a:lnTo>
                    <a:lnTo>
                      <a:pt x="144" y="223"/>
                    </a:lnTo>
                    <a:lnTo>
                      <a:pt x="0" y="175"/>
                    </a:lnTo>
                    <a:lnTo>
                      <a:pt x="0" y="133"/>
                    </a:lnTo>
                    <a:lnTo>
                      <a:pt x="101" y="72"/>
                    </a:lnTo>
                    <a:lnTo>
                      <a:pt x="132" y="0"/>
                    </a:lnTo>
                    <a:lnTo>
                      <a:pt x="216" y="49"/>
                    </a:lnTo>
                    <a:lnTo>
                      <a:pt x="21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6" name="Freeform 197">
                <a:extLst>
                  <a:ext uri="{FF2B5EF4-FFF2-40B4-BE49-F238E27FC236}">
                    <a16:creationId xmlns:a16="http://schemas.microsoft.com/office/drawing/2014/main" id="{CB22CAA3-8BB4-41CD-83FF-049E173B2EE1}"/>
                  </a:ext>
                </a:extLst>
              </p:cNvPr>
              <p:cNvSpPr>
                <a:spLocks/>
              </p:cNvSpPr>
              <p:nvPr/>
            </p:nvSpPr>
            <p:spPr bwMode="auto">
              <a:xfrm>
                <a:off x="4377" y="3368"/>
                <a:ext cx="40" cy="109"/>
              </a:xfrm>
              <a:custGeom>
                <a:avLst/>
                <a:gdLst>
                  <a:gd name="T0" fmla="*/ 33 w 384"/>
                  <a:gd name="T1" fmla="*/ 5 h 1081"/>
                  <a:gd name="T2" fmla="*/ 40 w 384"/>
                  <a:gd name="T3" fmla="*/ 10 h 1081"/>
                  <a:gd name="T4" fmla="*/ 40 w 384"/>
                  <a:gd name="T5" fmla="*/ 42 h 1081"/>
                  <a:gd name="T6" fmla="*/ 38 w 384"/>
                  <a:gd name="T7" fmla="*/ 70 h 1081"/>
                  <a:gd name="T8" fmla="*/ 36 w 384"/>
                  <a:gd name="T9" fmla="*/ 105 h 1081"/>
                  <a:gd name="T10" fmla="*/ 30 w 384"/>
                  <a:gd name="T11" fmla="*/ 109 h 1081"/>
                  <a:gd name="T12" fmla="*/ 1 w 384"/>
                  <a:gd name="T13" fmla="*/ 109 h 1081"/>
                  <a:gd name="T14" fmla="*/ 1 w 384"/>
                  <a:gd name="T15" fmla="*/ 100 h 1081"/>
                  <a:gd name="T16" fmla="*/ 5 w 384"/>
                  <a:gd name="T17" fmla="*/ 96 h 1081"/>
                  <a:gd name="T18" fmla="*/ 21 w 384"/>
                  <a:gd name="T19" fmla="*/ 96 h 1081"/>
                  <a:gd name="T20" fmla="*/ 26 w 384"/>
                  <a:gd name="T21" fmla="*/ 91 h 1081"/>
                  <a:gd name="T22" fmla="*/ 26 w 384"/>
                  <a:gd name="T23" fmla="*/ 90 h 1081"/>
                  <a:gd name="T24" fmla="*/ 22 w 384"/>
                  <a:gd name="T25" fmla="*/ 86 h 1081"/>
                  <a:gd name="T26" fmla="*/ 3 w 384"/>
                  <a:gd name="T27" fmla="*/ 84 h 1081"/>
                  <a:gd name="T28" fmla="*/ 0 w 384"/>
                  <a:gd name="T29" fmla="*/ 81 h 1081"/>
                  <a:gd name="T30" fmla="*/ 3 w 384"/>
                  <a:gd name="T31" fmla="*/ 78 h 1081"/>
                  <a:gd name="T32" fmla="*/ 10 w 384"/>
                  <a:gd name="T33" fmla="*/ 73 h 1081"/>
                  <a:gd name="T34" fmla="*/ 24 w 384"/>
                  <a:gd name="T35" fmla="*/ 72 h 1081"/>
                  <a:gd name="T36" fmla="*/ 26 w 384"/>
                  <a:gd name="T37" fmla="*/ 68 h 1081"/>
                  <a:gd name="T38" fmla="*/ 26 w 384"/>
                  <a:gd name="T39" fmla="*/ 61 h 1081"/>
                  <a:gd name="T40" fmla="*/ 24 w 384"/>
                  <a:gd name="T41" fmla="*/ 58 h 1081"/>
                  <a:gd name="T42" fmla="*/ 6 w 384"/>
                  <a:gd name="T43" fmla="*/ 58 h 1081"/>
                  <a:gd name="T44" fmla="*/ 0 w 384"/>
                  <a:gd name="T45" fmla="*/ 56 h 1081"/>
                  <a:gd name="T46" fmla="*/ 3 w 384"/>
                  <a:gd name="T47" fmla="*/ 49 h 1081"/>
                  <a:gd name="T48" fmla="*/ 6 w 384"/>
                  <a:gd name="T49" fmla="*/ 45 h 1081"/>
                  <a:gd name="T50" fmla="*/ 22 w 384"/>
                  <a:gd name="T51" fmla="*/ 45 h 1081"/>
                  <a:gd name="T52" fmla="*/ 26 w 384"/>
                  <a:gd name="T53" fmla="*/ 41 h 1081"/>
                  <a:gd name="T54" fmla="*/ 26 w 384"/>
                  <a:gd name="T55" fmla="*/ 30 h 1081"/>
                  <a:gd name="T56" fmla="*/ 23 w 384"/>
                  <a:gd name="T57" fmla="*/ 27 h 1081"/>
                  <a:gd name="T58" fmla="*/ 4 w 384"/>
                  <a:gd name="T59" fmla="*/ 27 h 1081"/>
                  <a:gd name="T60" fmla="*/ 5 w 384"/>
                  <a:gd name="T61" fmla="*/ 21 h 1081"/>
                  <a:gd name="T62" fmla="*/ 5 w 384"/>
                  <a:gd name="T63" fmla="*/ 18 h 1081"/>
                  <a:gd name="T64" fmla="*/ 24 w 384"/>
                  <a:gd name="T65" fmla="*/ 14 h 1081"/>
                  <a:gd name="T66" fmla="*/ 26 w 384"/>
                  <a:gd name="T67" fmla="*/ 12 h 1081"/>
                  <a:gd name="T68" fmla="*/ 28 w 384"/>
                  <a:gd name="T69" fmla="*/ 0 h 1081"/>
                  <a:gd name="T70" fmla="*/ 30 w 384"/>
                  <a:gd name="T71" fmla="*/ 0 h 1081"/>
                  <a:gd name="T72" fmla="*/ 33 w 384"/>
                  <a:gd name="T73" fmla="*/ 5 h 1081"/>
                  <a:gd name="T74" fmla="*/ 33 w 384"/>
                  <a:gd name="T75" fmla="*/ 5 h 108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84" h="1081">
                    <a:moveTo>
                      <a:pt x="312" y="49"/>
                    </a:moveTo>
                    <a:lnTo>
                      <a:pt x="384" y="97"/>
                    </a:lnTo>
                    <a:lnTo>
                      <a:pt x="384" y="415"/>
                    </a:lnTo>
                    <a:lnTo>
                      <a:pt x="360" y="691"/>
                    </a:lnTo>
                    <a:lnTo>
                      <a:pt x="348" y="1045"/>
                    </a:lnTo>
                    <a:lnTo>
                      <a:pt x="288" y="1081"/>
                    </a:lnTo>
                    <a:lnTo>
                      <a:pt x="12" y="1081"/>
                    </a:lnTo>
                    <a:lnTo>
                      <a:pt x="12" y="991"/>
                    </a:lnTo>
                    <a:lnTo>
                      <a:pt x="48" y="955"/>
                    </a:lnTo>
                    <a:lnTo>
                      <a:pt x="198" y="955"/>
                    </a:lnTo>
                    <a:lnTo>
                      <a:pt x="246" y="901"/>
                    </a:lnTo>
                    <a:lnTo>
                      <a:pt x="246" y="889"/>
                    </a:lnTo>
                    <a:lnTo>
                      <a:pt x="210" y="853"/>
                    </a:lnTo>
                    <a:lnTo>
                      <a:pt x="24" y="829"/>
                    </a:lnTo>
                    <a:lnTo>
                      <a:pt x="0" y="805"/>
                    </a:lnTo>
                    <a:lnTo>
                      <a:pt x="24" y="769"/>
                    </a:lnTo>
                    <a:lnTo>
                      <a:pt x="96" y="727"/>
                    </a:lnTo>
                    <a:lnTo>
                      <a:pt x="234" y="715"/>
                    </a:lnTo>
                    <a:lnTo>
                      <a:pt x="252" y="679"/>
                    </a:lnTo>
                    <a:lnTo>
                      <a:pt x="252" y="601"/>
                    </a:lnTo>
                    <a:lnTo>
                      <a:pt x="234" y="577"/>
                    </a:lnTo>
                    <a:lnTo>
                      <a:pt x="60" y="577"/>
                    </a:lnTo>
                    <a:lnTo>
                      <a:pt x="0" y="552"/>
                    </a:lnTo>
                    <a:lnTo>
                      <a:pt x="24" y="487"/>
                    </a:lnTo>
                    <a:lnTo>
                      <a:pt x="60" y="451"/>
                    </a:lnTo>
                    <a:lnTo>
                      <a:pt x="210" y="451"/>
                    </a:lnTo>
                    <a:lnTo>
                      <a:pt x="252" y="403"/>
                    </a:lnTo>
                    <a:lnTo>
                      <a:pt x="252" y="301"/>
                    </a:lnTo>
                    <a:lnTo>
                      <a:pt x="222" y="265"/>
                    </a:lnTo>
                    <a:lnTo>
                      <a:pt x="36" y="265"/>
                    </a:lnTo>
                    <a:lnTo>
                      <a:pt x="48" y="211"/>
                    </a:lnTo>
                    <a:lnTo>
                      <a:pt x="48" y="175"/>
                    </a:lnTo>
                    <a:lnTo>
                      <a:pt x="234" y="139"/>
                    </a:lnTo>
                    <a:lnTo>
                      <a:pt x="252" y="121"/>
                    </a:lnTo>
                    <a:lnTo>
                      <a:pt x="264" y="0"/>
                    </a:lnTo>
                    <a:lnTo>
                      <a:pt x="288" y="0"/>
                    </a:lnTo>
                    <a:lnTo>
                      <a:pt x="3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7" name="Freeform 198">
                <a:extLst>
                  <a:ext uri="{FF2B5EF4-FFF2-40B4-BE49-F238E27FC236}">
                    <a16:creationId xmlns:a16="http://schemas.microsoft.com/office/drawing/2014/main" id="{2D27AE06-3AB8-4015-81F4-A5F311359F41}"/>
                  </a:ext>
                </a:extLst>
              </p:cNvPr>
              <p:cNvSpPr>
                <a:spLocks/>
              </p:cNvSpPr>
              <p:nvPr/>
            </p:nvSpPr>
            <p:spPr bwMode="auto">
              <a:xfrm>
                <a:off x="4463" y="3370"/>
                <a:ext cx="93" cy="150"/>
              </a:xfrm>
              <a:custGeom>
                <a:avLst/>
                <a:gdLst>
                  <a:gd name="T0" fmla="*/ 87 w 883"/>
                  <a:gd name="T1" fmla="*/ 12 h 1483"/>
                  <a:gd name="T2" fmla="*/ 90 w 883"/>
                  <a:gd name="T3" fmla="*/ 85 h 1483"/>
                  <a:gd name="T4" fmla="*/ 88 w 883"/>
                  <a:gd name="T5" fmla="*/ 93 h 1483"/>
                  <a:gd name="T6" fmla="*/ 89 w 883"/>
                  <a:gd name="T7" fmla="*/ 146 h 1483"/>
                  <a:gd name="T8" fmla="*/ 51 w 883"/>
                  <a:gd name="T9" fmla="*/ 150 h 1483"/>
                  <a:gd name="T10" fmla="*/ 53 w 883"/>
                  <a:gd name="T11" fmla="*/ 126 h 1483"/>
                  <a:gd name="T12" fmla="*/ 77 w 883"/>
                  <a:gd name="T13" fmla="*/ 121 h 1483"/>
                  <a:gd name="T14" fmla="*/ 72 w 883"/>
                  <a:gd name="T15" fmla="*/ 87 h 1483"/>
                  <a:gd name="T16" fmla="*/ 48 w 883"/>
                  <a:gd name="T17" fmla="*/ 85 h 1483"/>
                  <a:gd name="T18" fmla="*/ 44 w 883"/>
                  <a:gd name="T19" fmla="*/ 134 h 1483"/>
                  <a:gd name="T20" fmla="*/ 40 w 883"/>
                  <a:gd name="T21" fmla="*/ 146 h 1483"/>
                  <a:gd name="T22" fmla="*/ 1 w 883"/>
                  <a:gd name="T23" fmla="*/ 150 h 1483"/>
                  <a:gd name="T24" fmla="*/ 0 w 883"/>
                  <a:gd name="T25" fmla="*/ 141 h 1483"/>
                  <a:gd name="T26" fmla="*/ 27 w 883"/>
                  <a:gd name="T27" fmla="*/ 123 h 1483"/>
                  <a:gd name="T28" fmla="*/ 31 w 883"/>
                  <a:gd name="T29" fmla="*/ 113 h 1483"/>
                  <a:gd name="T30" fmla="*/ 5 w 883"/>
                  <a:gd name="T31" fmla="*/ 108 h 1483"/>
                  <a:gd name="T32" fmla="*/ 27 w 883"/>
                  <a:gd name="T33" fmla="*/ 98 h 1483"/>
                  <a:gd name="T34" fmla="*/ 30 w 883"/>
                  <a:gd name="T35" fmla="*/ 87 h 1483"/>
                  <a:gd name="T36" fmla="*/ 3 w 883"/>
                  <a:gd name="T37" fmla="*/ 84 h 1483"/>
                  <a:gd name="T38" fmla="*/ 7 w 883"/>
                  <a:gd name="T39" fmla="*/ 73 h 1483"/>
                  <a:gd name="T40" fmla="*/ 27 w 883"/>
                  <a:gd name="T41" fmla="*/ 72 h 1483"/>
                  <a:gd name="T42" fmla="*/ 30 w 883"/>
                  <a:gd name="T43" fmla="*/ 59 h 1483"/>
                  <a:gd name="T44" fmla="*/ 7 w 883"/>
                  <a:gd name="T45" fmla="*/ 56 h 1483"/>
                  <a:gd name="T46" fmla="*/ 5 w 883"/>
                  <a:gd name="T47" fmla="*/ 52 h 1483"/>
                  <a:gd name="T48" fmla="*/ 8 w 883"/>
                  <a:gd name="T49" fmla="*/ 45 h 1483"/>
                  <a:gd name="T50" fmla="*/ 30 w 883"/>
                  <a:gd name="T51" fmla="*/ 41 h 1483"/>
                  <a:gd name="T52" fmla="*/ 27 w 883"/>
                  <a:gd name="T53" fmla="*/ 25 h 1483"/>
                  <a:gd name="T54" fmla="*/ 5 w 883"/>
                  <a:gd name="T55" fmla="*/ 22 h 1483"/>
                  <a:gd name="T56" fmla="*/ 27 w 883"/>
                  <a:gd name="T57" fmla="*/ 15 h 1483"/>
                  <a:gd name="T58" fmla="*/ 29 w 883"/>
                  <a:gd name="T59" fmla="*/ 2 h 1483"/>
                  <a:gd name="T60" fmla="*/ 37 w 883"/>
                  <a:gd name="T61" fmla="*/ 8 h 1483"/>
                  <a:gd name="T62" fmla="*/ 44 w 883"/>
                  <a:gd name="T63" fmla="*/ 24 h 1483"/>
                  <a:gd name="T64" fmla="*/ 44 w 883"/>
                  <a:gd name="T65" fmla="*/ 47 h 1483"/>
                  <a:gd name="T66" fmla="*/ 47 w 883"/>
                  <a:gd name="T67" fmla="*/ 79 h 1483"/>
                  <a:gd name="T68" fmla="*/ 68 w 883"/>
                  <a:gd name="T69" fmla="*/ 75 h 1483"/>
                  <a:gd name="T70" fmla="*/ 76 w 883"/>
                  <a:gd name="T71" fmla="*/ 70 h 1483"/>
                  <a:gd name="T72" fmla="*/ 73 w 883"/>
                  <a:gd name="T73" fmla="*/ 47 h 1483"/>
                  <a:gd name="T74" fmla="*/ 75 w 883"/>
                  <a:gd name="T75" fmla="*/ 34 h 1483"/>
                  <a:gd name="T76" fmla="*/ 51 w 883"/>
                  <a:gd name="T77" fmla="*/ 29 h 1483"/>
                  <a:gd name="T78" fmla="*/ 52 w 883"/>
                  <a:gd name="T79" fmla="*/ 16 h 1483"/>
                  <a:gd name="T80" fmla="*/ 73 w 883"/>
                  <a:gd name="T81" fmla="*/ 12 h 1483"/>
                  <a:gd name="T82" fmla="*/ 76 w 883"/>
                  <a:gd name="T83" fmla="*/ 0 h 1483"/>
                  <a:gd name="T84" fmla="*/ 82 w 883"/>
                  <a:gd name="T85" fmla="*/ 8 h 14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83" h="1483">
                    <a:moveTo>
                      <a:pt x="781" y="84"/>
                    </a:moveTo>
                    <a:lnTo>
                      <a:pt x="823" y="120"/>
                    </a:lnTo>
                    <a:lnTo>
                      <a:pt x="847" y="377"/>
                    </a:lnTo>
                    <a:lnTo>
                      <a:pt x="859" y="840"/>
                    </a:lnTo>
                    <a:lnTo>
                      <a:pt x="859" y="888"/>
                    </a:lnTo>
                    <a:lnTo>
                      <a:pt x="835" y="918"/>
                    </a:lnTo>
                    <a:lnTo>
                      <a:pt x="883" y="1380"/>
                    </a:lnTo>
                    <a:lnTo>
                      <a:pt x="847" y="1447"/>
                    </a:lnTo>
                    <a:lnTo>
                      <a:pt x="799" y="1483"/>
                    </a:lnTo>
                    <a:lnTo>
                      <a:pt x="480" y="1483"/>
                    </a:lnTo>
                    <a:lnTo>
                      <a:pt x="457" y="1458"/>
                    </a:lnTo>
                    <a:lnTo>
                      <a:pt x="505" y="1242"/>
                    </a:lnTo>
                    <a:lnTo>
                      <a:pt x="697" y="1231"/>
                    </a:lnTo>
                    <a:lnTo>
                      <a:pt x="733" y="1194"/>
                    </a:lnTo>
                    <a:lnTo>
                      <a:pt x="721" y="894"/>
                    </a:lnTo>
                    <a:lnTo>
                      <a:pt x="685" y="864"/>
                    </a:lnTo>
                    <a:lnTo>
                      <a:pt x="480" y="864"/>
                    </a:lnTo>
                    <a:lnTo>
                      <a:pt x="457" y="840"/>
                    </a:lnTo>
                    <a:lnTo>
                      <a:pt x="415" y="906"/>
                    </a:lnTo>
                    <a:lnTo>
                      <a:pt x="415" y="1321"/>
                    </a:lnTo>
                    <a:lnTo>
                      <a:pt x="390" y="1344"/>
                    </a:lnTo>
                    <a:lnTo>
                      <a:pt x="379" y="1447"/>
                    </a:lnTo>
                    <a:lnTo>
                      <a:pt x="331" y="1483"/>
                    </a:lnTo>
                    <a:lnTo>
                      <a:pt x="12" y="1483"/>
                    </a:lnTo>
                    <a:lnTo>
                      <a:pt x="0" y="1470"/>
                    </a:lnTo>
                    <a:lnTo>
                      <a:pt x="0" y="1398"/>
                    </a:lnTo>
                    <a:lnTo>
                      <a:pt x="61" y="1242"/>
                    </a:lnTo>
                    <a:lnTo>
                      <a:pt x="252" y="1218"/>
                    </a:lnTo>
                    <a:lnTo>
                      <a:pt x="295" y="1129"/>
                    </a:lnTo>
                    <a:lnTo>
                      <a:pt x="295" y="1116"/>
                    </a:lnTo>
                    <a:lnTo>
                      <a:pt x="264" y="1080"/>
                    </a:lnTo>
                    <a:lnTo>
                      <a:pt x="48" y="1068"/>
                    </a:lnTo>
                    <a:lnTo>
                      <a:pt x="66" y="978"/>
                    </a:lnTo>
                    <a:lnTo>
                      <a:pt x="252" y="967"/>
                    </a:lnTo>
                    <a:lnTo>
                      <a:pt x="288" y="931"/>
                    </a:lnTo>
                    <a:lnTo>
                      <a:pt x="288" y="864"/>
                    </a:lnTo>
                    <a:lnTo>
                      <a:pt x="252" y="828"/>
                    </a:lnTo>
                    <a:lnTo>
                      <a:pt x="30" y="828"/>
                    </a:lnTo>
                    <a:lnTo>
                      <a:pt x="30" y="768"/>
                    </a:lnTo>
                    <a:lnTo>
                      <a:pt x="66" y="726"/>
                    </a:lnTo>
                    <a:lnTo>
                      <a:pt x="216" y="714"/>
                    </a:lnTo>
                    <a:lnTo>
                      <a:pt x="252" y="714"/>
                    </a:lnTo>
                    <a:lnTo>
                      <a:pt x="288" y="678"/>
                    </a:lnTo>
                    <a:lnTo>
                      <a:pt x="288" y="588"/>
                    </a:lnTo>
                    <a:lnTo>
                      <a:pt x="228" y="539"/>
                    </a:lnTo>
                    <a:lnTo>
                      <a:pt x="66" y="552"/>
                    </a:lnTo>
                    <a:lnTo>
                      <a:pt x="30" y="552"/>
                    </a:lnTo>
                    <a:lnTo>
                      <a:pt x="48" y="516"/>
                    </a:lnTo>
                    <a:lnTo>
                      <a:pt x="48" y="480"/>
                    </a:lnTo>
                    <a:lnTo>
                      <a:pt x="79" y="449"/>
                    </a:lnTo>
                    <a:lnTo>
                      <a:pt x="252" y="438"/>
                    </a:lnTo>
                    <a:lnTo>
                      <a:pt x="288" y="402"/>
                    </a:lnTo>
                    <a:lnTo>
                      <a:pt x="288" y="288"/>
                    </a:lnTo>
                    <a:lnTo>
                      <a:pt x="252" y="252"/>
                    </a:lnTo>
                    <a:lnTo>
                      <a:pt x="48" y="264"/>
                    </a:lnTo>
                    <a:lnTo>
                      <a:pt x="48" y="221"/>
                    </a:lnTo>
                    <a:lnTo>
                      <a:pt x="66" y="149"/>
                    </a:lnTo>
                    <a:lnTo>
                      <a:pt x="252" y="149"/>
                    </a:lnTo>
                    <a:lnTo>
                      <a:pt x="288" y="120"/>
                    </a:lnTo>
                    <a:lnTo>
                      <a:pt x="277" y="23"/>
                    </a:lnTo>
                    <a:lnTo>
                      <a:pt x="288" y="12"/>
                    </a:lnTo>
                    <a:lnTo>
                      <a:pt x="354" y="84"/>
                    </a:lnTo>
                    <a:lnTo>
                      <a:pt x="390" y="90"/>
                    </a:lnTo>
                    <a:lnTo>
                      <a:pt x="415" y="234"/>
                    </a:lnTo>
                    <a:lnTo>
                      <a:pt x="390" y="324"/>
                    </a:lnTo>
                    <a:lnTo>
                      <a:pt x="415" y="462"/>
                    </a:lnTo>
                    <a:lnTo>
                      <a:pt x="421" y="756"/>
                    </a:lnTo>
                    <a:lnTo>
                      <a:pt x="444" y="780"/>
                    </a:lnTo>
                    <a:lnTo>
                      <a:pt x="480" y="756"/>
                    </a:lnTo>
                    <a:lnTo>
                      <a:pt x="642" y="744"/>
                    </a:lnTo>
                    <a:lnTo>
                      <a:pt x="679" y="738"/>
                    </a:lnTo>
                    <a:lnTo>
                      <a:pt x="721" y="690"/>
                    </a:lnTo>
                    <a:lnTo>
                      <a:pt x="721" y="516"/>
                    </a:lnTo>
                    <a:lnTo>
                      <a:pt x="697" y="462"/>
                    </a:lnTo>
                    <a:lnTo>
                      <a:pt x="709" y="359"/>
                    </a:lnTo>
                    <a:lnTo>
                      <a:pt x="709" y="336"/>
                    </a:lnTo>
                    <a:lnTo>
                      <a:pt x="679" y="300"/>
                    </a:lnTo>
                    <a:lnTo>
                      <a:pt x="480" y="288"/>
                    </a:lnTo>
                    <a:lnTo>
                      <a:pt x="480" y="174"/>
                    </a:lnTo>
                    <a:lnTo>
                      <a:pt x="493" y="162"/>
                    </a:lnTo>
                    <a:lnTo>
                      <a:pt x="679" y="138"/>
                    </a:lnTo>
                    <a:lnTo>
                      <a:pt x="697" y="120"/>
                    </a:lnTo>
                    <a:lnTo>
                      <a:pt x="697" y="23"/>
                    </a:lnTo>
                    <a:lnTo>
                      <a:pt x="721" y="0"/>
                    </a:lnTo>
                    <a:lnTo>
                      <a:pt x="733" y="0"/>
                    </a:lnTo>
                    <a:lnTo>
                      <a:pt x="7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8" name="Freeform 199">
                <a:extLst>
                  <a:ext uri="{FF2B5EF4-FFF2-40B4-BE49-F238E27FC236}">
                    <a16:creationId xmlns:a16="http://schemas.microsoft.com/office/drawing/2014/main" id="{F1D940B7-735B-4469-B499-421F1290ABE7}"/>
                  </a:ext>
                </a:extLst>
              </p:cNvPr>
              <p:cNvSpPr>
                <a:spLocks/>
              </p:cNvSpPr>
              <p:nvPr/>
            </p:nvSpPr>
            <p:spPr bwMode="auto">
              <a:xfrm>
                <a:off x="3543" y="3390"/>
                <a:ext cx="73" cy="53"/>
              </a:xfrm>
              <a:custGeom>
                <a:avLst/>
                <a:gdLst>
                  <a:gd name="T0" fmla="*/ 73 w 698"/>
                  <a:gd name="T1" fmla="*/ 13 h 504"/>
                  <a:gd name="T2" fmla="*/ 69 w 698"/>
                  <a:gd name="T3" fmla="*/ 28 h 504"/>
                  <a:gd name="T4" fmla="*/ 67 w 698"/>
                  <a:gd name="T5" fmla="*/ 32 h 504"/>
                  <a:gd name="T6" fmla="*/ 58 w 698"/>
                  <a:gd name="T7" fmla="*/ 35 h 504"/>
                  <a:gd name="T8" fmla="*/ 56 w 698"/>
                  <a:gd name="T9" fmla="*/ 37 h 504"/>
                  <a:gd name="T10" fmla="*/ 54 w 698"/>
                  <a:gd name="T11" fmla="*/ 49 h 504"/>
                  <a:gd name="T12" fmla="*/ 50 w 698"/>
                  <a:gd name="T13" fmla="*/ 53 h 504"/>
                  <a:gd name="T14" fmla="*/ 0 w 698"/>
                  <a:gd name="T15" fmla="*/ 53 h 504"/>
                  <a:gd name="T16" fmla="*/ 0 w 698"/>
                  <a:gd name="T17" fmla="*/ 45 h 504"/>
                  <a:gd name="T18" fmla="*/ 2 w 698"/>
                  <a:gd name="T19" fmla="*/ 42 h 504"/>
                  <a:gd name="T20" fmla="*/ 39 w 698"/>
                  <a:gd name="T21" fmla="*/ 40 h 504"/>
                  <a:gd name="T22" fmla="*/ 44 w 698"/>
                  <a:gd name="T23" fmla="*/ 33 h 504"/>
                  <a:gd name="T24" fmla="*/ 44 w 698"/>
                  <a:gd name="T25" fmla="*/ 28 h 504"/>
                  <a:gd name="T26" fmla="*/ 38 w 698"/>
                  <a:gd name="T27" fmla="*/ 25 h 504"/>
                  <a:gd name="T28" fmla="*/ 11 w 698"/>
                  <a:gd name="T29" fmla="*/ 24 h 504"/>
                  <a:gd name="T30" fmla="*/ 8 w 698"/>
                  <a:gd name="T31" fmla="*/ 24 h 504"/>
                  <a:gd name="T32" fmla="*/ 8 w 698"/>
                  <a:gd name="T33" fmla="*/ 15 h 504"/>
                  <a:gd name="T34" fmla="*/ 11 w 698"/>
                  <a:gd name="T35" fmla="*/ 12 h 504"/>
                  <a:gd name="T36" fmla="*/ 43 w 698"/>
                  <a:gd name="T37" fmla="*/ 15 h 504"/>
                  <a:gd name="T38" fmla="*/ 52 w 698"/>
                  <a:gd name="T39" fmla="*/ 12 h 504"/>
                  <a:gd name="T40" fmla="*/ 57 w 698"/>
                  <a:gd name="T41" fmla="*/ 6 h 504"/>
                  <a:gd name="T42" fmla="*/ 58 w 698"/>
                  <a:gd name="T43" fmla="*/ 1 h 504"/>
                  <a:gd name="T44" fmla="*/ 61 w 698"/>
                  <a:gd name="T45" fmla="*/ 0 h 504"/>
                  <a:gd name="T46" fmla="*/ 70 w 698"/>
                  <a:gd name="T47" fmla="*/ 11 h 504"/>
                  <a:gd name="T48" fmla="*/ 73 w 698"/>
                  <a:gd name="T49" fmla="*/ 13 h 504"/>
                  <a:gd name="T50" fmla="*/ 73 w 698"/>
                  <a:gd name="T51" fmla="*/ 13 h 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98" h="504">
                    <a:moveTo>
                      <a:pt x="698" y="126"/>
                    </a:moveTo>
                    <a:lnTo>
                      <a:pt x="662" y="264"/>
                    </a:lnTo>
                    <a:lnTo>
                      <a:pt x="637" y="306"/>
                    </a:lnTo>
                    <a:lnTo>
                      <a:pt x="559" y="329"/>
                    </a:lnTo>
                    <a:lnTo>
                      <a:pt x="536" y="354"/>
                    </a:lnTo>
                    <a:lnTo>
                      <a:pt x="518" y="468"/>
                    </a:lnTo>
                    <a:lnTo>
                      <a:pt x="482" y="504"/>
                    </a:lnTo>
                    <a:lnTo>
                      <a:pt x="0" y="504"/>
                    </a:lnTo>
                    <a:lnTo>
                      <a:pt x="0" y="432"/>
                    </a:lnTo>
                    <a:lnTo>
                      <a:pt x="18" y="396"/>
                    </a:lnTo>
                    <a:lnTo>
                      <a:pt x="372" y="378"/>
                    </a:lnTo>
                    <a:lnTo>
                      <a:pt x="421" y="318"/>
                    </a:lnTo>
                    <a:lnTo>
                      <a:pt x="421" y="270"/>
                    </a:lnTo>
                    <a:lnTo>
                      <a:pt x="367" y="239"/>
                    </a:lnTo>
                    <a:lnTo>
                      <a:pt x="109" y="228"/>
                    </a:lnTo>
                    <a:lnTo>
                      <a:pt x="79" y="228"/>
                    </a:lnTo>
                    <a:lnTo>
                      <a:pt x="79" y="138"/>
                    </a:lnTo>
                    <a:lnTo>
                      <a:pt x="102" y="114"/>
                    </a:lnTo>
                    <a:lnTo>
                      <a:pt x="410" y="138"/>
                    </a:lnTo>
                    <a:lnTo>
                      <a:pt x="500" y="114"/>
                    </a:lnTo>
                    <a:lnTo>
                      <a:pt x="547" y="54"/>
                    </a:lnTo>
                    <a:lnTo>
                      <a:pt x="559" y="11"/>
                    </a:lnTo>
                    <a:lnTo>
                      <a:pt x="583" y="0"/>
                    </a:lnTo>
                    <a:lnTo>
                      <a:pt x="673" y="102"/>
                    </a:lnTo>
                    <a:lnTo>
                      <a:pt x="698"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9" name="Freeform 200">
                <a:extLst>
                  <a:ext uri="{FF2B5EF4-FFF2-40B4-BE49-F238E27FC236}">
                    <a16:creationId xmlns:a16="http://schemas.microsoft.com/office/drawing/2014/main" id="{2A046EE4-B1BF-4BD8-B003-C6BFEDEFE4AE}"/>
                  </a:ext>
                </a:extLst>
              </p:cNvPr>
              <p:cNvSpPr>
                <a:spLocks/>
              </p:cNvSpPr>
              <p:nvPr/>
            </p:nvSpPr>
            <p:spPr bwMode="auto">
              <a:xfrm>
                <a:off x="3722" y="3393"/>
                <a:ext cx="19" cy="22"/>
              </a:xfrm>
              <a:custGeom>
                <a:avLst/>
                <a:gdLst>
                  <a:gd name="T0" fmla="*/ 15 w 193"/>
                  <a:gd name="T1" fmla="*/ 7 h 215"/>
                  <a:gd name="T2" fmla="*/ 19 w 193"/>
                  <a:gd name="T3" fmla="*/ 12 h 215"/>
                  <a:gd name="T4" fmla="*/ 15 w 193"/>
                  <a:gd name="T5" fmla="*/ 22 h 215"/>
                  <a:gd name="T6" fmla="*/ 7 w 193"/>
                  <a:gd name="T7" fmla="*/ 22 h 215"/>
                  <a:gd name="T8" fmla="*/ 0 w 193"/>
                  <a:gd name="T9" fmla="*/ 15 h 215"/>
                  <a:gd name="T10" fmla="*/ 0 w 193"/>
                  <a:gd name="T11" fmla="*/ 12 h 215"/>
                  <a:gd name="T12" fmla="*/ 4 w 193"/>
                  <a:gd name="T13" fmla="*/ 9 h 215"/>
                  <a:gd name="T14" fmla="*/ 12 w 193"/>
                  <a:gd name="T15" fmla="*/ 0 h 215"/>
                  <a:gd name="T16" fmla="*/ 14 w 193"/>
                  <a:gd name="T17" fmla="*/ 0 h 215"/>
                  <a:gd name="T18" fmla="*/ 15 w 193"/>
                  <a:gd name="T19" fmla="*/ 7 h 215"/>
                  <a:gd name="T20" fmla="*/ 15 w 193"/>
                  <a:gd name="T21" fmla="*/ 7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3" h="215">
                    <a:moveTo>
                      <a:pt x="157" y="66"/>
                    </a:moveTo>
                    <a:lnTo>
                      <a:pt x="193" y="114"/>
                    </a:lnTo>
                    <a:lnTo>
                      <a:pt x="157" y="215"/>
                    </a:lnTo>
                    <a:lnTo>
                      <a:pt x="67" y="215"/>
                    </a:lnTo>
                    <a:lnTo>
                      <a:pt x="0" y="143"/>
                    </a:lnTo>
                    <a:lnTo>
                      <a:pt x="0" y="114"/>
                    </a:lnTo>
                    <a:lnTo>
                      <a:pt x="43" y="90"/>
                    </a:lnTo>
                    <a:lnTo>
                      <a:pt x="126" y="0"/>
                    </a:lnTo>
                    <a:lnTo>
                      <a:pt x="139" y="0"/>
                    </a:lnTo>
                    <a:lnTo>
                      <a:pt x="157"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0" name="Freeform 201">
                <a:extLst>
                  <a:ext uri="{FF2B5EF4-FFF2-40B4-BE49-F238E27FC236}">
                    <a16:creationId xmlns:a16="http://schemas.microsoft.com/office/drawing/2014/main" id="{3862ACFE-56B5-4ECC-BC5A-99478EDF409E}"/>
                  </a:ext>
                </a:extLst>
              </p:cNvPr>
              <p:cNvSpPr>
                <a:spLocks/>
              </p:cNvSpPr>
              <p:nvPr/>
            </p:nvSpPr>
            <p:spPr bwMode="auto">
              <a:xfrm>
                <a:off x="3790" y="3393"/>
                <a:ext cx="38" cy="28"/>
              </a:xfrm>
              <a:custGeom>
                <a:avLst/>
                <a:gdLst>
                  <a:gd name="T0" fmla="*/ 34 w 367"/>
                  <a:gd name="T1" fmla="*/ 7 h 269"/>
                  <a:gd name="T2" fmla="*/ 38 w 367"/>
                  <a:gd name="T3" fmla="*/ 12 h 269"/>
                  <a:gd name="T4" fmla="*/ 36 w 367"/>
                  <a:gd name="T5" fmla="*/ 24 h 269"/>
                  <a:gd name="T6" fmla="*/ 34 w 367"/>
                  <a:gd name="T7" fmla="*/ 26 h 269"/>
                  <a:gd name="T8" fmla="*/ 8 w 367"/>
                  <a:gd name="T9" fmla="*/ 26 h 269"/>
                  <a:gd name="T10" fmla="*/ 6 w 367"/>
                  <a:gd name="T11" fmla="*/ 28 h 269"/>
                  <a:gd name="T12" fmla="*/ 3 w 367"/>
                  <a:gd name="T13" fmla="*/ 28 h 269"/>
                  <a:gd name="T14" fmla="*/ 0 w 367"/>
                  <a:gd name="T15" fmla="*/ 22 h 269"/>
                  <a:gd name="T16" fmla="*/ 0 w 367"/>
                  <a:gd name="T17" fmla="*/ 17 h 269"/>
                  <a:gd name="T18" fmla="*/ 4 w 367"/>
                  <a:gd name="T19" fmla="*/ 15 h 269"/>
                  <a:gd name="T20" fmla="*/ 22 w 367"/>
                  <a:gd name="T21" fmla="*/ 13 h 269"/>
                  <a:gd name="T22" fmla="*/ 27 w 367"/>
                  <a:gd name="T23" fmla="*/ 3 h 269"/>
                  <a:gd name="T24" fmla="*/ 30 w 367"/>
                  <a:gd name="T25" fmla="*/ 0 h 269"/>
                  <a:gd name="T26" fmla="*/ 31 w 367"/>
                  <a:gd name="T27" fmla="*/ 0 h 269"/>
                  <a:gd name="T28" fmla="*/ 34 w 367"/>
                  <a:gd name="T29" fmla="*/ 7 h 269"/>
                  <a:gd name="T30" fmla="*/ 34 w 367"/>
                  <a:gd name="T31" fmla="*/ 7 h 2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67" h="269">
                    <a:moveTo>
                      <a:pt x="325" y="66"/>
                    </a:moveTo>
                    <a:lnTo>
                      <a:pt x="367" y="114"/>
                    </a:lnTo>
                    <a:lnTo>
                      <a:pt x="343" y="228"/>
                    </a:lnTo>
                    <a:lnTo>
                      <a:pt x="325" y="246"/>
                    </a:lnTo>
                    <a:lnTo>
                      <a:pt x="79" y="246"/>
                    </a:lnTo>
                    <a:lnTo>
                      <a:pt x="61" y="269"/>
                    </a:lnTo>
                    <a:lnTo>
                      <a:pt x="25" y="269"/>
                    </a:lnTo>
                    <a:lnTo>
                      <a:pt x="0" y="215"/>
                    </a:lnTo>
                    <a:lnTo>
                      <a:pt x="0" y="168"/>
                    </a:lnTo>
                    <a:lnTo>
                      <a:pt x="36" y="143"/>
                    </a:lnTo>
                    <a:lnTo>
                      <a:pt x="211" y="125"/>
                    </a:lnTo>
                    <a:lnTo>
                      <a:pt x="265" y="30"/>
                    </a:lnTo>
                    <a:lnTo>
                      <a:pt x="289" y="0"/>
                    </a:lnTo>
                    <a:lnTo>
                      <a:pt x="301" y="0"/>
                    </a:lnTo>
                    <a:lnTo>
                      <a:pt x="32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1" name="Freeform 202">
                <a:extLst>
                  <a:ext uri="{FF2B5EF4-FFF2-40B4-BE49-F238E27FC236}">
                    <a16:creationId xmlns:a16="http://schemas.microsoft.com/office/drawing/2014/main" id="{38F741C7-A42D-493C-A1AF-91FB93AD99BF}"/>
                  </a:ext>
                </a:extLst>
              </p:cNvPr>
              <p:cNvSpPr>
                <a:spLocks/>
              </p:cNvSpPr>
              <p:nvPr/>
            </p:nvSpPr>
            <p:spPr bwMode="auto">
              <a:xfrm>
                <a:off x="3760" y="3396"/>
                <a:ext cx="27" cy="21"/>
              </a:xfrm>
              <a:custGeom>
                <a:avLst/>
                <a:gdLst>
                  <a:gd name="T0" fmla="*/ 25 w 265"/>
                  <a:gd name="T1" fmla="*/ 18 h 216"/>
                  <a:gd name="T2" fmla="*/ 21 w 265"/>
                  <a:gd name="T3" fmla="*/ 21 h 216"/>
                  <a:gd name="T4" fmla="*/ 2 w 265"/>
                  <a:gd name="T5" fmla="*/ 21 h 216"/>
                  <a:gd name="T6" fmla="*/ 0 w 265"/>
                  <a:gd name="T7" fmla="*/ 18 h 216"/>
                  <a:gd name="T8" fmla="*/ 2 w 265"/>
                  <a:gd name="T9" fmla="*/ 14 h 216"/>
                  <a:gd name="T10" fmla="*/ 4 w 265"/>
                  <a:gd name="T11" fmla="*/ 12 h 216"/>
                  <a:gd name="T12" fmla="*/ 9 w 265"/>
                  <a:gd name="T13" fmla="*/ 12 h 216"/>
                  <a:gd name="T14" fmla="*/ 15 w 265"/>
                  <a:gd name="T15" fmla="*/ 4 h 216"/>
                  <a:gd name="T16" fmla="*/ 16 w 265"/>
                  <a:gd name="T17" fmla="*/ 0 h 216"/>
                  <a:gd name="T18" fmla="*/ 27 w 265"/>
                  <a:gd name="T19" fmla="*/ 10 h 216"/>
                  <a:gd name="T20" fmla="*/ 25 w 265"/>
                  <a:gd name="T21" fmla="*/ 18 h 216"/>
                  <a:gd name="T22" fmla="*/ 25 w 265"/>
                  <a:gd name="T23" fmla="*/ 18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5" h="216">
                    <a:moveTo>
                      <a:pt x="241" y="180"/>
                    </a:moveTo>
                    <a:lnTo>
                      <a:pt x="205" y="216"/>
                    </a:lnTo>
                    <a:lnTo>
                      <a:pt x="24" y="216"/>
                    </a:lnTo>
                    <a:lnTo>
                      <a:pt x="0" y="180"/>
                    </a:lnTo>
                    <a:lnTo>
                      <a:pt x="24" y="144"/>
                    </a:lnTo>
                    <a:lnTo>
                      <a:pt x="42" y="120"/>
                    </a:lnTo>
                    <a:lnTo>
                      <a:pt x="90" y="120"/>
                    </a:lnTo>
                    <a:lnTo>
                      <a:pt x="151" y="42"/>
                    </a:lnTo>
                    <a:lnTo>
                      <a:pt x="157" y="0"/>
                    </a:lnTo>
                    <a:lnTo>
                      <a:pt x="265" y="102"/>
                    </a:lnTo>
                    <a:lnTo>
                      <a:pt x="241"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2" name="Freeform 203">
                <a:extLst>
                  <a:ext uri="{FF2B5EF4-FFF2-40B4-BE49-F238E27FC236}">
                    <a16:creationId xmlns:a16="http://schemas.microsoft.com/office/drawing/2014/main" id="{D180BA6C-378B-4021-B45B-17C0D295A5F9}"/>
                  </a:ext>
                </a:extLst>
              </p:cNvPr>
              <p:cNvSpPr>
                <a:spLocks/>
              </p:cNvSpPr>
              <p:nvPr/>
            </p:nvSpPr>
            <p:spPr bwMode="auto">
              <a:xfrm>
                <a:off x="3632" y="3396"/>
                <a:ext cx="22" cy="21"/>
              </a:xfrm>
              <a:custGeom>
                <a:avLst/>
                <a:gdLst>
                  <a:gd name="T0" fmla="*/ 19 w 204"/>
                  <a:gd name="T1" fmla="*/ 6 h 210"/>
                  <a:gd name="T2" fmla="*/ 22 w 204"/>
                  <a:gd name="T3" fmla="*/ 8 h 210"/>
                  <a:gd name="T4" fmla="*/ 19 w 204"/>
                  <a:gd name="T5" fmla="*/ 21 h 210"/>
                  <a:gd name="T6" fmla="*/ 10 w 204"/>
                  <a:gd name="T7" fmla="*/ 21 h 210"/>
                  <a:gd name="T8" fmla="*/ 2 w 204"/>
                  <a:gd name="T9" fmla="*/ 17 h 210"/>
                  <a:gd name="T10" fmla="*/ 0 w 204"/>
                  <a:gd name="T11" fmla="*/ 15 h 210"/>
                  <a:gd name="T12" fmla="*/ 2 w 204"/>
                  <a:gd name="T13" fmla="*/ 10 h 210"/>
                  <a:gd name="T14" fmla="*/ 8 w 204"/>
                  <a:gd name="T15" fmla="*/ 6 h 210"/>
                  <a:gd name="T16" fmla="*/ 12 w 204"/>
                  <a:gd name="T17" fmla="*/ 0 h 210"/>
                  <a:gd name="T18" fmla="*/ 14 w 204"/>
                  <a:gd name="T19" fmla="*/ 0 h 210"/>
                  <a:gd name="T20" fmla="*/ 19 w 204"/>
                  <a:gd name="T21" fmla="*/ 6 h 210"/>
                  <a:gd name="T22" fmla="*/ 19 w 204"/>
                  <a:gd name="T23" fmla="*/ 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4" h="210">
                    <a:moveTo>
                      <a:pt x="180" y="60"/>
                    </a:moveTo>
                    <a:lnTo>
                      <a:pt x="204" y="84"/>
                    </a:lnTo>
                    <a:lnTo>
                      <a:pt x="180" y="210"/>
                    </a:lnTo>
                    <a:lnTo>
                      <a:pt x="90" y="210"/>
                    </a:lnTo>
                    <a:lnTo>
                      <a:pt x="18" y="174"/>
                    </a:lnTo>
                    <a:lnTo>
                      <a:pt x="0" y="150"/>
                    </a:lnTo>
                    <a:lnTo>
                      <a:pt x="18" y="96"/>
                    </a:lnTo>
                    <a:lnTo>
                      <a:pt x="78" y="60"/>
                    </a:lnTo>
                    <a:lnTo>
                      <a:pt x="114" y="0"/>
                    </a:lnTo>
                    <a:lnTo>
                      <a:pt x="132" y="0"/>
                    </a:lnTo>
                    <a:lnTo>
                      <a:pt x="18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3" name="Freeform 204">
                <a:extLst>
                  <a:ext uri="{FF2B5EF4-FFF2-40B4-BE49-F238E27FC236}">
                    <a16:creationId xmlns:a16="http://schemas.microsoft.com/office/drawing/2014/main" id="{51D99BA8-405D-462B-A920-00AFF97C2C3C}"/>
                  </a:ext>
                </a:extLst>
              </p:cNvPr>
              <p:cNvSpPr>
                <a:spLocks/>
              </p:cNvSpPr>
              <p:nvPr/>
            </p:nvSpPr>
            <p:spPr bwMode="auto">
              <a:xfrm>
                <a:off x="3680" y="3398"/>
                <a:ext cx="21" cy="19"/>
              </a:xfrm>
              <a:custGeom>
                <a:avLst/>
                <a:gdLst>
                  <a:gd name="T0" fmla="*/ 19 w 203"/>
                  <a:gd name="T1" fmla="*/ 6 h 199"/>
                  <a:gd name="T2" fmla="*/ 21 w 203"/>
                  <a:gd name="T3" fmla="*/ 8 h 199"/>
                  <a:gd name="T4" fmla="*/ 21 w 203"/>
                  <a:gd name="T5" fmla="*/ 16 h 199"/>
                  <a:gd name="T6" fmla="*/ 18 w 203"/>
                  <a:gd name="T7" fmla="*/ 19 h 199"/>
                  <a:gd name="T8" fmla="*/ 6 w 203"/>
                  <a:gd name="T9" fmla="*/ 18 h 199"/>
                  <a:gd name="T10" fmla="*/ 0 w 203"/>
                  <a:gd name="T11" fmla="*/ 13 h 199"/>
                  <a:gd name="T12" fmla="*/ 0 w 203"/>
                  <a:gd name="T13" fmla="*/ 10 h 199"/>
                  <a:gd name="T14" fmla="*/ 2 w 203"/>
                  <a:gd name="T15" fmla="*/ 9 h 199"/>
                  <a:gd name="T16" fmla="*/ 8 w 203"/>
                  <a:gd name="T17" fmla="*/ 0 h 199"/>
                  <a:gd name="T18" fmla="*/ 15 w 203"/>
                  <a:gd name="T19" fmla="*/ 6 h 199"/>
                  <a:gd name="T20" fmla="*/ 19 w 203"/>
                  <a:gd name="T21" fmla="*/ 6 h 199"/>
                  <a:gd name="T22" fmla="*/ 19 w 203"/>
                  <a:gd name="T23" fmla="*/ 6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3" h="199">
                    <a:moveTo>
                      <a:pt x="180" y="61"/>
                    </a:moveTo>
                    <a:lnTo>
                      <a:pt x="203" y="84"/>
                    </a:lnTo>
                    <a:lnTo>
                      <a:pt x="203" y="163"/>
                    </a:lnTo>
                    <a:lnTo>
                      <a:pt x="173" y="199"/>
                    </a:lnTo>
                    <a:lnTo>
                      <a:pt x="54" y="187"/>
                    </a:lnTo>
                    <a:lnTo>
                      <a:pt x="0" y="138"/>
                    </a:lnTo>
                    <a:lnTo>
                      <a:pt x="0" y="102"/>
                    </a:lnTo>
                    <a:lnTo>
                      <a:pt x="23" y="91"/>
                    </a:lnTo>
                    <a:lnTo>
                      <a:pt x="77" y="0"/>
                    </a:lnTo>
                    <a:lnTo>
                      <a:pt x="149" y="61"/>
                    </a:lnTo>
                    <a:lnTo>
                      <a:pt x="18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4" name="Freeform 205">
                <a:extLst>
                  <a:ext uri="{FF2B5EF4-FFF2-40B4-BE49-F238E27FC236}">
                    <a16:creationId xmlns:a16="http://schemas.microsoft.com/office/drawing/2014/main" id="{D8B64AA0-283A-4A7A-9CB4-78323E7646AA}"/>
                  </a:ext>
                </a:extLst>
              </p:cNvPr>
              <p:cNvSpPr>
                <a:spLocks/>
              </p:cNvSpPr>
              <p:nvPr/>
            </p:nvSpPr>
            <p:spPr bwMode="auto">
              <a:xfrm>
                <a:off x="3725" y="3421"/>
                <a:ext cx="65" cy="49"/>
              </a:xfrm>
              <a:custGeom>
                <a:avLst/>
                <a:gdLst>
                  <a:gd name="T0" fmla="*/ 61 w 642"/>
                  <a:gd name="T1" fmla="*/ 9 h 487"/>
                  <a:gd name="T2" fmla="*/ 65 w 642"/>
                  <a:gd name="T3" fmla="*/ 13 h 487"/>
                  <a:gd name="T4" fmla="*/ 63 w 642"/>
                  <a:gd name="T5" fmla="*/ 21 h 487"/>
                  <a:gd name="T6" fmla="*/ 60 w 642"/>
                  <a:gd name="T7" fmla="*/ 24 h 487"/>
                  <a:gd name="T8" fmla="*/ 49 w 642"/>
                  <a:gd name="T9" fmla="*/ 24 h 487"/>
                  <a:gd name="T10" fmla="*/ 43 w 642"/>
                  <a:gd name="T11" fmla="*/ 30 h 487"/>
                  <a:gd name="T12" fmla="*/ 38 w 642"/>
                  <a:gd name="T13" fmla="*/ 47 h 487"/>
                  <a:gd name="T14" fmla="*/ 35 w 642"/>
                  <a:gd name="T15" fmla="*/ 49 h 487"/>
                  <a:gd name="T16" fmla="*/ 5 w 642"/>
                  <a:gd name="T17" fmla="*/ 48 h 487"/>
                  <a:gd name="T18" fmla="*/ 1 w 642"/>
                  <a:gd name="T19" fmla="*/ 48 h 487"/>
                  <a:gd name="T20" fmla="*/ 0 w 642"/>
                  <a:gd name="T21" fmla="*/ 47 h 487"/>
                  <a:gd name="T22" fmla="*/ 0 w 642"/>
                  <a:gd name="T23" fmla="*/ 44 h 487"/>
                  <a:gd name="T24" fmla="*/ 7 w 642"/>
                  <a:gd name="T25" fmla="*/ 39 h 487"/>
                  <a:gd name="T26" fmla="*/ 21 w 642"/>
                  <a:gd name="T27" fmla="*/ 39 h 487"/>
                  <a:gd name="T28" fmla="*/ 26 w 642"/>
                  <a:gd name="T29" fmla="*/ 31 h 487"/>
                  <a:gd name="T30" fmla="*/ 26 w 642"/>
                  <a:gd name="T31" fmla="*/ 28 h 487"/>
                  <a:gd name="T32" fmla="*/ 29 w 642"/>
                  <a:gd name="T33" fmla="*/ 24 h 487"/>
                  <a:gd name="T34" fmla="*/ 36 w 642"/>
                  <a:gd name="T35" fmla="*/ 28 h 487"/>
                  <a:gd name="T36" fmla="*/ 38 w 642"/>
                  <a:gd name="T37" fmla="*/ 25 h 487"/>
                  <a:gd name="T38" fmla="*/ 38 w 642"/>
                  <a:gd name="T39" fmla="*/ 24 h 487"/>
                  <a:gd name="T40" fmla="*/ 30 w 642"/>
                  <a:gd name="T41" fmla="*/ 15 h 487"/>
                  <a:gd name="T42" fmla="*/ 33 w 642"/>
                  <a:gd name="T43" fmla="*/ 13 h 487"/>
                  <a:gd name="T44" fmla="*/ 51 w 642"/>
                  <a:gd name="T45" fmla="*/ 13 h 487"/>
                  <a:gd name="T46" fmla="*/ 55 w 642"/>
                  <a:gd name="T47" fmla="*/ 10 h 487"/>
                  <a:gd name="T48" fmla="*/ 55 w 642"/>
                  <a:gd name="T49" fmla="*/ 3 h 487"/>
                  <a:gd name="T50" fmla="*/ 57 w 642"/>
                  <a:gd name="T51" fmla="*/ 0 h 487"/>
                  <a:gd name="T52" fmla="*/ 61 w 642"/>
                  <a:gd name="T53" fmla="*/ 4 h 487"/>
                  <a:gd name="T54" fmla="*/ 61 w 642"/>
                  <a:gd name="T55" fmla="*/ 9 h 487"/>
                  <a:gd name="T56" fmla="*/ 61 w 642"/>
                  <a:gd name="T57" fmla="*/ 9 h 48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42" h="487">
                    <a:moveTo>
                      <a:pt x="601" y="85"/>
                    </a:moveTo>
                    <a:lnTo>
                      <a:pt x="642" y="133"/>
                    </a:lnTo>
                    <a:lnTo>
                      <a:pt x="619" y="211"/>
                    </a:lnTo>
                    <a:lnTo>
                      <a:pt x="588" y="241"/>
                    </a:lnTo>
                    <a:lnTo>
                      <a:pt x="487" y="241"/>
                    </a:lnTo>
                    <a:lnTo>
                      <a:pt x="426" y="301"/>
                    </a:lnTo>
                    <a:lnTo>
                      <a:pt x="378" y="464"/>
                    </a:lnTo>
                    <a:lnTo>
                      <a:pt x="349" y="487"/>
                    </a:lnTo>
                    <a:lnTo>
                      <a:pt x="48" y="475"/>
                    </a:lnTo>
                    <a:lnTo>
                      <a:pt x="12" y="475"/>
                    </a:lnTo>
                    <a:lnTo>
                      <a:pt x="0" y="464"/>
                    </a:lnTo>
                    <a:lnTo>
                      <a:pt x="0" y="439"/>
                    </a:lnTo>
                    <a:lnTo>
                      <a:pt x="72" y="385"/>
                    </a:lnTo>
                    <a:lnTo>
                      <a:pt x="210" y="385"/>
                    </a:lnTo>
                    <a:lnTo>
                      <a:pt x="259" y="313"/>
                    </a:lnTo>
                    <a:lnTo>
                      <a:pt x="259" y="277"/>
                    </a:lnTo>
                    <a:lnTo>
                      <a:pt x="288" y="241"/>
                    </a:lnTo>
                    <a:lnTo>
                      <a:pt x="360" y="277"/>
                    </a:lnTo>
                    <a:lnTo>
                      <a:pt x="378" y="253"/>
                    </a:lnTo>
                    <a:lnTo>
                      <a:pt x="378" y="235"/>
                    </a:lnTo>
                    <a:lnTo>
                      <a:pt x="300" y="151"/>
                    </a:lnTo>
                    <a:lnTo>
                      <a:pt x="324" y="133"/>
                    </a:lnTo>
                    <a:lnTo>
                      <a:pt x="505" y="133"/>
                    </a:lnTo>
                    <a:lnTo>
                      <a:pt x="541" y="97"/>
                    </a:lnTo>
                    <a:lnTo>
                      <a:pt x="541" y="25"/>
                    </a:lnTo>
                    <a:lnTo>
                      <a:pt x="565" y="0"/>
                    </a:lnTo>
                    <a:lnTo>
                      <a:pt x="601" y="36"/>
                    </a:lnTo>
                    <a:lnTo>
                      <a:pt x="601"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5" name="Freeform 206">
                <a:extLst>
                  <a:ext uri="{FF2B5EF4-FFF2-40B4-BE49-F238E27FC236}">
                    <a16:creationId xmlns:a16="http://schemas.microsoft.com/office/drawing/2014/main" id="{D1806993-98FC-4EF7-A37D-451E05B23F7F}"/>
                  </a:ext>
                </a:extLst>
              </p:cNvPr>
              <p:cNvSpPr>
                <a:spLocks/>
              </p:cNvSpPr>
              <p:nvPr/>
            </p:nvSpPr>
            <p:spPr bwMode="auto">
              <a:xfrm>
                <a:off x="3642" y="3424"/>
                <a:ext cx="18" cy="22"/>
              </a:xfrm>
              <a:custGeom>
                <a:avLst/>
                <a:gdLst>
                  <a:gd name="T0" fmla="*/ 17 w 180"/>
                  <a:gd name="T1" fmla="*/ 19 h 217"/>
                  <a:gd name="T2" fmla="*/ 14 w 180"/>
                  <a:gd name="T3" fmla="*/ 22 h 217"/>
                  <a:gd name="T4" fmla="*/ 0 w 180"/>
                  <a:gd name="T5" fmla="*/ 18 h 217"/>
                  <a:gd name="T6" fmla="*/ 0 w 180"/>
                  <a:gd name="T7" fmla="*/ 10 h 217"/>
                  <a:gd name="T8" fmla="*/ 4 w 180"/>
                  <a:gd name="T9" fmla="*/ 7 h 217"/>
                  <a:gd name="T10" fmla="*/ 9 w 180"/>
                  <a:gd name="T11" fmla="*/ 0 h 217"/>
                  <a:gd name="T12" fmla="*/ 18 w 180"/>
                  <a:gd name="T13" fmla="*/ 12 h 217"/>
                  <a:gd name="T14" fmla="*/ 17 w 180"/>
                  <a:gd name="T15" fmla="*/ 19 h 217"/>
                  <a:gd name="T16" fmla="*/ 17 w 180"/>
                  <a:gd name="T17" fmla="*/ 19 h 2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217">
                    <a:moveTo>
                      <a:pt x="168" y="187"/>
                    </a:moveTo>
                    <a:lnTo>
                      <a:pt x="138" y="217"/>
                    </a:lnTo>
                    <a:lnTo>
                      <a:pt x="0" y="175"/>
                    </a:lnTo>
                    <a:lnTo>
                      <a:pt x="0" y="97"/>
                    </a:lnTo>
                    <a:lnTo>
                      <a:pt x="42" y="67"/>
                    </a:lnTo>
                    <a:lnTo>
                      <a:pt x="90" y="0"/>
                    </a:lnTo>
                    <a:lnTo>
                      <a:pt x="180" y="115"/>
                    </a:lnTo>
                    <a:lnTo>
                      <a:pt x="168"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6" name="Freeform 207">
                <a:extLst>
                  <a:ext uri="{FF2B5EF4-FFF2-40B4-BE49-F238E27FC236}">
                    <a16:creationId xmlns:a16="http://schemas.microsoft.com/office/drawing/2014/main" id="{E756342F-7B5B-413A-AB0B-41E0AFC2FCE8}"/>
                  </a:ext>
                </a:extLst>
              </p:cNvPr>
              <p:cNvSpPr>
                <a:spLocks/>
              </p:cNvSpPr>
              <p:nvPr/>
            </p:nvSpPr>
            <p:spPr bwMode="auto">
              <a:xfrm>
                <a:off x="3683" y="3425"/>
                <a:ext cx="18" cy="23"/>
              </a:xfrm>
              <a:custGeom>
                <a:avLst/>
                <a:gdLst>
                  <a:gd name="T0" fmla="*/ 16 w 155"/>
                  <a:gd name="T1" fmla="*/ 6 h 216"/>
                  <a:gd name="T2" fmla="*/ 18 w 155"/>
                  <a:gd name="T3" fmla="*/ 10 h 216"/>
                  <a:gd name="T4" fmla="*/ 18 w 155"/>
                  <a:gd name="T5" fmla="*/ 19 h 216"/>
                  <a:gd name="T6" fmla="*/ 15 w 155"/>
                  <a:gd name="T7" fmla="*/ 22 h 216"/>
                  <a:gd name="T8" fmla="*/ 2 w 155"/>
                  <a:gd name="T9" fmla="*/ 23 h 216"/>
                  <a:gd name="T10" fmla="*/ 0 w 155"/>
                  <a:gd name="T11" fmla="*/ 20 h 216"/>
                  <a:gd name="T12" fmla="*/ 0 w 155"/>
                  <a:gd name="T13" fmla="*/ 12 h 216"/>
                  <a:gd name="T14" fmla="*/ 10 w 155"/>
                  <a:gd name="T15" fmla="*/ 2 h 216"/>
                  <a:gd name="T16" fmla="*/ 12 w 155"/>
                  <a:gd name="T17" fmla="*/ 0 h 216"/>
                  <a:gd name="T18" fmla="*/ 15 w 155"/>
                  <a:gd name="T19" fmla="*/ 0 h 216"/>
                  <a:gd name="T20" fmla="*/ 16 w 155"/>
                  <a:gd name="T21" fmla="*/ 6 h 216"/>
                  <a:gd name="T22" fmla="*/ 16 w 155"/>
                  <a:gd name="T23" fmla="*/ 6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5" h="216">
                    <a:moveTo>
                      <a:pt x="137" y="54"/>
                    </a:moveTo>
                    <a:lnTo>
                      <a:pt x="155" y="90"/>
                    </a:lnTo>
                    <a:lnTo>
                      <a:pt x="155" y="174"/>
                    </a:lnTo>
                    <a:lnTo>
                      <a:pt x="126" y="204"/>
                    </a:lnTo>
                    <a:lnTo>
                      <a:pt x="18" y="216"/>
                    </a:lnTo>
                    <a:lnTo>
                      <a:pt x="0" y="186"/>
                    </a:lnTo>
                    <a:lnTo>
                      <a:pt x="0" y="114"/>
                    </a:lnTo>
                    <a:lnTo>
                      <a:pt x="90" y="23"/>
                    </a:lnTo>
                    <a:lnTo>
                      <a:pt x="101" y="0"/>
                    </a:lnTo>
                    <a:lnTo>
                      <a:pt x="126" y="0"/>
                    </a:lnTo>
                    <a:lnTo>
                      <a:pt x="137"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7" name="Freeform 208">
                <a:extLst>
                  <a:ext uri="{FF2B5EF4-FFF2-40B4-BE49-F238E27FC236}">
                    <a16:creationId xmlns:a16="http://schemas.microsoft.com/office/drawing/2014/main" id="{5C09B8FB-366E-41F6-A590-437CB87E0E77}"/>
                  </a:ext>
                </a:extLst>
              </p:cNvPr>
              <p:cNvSpPr>
                <a:spLocks/>
              </p:cNvSpPr>
              <p:nvPr/>
            </p:nvSpPr>
            <p:spPr bwMode="auto">
              <a:xfrm>
                <a:off x="3724" y="3426"/>
                <a:ext cx="21" cy="19"/>
              </a:xfrm>
              <a:custGeom>
                <a:avLst/>
                <a:gdLst>
                  <a:gd name="T0" fmla="*/ 21 w 204"/>
                  <a:gd name="T1" fmla="*/ 15 h 174"/>
                  <a:gd name="T2" fmla="*/ 17 w 204"/>
                  <a:gd name="T3" fmla="*/ 19 h 174"/>
                  <a:gd name="T4" fmla="*/ 3 w 204"/>
                  <a:gd name="T5" fmla="*/ 18 h 174"/>
                  <a:gd name="T6" fmla="*/ 0 w 204"/>
                  <a:gd name="T7" fmla="*/ 14 h 174"/>
                  <a:gd name="T8" fmla="*/ 14 w 204"/>
                  <a:gd name="T9" fmla="*/ 0 h 174"/>
                  <a:gd name="T10" fmla="*/ 21 w 204"/>
                  <a:gd name="T11" fmla="*/ 9 h 174"/>
                  <a:gd name="T12" fmla="*/ 21 w 204"/>
                  <a:gd name="T13" fmla="*/ 15 h 174"/>
                  <a:gd name="T14" fmla="*/ 21 w 204"/>
                  <a:gd name="T15" fmla="*/ 15 h 1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 h="174">
                    <a:moveTo>
                      <a:pt x="204" y="138"/>
                    </a:moveTo>
                    <a:lnTo>
                      <a:pt x="168" y="174"/>
                    </a:lnTo>
                    <a:lnTo>
                      <a:pt x="29" y="162"/>
                    </a:lnTo>
                    <a:lnTo>
                      <a:pt x="0" y="126"/>
                    </a:lnTo>
                    <a:lnTo>
                      <a:pt x="132" y="0"/>
                    </a:lnTo>
                    <a:lnTo>
                      <a:pt x="204" y="78"/>
                    </a:lnTo>
                    <a:lnTo>
                      <a:pt x="20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8" name="Freeform 209">
                <a:extLst>
                  <a:ext uri="{FF2B5EF4-FFF2-40B4-BE49-F238E27FC236}">
                    <a16:creationId xmlns:a16="http://schemas.microsoft.com/office/drawing/2014/main" id="{BBAD7E7F-F213-4304-9489-5EDAA33AEC10}"/>
                  </a:ext>
                </a:extLst>
              </p:cNvPr>
              <p:cNvSpPr>
                <a:spLocks/>
              </p:cNvSpPr>
              <p:nvPr/>
            </p:nvSpPr>
            <p:spPr bwMode="auto">
              <a:xfrm>
                <a:off x="3520" y="3446"/>
                <a:ext cx="115" cy="60"/>
              </a:xfrm>
              <a:custGeom>
                <a:avLst/>
                <a:gdLst>
                  <a:gd name="T0" fmla="*/ 115 w 1123"/>
                  <a:gd name="T1" fmla="*/ 13 h 601"/>
                  <a:gd name="T2" fmla="*/ 107 w 1123"/>
                  <a:gd name="T3" fmla="*/ 36 h 601"/>
                  <a:gd name="T4" fmla="*/ 102 w 1123"/>
                  <a:gd name="T5" fmla="*/ 39 h 601"/>
                  <a:gd name="T6" fmla="*/ 79 w 1123"/>
                  <a:gd name="T7" fmla="*/ 38 h 601"/>
                  <a:gd name="T8" fmla="*/ 72 w 1123"/>
                  <a:gd name="T9" fmla="*/ 45 h 601"/>
                  <a:gd name="T10" fmla="*/ 66 w 1123"/>
                  <a:gd name="T11" fmla="*/ 58 h 601"/>
                  <a:gd name="T12" fmla="*/ 62 w 1123"/>
                  <a:gd name="T13" fmla="*/ 60 h 601"/>
                  <a:gd name="T14" fmla="*/ 0 w 1123"/>
                  <a:gd name="T15" fmla="*/ 59 h 601"/>
                  <a:gd name="T16" fmla="*/ 0 w 1123"/>
                  <a:gd name="T17" fmla="*/ 54 h 601"/>
                  <a:gd name="T18" fmla="*/ 11 w 1123"/>
                  <a:gd name="T19" fmla="*/ 38 h 601"/>
                  <a:gd name="T20" fmla="*/ 12 w 1123"/>
                  <a:gd name="T21" fmla="*/ 32 h 601"/>
                  <a:gd name="T22" fmla="*/ 15 w 1123"/>
                  <a:gd name="T23" fmla="*/ 30 h 601"/>
                  <a:gd name="T24" fmla="*/ 55 w 1123"/>
                  <a:gd name="T25" fmla="*/ 30 h 601"/>
                  <a:gd name="T26" fmla="*/ 59 w 1123"/>
                  <a:gd name="T27" fmla="*/ 26 h 601"/>
                  <a:gd name="T28" fmla="*/ 55 w 1123"/>
                  <a:gd name="T29" fmla="*/ 22 h 601"/>
                  <a:gd name="T30" fmla="*/ 25 w 1123"/>
                  <a:gd name="T31" fmla="*/ 19 h 601"/>
                  <a:gd name="T32" fmla="*/ 19 w 1123"/>
                  <a:gd name="T33" fmla="*/ 16 h 601"/>
                  <a:gd name="T34" fmla="*/ 17 w 1123"/>
                  <a:gd name="T35" fmla="*/ 14 h 601"/>
                  <a:gd name="T36" fmla="*/ 20 w 1123"/>
                  <a:gd name="T37" fmla="*/ 11 h 601"/>
                  <a:gd name="T38" fmla="*/ 92 w 1123"/>
                  <a:gd name="T39" fmla="*/ 11 h 601"/>
                  <a:gd name="T40" fmla="*/ 100 w 1123"/>
                  <a:gd name="T41" fmla="*/ 2 h 601"/>
                  <a:gd name="T42" fmla="*/ 101 w 1123"/>
                  <a:gd name="T43" fmla="*/ 0 h 601"/>
                  <a:gd name="T44" fmla="*/ 105 w 1123"/>
                  <a:gd name="T45" fmla="*/ 1 h 601"/>
                  <a:gd name="T46" fmla="*/ 115 w 1123"/>
                  <a:gd name="T47" fmla="*/ 13 h 601"/>
                  <a:gd name="T48" fmla="*/ 115 w 1123"/>
                  <a:gd name="T49" fmla="*/ 13 h 6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3" h="601">
                    <a:moveTo>
                      <a:pt x="1123" y="132"/>
                    </a:moveTo>
                    <a:lnTo>
                      <a:pt x="1046" y="360"/>
                    </a:lnTo>
                    <a:lnTo>
                      <a:pt x="997" y="391"/>
                    </a:lnTo>
                    <a:lnTo>
                      <a:pt x="769" y="378"/>
                    </a:lnTo>
                    <a:lnTo>
                      <a:pt x="704" y="450"/>
                    </a:lnTo>
                    <a:lnTo>
                      <a:pt x="643" y="576"/>
                    </a:lnTo>
                    <a:lnTo>
                      <a:pt x="607" y="601"/>
                    </a:lnTo>
                    <a:lnTo>
                      <a:pt x="0" y="588"/>
                    </a:lnTo>
                    <a:lnTo>
                      <a:pt x="0" y="540"/>
                    </a:lnTo>
                    <a:lnTo>
                      <a:pt x="103" y="378"/>
                    </a:lnTo>
                    <a:lnTo>
                      <a:pt x="114" y="324"/>
                    </a:lnTo>
                    <a:lnTo>
                      <a:pt x="150" y="301"/>
                    </a:lnTo>
                    <a:lnTo>
                      <a:pt x="540" y="301"/>
                    </a:lnTo>
                    <a:lnTo>
                      <a:pt x="576" y="258"/>
                    </a:lnTo>
                    <a:lnTo>
                      <a:pt x="540" y="222"/>
                    </a:lnTo>
                    <a:lnTo>
                      <a:pt x="240" y="186"/>
                    </a:lnTo>
                    <a:lnTo>
                      <a:pt x="186" y="162"/>
                    </a:lnTo>
                    <a:lnTo>
                      <a:pt x="162" y="138"/>
                    </a:lnTo>
                    <a:lnTo>
                      <a:pt x="198" y="108"/>
                    </a:lnTo>
                    <a:lnTo>
                      <a:pt x="895" y="108"/>
                    </a:lnTo>
                    <a:lnTo>
                      <a:pt x="979" y="24"/>
                    </a:lnTo>
                    <a:lnTo>
                      <a:pt x="986" y="0"/>
                    </a:lnTo>
                    <a:lnTo>
                      <a:pt x="1022" y="12"/>
                    </a:lnTo>
                    <a:lnTo>
                      <a:pt x="1123"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9" name="Freeform 210">
                <a:extLst>
                  <a:ext uri="{FF2B5EF4-FFF2-40B4-BE49-F238E27FC236}">
                    <a16:creationId xmlns:a16="http://schemas.microsoft.com/office/drawing/2014/main" id="{98262284-8FD9-46CB-9C6B-6CD1F0D0ADD7}"/>
                  </a:ext>
                </a:extLst>
              </p:cNvPr>
              <p:cNvSpPr>
                <a:spLocks/>
              </p:cNvSpPr>
              <p:nvPr/>
            </p:nvSpPr>
            <p:spPr bwMode="auto">
              <a:xfrm>
                <a:off x="3696" y="3448"/>
                <a:ext cx="20" cy="22"/>
              </a:xfrm>
              <a:custGeom>
                <a:avLst/>
                <a:gdLst>
                  <a:gd name="T0" fmla="*/ 16 w 205"/>
                  <a:gd name="T1" fmla="*/ 5 h 210"/>
                  <a:gd name="T2" fmla="*/ 20 w 205"/>
                  <a:gd name="T3" fmla="*/ 8 h 210"/>
                  <a:gd name="T4" fmla="*/ 20 w 205"/>
                  <a:gd name="T5" fmla="*/ 17 h 210"/>
                  <a:gd name="T6" fmla="*/ 15 w 205"/>
                  <a:gd name="T7" fmla="*/ 22 h 210"/>
                  <a:gd name="T8" fmla="*/ 3 w 205"/>
                  <a:gd name="T9" fmla="*/ 20 h 210"/>
                  <a:gd name="T10" fmla="*/ 0 w 205"/>
                  <a:gd name="T11" fmla="*/ 14 h 210"/>
                  <a:gd name="T12" fmla="*/ 0 w 205"/>
                  <a:gd name="T13" fmla="*/ 13 h 210"/>
                  <a:gd name="T14" fmla="*/ 2 w 205"/>
                  <a:gd name="T15" fmla="*/ 11 h 210"/>
                  <a:gd name="T16" fmla="*/ 7 w 205"/>
                  <a:gd name="T17" fmla="*/ 11 h 210"/>
                  <a:gd name="T18" fmla="*/ 12 w 205"/>
                  <a:gd name="T19" fmla="*/ 1 h 210"/>
                  <a:gd name="T20" fmla="*/ 12 w 205"/>
                  <a:gd name="T21" fmla="*/ 0 h 210"/>
                  <a:gd name="T22" fmla="*/ 15 w 205"/>
                  <a:gd name="T23" fmla="*/ 0 h 210"/>
                  <a:gd name="T24" fmla="*/ 16 w 205"/>
                  <a:gd name="T25" fmla="*/ 5 h 210"/>
                  <a:gd name="T26" fmla="*/ 16 w 205"/>
                  <a:gd name="T27" fmla="*/ 5 h 2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0">
                    <a:moveTo>
                      <a:pt x="169" y="48"/>
                    </a:moveTo>
                    <a:lnTo>
                      <a:pt x="205" y="72"/>
                    </a:lnTo>
                    <a:lnTo>
                      <a:pt x="205" y="162"/>
                    </a:lnTo>
                    <a:lnTo>
                      <a:pt x="157" y="210"/>
                    </a:lnTo>
                    <a:lnTo>
                      <a:pt x="31" y="187"/>
                    </a:lnTo>
                    <a:lnTo>
                      <a:pt x="0" y="138"/>
                    </a:lnTo>
                    <a:lnTo>
                      <a:pt x="0" y="126"/>
                    </a:lnTo>
                    <a:lnTo>
                      <a:pt x="24" y="108"/>
                    </a:lnTo>
                    <a:lnTo>
                      <a:pt x="67" y="108"/>
                    </a:lnTo>
                    <a:lnTo>
                      <a:pt x="126" y="12"/>
                    </a:lnTo>
                    <a:lnTo>
                      <a:pt x="126" y="0"/>
                    </a:lnTo>
                    <a:lnTo>
                      <a:pt x="151" y="0"/>
                    </a:lnTo>
                    <a:lnTo>
                      <a:pt x="16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0" name="Freeform 211">
                <a:extLst>
                  <a:ext uri="{FF2B5EF4-FFF2-40B4-BE49-F238E27FC236}">
                    <a16:creationId xmlns:a16="http://schemas.microsoft.com/office/drawing/2014/main" id="{18CA8CEB-81D7-497A-AC38-464B039971EC}"/>
                  </a:ext>
                </a:extLst>
              </p:cNvPr>
              <p:cNvSpPr>
                <a:spLocks/>
              </p:cNvSpPr>
              <p:nvPr/>
            </p:nvSpPr>
            <p:spPr bwMode="auto">
              <a:xfrm>
                <a:off x="3654" y="3451"/>
                <a:ext cx="20" cy="18"/>
              </a:xfrm>
              <a:custGeom>
                <a:avLst/>
                <a:gdLst>
                  <a:gd name="T0" fmla="*/ 20 w 192"/>
                  <a:gd name="T1" fmla="*/ 12 h 186"/>
                  <a:gd name="T2" fmla="*/ 19 w 192"/>
                  <a:gd name="T3" fmla="*/ 16 h 186"/>
                  <a:gd name="T4" fmla="*/ 16 w 192"/>
                  <a:gd name="T5" fmla="*/ 18 h 186"/>
                  <a:gd name="T6" fmla="*/ 3 w 192"/>
                  <a:gd name="T7" fmla="*/ 16 h 186"/>
                  <a:gd name="T8" fmla="*/ 0 w 192"/>
                  <a:gd name="T9" fmla="*/ 10 h 186"/>
                  <a:gd name="T10" fmla="*/ 4 w 192"/>
                  <a:gd name="T11" fmla="*/ 7 h 186"/>
                  <a:gd name="T12" fmla="*/ 8 w 192"/>
                  <a:gd name="T13" fmla="*/ 7 h 186"/>
                  <a:gd name="T14" fmla="*/ 14 w 192"/>
                  <a:gd name="T15" fmla="*/ 0 h 186"/>
                  <a:gd name="T16" fmla="*/ 16 w 192"/>
                  <a:gd name="T17" fmla="*/ 0 h 186"/>
                  <a:gd name="T18" fmla="*/ 20 w 192"/>
                  <a:gd name="T19" fmla="*/ 12 h 186"/>
                  <a:gd name="T20" fmla="*/ 20 w 192"/>
                  <a:gd name="T21" fmla="*/ 12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186">
                    <a:moveTo>
                      <a:pt x="192" y="126"/>
                    </a:moveTo>
                    <a:lnTo>
                      <a:pt x="180" y="162"/>
                    </a:lnTo>
                    <a:lnTo>
                      <a:pt x="150" y="186"/>
                    </a:lnTo>
                    <a:lnTo>
                      <a:pt x="24" y="162"/>
                    </a:lnTo>
                    <a:lnTo>
                      <a:pt x="0" y="102"/>
                    </a:lnTo>
                    <a:lnTo>
                      <a:pt x="42" y="72"/>
                    </a:lnTo>
                    <a:lnTo>
                      <a:pt x="78" y="72"/>
                    </a:lnTo>
                    <a:lnTo>
                      <a:pt x="138" y="0"/>
                    </a:lnTo>
                    <a:lnTo>
                      <a:pt x="150" y="0"/>
                    </a:lnTo>
                    <a:lnTo>
                      <a:pt x="192"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1" name="Freeform 212">
                <a:extLst>
                  <a:ext uri="{FF2B5EF4-FFF2-40B4-BE49-F238E27FC236}">
                    <a16:creationId xmlns:a16="http://schemas.microsoft.com/office/drawing/2014/main" id="{60218430-3B0F-40DC-9652-AB53CDE210C0}"/>
                  </a:ext>
                </a:extLst>
              </p:cNvPr>
              <p:cNvSpPr>
                <a:spLocks/>
              </p:cNvSpPr>
              <p:nvPr/>
            </p:nvSpPr>
            <p:spPr bwMode="auto">
              <a:xfrm>
                <a:off x="4207" y="3454"/>
                <a:ext cx="149" cy="65"/>
              </a:xfrm>
              <a:custGeom>
                <a:avLst/>
                <a:gdLst>
                  <a:gd name="T0" fmla="*/ 93 w 1443"/>
                  <a:gd name="T1" fmla="*/ 9 h 642"/>
                  <a:gd name="T2" fmla="*/ 101 w 1443"/>
                  <a:gd name="T3" fmla="*/ 16 h 642"/>
                  <a:gd name="T4" fmla="*/ 101 w 1443"/>
                  <a:gd name="T5" fmla="*/ 31 h 642"/>
                  <a:gd name="T6" fmla="*/ 97 w 1443"/>
                  <a:gd name="T7" fmla="*/ 36 h 642"/>
                  <a:gd name="T8" fmla="*/ 96 w 1443"/>
                  <a:gd name="T9" fmla="*/ 51 h 642"/>
                  <a:gd name="T10" fmla="*/ 96 w 1443"/>
                  <a:gd name="T11" fmla="*/ 52 h 642"/>
                  <a:gd name="T12" fmla="*/ 98 w 1443"/>
                  <a:gd name="T13" fmla="*/ 55 h 642"/>
                  <a:gd name="T14" fmla="*/ 99 w 1443"/>
                  <a:gd name="T15" fmla="*/ 55 h 642"/>
                  <a:gd name="T16" fmla="*/ 109 w 1443"/>
                  <a:gd name="T17" fmla="*/ 35 h 642"/>
                  <a:gd name="T18" fmla="*/ 127 w 1443"/>
                  <a:gd name="T19" fmla="*/ 35 h 642"/>
                  <a:gd name="T20" fmla="*/ 132 w 1443"/>
                  <a:gd name="T21" fmla="*/ 28 h 642"/>
                  <a:gd name="T22" fmla="*/ 133 w 1443"/>
                  <a:gd name="T23" fmla="*/ 28 h 642"/>
                  <a:gd name="T24" fmla="*/ 135 w 1443"/>
                  <a:gd name="T25" fmla="*/ 35 h 642"/>
                  <a:gd name="T26" fmla="*/ 137 w 1443"/>
                  <a:gd name="T27" fmla="*/ 37 h 642"/>
                  <a:gd name="T28" fmla="*/ 147 w 1443"/>
                  <a:gd name="T29" fmla="*/ 38 h 642"/>
                  <a:gd name="T30" fmla="*/ 149 w 1443"/>
                  <a:gd name="T31" fmla="*/ 46 h 642"/>
                  <a:gd name="T32" fmla="*/ 144 w 1443"/>
                  <a:gd name="T33" fmla="*/ 63 h 642"/>
                  <a:gd name="T34" fmla="*/ 142 w 1443"/>
                  <a:gd name="T35" fmla="*/ 65 h 642"/>
                  <a:gd name="T36" fmla="*/ 2 w 1443"/>
                  <a:gd name="T37" fmla="*/ 64 h 642"/>
                  <a:gd name="T38" fmla="*/ 0 w 1443"/>
                  <a:gd name="T39" fmla="*/ 61 h 642"/>
                  <a:gd name="T40" fmla="*/ 1 w 1443"/>
                  <a:gd name="T41" fmla="*/ 41 h 642"/>
                  <a:gd name="T42" fmla="*/ 1 w 1443"/>
                  <a:gd name="T43" fmla="*/ 39 h 642"/>
                  <a:gd name="T44" fmla="*/ 3 w 1443"/>
                  <a:gd name="T45" fmla="*/ 37 h 642"/>
                  <a:gd name="T46" fmla="*/ 8 w 1443"/>
                  <a:gd name="T47" fmla="*/ 45 h 642"/>
                  <a:gd name="T48" fmla="*/ 11 w 1443"/>
                  <a:gd name="T49" fmla="*/ 45 h 642"/>
                  <a:gd name="T50" fmla="*/ 14 w 1443"/>
                  <a:gd name="T51" fmla="*/ 35 h 642"/>
                  <a:gd name="T52" fmla="*/ 32 w 1443"/>
                  <a:gd name="T53" fmla="*/ 32 h 642"/>
                  <a:gd name="T54" fmla="*/ 34 w 1443"/>
                  <a:gd name="T55" fmla="*/ 32 h 642"/>
                  <a:gd name="T56" fmla="*/ 40 w 1443"/>
                  <a:gd name="T57" fmla="*/ 24 h 642"/>
                  <a:gd name="T58" fmla="*/ 45 w 1443"/>
                  <a:gd name="T59" fmla="*/ 26 h 642"/>
                  <a:gd name="T60" fmla="*/ 48 w 1443"/>
                  <a:gd name="T61" fmla="*/ 22 h 642"/>
                  <a:gd name="T62" fmla="*/ 50 w 1443"/>
                  <a:gd name="T63" fmla="*/ 15 h 642"/>
                  <a:gd name="T64" fmla="*/ 52 w 1443"/>
                  <a:gd name="T65" fmla="*/ 15 h 642"/>
                  <a:gd name="T66" fmla="*/ 52 w 1443"/>
                  <a:gd name="T67" fmla="*/ 37 h 642"/>
                  <a:gd name="T68" fmla="*/ 47 w 1443"/>
                  <a:gd name="T69" fmla="*/ 47 h 642"/>
                  <a:gd name="T70" fmla="*/ 47 w 1443"/>
                  <a:gd name="T71" fmla="*/ 52 h 642"/>
                  <a:gd name="T72" fmla="*/ 46 w 1443"/>
                  <a:gd name="T73" fmla="*/ 54 h 642"/>
                  <a:gd name="T74" fmla="*/ 50 w 1443"/>
                  <a:gd name="T75" fmla="*/ 56 h 642"/>
                  <a:gd name="T76" fmla="*/ 55 w 1443"/>
                  <a:gd name="T77" fmla="*/ 49 h 642"/>
                  <a:gd name="T78" fmla="*/ 58 w 1443"/>
                  <a:gd name="T79" fmla="*/ 39 h 642"/>
                  <a:gd name="T80" fmla="*/ 58 w 1443"/>
                  <a:gd name="T81" fmla="*/ 37 h 642"/>
                  <a:gd name="T82" fmla="*/ 61 w 1443"/>
                  <a:gd name="T83" fmla="*/ 33 h 642"/>
                  <a:gd name="T84" fmla="*/ 81 w 1443"/>
                  <a:gd name="T85" fmla="*/ 32 h 642"/>
                  <a:gd name="T86" fmla="*/ 85 w 1443"/>
                  <a:gd name="T87" fmla="*/ 28 h 642"/>
                  <a:gd name="T88" fmla="*/ 85 w 1443"/>
                  <a:gd name="T89" fmla="*/ 27 h 642"/>
                  <a:gd name="T90" fmla="*/ 82 w 1443"/>
                  <a:gd name="T91" fmla="*/ 23 h 642"/>
                  <a:gd name="T92" fmla="*/ 64 w 1443"/>
                  <a:gd name="T93" fmla="*/ 21 h 642"/>
                  <a:gd name="T94" fmla="*/ 61 w 1443"/>
                  <a:gd name="T95" fmla="*/ 21 h 642"/>
                  <a:gd name="T96" fmla="*/ 59 w 1443"/>
                  <a:gd name="T97" fmla="*/ 19 h 642"/>
                  <a:gd name="T98" fmla="*/ 61 w 1443"/>
                  <a:gd name="T99" fmla="*/ 13 h 642"/>
                  <a:gd name="T100" fmla="*/ 83 w 1443"/>
                  <a:gd name="T101" fmla="*/ 10 h 642"/>
                  <a:gd name="T102" fmla="*/ 86 w 1443"/>
                  <a:gd name="T103" fmla="*/ 7 h 642"/>
                  <a:gd name="T104" fmla="*/ 87 w 1443"/>
                  <a:gd name="T105" fmla="*/ 0 h 642"/>
                  <a:gd name="T106" fmla="*/ 90 w 1443"/>
                  <a:gd name="T107" fmla="*/ 0 h 642"/>
                  <a:gd name="T108" fmla="*/ 93 w 1443"/>
                  <a:gd name="T109" fmla="*/ 9 h 642"/>
                  <a:gd name="T110" fmla="*/ 93 w 1443"/>
                  <a:gd name="T111" fmla="*/ 9 h 64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43" h="642">
                    <a:moveTo>
                      <a:pt x="896" y="90"/>
                    </a:moveTo>
                    <a:lnTo>
                      <a:pt x="974" y="162"/>
                    </a:lnTo>
                    <a:lnTo>
                      <a:pt x="974" y="306"/>
                    </a:lnTo>
                    <a:lnTo>
                      <a:pt x="938" y="355"/>
                    </a:lnTo>
                    <a:lnTo>
                      <a:pt x="926" y="504"/>
                    </a:lnTo>
                    <a:lnTo>
                      <a:pt x="926" y="516"/>
                    </a:lnTo>
                    <a:lnTo>
                      <a:pt x="950" y="540"/>
                    </a:lnTo>
                    <a:lnTo>
                      <a:pt x="962" y="540"/>
                    </a:lnTo>
                    <a:lnTo>
                      <a:pt x="1052" y="342"/>
                    </a:lnTo>
                    <a:lnTo>
                      <a:pt x="1227" y="342"/>
                    </a:lnTo>
                    <a:lnTo>
                      <a:pt x="1274" y="276"/>
                    </a:lnTo>
                    <a:lnTo>
                      <a:pt x="1286" y="276"/>
                    </a:lnTo>
                    <a:lnTo>
                      <a:pt x="1304" y="342"/>
                    </a:lnTo>
                    <a:lnTo>
                      <a:pt x="1329" y="366"/>
                    </a:lnTo>
                    <a:lnTo>
                      <a:pt x="1419" y="378"/>
                    </a:lnTo>
                    <a:lnTo>
                      <a:pt x="1443" y="457"/>
                    </a:lnTo>
                    <a:lnTo>
                      <a:pt x="1394" y="619"/>
                    </a:lnTo>
                    <a:lnTo>
                      <a:pt x="1376" y="642"/>
                    </a:lnTo>
                    <a:lnTo>
                      <a:pt x="18" y="630"/>
                    </a:lnTo>
                    <a:lnTo>
                      <a:pt x="0" y="606"/>
                    </a:lnTo>
                    <a:lnTo>
                      <a:pt x="13" y="403"/>
                    </a:lnTo>
                    <a:lnTo>
                      <a:pt x="13" y="390"/>
                    </a:lnTo>
                    <a:lnTo>
                      <a:pt x="31" y="366"/>
                    </a:lnTo>
                    <a:lnTo>
                      <a:pt x="79" y="444"/>
                    </a:lnTo>
                    <a:lnTo>
                      <a:pt x="103" y="444"/>
                    </a:lnTo>
                    <a:lnTo>
                      <a:pt x="139" y="342"/>
                    </a:lnTo>
                    <a:lnTo>
                      <a:pt x="307" y="319"/>
                    </a:lnTo>
                    <a:lnTo>
                      <a:pt x="331" y="319"/>
                    </a:lnTo>
                    <a:lnTo>
                      <a:pt x="392" y="240"/>
                    </a:lnTo>
                    <a:lnTo>
                      <a:pt x="433" y="252"/>
                    </a:lnTo>
                    <a:lnTo>
                      <a:pt x="469" y="216"/>
                    </a:lnTo>
                    <a:lnTo>
                      <a:pt x="482" y="150"/>
                    </a:lnTo>
                    <a:lnTo>
                      <a:pt x="505" y="150"/>
                    </a:lnTo>
                    <a:lnTo>
                      <a:pt x="505" y="366"/>
                    </a:lnTo>
                    <a:lnTo>
                      <a:pt x="457" y="468"/>
                    </a:lnTo>
                    <a:lnTo>
                      <a:pt x="457" y="516"/>
                    </a:lnTo>
                    <a:lnTo>
                      <a:pt x="446" y="529"/>
                    </a:lnTo>
                    <a:lnTo>
                      <a:pt x="482" y="558"/>
                    </a:lnTo>
                    <a:lnTo>
                      <a:pt x="536" y="480"/>
                    </a:lnTo>
                    <a:lnTo>
                      <a:pt x="559" y="390"/>
                    </a:lnTo>
                    <a:lnTo>
                      <a:pt x="559" y="366"/>
                    </a:lnTo>
                    <a:lnTo>
                      <a:pt x="595" y="330"/>
                    </a:lnTo>
                    <a:lnTo>
                      <a:pt x="782" y="319"/>
                    </a:lnTo>
                    <a:lnTo>
                      <a:pt x="824" y="276"/>
                    </a:lnTo>
                    <a:lnTo>
                      <a:pt x="824" y="265"/>
                    </a:lnTo>
                    <a:lnTo>
                      <a:pt x="793" y="229"/>
                    </a:lnTo>
                    <a:lnTo>
                      <a:pt x="619" y="204"/>
                    </a:lnTo>
                    <a:lnTo>
                      <a:pt x="595" y="204"/>
                    </a:lnTo>
                    <a:lnTo>
                      <a:pt x="572" y="186"/>
                    </a:lnTo>
                    <a:lnTo>
                      <a:pt x="595" y="126"/>
                    </a:lnTo>
                    <a:lnTo>
                      <a:pt x="800" y="103"/>
                    </a:lnTo>
                    <a:lnTo>
                      <a:pt x="836" y="66"/>
                    </a:lnTo>
                    <a:lnTo>
                      <a:pt x="847" y="0"/>
                    </a:lnTo>
                    <a:lnTo>
                      <a:pt x="872" y="0"/>
                    </a:lnTo>
                    <a:lnTo>
                      <a:pt x="896"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2" name="Freeform 213">
                <a:extLst>
                  <a:ext uri="{FF2B5EF4-FFF2-40B4-BE49-F238E27FC236}">
                    <a16:creationId xmlns:a16="http://schemas.microsoft.com/office/drawing/2014/main" id="{D4AB7C36-2037-47D2-AB96-ECC4D445D5FE}"/>
                  </a:ext>
                </a:extLst>
              </p:cNvPr>
              <p:cNvSpPr>
                <a:spLocks/>
              </p:cNvSpPr>
              <p:nvPr/>
            </p:nvSpPr>
            <p:spPr bwMode="auto">
              <a:xfrm>
                <a:off x="3623" y="3470"/>
                <a:ext cx="80" cy="40"/>
              </a:xfrm>
              <a:custGeom>
                <a:avLst/>
                <a:gdLst>
                  <a:gd name="T0" fmla="*/ 80 w 768"/>
                  <a:gd name="T1" fmla="*/ 11 h 390"/>
                  <a:gd name="T2" fmla="*/ 76 w 768"/>
                  <a:gd name="T3" fmla="*/ 28 h 390"/>
                  <a:gd name="T4" fmla="*/ 73 w 768"/>
                  <a:gd name="T5" fmla="*/ 38 h 390"/>
                  <a:gd name="T6" fmla="*/ 13 w 768"/>
                  <a:gd name="T7" fmla="*/ 39 h 390"/>
                  <a:gd name="T8" fmla="*/ 6 w 768"/>
                  <a:gd name="T9" fmla="*/ 40 h 390"/>
                  <a:gd name="T10" fmla="*/ 2 w 768"/>
                  <a:gd name="T11" fmla="*/ 40 h 390"/>
                  <a:gd name="T12" fmla="*/ 0 w 768"/>
                  <a:gd name="T13" fmla="*/ 38 h 390"/>
                  <a:gd name="T14" fmla="*/ 8 w 768"/>
                  <a:gd name="T15" fmla="*/ 18 h 390"/>
                  <a:gd name="T16" fmla="*/ 9 w 768"/>
                  <a:gd name="T17" fmla="*/ 18 h 390"/>
                  <a:gd name="T18" fmla="*/ 9 w 768"/>
                  <a:gd name="T19" fmla="*/ 17 h 390"/>
                  <a:gd name="T20" fmla="*/ 13 w 768"/>
                  <a:gd name="T21" fmla="*/ 20 h 390"/>
                  <a:gd name="T22" fmla="*/ 16 w 768"/>
                  <a:gd name="T23" fmla="*/ 20 h 390"/>
                  <a:gd name="T24" fmla="*/ 19 w 768"/>
                  <a:gd name="T25" fmla="*/ 11 h 390"/>
                  <a:gd name="T26" fmla="*/ 63 w 768"/>
                  <a:gd name="T27" fmla="*/ 7 h 390"/>
                  <a:gd name="T28" fmla="*/ 68 w 768"/>
                  <a:gd name="T29" fmla="*/ 0 h 390"/>
                  <a:gd name="T30" fmla="*/ 71 w 768"/>
                  <a:gd name="T31" fmla="*/ 0 h 390"/>
                  <a:gd name="T32" fmla="*/ 80 w 768"/>
                  <a:gd name="T33" fmla="*/ 11 h 390"/>
                  <a:gd name="T34" fmla="*/ 80 w 768"/>
                  <a:gd name="T35" fmla="*/ 11 h 3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8" h="390">
                    <a:moveTo>
                      <a:pt x="768" y="108"/>
                    </a:moveTo>
                    <a:lnTo>
                      <a:pt x="732" y="271"/>
                    </a:lnTo>
                    <a:lnTo>
                      <a:pt x="703" y="372"/>
                    </a:lnTo>
                    <a:lnTo>
                      <a:pt x="126" y="384"/>
                    </a:lnTo>
                    <a:lnTo>
                      <a:pt x="59" y="390"/>
                    </a:lnTo>
                    <a:lnTo>
                      <a:pt x="23" y="390"/>
                    </a:lnTo>
                    <a:lnTo>
                      <a:pt x="0" y="372"/>
                    </a:lnTo>
                    <a:lnTo>
                      <a:pt x="72" y="174"/>
                    </a:lnTo>
                    <a:lnTo>
                      <a:pt x="84" y="174"/>
                    </a:lnTo>
                    <a:lnTo>
                      <a:pt x="90" y="162"/>
                    </a:lnTo>
                    <a:lnTo>
                      <a:pt x="126" y="198"/>
                    </a:lnTo>
                    <a:lnTo>
                      <a:pt x="149" y="198"/>
                    </a:lnTo>
                    <a:lnTo>
                      <a:pt x="185" y="108"/>
                    </a:lnTo>
                    <a:lnTo>
                      <a:pt x="606" y="72"/>
                    </a:lnTo>
                    <a:lnTo>
                      <a:pt x="654" y="0"/>
                    </a:lnTo>
                    <a:lnTo>
                      <a:pt x="678" y="0"/>
                    </a:lnTo>
                    <a:lnTo>
                      <a:pt x="768"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3" name="Freeform 214">
                <a:extLst>
                  <a:ext uri="{FF2B5EF4-FFF2-40B4-BE49-F238E27FC236}">
                    <a16:creationId xmlns:a16="http://schemas.microsoft.com/office/drawing/2014/main" id="{53D1F990-DE7B-4BFE-B363-42792288F289}"/>
                  </a:ext>
                </a:extLst>
              </p:cNvPr>
              <p:cNvSpPr>
                <a:spLocks/>
              </p:cNvSpPr>
              <p:nvPr/>
            </p:nvSpPr>
            <p:spPr bwMode="auto">
              <a:xfrm>
                <a:off x="3703" y="3475"/>
                <a:ext cx="310" cy="37"/>
              </a:xfrm>
              <a:custGeom>
                <a:avLst/>
                <a:gdLst>
                  <a:gd name="T0" fmla="*/ 304 w 3016"/>
                  <a:gd name="T1" fmla="*/ 6 h 367"/>
                  <a:gd name="T2" fmla="*/ 310 w 3016"/>
                  <a:gd name="T3" fmla="*/ 10 h 367"/>
                  <a:gd name="T4" fmla="*/ 305 w 3016"/>
                  <a:gd name="T5" fmla="*/ 30 h 367"/>
                  <a:gd name="T6" fmla="*/ 305 w 3016"/>
                  <a:gd name="T7" fmla="*/ 33 h 367"/>
                  <a:gd name="T8" fmla="*/ 306 w 3016"/>
                  <a:gd name="T9" fmla="*/ 34 h 367"/>
                  <a:gd name="T10" fmla="*/ 297 w 3016"/>
                  <a:gd name="T11" fmla="*/ 37 h 367"/>
                  <a:gd name="T12" fmla="*/ 1 w 3016"/>
                  <a:gd name="T13" fmla="*/ 34 h 367"/>
                  <a:gd name="T14" fmla="*/ 0 w 3016"/>
                  <a:gd name="T15" fmla="*/ 34 h 367"/>
                  <a:gd name="T16" fmla="*/ 4 w 3016"/>
                  <a:gd name="T17" fmla="*/ 29 h 367"/>
                  <a:gd name="T18" fmla="*/ 5 w 3016"/>
                  <a:gd name="T19" fmla="*/ 19 h 367"/>
                  <a:gd name="T20" fmla="*/ 8 w 3016"/>
                  <a:gd name="T21" fmla="*/ 9 h 367"/>
                  <a:gd name="T22" fmla="*/ 14 w 3016"/>
                  <a:gd name="T23" fmla="*/ 6 h 367"/>
                  <a:gd name="T24" fmla="*/ 226 w 3016"/>
                  <a:gd name="T25" fmla="*/ 10 h 367"/>
                  <a:gd name="T26" fmla="*/ 284 w 3016"/>
                  <a:gd name="T27" fmla="*/ 13 h 367"/>
                  <a:gd name="T28" fmla="*/ 291 w 3016"/>
                  <a:gd name="T29" fmla="*/ 13 h 367"/>
                  <a:gd name="T30" fmla="*/ 301 w 3016"/>
                  <a:gd name="T31" fmla="*/ 0 h 367"/>
                  <a:gd name="T32" fmla="*/ 302 w 3016"/>
                  <a:gd name="T33" fmla="*/ 0 h 367"/>
                  <a:gd name="T34" fmla="*/ 304 w 3016"/>
                  <a:gd name="T35" fmla="*/ 6 h 367"/>
                  <a:gd name="T36" fmla="*/ 304 w 3016"/>
                  <a:gd name="T37" fmla="*/ 6 h 3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16" h="367">
                    <a:moveTo>
                      <a:pt x="2957" y="60"/>
                    </a:moveTo>
                    <a:lnTo>
                      <a:pt x="3016" y="103"/>
                    </a:lnTo>
                    <a:lnTo>
                      <a:pt x="2968" y="300"/>
                    </a:lnTo>
                    <a:lnTo>
                      <a:pt x="2968" y="324"/>
                    </a:lnTo>
                    <a:lnTo>
                      <a:pt x="2980" y="336"/>
                    </a:lnTo>
                    <a:lnTo>
                      <a:pt x="2890" y="367"/>
                    </a:lnTo>
                    <a:lnTo>
                      <a:pt x="12" y="342"/>
                    </a:lnTo>
                    <a:lnTo>
                      <a:pt x="0" y="336"/>
                    </a:lnTo>
                    <a:lnTo>
                      <a:pt x="36" y="288"/>
                    </a:lnTo>
                    <a:lnTo>
                      <a:pt x="48" y="187"/>
                    </a:lnTo>
                    <a:lnTo>
                      <a:pt x="79" y="90"/>
                    </a:lnTo>
                    <a:lnTo>
                      <a:pt x="138" y="60"/>
                    </a:lnTo>
                    <a:lnTo>
                      <a:pt x="2200" y="103"/>
                    </a:lnTo>
                    <a:lnTo>
                      <a:pt x="2764" y="126"/>
                    </a:lnTo>
                    <a:lnTo>
                      <a:pt x="2831" y="126"/>
                    </a:lnTo>
                    <a:lnTo>
                      <a:pt x="2926" y="0"/>
                    </a:lnTo>
                    <a:lnTo>
                      <a:pt x="2939" y="0"/>
                    </a:lnTo>
                    <a:lnTo>
                      <a:pt x="295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2972198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2"/>
          <p:cNvSpPr txBox="1">
            <a:spLocks/>
          </p:cNvSpPr>
          <p:nvPr/>
        </p:nvSpPr>
        <p:spPr>
          <a:xfrm>
            <a:off x="422517" y="1269591"/>
            <a:ext cx="11524841" cy="1178115"/>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spcBef>
                <a:spcPts val="500"/>
              </a:spcBef>
            </a:pPr>
            <a:r>
              <a:rPr lang="en-US" sz="2400" dirty="0">
                <a:solidFill>
                  <a:schemeClr val="tx1">
                    <a:lumMod val="75000"/>
                  </a:schemeClr>
                </a:solidFill>
                <a:latin typeface="Effra Light" charset="0"/>
              </a:rPr>
              <a:t>With the purchasing process integrating different parts of the organization, most departments (such as Finance) typically have access to view receipts when needed. With the view transaction, changes to the receipt are prohibited.</a:t>
            </a:r>
          </a:p>
        </p:txBody>
      </p:sp>
      <p:sp>
        <p:nvSpPr>
          <p:cNvPr id="2" name="Title 1">
            <a:extLst>
              <a:ext uri="{FF2B5EF4-FFF2-40B4-BE49-F238E27FC236}">
                <a16:creationId xmlns:a16="http://schemas.microsoft.com/office/drawing/2014/main" id="{D7F5254B-E697-4745-810B-F00779FF6456}"/>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Viewing a Receipt</a:t>
            </a:r>
          </a:p>
        </p:txBody>
      </p:sp>
      <p:sp>
        <p:nvSpPr>
          <p:cNvPr id="24" name="Slide Number Placeholder 3"/>
          <p:cNvSpPr>
            <a:spLocks noGrp="1"/>
          </p:cNvSpPr>
          <p:nvPr>
            <p:ph type="sldNum" sz="quarter" idx="4294967295"/>
          </p:nvPr>
        </p:nvSpPr>
        <p:spPr/>
        <p:txBody>
          <a:bodyPr/>
          <a:lstStyle/>
          <a:p>
            <a:r>
              <a:rPr lang="en-US">
                <a:solidFill>
                  <a:schemeClr val="bg1"/>
                </a:solidFill>
              </a:rPr>
              <a:t>27</a:t>
            </a:r>
          </a:p>
        </p:txBody>
      </p:sp>
      <p:pic>
        <p:nvPicPr>
          <p:cNvPr id="17" name="Picture 16">
            <a:extLst>
              <a:ext uri="{FF2B5EF4-FFF2-40B4-BE49-F238E27FC236}">
                <a16:creationId xmlns:a16="http://schemas.microsoft.com/office/drawing/2014/main" id="{4FBA950D-FEB4-48FF-9BD6-974EAACD7E79}"/>
              </a:ext>
            </a:extLst>
          </p:cNvPr>
          <p:cNvPicPr>
            <a:picLocks noChangeAspect="1"/>
          </p:cNvPicPr>
          <p:nvPr/>
        </p:nvPicPr>
        <p:blipFill>
          <a:blip r:embed="rId3"/>
          <a:stretch>
            <a:fillRect/>
          </a:stretch>
        </p:blipFill>
        <p:spPr>
          <a:xfrm>
            <a:off x="227828" y="2447706"/>
            <a:ext cx="5868172" cy="2941506"/>
          </a:xfrm>
          <a:prstGeom prst="rect">
            <a:avLst/>
          </a:prstGeom>
          <a:scene3d>
            <a:camera prst="orthographicFront"/>
            <a:lightRig rig="threePt" dir="t"/>
          </a:scene3d>
          <a:sp3d>
            <a:bevelT/>
          </a:sp3d>
        </p:spPr>
      </p:pic>
      <p:pic>
        <p:nvPicPr>
          <p:cNvPr id="15" name="Picture 14">
            <a:extLst>
              <a:ext uri="{FF2B5EF4-FFF2-40B4-BE49-F238E27FC236}">
                <a16:creationId xmlns:a16="http://schemas.microsoft.com/office/drawing/2014/main" id="{01DAB8B4-E60E-43BE-8EE2-1E42A3BC6E03}"/>
              </a:ext>
            </a:extLst>
          </p:cNvPr>
          <p:cNvPicPr>
            <a:picLocks noChangeAspect="1"/>
          </p:cNvPicPr>
          <p:nvPr/>
        </p:nvPicPr>
        <p:blipFill>
          <a:blip r:embed="rId4"/>
          <a:stretch>
            <a:fillRect/>
          </a:stretch>
        </p:blipFill>
        <p:spPr>
          <a:xfrm>
            <a:off x="5200780" y="3899169"/>
            <a:ext cx="6622545" cy="2941506"/>
          </a:xfrm>
          <a:prstGeom prst="rect">
            <a:avLst/>
          </a:prstGeom>
          <a:scene3d>
            <a:camera prst="orthographicFront"/>
            <a:lightRig rig="threePt" dir="t"/>
          </a:scene3d>
          <a:sp3d extrusionH="381000">
            <a:bevelT/>
          </a:sp3d>
        </p:spPr>
      </p:pic>
      <p:sp>
        <p:nvSpPr>
          <p:cNvPr id="18" name="Arrow: Bent 17">
            <a:extLst>
              <a:ext uri="{FF2B5EF4-FFF2-40B4-BE49-F238E27FC236}">
                <a16:creationId xmlns:a16="http://schemas.microsoft.com/office/drawing/2014/main" id="{09501150-554B-456F-9C39-31AA72D5AADB}"/>
              </a:ext>
            </a:extLst>
          </p:cNvPr>
          <p:cNvSpPr/>
          <p:nvPr/>
        </p:nvSpPr>
        <p:spPr>
          <a:xfrm rot="10800000" flipH="1">
            <a:off x="3128210" y="5424743"/>
            <a:ext cx="1974751" cy="841205"/>
          </a:xfrm>
          <a:prstGeom prst="bentArrow">
            <a:avLst>
              <a:gd name="adj1" fmla="val 25000"/>
              <a:gd name="adj2" fmla="val 25000"/>
              <a:gd name="adj3" fmla="val 50000"/>
              <a:gd name="adj4" fmla="val 43750"/>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Rounded Rectangular Callout 7">
            <a:extLst>
              <a:ext uri="{FF2B5EF4-FFF2-40B4-BE49-F238E27FC236}">
                <a16:creationId xmlns:a16="http://schemas.microsoft.com/office/drawing/2014/main" id="{84A6C4C3-10D0-45AD-94CA-DED4C9945112}"/>
              </a:ext>
            </a:extLst>
          </p:cNvPr>
          <p:cNvSpPr/>
          <p:nvPr/>
        </p:nvSpPr>
        <p:spPr>
          <a:xfrm>
            <a:off x="6245096" y="2595154"/>
            <a:ext cx="2801065" cy="816811"/>
          </a:xfrm>
          <a:prstGeom prst="wedgeRoundRectCallout">
            <a:avLst>
              <a:gd name="adj1" fmla="val -54261"/>
              <a:gd name="adj2" fmla="val 80830"/>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r>
              <a:rPr lang="en-US" sz="1400" dirty="0">
                <a:solidFill>
                  <a:srgbClr val="002060"/>
                </a:solidFill>
                <a:latin typeface="Effra Light" panose="020B0403020203020204"/>
              </a:rPr>
              <a:t>From the </a:t>
            </a:r>
            <a:r>
              <a:rPr lang="en-US" sz="1400" b="1" dirty="0">
                <a:solidFill>
                  <a:srgbClr val="C00000"/>
                </a:solidFill>
                <a:latin typeface="Effra Light" charset="0"/>
              </a:rPr>
              <a:t>Receive Items </a:t>
            </a:r>
            <a:r>
              <a:rPr lang="en-US" sz="1400" dirty="0">
                <a:solidFill>
                  <a:srgbClr val="002060"/>
                </a:solidFill>
                <a:latin typeface="Effra Light" panose="020B0403020203020204"/>
              </a:rPr>
              <a:t>screen, click the </a:t>
            </a:r>
            <a:r>
              <a:rPr lang="en-US" sz="1400" b="1" dirty="0">
                <a:solidFill>
                  <a:srgbClr val="C00000"/>
                </a:solidFill>
                <a:latin typeface="Effra Light" charset="0"/>
              </a:rPr>
              <a:t>Tasks Panel Tab </a:t>
            </a:r>
            <a:r>
              <a:rPr lang="en-US" sz="1400" dirty="0">
                <a:solidFill>
                  <a:srgbClr val="002060"/>
                </a:solidFill>
                <a:latin typeface="Effra Light" panose="020B0403020203020204"/>
              </a:rPr>
              <a:t>icon and Choose “</a:t>
            </a:r>
            <a:r>
              <a:rPr lang="en-US" sz="1400" b="1" dirty="0">
                <a:solidFill>
                  <a:srgbClr val="C00000"/>
                </a:solidFill>
                <a:latin typeface="Effra Light" charset="0"/>
              </a:rPr>
              <a:t>Manage Receipts</a:t>
            </a:r>
            <a:r>
              <a:rPr lang="en-US" sz="1400" dirty="0">
                <a:solidFill>
                  <a:srgbClr val="002060"/>
                </a:solidFill>
                <a:latin typeface="Effra Light" panose="020B0403020203020204"/>
              </a:rPr>
              <a:t>”</a:t>
            </a:r>
          </a:p>
        </p:txBody>
      </p:sp>
      <p:sp>
        <p:nvSpPr>
          <p:cNvPr id="20" name="Rounded Rectangular Callout 7">
            <a:extLst>
              <a:ext uri="{FF2B5EF4-FFF2-40B4-BE49-F238E27FC236}">
                <a16:creationId xmlns:a16="http://schemas.microsoft.com/office/drawing/2014/main" id="{C382D940-8A0E-485D-A8C1-7A8336F6A340}"/>
              </a:ext>
            </a:extLst>
          </p:cNvPr>
          <p:cNvSpPr/>
          <p:nvPr/>
        </p:nvSpPr>
        <p:spPr>
          <a:xfrm>
            <a:off x="9405905" y="2447706"/>
            <a:ext cx="2170564" cy="1325563"/>
          </a:xfrm>
          <a:prstGeom prst="wedgeRoundRectCallout">
            <a:avLst>
              <a:gd name="adj1" fmla="val -5020"/>
              <a:gd name="adj2" fmla="val -7284"/>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r>
              <a:rPr lang="en-US" sz="1400" dirty="0">
                <a:solidFill>
                  <a:srgbClr val="002060"/>
                </a:solidFill>
                <a:latin typeface="Effra Light" panose="020B0403020203020204"/>
              </a:rPr>
              <a:t>Once on the </a:t>
            </a:r>
            <a:r>
              <a:rPr lang="en-US" sz="1400" b="1" dirty="0">
                <a:solidFill>
                  <a:srgbClr val="C00000"/>
                </a:solidFill>
                <a:latin typeface="Effra Light" charset="0"/>
              </a:rPr>
              <a:t>Manage Receipts </a:t>
            </a:r>
            <a:r>
              <a:rPr lang="en-US" sz="1400" dirty="0">
                <a:solidFill>
                  <a:srgbClr val="002060"/>
                </a:solidFill>
                <a:latin typeface="Effra Light" panose="020B0403020203020204"/>
              </a:rPr>
              <a:t>screen, Search for Receipt based on Goods Receipt number, Requisition, or Purchase Order</a:t>
            </a:r>
          </a:p>
        </p:txBody>
      </p:sp>
      <p:cxnSp>
        <p:nvCxnSpPr>
          <p:cNvPr id="21" name="Straight Arrow Connector 20">
            <a:extLst>
              <a:ext uri="{FF2B5EF4-FFF2-40B4-BE49-F238E27FC236}">
                <a16:creationId xmlns:a16="http://schemas.microsoft.com/office/drawing/2014/main" id="{A82FFAAF-ABEE-4098-AFCB-2DFE6377B39C}"/>
              </a:ext>
            </a:extLst>
          </p:cNvPr>
          <p:cNvCxnSpPr>
            <a:cxnSpLocks/>
          </p:cNvCxnSpPr>
          <p:nvPr/>
        </p:nvCxnSpPr>
        <p:spPr>
          <a:xfrm flipH="1">
            <a:off x="6424865" y="3789947"/>
            <a:ext cx="3681661" cy="91440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030B3D0-2AF7-4208-991E-2B93BB60DE4B}"/>
              </a:ext>
            </a:extLst>
          </p:cNvPr>
          <p:cNvCxnSpPr>
            <a:cxnSpLocks/>
          </p:cNvCxnSpPr>
          <p:nvPr/>
        </p:nvCxnSpPr>
        <p:spPr>
          <a:xfrm flipH="1">
            <a:off x="6641432" y="3789947"/>
            <a:ext cx="3465094" cy="107081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A77AC69-5530-430B-A5F5-7B07058B9E4F}"/>
              </a:ext>
            </a:extLst>
          </p:cNvPr>
          <p:cNvCxnSpPr>
            <a:cxnSpLocks/>
          </p:cNvCxnSpPr>
          <p:nvPr/>
        </p:nvCxnSpPr>
        <p:spPr>
          <a:xfrm flipH="1">
            <a:off x="9577139" y="3789947"/>
            <a:ext cx="529387" cy="107081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796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60F2A197-246E-4EDE-A0F6-D1897039DA8D}"/>
              </a:ext>
            </a:extLst>
          </p:cNvPr>
          <p:cNvSpPr>
            <a:spLocks noGrp="1" noChangeArrowheads="1"/>
          </p:cNvSpPr>
          <p:nvPr>
            <p:ph idx="1"/>
          </p:nvPr>
        </p:nvSpPr>
        <p:spPr>
          <a:xfrm>
            <a:off x="422517" y="1513491"/>
            <a:ext cx="11064240" cy="2022189"/>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View a Receipt</a:t>
            </a:r>
          </a:p>
        </p:txBody>
      </p:sp>
      <p:sp>
        <p:nvSpPr>
          <p:cNvPr id="253954" name="Rectangle 2">
            <a:extLst>
              <a:ext uri="{FF2B5EF4-FFF2-40B4-BE49-F238E27FC236}">
                <a16:creationId xmlns:a16="http://schemas.microsoft.com/office/drawing/2014/main" id="{0EAA948D-F8C5-4C48-89F3-B3B9F45DF10C}"/>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Demo/Exercise</a:t>
            </a:r>
          </a:p>
        </p:txBody>
      </p:sp>
      <p:grpSp>
        <p:nvGrpSpPr>
          <p:cNvPr id="27652" name="Group 4">
            <a:extLst>
              <a:ext uri="{FF2B5EF4-FFF2-40B4-BE49-F238E27FC236}">
                <a16:creationId xmlns:a16="http://schemas.microsoft.com/office/drawing/2014/main" id="{3B6FB7F0-3736-4D53-8E2D-47D2AF6318F8}"/>
              </a:ext>
            </a:extLst>
          </p:cNvPr>
          <p:cNvGrpSpPr>
            <a:grpSpLocks/>
          </p:cNvGrpSpPr>
          <p:nvPr/>
        </p:nvGrpSpPr>
        <p:grpSpPr bwMode="auto">
          <a:xfrm>
            <a:off x="1676401" y="5181601"/>
            <a:ext cx="1700213" cy="1133475"/>
            <a:chOff x="288" y="3408"/>
            <a:chExt cx="1071" cy="714"/>
          </a:xfrm>
        </p:grpSpPr>
        <p:sp>
          <p:nvSpPr>
            <p:cNvPr id="27714" name="Rectangle 5" descr="PP_blue_background">
              <a:extLst>
                <a:ext uri="{FF2B5EF4-FFF2-40B4-BE49-F238E27FC236}">
                  <a16:creationId xmlns:a16="http://schemas.microsoft.com/office/drawing/2014/main" id="{1F4049F6-A3D3-4742-8F1F-149304D56E65}"/>
                </a:ext>
              </a:extLst>
            </p:cNvPr>
            <p:cNvSpPr>
              <a:spLocks noChangeArrowheads="1"/>
            </p:cNvSpPr>
            <p:nvPr/>
          </p:nvSpPr>
          <p:spPr bwMode="auto">
            <a:xfrm>
              <a:off x="288" y="3408"/>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5" name="AutoShape 6">
              <a:extLst>
                <a:ext uri="{FF2B5EF4-FFF2-40B4-BE49-F238E27FC236}">
                  <a16:creationId xmlns:a16="http://schemas.microsoft.com/office/drawing/2014/main" id="{4474DB60-6508-493F-81F9-564CD0132FF8}"/>
                </a:ext>
              </a:extLst>
            </p:cNvPr>
            <p:cNvSpPr>
              <a:spLocks noChangeArrowheads="1"/>
            </p:cNvSpPr>
            <p:nvPr/>
          </p:nvSpPr>
          <p:spPr bwMode="auto">
            <a:xfrm flipH="1">
              <a:off x="938" y="3671"/>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6" name="Rectangle 7">
              <a:extLst>
                <a:ext uri="{FF2B5EF4-FFF2-40B4-BE49-F238E27FC236}">
                  <a16:creationId xmlns:a16="http://schemas.microsoft.com/office/drawing/2014/main" id="{52E09096-A3E0-4471-8D6C-8E42281BF0D7}"/>
                </a:ext>
              </a:extLst>
            </p:cNvPr>
            <p:cNvSpPr>
              <a:spLocks noChangeArrowheads="1"/>
            </p:cNvSpPr>
            <p:nvPr/>
          </p:nvSpPr>
          <p:spPr bwMode="auto">
            <a:xfrm>
              <a:off x="360" y="3444"/>
              <a:ext cx="936"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Demonstration</a:t>
              </a:r>
            </a:p>
          </p:txBody>
        </p:sp>
        <p:grpSp>
          <p:nvGrpSpPr>
            <p:cNvPr id="27717" name="Group 8">
              <a:extLst>
                <a:ext uri="{FF2B5EF4-FFF2-40B4-BE49-F238E27FC236}">
                  <a16:creationId xmlns:a16="http://schemas.microsoft.com/office/drawing/2014/main" id="{99928C2B-C097-4A3C-B3CC-F90956E25772}"/>
                </a:ext>
              </a:extLst>
            </p:cNvPr>
            <p:cNvGrpSpPr>
              <a:grpSpLocks/>
            </p:cNvGrpSpPr>
            <p:nvPr/>
          </p:nvGrpSpPr>
          <p:grpSpPr bwMode="auto">
            <a:xfrm>
              <a:off x="968" y="3777"/>
              <a:ext cx="361" cy="316"/>
              <a:chOff x="3264" y="2304"/>
              <a:chExt cx="1584" cy="1297"/>
            </a:xfrm>
          </p:grpSpPr>
          <p:sp>
            <p:nvSpPr>
              <p:cNvPr id="27718" name="Rectangle 9">
                <a:extLst>
                  <a:ext uri="{FF2B5EF4-FFF2-40B4-BE49-F238E27FC236}">
                    <a16:creationId xmlns:a16="http://schemas.microsoft.com/office/drawing/2014/main" id="{F8332E53-AE75-4251-A629-5FD12A1FAC0A}"/>
                  </a:ext>
                </a:extLst>
              </p:cNvPr>
              <p:cNvSpPr>
                <a:spLocks noChangeArrowheads="1"/>
              </p:cNvSpPr>
              <p:nvPr/>
            </p:nvSpPr>
            <p:spPr bwMode="auto">
              <a:xfrm>
                <a:off x="3538" y="2335"/>
                <a:ext cx="878" cy="645"/>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9" name="Rectangle 10">
                <a:extLst>
                  <a:ext uri="{FF2B5EF4-FFF2-40B4-BE49-F238E27FC236}">
                    <a16:creationId xmlns:a16="http://schemas.microsoft.com/office/drawing/2014/main" id="{A4B36243-2932-42EF-A5A1-F9283A9047AD}"/>
                  </a:ext>
                </a:extLst>
              </p:cNvPr>
              <p:cNvSpPr>
                <a:spLocks noChangeArrowheads="1"/>
              </p:cNvSpPr>
              <p:nvPr/>
            </p:nvSpPr>
            <p:spPr bwMode="auto">
              <a:xfrm>
                <a:off x="3520" y="2304"/>
                <a:ext cx="916" cy="31"/>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0" name="Rectangle 11" descr="PP_blue_background">
                <a:extLst>
                  <a:ext uri="{FF2B5EF4-FFF2-40B4-BE49-F238E27FC236}">
                    <a16:creationId xmlns:a16="http://schemas.microsoft.com/office/drawing/2014/main" id="{220A1BAA-919D-4B79-9F0C-120BD830A3E4}"/>
                  </a:ext>
                </a:extLst>
              </p:cNvPr>
              <p:cNvSpPr>
                <a:spLocks noChangeArrowheads="1"/>
              </p:cNvSpPr>
              <p:nvPr/>
            </p:nvSpPr>
            <p:spPr bwMode="auto">
              <a:xfrm>
                <a:off x="3561" y="2335"/>
                <a:ext cx="834" cy="621"/>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1" name="Freeform 12">
                <a:extLst>
                  <a:ext uri="{FF2B5EF4-FFF2-40B4-BE49-F238E27FC236}">
                    <a16:creationId xmlns:a16="http://schemas.microsoft.com/office/drawing/2014/main" id="{D799A67C-67DF-40CF-87D3-D3A6B3511F80}"/>
                  </a:ext>
                </a:extLst>
              </p:cNvPr>
              <p:cNvSpPr>
                <a:spLocks/>
              </p:cNvSpPr>
              <p:nvPr/>
            </p:nvSpPr>
            <p:spPr bwMode="auto">
              <a:xfrm>
                <a:off x="4166" y="2846"/>
                <a:ext cx="285" cy="637"/>
              </a:xfrm>
              <a:custGeom>
                <a:avLst/>
                <a:gdLst>
                  <a:gd name="T0" fmla="*/ 157 w 523"/>
                  <a:gd name="T1" fmla="*/ 637 h 1164"/>
                  <a:gd name="T2" fmla="*/ 156 w 523"/>
                  <a:gd name="T3" fmla="*/ 620 h 1164"/>
                  <a:gd name="T4" fmla="*/ 156 w 523"/>
                  <a:gd name="T5" fmla="*/ 606 h 1164"/>
                  <a:gd name="T6" fmla="*/ 157 w 523"/>
                  <a:gd name="T7" fmla="*/ 567 h 1164"/>
                  <a:gd name="T8" fmla="*/ 156 w 523"/>
                  <a:gd name="T9" fmla="*/ 508 h 1164"/>
                  <a:gd name="T10" fmla="*/ 151 w 523"/>
                  <a:gd name="T11" fmla="*/ 448 h 1164"/>
                  <a:gd name="T12" fmla="*/ 149 w 523"/>
                  <a:gd name="T13" fmla="*/ 385 h 1164"/>
                  <a:gd name="T14" fmla="*/ 143 w 523"/>
                  <a:gd name="T15" fmla="*/ 338 h 1164"/>
                  <a:gd name="T16" fmla="*/ 141 w 523"/>
                  <a:gd name="T17" fmla="*/ 258 h 1164"/>
                  <a:gd name="T18" fmla="*/ 163 w 523"/>
                  <a:gd name="T19" fmla="*/ 364 h 1164"/>
                  <a:gd name="T20" fmla="*/ 176 w 523"/>
                  <a:gd name="T21" fmla="*/ 441 h 1164"/>
                  <a:gd name="T22" fmla="*/ 175 w 523"/>
                  <a:gd name="T23" fmla="*/ 560 h 1164"/>
                  <a:gd name="T24" fmla="*/ 165 w 523"/>
                  <a:gd name="T25" fmla="*/ 634 h 1164"/>
                  <a:gd name="T26" fmla="*/ 178 w 523"/>
                  <a:gd name="T27" fmla="*/ 636 h 1164"/>
                  <a:gd name="T28" fmla="*/ 212 w 523"/>
                  <a:gd name="T29" fmla="*/ 637 h 1164"/>
                  <a:gd name="T30" fmla="*/ 247 w 523"/>
                  <a:gd name="T31" fmla="*/ 634 h 1164"/>
                  <a:gd name="T32" fmla="*/ 275 w 523"/>
                  <a:gd name="T33" fmla="*/ 626 h 1164"/>
                  <a:gd name="T34" fmla="*/ 272 w 523"/>
                  <a:gd name="T35" fmla="*/ 607 h 1164"/>
                  <a:gd name="T36" fmla="*/ 278 w 523"/>
                  <a:gd name="T37" fmla="*/ 533 h 1164"/>
                  <a:gd name="T38" fmla="*/ 285 w 523"/>
                  <a:gd name="T39" fmla="*/ 428 h 1164"/>
                  <a:gd name="T40" fmla="*/ 275 w 523"/>
                  <a:gd name="T41" fmla="*/ 380 h 1164"/>
                  <a:gd name="T42" fmla="*/ 268 w 523"/>
                  <a:gd name="T43" fmla="*/ 346 h 1164"/>
                  <a:gd name="T44" fmla="*/ 263 w 523"/>
                  <a:gd name="T45" fmla="*/ 315 h 1164"/>
                  <a:gd name="T46" fmla="*/ 260 w 523"/>
                  <a:gd name="T47" fmla="*/ 211 h 1164"/>
                  <a:gd name="T48" fmla="*/ 242 w 523"/>
                  <a:gd name="T49" fmla="*/ 191 h 1164"/>
                  <a:gd name="T50" fmla="*/ 208 w 523"/>
                  <a:gd name="T51" fmla="*/ 194 h 1164"/>
                  <a:gd name="T52" fmla="*/ 171 w 523"/>
                  <a:gd name="T53" fmla="*/ 200 h 1164"/>
                  <a:gd name="T54" fmla="*/ 148 w 523"/>
                  <a:gd name="T55" fmla="*/ 142 h 1164"/>
                  <a:gd name="T56" fmla="*/ 135 w 523"/>
                  <a:gd name="T57" fmla="*/ 21 h 1164"/>
                  <a:gd name="T58" fmla="*/ 86 w 523"/>
                  <a:gd name="T59" fmla="*/ 22 h 1164"/>
                  <a:gd name="T60" fmla="*/ 58 w 523"/>
                  <a:gd name="T61" fmla="*/ 13 h 1164"/>
                  <a:gd name="T62" fmla="*/ 37 w 523"/>
                  <a:gd name="T63" fmla="*/ 4 h 1164"/>
                  <a:gd name="T64" fmla="*/ 25 w 523"/>
                  <a:gd name="T65" fmla="*/ 1 h 1164"/>
                  <a:gd name="T66" fmla="*/ 20 w 523"/>
                  <a:gd name="T67" fmla="*/ 122 h 1164"/>
                  <a:gd name="T68" fmla="*/ 6 w 523"/>
                  <a:gd name="T69" fmla="*/ 128 h 1164"/>
                  <a:gd name="T70" fmla="*/ 13 w 523"/>
                  <a:gd name="T71" fmla="*/ 167 h 1164"/>
                  <a:gd name="T72" fmla="*/ 23 w 523"/>
                  <a:gd name="T73" fmla="*/ 209 h 1164"/>
                  <a:gd name="T74" fmla="*/ 36 w 523"/>
                  <a:gd name="T75" fmla="*/ 263 h 1164"/>
                  <a:gd name="T76" fmla="*/ 45 w 523"/>
                  <a:gd name="T77" fmla="*/ 317 h 1164"/>
                  <a:gd name="T78" fmla="*/ 45 w 523"/>
                  <a:gd name="T79" fmla="*/ 351 h 1164"/>
                  <a:gd name="T80" fmla="*/ 50 w 523"/>
                  <a:gd name="T81" fmla="*/ 370 h 1164"/>
                  <a:gd name="T82" fmla="*/ 52 w 523"/>
                  <a:gd name="T83" fmla="*/ 390 h 1164"/>
                  <a:gd name="T84" fmla="*/ 62 w 523"/>
                  <a:gd name="T85" fmla="*/ 447 h 1164"/>
                  <a:gd name="T86" fmla="*/ 66 w 523"/>
                  <a:gd name="T87" fmla="*/ 505 h 1164"/>
                  <a:gd name="T88" fmla="*/ 66 w 523"/>
                  <a:gd name="T89" fmla="*/ 547 h 1164"/>
                  <a:gd name="T90" fmla="*/ 61 w 523"/>
                  <a:gd name="T91" fmla="*/ 587 h 1164"/>
                  <a:gd name="T92" fmla="*/ 56 w 523"/>
                  <a:gd name="T93" fmla="*/ 598 h 1164"/>
                  <a:gd name="T94" fmla="*/ 45 w 523"/>
                  <a:gd name="T95" fmla="*/ 616 h 1164"/>
                  <a:gd name="T96" fmla="*/ 50 w 523"/>
                  <a:gd name="T97" fmla="*/ 624 h 1164"/>
                  <a:gd name="T98" fmla="*/ 81 w 523"/>
                  <a:gd name="T99" fmla="*/ 629 h 1164"/>
                  <a:gd name="T100" fmla="*/ 117 w 523"/>
                  <a:gd name="T101" fmla="*/ 634 h 1164"/>
                  <a:gd name="T102" fmla="*/ 148 w 523"/>
                  <a:gd name="T103" fmla="*/ 637 h 11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23" h="1164">
                    <a:moveTo>
                      <a:pt x="279" y="1164"/>
                    </a:moveTo>
                    <a:lnTo>
                      <a:pt x="281" y="1164"/>
                    </a:lnTo>
                    <a:lnTo>
                      <a:pt x="284" y="1164"/>
                    </a:lnTo>
                    <a:lnTo>
                      <a:pt x="286" y="1164"/>
                    </a:lnTo>
                    <a:lnTo>
                      <a:pt x="288" y="1164"/>
                    </a:lnTo>
                    <a:lnTo>
                      <a:pt x="288" y="1158"/>
                    </a:lnTo>
                    <a:lnTo>
                      <a:pt x="289" y="1152"/>
                    </a:lnTo>
                    <a:lnTo>
                      <a:pt x="289" y="1145"/>
                    </a:lnTo>
                    <a:lnTo>
                      <a:pt x="288" y="1139"/>
                    </a:lnTo>
                    <a:lnTo>
                      <a:pt x="287" y="1133"/>
                    </a:lnTo>
                    <a:lnTo>
                      <a:pt x="286" y="1128"/>
                    </a:lnTo>
                    <a:lnTo>
                      <a:pt x="286" y="1123"/>
                    </a:lnTo>
                    <a:lnTo>
                      <a:pt x="287" y="1118"/>
                    </a:lnTo>
                    <a:lnTo>
                      <a:pt x="288" y="1114"/>
                    </a:lnTo>
                    <a:lnTo>
                      <a:pt x="287" y="1107"/>
                    </a:lnTo>
                    <a:lnTo>
                      <a:pt x="286" y="1101"/>
                    </a:lnTo>
                    <a:lnTo>
                      <a:pt x="286" y="1094"/>
                    </a:lnTo>
                    <a:lnTo>
                      <a:pt x="286" y="1082"/>
                    </a:lnTo>
                    <a:lnTo>
                      <a:pt x="287" y="1060"/>
                    </a:lnTo>
                    <a:lnTo>
                      <a:pt x="288" y="1037"/>
                    </a:lnTo>
                    <a:lnTo>
                      <a:pt x="288" y="1019"/>
                    </a:lnTo>
                    <a:lnTo>
                      <a:pt x="287" y="1001"/>
                    </a:lnTo>
                    <a:lnTo>
                      <a:pt x="287" y="976"/>
                    </a:lnTo>
                    <a:lnTo>
                      <a:pt x="287" y="950"/>
                    </a:lnTo>
                    <a:lnTo>
                      <a:pt x="287" y="929"/>
                    </a:lnTo>
                    <a:lnTo>
                      <a:pt x="287" y="910"/>
                    </a:lnTo>
                    <a:lnTo>
                      <a:pt x="285" y="887"/>
                    </a:lnTo>
                    <a:lnTo>
                      <a:pt x="283" y="862"/>
                    </a:lnTo>
                    <a:lnTo>
                      <a:pt x="279" y="840"/>
                    </a:lnTo>
                    <a:lnTo>
                      <a:pt x="277" y="819"/>
                    </a:lnTo>
                    <a:lnTo>
                      <a:pt x="276" y="796"/>
                    </a:lnTo>
                    <a:lnTo>
                      <a:pt x="276" y="774"/>
                    </a:lnTo>
                    <a:lnTo>
                      <a:pt x="276" y="752"/>
                    </a:lnTo>
                    <a:lnTo>
                      <a:pt x="274" y="729"/>
                    </a:lnTo>
                    <a:lnTo>
                      <a:pt x="273" y="704"/>
                    </a:lnTo>
                    <a:lnTo>
                      <a:pt x="271" y="681"/>
                    </a:lnTo>
                    <a:lnTo>
                      <a:pt x="270" y="668"/>
                    </a:lnTo>
                    <a:lnTo>
                      <a:pt x="268" y="656"/>
                    </a:lnTo>
                    <a:lnTo>
                      <a:pt x="265" y="638"/>
                    </a:lnTo>
                    <a:lnTo>
                      <a:pt x="263" y="618"/>
                    </a:lnTo>
                    <a:lnTo>
                      <a:pt x="262" y="601"/>
                    </a:lnTo>
                    <a:lnTo>
                      <a:pt x="262" y="575"/>
                    </a:lnTo>
                    <a:lnTo>
                      <a:pt x="261" y="533"/>
                    </a:lnTo>
                    <a:lnTo>
                      <a:pt x="258" y="493"/>
                    </a:lnTo>
                    <a:lnTo>
                      <a:pt x="258" y="472"/>
                    </a:lnTo>
                    <a:lnTo>
                      <a:pt x="261" y="499"/>
                    </a:lnTo>
                    <a:lnTo>
                      <a:pt x="268" y="534"/>
                    </a:lnTo>
                    <a:lnTo>
                      <a:pt x="278" y="576"/>
                    </a:lnTo>
                    <a:lnTo>
                      <a:pt x="288" y="621"/>
                    </a:lnTo>
                    <a:lnTo>
                      <a:pt x="300" y="665"/>
                    </a:lnTo>
                    <a:lnTo>
                      <a:pt x="309" y="703"/>
                    </a:lnTo>
                    <a:lnTo>
                      <a:pt x="316" y="731"/>
                    </a:lnTo>
                    <a:lnTo>
                      <a:pt x="318" y="749"/>
                    </a:lnTo>
                    <a:lnTo>
                      <a:pt x="319" y="781"/>
                    </a:lnTo>
                    <a:lnTo>
                      <a:pt x="323" y="806"/>
                    </a:lnTo>
                    <a:lnTo>
                      <a:pt x="327" y="827"/>
                    </a:lnTo>
                    <a:lnTo>
                      <a:pt x="331" y="843"/>
                    </a:lnTo>
                    <a:lnTo>
                      <a:pt x="330" y="882"/>
                    </a:lnTo>
                    <a:lnTo>
                      <a:pt x="326" y="954"/>
                    </a:lnTo>
                    <a:lnTo>
                      <a:pt x="322" y="1024"/>
                    </a:lnTo>
                    <a:lnTo>
                      <a:pt x="319" y="1063"/>
                    </a:lnTo>
                    <a:lnTo>
                      <a:pt x="317" y="1080"/>
                    </a:lnTo>
                    <a:lnTo>
                      <a:pt x="311" y="1105"/>
                    </a:lnTo>
                    <a:lnTo>
                      <a:pt x="307" y="1132"/>
                    </a:lnTo>
                    <a:lnTo>
                      <a:pt x="303" y="1159"/>
                    </a:lnTo>
                    <a:lnTo>
                      <a:pt x="306" y="1160"/>
                    </a:lnTo>
                    <a:lnTo>
                      <a:pt x="309" y="1160"/>
                    </a:lnTo>
                    <a:lnTo>
                      <a:pt x="312" y="1161"/>
                    </a:lnTo>
                    <a:lnTo>
                      <a:pt x="317" y="1161"/>
                    </a:lnTo>
                    <a:lnTo>
                      <a:pt x="326" y="1162"/>
                    </a:lnTo>
                    <a:lnTo>
                      <a:pt x="338" y="1163"/>
                    </a:lnTo>
                    <a:lnTo>
                      <a:pt x="349" y="1164"/>
                    </a:lnTo>
                    <a:lnTo>
                      <a:pt x="362" y="1164"/>
                    </a:lnTo>
                    <a:lnTo>
                      <a:pt x="375" y="1164"/>
                    </a:lnTo>
                    <a:lnTo>
                      <a:pt x="389" y="1164"/>
                    </a:lnTo>
                    <a:lnTo>
                      <a:pt x="401" y="1164"/>
                    </a:lnTo>
                    <a:lnTo>
                      <a:pt x="415" y="1163"/>
                    </a:lnTo>
                    <a:lnTo>
                      <a:pt x="429" y="1162"/>
                    </a:lnTo>
                    <a:lnTo>
                      <a:pt x="442" y="1161"/>
                    </a:lnTo>
                    <a:lnTo>
                      <a:pt x="454" y="1159"/>
                    </a:lnTo>
                    <a:lnTo>
                      <a:pt x="467" y="1156"/>
                    </a:lnTo>
                    <a:lnTo>
                      <a:pt x="477" y="1154"/>
                    </a:lnTo>
                    <a:lnTo>
                      <a:pt x="488" y="1151"/>
                    </a:lnTo>
                    <a:lnTo>
                      <a:pt x="497" y="1147"/>
                    </a:lnTo>
                    <a:lnTo>
                      <a:pt x="504" y="1143"/>
                    </a:lnTo>
                    <a:lnTo>
                      <a:pt x="503" y="1138"/>
                    </a:lnTo>
                    <a:lnTo>
                      <a:pt x="501" y="1133"/>
                    </a:lnTo>
                    <a:lnTo>
                      <a:pt x="498" y="1130"/>
                    </a:lnTo>
                    <a:lnTo>
                      <a:pt x="494" y="1126"/>
                    </a:lnTo>
                    <a:lnTo>
                      <a:pt x="499" y="1110"/>
                    </a:lnTo>
                    <a:lnTo>
                      <a:pt x="503" y="1090"/>
                    </a:lnTo>
                    <a:lnTo>
                      <a:pt x="504" y="1069"/>
                    </a:lnTo>
                    <a:lnTo>
                      <a:pt x="504" y="1050"/>
                    </a:lnTo>
                    <a:lnTo>
                      <a:pt x="506" y="1020"/>
                    </a:lnTo>
                    <a:lnTo>
                      <a:pt x="511" y="974"/>
                    </a:lnTo>
                    <a:lnTo>
                      <a:pt x="515" y="928"/>
                    </a:lnTo>
                    <a:lnTo>
                      <a:pt x="519" y="897"/>
                    </a:lnTo>
                    <a:lnTo>
                      <a:pt x="521" y="867"/>
                    </a:lnTo>
                    <a:lnTo>
                      <a:pt x="523" y="825"/>
                    </a:lnTo>
                    <a:lnTo>
                      <a:pt x="523" y="782"/>
                    </a:lnTo>
                    <a:lnTo>
                      <a:pt x="520" y="752"/>
                    </a:lnTo>
                    <a:lnTo>
                      <a:pt x="515" y="735"/>
                    </a:lnTo>
                    <a:lnTo>
                      <a:pt x="511" y="720"/>
                    </a:lnTo>
                    <a:lnTo>
                      <a:pt x="508" y="706"/>
                    </a:lnTo>
                    <a:lnTo>
                      <a:pt x="505" y="694"/>
                    </a:lnTo>
                    <a:lnTo>
                      <a:pt x="501" y="681"/>
                    </a:lnTo>
                    <a:lnTo>
                      <a:pt x="498" y="665"/>
                    </a:lnTo>
                    <a:lnTo>
                      <a:pt x="494" y="651"/>
                    </a:lnTo>
                    <a:lnTo>
                      <a:pt x="493" y="642"/>
                    </a:lnTo>
                    <a:lnTo>
                      <a:pt x="492" y="633"/>
                    </a:lnTo>
                    <a:lnTo>
                      <a:pt x="490" y="621"/>
                    </a:lnTo>
                    <a:lnTo>
                      <a:pt x="486" y="608"/>
                    </a:lnTo>
                    <a:lnTo>
                      <a:pt x="485" y="598"/>
                    </a:lnTo>
                    <a:lnTo>
                      <a:pt x="484" y="587"/>
                    </a:lnTo>
                    <a:lnTo>
                      <a:pt x="482" y="575"/>
                    </a:lnTo>
                    <a:lnTo>
                      <a:pt x="480" y="561"/>
                    </a:lnTo>
                    <a:lnTo>
                      <a:pt x="478" y="549"/>
                    </a:lnTo>
                    <a:lnTo>
                      <a:pt x="478" y="515"/>
                    </a:lnTo>
                    <a:lnTo>
                      <a:pt x="480" y="450"/>
                    </a:lnTo>
                    <a:lnTo>
                      <a:pt x="478" y="385"/>
                    </a:lnTo>
                    <a:lnTo>
                      <a:pt x="477" y="347"/>
                    </a:lnTo>
                    <a:lnTo>
                      <a:pt x="471" y="347"/>
                    </a:lnTo>
                    <a:lnTo>
                      <a:pt x="465" y="348"/>
                    </a:lnTo>
                    <a:lnTo>
                      <a:pt x="455" y="348"/>
                    </a:lnTo>
                    <a:lnTo>
                      <a:pt x="445" y="349"/>
                    </a:lnTo>
                    <a:lnTo>
                      <a:pt x="435" y="349"/>
                    </a:lnTo>
                    <a:lnTo>
                      <a:pt x="422" y="350"/>
                    </a:lnTo>
                    <a:lnTo>
                      <a:pt x="409" y="351"/>
                    </a:lnTo>
                    <a:lnTo>
                      <a:pt x="395" y="352"/>
                    </a:lnTo>
                    <a:lnTo>
                      <a:pt x="382" y="355"/>
                    </a:lnTo>
                    <a:lnTo>
                      <a:pt x="368" y="357"/>
                    </a:lnTo>
                    <a:lnTo>
                      <a:pt x="353" y="358"/>
                    </a:lnTo>
                    <a:lnTo>
                      <a:pt x="340" y="360"/>
                    </a:lnTo>
                    <a:lnTo>
                      <a:pt x="326" y="364"/>
                    </a:lnTo>
                    <a:lnTo>
                      <a:pt x="314" y="366"/>
                    </a:lnTo>
                    <a:lnTo>
                      <a:pt x="302" y="370"/>
                    </a:lnTo>
                    <a:lnTo>
                      <a:pt x="292" y="373"/>
                    </a:lnTo>
                    <a:lnTo>
                      <a:pt x="286" y="345"/>
                    </a:lnTo>
                    <a:lnTo>
                      <a:pt x="279" y="306"/>
                    </a:lnTo>
                    <a:lnTo>
                      <a:pt x="271" y="260"/>
                    </a:lnTo>
                    <a:lnTo>
                      <a:pt x="263" y="211"/>
                    </a:lnTo>
                    <a:lnTo>
                      <a:pt x="256" y="160"/>
                    </a:lnTo>
                    <a:lnTo>
                      <a:pt x="251" y="112"/>
                    </a:lnTo>
                    <a:lnTo>
                      <a:pt x="248" y="70"/>
                    </a:lnTo>
                    <a:lnTo>
                      <a:pt x="248" y="38"/>
                    </a:lnTo>
                    <a:lnTo>
                      <a:pt x="228" y="44"/>
                    </a:lnTo>
                    <a:lnTo>
                      <a:pt x="209" y="46"/>
                    </a:lnTo>
                    <a:lnTo>
                      <a:pt x="190" y="46"/>
                    </a:lnTo>
                    <a:lnTo>
                      <a:pt x="174" y="44"/>
                    </a:lnTo>
                    <a:lnTo>
                      <a:pt x="158" y="40"/>
                    </a:lnTo>
                    <a:lnTo>
                      <a:pt x="144" y="37"/>
                    </a:lnTo>
                    <a:lnTo>
                      <a:pt x="133" y="32"/>
                    </a:lnTo>
                    <a:lnTo>
                      <a:pt x="122" y="29"/>
                    </a:lnTo>
                    <a:lnTo>
                      <a:pt x="114" y="26"/>
                    </a:lnTo>
                    <a:lnTo>
                      <a:pt x="106" y="23"/>
                    </a:lnTo>
                    <a:lnTo>
                      <a:pt x="98" y="21"/>
                    </a:lnTo>
                    <a:lnTo>
                      <a:pt x="91" y="18"/>
                    </a:lnTo>
                    <a:lnTo>
                      <a:pt x="84" y="16"/>
                    </a:lnTo>
                    <a:lnTo>
                      <a:pt x="76" y="13"/>
                    </a:lnTo>
                    <a:lnTo>
                      <a:pt x="68" y="8"/>
                    </a:lnTo>
                    <a:lnTo>
                      <a:pt x="60" y="2"/>
                    </a:lnTo>
                    <a:lnTo>
                      <a:pt x="57" y="1"/>
                    </a:lnTo>
                    <a:lnTo>
                      <a:pt x="53" y="0"/>
                    </a:lnTo>
                    <a:lnTo>
                      <a:pt x="50" y="0"/>
                    </a:lnTo>
                    <a:lnTo>
                      <a:pt x="45" y="1"/>
                    </a:lnTo>
                    <a:lnTo>
                      <a:pt x="44" y="43"/>
                    </a:lnTo>
                    <a:lnTo>
                      <a:pt x="42" y="110"/>
                    </a:lnTo>
                    <a:lnTo>
                      <a:pt x="41" y="178"/>
                    </a:lnTo>
                    <a:lnTo>
                      <a:pt x="41" y="221"/>
                    </a:lnTo>
                    <a:lnTo>
                      <a:pt x="36" y="223"/>
                    </a:lnTo>
                    <a:lnTo>
                      <a:pt x="30" y="226"/>
                    </a:lnTo>
                    <a:lnTo>
                      <a:pt x="26" y="228"/>
                    </a:lnTo>
                    <a:lnTo>
                      <a:pt x="21" y="230"/>
                    </a:lnTo>
                    <a:lnTo>
                      <a:pt x="15" y="233"/>
                    </a:lnTo>
                    <a:lnTo>
                      <a:pt x="11" y="234"/>
                    </a:lnTo>
                    <a:lnTo>
                      <a:pt x="5" y="236"/>
                    </a:lnTo>
                    <a:lnTo>
                      <a:pt x="0" y="238"/>
                    </a:lnTo>
                    <a:lnTo>
                      <a:pt x="8" y="263"/>
                    </a:lnTo>
                    <a:lnTo>
                      <a:pt x="16" y="286"/>
                    </a:lnTo>
                    <a:lnTo>
                      <a:pt x="23" y="305"/>
                    </a:lnTo>
                    <a:lnTo>
                      <a:pt x="27" y="320"/>
                    </a:lnTo>
                    <a:lnTo>
                      <a:pt x="29" y="335"/>
                    </a:lnTo>
                    <a:lnTo>
                      <a:pt x="33" y="354"/>
                    </a:lnTo>
                    <a:lnTo>
                      <a:pt x="37" y="371"/>
                    </a:lnTo>
                    <a:lnTo>
                      <a:pt x="42" y="382"/>
                    </a:lnTo>
                    <a:lnTo>
                      <a:pt x="48" y="397"/>
                    </a:lnTo>
                    <a:lnTo>
                      <a:pt x="54" y="424"/>
                    </a:lnTo>
                    <a:lnTo>
                      <a:pt x="61" y="451"/>
                    </a:lnTo>
                    <a:lnTo>
                      <a:pt x="65" y="466"/>
                    </a:lnTo>
                    <a:lnTo>
                      <a:pt x="66" y="480"/>
                    </a:lnTo>
                    <a:lnTo>
                      <a:pt x="69" y="502"/>
                    </a:lnTo>
                    <a:lnTo>
                      <a:pt x="73" y="527"/>
                    </a:lnTo>
                    <a:lnTo>
                      <a:pt x="76" y="547"/>
                    </a:lnTo>
                    <a:lnTo>
                      <a:pt x="80" y="563"/>
                    </a:lnTo>
                    <a:lnTo>
                      <a:pt x="83" y="580"/>
                    </a:lnTo>
                    <a:lnTo>
                      <a:pt x="84" y="597"/>
                    </a:lnTo>
                    <a:lnTo>
                      <a:pt x="83" y="610"/>
                    </a:lnTo>
                    <a:lnTo>
                      <a:pt x="82" y="622"/>
                    </a:lnTo>
                    <a:lnTo>
                      <a:pt x="82" y="632"/>
                    </a:lnTo>
                    <a:lnTo>
                      <a:pt x="82" y="642"/>
                    </a:lnTo>
                    <a:lnTo>
                      <a:pt x="84" y="648"/>
                    </a:lnTo>
                    <a:lnTo>
                      <a:pt x="87" y="655"/>
                    </a:lnTo>
                    <a:lnTo>
                      <a:pt x="90" y="663"/>
                    </a:lnTo>
                    <a:lnTo>
                      <a:pt x="91" y="670"/>
                    </a:lnTo>
                    <a:lnTo>
                      <a:pt x="91" y="676"/>
                    </a:lnTo>
                    <a:lnTo>
                      <a:pt x="90" y="682"/>
                    </a:lnTo>
                    <a:lnTo>
                      <a:pt x="90" y="691"/>
                    </a:lnTo>
                    <a:lnTo>
                      <a:pt x="90" y="698"/>
                    </a:lnTo>
                    <a:lnTo>
                      <a:pt x="91" y="703"/>
                    </a:lnTo>
                    <a:lnTo>
                      <a:pt x="96" y="713"/>
                    </a:lnTo>
                    <a:lnTo>
                      <a:pt x="102" y="732"/>
                    </a:lnTo>
                    <a:lnTo>
                      <a:pt x="109" y="756"/>
                    </a:lnTo>
                    <a:lnTo>
                      <a:pt x="112" y="773"/>
                    </a:lnTo>
                    <a:lnTo>
                      <a:pt x="113" y="791"/>
                    </a:lnTo>
                    <a:lnTo>
                      <a:pt x="114" y="817"/>
                    </a:lnTo>
                    <a:lnTo>
                      <a:pt x="114" y="844"/>
                    </a:lnTo>
                    <a:lnTo>
                      <a:pt x="117" y="865"/>
                    </a:lnTo>
                    <a:lnTo>
                      <a:pt x="119" y="883"/>
                    </a:lnTo>
                    <a:lnTo>
                      <a:pt x="120" y="903"/>
                    </a:lnTo>
                    <a:lnTo>
                      <a:pt x="121" y="923"/>
                    </a:lnTo>
                    <a:lnTo>
                      <a:pt x="120" y="935"/>
                    </a:lnTo>
                    <a:lnTo>
                      <a:pt x="119" y="949"/>
                    </a:lnTo>
                    <a:lnTo>
                      <a:pt x="120" y="967"/>
                    </a:lnTo>
                    <a:lnTo>
                      <a:pt x="120" y="986"/>
                    </a:lnTo>
                    <a:lnTo>
                      <a:pt x="122" y="999"/>
                    </a:lnTo>
                    <a:lnTo>
                      <a:pt x="124" y="1012"/>
                    </a:lnTo>
                    <a:lnTo>
                      <a:pt x="121" y="1033"/>
                    </a:lnTo>
                    <a:lnTo>
                      <a:pt x="118" y="1054"/>
                    </a:lnTo>
                    <a:lnTo>
                      <a:pt x="114" y="1067"/>
                    </a:lnTo>
                    <a:lnTo>
                      <a:pt x="112" y="1072"/>
                    </a:lnTo>
                    <a:lnTo>
                      <a:pt x="111" y="1078"/>
                    </a:lnTo>
                    <a:lnTo>
                      <a:pt x="110" y="1083"/>
                    </a:lnTo>
                    <a:lnTo>
                      <a:pt x="110" y="1087"/>
                    </a:lnTo>
                    <a:lnTo>
                      <a:pt x="105" y="1090"/>
                    </a:lnTo>
                    <a:lnTo>
                      <a:pt x="102" y="1092"/>
                    </a:lnTo>
                    <a:lnTo>
                      <a:pt x="98" y="1095"/>
                    </a:lnTo>
                    <a:lnTo>
                      <a:pt x="96" y="1098"/>
                    </a:lnTo>
                    <a:lnTo>
                      <a:pt x="94" y="1103"/>
                    </a:lnTo>
                    <a:lnTo>
                      <a:pt x="88" y="1115"/>
                    </a:lnTo>
                    <a:lnTo>
                      <a:pt x="82" y="1126"/>
                    </a:lnTo>
                    <a:lnTo>
                      <a:pt x="79" y="1136"/>
                    </a:lnTo>
                    <a:lnTo>
                      <a:pt x="82" y="1137"/>
                    </a:lnTo>
                    <a:lnTo>
                      <a:pt x="86" y="1138"/>
                    </a:lnTo>
                    <a:lnTo>
                      <a:pt x="89" y="1139"/>
                    </a:lnTo>
                    <a:lnTo>
                      <a:pt x="92" y="1140"/>
                    </a:lnTo>
                    <a:lnTo>
                      <a:pt x="102" y="1143"/>
                    </a:lnTo>
                    <a:lnTo>
                      <a:pt x="112" y="1144"/>
                    </a:lnTo>
                    <a:lnTo>
                      <a:pt x="122" y="1146"/>
                    </a:lnTo>
                    <a:lnTo>
                      <a:pt x="135" y="1148"/>
                    </a:lnTo>
                    <a:lnTo>
                      <a:pt x="148" y="1149"/>
                    </a:lnTo>
                    <a:lnTo>
                      <a:pt x="160" y="1152"/>
                    </a:lnTo>
                    <a:lnTo>
                      <a:pt x="174" y="1154"/>
                    </a:lnTo>
                    <a:lnTo>
                      <a:pt x="188" y="1155"/>
                    </a:lnTo>
                    <a:lnTo>
                      <a:pt x="201" y="1158"/>
                    </a:lnTo>
                    <a:lnTo>
                      <a:pt x="215" y="1159"/>
                    </a:lnTo>
                    <a:lnTo>
                      <a:pt x="227" y="1160"/>
                    </a:lnTo>
                    <a:lnTo>
                      <a:pt x="239" y="1161"/>
                    </a:lnTo>
                    <a:lnTo>
                      <a:pt x="250" y="1162"/>
                    </a:lnTo>
                    <a:lnTo>
                      <a:pt x="262" y="1163"/>
                    </a:lnTo>
                    <a:lnTo>
                      <a:pt x="271" y="1164"/>
                    </a:lnTo>
                    <a:lnTo>
                      <a:pt x="279" y="1164"/>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2" name="Freeform 13">
                <a:extLst>
                  <a:ext uri="{FF2B5EF4-FFF2-40B4-BE49-F238E27FC236}">
                    <a16:creationId xmlns:a16="http://schemas.microsoft.com/office/drawing/2014/main" id="{EB53645F-EB9C-406E-9F05-5F3F4BD81AB9}"/>
                  </a:ext>
                </a:extLst>
              </p:cNvPr>
              <p:cNvSpPr>
                <a:spLocks/>
              </p:cNvSpPr>
              <p:nvPr/>
            </p:nvSpPr>
            <p:spPr bwMode="auto">
              <a:xfrm>
                <a:off x="4301" y="2547"/>
                <a:ext cx="209" cy="503"/>
              </a:xfrm>
              <a:custGeom>
                <a:avLst/>
                <a:gdLst>
                  <a:gd name="T0" fmla="*/ 118 w 384"/>
                  <a:gd name="T1" fmla="*/ 489 h 921"/>
                  <a:gd name="T2" fmla="*/ 102 w 384"/>
                  <a:gd name="T3" fmla="*/ 490 h 921"/>
                  <a:gd name="T4" fmla="*/ 80 w 384"/>
                  <a:gd name="T5" fmla="*/ 492 h 921"/>
                  <a:gd name="T6" fmla="*/ 57 w 384"/>
                  <a:gd name="T7" fmla="*/ 495 h 921"/>
                  <a:gd name="T8" fmla="*/ 36 w 384"/>
                  <a:gd name="T9" fmla="*/ 499 h 921"/>
                  <a:gd name="T10" fmla="*/ 21 w 384"/>
                  <a:gd name="T11" fmla="*/ 488 h 921"/>
                  <a:gd name="T12" fmla="*/ 8 w 384"/>
                  <a:gd name="T13" fmla="*/ 415 h 921"/>
                  <a:gd name="T14" fmla="*/ 0 w 384"/>
                  <a:gd name="T15" fmla="*/ 338 h 921"/>
                  <a:gd name="T16" fmla="*/ 8 w 384"/>
                  <a:gd name="T17" fmla="*/ 261 h 921"/>
                  <a:gd name="T18" fmla="*/ 17 w 384"/>
                  <a:gd name="T19" fmla="*/ 202 h 921"/>
                  <a:gd name="T20" fmla="*/ 37 w 384"/>
                  <a:gd name="T21" fmla="*/ 133 h 921"/>
                  <a:gd name="T22" fmla="*/ 60 w 384"/>
                  <a:gd name="T23" fmla="*/ 70 h 921"/>
                  <a:gd name="T24" fmla="*/ 69 w 384"/>
                  <a:gd name="T25" fmla="*/ 48 h 921"/>
                  <a:gd name="T26" fmla="*/ 78 w 384"/>
                  <a:gd name="T27" fmla="*/ 31 h 921"/>
                  <a:gd name="T28" fmla="*/ 85 w 384"/>
                  <a:gd name="T29" fmla="*/ 0 h 921"/>
                  <a:gd name="T30" fmla="*/ 93 w 384"/>
                  <a:gd name="T31" fmla="*/ 6 h 921"/>
                  <a:gd name="T32" fmla="*/ 99 w 384"/>
                  <a:gd name="T33" fmla="*/ 16 h 921"/>
                  <a:gd name="T34" fmla="*/ 107 w 384"/>
                  <a:gd name="T35" fmla="*/ 31 h 921"/>
                  <a:gd name="T36" fmla="*/ 117 w 384"/>
                  <a:gd name="T37" fmla="*/ 35 h 921"/>
                  <a:gd name="T38" fmla="*/ 125 w 384"/>
                  <a:gd name="T39" fmla="*/ 39 h 921"/>
                  <a:gd name="T40" fmla="*/ 128 w 384"/>
                  <a:gd name="T41" fmla="*/ 51 h 921"/>
                  <a:gd name="T42" fmla="*/ 136 w 384"/>
                  <a:gd name="T43" fmla="*/ 58 h 921"/>
                  <a:gd name="T44" fmla="*/ 145 w 384"/>
                  <a:gd name="T45" fmla="*/ 61 h 921"/>
                  <a:gd name="T46" fmla="*/ 152 w 384"/>
                  <a:gd name="T47" fmla="*/ 65 h 921"/>
                  <a:gd name="T48" fmla="*/ 161 w 384"/>
                  <a:gd name="T49" fmla="*/ 72 h 921"/>
                  <a:gd name="T50" fmla="*/ 168 w 384"/>
                  <a:gd name="T51" fmla="*/ 77 h 921"/>
                  <a:gd name="T52" fmla="*/ 185 w 384"/>
                  <a:gd name="T53" fmla="*/ 88 h 921"/>
                  <a:gd name="T54" fmla="*/ 199 w 384"/>
                  <a:gd name="T55" fmla="*/ 101 h 921"/>
                  <a:gd name="T56" fmla="*/ 201 w 384"/>
                  <a:gd name="T57" fmla="*/ 119 h 921"/>
                  <a:gd name="T58" fmla="*/ 199 w 384"/>
                  <a:gd name="T59" fmla="*/ 135 h 921"/>
                  <a:gd name="T60" fmla="*/ 199 w 384"/>
                  <a:gd name="T61" fmla="*/ 159 h 921"/>
                  <a:gd name="T62" fmla="*/ 195 w 384"/>
                  <a:gd name="T63" fmla="*/ 174 h 921"/>
                  <a:gd name="T64" fmla="*/ 193 w 384"/>
                  <a:gd name="T65" fmla="*/ 181 h 921"/>
                  <a:gd name="T66" fmla="*/ 194 w 384"/>
                  <a:gd name="T67" fmla="*/ 188 h 921"/>
                  <a:gd name="T68" fmla="*/ 200 w 384"/>
                  <a:gd name="T69" fmla="*/ 202 h 921"/>
                  <a:gd name="T70" fmla="*/ 198 w 384"/>
                  <a:gd name="T71" fmla="*/ 230 h 921"/>
                  <a:gd name="T72" fmla="*/ 206 w 384"/>
                  <a:gd name="T73" fmla="*/ 258 h 921"/>
                  <a:gd name="T74" fmla="*/ 206 w 384"/>
                  <a:gd name="T75" fmla="*/ 288 h 921"/>
                  <a:gd name="T76" fmla="*/ 194 w 384"/>
                  <a:gd name="T77" fmla="*/ 309 h 921"/>
                  <a:gd name="T78" fmla="*/ 183 w 384"/>
                  <a:gd name="T79" fmla="*/ 326 h 921"/>
                  <a:gd name="T80" fmla="*/ 173 w 384"/>
                  <a:gd name="T81" fmla="*/ 329 h 921"/>
                  <a:gd name="T82" fmla="*/ 163 w 384"/>
                  <a:gd name="T83" fmla="*/ 326 h 921"/>
                  <a:gd name="T84" fmla="*/ 145 w 384"/>
                  <a:gd name="T85" fmla="*/ 310 h 921"/>
                  <a:gd name="T86" fmla="*/ 122 w 384"/>
                  <a:gd name="T87" fmla="*/ 292 h 921"/>
                  <a:gd name="T88" fmla="*/ 118 w 384"/>
                  <a:gd name="T89" fmla="*/ 295 h 921"/>
                  <a:gd name="T90" fmla="*/ 120 w 384"/>
                  <a:gd name="T91" fmla="*/ 305 h 921"/>
                  <a:gd name="T92" fmla="*/ 121 w 384"/>
                  <a:gd name="T93" fmla="*/ 326 h 921"/>
                  <a:gd name="T94" fmla="*/ 125 w 384"/>
                  <a:gd name="T95" fmla="*/ 348 h 921"/>
                  <a:gd name="T96" fmla="*/ 127 w 384"/>
                  <a:gd name="T97" fmla="*/ 374 h 921"/>
                  <a:gd name="T98" fmla="*/ 132 w 384"/>
                  <a:gd name="T99" fmla="*/ 407 h 921"/>
                  <a:gd name="T100" fmla="*/ 134 w 384"/>
                  <a:gd name="T101" fmla="*/ 440 h 921"/>
                  <a:gd name="T102" fmla="*/ 136 w 384"/>
                  <a:gd name="T103" fmla="*/ 471 h 921"/>
                  <a:gd name="T104" fmla="*/ 140 w 384"/>
                  <a:gd name="T105" fmla="*/ 486 h 921"/>
                  <a:gd name="T106" fmla="*/ 132 w 384"/>
                  <a:gd name="T107" fmla="*/ 488 h 921"/>
                  <a:gd name="T108" fmla="*/ 125 w 384"/>
                  <a:gd name="T109" fmla="*/ 489 h 9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84" h="921">
                    <a:moveTo>
                      <a:pt x="229" y="895"/>
                    </a:moveTo>
                    <a:lnTo>
                      <a:pt x="223" y="895"/>
                    </a:lnTo>
                    <a:lnTo>
                      <a:pt x="217" y="896"/>
                    </a:lnTo>
                    <a:lnTo>
                      <a:pt x="207" y="896"/>
                    </a:lnTo>
                    <a:lnTo>
                      <a:pt x="197" y="897"/>
                    </a:lnTo>
                    <a:lnTo>
                      <a:pt x="187" y="897"/>
                    </a:lnTo>
                    <a:lnTo>
                      <a:pt x="174" y="898"/>
                    </a:lnTo>
                    <a:lnTo>
                      <a:pt x="161" y="899"/>
                    </a:lnTo>
                    <a:lnTo>
                      <a:pt x="147" y="900"/>
                    </a:lnTo>
                    <a:lnTo>
                      <a:pt x="134" y="903"/>
                    </a:lnTo>
                    <a:lnTo>
                      <a:pt x="120" y="905"/>
                    </a:lnTo>
                    <a:lnTo>
                      <a:pt x="105" y="906"/>
                    </a:lnTo>
                    <a:lnTo>
                      <a:pt x="92" y="908"/>
                    </a:lnTo>
                    <a:lnTo>
                      <a:pt x="78" y="912"/>
                    </a:lnTo>
                    <a:lnTo>
                      <a:pt x="66" y="914"/>
                    </a:lnTo>
                    <a:lnTo>
                      <a:pt x="54" y="918"/>
                    </a:lnTo>
                    <a:lnTo>
                      <a:pt x="44" y="921"/>
                    </a:lnTo>
                    <a:lnTo>
                      <a:pt x="38" y="893"/>
                    </a:lnTo>
                    <a:lnTo>
                      <a:pt x="31" y="854"/>
                    </a:lnTo>
                    <a:lnTo>
                      <a:pt x="23" y="808"/>
                    </a:lnTo>
                    <a:lnTo>
                      <a:pt x="15" y="759"/>
                    </a:lnTo>
                    <a:lnTo>
                      <a:pt x="8" y="708"/>
                    </a:lnTo>
                    <a:lnTo>
                      <a:pt x="3" y="660"/>
                    </a:lnTo>
                    <a:lnTo>
                      <a:pt x="0" y="618"/>
                    </a:lnTo>
                    <a:lnTo>
                      <a:pt x="0" y="586"/>
                    </a:lnTo>
                    <a:lnTo>
                      <a:pt x="7" y="532"/>
                    </a:lnTo>
                    <a:lnTo>
                      <a:pt x="15" y="478"/>
                    </a:lnTo>
                    <a:lnTo>
                      <a:pt x="23" y="430"/>
                    </a:lnTo>
                    <a:lnTo>
                      <a:pt x="26" y="399"/>
                    </a:lnTo>
                    <a:lnTo>
                      <a:pt x="31" y="369"/>
                    </a:lnTo>
                    <a:lnTo>
                      <a:pt x="40" y="331"/>
                    </a:lnTo>
                    <a:lnTo>
                      <a:pt x="53" y="288"/>
                    </a:lnTo>
                    <a:lnTo>
                      <a:pt x="68" y="243"/>
                    </a:lnTo>
                    <a:lnTo>
                      <a:pt x="84" y="199"/>
                    </a:lnTo>
                    <a:lnTo>
                      <a:pt x="98" y="160"/>
                    </a:lnTo>
                    <a:lnTo>
                      <a:pt x="111" y="129"/>
                    </a:lnTo>
                    <a:lnTo>
                      <a:pt x="119" y="108"/>
                    </a:lnTo>
                    <a:lnTo>
                      <a:pt x="122" y="99"/>
                    </a:lnTo>
                    <a:lnTo>
                      <a:pt x="127" y="87"/>
                    </a:lnTo>
                    <a:lnTo>
                      <a:pt x="131" y="77"/>
                    </a:lnTo>
                    <a:lnTo>
                      <a:pt x="134" y="69"/>
                    </a:lnTo>
                    <a:lnTo>
                      <a:pt x="144" y="57"/>
                    </a:lnTo>
                    <a:lnTo>
                      <a:pt x="152" y="41"/>
                    </a:lnTo>
                    <a:lnTo>
                      <a:pt x="157" y="22"/>
                    </a:lnTo>
                    <a:lnTo>
                      <a:pt x="157" y="0"/>
                    </a:lnTo>
                    <a:lnTo>
                      <a:pt x="164" y="3"/>
                    </a:lnTo>
                    <a:lnTo>
                      <a:pt x="168" y="7"/>
                    </a:lnTo>
                    <a:lnTo>
                      <a:pt x="170" y="11"/>
                    </a:lnTo>
                    <a:lnTo>
                      <a:pt x="173" y="15"/>
                    </a:lnTo>
                    <a:lnTo>
                      <a:pt x="176" y="20"/>
                    </a:lnTo>
                    <a:lnTo>
                      <a:pt x="182" y="30"/>
                    </a:lnTo>
                    <a:lnTo>
                      <a:pt x="188" y="42"/>
                    </a:lnTo>
                    <a:lnTo>
                      <a:pt x="191" y="55"/>
                    </a:lnTo>
                    <a:lnTo>
                      <a:pt x="197" y="57"/>
                    </a:lnTo>
                    <a:lnTo>
                      <a:pt x="203" y="60"/>
                    </a:lnTo>
                    <a:lnTo>
                      <a:pt x="210" y="62"/>
                    </a:lnTo>
                    <a:lnTo>
                      <a:pt x="215" y="64"/>
                    </a:lnTo>
                    <a:lnTo>
                      <a:pt x="220" y="66"/>
                    </a:lnTo>
                    <a:lnTo>
                      <a:pt x="226" y="69"/>
                    </a:lnTo>
                    <a:lnTo>
                      <a:pt x="229" y="71"/>
                    </a:lnTo>
                    <a:lnTo>
                      <a:pt x="233" y="72"/>
                    </a:lnTo>
                    <a:lnTo>
                      <a:pt x="234" y="83"/>
                    </a:lnTo>
                    <a:lnTo>
                      <a:pt x="236" y="93"/>
                    </a:lnTo>
                    <a:lnTo>
                      <a:pt x="240" y="102"/>
                    </a:lnTo>
                    <a:lnTo>
                      <a:pt x="244" y="106"/>
                    </a:lnTo>
                    <a:lnTo>
                      <a:pt x="250" y="106"/>
                    </a:lnTo>
                    <a:lnTo>
                      <a:pt x="257" y="107"/>
                    </a:lnTo>
                    <a:lnTo>
                      <a:pt x="263" y="109"/>
                    </a:lnTo>
                    <a:lnTo>
                      <a:pt x="267" y="111"/>
                    </a:lnTo>
                    <a:lnTo>
                      <a:pt x="270" y="113"/>
                    </a:lnTo>
                    <a:lnTo>
                      <a:pt x="274" y="116"/>
                    </a:lnTo>
                    <a:lnTo>
                      <a:pt x="279" y="119"/>
                    </a:lnTo>
                    <a:lnTo>
                      <a:pt x="285" y="123"/>
                    </a:lnTo>
                    <a:lnTo>
                      <a:pt x="289" y="127"/>
                    </a:lnTo>
                    <a:lnTo>
                      <a:pt x="295" y="131"/>
                    </a:lnTo>
                    <a:lnTo>
                      <a:pt x="299" y="134"/>
                    </a:lnTo>
                    <a:lnTo>
                      <a:pt x="304" y="138"/>
                    </a:lnTo>
                    <a:lnTo>
                      <a:pt x="309" y="141"/>
                    </a:lnTo>
                    <a:lnTo>
                      <a:pt x="317" y="147"/>
                    </a:lnTo>
                    <a:lnTo>
                      <a:pt x="327" y="154"/>
                    </a:lnTo>
                    <a:lnTo>
                      <a:pt x="339" y="161"/>
                    </a:lnTo>
                    <a:lnTo>
                      <a:pt x="349" y="170"/>
                    </a:lnTo>
                    <a:lnTo>
                      <a:pt x="358" y="178"/>
                    </a:lnTo>
                    <a:lnTo>
                      <a:pt x="365" y="185"/>
                    </a:lnTo>
                    <a:lnTo>
                      <a:pt x="369" y="192"/>
                    </a:lnTo>
                    <a:lnTo>
                      <a:pt x="370" y="205"/>
                    </a:lnTo>
                    <a:lnTo>
                      <a:pt x="369" y="217"/>
                    </a:lnTo>
                    <a:lnTo>
                      <a:pt x="367" y="229"/>
                    </a:lnTo>
                    <a:lnTo>
                      <a:pt x="366" y="237"/>
                    </a:lnTo>
                    <a:lnTo>
                      <a:pt x="366" y="247"/>
                    </a:lnTo>
                    <a:lnTo>
                      <a:pt x="366" y="262"/>
                    </a:lnTo>
                    <a:lnTo>
                      <a:pt x="366" y="278"/>
                    </a:lnTo>
                    <a:lnTo>
                      <a:pt x="366" y="291"/>
                    </a:lnTo>
                    <a:lnTo>
                      <a:pt x="365" y="299"/>
                    </a:lnTo>
                    <a:lnTo>
                      <a:pt x="363" y="308"/>
                    </a:lnTo>
                    <a:lnTo>
                      <a:pt x="359" y="319"/>
                    </a:lnTo>
                    <a:lnTo>
                      <a:pt x="356" y="328"/>
                    </a:lnTo>
                    <a:lnTo>
                      <a:pt x="355" y="330"/>
                    </a:lnTo>
                    <a:lnTo>
                      <a:pt x="355" y="331"/>
                    </a:lnTo>
                    <a:lnTo>
                      <a:pt x="355" y="334"/>
                    </a:lnTo>
                    <a:lnTo>
                      <a:pt x="355" y="335"/>
                    </a:lnTo>
                    <a:lnTo>
                      <a:pt x="356" y="344"/>
                    </a:lnTo>
                    <a:lnTo>
                      <a:pt x="361" y="353"/>
                    </a:lnTo>
                    <a:lnTo>
                      <a:pt x="364" y="362"/>
                    </a:lnTo>
                    <a:lnTo>
                      <a:pt x="367" y="369"/>
                    </a:lnTo>
                    <a:lnTo>
                      <a:pt x="367" y="380"/>
                    </a:lnTo>
                    <a:lnTo>
                      <a:pt x="365" y="400"/>
                    </a:lnTo>
                    <a:lnTo>
                      <a:pt x="363" y="421"/>
                    </a:lnTo>
                    <a:lnTo>
                      <a:pt x="364" y="434"/>
                    </a:lnTo>
                    <a:lnTo>
                      <a:pt x="370" y="448"/>
                    </a:lnTo>
                    <a:lnTo>
                      <a:pt x="378" y="472"/>
                    </a:lnTo>
                    <a:lnTo>
                      <a:pt x="384" y="497"/>
                    </a:lnTo>
                    <a:lnTo>
                      <a:pt x="382" y="518"/>
                    </a:lnTo>
                    <a:lnTo>
                      <a:pt x="379" y="527"/>
                    </a:lnTo>
                    <a:lnTo>
                      <a:pt x="372" y="540"/>
                    </a:lnTo>
                    <a:lnTo>
                      <a:pt x="365" y="553"/>
                    </a:lnTo>
                    <a:lnTo>
                      <a:pt x="357" y="566"/>
                    </a:lnTo>
                    <a:lnTo>
                      <a:pt x="349" y="580"/>
                    </a:lnTo>
                    <a:lnTo>
                      <a:pt x="342" y="591"/>
                    </a:lnTo>
                    <a:lnTo>
                      <a:pt x="336" y="597"/>
                    </a:lnTo>
                    <a:lnTo>
                      <a:pt x="333" y="601"/>
                    </a:lnTo>
                    <a:lnTo>
                      <a:pt x="327" y="602"/>
                    </a:lnTo>
                    <a:lnTo>
                      <a:pt x="317" y="602"/>
                    </a:lnTo>
                    <a:lnTo>
                      <a:pt x="308" y="602"/>
                    </a:lnTo>
                    <a:lnTo>
                      <a:pt x="303" y="600"/>
                    </a:lnTo>
                    <a:lnTo>
                      <a:pt x="299" y="596"/>
                    </a:lnTo>
                    <a:lnTo>
                      <a:pt x="291" y="589"/>
                    </a:lnTo>
                    <a:lnTo>
                      <a:pt x="280" y="579"/>
                    </a:lnTo>
                    <a:lnTo>
                      <a:pt x="266" y="567"/>
                    </a:lnTo>
                    <a:lnTo>
                      <a:pt x="252" y="556"/>
                    </a:lnTo>
                    <a:lnTo>
                      <a:pt x="237" y="543"/>
                    </a:lnTo>
                    <a:lnTo>
                      <a:pt x="225" y="534"/>
                    </a:lnTo>
                    <a:lnTo>
                      <a:pt x="214" y="526"/>
                    </a:lnTo>
                    <a:lnTo>
                      <a:pt x="215" y="533"/>
                    </a:lnTo>
                    <a:lnTo>
                      <a:pt x="217" y="540"/>
                    </a:lnTo>
                    <a:lnTo>
                      <a:pt x="220" y="546"/>
                    </a:lnTo>
                    <a:lnTo>
                      <a:pt x="222" y="549"/>
                    </a:lnTo>
                    <a:lnTo>
                      <a:pt x="221" y="558"/>
                    </a:lnTo>
                    <a:lnTo>
                      <a:pt x="221" y="571"/>
                    </a:lnTo>
                    <a:lnTo>
                      <a:pt x="220" y="585"/>
                    </a:lnTo>
                    <a:lnTo>
                      <a:pt x="222" y="597"/>
                    </a:lnTo>
                    <a:lnTo>
                      <a:pt x="226" y="611"/>
                    </a:lnTo>
                    <a:lnTo>
                      <a:pt x="228" y="625"/>
                    </a:lnTo>
                    <a:lnTo>
                      <a:pt x="230" y="638"/>
                    </a:lnTo>
                    <a:lnTo>
                      <a:pt x="232" y="648"/>
                    </a:lnTo>
                    <a:lnTo>
                      <a:pt x="233" y="662"/>
                    </a:lnTo>
                    <a:lnTo>
                      <a:pt x="234" y="684"/>
                    </a:lnTo>
                    <a:lnTo>
                      <a:pt x="236" y="708"/>
                    </a:lnTo>
                    <a:lnTo>
                      <a:pt x="240" y="728"/>
                    </a:lnTo>
                    <a:lnTo>
                      <a:pt x="243" y="746"/>
                    </a:lnTo>
                    <a:lnTo>
                      <a:pt x="245" y="768"/>
                    </a:lnTo>
                    <a:lnTo>
                      <a:pt x="246" y="789"/>
                    </a:lnTo>
                    <a:lnTo>
                      <a:pt x="246" y="805"/>
                    </a:lnTo>
                    <a:lnTo>
                      <a:pt x="246" y="823"/>
                    </a:lnTo>
                    <a:lnTo>
                      <a:pt x="248" y="844"/>
                    </a:lnTo>
                    <a:lnTo>
                      <a:pt x="250" y="862"/>
                    </a:lnTo>
                    <a:lnTo>
                      <a:pt x="253" y="874"/>
                    </a:lnTo>
                    <a:lnTo>
                      <a:pt x="258" y="883"/>
                    </a:lnTo>
                    <a:lnTo>
                      <a:pt x="258" y="889"/>
                    </a:lnTo>
                    <a:lnTo>
                      <a:pt x="255" y="892"/>
                    </a:lnTo>
                    <a:lnTo>
                      <a:pt x="248" y="893"/>
                    </a:lnTo>
                    <a:lnTo>
                      <a:pt x="242" y="893"/>
                    </a:lnTo>
                    <a:lnTo>
                      <a:pt x="237" y="893"/>
                    </a:lnTo>
                    <a:lnTo>
                      <a:pt x="234" y="895"/>
                    </a:lnTo>
                    <a:lnTo>
                      <a:pt x="229" y="89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3" name="Freeform 14">
                <a:extLst>
                  <a:ext uri="{FF2B5EF4-FFF2-40B4-BE49-F238E27FC236}">
                    <a16:creationId xmlns:a16="http://schemas.microsoft.com/office/drawing/2014/main" id="{22BFD8CD-D502-4E07-B344-473A6FCC0A54}"/>
                  </a:ext>
                </a:extLst>
              </p:cNvPr>
              <p:cNvSpPr>
                <a:spLocks/>
              </p:cNvSpPr>
              <p:nvPr/>
            </p:nvSpPr>
            <p:spPr bwMode="auto">
              <a:xfrm>
                <a:off x="3976" y="2544"/>
                <a:ext cx="324" cy="443"/>
              </a:xfrm>
              <a:custGeom>
                <a:avLst/>
                <a:gdLst>
                  <a:gd name="T0" fmla="*/ 175 w 591"/>
                  <a:gd name="T1" fmla="*/ 438 h 811"/>
                  <a:gd name="T2" fmla="*/ 146 w 591"/>
                  <a:gd name="T3" fmla="*/ 443 h 811"/>
                  <a:gd name="T4" fmla="*/ 130 w 591"/>
                  <a:gd name="T5" fmla="*/ 381 h 811"/>
                  <a:gd name="T6" fmla="*/ 147 w 591"/>
                  <a:gd name="T7" fmla="*/ 326 h 811"/>
                  <a:gd name="T8" fmla="*/ 168 w 591"/>
                  <a:gd name="T9" fmla="*/ 265 h 811"/>
                  <a:gd name="T10" fmla="*/ 180 w 591"/>
                  <a:gd name="T11" fmla="*/ 231 h 811"/>
                  <a:gd name="T12" fmla="*/ 188 w 591"/>
                  <a:gd name="T13" fmla="*/ 158 h 811"/>
                  <a:gd name="T14" fmla="*/ 179 w 591"/>
                  <a:gd name="T15" fmla="*/ 146 h 811"/>
                  <a:gd name="T16" fmla="*/ 165 w 591"/>
                  <a:gd name="T17" fmla="*/ 149 h 811"/>
                  <a:gd name="T18" fmla="*/ 155 w 591"/>
                  <a:gd name="T19" fmla="*/ 150 h 811"/>
                  <a:gd name="T20" fmla="*/ 146 w 591"/>
                  <a:gd name="T21" fmla="*/ 152 h 811"/>
                  <a:gd name="T22" fmla="*/ 138 w 591"/>
                  <a:gd name="T23" fmla="*/ 152 h 811"/>
                  <a:gd name="T24" fmla="*/ 127 w 591"/>
                  <a:gd name="T25" fmla="*/ 150 h 811"/>
                  <a:gd name="T26" fmla="*/ 117 w 591"/>
                  <a:gd name="T27" fmla="*/ 147 h 811"/>
                  <a:gd name="T28" fmla="*/ 100 w 591"/>
                  <a:gd name="T29" fmla="*/ 146 h 811"/>
                  <a:gd name="T30" fmla="*/ 86 w 591"/>
                  <a:gd name="T31" fmla="*/ 148 h 811"/>
                  <a:gd name="T32" fmla="*/ 72 w 591"/>
                  <a:gd name="T33" fmla="*/ 148 h 811"/>
                  <a:gd name="T34" fmla="*/ 47 w 591"/>
                  <a:gd name="T35" fmla="*/ 138 h 811"/>
                  <a:gd name="T36" fmla="*/ 7 w 591"/>
                  <a:gd name="T37" fmla="*/ 124 h 811"/>
                  <a:gd name="T38" fmla="*/ 1 w 591"/>
                  <a:gd name="T39" fmla="*/ 112 h 811"/>
                  <a:gd name="T40" fmla="*/ 9 w 591"/>
                  <a:gd name="T41" fmla="*/ 82 h 811"/>
                  <a:gd name="T42" fmla="*/ 25 w 591"/>
                  <a:gd name="T43" fmla="*/ 55 h 811"/>
                  <a:gd name="T44" fmla="*/ 54 w 591"/>
                  <a:gd name="T45" fmla="*/ 58 h 811"/>
                  <a:gd name="T46" fmla="*/ 86 w 591"/>
                  <a:gd name="T47" fmla="*/ 65 h 811"/>
                  <a:gd name="T48" fmla="*/ 98 w 591"/>
                  <a:gd name="T49" fmla="*/ 64 h 811"/>
                  <a:gd name="T50" fmla="*/ 109 w 591"/>
                  <a:gd name="T51" fmla="*/ 65 h 811"/>
                  <a:gd name="T52" fmla="*/ 119 w 591"/>
                  <a:gd name="T53" fmla="*/ 69 h 811"/>
                  <a:gd name="T54" fmla="*/ 134 w 591"/>
                  <a:gd name="T55" fmla="*/ 74 h 811"/>
                  <a:gd name="T56" fmla="*/ 143 w 591"/>
                  <a:gd name="T57" fmla="*/ 68 h 811"/>
                  <a:gd name="T58" fmla="*/ 154 w 591"/>
                  <a:gd name="T59" fmla="*/ 66 h 811"/>
                  <a:gd name="T60" fmla="*/ 163 w 591"/>
                  <a:gd name="T61" fmla="*/ 61 h 811"/>
                  <a:gd name="T62" fmla="*/ 180 w 591"/>
                  <a:gd name="T63" fmla="*/ 55 h 811"/>
                  <a:gd name="T64" fmla="*/ 209 w 591"/>
                  <a:gd name="T65" fmla="*/ 41 h 811"/>
                  <a:gd name="T66" fmla="*/ 225 w 591"/>
                  <a:gd name="T67" fmla="*/ 40 h 811"/>
                  <a:gd name="T68" fmla="*/ 229 w 591"/>
                  <a:gd name="T69" fmla="*/ 32 h 811"/>
                  <a:gd name="T70" fmla="*/ 240 w 591"/>
                  <a:gd name="T71" fmla="*/ 20 h 811"/>
                  <a:gd name="T72" fmla="*/ 259 w 591"/>
                  <a:gd name="T73" fmla="*/ 3 h 811"/>
                  <a:gd name="T74" fmla="*/ 270 w 591"/>
                  <a:gd name="T75" fmla="*/ 0 h 811"/>
                  <a:gd name="T76" fmla="*/ 286 w 591"/>
                  <a:gd name="T77" fmla="*/ 0 h 811"/>
                  <a:gd name="T78" fmla="*/ 301 w 591"/>
                  <a:gd name="T79" fmla="*/ 7 h 811"/>
                  <a:gd name="T80" fmla="*/ 321 w 591"/>
                  <a:gd name="T81" fmla="*/ 19 h 811"/>
                  <a:gd name="T82" fmla="*/ 317 w 591"/>
                  <a:gd name="T83" fmla="*/ 34 h 811"/>
                  <a:gd name="T84" fmla="*/ 312 w 591"/>
                  <a:gd name="T85" fmla="*/ 49 h 811"/>
                  <a:gd name="T86" fmla="*/ 298 w 591"/>
                  <a:gd name="T87" fmla="*/ 61 h 811"/>
                  <a:gd name="T88" fmla="*/ 276 w 591"/>
                  <a:gd name="T89" fmla="*/ 84 h 811"/>
                  <a:gd name="T90" fmla="*/ 254 w 591"/>
                  <a:gd name="T91" fmla="*/ 121 h 811"/>
                  <a:gd name="T92" fmla="*/ 230 w 591"/>
                  <a:gd name="T93" fmla="*/ 182 h 811"/>
                  <a:gd name="T94" fmla="*/ 215 w 591"/>
                  <a:gd name="T95" fmla="*/ 282 h 811"/>
                  <a:gd name="T96" fmla="*/ 212 w 591"/>
                  <a:gd name="T97" fmla="*/ 399 h 811"/>
                  <a:gd name="T98" fmla="*/ 204 w 591"/>
                  <a:gd name="T99" fmla="*/ 427 h 811"/>
                  <a:gd name="T100" fmla="*/ 192 w 591"/>
                  <a:gd name="T101" fmla="*/ 431 h 8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1" h="811">
                    <a:moveTo>
                      <a:pt x="346" y="791"/>
                    </a:moveTo>
                    <a:lnTo>
                      <a:pt x="341" y="794"/>
                    </a:lnTo>
                    <a:lnTo>
                      <a:pt x="331" y="797"/>
                    </a:lnTo>
                    <a:lnTo>
                      <a:pt x="320" y="801"/>
                    </a:lnTo>
                    <a:lnTo>
                      <a:pt x="307" y="804"/>
                    </a:lnTo>
                    <a:lnTo>
                      <a:pt x="293" y="807"/>
                    </a:lnTo>
                    <a:lnTo>
                      <a:pt x="280" y="810"/>
                    </a:lnTo>
                    <a:lnTo>
                      <a:pt x="266" y="811"/>
                    </a:lnTo>
                    <a:lnTo>
                      <a:pt x="253" y="811"/>
                    </a:lnTo>
                    <a:lnTo>
                      <a:pt x="245" y="776"/>
                    </a:lnTo>
                    <a:lnTo>
                      <a:pt x="239" y="737"/>
                    </a:lnTo>
                    <a:lnTo>
                      <a:pt x="238" y="698"/>
                    </a:lnTo>
                    <a:lnTo>
                      <a:pt x="241" y="667"/>
                    </a:lnTo>
                    <a:lnTo>
                      <a:pt x="247" y="650"/>
                    </a:lnTo>
                    <a:lnTo>
                      <a:pt x="256" y="624"/>
                    </a:lnTo>
                    <a:lnTo>
                      <a:pt x="268" y="596"/>
                    </a:lnTo>
                    <a:lnTo>
                      <a:pt x="280" y="564"/>
                    </a:lnTo>
                    <a:lnTo>
                      <a:pt x="291" y="533"/>
                    </a:lnTo>
                    <a:lnTo>
                      <a:pt x="300" y="507"/>
                    </a:lnTo>
                    <a:lnTo>
                      <a:pt x="307" y="485"/>
                    </a:lnTo>
                    <a:lnTo>
                      <a:pt x="309" y="472"/>
                    </a:lnTo>
                    <a:lnTo>
                      <a:pt x="318" y="461"/>
                    </a:lnTo>
                    <a:lnTo>
                      <a:pt x="323" y="442"/>
                    </a:lnTo>
                    <a:lnTo>
                      <a:pt x="328" y="422"/>
                    </a:lnTo>
                    <a:lnTo>
                      <a:pt x="330" y="401"/>
                    </a:lnTo>
                    <a:lnTo>
                      <a:pt x="332" y="372"/>
                    </a:lnTo>
                    <a:lnTo>
                      <a:pt x="337" y="329"/>
                    </a:lnTo>
                    <a:lnTo>
                      <a:pt x="343" y="289"/>
                    </a:lnTo>
                    <a:lnTo>
                      <a:pt x="346" y="261"/>
                    </a:lnTo>
                    <a:lnTo>
                      <a:pt x="341" y="264"/>
                    </a:lnTo>
                    <a:lnTo>
                      <a:pt x="334" y="265"/>
                    </a:lnTo>
                    <a:lnTo>
                      <a:pt x="327" y="267"/>
                    </a:lnTo>
                    <a:lnTo>
                      <a:pt x="320" y="268"/>
                    </a:lnTo>
                    <a:lnTo>
                      <a:pt x="314" y="271"/>
                    </a:lnTo>
                    <a:lnTo>
                      <a:pt x="307" y="272"/>
                    </a:lnTo>
                    <a:lnTo>
                      <a:pt x="301" y="273"/>
                    </a:lnTo>
                    <a:lnTo>
                      <a:pt x="297" y="273"/>
                    </a:lnTo>
                    <a:lnTo>
                      <a:pt x="292" y="273"/>
                    </a:lnTo>
                    <a:lnTo>
                      <a:pt x="288" y="273"/>
                    </a:lnTo>
                    <a:lnTo>
                      <a:pt x="283" y="274"/>
                    </a:lnTo>
                    <a:lnTo>
                      <a:pt x="278" y="274"/>
                    </a:lnTo>
                    <a:lnTo>
                      <a:pt x="274" y="275"/>
                    </a:lnTo>
                    <a:lnTo>
                      <a:pt x="269" y="276"/>
                    </a:lnTo>
                    <a:lnTo>
                      <a:pt x="266" y="278"/>
                    </a:lnTo>
                    <a:lnTo>
                      <a:pt x="262" y="279"/>
                    </a:lnTo>
                    <a:lnTo>
                      <a:pt x="259" y="279"/>
                    </a:lnTo>
                    <a:lnTo>
                      <a:pt x="255" y="279"/>
                    </a:lnTo>
                    <a:lnTo>
                      <a:pt x="251" y="279"/>
                    </a:lnTo>
                    <a:lnTo>
                      <a:pt x="245" y="278"/>
                    </a:lnTo>
                    <a:lnTo>
                      <a:pt x="240" y="276"/>
                    </a:lnTo>
                    <a:lnTo>
                      <a:pt x="236" y="275"/>
                    </a:lnTo>
                    <a:lnTo>
                      <a:pt x="231" y="274"/>
                    </a:lnTo>
                    <a:lnTo>
                      <a:pt x="228" y="273"/>
                    </a:lnTo>
                    <a:lnTo>
                      <a:pt x="224" y="272"/>
                    </a:lnTo>
                    <a:lnTo>
                      <a:pt x="218" y="271"/>
                    </a:lnTo>
                    <a:lnTo>
                      <a:pt x="213" y="270"/>
                    </a:lnTo>
                    <a:lnTo>
                      <a:pt x="205" y="268"/>
                    </a:lnTo>
                    <a:lnTo>
                      <a:pt x="197" y="268"/>
                    </a:lnTo>
                    <a:lnTo>
                      <a:pt x="190" y="268"/>
                    </a:lnTo>
                    <a:lnTo>
                      <a:pt x="182" y="268"/>
                    </a:lnTo>
                    <a:lnTo>
                      <a:pt x="176" y="268"/>
                    </a:lnTo>
                    <a:lnTo>
                      <a:pt x="170" y="270"/>
                    </a:lnTo>
                    <a:lnTo>
                      <a:pt x="163" y="271"/>
                    </a:lnTo>
                    <a:lnTo>
                      <a:pt x="157" y="271"/>
                    </a:lnTo>
                    <a:lnTo>
                      <a:pt x="150" y="272"/>
                    </a:lnTo>
                    <a:lnTo>
                      <a:pt x="144" y="272"/>
                    </a:lnTo>
                    <a:lnTo>
                      <a:pt x="138" y="271"/>
                    </a:lnTo>
                    <a:lnTo>
                      <a:pt x="131" y="271"/>
                    </a:lnTo>
                    <a:lnTo>
                      <a:pt x="125" y="268"/>
                    </a:lnTo>
                    <a:lnTo>
                      <a:pt x="116" y="265"/>
                    </a:lnTo>
                    <a:lnTo>
                      <a:pt x="102" y="260"/>
                    </a:lnTo>
                    <a:lnTo>
                      <a:pt x="86" y="252"/>
                    </a:lnTo>
                    <a:lnTo>
                      <a:pt x="66" y="245"/>
                    </a:lnTo>
                    <a:lnTo>
                      <a:pt x="47" y="237"/>
                    </a:lnTo>
                    <a:lnTo>
                      <a:pt x="28" y="232"/>
                    </a:lnTo>
                    <a:lnTo>
                      <a:pt x="12" y="227"/>
                    </a:lnTo>
                    <a:lnTo>
                      <a:pt x="0" y="225"/>
                    </a:lnTo>
                    <a:lnTo>
                      <a:pt x="0" y="219"/>
                    </a:lnTo>
                    <a:lnTo>
                      <a:pt x="0" y="212"/>
                    </a:lnTo>
                    <a:lnTo>
                      <a:pt x="1" y="205"/>
                    </a:lnTo>
                    <a:lnTo>
                      <a:pt x="2" y="198"/>
                    </a:lnTo>
                    <a:lnTo>
                      <a:pt x="5" y="183"/>
                    </a:lnTo>
                    <a:lnTo>
                      <a:pt x="11" y="167"/>
                    </a:lnTo>
                    <a:lnTo>
                      <a:pt x="17" y="151"/>
                    </a:lnTo>
                    <a:lnTo>
                      <a:pt x="24" y="136"/>
                    </a:lnTo>
                    <a:lnTo>
                      <a:pt x="31" y="122"/>
                    </a:lnTo>
                    <a:lnTo>
                      <a:pt x="38" y="111"/>
                    </a:lnTo>
                    <a:lnTo>
                      <a:pt x="45" y="101"/>
                    </a:lnTo>
                    <a:lnTo>
                      <a:pt x="49" y="94"/>
                    </a:lnTo>
                    <a:lnTo>
                      <a:pt x="64" y="98"/>
                    </a:lnTo>
                    <a:lnTo>
                      <a:pt x="80" y="101"/>
                    </a:lnTo>
                    <a:lnTo>
                      <a:pt x="99" y="106"/>
                    </a:lnTo>
                    <a:lnTo>
                      <a:pt x="116" y="109"/>
                    </a:lnTo>
                    <a:lnTo>
                      <a:pt x="133" y="114"/>
                    </a:lnTo>
                    <a:lnTo>
                      <a:pt x="147" y="116"/>
                    </a:lnTo>
                    <a:lnTo>
                      <a:pt x="157" y="119"/>
                    </a:lnTo>
                    <a:lnTo>
                      <a:pt x="164" y="119"/>
                    </a:lnTo>
                    <a:lnTo>
                      <a:pt x="169" y="118"/>
                    </a:lnTo>
                    <a:lnTo>
                      <a:pt x="174" y="118"/>
                    </a:lnTo>
                    <a:lnTo>
                      <a:pt x="178" y="118"/>
                    </a:lnTo>
                    <a:lnTo>
                      <a:pt x="184" y="118"/>
                    </a:lnTo>
                    <a:lnTo>
                      <a:pt x="190" y="118"/>
                    </a:lnTo>
                    <a:lnTo>
                      <a:pt x="194" y="119"/>
                    </a:lnTo>
                    <a:lnTo>
                      <a:pt x="198" y="119"/>
                    </a:lnTo>
                    <a:lnTo>
                      <a:pt x="201" y="120"/>
                    </a:lnTo>
                    <a:lnTo>
                      <a:pt x="205" y="121"/>
                    </a:lnTo>
                    <a:lnTo>
                      <a:pt x="210" y="123"/>
                    </a:lnTo>
                    <a:lnTo>
                      <a:pt x="217" y="127"/>
                    </a:lnTo>
                    <a:lnTo>
                      <a:pt x="225" y="129"/>
                    </a:lnTo>
                    <a:lnTo>
                      <a:pt x="232" y="132"/>
                    </a:lnTo>
                    <a:lnTo>
                      <a:pt x="239" y="134"/>
                    </a:lnTo>
                    <a:lnTo>
                      <a:pt x="245" y="135"/>
                    </a:lnTo>
                    <a:lnTo>
                      <a:pt x="248" y="134"/>
                    </a:lnTo>
                    <a:lnTo>
                      <a:pt x="253" y="130"/>
                    </a:lnTo>
                    <a:lnTo>
                      <a:pt x="256" y="127"/>
                    </a:lnTo>
                    <a:lnTo>
                      <a:pt x="261" y="124"/>
                    </a:lnTo>
                    <a:lnTo>
                      <a:pt x="265" y="121"/>
                    </a:lnTo>
                    <a:lnTo>
                      <a:pt x="269" y="121"/>
                    </a:lnTo>
                    <a:lnTo>
                      <a:pt x="275" y="121"/>
                    </a:lnTo>
                    <a:lnTo>
                      <a:pt x="280" y="120"/>
                    </a:lnTo>
                    <a:lnTo>
                      <a:pt x="284" y="118"/>
                    </a:lnTo>
                    <a:lnTo>
                      <a:pt x="289" y="115"/>
                    </a:lnTo>
                    <a:lnTo>
                      <a:pt x="293" y="114"/>
                    </a:lnTo>
                    <a:lnTo>
                      <a:pt x="298" y="112"/>
                    </a:lnTo>
                    <a:lnTo>
                      <a:pt x="301" y="111"/>
                    </a:lnTo>
                    <a:lnTo>
                      <a:pt x="307" y="109"/>
                    </a:lnTo>
                    <a:lnTo>
                      <a:pt x="316" y="106"/>
                    </a:lnTo>
                    <a:lnTo>
                      <a:pt x="328" y="101"/>
                    </a:lnTo>
                    <a:lnTo>
                      <a:pt x="342" y="96"/>
                    </a:lnTo>
                    <a:lnTo>
                      <a:pt x="356" y="90"/>
                    </a:lnTo>
                    <a:lnTo>
                      <a:pt x="369" y="82"/>
                    </a:lnTo>
                    <a:lnTo>
                      <a:pt x="381" y="75"/>
                    </a:lnTo>
                    <a:lnTo>
                      <a:pt x="391" y="67"/>
                    </a:lnTo>
                    <a:lnTo>
                      <a:pt x="397" y="69"/>
                    </a:lnTo>
                    <a:lnTo>
                      <a:pt x="404" y="71"/>
                    </a:lnTo>
                    <a:lnTo>
                      <a:pt x="410" y="73"/>
                    </a:lnTo>
                    <a:lnTo>
                      <a:pt x="412" y="71"/>
                    </a:lnTo>
                    <a:lnTo>
                      <a:pt x="413" y="67"/>
                    </a:lnTo>
                    <a:lnTo>
                      <a:pt x="415" y="62"/>
                    </a:lnTo>
                    <a:lnTo>
                      <a:pt x="418" y="58"/>
                    </a:lnTo>
                    <a:lnTo>
                      <a:pt x="420" y="53"/>
                    </a:lnTo>
                    <a:lnTo>
                      <a:pt x="423" y="50"/>
                    </a:lnTo>
                    <a:lnTo>
                      <a:pt x="429" y="44"/>
                    </a:lnTo>
                    <a:lnTo>
                      <a:pt x="437" y="36"/>
                    </a:lnTo>
                    <a:lnTo>
                      <a:pt x="447" y="27"/>
                    </a:lnTo>
                    <a:lnTo>
                      <a:pt x="456" y="18"/>
                    </a:lnTo>
                    <a:lnTo>
                      <a:pt x="465" y="10"/>
                    </a:lnTo>
                    <a:lnTo>
                      <a:pt x="472" y="5"/>
                    </a:lnTo>
                    <a:lnTo>
                      <a:pt x="476" y="2"/>
                    </a:lnTo>
                    <a:lnTo>
                      <a:pt x="480" y="2"/>
                    </a:lnTo>
                    <a:lnTo>
                      <a:pt x="486" y="1"/>
                    </a:lnTo>
                    <a:lnTo>
                      <a:pt x="493" y="0"/>
                    </a:lnTo>
                    <a:lnTo>
                      <a:pt x="501" y="0"/>
                    </a:lnTo>
                    <a:lnTo>
                      <a:pt x="508" y="0"/>
                    </a:lnTo>
                    <a:lnTo>
                      <a:pt x="514" y="0"/>
                    </a:lnTo>
                    <a:lnTo>
                      <a:pt x="521" y="0"/>
                    </a:lnTo>
                    <a:lnTo>
                      <a:pt x="526" y="1"/>
                    </a:lnTo>
                    <a:lnTo>
                      <a:pt x="531" y="3"/>
                    </a:lnTo>
                    <a:lnTo>
                      <a:pt x="539" y="7"/>
                    </a:lnTo>
                    <a:lnTo>
                      <a:pt x="549" y="12"/>
                    </a:lnTo>
                    <a:lnTo>
                      <a:pt x="559" y="17"/>
                    </a:lnTo>
                    <a:lnTo>
                      <a:pt x="570" y="24"/>
                    </a:lnTo>
                    <a:lnTo>
                      <a:pt x="579" y="30"/>
                    </a:lnTo>
                    <a:lnTo>
                      <a:pt x="586" y="35"/>
                    </a:lnTo>
                    <a:lnTo>
                      <a:pt x="591" y="39"/>
                    </a:lnTo>
                    <a:lnTo>
                      <a:pt x="586" y="46"/>
                    </a:lnTo>
                    <a:lnTo>
                      <a:pt x="581" y="54"/>
                    </a:lnTo>
                    <a:lnTo>
                      <a:pt x="578" y="62"/>
                    </a:lnTo>
                    <a:lnTo>
                      <a:pt x="577" y="70"/>
                    </a:lnTo>
                    <a:lnTo>
                      <a:pt x="574" y="77"/>
                    </a:lnTo>
                    <a:lnTo>
                      <a:pt x="573" y="83"/>
                    </a:lnTo>
                    <a:lnTo>
                      <a:pt x="570" y="89"/>
                    </a:lnTo>
                    <a:lnTo>
                      <a:pt x="565" y="92"/>
                    </a:lnTo>
                    <a:lnTo>
                      <a:pt x="561" y="96"/>
                    </a:lnTo>
                    <a:lnTo>
                      <a:pt x="554" y="103"/>
                    </a:lnTo>
                    <a:lnTo>
                      <a:pt x="544" y="111"/>
                    </a:lnTo>
                    <a:lnTo>
                      <a:pt x="534" y="121"/>
                    </a:lnTo>
                    <a:lnTo>
                      <a:pt x="523" y="131"/>
                    </a:lnTo>
                    <a:lnTo>
                      <a:pt x="512" y="143"/>
                    </a:lnTo>
                    <a:lnTo>
                      <a:pt x="503" y="153"/>
                    </a:lnTo>
                    <a:lnTo>
                      <a:pt x="495" y="164"/>
                    </a:lnTo>
                    <a:lnTo>
                      <a:pt x="487" y="177"/>
                    </a:lnTo>
                    <a:lnTo>
                      <a:pt x="475" y="197"/>
                    </a:lnTo>
                    <a:lnTo>
                      <a:pt x="463" y="222"/>
                    </a:lnTo>
                    <a:lnTo>
                      <a:pt x="450" y="251"/>
                    </a:lnTo>
                    <a:lnTo>
                      <a:pt x="437" y="281"/>
                    </a:lnTo>
                    <a:lnTo>
                      <a:pt x="427" y="309"/>
                    </a:lnTo>
                    <a:lnTo>
                      <a:pt x="419" y="334"/>
                    </a:lnTo>
                    <a:lnTo>
                      <a:pt x="414" y="354"/>
                    </a:lnTo>
                    <a:lnTo>
                      <a:pt x="407" y="399"/>
                    </a:lnTo>
                    <a:lnTo>
                      <a:pt x="399" y="460"/>
                    </a:lnTo>
                    <a:lnTo>
                      <a:pt x="392" y="517"/>
                    </a:lnTo>
                    <a:lnTo>
                      <a:pt x="391" y="554"/>
                    </a:lnTo>
                    <a:lnTo>
                      <a:pt x="390" y="596"/>
                    </a:lnTo>
                    <a:lnTo>
                      <a:pt x="388" y="663"/>
                    </a:lnTo>
                    <a:lnTo>
                      <a:pt x="387" y="731"/>
                    </a:lnTo>
                    <a:lnTo>
                      <a:pt x="387" y="774"/>
                    </a:lnTo>
                    <a:lnTo>
                      <a:pt x="382" y="776"/>
                    </a:lnTo>
                    <a:lnTo>
                      <a:pt x="376" y="779"/>
                    </a:lnTo>
                    <a:lnTo>
                      <a:pt x="372" y="781"/>
                    </a:lnTo>
                    <a:lnTo>
                      <a:pt x="367" y="783"/>
                    </a:lnTo>
                    <a:lnTo>
                      <a:pt x="361" y="786"/>
                    </a:lnTo>
                    <a:lnTo>
                      <a:pt x="357" y="787"/>
                    </a:lnTo>
                    <a:lnTo>
                      <a:pt x="351" y="789"/>
                    </a:lnTo>
                    <a:lnTo>
                      <a:pt x="346" y="79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4" name="Freeform 15">
                <a:extLst>
                  <a:ext uri="{FF2B5EF4-FFF2-40B4-BE49-F238E27FC236}">
                    <a16:creationId xmlns:a16="http://schemas.microsoft.com/office/drawing/2014/main" id="{729FDA9E-3068-41BE-BD24-3A9C51860E31}"/>
                  </a:ext>
                </a:extLst>
              </p:cNvPr>
              <p:cNvSpPr>
                <a:spLocks/>
              </p:cNvSpPr>
              <p:nvPr/>
            </p:nvSpPr>
            <p:spPr bwMode="auto">
              <a:xfrm>
                <a:off x="3966" y="2591"/>
                <a:ext cx="38" cy="62"/>
              </a:xfrm>
              <a:custGeom>
                <a:avLst/>
                <a:gdLst>
                  <a:gd name="T0" fmla="*/ 38 w 69"/>
                  <a:gd name="T1" fmla="*/ 5 h 113"/>
                  <a:gd name="T2" fmla="*/ 36 w 69"/>
                  <a:gd name="T3" fmla="*/ 9 h 113"/>
                  <a:gd name="T4" fmla="*/ 32 w 69"/>
                  <a:gd name="T5" fmla="*/ 14 h 113"/>
                  <a:gd name="T6" fmla="*/ 28 w 69"/>
                  <a:gd name="T7" fmla="*/ 20 h 113"/>
                  <a:gd name="T8" fmla="*/ 24 w 69"/>
                  <a:gd name="T9" fmla="*/ 28 h 113"/>
                  <a:gd name="T10" fmla="*/ 20 w 69"/>
                  <a:gd name="T11" fmla="*/ 36 h 113"/>
                  <a:gd name="T12" fmla="*/ 17 w 69"/>
                  <a:gd name="T13" fmla="*/ 45 h 113"/>
                  <a:gd name="T14" fmla="*/ 14 w 69"/>
                  <a:gd name="T15" fmla="*/ 54 h 113"/>
                  <a:gd name="T16" fmla="*/ 12 w 69"/>
                  <a:gd name="T17" fmla="*/ 62 h 113"/>
                  <a:gd name="T18" fmla="*/ 8 w 69"/>
                  <a:gd name="T19" fmla="*/ 61 h 113"/>
                  <a:gd name="T20" fmla="*/ 5 w 69"/>
                  <a:gd name="T21" fmla="*/ 61 h 113"/>
                  <a:gd name="T22" fmla="*/ 3 w 69"/>
                  <a:gd name="T23" fmla="*/ 61 h 113"/>
                  <a:gd name="T24" fmla="*/ 0 w 69"/>
                  <a:gd name="T25" fmla="*/ 61 h 113"/>
                  <a:gd name="T26" fmla="*/ 2 w 69"/>
                  <a:gd name="T27" fmla="*/ 54 h 113"/>
                  <a:gd name="T28" fmla="*/ 4 w 69"/>
                  <a:gd name="T29" fmla="*/ 48 h 113"/>
                  <a:gd name="T30" fmla="*/ 4 w 69"/>
                  <a:gd name="T31" fmla="*/ 44 h 113"/>
                  <a:gd name="T32" fmla="*/ 6 w 69"/>
                  <a:gd name="T33" fmla="*/ 40 h 113"/>
                  <a:gd name="T34" fmla="*/ 8 w 69"/>
                  <a:gd name="T35" fmla="*/ 29 h 113"/>
                  <a:gd name="T36" fmla="*/ 11 w 69"/>
                  <a:gd name="T37" fmla="*/ 18 h 113"/>
                  <a:gd name="T38" fmla="*/ 16 w 69"/>
                  <a:gd name="T39" fmla="*/ 8 h 113"/>
                  <a:gd name="T40" fmla="*/ 22 w 69"/>
                  <a:gd name="T41" fmla="*/ 0 h 113"/>
                  <a:gd name="T42" fmla="*/ 26 w 69"/>
                  <a:gd name="T43" fmla="*/ 2 h 113"/>
                  <a:gd name="T44" fmla="*/ 30 w 69"/>
                  <a:gd name="T45" fmla="*/ 3 h 113"/>
                  <a:gd name="T46" fmla="*/ 34 w 69"/>
                  <a:gd name="T47" fmla="*/ 4 h 113"/>
                  <a:gd name="T48" fmla="*/ 38 w 69"/>
                  <a:gd name="T49" fmla="*/ 5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113">
                    <a:moveTo>
                      <a:pt x="69" y="9"/>
                    </a:moveTo>
                    <a:lnTo>
                      <a:pt x="65" y="16"/>
                    </a:lnTo>
                    <a:lnTo>
                      <a:pt x="58" y="26"/>
                    </a:lnTo>
                    <a:lnTo>
                      <a:pt x="51" y="37"/>
                    </a:lnTo>
                    <a:lnTo>
                      <a:pt x="44" y="51"/>
                    </a:lnTo>
                    <a:lnTo>
                      <a:pt x="37" y="66"/>
                    </a:lnTo>
                    <a:lnTo>
                      <a:pt x="31" y="82"/>
                    </a:lnTo>
                    <a:lnTo>
                      <a:pt x="25" y="98"/>
                    </a:lnTo>
                    <a:lnTo>
                      <a:pt x="22" y="113"/>
                    </a:lnTo>
                    <a:lnTo>
                      <a:pt x="15" y="112"/>
                    </a:lnTo>
                    <a:lnTo>
                      <a:pt x="9" y="112"/>
                    </a:lnTo>
                    <a:lnTo>
                      <a:pt x="5" y="111"/>
                    </a:lnTo>
                    <a:lnTo>
                      <a:pt x="0" y="111"/>
                    </a:lnTo>
                    <a:lnTo>
                      <a:pt x="3" y="98"/>
                    </a:lnTo>
                    <a:lnTo>
                      <a:pt x="7" y="88"/>
                    </a:lnTo>
                    <a:lnTo>
                      <a:pt x="8" y="80"/>
                    </a:lnTo>
                    <a:lnTo>
                      <a:pt x="10" y="72"/>
                    </a:lnTo>
                    <a:lnTo>
                      <a:pt x="14" y="53"/>
                    </a:lnTo>
                    <a:lnTo>
                      <a:pt x="20" y="33"/>
                    </a:lnTo>
                    <a:lnTo>
                      <a:pt x="29" y="14"/>
                    </a:lnTo>
                    <a:lnTo>
                      <a:pt x="40" y="0"/>
                    </a:lnTo>
                    <a:lnTo>
                      <a:pt x="47" y="3"/>
                    </a:lnTo>
                    <a:lnTo>
                      <a:pt x="55" y="5"/>
                    </a:lnTo>
                    <a:lnTo>
                      <a:pt x="62" y="7"/>
                    </a:lnTo>
                    <a:lnTo>
                      <a:pt x="69"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5" name="Freeform 16">
                <a:extLst>
                  <a:ext uri="{FF2B5EF4-FFF2-40B4-BE49-F238E27FC236}">
                    <a16:creationId xmlns:a16="http://schemas.microsoft.com/office/drawing/2014/main" id="{240C414D-E21B-4C4B-94A3-04AAA284F43E}"/>
                  </a:ext>
                </a:extLst>
              </p:cNvPr>
              <p:cNvSpPr>
                <a:spLocks/>
              </p:cNvSpPr>
              <p:nvPr/>
            </p:nvSpPr>
            <p:spPr bwMode="auto">
              <a:xfrm>
                <a:off x="4190" y="2566"/>
                <a:ext cx="184" cy="305"/>
              </a:xfrm>
              <a:custGeom>
                <a:avLst/>
                <a:gdLst>
                  <a:gd name="T0" fmla="*/ 182 w 337"/>
                  <a:gd name="T1" fmla="*/ 23 h 560"/>
                  <a:gd name="T2" fmla="*/ 177 w 337"/>
                  <a:gd name="T3" fmla="*/ 35 h 560"/>
                  <a:gd name="T4" fmla="*/ 171 w 337"/>
                  <a:gd name="T5" fmla="*/ 52 h 560"/>
                  <a:gd name="T6" fmla="*/ 157 w 337"/>
                  <a:gd name="T7" fmla="*/ 90 h 560"/>
                  <a:gd name="T8" fmla="*/ 140 w 337"/>
                  <a:gd name="T9" fmla="*/ 138 h 560"/>
                  <a:gd name="T10" fmla="*/ 128 w 337"/>
                  <a:gd name="T11" fmla="*/ 182 h 560"/>
                  <a:gd name="T12" fmla="*/ 123 w 337"/>
                  <a:gd name="T13" fmla="*/ 216 h 560"/>
                  <a:gd name="T14" fmla="*/ 115 w 337"/>
                  <a:gd name="T15" fmla="*/ 271 h 560"/>
                  <a:gd name="T16" fmla="*/ 100 w 337"/>
                  <a:gd name="T17" fmla="*/ 304 h 560"/>
                  <a:gd name="T18" fmla="*/ 79 w 337"/>
                  <a:gd name="T19" fmla="*/ 305 h 560"/>
                  <a:gd name="T20" fmla="*/ 62 w 337"/>
                  <a:gd name="T21" fmla="*/ 302 h 560"/>
                  <a:gd name="T22" fmla="*/ 48 w 337"/>
                  <a:gd name="T23" fmla="*/ 297 h 560"/>
                  <a:gd name="T24" fmla="*/ 38 w 337"/>
                  <a:gd name="T25" fmla="*/ 294 h 560"/>
                  <a:gd name="T26" fmla="*/ 29 w 337"/>
                  <a:gd name="T27" fmla="*/ 291 h 560"/>
                  <a:gd name="T28" fmla="*/ 21 w 337"/>
                  <a:gd name="T29" fmla="*/ 289 h 560"/>
                  <a:gd name="T30" fmla="*/ 13 w 337"/>
                  <a:gd name="T31" fmla="*/ 284 h 560"/>
                  <a:gd name="T32" fmla="*/ 7 w 337"/>
                  <a:gd name="T33" fmla="*/ 280 h 560"/>
                  <a:gd name="T34" fmla="*/ 3 w 337"/>
                  <a:gd name="T35" fmla="*/ 280 h 560"/>
                  <a:gd name="T36" fmla="*/ 1 w 337"/>
                  <a:gd name="T37" fmla="*/ 260 h 560"/>
                  <a:gd name="T38" fmla="*/ 9 w 337"/>
                  <a:gd name="T39" fmla="*/ 196 h 560"/>
                  <a:gd name="T40" fmla="*/ 15 w 337"/>
                  <a:gd name="T41" fmla="*/ 161 h 560"/>
                  <a:gd name="T42" fmla="*/ 25 w 337"/>
                  <a:gd name="T43" fmla="*/ 132 h 560"/>
                  <a:gd name="T44" fmla="*/ 39 w 337"/>
                  <a:gd name="T45" fmla="*/ 100 h 560"/>
                  <a:gd name="T46" fmla="*/ 52 w 337"/>
                  <a:gd name="T47" fmla="*/ 75 h 560"/>
                  <a:gd name="T48" fmla="*/ 61 w 337"/>
                  <a:gd name="T49" fmla="*/ 62 h 560"/>
                  <a:gd name="T50" fmla="*/ 72 w 337"/>
                  <a:gd name="T51" fmla="*/ 50 h 560"/>
                  <a:gd name="T52" fmla="*/ 84 w 337"/>
                  <a:gd name="T53" fmla="*/ 39 h 560"/>
                  <a:gd name="T54" fmla="*/ 93 w 337"/>
                  <a:gd name="T55" fmla="*/ 31 h 560"/>
                  <a:gd name="T56" fmla="*/ 98 w 337"/>
                  <a:gd name="T57" fmla="*/ 27 h 560"/>
                  <a:gd name="T58" fmla="*/ 100 w 337"/>
                  <a:gd name="T59" fmla="*/ 21 h 560"/>
                  <a:gd name="T60" fmla="*/ 102 w 337"/>
                  <a:gd name="T61" fmla="*/ 13 h 560"/>
                  <a:gd name="T62" fmla="*/ 106 w 337"/>
                  <a:gd name="T63" fmla="*/ 4 h 560"/>
                  <a:gd name="T64" fmla="*/ 110 w 337"/>
                  <a:gd name="T65" fmla="*/ 4 h 560"/>
                  <a:gd name="T66" fmla="*/ 114 w 337"/>
                  <a:gd name="T67" fmla="*/ 13 h 560"/>
                  <a:gd name="T68" fmla="*/ 117 w 337"/>
                  <a:gd name="T69" fmla="*/ 21 h 560"/>
                  <a:gd name="T70" fmla="*/ 124 w 337"/>
                  <a:gd name="T71" fmla="*/ 28 h 560"/>
                  <a:gd name="T72" fmla="*/ 130 w 337"/>
                  <a:gd name="T73" fmla="*/ 31 h 560"/>
                  <a:gd name="T74" fmla="*/ 136 w 337"/>
                  <a:gd name="T75" fmla="*/ 33 h 560"/>
                  <a:gd name="T76" fmla="*/ 141 w 337"/>
                  <a:gd name="T77" fmla="*/ 33 h 560"/>
                  <a:gd name="T78" fmla="*/ 147 w 337"/>
                  <a:gd name="T79" fmla="*/ 34 h 560"/>
                  <a:gd name="T80" fmla="*/ 152 w 337"/>
                  <a:gd name="T81" fmla="*/ 34 h 560"/>
                  <a:gd name="T82" fmla="*/ 157 w 337"/>
                  <a:gd name="T83" fmla="*/ 33 h 560"/>
                  <a:gd name="T84" fmla="*/ 162 w 337"/>
                  <a:gd name="T85" fmla="*/ 32 h 560"/>
                  <a:gd name="T86" fmla="*/ 167 w 337"/>
                  <a:gd name="T87" fmla="*/ 31 h 560"/>
                  <a:gd name="T88" fmla="*/ 174 w 337"/>
                  <a:gd name="T89" fmla="*/ 27 h 560"/>
                  <a:gd name="T90" fmla="*/ 181 w 337"/>
                  <a:gd name="T91" fmla="*/ 21 h 5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37" h="560">
                    <a:moveTo>
                      <a:pt x="337" y="35"/>
                    </a:moveTo>
                    <a:lnTo>
                      <a:pt x="334" y="43"/>
                    </a:lnTo>
                    <a:lnTo>
                      <a:pt x="330" y="53"/>
                    </a:lnTo>
                    <a:lnTo>
                      <a:pt x="325" y="65"/>
                    </a:lnTo>
                    <a:lnTo>
                      <a:pt x="322" y="74"/>
                    </a:lnTo>
                    <a:lnTo>
                      <a:pt x="314" y="95"/>
                    </a:lnTo>
                    <a:lnTo>
                      <a:pt x="301" y="126"/>
                    </a:lnTo>
                    <a:lnTo>
                      <a:pt x="287" y="165"/>
                    </a:lnTo>
                    <a:lnTo>
                      <a:pt x="271" y="209"/>
                    </a:lnTo>
                    <a:lnTo>
                      <a:pt x="256" y="254"/>
                    </a:lnTo>
                    <a:lnTo>
                      <a:pt x="243" y="297"/>
                    </a:lnTo>
                    <a:lnTo>
                      <a:pt x="234" y="335"/>
                    </a:lnTo>
                    <a:lnTo>
                      <a:pt x="229" y="365"/>
                    </a:lnTo>
                    <a:lnTo>
                      <a:pt x="226" y="396"/>
                    </a:lnTo>
                    <a:lnTo>
                      <a:pt x="218" y="444"/>
                    </a:lnTo>
                    <a:lnTo>
                      <a:pt x="210" y="498"/>
                    </a:lnTo>
                    <a:lnTo>
                      <a:pt x="203" y="552"/>
                    </a:lnTo>
                    <a:lnTo>
                      <a:pt x="183" y="558"/>
                    </a:lnTo>
                    <a:lnTo>
                      <a:pt x="164" y="560"/>
                    </a:lnTo>
                    <a:lnTo>
                      <a:pt x="145" y="560"/>
                    </a:lnTo>
                    <a:lnTo>
                      <a:pt x="129" y="558"/>
                    </a:lnTo>
                    <a:lnTo>
                      <a:pt x="113" y="554"/>
                    </a:lnTo>
                    <a:lnTo>
                      <a:pt x="99" y="551"/>
                    </a:lnTo>
                    <a:lnTo>
                      <a:pt x="88" y="546"/>
                    </a:lnTo>
                    <a:lnTo>
                      <a:pt x="77" y="543"/>
                    </a:lnTo>
                    <a:lnTo>
                      <a:pt x="69" y="540"/>
                    </a:lnTo>
                    <a:lnTo>
                      <a:pt x="61" y="537"/>
                    </a:lnTo>
                    <a:lnTo>
                      <a:pt x="53" y="535"/>
                    </a:lnTo>
                    <a:lnTo>
                      <a:pt x="46" y="532"/>
                    </a:lnTo>
                    <a:lnTo>
                      <a:pt x="39" y="530"/>
                    </a:lnTo>
                    <a:lnTo>
                      <a:pt x="31" y="527"/>
                    </a:lnTo>
                    <a:lnTo>
                      <a:pt x="23" y="522"/>
                    </a:lnTo>
                    <a:lnTo>
                      <a:pt x="15" y="516"/>
                    </a:lnTo>
                    <a:lnTo>
                      <a:pt x="12" y="515"/>
                    </a:lnTo>
                    <a:lnTo>
                      <a:pt x="8" y="514"/>
                    </a:lnTo>
                    <a:lnTo>
                      <a:pt x="5" y="514"/>
                    </a:lnTo>
                    <a:lnTo>
                      <a:pt x="0" y="515"/>
                    </a:lnTo>
                    <a:lnTo>
                      <a:pt x="1" y="478"/>
                    </a:lnTo>
                    <a:lnTo>
                      <a:pt x="8" y="421"/>
                    </a:lnTo>
                    <a:lnTo>
                      <a:pt x="16" y="360"/>
                    </a:lnTo>
                    <a:lnTo>
                      <a:pt x="23" y="315"/>
                    </a:lnTo>
                    <a:lnTo>
                      <a:pt x="28" y="295"/>
                    </a:lnTo>
                    <a:lnTo>
                      <a:pt x="36" y="270"/>
                    </a:lnTo>
                    <a:lnTo>
                      <a:pt x="46" y="242"/>
                    </a:lnTo>
                    <a:lnTo>
                      <a:pt x="59" y="212"/>
                    </a:lnTo>
                    <a:lnTo>
                      <a:pt x="72" y="183"/>
                    </a:lnTo>
                    <a:lnTo>
                      <a:pt x="84" y="158"/>
                    </a:lnTo>
                    <a:lnTo>
                      <a:pt x="96" y="138"/>
                    </a:lnTo>
                    <a:lnTo>
                      <a:pt x="104" y="125"/>
                    </a:lnTo>
                    <a:lnTo>
                      <a:pt x="112" y="114"/>
                    </a:lnTo>
                    <a:lnTo>
                      <a:pt x="121" y="104"/>
                    </a:lnTo>
                    <a:lnTo>
                      <a:pt x="132" y="92"/>
                    </a:lnTo>
                    <a:lnTo>
                      <a:pt x="143" y="82"/>
                    </a:lnTo>
                    <a:lnTo>
                      <a:pt x="153" y="72"/>
                    </a:lnTo>
                    <a:lnTo>
                      <a:pt x="163" y="64"/>
                    </a:lnTo>
                    <a:lnTo>
                      <a:pt x="170" y="57"/>
                    </a:lnTo>
                    <a:lnTo>
                      <a:pt x="174" y="53"/>
                    </a:lnTo>
                    <a:lnTo>
                      <a:pt x="179" y="50"/>
                    </a:lnTo>
                    <a:lnTo>
                      <a:pt x="182" y="44"/>
                    </a:lnTo>
                    <a:lnTo>
                      <a:pt x="183" y="38"/>
                    </a:lnTo>
                    <a:lnTo>
                      <a:pt x="186" y="31"/>
                    </a:lnTo>
                    <a:lnTo>
                      <a:pt x="187" y="23"/>
                    </a:lnTo>
                    <a:lnTo>
                      <a:pt x="190" y="15"/>
                    </a:lnTo>
                    <a:lnTo>
                      <a:pt x="195" y="7"/>
                    </a:lnTo>
                    <a:lnTo>
                      <a:pt x="200" y="0"/>
                    </a:lnTo>
                    <a:lnTo>
                      <a:pt x="202" y="8"/>
                    </a:lnTo>
                    <a:lnTo>
                      <a:pt x="204" y="16"/>
                    </a:lnTo>
                    <a:lnTo>
                      <a:pt x="208" y="24"/>
                    </a:lnTo>
                    <a:lnTo>
                      <a:pt x="211" y="32"/>
                    </a:lnTo>
                    <a:lnTo>
                      <a:pt x="214" y="38"/>
                    </a:lnTo>
                    <a:lnTo>
                      <a:pt x="220" y="45"/>
                    </a:lnTo>
                    <a:lnTo>
                      <a:pt x="227" y="51"/>
                    </a:lnTo>
                    <a:lnTo>
                      <a:pt x="234" y="55"/>
                    </a:lnTo>
                    <a:lnTo>
                      <a:pt x="239" y="57"/>
                    </a:lnTo>
                    <a:lnTo>
                      <a:pt x="244" y="59"/>
                    </a:lnTo>
                    <a:lnTo>
                      <a:pt x="249" y="60"/>
                    </a:lnTo>
                    <a:lnTo>
                      <a:pt x="255" y="60"/>
                    </a:lnTo>
                    <a:lnTo>
                      <a:pt x="259" y="61"/>
                    </a:lnTo>
                    <a:lnTo>
                      <a:pt x="265" y="62"/>
                    </a:lnTo>
                    <a:lnTo>
                      <a:pt x="270" y="62"/>
                    </a:lnTo>
                    <a:lnTo>
                      <a:pt x="274" y="62"/>
                    </a:lnTo>
                    <a:lnTo>
                      <a:pt x="279" y="62"/>
                    </a:lnTo>
                    <a:lnTo>
                      <a:pt x="284" y="62"/>
                    </a:lnTo>
                    <a:lnTo>
                      <a:pt x="288" y="61"/>
                    </a:lnTo>
                    <a:lnTo>
                      <a:pt x="293" y="60"/>
                    </a:lnTo>
                    <a:lnTo>
                      <a:pt x="297" y="59"/>
                    </a:lnTo>
                    <a:lnTo>
                      <a:pt x="301" y="58"/>
                    </a:lnTo>
                    <a:lnTo>
                      <a:pt x="305" y="57"/>
                    </a:lnTo>
                    <a:lnTo>
                      <a:pt x="310" y="54"/>
                    </a:lnTo>
                    <a:lnTo>
                      <a:pt x="318" y="50"/>
                    </a:lnTo>
                    <a:lnTo>
                      <a:pt x="325" y="44"/>
                    </a:lnTo>
                    <a:lnTo>
                      <a:pt x="331" y="39"/>
                    </a:lnTo>
                    <a:lnTo>
                      <a:pt x="337" y="3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6" name="Freeform 17">
                <a:extLst>
                  <a:ext uri="{FF2B5EF4-FFF2-40B4-BE49-F238E27FC236}">
                    <a16:creationId xmlns:a16="http://schemas.microsoft.com/office/drawing/2014/main" id="{B436EE96-9C4D-4151-96C5-8B5F074CBF84}"/>
                  </a:ext>
                </a:extLst>
              </p:cNvPr>
              <p:cNvSpPr>
                <a:spLocks/>
              </p:cNvSpPr>
              <p:nvPr/>
            </p:nvSpPr>
            <p:spPr bwMode="auto">
              <a:xfrm>
                <a:off x="4234" y="2596"/>
                <a:ext cx="106" cy="279"/>
              </a:xfrm>
              <a:custGeom>
                <a:avLst/>
                <a:gdLst>
                  <a:gd name="T0" fmla="*/ 104 w 194"/>
                  <a:gd name="T1" fmla="*/ 4 h 512"/>
                  <a:gd name="T2" fmla="*/ 98 w 194"/>
                  <a:gd name="T3" fmla="*/ 3 h 512"/>
                  <a:gd name="T4" fmla="*/ 92 w 194"/>
                  <a:gd name="T5" fmla="*/ 3 h 512"/>
                  <a:gd name="T6" fmla="*/ 87 w 194"/>
                  <a:gd name="T7" fmla="*/ 1 h 512"/>
                  <a:gd name="T8" fmla="*/ 81 w 194"/>
                  <a:gd name="T9" fmla="*/ 2 h 512"/>
                  <a:gd name="T10" fmla="*/ 77 w 194"/>
                  <a:gd name="T11" fmla="*/ 9 h 512"/>
                  <a:gd name="T12" fmla="*/ 73 w 194"/>
                  <a:gd name="T13" fmla="*/ 14 h 512"/>
                  <a:gd name="T14" fmla="*/ 67 w 194"/>
                  <a:gd name="T15" fmla="*/ 16 h 512"/>
                  <a:gd name="T16" fmla="*/ 61 w 194"/>
                  <a:gd name="T17" fmla="*/ 19 h 512"/>
                  <a:gd name="T18" fmla="*/ 56 w 194"/>
                  <a:gd name="T19" fmla="*/ 22 h 512"/>
                  <a:gd name="T20" fmla="*/ 52 w 194"/>
                  <a:gd name="T21" fmla="*/ 24 h 512"/>
                  <a:gd name="T22" fmla="*/ 48 w 194"/>
                  <a:gd name="T23" fmla="*/ 31 h 512"/>
                  <a:gd name="T24" fmla="*/ 43 w 194"/>
                  <a:gd name="T25" fmla="*/ 38 h 512"/>
                  <a:gd name="T26" fmla="*/ 39 w 194"/>
                  <a:gd name="T27" fmla="*/ 46 h 512"/>
                  <a:gd name="T28" fmla="*/ 35 w 194"/>
                  <a:gd name="T29" fmla="*/ 55 h 512"/>
                  <a:gd name="T30" fmla="*/ 31 w 194"/>
                  <a:gd name="T31" fmla="*/ 64 h 512"/>
                  <a:gd name="T32" fmla="*/ 27 w 194"/>
                  <a:gd name="T33" fmla="*/ 75 h 512"/>
                  <a:gd name="T34" fmla="*/ 23 w 194"/>
                  <a:gd name="T35" fmla="*/ 88 h 512"/>
                  <a:gd name="T36" fmla="*/ 20 w 194"/>
                  <a:gd name="T37" fmla="*/ 98 h 512"/>
                  <a:gd name="T38" fmla="*/ 18 w 194"/>
                  <a:gd name="T39" fmla="*/ 106 h 512"/>
                  <a:gd name="T40" fmla="*/ 16 w 194"/>
                  <a:gd name="T41" fmla="*/ 115 h 512"/>
                  <a:gd name="T42" fmla="*/ 13 w 194"/>
                  <a:gd name="T43" fmla="*/ 128 h 512"/>
                  <a:gd name="T44" fmla="*/ 10 w 194"/>
                  <a:gd name="T45" fmla="*/ 138 h 512"/>
                  <a:gd name="T46" fmla="*/ 9 w 194"/>
                  <a:gd name="T47" fmla="*/ 146 h 512"/>
                  <a:gd name="T48" fmla="*/ 8 w 194"/>
                  <a:gd name="T49" fmla="*/ 156 h 512"/>
                  <a:gd name="T50" fmla="*/ 5 w 194"/>
                  <a:gd name="T51" fmla="*/ 169 h 512"/>
                  <a:gd name="T52" fmla="*/ 4 w 194"/>
                  <a:gd name="T53" fmla="*/ 180 h 512"/>
                  <a:gd name="T54" fmla="*/ 3 w 194"/>
                  <a:gd name="T55" fmla="*/ 190 h 512"/>
                  <a:gd name="T56" fmla="*/ 2 w 194"/>
                  <a:gd name="T57" fmla="*/ 203 h 512"/>
                  <a:gd name="T58" fmla="*/ 1 w 194"/>
                  <a:gd name="T59" fmla="*/ 220 h 512"/>
                  <a:gd name="T60" fmla="*/ 0 w 194"/>
                  <a:gd name="T61" fmla="*/ 233 h 512"/>
                  <a:gd name="T62" fmla="*/ 0 w 194"/>
                  <a:gd name="T63" fmla="*/ 241 h 512"/>
                  <a:gd name="T64" fmla="*/ 3 w 194"/>
                  <a:gd name="T65" fmla="*/ 248 h 512"/>
                  <a:gd name="T66" fmla="*/ 13 w 194"/>
                  <a:gd name="T67" fmla="*/ 258 h 512"/>
                  <a:gd name="T68" fmla="*/ 25 w 194"/>
                  <a:gd name="T69" fmla="*/ 268 h 512"/>
                  <a:gd name="T70" fmla="*/ 33 w 194"/>
                  <a:gd name="T71" fmla="*/ 277 h 512"/>
                  <a:gd name="T72" fmla="*/ 38 w 194"/>
                  <a:gd name="T73" fmla="*/ 276 h 512"/>
                  <a:gd name="T74" fmla="*/ 45 w 194"/>
                  <a:gd name="T75" fmla="*/ 270 h 512"/>
                  <a:gd name="T76" fmla="*/ 52 w 194"/>
                  <a:gd name="T77" fmla="*/ 260 h 512"/>
                  <a:gd name="T78" fmla="*/ 58 w 194"/>
                  <a:gd name="T79" fmla="*/ 254 h 512"/>
                  <a:gd name="T80" fmla="*/ 58 w 194"/>
                  <a:gd name="T81" fmla="*/ 225 h 512"/>
                  <a:gd name="T82" fmla="*/ 58 w 194"/>
                  <a:gd name="T83" fmla="*/ 185 h 512"/>
                  <a:gd name="T84" fmla="*/ 61 w 194"/>
                  <a:gd name="T85" fmla="*/ 162 h 512"/>
                  <a:gd name="T86" fmla="*/ 66 w 194"/>
                  <a:gd name="T87" fmla="*/ 135 h 512"/>
                  <a:gd name="T88" fmla="*/ 67 w 194"/>
                  <a:gd name="T89" fmla="*/ 122 h 512"/>
                  <a:gd name="T90" fmla="*/ 70 w 194"/>
                  <a:gd name="T91" fmla="*/ 107 h 512"/>
                  <a:gd name="T92" fmla="*/ 73 w 194"/>
                  <a:gd name="T93" fmla="*/ 93 h 512"/>
                  <a:gd name="T94" fmla="*/ 75 w 194"/>
                  <a:gd name="T95" fmla="*/ 85 h 512"/>
                  <a:gd name="T96" fmla="*/ 76 w 194"/>
                  <a:gd name="T97" fmla="*/ 77 h 512"/>
                  <a:gd name="T98" fmla="*/ 78 w 194"/>
                  <a:gd name="T99" fmla="*/ 70 h 512"/>
                  <a:gd name="T100" fmla="*/ 81 w 194"/>
                  <a:gd name="T101" fmla="*/ 51 h 512"/>
                  <a:gd name="T102" fmla="*/ 86 w 194"/>
                  <a:gd name="T103" fmla="*/ 31 h 512"/>
                  <a:gd name="T104" fmla="*/ 95 w 194"/>
                  <a:gd name="T105" fmla="*/ 23 h 512"/>
                  <a:gd name="T106" fmla="*/ 104 w 194"/>
                  <a:gd name="T107" fmla="*/ 11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94" h="512">
                    <a:moveTo>
                      <a:pt x="194" y="7"/>
                    </a:moveTo>
                    <a:lnTo>
                      <a:pt x="190" y="7"/>
                    </a:lnTo>
                    <a:lnTo>
                      <a:pt x="185" y="7"/>
                    </a:lnTo>
                    <a:lnTo>
                      <a:pt x="179" y="6"/>
                    </a:lnTo>
                    <a:lnTo>
                      <a:pt x="175" y="5"/>
                    </a:lnTo>
                    <a:lnTo>
                      <a:pt x="169" y="5"/>
                    </a:lnTo>
                    <a:lnTo>
                      <a:pt x="164" y="4"/>
                    </a:lnTo>
                    <a:lnTo>
                      <a:pt x="159" y="2"/>
                    </a:lnTo>
                    <a:lnTo>
                      <a:pt x="154" y="0"/>
                    </a:lnTo>
                    <a:lnTo>
                      <a:pt x="149" y="4"/>
                    </a:lnTo>
                    <a:lnTo>
                      <a:pt x="145" y="10"/>
                    </a:lnTo>
                    <a:lnTo>
                      <a:pt x="141" y="17"/>
                    </a:lnTo>
                    <a:lnTo>
                      <a:pt x="140" y="24"/>
                    </a:lnTo>
                    <a:lnTo>
                      <a:pt x="134" y="25"/>
                    </a:lnTo>
                    <a:lnTo>
                      <a:pt x="129" y="27"/>
                    </a:lnTo>
                    <a:lnTo>
                      <a:pt x="123" y="29"/>
                    </a:lnTo>
                    <a:lnTo>
                      <a:pt x="117" y="32"/>
                    </a:lnTo>
                    <a:lnTo>
                      <a:pt x="111" y="35"/>
                    </a:lnTo>
                    <a:lnTo>
                      <a:pt x="107" y="37"/>
                    </a:lnTo>
                    <a:lnTo>
                      <a:pt x="102" y="40"/>
                    </a:lnTo>
                    <a:lnTo>
                      <a:pt x="99" y="42"/>
                    </a:lnTo>
                    <a:lnTo>
                      <a:pt x="95" y="44"/>
                    </a:lnTo>
                    <a:lnTo>
                      <a:pt x="92" y="49"/>
                    </a:lnTo>
                    <a:lnTo>
                      <a:pt x="87" y="56"/>
                    </a:lnTo>
                    <a:lnTo>
                      <a:pt x="82" y="64"/>
                    </a:lnTo>
                    <a:lnTo>
                      <a:pt x="78" y="70"/>
                    </a:lnTo>
                    <a:lnTo>
                      <a:pt x="75" y="76"/>
                    </a:lnTo>
                    <a:lnTo>
                      <a:pt x="71" y="85"/>
                    </a:lnTo>
                    <a:lnTo>
                      <a:pt x="68" y="93"/>
                    </a:lnTo>
                    <a:lnTo>
                      <a:pt x="64" y="101"/>
                    </a:lnTo>
                    <a:lnTo>
                      <a:pt x="61" y="109"/>
                    </a:lnTo>
                    <a:lnTo>
                      <a:pt x="57" y="118"/>
                    </a:lnTo>
                    <a:lnTo>
                      <a:pt x="54" y="127"/>
                    </a:lnTo>
                    <a:lnTo>
                      <a:pt x="50" y="138"/>
                    </a:lnTo>
                    <a:lnTo>
                      <a:pt x="47" y="149"/>
                    </a:lnTo>
                    <a:lnTo>
                      <a:pt x="42" y="162"/>
                    </a:lnTo>
                    <a:lnTo>
                      <a:pt x="39" y="174"/>
                    </a:lnTo>
                    <a:lnTo>
                      <a:pt x="37" y="180"/>
                    </a:lnTo>
                    <a:lnTo>
                      <a:pt x="35" y="187"/>
                    </a:lnTo>
                    <a:lnTo>
                      <a:pt x="33" y="194"/>
                    </a:lnTo>
                    <a:lnTo>
                      <a:pt x="31" y="201"/>
                    </a:lnTo>
                    <a:lnTo>
                      <a:pt x="29" y="211"/>
                    </a:lnTo>
                    <a:lnTo>
                      <a:pt x="26" y="223"/>
                    </a:lnTo>
                    <a:lnTo>
                      <a:pt x="23" y="234"/>
                    </a:lnTo>
                    <a:lnTo>
                      <a:pt x="20" y="246"/>
                    </a:lnTo>
                    <a:lnTo>
                      <a:pt x="19" y="253"/>
                    </a:lnTo>
                    <a:lnTo>
                      <a:pt x="18" y="261"/>
                    </a:lnTo>
                    <a:lnTo>
                      <a:pt x="16" y="268"/>
                    </a:lnTo>
                    <a:lnTo>
                      <a:pt x="15" y="276"/>
                    </a:lnTo>
                    <a:lnTo>
                      <a:pt x="14" y="287"/>
                    </a:lnTo>
                    <a:lnTo>
                      <a:pt x="11" y="299"/>
                    </a:lnTo>
                    <a:lnTo>
                      <a:pt x="10" y="310"/>
                    </a:lnTo>
                    <a:lnTo>
                      <a:pt x="8" y="322"/>
                    </a:lnTo>
                    <a:lnTo>
                      <a:pt x="7" y="331"/>
                    </a:lnTo>
                    <a:lnTo>
                      <a:pt x="7" y="339"/>
                    </a:lnTo>
                    <a:lnTo>
                      <a:pt x="5" y="348"/>
                    </a:lnTo>
                    <a:lnTo>
                      <a:pt x="4" y="358"/>
                    </a:lnTo>
                    <a:lnTo>
                      <a:pt x="3" y="373"/>
                    </a:lnTo>
                    <a:lnTo>
                      <a:pt x="2" y="387"/>
                    </a:lnTo>
                    <a:lnTo>
                      <a:pt x="1" y="404"/>
                    </a:lnTo>
                    <a:lnTo>
                      <a:pt x="0" y="420"/>
                    </a:lnTo>
                    <a:lnTo>
                      <a:pt x="0" y="428"/>
                    </a:lnTo>
                    <a:lnTo>
                      <a:pt x="0" y="435"/>
                    </a:lnTo>
                    <a:lnTo>
                      <a:pt x="0" y="443"/>
                    </a:lnTo>
                    <a:lnTo>
                      <a:pt x="0" y="451"/>
                    </a:lnTo>
                    <a:lnTo>
                      <a:pt x="5" y="455"/>
                    </a:lnTo>
                    <a:lnTo>
                      <a:pt x="14" y="464"/>
                    </a:lnTo>
                    <a:lnTo>
                      <a:pt x="23" y="473"/>
                    </a:lnTo>
                    <a:lnTo>
                      <a:pt x="34" y="482"/>
                    </a:lnTo>
                    <a:lnTo>
                      <a:pt x="45" y="492"/>
                    </a:lnTo>
                    <a:lnTo>
                      <a:pt x="54" y="502"/>
                    </a:lnTo>
                    <a:lnTo>
                      <a:pt x="61" y="508"/>
                    </a:lnTo>
                    <a:lnTo>
                      <a:pt x="65" y="512"/>
                    </a:lnTo>
                    <a:lnTo>
                      <a:pt x="70" y="507"/>
                    </a:lnTo>
                    <a:lnTo>
                      <a:pt x="76" y="502"/>
                    </a:lnTo>
                    <a:lnTo>
                      <a:pt x="82" y="495"/>
                    </a:lnTo>
                    <a:lnTo>
                      <a:pt x="90" y="487"/>
                    </a:lnTo>
                    <a:lnTo>
                      <a:pt x="95" y="478"/>
                    </a:lnTo>
                    <a:lnTo>
                      <a:pt x="102" y="472"/>
                    </a:lnTo>
                    <a:lnTo>
                      <a:pt x="107" y="466"/>
                    </a:lnTo>
                    <a:lnTo>
                      <a:pt x="109" y="461"/>
                    </a:lnTo>
                    <a:lnTo>
                      <a:pt x="106" y="413"/>
                    </a:lnTo>
                    <a:lnTo>
                      <a:pt x="106" y="371"/>
                    </a:lnTo>
                    <a:lnTo>
                      <a:pt x="107" y="339"/>
                    </a:lnTo>
                    <a:lnTo>
                      <a:pt x="109" y="317"/>
                    </a:lnTo>
                    <a:lnTo>
                      <a:pt x="111" y="298"/>
                    </a:lnTo>
                    <a:lnTo>
                      <a:pt x="116" y="272"/>
                    </a:lnTo>
                    <a:lnTo>
                      <a:pt x="120" y="248"/>
                    </a:lnTo>
                    <a:lnTo>
                      <a:pt x="121" y="232"/>
                    </a:lnTo>
                    <a:lnTo>
                      <a:pt x="122" y="224"/>
                    </a:lnTo>
                    <a:lnTo>
                      <a:pt x="124" y="211"/>
                    </a:lnTo>
                    <a:lnTo>
                      <a:pt x="128" y="196"/>
                    </a:lnTo>
                    <a:lnTo>
                      <a:pt x="131" y="178"/>
                    </a:lnTo>
                    <a:lnTo>
                      <a:pt x="133" y="171"/>
                    </a:lnTo>
                    <a:lnTo>
                      <a:pt x="134" y="163"/>
                    </a:lnTo>
                    <a:lnTo>
                      <a:pt x="137" y="156"/>
                    </a:lnTo>
                    <a:lnTo>
                      <a:pt x="138" y="148"/>
                    </a:lnTo>
                    <a:lnTo>
                      <a:pt x="139" y="142"/>
                    </a:lnTo>
                    <a:lnTo>
                      <a:pt x="140" y="135"/>
                    </a:lnTo>
                    <a:lnTo>
                      <a:pt x="143" y="129"/>
                    </a:lnTo>
                    <a:lnTo>
                      <a:pt x="144" y="124"/>
                    </a:lnTo>
                    <a:lnTo>
                      <a:pt x="149" y="94"/>
                    </a:lnTo>
                    <a:lnTo>
                      <a:pt x="154" y="72"/>
                    </a:lnTo>
                    <a:lnTo>
                      <a:pt x="158" y="56"/>
                    </a:lnTo>
                    <a:lnTo>
                      <a:pt x="163" y="44"/>
                    </a:lnTo>
                    <a:lnTo>
                      <a:pt x="174" y="42"/>
                    </a:lnTo>
                    <a:lnTo>
                      <a:pt x="184" y="33"/>
                    </a:lnTo>
                    <a:lnTo>
                      <a:pt x="191" y="20"/>
                    </a:lnTo>
                    <a:lnTo>
                      <a:pt x="194" y="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7" name="Freeform 18">
                <a:extLst>
                  <a:ext uri="{FF2B5EF4-FFF2-40B4-BE49-F238E27FC236}">
                    <a16:creationId xmlns:a16="http://schemas.microsoft.com/office/drawing/2014/main" id="{0CD56719-42B8-4EBE-A97F-5BB599E529EA}"/>
                  </a:ext>
                </a:extLst>
              </p:cNvPr>
              <p:cNvSpPr>
                <a:spLocks/>
              </p:cNvSpPr>
              <p:nvPr/>
            </p:nvSpPr>
            <p:spPr bwMode="auto">
              <a:xfrm>
                <a:off x="4311" y="2585"/>
                <a:ext cx="63" cy="53"/>
              </a:xfrm>
              <a:custGeom>
                <a:avLst/>
                <a:gdLst>
                  <a:gd name="T0" fmla="*/ 55 w 117"/>
                  <a:gd name="T1" fmla="*/ 21 h 99"/>
                  <a:gd name="T2" fmla="*/ 57 w 117"/>
                  <a:gd name="T3" fmla="*/ 16 h 99"/>
                  <a:gd name="T4" fmla="*/ 59 w 117"/>
                  <a:gd name="T5" fmla="*/ 10 h 99"/>
                  <a:gd name="T6" fmla="*/ 61 w 117"/>
                  <a:gd name="T7" fmla="*/ 4 h 99"/>
                  <a:gd name="T8" fmla="*/ 63 w 117"/>
                  <a:gd name="T9" fmla="*/ 0 h 99"/>
                  <a:gd name="T10" fmla="*/ 60 w 117"/>
                  <a:gd name="T11" fmla="*/ 2 h 99"/>
                  <a:gd name="T12" fmla="*/ 57 w 117"/>
                  <a:gd name="T13" fmla="*/ 5 h 99"/>
                  <a:gd name="T14" fmla="*/ 53 w 117"/>
                  <a:gd name="T15" fmla="*/ 8 h 99"/>
                  <a:gd name="T16" fmla="*/ 48 w 117"/>
                  <a:gd name="T17" fmla="*/ 10 h 99"/>
                  <a:gd name="T18" fmla="*/ 46 w 117"/>
                  <a:gd name="T19" fmla="*/ 12 h 99"/>
                  <a:gd name="T20" fmla="*/ 44 w 117"/>
                  <a:gd name="T21" fmla="*/ 12 h 99"/>
                  <a:gd name="T22" fmla="*/ 41 w 117"/>
                  <a:gd name="T23" fmla="*/ 13 h 99"/>
                  <a:gd name="T24" fmla="*/ 39 w 117"/>
                  <a:gd name="T25" fmla="*/ 13 h 99"/>
                  <a:gd name="T26" fmla="*/ 37 w 117"/>
                  <a:gd name="T27" fmla="*/ 14 h 99"/>
                  <a:gd name="T28" fmla="*/ 34 w 117"/>
                  <a:gd name="T29" fmla="*/ 14 h 99"/>
                  <a:gd name="T30" fmla="*/ 32 w 117"/>
                  <a:gd name="T31" fmla="*/ 14 h 99"/>
                  <a:gd name="T32" fmla="*/ 29 w 117"/>
                  <a:gd name="T33" fmla="*/ 14 h 99"/>
                  <a:gd name="T34" fmla="*/ 27 w 117"/>
                  <a:gd name="T35" fmla="*/ 14 h 99"/>
                  <a:gd name="T36" fmla="*/ 24 w 117"/>
                  <a:gd name="T37" fmla="*/ 14 h 99"/>
                  <a:gd name="T38" fmla="*/ 21 w 117"/>
                  <a:gd name="T39" fmla="*/ 14 h 99"/>
                  <a:gd name="T40" fmla="*/ 19 w 117"/>
                  <a:gd name="T41" fmla="*/ 13 h 99"/>
                  <a:gd name="T42" fmla="*/ 16 w 117"/>
                  <a:gd name="T43" fmla="*/ 13 h 99"/>
                  <a:gd name="T44" fmla="*/ 13 w 117"/>
                  <a:gd name="T45" fmla="*/ 13 h 99"/>
                  <a:gd name="T46" fmla="*/ 10 w 117"/>
                  <a:gd name="T47" fmla="*/ 12 h 99"/>
                  <a:gd name="T48" fmla="*/ 8 w 117"/>
                  <a:gd name="T49" fmla="*/ 11 h 99"/>
                  <a:gd name="T50" fmla="*/ 5 w 117"/>
                  <a:gd name="T51" fmla="*/ 13 h 99"/>
                  <a:gd name="T52" fmla="*/ 3 w 117"/>
                  <a:gd name="T53" fmla="*/ 16 h 99"/>
                  <a:gd name="T54" fmla="*/ 1 w 117"/>
                  <a:gd name="T55" fmla="*/ 20 h 99"/>
                  <a:gd name="T56" fmla="*/ 0 w 117"/>
                  <a:gd name="T57" fmla="*/ 24 h 99"/>
                  <a:gd name="T58" fmla="*/ 0 w 117"/>
                  <a:gd name="T59" fmla="*/ 25 h 99"/>
                  <a:gd name="T60" fmla="*/ 2 w 117"/>
                  <a:gd name="T61" fmla="*/ 26 h 99"/>
                  <a:gd name="T62" fmla="*/ 3 w 117"/>
                  <a:gd name="T63" fmla="*/ 29 h 99"/>
                  <a:gd name="T64" fmla="*/ 4 w 117"/>
                  <a:gd name="T65" fmla="*/ 31 h 99"/>
                  <a:gd name="T66" fmla="*/ 7 w 117"/>
                  <a:gd name="T67" fmla="*/ 33 h 99"/>
                  <a:gd name="T68" fmla="*/ 10 w 117"/>
                  <a:gd name="T69" fmla="*/ 34 h 99"/>
                  <a:gd name="T70" fmla="*/ 15 w 117"/>
                  <a:gd name="T71" fmla="*/ 34 h 99"/>
                  <a:gd name="T72" fmla="*/ 19 w 117"/>
                  <a:gd name="T73" fmla="*/ 35 h 99"/>
                  <a:gd name="T74" fmla="*/ 21 w 117"/>
                  <a:gd name="T75" fmla="*/ 39 h 99"/>
                  <a:gd name="T76" fmla="*/ 24 w 117"/>
                  <a:gd name="T77" fmla="*/ 44 h 99"/>
                  <a:gd name="T78" fmla="*/ 25 w 117"/>
                  <a:gd name="T79" fmla="*/ 49 h 99"/>
                  <a:gd name="T80" fmla="*/ 26 w 117"/>
                  <a:gd name="T81" fmla="*/ 53 h 99"/>
                  <a:gd name="T82" fmla="*/ 29 w 117"/>
                  <a:gd name="T83" fmla="*/ 50 h 99"/>
                  <a:gd name="T84" fmla="*/ 32 w 117"/>
                  <a:gd name="T85" fmla="*/ 47 h 99"/>
                  <a:gd name="T86" fmla="*/ 33 w 117"/>
                  <a:gd name="T87" fmla="*/ 45 h 99"/>
                  <a:gd name="T88" fmla="*/ 35 w 117"/>
                  <a:gd name="T89" fmla="*/ 44 h 99"/>
                  <a:gd name="T90" fmla="*/ 37 w 117"/>
                  <a:gd name="T91" fmla="*/ 44 h 99"/>
                  <a:gd name="T92" fmla="*/ 39 w 117"/>
                  <a:gd name="T93" fmla="*/ 42 h 99"/>
                  <a:gd name="T94" fmla="*/ 40 w 117"/>
                  <a:gd name="T95" fmla="*/ 40 h 99"/>
                  <a:gd name="T96" fmla="*/ 41 w 117"/>
                  <a:gd name="T97" fmla="*/ 38 h 99"/>
                  <a:gd name="T98" fmla="*/ 41 w 117"/>
                  <a:gd name="T99" fmla="*/ 35 h 99"/>
                  <a:gd name="T100" fmla="*/ 43 w 117"/>
                  <a:gd name="T101" fmla="*/ 30 h 99"/>
                  <a:gd name="T102" fmla="*/ 44 w 117"/>
                  <a:gd name="T103" fmla="*/ 26 h 99"/>
                  <a:gd name="T104" fmla="*/ 45 w 117"/>
                  <a:gd name="T105" fmla="*/ 25 h 99"/>
                  <a:gd name="T106" fmla="*/ 47 w 117"/>
                  <a:gd name="T107" fmla="*/ 24 h 99"/>
                  <a:gd name="T108" fmla="*/ 49 w 117"/>
                  <a:gd name="T109" fmla="*/ 24 h 99"/>
                  <a:gd name="T110" fmla="*/ 52 w 117"/>
                  <a:gd name="T111" fmla="*/ 22 h 99"/>
                  <a:gd name="T112" fmla="*/ 55 w 117"/>
                  <a:gd name="T113" fmla="*/ 21 h 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7" h="99">
                    <a:moveTo>
                      <a:pt x="102" y="39"/>
                    </a:moveTo>
                    <a:lnTo>
                      <a:pt x="105" y="30"/>
                    </a:lnTo>
                    <a:lnTo>
                      <a:pt x="110" y="18"/>
                    </a:lnTo>
                    <a:lnTo>
                      <a:pt x="114" y="8"/>
                    </a:lnTo>
                    <a:lnTo>
                      <a:pt x="117" y="0"/>
                    </a:lnTo>
                    <a:lnTo>
                      <a:pt x="111" y="4"/>
                    </a:lnTo>
                    <a:lnTo>
                      <a:pt x="105" y="9"/>
                    </a:lnTo>
                    <a:lnTo>
                      <a:pt x="98" y="15"/>
                    </a:lnTo>
                    <a:lnTo>
                      <a:pt x="90" y="19"/>
                    </a:lnTo>
                    <a:lnTo>
                      <a:pt x="85" y="22"/>
                    </a:lnTo>
                    <a:lnTo>
                      <a:pt x="81" y="23"/>
                    </a:lnTo>
                    <a:lnTo>
                      <a:pt x="77" y="24"/>
                    </a:lnTo>
                    <a:lnTo>
                      <a:pt x="73" y="25"/>
                    </a:lnTo>
                    <a:lnTo>
                      <a:pt x="68" y="26"/>
                    </a:lnTo>
                    <a:lnTo>
                      <a:pt x="64" y="27"/>
                    </a:lnTo>
                    <a:lnTo>
                      <a:pt x="59" y="27"/>
                    </a:lnTo>
                    <a:lnTo>
                      <a:pt x="54" y="27"/>
                    </a:lnTo>
                    <a:lnTo>
                      <a:pt x="50" y="27"/>
                    </a:lnTo>
                    <a:lnTo>
                      <a:pt x="45" y="27"/>
                    </a:lnTo>
                    <a:lnTo>
                      <a:pt x="39" y="26"/>
                    </a:lnTo>
                    <a:lnTo>
                      <a:pt x="35" y="25"/>
                    </a:lnTo>
                    <a:lnTo>
                      <a:pt x="29" y="25"/>
                    </a:lnTo>
                    <a:lnTo>
                      <a:pt x="24" y="24"/>
                    </a:lnTo>
                    <a:lnTo>
                      <a:pt x="19" y="22"/>
                    </a:lnTo>
                    <a:lnTo>
                      <a:pt x="14" y="20"/>
                    </a:lnTo>
                    <a:lnTo>
                      <a:pt x="9" y="24"/>
                    </a:lnTo>
                    <a:lnTo>
                      <a:pt x="5" y="30"/>
                    </a:lnTo>
                    <a:lnTo>
                      <a:pt x="1" y="37"/>
                    </a:lnTo>
                    <a:lnTo>
                      <a:pt x="0" y="44"/>
                    </a:lnTo>
                    <a:lnTo>
                      <a:pt x="0" y="47"/>
                    </a:lnTo>
                    <a:lnTo>
                      <a:pt x="3" y="49"/>
                    </a:lnTo>
                    <a:lnTo>
                      <a:pt x="5" y="54"/>
                    </a:lnTo>
                    <a:lnTo>
                      <a:pt x="8" y="57"/>
                    </a:lnTo>
                    <a:lnTo>
                      <a:pt x="13" y="61"/>
                    </a:lnTo>
                    <a:lnTo>
                      <a:pt x="19" y="63"/>
                    </a:lnTo>
                    <a:lnTo>
                      <a:pt x="27" y="64"/>
                    </a:lnTo>
                    <a:lnTo>
                      <a:pt x="36" y="65"/>
                    </a:lnTo>
                    <a:lnTo>
                      <a:pt x="39" y="72"/>
                    </a:lnTo>
                    <a:lnTo>
                      <a:pt x="44" y="82"/>
                    </a:lnTo>
                    <a:lnTo>
                      <a:pt x="46" y="92"/>
                    </a:lnTo>
                    <a:lnTo>
                      <a:pt x="49" y="99"/>
                    </a:lnTo>
                    <a:lnTo>
                      <a:pt x="54" y="93"/>
                    </a:lnTo>
                    <a:lnTo>
                      <a:pt x="59" y="87"/>
                    </a:lnTo>
                    <a:lnTo>
                      <a:pt x="61" y="84"/>
                    </a:lnTo>
                    <a:lnTo>
                      <a:pt x="65" y="83"/>
                    </a:lnTo>
                    <a:lnTo>
                      <a:pt x="69" y="82"/>
                    </a:lnTo>
                    <a:lnTo>
                      <a:pt x="73" y="78"/>
                    </a:lnTo>
                    <a:lnTo>
                      <a:pt x="75" y="75"/>
                    </a:lnTo>
                    <a:lnTo>
                      <a:pt x="76" y="71"/>
                    </a:lnTo>
                    <a:lnTo>
                      <a:pt x="77" y="65"/>
                    </a:lnTo>
                    <a:lnTo>
                      <a:pt x="80" y="56"/>
                    </a:lnTo>
                    <a:lnTo>
                      <a:pt x="82" y="49"/>
                    </a:lnTo>
                    <a:lnTo>
                      <a:pt x="84" y="46"/>
                    </a:lnTo>
                    <a:lnTo>
                      <a:pt x="88" y="45"/>
                    </a:lnTo>
                    <a:lnTo>
                      <a:pt x="91" y="44"/>
                    </a:lnTo>
                    <a:lnTo>
                      <a:pt x="97" y="41"/>
                    </a:lnTo>
                    <a:lnTo>
                      <a:pt x="102" y="39"/>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8" name="Freeform 19">
                <a:extLst>
                  <a:ext uri="{FF2B5EF4-FFF2-40B4-BE49-F238E27FC236}">
                    <a16:creationId xmlns:a16="http://schemas.microsoft.com/office/drawing/2014/main" id="{EBCFCBE0-7425-4EF8-A920-96504AC15696}"/>
                  </a:ext>
                </a:extLst>
              </p:cNvPr>
              <p:cNvSpPr>
                <a:spLocks/>
              </p:cNvSpPr>
              <p:nvPr/>
            </p:nvSpPr>
            <p:spPr bwMode="auto">
              <a:xfrm>
                <a:off x="4234" y="2646"/>
                <a:ext cx="72" cy="229"/>
              </a:xfrm>
              <a:custGeom>
                <a:avLst/>
                <a:gdLst>
                  <a:gd name="T0" fmla="*/ 68 w 131"/>
                  <a:gd name="T1" fmla="*/ 64 h 419"/>
                  <a:gd name="T2" fmla="*/ 66 w 131"/>
                  <a:gd name="T3" fmla="*/ 85 h 419"/>
                  <a:gd name="T4" fmla="*/ 60 w 131"/>
                  <a:gd name="T5" fmla="*/ 122 h 419"/>
                  <a:gd name="T6" fmla="*/ 58 w 131"/>
                  <a:gd name="T7" fmla="*/ 175 h 419"/>
                  <a:gd name="T8" fmla="*/ 56 w 131"/>
                  <a:gd name="T9" fmla="*/ 207 h 419"/>
                  <a:gd name="T10" fmla="*/ 45 w 131"/>
                  <a:gd name="T11" fmla="*/ 220 h 419"/>
                  <a:gd name="T12" fmla="*/ 36 w 131"/>
                  <a:gd name="T13" fmla="*/ 229 h 419"/>
                  <a:gd name="T14" fmla="*/ 25 w 131"/>
                  <a:gd name="T15" fmla="*/ 218 h 419"/>
                  <a:gd name="T16" fmla="*/ 8 w 131"/>
                  <a:gd name="T17" fmla="*/ 203 h 419"/>
                  <a:gd name="T18" fmla="*/ 0 w 131"/>
                  <a:gd name="T19" fmla="*/ 191 h 419"/>
                  <a:gd name="T20" fmla="*/ 0 w 131"/>
                  <a:gd name="T21" fmla="*/ 179 h 419"/>
                  <a:gd name="T22" fmla="*/ 12 w 131"/>
                  <a:gd name="T23" fmla="*/ 191 h 419"/>
                  <a:gd name="T24" fmla="*/ 29 w 131"/>
                  <a:gd name="T25" fmla="*/ 206 h 419"/>
                  <a:gd name="T26" fmla="*/ 39 w 131"/>
                  <a:gd name="T27" fmla="*/ 209 h 419"/>
                  <a:gd name="T28" fmla="*/ 50 w 131"/>
                  <a:gd name="T29" fmla="*/ 193 h 419"/>
                  <a:gd name="T30" fmla="*/ 27 w 131"/>
                  <a:gd name="T31" fmla="*/ 176 h 419"/>
                  <a:gd name="T32" fmla="*/ 9 w 131"/>
                  <a:gd name="T33" fmla="*/ 155 h 419"/>
                  <a:gd name="T34" fmla="*/ 3 w 131"/>
                  <a:gd name="T35" fmla="*/ 139 h 419"/>
                  <a:gd name="T36" fmla="*/ 4 w 131"/>
                  <a:gd name="T37" fmla="*/ 125 h 419"/>
                  <a:gd name="T38" fmla="*/ 21 w 131"/>
                  <a:gd name="T39" fmla="*/ 151 h 419"/>
                  <a:gd name="T40" fmla="*/ 42 w 131"/>
                  <a:gd name="T41" fmla="*/ 172 h 419"/>
                  <a:gd name="T42" fmla="*/ 52 w 131"/>
                  <a:gd name="T43" fmla="*/ 174 h 419"/>
                  <a:gd name="T44" fmla="*/ 50 w 131"/>
                  <a:gd name="T45" fmla="*/ 148 h 419"/>
                  <a:gd name="T46" fmla="*/ 33 w 131"/>
                  <a:gd name="T47" fmla="*/ 133 h 419"/>
                  <a:gd name="T48" fmla="*/ 15 w 131"/>
                  <a:gd name="T49" fmla="*/ 111 h 419"/>
                  <a:gd name="T50" fmla="*/ 9 w 131"/>
                  <a:gd name="T51" fmla="*/ 96 h 419"/>
                  <a:gd name="T52" fmla="*/ 11 w 131"/>
                  <a:gd name="T53" fmla="*/ 84 h 419"/>
                  <a:gd name="T54" fmla="*/ 25 w 131"/>
                  <a:gd name="T55" fmla="*/ 104 h 419"/>
                  <a:gd name="T56" fmla="*/ 43 w 131"/>
                  <a:gd name="T57" fmla="*/ 125 h 419"/>
                  <a:gd name="T58" fmla="*/ 54 w 131"/>
                  <a:gd name="T59" fmla="*/ 128 h 419"/>
                  <a:gd name="T60" fmla="*/ 56 w 131"/>
                  <a:gd name="T61" fmla="*/ 105 h 419"/>
                  <a:gd name="T62" fmla="*/ 42 w 131"/>
                  <a:gd name="T63" fmla="*/ 92 h 419"/>
                  <a:gd name="T64" fmla="*/ 25 w 131"/>
                  <a:gd name="T65" fmla="*/ 71 h 419"/>
                  <a:gd name="T66" fmla="*/ 18 w 131"/>
                  <a:gd name="T67" fmla="*/ 55 h 419"/>
                  <a:gd name="T68" fmla="*/ 21 w 131"/>
                  <a:gd name="T69" fmla="*/ 44 h 419"/>
                  <a:gd name="T70" fmla="*/ 33 w 131"/>
                  <a:gd name="T71" fmla="*/ 62 h 419"/>
                  <a:gd name="T72" fmla="*/ 50 w 131"/>
                  <a:gd name="T73" fmla="*/ 84 h 419"/>
                  <a:gd name="T74" fmla="*/ 59 w 131"/>
                  <a:gd name="T75" fmla="*/ 89 h 419"/>
                  <a:gd name="T76" fmla="*/ 62 w 131"/>
                  <a:gd name="T77" fmla="*/ 71 h 419"/>
                  <a:gd name="T78" fmla="*/ 51 w 131"/>
                  <a:gd name="T79" fmla="*/ 54 h 419"/>
                  <a:gd name="T80" fmla="*/ 36 w 131"/>
                  <a:gd name="T81" fmla="*/ 30 h 419"/>
                  <a:gd name="T82" fmla="*/ 31 w 131"/>
                  <a:gd name="T83" fmla="*/ 14 h 419"/>
                  <a:gd name="T84" fmla="*/ 37 w 131"/>
                  <a:gd name="T85" fmla="*/ 0 h 419"/>
                  <a:gd name="T86" fmla="*/ 47 w 131"/>
                  <a:gd name="T87" fmla="*/ 20 h 419"/>
                  <a:gd name="T88" fmla="*/ 60 w 131"/>
                  <a:gd name="T89" fmla="*/ 46 h 419"/>
                  <a:gd name="T90" fmla="*/ 67 w 131"/>
                  <a:gd name="T91" fmla="*/ 52 h 419"/>
                  <a:gd name="T92" fmla="*/ 71 w 131"/>
                  <a:gd name="T93" fmla="*/ 43 h 419"/>
                  <a:gd name="T94" fmla="*/ 72 w 131"/>
                  <a:gd name="T95" fmla="*/ 43 h 4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31" h="419">
                    <a:moveTo>
                      <a:pt x="131" y="85"/>
                    </a:moveTo>
                    <a:lnTo>
                      <a:pt x="128" y="103"/>
                    </a:lnTo>
                    <a:lnTo>
                      <a:pt x="124" y="118"/>
                    </a:lnTo>
                    <a:lnTo>
                      <a:pt x="122" y="131"/>
                    </a:lnTo>
                    <a:lnTo>
                      <a:pt x="121" y="139"/>
                    </a:lnTo>
                    <a:lnTo>
                      <a:pt x="120" y="155"/>
                    </a:lnTo>
                    <a:lnTo>
                      <a:pt x="116" y="179"/>
                    </a:lnTo>
                    <a:lnTo>
                      <a:pt x="111" y="205"/>
                    </a:lnTo>
                    <a:lnTo>
                      <a:pt x="109" y="224"/>
                    </a:lnTo>
                    <a:lnTo>
                      <a:pt x="107" y="246"/>
                    </a:lnTo>
                    <a:lnTo>
                      <a:pt x="106" y="278"/>
                    </a:lnTo>
                    <a:lnTo>
                      <a:pt x="106" y="320"/>
                    </a:lnTo>
                    <a:lnTo>
                      <a:pt x="109" y="368"/>
                    </a:lnTo>
                    <a:lnTo>
                      <a:pt x="107" y="373"/>
                    </a:lnTo>
                    <a:lnTo>
                      <a:pt x="102" y="379"/>
                    </a:lnTo>
                    <a:lnTo>
                      <a:pt x="95" y="385"/>
                    </a:lnTo>
                    <a:lnTo>
                      <a:pt x="90" y="394"/>
                    </a:lnTo>
                    <a:lnTo>
                      <a:pt x="82" y="402"/>
                    </a:lnTo>
                    <a:lnTo>
                      <a:pt x="76" y="409"/>
                    </a:lnTo>
                    <a:lnTo>
                      <a:pt x="70" y="414"/>
                    </a:lnTo>
                    <a:lnTo>
                      <a:pt x="65" y="419"/>
                    </a:lnTo>
                    <a:lnTo>
                      <a:pt x="61" y="415"/>
                    </a:lnTo>
                    <a:lnTo>
                      <a:pt x="54" y="409"/>
                    </a:lnTo>
                    <a:lnTo>
                      <a:pt x="45" y="399"/>
                    </a:lnTo>
                    <a:lnTo>
                      <a:pt x="34" y="389"/>
                    </a:lnTo>
                    <a:lnTo>
                      <a:pt x="23" y="380"/>
                    </a:lnTo>
                    <a:lnTo>
                      <a:pt x="14" y="371"/>
                    </a:lnTo>
                    <a:lnTo>
                      <a:pt x="5" y="362"/>
                    </a:lnTo>
                    <a:lnTo>
                      <a:pt x="0" y="358"/>
                    </a:lnTo>
                    <a:lnTo>
                      <a:pt x="0" y="350"/>
                    </a:lnTo>
                    <a:lnTo>
                      <a:pt x="0" y="342"/>
                    </a:lnTo>
                    <a:lnTo>
                      <a:pt x="0" y="335"/>
                    </a:lnTo>
                    <a:lnTo>
                      <a:pt x="0" y="327"/>
                    </a:lnTo>
                    <a:lnTo>
                      <a:pt x="4" y="333"/>
                    </a:lnTo>
                    <a:lnTo>
                      <a:pt x="12" y="341"/>
                    </a:lnTo>
                    <a:lnTo>
                      <a:pt x="22" y="350"/>
                    </a:lnTo>
                    <a:lnTo>
                      <a:pt x="31" y="359"/>
                    </a:lnTo>
                    <a:lnTo>
                      <a:pt x="41" y="368"/>
                    </a:lnTo>
                    <a:lnTo>
                      <a:pt x="52" y="377"/>
                    </a:lnTo>
                    <a:lnTo>
                      <a:pt x="60" y="384"/>
                    </a:lnTo>
                    <a:lnTo>
                      <a:pt x="65" y="390"/>
                    </a:lnTo>
                    <a:lnTo>
                      <a:pt x="71" y="383"/>
                    </a:lnTo>
                    <a:lnTo>
                      <a:pt x="79" y="373"/>
                    </a:lnTo>
                    <a:lnTo>
                      <a:pt x="86" y="362"/>
                    </a:lnTo>
                    <a:lnTo>
                      <a:pt x="91" y="353"/>
                    </a:lnTo>
                    <a:lnTo>
                      <a:pt x="76" y="345"/>
                    </a:lnTo>
                    <a:lnTo>
                      <a:pt x="62" y="335"/>
                    </a:lnTo>
                    <a:lnTo>
                      <a:pt x="49" y="322"/>
                    </a:lnTo>
                    <a:lnTo>
                      <a:pt x="37" y="308"/>
                    </a:lnTo>
                    <a:lnTo>
                      <a:pt x="26" y="296"/>
                    </a:lnTo>
                    <a:lnTo>
                      <a:pt x="17" y="283"/>
                    </a:lnTo>
                    <a:lnTo>
                      <a:pt x="9" y="273"/>
                    </a:lnTo>
                    <a:lnTo>
                      <a:pt x="4" y="265"/>
                    </a:lnTo>
                    <a:lnTo>
                      <a:pt x="5" y="255"/>
                    </a:lnTo>
                    <a:lnTo>
                      <a:pt x="7" y="246"/>
                    </a:lnTo>
                    <a:lnTo>
                      <a:pt x="7" y="238"/>
                    </a:lnTo>
                    <a:lnTo>
                      <a:pt x="8" y="229"/>
                    </a:lnTo>
                    <a:lnTo>
                      <a:pt x="15" y="245"/>
                    </a:lnTo>
                    <a:lnTo>
                      <a:pt x="25" y="261"/>
                    </a:lnTo>
                    <a:lnTo>
                      <a:pt x="38" y="276"/>
                    </a:lnTo>
                    <a:lnTo>
                      <a:pt x="50" y="291"/>
                    </a:lnTo>
                    <a:lnTo>
                      <a:pt x="64" y="304"/>
                    </a:lnTo>
                    <a:lnTo>
                      <a:pt x="77" y="315"/>
                    </a:lnTo>
                    <a:lnTo>
                      <a:pt x="88" y="324"/>
                    </a:lnTo>
                    <a:lnTo>
                      <a:pt x="96" y="330"/>
                    </a:lnTo>
                    <a:lnTo>
                      <a:pt x="95" y="319"/>
                    </a:lnTo>
                    <a:lnTo>
                      <a:pt x="94" y="300"/>
                    </a:lnTo>
                    <a:lnTo>
                      <a:pt x="92" y="282"/>
                    </a:lnTo>
                    <a:lnTo>
                      <a:pt x="91" y="270"/>
                    </a:lnTo>
                    <a:lnTo>
                      <a:pt x="82" y="263"/>
                    </a:lnTo>
                    <a:lnTo>
                      <a:pt x="71" y="254"/>
                    </a:lnTo>
                    <a:lnTo>
                      <a:pt x="60" y="243"/>
                    </a:lnTo>
                    <a:lnTo>
                      <a:pt x="48" y="230"/>
                    </a:lnTo>
                    <a:lnTo>
                      <a:pt x="38" y="216"/>
                    </a:lnTo>
                    <a:lnTo>
                      <a:pt x="27" y="203"/>
                    </a:lnTo>
                    <a:lnTo>
                      <a:pt x="20" y="192"/>
                    </a:lnTo>
                    <a:lnTo>
                      <a:pt x="15" y="183"/>
                    </a:lnTo>
                    <a:lnTo>
                      <a:pt x="16" y="175"/>
                    </a:lnTo>
                    <a:lnTo>
                      <a:pt x="18" y="168"/>
                    </a:lnTo>
                    <a:lnTo>
                      <a:pt x="19" y="160"/>
                    </a:lnTo>
                    <a:lnTo>
                      <a:pt x="20" y="153"/>
                    </a:lnTo>
                    <a:lnTo>
                      <a:pt x="26" y="164"/>
                    </a:lnTo>
                    <a:lnTo>
                      <a:pt x="34" y="177"/>
                    </a:lnTo>
                    <a:lnTo>
                      <a:pt x="45" y="191"/>
                    </a:lnTo>
                    <a:lnTo>
                      <a:pt x="56" y="203"/>
                    </a:lnTo>
                    <a:lnTo>
                      <a:pt x="68" y="217"/>
                    </a:lnTo>
                    <a:lnTo>
                      <a:pt x="79" y="229"/>
                    </a:lnTo>
                    <a:lnTo>
                      <a:pt x="91" y="238"/>
                    </a:lnTo>
                    <a:lnTo>
                      <a:pt x="99" y="245"/>
                    </a:lnTo>
                    <a:lnTo>
                      <a:pt x="99" y="235"/>
                    </a:lnTo>
                    <a:lnTo>
                      <a:pt x="100" y="220"/>
                    </a:lnTo>
                    <a:lnTo>
                      <a:pt x="101" y="203"/>
                    </a:lnTo>
                    <a:lnTo>
                      <a:pt x="102" y="192"/>
                    </a:lnTo>
                    <a:lnTo>
                      <a:pt x="95" y="187"/>
                    </a:lnTo>
                    <a:lnTo>
                      <a:pt x="87" y="178"/>
                    </a:lnTo>
                    <a:lnTo>
                      <a:pt x="77" y="168"/>
                    </a:lnTo>
                    <a:lnTo>
                      <a:pt x="67" y="155"/>
                    </a:lnTo>
                    <a:lnTo>
                      <a:pt x="55" y="141"/>
                    </a:lnTo>
                    <a:lnTo>
                      <a:pt x="46" y="129"/>
                    </a:lnTo>
                    <a:lnTo>
                      <a:pt x="37" y="117"/>
                    </a:lnTo>
                    <a:lnTo>
                      <a:pt x="31" y="108"/>
                    </a:lnTo>
                    <a:lnTo>
                      <a:pt x="33" y="101"/>
                    </a:lnTo>
                    <a:lnTo>
                      <a:pt x="35" y="94"/>
                    </a:lnTo>
                    <a:lnTo>
                      <a:pt x="37" y="87"/>
                    </a:lnTo>
                    <a:lnTo>
                      <a:pt x="39" y="81"/>
                    </a:lnTo>
                    <a:lnTo>
                      <a:pt x="43" y="91"/>
                    </a:lnTo>
                    <a:lnTo>
                      <a:pt x="50" y="101"/>
                    </a:lnTo>
                    <a:lnTo>
                      <a:pt x="60" y="114"/>
                    </a:lnTo>
                    <a:lnTo>
                      <a:pt x="70" y="127"/>
                    </a:lnTo>
                    <a:lnTo>
                      <a:pt x="80" y="141"/>
                    </a:lnTo>
                    <a:lnTo>
                      <a:pt x="91" y="153"/>
                    </a:lnTo>
                    <a:lnTo>
                      <a:pt x="99" y="163"/>
                    </a:lnTo>
                    <a:lnTo>
                      <a:pt x="106" y="171"/>
                    </a:lnTo>
                    <a:lnTo>
                      <a:pt x="107" y="163"/>
                    </a:lnTo>
                    <a:lnTo>
                      <a:pt x="109" y="152"/>
                    </a:lnTo>
                    <a:lnTo>
                      <a:pt x="111" y="139"/>
                    </a:lnTo>
                    <a:lnTo>
                      <a:pt x="113" y="130"/>
                    </a:lnTo>
                    <a:lnTo>
                      <a:pt x="108" y="123"/>
                    </a:lnTo>
                    <a:lnTo>
                      <a:pt x="101" y="111"/>
                    </a:lnTo>
                    <a:lnTo>
                      <a:pt x="92" y="99"/>
                    </a:lnTo>
                    <a:lnTo>
                      <a:pt x="83" y="83"/>
                    </a:lnTo>
                    <a:lnTo>
                      <a:pt x="73" y="68"/>
                    </a:lnTo>
                    <a:lnTo>
                      <a:pt x="65" y="54"/>
                    </a:lnTo>
                    <a:lnTo>
                      <a:pt x="58" y="42"/>
                    </a:lnTo>
                    <a:lnTo>
                      <a:pt x="54" y="34"/>
                    </a:lnTo>
                    <a:lnTo>
                      <a:pt x="57" y="25"/>
                    </a:lnTo>
                    <a:lnTo>
                      <a:pt x="61" y="16"/>
                    </a:lnTo>
                    <a:lnTo>
                      <a:pt x="64" y="8"/>
                    </a:lnTo>
                    <a:lnTo>
                      <a:pt x="68" y="0"/>
                    </a:lnTo>
                    <a:lnTo>
                      <a:pt x="72" y="9"/>
                    </a:lnTo>
                    <a:lnTo>
                      <a:pt x="79" y="22"/>
                    </a:lnTo>
                    <a:lnTo>
                      <a:pt x="86" y="36"/>
                    </a:lnTo>
                    <a:lnTo>
                      <a:pt x="95" y="53"/>
                    </a:lnTo>
                    <a:lnTo>
                      <a:pt x="103" y="69"/>
                    </a:lnTo>
                    <a:lnTo>
                      <a:pt x="110" y="84"/>
                    </a:lnTo>
                    <a:lnTo>
                      <a:pt x="116" y="94"/>
                    </a:lnTo>
                    <a:lnTo>
                      <a:pt x="120" y="100"/>
                    </a:lnTo>
                    <a:lnTo>
                      <a:pt x="122" y="95"/>
                    </a:lnTo>
                    <a:lnTo>
                      <a:pt x="125" y="89"/>
                    </a:lnTo>
                    <a:lnTo>
                      <a:pt x="128" y="84"/>
                    </a:lnTo>
                    <a:lnTo>
                      <a:pt x="129" y="79"/>
                    </a:lnTo>
                    <a:lnTo>
                      <a:pt x="130" y="77"/>
                    </a:lnTo>
                    <a:lnTo>
                      <a:pt x="131" y="77"/>
                    </a:lnTo>
                    <a:lnTo>
                      <a:pt x="131" y="79"/>
                    </a:lnTo>
                    <a:lnTo>
                      <a:pt x="131" y="8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9" name="Freeform 20">
                <a:extLst>
                  <a:ext uri="{FF2B5EF4-FFF2-40B4-BE49-F238E27FC236}">
                    <a16:creationId xmlns:a16="http://schemas.microsoft.com/office/drawing/2014/main" id="{410D9C1C-AEF8-4953-B811-E2CA61FAF133}"/>
                  </a:ext>
                </a:extLst>
              </p:cNvPr>
              <p:cNvSpPr>
                <a:spLocks/>
              </p:cNvSpPr>
              <p:nvPr/>
            </p:nvSpPr>
            <p:spPr bwMode="auto">
              <a:xfrm>
                <a:off x="4279" y="2619"/>
                <a:ext cx="34" cy="58"/>
              </a:xfrm>
              <a:custGeom>
                <a:avLst/>
                <a:gdLst>
                  <a:gd name="T0" fmla="*/ 9 w 62"/>
                  <a:gd name="T1" fmla="*/ 0 h 106"/>
                  <a:gd name="T2" fmla="*/ 7 w 62"/>
                  <a:gd name="T3" fmla="*/ 1 h 106"/>
                  <a:gd name="T4" fmla="*/ 5 w 62"/>
                  <a:gd name="T5" fmla="*/ 4 h 106"/>
                  <a:gd name="T6" fmla="*/ 3 w 62"/>
                  <a:gd name="T7" fmla="*/ 8 h 106"/>
                  <a:gd name="T8" fmla="*/ 0 w 62"/>
                  <a:gd name="T9" fmla="*/ 12 h 106"/>
                  <a:gd name="T10" fmla="*/ 3 w 62"/>
                  <a:gd name="T11" fmla="*/ 16 h 106"/>
                  <a:gd name="T12" fmla="*/ 7 w 62"/>
                  <a:gd name="T13" fmla="*/ 21 h 106"/>
                  <a:gd name="T14" fmla="*/ 12 w 62"/>
                  <a:gd name="T15" fmla="*/ 28 h 106"/>
                  <a:gd name="T16" fmla="*/ 17 w 62"/>
                  <a:gd name="T17" fmla="*/ 36 h 106"/>
                  <a:gd name="T18" fmla="*/ 21 w 62"/>
                  <a:gd name="T19" fmla="*/ 43 h 106"/>
                  <a:gd name="T20" fmla="*/ 26 w 62"/>
                  <a:gd name="T21" fmla="*/ 50 h 106"/>
                  <a:gd name="T22" fmla="*/ 29 w 62"/>
                  <a:gd name="T23" fmla="*/ 55 h 106"/>
                  <a:gd name="T24" fmla="*/ 31 w 62"/>
                  <a:gd name="T25" fmla="*/ 58 h 106"/>
                  <a:gd name="T26" fmla="*/ 31 w 62"/>
                  <a:gd name="T27" fmla="*/ 55 h 106"/>
                  <a:gd name="T28" fmla="*/ 32 w 62"/>
                  <a:gd name="T29" fmla="*/ 51 h 106"/>
                  <a:gd name="T30" fmla="*/ 33 w 62"/>
                  <a:gd name="T31" fmla="*/ 48 h 106"/>
                  <a:gd name="T32" fmla="*/ 34 w 62"/>
                  <a:gd name="T33" fmla="*/ 45 h 106"/>
                  <a:gd name="T34" fmla="*/ 32 w 62"/>
                  <a:gd name="T35" fmla="*/ 41 h 106"/>
                  <a:gd name="T36" fmla="*/ 29 w 62"/>
                  <a:gd name="T37" fmla="*/ 35 h 106"/>
                  <a:gd name="T38" fmla="*/ 25 w 62"/>
                  <a:gd name="T39" fmla="*/ 29 h 106"/>
                  <a:gd name="T40" fmla="*/ 21 w 62"/>
                  <a:gd name="T41" fmla="*/ 21 h 106"/>
                  <a:gd name="T42" fmla="*/ 18 w 62"/>
                  <a:gd name="T43" fmla="*/ 14 h 106"/>
                  <a:gd name="T44" fmla="*/ 14 w 62"/>
                  <a:gd name="T45" fmla="*/ 8 h 106"/>
                  <a:gd name="T46" fmla="*/ 11 w 62"/>
                  <a:gd name="T47" fmla="*/ 3 h 106"/>
                  <a:gd name="T48" fmla="*/ 9 w 62"/>
                  <a:gd name="T49" fmla="*/ 0 h 1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2" h="106">
                    <a:moveTo>
                      <a:pt x="17" y="0"/>
                    </a:moveTo>
                    <a:lnTo>
                      <a:pt x="13" y="2"/>
                    </a:lnTo>
                    <a:lnTo>
                      <a:pt x="10" y="7"/>
                    </a:lnTo>
                    <a:lnTo>
                      <a:pt x="5" y="14"/>
                    </a:lnTo>
                    <a:lnTo>
                      <a:pt x="0" y="22"/>
                    </a:lnTo>
                    <a:lnTo>
                      <a:pt x="5" y="29"/>
                    </a:lnTo>
                    <a:lnTo>
                      <a:pt x="12" y="39"/>
                    </a:lnTo>
                    <a:lnTo>
                      <a:pt x="21" y="52"/>
                    </a:lnTo>
                    <a:lnTo>
                      <a:pt x="31" y="66"/>
                    </a:lnTo>
                    <a:lnTo>
                      <a:pt x="39" y="79"/>
                    </a:lnTo>
                    <a:lnTo>
                      <a:pt x="47" y="91"/>
                    </a:lnTo>
                    <a:lnTo>
                      <a:pt x="52" y="100"/>
                    </a:lnTo>
                    <a:lnTo>
                      <a:pt x="56" y="106"/>
                    </a:lnTo>
                    <a:lnTo>
                      <a:pt x="57" y="100"/>
                    </a:lnTo>
                    <a:lnTo>
                      <a:pt x="58" y="93"/>
                    </a:lnTo>
                    <a:lnTo>
                      <a:pt x="61" y="87"/>
                    </a:lnTo>
                    <a:lnTo>
                      <a:pt x="62" y="82"/>
                    </a:lnTo>
                    <a:lnTo>
                      <a:pt x="58" y="75"/>
                    </a:lnTo>
                    <a:lnTo>
                      <a:pt x="52" y="64"/>
                    </a:lnTo>
                    <a:lnTo>
                      <a:pt x="46" y="53"/>
                    </a:lnTo>
                    <a:lnTo>
                      <a:pt x="39" y="39"/>
                    </a:lnTo>
                    <a:lnTo>
                      <a:pt x="32" y="26"/>
                    </a:lnTo>
                    <a:lnTo>
                      <a:pt x="25" y="15"/>
                    </a:lnTo>
                    <a:lnTo>
                      <a:pt x="20" y="6"/>
                    </a:lnTo>
                    <a:lnTo>
                      <a:pt x="17"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0" name="Freeform 21">
                <a:extLst>
                  <a:ext uri="{FF2B5EF4-FFF2-40B4-BE49-F238E27FC236}">
                    <a16:creationId xmlns:a16="http://schemas.microsoft.com/office/drawing/2014/main" id="{ACAC3B29-6E6E-40E3-8EF2-79C7F5F8ED85}"/>
                  </a:ext>
                </a:extLst>
              </p:cNvPr>
              <p:cNvSpPr>
                <a:spLocks/>
              </p:cNvSpPr>
              <p:nvPr/>
            </p:nvSpPr>
            <p:spPr bwMode="auto">
              <a:xfrm>
                <a:off x="4311" y="2596"/>
                <a:ext cx="29" cy="24"/>
              </a:xfrm>
              <a:custGeom>
                <a:avLst/>
                <a:gdLst>
                  <a:gd name="T0" fmla="*/ 12 w 54"/>
                  <a:gd name="T1" fmla="*/ 24 h 44"/>
                  <a:gd name="T2" fmla="*/ 7 w 54"/>
                  <a:gd name="T3" fmla="*/ 22 h 44"/>
                  <a:gd name="T4" fmla="*/ 3 w 54"/>
                  <a:gd name="T5" fmla="*/ 19 h 44"/>
                  <a:gd name="T6" fmla="*/ 1 w 54"/>
                  <a:gd name="T7" fmla="*/ 15 h 44"/>
                  <a:gd name="T8" fmla="*/ 0 w 54"/>
                  <a:gd name="T9" fmla="*/ 13 h 44"/>
                  <a:gd name="T10" fmla="*/ 1 w 54"/>
                  <a:gd name="T11" fmla="*/ 9 h 44"/>
                  <a:gd name="T12" fmla="*/ 3 w 54"/>
                  <a:gd name="T13" fmla="*/ 5 h 44"/>
                  <a:gd name="T14" fmla="*/ 5 w 54"/>
                  <a:gd name="T15" fmla="*/ 2 h 44"/>
                  <a:gd name="T16" fmla="*/ 8 w 54"/>
                  <a:gd name="T17" fmla="*/ 0 h 44"/>
                  <a:gd name="T18" fmla="*/ 10 w 54"/>
                  <a:gd name="T19" fmla="*/ 1 h 44"/>
                  <a:gd name="T20" fmla="*/ 13 w 54"/>
                  <a:gd name="T21" fmla="*/ 2 h 44"/>
                  <a:gd name="T22" fmla="*/ 16 w 54"/>
                  <a:gd name="T23" fmla="*/ 3 h 44"/>
                  <a:gd name="T24" fmla="*/ 19 w 54"/>
                  <a:gd name="T25" fmla="*/ 3 h 44"/>
                  <a:gd name="T26" fmla="*/ 21 w 54"/>
                  <a:gd name="T27" fmla="*/ 3 h 44"/>
                  <a:gd name="T28" fmla="*/ 24 w 54"/>
                  <a:gd name="T29" fmla="*/ 4 h 44"/>
                  <a:gd name="T30" fmla="*/ 27 w 54"/>
                  <a:gd name="T31" fmla="*/ 4 h 44"/>
                  <a:gd name="T32" fmla="*/ 29 w 54"/>
                  <a:gd name="T33" fmla="*/ 4 h 44"/>
                  <a:gd name="T34" fmla="*/ 27 w 54"/>
                  <a:gd name="T35" fmla="*/ 11 h 44"/>
                  <a:gd name="T36" fmla="*/ 24 w 54"/>
                  <a:gd name="T37" fmla="*/ 18 h 44"/>
                  <a:gd name="T38" fmla="*/ 18 w 54"/>
                  <a:gd name="T39" fmla="*/ 23 h 44"/>
                  <a:gd name="T40" fmla="*/ 12 w 54"/>
                  <a:gd name="T41" fmla="*/ 24 h 44"/>
                  <a:gd name="T42" fmla="*/ 12 w 54"/>
                  <a:gd name="T43" fmla="*/ 24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4" h="44">
                    <a:moveTo>
                      <a:pt x="23" y="44"/>
                    </a:moveTo>
                    <a:lnTo>
                      <a:pt x="13" y="41"/>
                    </a:lnTo>
                    <a:lnTo>
                      <a:pt x="6" y="35"/>
                    </a:lnTo>
                    <a:lnTo>
                      <a:pt x="1" y="28"/>
                    </a:lnTo>
                    <a:lnTo>
                      <a:pt x="0" y="24"/>
                    </a:lnTo>
                    <a:lnTo>
                      <a:pt x="1" y="17"/>
                    </a:lnTo>
                    <a:lnTo>
                      <a:pt x="5" y="10"/>
                    </a:lnTo>
                    <a:lnTo>
                      <a:pt x="9" y="4"/>
                    </a:lnTo>
                    <a:lnTo>
                      <a:pt x="14" y="0"/>
                    </a:lnTo>
                    <a:lnTo>
                      <a:pt x="19" y="2"/>
                    </a:lnTo>
                    <a:lnTo>
                      <a:pt x="24" y="4"/>
                    </a:lnTo>
                    <a:lnTo>
                      <a:pt x="29" y="5"/>
                    </a:lnTo>
                    <a:lnTo>
                      <a:pt x="35" y="5"/>
                    </a:lnTo>
                    <a:lnTo>
                      <a:pt x="39" y="6"/>
                    </a:lnTo>
                    <a:lnTo>
                      <a:pt x="45" y="7"/>
                    </a:lnTo>
                    <a:lnTo>
                      <a:pt x="50" y="7"/>
                    </a:lnTo>
                    <a:lnTo>
                      <a:pt x="54" y="7"/>
                    </a:lnTo>
                    <a:lnTo>
                      <a:pt x="51" y="20"/>
                    </a:lnTo>
                    <a:lnTo>
                      <a:pt x="44" y="33"/>
                    </a:lnTo>
                    <a:lnTo>
                      <a:pt x="34" y="42"/>
                    </a:lnTo>
                    <a:lnTo>
                      <a:pt x="23" y="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1" name="Freeform 22">
                <a:extLst>
                  <a:ext uri="{FF2B5EF4-FFF2-40B4-BE49-F238E27FC236}">
                    <a16:creationId xmlns:a16="http://schemas.microsoft.com/office/drawing/2014/main" id="{1F4FB355-953C-4189-8B73-5BC0418CCE70}"/>
                  </a:ext>
                </a:extLst>
              </p:cNvPr>
              <p:cNvSpPr>
                <a:spLocks/>
              </p:cNvSpPr>
              <p:nvPr/>
            </p:nvSpPr>
            <p:spPr bwMode="auto">
              <a:xfrm>
                <a:off x="4354" y="2703"/>
                <a:ext cx="75" cy="95"/>
              </a:xfrm>
              <a:custGeom>
                <a:avLst/>
                <a:gdLst>
                  <a:gd name="T0" fmla="*/ 24 w 137"/>
                  <a:gd name="T1" fmla="*/ 81 h 174"/>
                  <a:gd name="T2" fmla="*/ 22 w 137"/>
                  <a:gd name="T3" fmla="*/ 83 h 174"/>
                  <a:gd name="T4" fmla="*/ 25 w 137"/>
                  <a:gd name="T5" fmla="*/ 86 h 174"/>
                  <a:gd name="T6" fmla="*/ 30 w 137"/>
                  <a:gd name="T7" fmla="*/ 90 h 174"/>
                  <a:gd name="T8" fmla="*/ 36 w 137"/>
                  <a:gd name="T9" fmla="*/ 93 h 174"/>
                  <a:gd name="T10" fmla="*/ 41 w 137"/>
                  <a:gd name="T11" fmla="*/ 94 h 174"/>
                  <a:gd name="T12" fmla="*/ 45 w 137"/>
                  <a:gd name="T13" fmla="*/ 95 h 174"/>
                  <a:gd name="T14" fmla="*/ 51 w 137"/>
                  <a:gd name="T15" fmla="*/ 95 h 174"/>
                  <a:gd name="T16" fmla="*/ 58 w 137"/>
                  <a:gd name="T17" fmla="*/ 94 h 174"/>
                  <a:gd name="T18" fmla="*/ 65 w 137"/>
                  <a:gd name="T19" fmla="*/ 91 h 174"/>
                  <a:gd name="T20" fmla="*/ 71 w 137"/>
                  <a:gd name="T21" fmla="*/ 84 h 174"/>
                  <a:gd name="T22" fmla="*/ 72 w 137"/>
                  <a:gd name="T23" fmla="*/ 73 h 174"/>
                  <a:gd name="T24" fmla="*/ 73 w 137"/>
                  <a:gd name="T25" fmla="*/ 61 h 174"/>
                  <a:gd name="T26" fmla="*/ 74 w 137"/>
                  <a:gd name="T27" fmla="*/ 38 h 174"/>
                  <a:gd name="T28" fmla="*/ 74 w 137"/>
                  <a:gd name="T29" fmla="*/ 29 h 174"/>
                  <a:gd name="T30" fmla="*/ 74 w 137"/>
                  <a:gd name="T31" fmla="*/ 23 h 174"/>
                  <a:gd name="T32" fmla="*/ 75 w 137"/>
                  <a:gd name="T33" fmla="*/ 16 h 174"/>
                  <a:gd name="T34" fmla="*/ 75 w 137"/>
                  <a:gd name="T35" fmla="*/ 8 h 174"/>
                  <a:gd name="T36" fmla="*/ 72 w 137"/>
                  <a:gd name="T37" fmla="*/ 3 h 174"/>
                  <a:gd name="T38" fmla="*/ 67 w 137"/>
                  <a:gd name="T39" fmla="*/ 1 h 174"/>
                  <a:gd name="T40" fmla="*/ 62 w 137"/>
                  <a:gd name="T41" fmla="*/ 1 h 174"/>
                  <a:gd name="T42" fmla="*/ 56 w 137"/>
                  <a:gd name="T43" fmla="*/ 8 h 174"/>
                  <a:gd name="T44" fmla="*/ 53 w 137"/>
                  <a:gd name="T45" fmla="*/ 15 h 174"/>
                  <a:gd name="T46" fmla="*/ 47 w 137"/>
                  <a:gd name="T47" fmla="*/ 13 h 174"/>
                  <a:gd name="T48" fmla="*/ 42 w 137"/>
                  <a:gd name="T49" fmla="*/ 15 h 174"/>
                  <a:gd name="T50" fmla="*/ 37 w 137"/>
                  <a:gd name="T51" fmla="*/ 13 h 174"/>
                  <a:gd name="T52" fmla="*/ 34 w 137"/>
                  <a:gd name="T53" fmla="*/ 11 h 174"/>
                  <a:gd name="T54" fmla="*/ 28 w 137"/>
                  <a:gd name="T55" fmla="*/ 9 h 174"/>
                  <a:gd name="T56" fmla="*/ 22 w 137"/>
                  <a:gd name="T57" fmla="*/ 9 h 174"/>
                  <a:gd name="T58" fmla="*/ 17 w 137"/>
                  <a:gd name="T59" fmla="*/ 10 h 174"/>
                  <a:gd name="T60" fmla="*/ 12 w 137"/>
                  <a:gd name="T61" fmla="*/ 10 h 174"/>
                  <a:gd name="T62" fmla="*/ 5 w 137"/>
                  <a:gd name="T63" fmla="*/ 10 h 174"/>
                  <a:gd name="T64" fmla="*/ 1 w 137"/>
                  <a:gd name="T65" fmla="*/ 13 h 174"/>
                  <a:gd name="T66" fmla="*/ 0 w 137"/>
                  <a:gd name="T67" fmla="*/ 21 h 174"/>
                  <a:gd name="T68" fmla="*/ 4 w 137"/>
                  <a:gd name="T69" fmla="*/ 25 h 174"/>
                  <a:gd name="T70" fmla="*/ 9 w 137"/>
                  <a:gd name="T71" fmla="*/ 27 h 174"/>
                  <a:gd name="T72" fmla="*/ 10 w 137"/>
                  <a:gd name="T73" fmla="*/ 29 h 174"/>
                  <a:gd name="T74" fmla="*/ 11 w 137"/>
                  <a:gd name="T75" fmla="*/ 34 h 174"/>
                  <a:gd name="T76" fmla="*/ 13 w 137"/>
                  <a:gd name="T77" fmla="*/ 37 h 174"/>
                  <a:gd name="T78" fmla="*/ 13 w 137"/>
                  <a:gd name="T79" fmla="*/ 38 h 174"/>
                  <a:gd name="T80" fmla="*/ 13 w 137"/>
                  <a:gd name="T81" fmla="*/ 40 h 174"/>
                  <a:gd name="T82" fmla="*/ 13 w 137"/>
                  <a:gd name="T83" fmla="*/ 46 h 174"/>
                  <a:gd name="T84" fmla="*/ 14 w 137"/>
                  <a:gd name="T85" fmla="*/ 49 h 174"/>
                  <a:gd name="T86" fmla="*/ 14 w 137"/>
                  <a:gd name="T87" fmla="*/ 50 h 174"/>
                  <a:gd name="T88" fmla="*/ 14 w 137"/>
                  <a:gd name="T89" fmla="*/ 54 h 174"/>
                  <a:gd name="T90" fmla="*/ 14 w 137"/>
                  <a:gd name="T91" fmla="*/ 62 h 174"/>
                  <a:gd name="T92" fmla="*/ 17 w 137"/>
                  <a:gd name="T93" fmla="*/ 66 h 174"/>
                  <a:gd name="T94" fmla="*/ 20 w 137"/>
                  <a:gd name="T95" fmla="*/ 68 h 174"/>
                  <a:gd name="T96" fmla="*/ 22 w 137"/>
                  <a:gd name="T97" fmla="*/ 71 h 174"/>
                  <a:gd name="T98" fmla="*/ 24 w 137"/>
                  <a:gd name="T99" fmla="*/ 79 h 1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37" h="174">
                    <a:moveTo>
                      <a:pt x="46" y="148"/>
                    </a:moveTo>
                    <a:lnTo>
                      <a:pt x="44" y="149"/>
                    </a:lnTo>
                    <a:lnTo>
                      <a:pt x="42" y="150"/>
                    </a:lnTo>
                    <a:lnTo>
                      <a:pt x="41" y="152"/>
                    </a:lnTo>
                    <a:lnTo>
                      <a:pt x="41" y="153"/>
                    </a:lnTo>
                    <a:lnTo>
                      <a:pt x="46" y="157"/>
                    </a:lnTo>
                    <a:lnTo>
                      <a:pt x="50" y="160"/>
                    </a:lnTo>
                    <a:lnTo>
                      <a:pt x="55" y="164"/>
                    </a:lnTo>
                    <a:lnTo>
                      <a:pt x="61" y="167"/>
                    </a:lnTo>
                    <a:lnTo>
                      <a:pt x="65" y="170"/>
                    </a:lnTo>
                    <a:lnTo>
                      <a:pt x="70" y="172"/>
                    </a:lnTo>
                    <a:lnTo>
                      <a:pt x="75" y="173"/>
                    </a:lnTo>
                    <a:lnTo>
                      <a:pt x="78" y="174"/>
                    </a:lnTo>
                    <a:lnTo>
                      <a:pt x="83" y="174"/>
                    </a:lnTo>
                    <a:lnTo>
                      <a:pt x="87" y="174"/>
                    </a:lnTo>
                    <a:lnTo>
                      <a:pt x="93" y="174"/>
                    </a:lnTo>
                    <a:lnTo>
                      <a:pt x="99" y="173"/>
                    </a:lnTo>
                    <a:lnTo>
                      <a:pt x="106" y="172"/>
                    </a:lnTo>
                    <a:lnTo>
                      <a:pt x="113" y="170"/>
                    </a:lnTo>
                    <a:lnTo>
                      <a:pt x="118" y="166"/>
                    </a:lnTo>
                    <a:lnTo>
                      <a:pt x="125" y="162"/>
                    </a:lnTo>
                    <a:lnTo>
                      <a:pt x="129" y="153"/>
                    </a:lnTo>
                    <a:lnTo>
                      <a:pt x="131" y="143"/>
                    </a:lnTo>
                    <a:lnTo>
                      <a:pt x="132" y="133"/>
                    </a:lnTo>
                    <a:lnTo>
                      <a:pt x="132" y="122"/>
                    </a:lnTo>
                    <a:lnTo>
                      <a:pt x="133" y="111"/>
                    </a:lnTo>
                    <a:lnTo>
                      <a:pt x="135" y="90"/>
                    </a:lnTo>
                    <a:lnTo>
                      <a:pt x="136" y="69"/>
                    </a:lnTo>
                    <a:lnTo>
                      <a:pt x="136" y="58"/>
                    </a:lnTo>
                    <a:lnTo>
                      <a:pt x="136" y="53"/>
                    </a:lnTo>
                    <a:lnTo>
                      <a:pt x="135" y="49"/>
                    </a:lnTo>
                    <a:lnTo>
                      <a:pt x="135" y="42"/>
                    </a:lnTo>
                    <a:lnTo>
                      <a:pt x="136" y="36"/>
                    </a:lnTo>
                    <a:lnTo>
                      <a:pt x="137" y="29"/>
                    </a:lnTo>
                    <a:lnTo>
                      <a:pt x="137" y="21"/>
                    </a:lnTo>
                    <a:lnTo>
                      <a:pt x="137" y="15"/>
                    </a:lnTo>
                    <a:lnTo>
                      <a:pt x="135" y="9"/>
                    </a:lnTo>
                    <a:lnTo>
                      <a:pt x="131" y="6"/>
                    </a:lnTo>
                    <a:lnTo>
                      <a:pt x="128" y="3"/>
                    </a:lnTo>
                    <a:lnTo>
                      <a:pt x="123" y="1"/>
                    </a:lnTo>
                    <a:lnTo>
                      <a:pt x="118" y="0"/>
                    </a:lnTo>
                    <a:lnTo>
                      <a:pt x="113" y="1"/>
                    </a:lnTo>
                    <a:lnTo>
                      <a:pt x="108" y="6"/>
                    </a:lnTo>
                    <a:lnTo>
                      <a:pt x="103" y="15"/>
                    </a:lnTo>
                    <a:lnTo>
                      <a:pt x="100" y="29"/>
                    </a:lnTo>
                    <a:lnTo>
                      <a:pt x="97" y="28"/>
                    </a:lnTo>
                    <a:lnTo>
                      <a:pt x="92" y="26"/>
                    </a:lnTo>
                    <a:lnTo>
                      <a:pt x="85" y="24"/>
                    </a:lnTo>
                    <a:lnTo>
                      <a:pt x="80" y="26"/>
                    </a:lnTo>
                    <a:lnTo>
                      <a:pt x="76" y="27"/>
                    </a:lnTo>
                    <a:lnTo>
                      <a:pt x="71" y="26"/>
                    </a:lnTo>
                    <a:lnTo>
                      <a:pt x="67" y="24"/>
                    </a:lnTo>
                    <a:lnTo>
                      <a:pt x="64" y="23"/>
                    </a:lnTo>
                    <a:lnTo>
                      <a:pt x="62" y="21"/>
                    </a:lnTo>
                    <a:lnTo>
                      <a:pt x="57" y="18"/>
                    </a:lnTo>
                    <a:lnTo>
                      <a:pt x="52" y="16"/>
                    </a:lnTo>
                    <a:lnTo>
                      <a:pt x="47" y="15"/>
                    </a:lnTo>
                    <a:lnTo>
                      <a:pt x="41" y="16"/>
                    </a:lnTo>
                    <a:lnTo>
                      <a:pt x="37" y="18"/>
                    </a:lnTo>
                    <a:lnTo>
                      <a:pt x="31" y="19"/>
                    </a:lnTo>
                    <a:lnTo>
                      <a:pt x="26" y="19"/>
                    </a:lnTo>
                    <a:lnTo>
                      <a:pt x="22" y="19"/>
                    </a:lnTo>
                    <a:lnTo>
                      <a:pt x="16" y="18"/>
                    </a:lnTo>
                    <a:lnTo>
                      <a:pt x="9" y="18"/>
                    </a:lnTo>
                    <a:lnTo>
                      <a:pt x="4" y="19"/>
                    </a:lnTo>
                    <a:lnTo>
                      <a:pt x="2" y="23"/>
                    </a:lnTo>
                    <a:lnTo>
                      <a:pt x="0" y="30"/>
                    </a:lnTo>
                    <a:lnTo>
                      <a:pt x="0" y="38"/>
                    </a:lnTo>
                    <a:lnTo>
                      <a:pt x="2" y="43"/>
                    </a:lnTo>
                    <a:lnTo>
                      <a:pt x="7" y="45"/>
                    </a:lnTo>
                    <a:lnTo>
                      <a:pt x="11" y="48"/>
                    </a:lnTo>
                    <a:lnTo>
                      <a:pt x="16" y="49"/>
                    </a:lnTo>
                    <a:lnTo>
                      <a:pt x="20" y="50"/>
                    </a:lnTo>
                    <a:lnTo>
                      <a:pt x="19" y="53"/>
                    </a:lnTo>
                    <a:lnTo>
                      <a:pt x="19" y="58"/>
                    </a:lnTo>
                    <a:lnTo>
                      <a:pt x="20" y="62"/>
                    </a:lnTo>
                    <a:lnTo>
                      <a:pt x="24" y="66"/>
                    </a:lnTo>
                    <a:lnTo>
                      <a:pt x="24" y="67"/>
                    </a:lnTo>
                    <a:lnTo>
                      <a:pt x="24" y="68"/>
                    </a:lnTo>
                    <a:lnTo>
                      <a:pt x="23" y="69"/>
                    </a:lnTo>
                    <a:lnTo>
                      <a:pt x="23" y="71"/>
                    </a:lnTo>
                    <a:lnTo>
                      <a:pt x="23" y="74"/>
                    </a:lnTo>
                    <a:lnTo>
                      <a:pt x="23" y="80"/>
                    </a:lnTo>
                    <a:lnTo>
                      <a:pt x="24" y="84"/>
                    </a:lnTo>
                    <a:lnTo>
                      <a:pt x="25" y="89"/>
                    </a:lnTo>
                    <a:lnTo>
                      <a:pt x="26" y="90"/>
                    </a:lnTo>
                    <a:lnTo>
                      <a:pt x="26" y="91"/>
                    </a:lnTo>
                    <a:lnTo>
                      <a:pt x="27" y="92"/>
                    </a:lnTo>
                    <a:lnTo>
                      <a:pt x="25" y="98"/>
                    </a:lnTo>
                    <a:lnTo>
                      <a:pt x="24" y="106"/>
                    </a:lnTo>
                    <a:lnTo>
                      <a:pt x="25" y="114"/>
                    </a:lnTo>
                    <a:lnTo>
                      <a:pt x="27" y="119"/>
                    </a:lnTo>
                    <a:lnTo>
                      <a:pt x="31" y="120"/>
                    </a:lnTo>
                    <a:lnTo>
                      <a:pt x="33" y="122"/>
                    </a:lnTo>
                    <a:lnTo>
                      <a:pt x="37" y="124"/>
                    </a:lnTo>
                    <a:lnTo>
                      <a:pt x="41" y="125"/>
                    </a:lnTo>
                    <a:lnTo>
                      <a:pt x="40" y="130"/>
                    </a:lnTo>
                    <a:lnTo>
                      <a:pt x="41" y="137"/>
                    </a:lnTo>
                    <a:lnTo>
                      <a:pt x="44" y="144"/>
                    </a:lnTo>
                    <a:lnTo>
                      <a:pt x="46" y="148"/>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2" name="Freeform 23">
                <a:extLst>
                  <a:ext uri="{FF2B5EF4-FFF2-40B4-BE49-F238E27FC236}">
                    <a16:creationId xmlns:a16="http://schemas.microsoft.com/office/drawing/2014/main" id="{A3859CC1-1762-4D80-9888-60CB31916B74}"/>
                  </a:ext>
                </a:extLst>
              </p:cNvPr>
              <p:cNvSpPr>
                <a:spLocks/>
              </p:cNvSpPr>
              <p:nvPr/>
            </p:nvSpPr>
            <p:spPr bwMode="auto">
              <a:xfrm>
                <a:off x="3881" y="2566"/>
                <a:ext cx="107" cy="75"/>
              </a:xfrm>
              <a:custGeom>
                <a:avLst/>
                <a:gdLst>
                  <a:gd name="T0" fmla="*/ 92 w 194"/>
                  <a:gd name="T1" fmla="*/ 59 h 135"/>
                  <a:gd name="T2" fmla="*/ 94 w 194"/>
                  <a:gd name="T3" fmla="*/ 48 h 135"/>
                  <a:gd name="T4" fmla="*/ 98 w 194"/>
                  <a:gd name="T5" fmla="*/ 37 h 135"/>
                  <a:gd name="T6" fmla="*/ 104 w 194"/>
                  <a:gd name="T7" fmla="*/ 28 h 135"/>
                  <a:gd name="T8" fmla="*/ 102 w 194"/>
                  <a:gd name="T9" fmla="*/ 23 h 135"/>
                  <a:gd name="T10" fmla="*/ 94 w 194"/>
                  <a:gd name="T11" fmla="*/ 19 h 135"/>
                  <a:gd name="T12" fmla="*/ 88 w 194"/>
                  <a:gd name="T13" fmla="*/ 17 h 135"/>
                  <a:gd name="T14" fmla="*/ 81 w 194"/>
                  <a:gd name="T15" fmla="*/ 15 h 135"/>
                  <a:gd name="T16" fmla="*/ 75 w 194"/>
                  <a:gd name="T17" fmla="*/ 14 h 135"/>
                  <a:gd name="T18" fmla="*/ 68 w 194"/>
                  <a:gd name="T19" fmla="*/ 12 h 135"/>
                  <a:gd name="T20" fmla="*/ 61 w 194"/>
                  <a:gd name="T21" fmla="*/ 10 h 135"/>
                  <a:gd name="T22" fmla="*/ 55 w 194"/>
                  <a:gd name="T23" fmla="*/ 7 h 135"/>
                  <a:gd name="T24" fmla="*/ 50 w 194"/>
                  <a:gd name="T25" fmla="*/ 6 h 135"/>
                  <a:gd name="T26" fmla="*/ 45 w 194"/>
                  <a:gd name="T27" fmla="*/ 6 h 135"/>
                  <a:gd name="T28" fmla="*/ 41 w 194"/>
                  <a:gd name="T29" fmla="*/ 7 h 135"/>
                  <a:gd name="T30" fmla="*/ 36 w 194"/>
                  <a:gd name="T31" fmla="*/ 7 h 135"/>
                  <a:gd name="T32" fmla="*/ 29 w 194"/>
                  <a:gd name="T33" fmla="*/ 7 h 135"/>
                  <a:gd name="T34" fmla="*/ 22 w 194"/>
                  <a:gd name="T35" fmla="*/ 6 h 135"/>
                  <a:gd name="T36" fmla="*/ 15 w 194"/>
                  <a:gd name="T37" fmla="*/ 3 h 135"/>
                  <a:gd name="T38" fmla="*/ 10 w 194"/>
                  <a:gd name="T39" fmla="*/ 2 h 135"/>
                  <a:gd name="T40" fmla="*/ 6 w 194"/>
                  <a:gd name="T41" fmla="*/ 3 h 135"/>
                  <a:gd name="T42" fmla="*/ 6 w 194"/>
                  <a:gd name="T43" fmla="*/ 16 h 135"/>
                  <a:gd name="T44" fmla="*/ 6 w 194"/>
                  <a:gd name="T45" fmla="*/ 19 h 135"/>
                  <a:gd name="T46" fmla="*/ 1 w 194"/>
                  <a:gd name="T47" fmla="*/ 27 h 135"/>
                  <a:gd name="T48" fmla="*/ 0 w 194"/>
                  <a:gd name="T49" fmla="*/ 37 h 135"/>
                  <a:gd name="T50" fmla="*/ 2 w 194"/>
                  <a:gd name="T51" fmla="*/ 41 h 135"/>
                  <a:gd name="T52" fmla="*/ 5 w 194"/>
                  <a:gd name="T53" fmla="*/ 44 h 135"/>
                  <a:gd name="T54" fmla="*/ 9 w 194"/>
                  <a:gd name="T55" fmla="*/ 46 h 135"/>
                  <a:gd name="T56" fmla="*/ 12 w 194"/>
                  <a:gd name="T57" fmla="*/ 47 h 135"/>
                  <a:gd name="T58" fmla="*/ 12 w 194"/>
                  <a:gd name="T59" fmla="*/ 49 h 135"/>
                  <a:gd name="T60" fmla="*/ 15 w 194"/>
                  <a:gd name="T61" fmla="*/ 54 h 135"/>
                  <a:gd name="T62" fmla="*/ 23 w 194"/>
                  <a:gd name="T63" fmla="*/ 61 h 135"/>
                  <a:gd name="T64" fmla="*/ 30 w 194"/>
                  <a:gd name="T65" fmla="*/ 63 h 135"/>
                  <a:gd name="T66" fmla="*/ 32 w 194"/>
                  <a:gd name="T67" fmla="*/ 67 h 135"/>
                  <a:gd name="T68" fmla="*/ 38 w 194"/>
                  <a:gd name="T69" fmla="*/ 69 h 135"/>
                  <a:gd name="T70" fmla="*/ 44 w 194"/>
                  <a:gd name="T71" fmla="*/ 71 h 135"/>
                  <a:gd name="T72" fmla="*/ 49 w 194"/>
                  <a:gd name="T73" fmla="*/ 74 h 135"/>
                  <a:gd name="T74" fmla="*/ 57 w 194"/>
                  <a:gd name="T75" fmla="*/ 74 h 135"/>
                  <a:gd name="T76" fmla="*/ 68 w 194"/>
                  <a:gd name="T77" fmla="*/ 71 h 135"/>
                  <a:gd name="T78" fmla="*/ 76 w 194"/>
                  <a:gd name="T79" fmla="*/ 71 h 135"/>
                  <a:gd name="T80" fmla="*/ 82 w 194"/>
                  <a:gd name="T81" fmla="*/ 69 h 135"/>
                  <a:gd name="T82" fmla="*/ 89 w 194"/>
                  <a:gd name="T83" fmla="*/ 67 h 13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4" h="135">
                    <a:moveTo>
                      <a:pt x="164" y="117"/>
                    </a:moveTo>
                    <a:lnTo>
                      <a:pt x="166" y="106"/>
                    </a:lnTo>
                    <a:lnTo>
                      <a:pt x="168" y="96"/>
                    </a:lnTo>
                    <a:lnTo>
                      <a:pt x="171" y="86"/>
                    </a:lnTo>
                    <a:lnTo>
                      <a:pt x="175" y="75"/>
                    </a:lnTo>
                    <a:lnTo>
                      <a:pt x="178" y="66"/>
                    </a:lnTo>
                    <a:lnTo>
                      <a:pt x="183" y="58"/>
                    </a:lnTo>
                    <a:lnTo>
                      <a:pt x="189" y="51"/>
                    </a:lnTo>
                    <a:lnTo>
                      <a:pt x="194" y="45"/>
                    </a:lnTo>
                    <a:lnTo>
                      <a:pt x="185" y="42"/>
                    </a:lnTo>
                    <a:lnTo>
                      <a:pt x="177" y="38"/>
                    </a:lnTo>
                    <a:lnTo>
                      <a:pt x="170" y="35"/>
                    </a:lnTo>
                    <a:lnTo>
                      <a:pt x="164" y="33"/>
                    </a:lnTo>
                    <a:lnTo>
                      <a:pt x="160" y="30"/>
                    </a:lnTo>
                    <a:lnTo>
                      <a:pt x="154" y="28"/>
                    </a:lnTo>
                    <a:lnTo>
                      <a:pt x="147" y="27"/>
                    </a:lnTo>
                    <a:lnTo>
                      <a:pt x="141" y="26"/>
                    </a:lnTo>
                    <a:lnTo>
                      <a:pt x="136" y="26"/>
                    </a:lnTo>
                    <a:lnTo>
                      <a:pt x="129" y="25"/>
                    </a:lnTo>
                    <a:lnTo>
                      <a:pt x="123" y="22"/>
                    </a:lnTo>
                    <a:lnTo>
                      <a:pt x="117" y="20"/>
                    </a:lnTo>
                    <a:lnTo>
                      <a:pt x="111" y="18"/>
                    </a:lnTo>
                    <a:lnTo>
                      <a:pt x="104" y="15"/>
                    </a:lnTo>
                    <a:lnTo>
                      <a:pt x="99" y="13"/>
                    </a:lnTo>
                    <a:lnTo>
                      <a:pt x="94" y="12"/>
                    </a:lnTo>
                    <a:lnTo>
                      <a:pt x="91" y="11"/>
                    </a:lnTo>
                    <a:lnTo>
                      <a:pt x="86" y="10"/>
                    </a:lnTo>
                    <a:lnTo>
                      <a:pt x="81" y="10"/>
                    </a:lnTo>
                    <a:lnTo>
                      <a:pt x="78" y="11"/>
                    </a:lnTo>
                    <a:lnTo>
                      <a:pt x="75" y="12"/>
                    </a:lnTo>
                    <a:lnTo>
                      <a:pt x="70" y="12"/>
                    </a:lnTo>
                    <a:lnTo>
                      <a:pt x="65" y="12"/>
                    </a:lnTo>
                    <a:lnTo>
                      <a:pt x="60" y="12"/>
                    </a:lnTo>
                    <a:lnTo>
                      <a:pt x="53" y="12"/>
                    </a:lnTo>
                    <a:lnTo>
                      <a:pt x="46" y="11"/>
                    </a:lnTo>
                    <a:lnTo>
                      <a:pt x="39" y="10"/>
                    </a:lnTo>
                    <a:lnTo>
                      <a:pt x="32" y="7"/>
                    </a:lnTo>
                    <a:lnTo>
                      <a:pt x="27" y="6"/>
                    </a:lnTo>
                    <a:lnTo>
                      <a:pt x="24" y="4"/>
                    </a:lnTo>
                    <a:lnTo>
                      <a:pt x="19" y="3"/>
                    </a:lnTo>
                    <a:lnTo>
                      <a:pt x="16" y="0"/>
                    </a:lnTo>
                    <a:lnTo>
                      <a:pt x="11" y="5"/>
                    </a:lnTo>
                    <a:lnTo>
                      <a:pt x="10" y="16"/>
                    </a:lnTo>
                    <a:lnTo>
                      <a:pt x="11" y="28"/>
                    </a:lnTo>
                    <a:lnTo>
                      <a:pt x="17" y="35"/>
                    </a:lnTo>
                    <a:lnTo>
                      <a:pt x="10" y="35"/>
                    </a:lnTo>
                    <a:lnTo>
                      <a:pt x="4" y="39"/>
                    </a:lnTo>
                    <a:lnTo>
                      <a:pt x="1" y="49"/>
                    </a:lnTo>
                    <a:lnTo>
                      <a:pt x="0" y="65"/>
                    </a:lnTo>
                    <a:lnTo>
                      <a:pt x="0" y="67"/>
                    </a:lnTo>
                    <a:lnTo>
                      <a:pt x="1" y="69"/>
                    </a:lnTo>
                    <a:lnTo>
                      <a:pt x="3" y="73"/>
                    </a:lnTo>
                    <a:lnTo>
                      <a:pt x="5" y="76"/>
                    </a:lnTo>
                    <a:lnTo>
                      <a:pt x="9" y="79"/>
                    </a:lnTo>
                    <a:lnTo>
                      <a:pt x="12" y="81"/>
                    </a:lnTo>
                    <a:lnTo>
                      <a:pt x="17" y="82"/>
                    </a:lnTo>
                    <a:lnTo>
                      <a:pt x="22" y="83"/>
                    </a:lnTo>
                    <a:lnTo>
                      <a:pt x="22" y="84"/>
                    </a:lnTo>
                    <a:lnTo>
                      <a:pt x="22" y="87"/>
                    </a:lnTo>
                    <a:lnTo>
                      <a:pt x="22" y="88"/>
                    </a:lnTo>
                    <a:lnTo>
                      <a:pt x="23" y="90"/>
                    </a:lnTo>
                    <a:lnTo>
                      <a:pt x="27" y="98"/>
                    </a:lnTo>
                    <a:lnTo>
                      <a:pt x="33" y="104"/>
                    </a:lnTo>
                    <a:lnTo>
                      <a:pt x="42" y="109"/>
                    </a:lnTo>
                    <a:lnTo>
                      <a:pt x="54" y="110"/>
                    </a:lnTo>
                    <a:lnTo>
                      <a:pt x="55" y="113"/>
                    </a:lnTo>
                    <a:lnTo>
                      <a:pt x="56" y="117"/>
                    </a:lnTo>
                    <a:lnTo>
                      <a:pt x="58" y="120"/>
                    </a:lnTo>
                    <a:lnTo>
                      <a:pt x="62" y="122"/>
                    </a:lnTo>
                    <a:lnTo>
                      <a:pt x="68" y="125"/>
                    </a:lnTo>
                    <a:lnTo>
                      <a:pt x="73" y="127"/>
                    </a:lnTo>
                    <a:lnTo>
                      <a:pt x="80" y="127"/>
                    </a:lnTo>
                    <a:lnTo>
                      <a:pt x="85" y="127"/>
                    </a:lnTo>
                    <a:lnTo>
                      <a:pt x="88" y="133"/>
                    </a:lnTo>
                    <a:lnTo>
                      <a:pt x="95" y="135"/>
                    </a:lnTo>
                    <a:lnTo>
                      <a:pt x="104" y="134"/>
                    </a:lnTo>
                    <a:lnTo>
                      <a:pt x="117" y="128"/>
                    </a:lnTo>
                    <a:lnTo>
                      <a:pt x="123" y="128"/>
                    </a:lnTo>
                    <a:lnTo>
                      <a:pt x="130" y="127"/>
                    </a:lnTo>
                    <a:lnTo>
                      <a:pt x="137" y="127"/>
                    </a:lnTo>
                    <a:lnTo>
                      <a:pt x="144" y="126"/>
                    </a:lnTo>
                    <a:lnTo>
                      <a:pt x="149" y="125"/>
                    </a:lnTo>
                    <a:lnTo>
                      <a:pt x="155" y="122"/>
                    </a:lnTo>
                    <a:lnTo>
                      <a:pt x="161" y="120"/>
                    </a:lnTo>
                    <a:lnTo>
                      <a:pt x="164" y="117"/>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3" name="Freeform 24">
                <a:extLst>
                  <a:ext uri="{FF2B5EF4-FFF2-40B4-BE49-F238E27FC236}">
                    <a16:creationId xmlns:a16="http://schemas.microsoft.com/office/drawing/2014/main" id="{F00DA1DB-AE34-4F99-B126-B87DD821B032}"/>
                  </a:ext>
                </a:extLst>
              </p:cNvPr>
              <p:cNvSpPr>
                <a:spLocks/>
              </p:cNvSpPr>
              <p:nvPr/>
            </p:nvSpPr>
            <p:spPr bwMode="auto">
              <a:xfrm>
                <a:off x="3746" y="2554"/>
                <a:ext cx="209" cy="61"/>
              </a:xfrm>
              <a:custGeom>
                <a:avLst/>
                <a:gdLst>
                  <a:gd name="T0" fmla="*/ 7 w 384"/>
                  <a:gd name="T1" fmla="*/ 0 h 113"/>
                  <a:gd name="T2" fmla="*/ 10 w 384"/>
                  <a:gd name="T3" fmla="*/ 1 h 113"/>
                  <a:gd name="T4" fmla="*/ 16 w 384"/>
                  <a:gd name="T5" fmla="*/ 2 h 113"/>
                  <a:gd name="T6" fmla="*/ 24 w 384"/>
                  <a:gd name="T7" fmla="*/ 4 h 113"/>
                  <a:gd name="T8" fmla="*/ 34 w 384"/>
                  <a:gd name="T9" fmla="*/ 6 h 113"/>
                  <a:gd name="T10" fmla="*/ 45 w 384"/>
                  <a:gd name="T11" fmla="*/ 10 h 113"/>
                  <a:gd name="T12" fmla="*/ 58 w 384"/>
                  <a:gd name="T13" fmla="*/ 12 h 113"/>
                  <a:gd name="T14" fmla="*/ 71 w 384"/>
                  <a:gd name="T15" fmla="*/ 16 h 113"/>
                  <a:gd name="T16" fmla="*/ 86 w 384"/>
                  <a:gd name="T17" fmla="*/ 19 h 113"/>
                  <a:gd name="T18" fmla="*/ 100 w 384"/>
                  <a:gd name="T19" fmla="*/ 23 h 113"/>
                  <a:gd name="T20" fmla="*/ 113 w 384"/>
                  <a:gd name="T21" fmla="*/ 26 h 113"/>
                  <a:gd name="T22" fmla="*/ 125 w 384"/>
                  <a:gd name="T23" fmla="*/ 29 h 113"/>
                  <a:gd name="T24" fmla="*/ 137 w 384"/>
                  <a:gd name="T25" fmla="*/ 31 h 113"/>
                  <a:gd name="T26" fmla="*/ 147 w 384"/>
                  <a:gd name="T27" fmla="*/ 33 h 113"/>
                  <a:gd name="T28" fmla="*/ 155 w 384"/>
                  <a:gd name="T29" fmla="*/ 36 h 113"/>
                  <a:gd name="T30" fmla="*/ 161 w 384"/>
                  <a:gd name="T31" fmla="*/ 37 h 113"/>
                  <a:gd name="T32" fmla="*/ 163 w 384"/>
                  <a:gd name="T33" fmla="*/ 37 h 113"/>
                  <a:gd name="T34" fmla="*/ 167 w 384"/>
                  <a:gd name="T35" fmla="*/ 37 h 113"/>
                  <a:gd name="T36" fmla="*/ 171 w 384"/>
                  <a:gd name="T37" fmla="*/ 37 h 113"/>
                  <a:gd name="T38" fmla="*/ 174 w 384"/>
                  <a:gd name="T39" fmla="*/ 37 h 113"/>
                  <a:gd name="T40" fmla="*/ 177 w 384"/>
                  <a:gd name="T41" fmla="*/ 37 h 113"/>
                  <a:gd name="T42" fmla="*/ 180 w 384"/>
                  <a:gd name="T43" fmla="*/ 40 h 113"/>
                  <a:gd name="T44" fmla="*/ 183 w 384"/>
                  <a:gd name="T45" fmla="*/ 44 h 113"/>
                  <a:gd name="T46" fmla="*/ 187 w 384"/>
                  <a:gd name="T47" fmla="*/ 47 h 113"/>
                  <a:gd name="T48" fmla="*/ 191 w 384"/>
                  <a:gd name="T49" fmla="*/ 49 h 113"/>
                  <a:gd name="T50" fmla="*/ 193 w 384"/>
                  <a:gd name="T51" fmla="*/ 49 h 113"/>
                  <a:gd name="T52" fmla="*/ 196 w 384"/>
                  <a:gd name="T53" fmla="*/ 49 h 113"/>
                  <a:gd name="T54" fmla="*/ 199 w 384"/>
                  <a:gd name="T55" fmla="*/ 49 h 113"/>
                  <a:gd name="T56" fmla="*/ 202 w 384"/>
                  <a:gd name="T57" fmla="*/ 49 h 113"/>
                  <a:gd name="T58" fmla="*/ 205 w 384"/>
                  <a:gd name="T59" fmla="*/ 50 h 113"/>
                  <a:gd name="T60" fmla="*/ 207 w 384"/>
                  <a:gd name="T61" fmla="*/ 51 h 113"/>
                  <a:gd name="T62" fmla="*/ 209 w 384"/>
                  <a:gd name="T63" fmla="*/ 53 h 113"/>
                  <a:gd name="T64" fmla="*/ 209 w 384"/>
                  <a:gd name="T65" fmla="*/ 56 h 113"/>
                  <a:gd name="T66" fmla="*/ 206 w 384"/>
                  <a:gd name="T67" fmla="*/ 60 h 113"/>
                  <a:gd name="T68" fmla="*/ 202 w 384"/>
                  <a:gd name="T69" fmla="*/ 61 h 113"/>
                  <a:gd name="T70" fmla="*/ 197 w 384"/>
                  <a:gd name="T71" fmla="*/ 59 h 113"/>
                  <a:gd name="T72" fmla="*/ 190 w 384"/>
                  <a:gd name="T73" fmla="*/ 57 h 113"/>
                  <a:gd name="T74" fmla="*/ 187 w 384"/>
                  <a:gd name="T75" fmla="*/ 57 h 113"/>
                  <a:gd name="T76" fmla="*/ 181 w 384"/>
                  <a:gd name="T77" fmla="*/ 55 h 113"/>
                  <a:gd name="T78" fmla="*/ 171 w 384"/>
                  <a:gd name="T79" fmla="*/ 52 h 113"/>
                  <a:gd name="T80" fmla="*/ 159 w 384"/>
                  <a:gd name="T81" fmla="*/ 49 h 113"/>
                  <a:gd name="T82" fmla="*/ 145 w 384"/>
                  <a:gd name="T83" fmla="*/ 45 h 113"/>
                  <a:gd name="T84" fmla="*/ 130 w 384"/>
                  <a:gd name="T85" fmla="*/ 41 h 113"/>
                  <a:gd name="T86" fmla="*/ 114 w 384"/>
                  <a:gd name="T87" fmla="*/ 37 h 113"/>
                  <a:gd name="T88" fmla="*/ 97 w 384"/>
                  <a:gd name="T89" fmla="*/ 32 h 113"/>
                  <a:gd name="T90" fmla="*/ 81 w 384"/>
                  <a:gd name="T91" fmla="*/ 28 h 113"/>
                  <a:gd name="T92" fmla="*/ 65 w 384"/>
                  <a:gd name="T93" fmla="*/ 24 h 113"/>
                  <a:gd name="T94" fmla="*/ 50 w 384"/>
                  <a:gd name="T95" fmla="*/ 19 h 113"/>
                  <a:gd name="T96" fmla="*/ 36 w 384"/>
                  <a:gd name="T97" fmla="*/ 16 h 113"/>
                  <a:gd name="T98" fmla="*/ 24 w 384"/>
                  <a:gd name="T99" fmla="*/ 12 h 113"/>
                  <a:gd name="T100" fmla="*/ 15 w 384"/>
                  <a:gd name="T101" fmla="*/ 10 h 113"/>
                  <a:gd name="T102" fmla="*/ 9 w 384"/>
                  <a:gd name="T103" fmla="*/ 8 h 113"/>
                  <a:gd name="T104" fmla="*/ 5 w 384"/>
                  <a:gd name="T105" fmla="*/ 8 h 113"/>
                  <a:gd name="T106" fmla="*/ 1 w 384"/>
                  <a:gd name="T107" fmla="*/ 6 h 113"/>
                  <a:gd name="T108" fmla="*/ 0 w 384"/>
                  <a:gd name="T109" fmla="*/ 3 h 113"/>
                  <a:gd name="T110" fmla="*/ 1 w 384"/>
                  <a:gd name="T111" fmla="*/ 1 h 113"/>
                  <a:gd name="T112" fmla="*/ 7 w 384"/>
                  <a:gd name="T113" fmla="*/ 0 h 11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84" h="113">
                    <a:moveTo>
                      <a:pt x="13" y="0"/>
                    </a:moveTo>
                    <a:lnTo>
                      <a:pt x="18" y="1"/>
                    </a:lnTo>
                    <a:lnTo>
                      <a:pt x="29" y="4"/>
                    </a:lnTo>
                    <a:lnTo>
                      <a:pt x="44" y="7"/>
                    </a:lnTo>
                    <a:lnTo>
                      <a:pt x="62" y="12"/>
                    </a:lnTo>
                    <a:lnTo>
                      <a:pt x="83" y="18"/>
                    </a:lnTo>
                    <a:lnTo>
                      <a:pt x="107" y="23"/>
                    </a:lnTo>
                    <a:lnTo>
                      <a:pt x="131" y="29"/>
                    </a:lnTo>
                    <a:lnTo>
                      <a:pt x="158" y="35"/>
                    </a:lnTo>
                    <a:lnTo>
                      <a:pt x="183" y="42"/>
                    </a:lnTo>
                    <a:lnTo>
                      <a:pt x="207" y="48"/>
                    </a:lnTo>
                    <a:lnTo>
                      <a:pt x="230" y="53"/>
                    </a:lnTo>
                    <a:lnTo>
                      <a:pt x="252" y="58"/>
                    </a:lnTo>
                    <a:lnTo>
                      <a:pt x="270" y="62"/>
                    </a:lnTo>
                    <a:lnTo>
                      <a:pt x="285" y="66"/>
                    </a:lnTo>
                    <a:lnTo>
                      <a:pt x="295" y="68"/>
                    </a:lnTo>
                    <a:lnTo>
                      <a:pt x="299" y="69"/>
                    </a:lnTo>
                    <a:lnTo>
                      <a:pt x="306" y="69"/>
                    </a:lnTo>
                    <a:lnTo>
                      <a:pt x="314" y="69"/>
                    </a:lnTo>
                    <a:lnTo>
                      <a:pt x="320" y="69"/>
                    </a:lnTo>
                    <a:lnTo>
                      <a:pt x="325" y="69"/>
                    </a:lnTo>
                    <a:lnTo>
                      <a:pt x="331" y="74"/>
                    </a:lnTo>
                    <a:lnTo>
                      <a:pt x="337" y="81"/>
                    </a:lnTo>
                    <a:lnTo>
                      <a:pt x="344" y="87"/>
                    </a:lnTo>
                    <a:lnTo>
                      <a:pt x="351" y="90"/>
                    </a:lnTo>
                    <a:lnTo>
                      <a:pt x="355" y="90"/>
                    </a:lnTo>
                    <a:lnTo>
                      <a:pt x="361" y="91"/>
                    </a:lnTo>
                    <a:lnTo>
                      <a:pt x="365" y="91"/>
                    </a:lnTo>
                    <a:lnTo>
                      <a:pt x="371" y="91"/>
                    </a:lnTo>
                    <a:lnTo>
                      <a:pt x="377" y="92"/>
                    </a:lnTo>
                    <a:lnTo>
                      <a:pt x="380" y="95"/>
                    </a:lnTo>
                    <a:lnTo>
                      <a:pt x="384" y="98"/>
                    </a:lnTo>
                    <a:lnTo>
                      <a:pt x="384" y="103"/>
                    </a:lnTo>
                    <a:lnTo>
                      <a:pt x="379" y="112"/>
                    </a:lnTo>
                    <a:lnTo>
                      <a:pt x="371" y="113"/>
                    </a:lnTo>
                    <a:lnTo>
                      <a:pt x="362" y="110"/>
                    </a:lnTo>
                    <a:lnTo>
                      <a:pt x="350" y="106"/>
                    </a:lnTo>
                    <a:lnTo>
                      <a:pt x="344" y="105"/>
                    </a:lnTo>
                    <a:lnTo>
                      <a:pt x="332" y="102"/>
                    </a:lnTo>
                    <a:lnTo>
                      <a:pt x="314" y="97"/>
                    </a:lnTo>
                    <a:lnTo>
                      <a:pt x="293" y="91"/>
                    </a:lnTo>
                    <a:lnTo>
                      <a:pt x="267" y="84"/>
                    </a:lnTo>
                    <a:lnTo>
                      <a:pt x="238" y="76"/>
                    </a:lnTo>
                    <a:lnTo>
                      <a:pt x="210" y="68"/>
                    </a:lnTo>
                    <a:lnTo>
                      <a:pt x="179" y="60"/>
                    </a:lnTo>
                    <a:lnTo>
                      <a:pt x="149" y="52"/>
                    </a:lnTo>
                    <a:lnTo>
                      <a:pt x="119" y="44"/>
                    </a:lnTo>
                    <a:lnTo>
                      <a:pt x="91" y="36"/>
                    </a:lnTo>
                    <a:lnTo>
                      <a:pt x="67" y="29"/>
                    </a:lnTo>
                    <a:lnTo>
                      <a:pt x="45" y="23"/>
                    </a:lnTo>
                    <a:lnTo>
                      <a:pt x="28" y="19"/>
                    </a:lnTo>
                    <a:lnTo>
                      <a:pt x="16" y="15"/>
                    </a:lnTo>
                    <a:lnTo>
                      <a:pt x="10" y="14"/>
                    </a:lnTo>
                    <a:lnTo>
                      <a:pt x="2" y="11"/>
                    </a:lnTo>
                    <a:lnTo>
                      <a:pt x="0" y="5"/>
                    </a:lnTo>
                    <a:lnTo>
                      <a:pt x="2" y="1"/>
                    </a:lnTo>
                    <a:lnTo>
                      <a:pt x="13"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4" name="Freeform 25">
                <a:extLst>
                  <a:ext uri="{FF2B5EF4-FFF2-40B4-BE49-F238E27FC236}">
                    <a16:creationId xmlns:a16="http://schemas.microsoft.com/office/drawing/2014/main" id="{E510226D-0723-4BF3-8E0E-1E2CABCD8A25}"/>
                  </a:ext>
                </a:extLst>
              </p:cNvPr>
              <p:cNvSpPr>
                <a:spLocks/>
              </p:cNvSpPr>
              <p:nvPr/>
            </p:nvSpPr>
            <p:spPr bwMode="auto">
              <a:xfrm>
                <a:off x="3749" y="2555"/>
                <a:ext cx="203" cy="57"/>
              </a:xfrm>
              <a:custGeom>
                <a:avLst/>
                <a:gdLst>
                  <a:gd name="T0" fmla="*/ 6 w 372"/>
                  <a:gd name="T1" fmla="*/ 6 h 103"/>
                  <a:gd name="T2" fmla="*/ 2 w 372"/>
                  <a:gd name="T3" fmla="*/ 4 h 103"/>
                  <a:gd name="T4" fmla="*/ 0 w 372"/>
                  <a:gd name="T5" fmla="*/ 2 h 103"/>
                  <a:gd name="T6" fmla="*/ 1 w 372"/>
                  <a:gd name="T7" fmla="*/ 0 h 103"/>
                  <a:gd name="T8" fmla="*/ 6 w 372"/>
                  <a:gd name="T9" fmla="*/ 1 h 103"/>
                  <a:gd name="T10" fmla="*/ 11 w 372"/>
                  <a:gd name="T11" fmla="*/ 2 h 103"/>
                  <a:gd name="T12" fmla="*/ 18 w 372"/>
                  <a:gd name="T13" fmla="*/ 4 h 103"/>
                  <a:gd name="T14" fmla="*/ 27 w 372"/>
                  <a:gd name="T15" fmla="*/ 6 h 103"/>
                  <a:gd name="T16" fmla="*/ 38 w 372"/>
                  <a:gd name="T17" fmla="*/ 9 h 103"/>
                  <a:gd name="T18" fmla="*/ 49 w 372"/>
                  <a:gd name="T19" fmla="*/ 12 h 103"/>
                  <a:gd name="T20" fmla="*/ 62 w 372"/>
                  <a:gd name="T21" fmla="*/ 15 h 103"/>
                  <a:gd name="T22" fmla="*/ 75 w 372"/>
                  <a:gd name="T23" fmla="*/ 18 h 103"/>
                  <a:gd name="T24" fmla="*/ 88 w 372"/>
                  <a:gd name="T25" fmla="*/ 22 h 103"/>
                  <a:gd name="T26" fmla="*/ 101 w 372"/>
                  <a:gd name="T27" fmla="*/ 25 h 103"/>
                  <a:gd name="T28" fmla="*/ 114 w 372"/>
                  <a:gd name="T29" fmla="*/ 28 h 103"/>
                  <a:gd name="T30" fmla="*/ 126 w 372"/>
                  <a:gd name="T31" fmla="*/ 31 h 103"/>
                  <a:gd name="T32" fmla="*/ 137 w 372"/>
                  <a:gd name="T33" fmla="*/ 34 h 103"/>
                  <a:gd name="T34" fmla="*/ 146 w 372"/>
                  <a:gd name="T35" fmla="*/ 35 h 103"/>
                  <a:gd name="T36" fmla="*/ 153 w 372"/>
                  <a:gd name="T37" fmla="*/ 38 h 103"/>
                  <a:gd name="T38" fmla="*/ 158 w 372"/>
                  <a:gd name="T39" fmla="*/ 39 h 103"/>
                  <a:gd name="T40" fmla="*/ 161 w 372"/>
                  <a:gd name="T41" fmla="*/ 39 h 103"/>
                  <a:gd name="T42" fmla="*/ 165 w 372"/>
                  <a:gd name="T43" fmla="*/ 40 h 103"/>
                  <a:gd name="T44" fmla="*/ 168 w 372"/>
                  <a:gd name="T45" fmla="*/ 40 h 103"/>
                  <a:gd name="T46" fmla="*/ 171 w 372"/>
                  <a:gd name="T47" fmla="*/ 40 h 103"/>
                  <a:gd name="T48" fmla="*/ 173 w 372"/>
                  <a:gd name="T49" fmla="*/ 40 h 103"/>
                  <a:gd name="T50" fmla="*/ 175 w 372"/>
                  <a:gd name="T51" fmla="*/ 42 h 103"/>
                  <a:gd name="T52" fmla="*/ 179 w 372"/>
                  <a:gd name="T53" fmla="*/ 44 h 103"/>
                  <a:gd name="T54" fmla="*/ 183 w 372"/>
                  <a:gd name="T55" fmla="*/ 48 h 103"/>
                  <a:gd name="T56" fmla="*/ 186 w 372"/>
                  <a:gd name="T57" fmla="*/ 49 h 103"/>
                  <a:gd name="T58" fmla="*/ 190 w 372"/>
                  <a:gd name="T59" fmla="*/ 50 h 103"/>
                  <a:gd name="T60" fmla="*/ 194 w 372"/>
                  <a:gd name="T61" fmla="*/ 51 h 103"/>
                  <a:gd name="T62" fmla="*/ 197 w 372"/>
                  <a:gd name="T63" fmla="*/ 51 h 103"/>
                  <a:gd name="T64" fmla="*/ 200 w 372"/>
                  <a:gd name="T65" fmla="*/ 51 h 103"/>
                  <a:gd name="T66" fmla="*/ 202 w 372"/>
                  <a:gd name="T67" fmla="*/ 53 h 103"/>
                  <a:gd name="T68" fmla="*/ 203 w 372"/>
                  <a:gd name="T69" fmla="*/ 55 h 103"/>
                  <a:gd name="T70" fmla="*/ 202 w 372"/>
                  <a:gd name="T71" fmla="*/ 57 h 103"/>
                  <a:gd name="T72" fmla="*/ 199 w 372"/>
                  <a:gd name="T73" fmla="*/ 57 h 103"/>
                  <a:gd name="T74" fmla="*/ 195 w 372"/>
                  <a:gd name="T75" fmla="*/ 56 h 103"/>
                  <a:gd name="T76" fmla="*/ 188 w 372"/>
                  <a:gd name="T77" fmla="*/ 55 h 103"/>
                  <a:gd name="T78" fmla="*/ 179 w 372"/>
                  <a:gd name="T79" fmla="*/ 52 h 103"/>
                  <a:gd name="T80" fmla="*/ 167 w 372"/>
                  <a:gd name="T81" fmla="*/ 49 h 103"/>
                  <a:gd name="T82" fmla="*/ 153 w 372"/>
                  <a:gd name="T83" fmla="*/ 45 h 103"/>
                  <a:gd name="T84" fmla="*/ 137 w 372"/>
                  <a:gd name="T85" fmla="*/ 41 h 103"/>
                  <a:gd name="T86" fmla="*/ 120 w 372"/>
                  <a:gd name="T87" fmla="*/ 37 h 103"/>
                  <a:gd name="T88" fmla="*/ 103 w 372"/>
                  <a:gd name="T89" fmla="*/ 32 h 103"/>
                  <a:gd name="T90" fmla="*/ 85 w 372"/>
                  <a:gd name="T91" fmla="*/ 27 h 103"/>
                  <a:gd name="T92" fmla="*/ 68 w 372"/>
                  <a:gd name="T93" fmla="*/ 23 h 103"/>
                  <a:gd name="T94" fmla="*/ 53 w 372"/>
                  <a:gd name="T95" fmla="*/ 18 h 103"/>
                  <a:gd name="T96" fmla="*/ 38 w 372"/>
                  <a:gd name="T97" fmla="*/ 14 h 103"/>
                  <a:gd name="T98" fmla="*/ 26 w 372"/>
                  <a:gd name="T99" fmla="*/ 11 h 103"/>
                  <a:gd name="T100" fmla="*/ 16 w 372"/>
                  <a:gd name="T101" fmla="*/ 9 h 103"/>
                  <a:gd name="T102" fmla="*/ 9 w 372"/>
                  <a:gd name="T103" fmla="*/ 7 h 103"/>
                  <a:gd name="T104" fmla="*/ 6 w 372"/>
                  <a:gd name="T105" fmla="*/ 6 h 10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2" h="103">
                    <a:moveTo>
                      <a:pt x="11" y="11"/>
                    </a:moveTo>
                    <a:lnTo>
                      <a:pt x="3" y="8"/>
                    </a:lnTo>
                    <a:lnTo>
                      <a:pt x="0" y="3"/>
                    </a:lnTo>
                    <a:lnTo>
                      <a:pt x="2" y="0"/>
                    </a:lnTo>
                    <a:lnTo>
                      <a:pt x="11" y="1"/>
                    </a:lnTo>
                    <a:lnTo>
                      <a:pt x="20" y="3"/>
                    </a:lnTo>
                    <a:lnTo>
                      <a:pt x="33" y="7"/>
                    </a:lnTo>
                    <a:lnTo>
                      <a:pt x="49" y="11"/>
                    </a:lnTo>
                    <a:lnTo>
                      <a:pt x="69" y="16"/>
                    </a:lnTo>
                    <a:lnTo>
                      <a:pt x="90" y="21"/>
                    </a:lnTo>
                    <a:lnTo>
                      <a:pt x="113" y="27"/>
                    </a:lnTo>
                    <a:lnTo>
                      <a:pt x="137" y="33"/>
                    </a:lnTo>
                    <a:lnTo>
                      <a:pt x="162" y="39"/>
                    </a:lnTo>
                    <a:lnTo>
                      <a:pt x="185" y="45"/>
                    </a:lnTo>
                    <a:lnTo>
                      <a:pt x="209" y="50"/>
                    </a:lnTo>
                    <a:lnTo>
                      <a:pt x="231" y="56"/>
                    </a:lnTo>
                    <a:lnTo>
                      <a:pt x="251" y="61"/>
                    </a:lnTo>
                    <a:lnTo>
                      <a:pt x="267" y="64"/>
                    </a:lnTo>
                    <a:lnTo>
                      <a:pt x="281" y="68"/>
                    </a:lnTo>
                    <a:lnTo>
                      <a:pt x="290" y="70"/>
                    </a:lnTo>
                    <a:lnTo>
                      <a:pt x="295" y="71"/>
                    </a:lnTo>
                    <a:lnTo>
                      <a:pt x="302" y="72"/>
                    </a:lnTo>
                    <a:lnTo>
                      <a:pt x="308" y="72"/>
                    </a:lnTo>
                    <a:lnTo>
                      <a:pt x="313" y="72"/>
                    </a:lnTo>
                    <a:lnTo>
                      <a:pt x="317" y="72"/>
                    </a:lnTo>
                    <a:lnTo>
                      <a:pt x="321" y="76"/>
                    </a:lnTo>
                    <a:lnTo>
                      <a:pt x="328" y="80"/>
                    </a:lnTo>
                    <a:lnTo>
                      <a:pt x="335" y="86"/>
                    </a:lnTo>
                    <a:lnTo>
                      <a:pt x="340" y="89"/>
                    </a:lnTo>
                    <a:lnTo>
                      <a:pt x="348" y="91"/>
                    </a:lnTo>
                    <a:lnTo>
                      <a:pt x="355" y="92"/>
                    </a:lnTo>
                    <a:lnTo>
                      <a:pt x="361" y="92"/>
                    </a:lnTo>
                    <a:lnTo>
                      <a:pt x="366" y="93"/>
                    </a:lnTo>
                    <a:lnTo>
                      <a:pt x="370" y="95"/>
                    </a:lnTo>
                    <a:lnTo>
                      <a:pt x="372" y="100"/>
                    </a:lnTo>
                    <a:lnTo>
                      <a:pt x="370" y="103"/>
                    </a:lnTo>
                    <a:lnTo>
                      <a:pt x="364" y="103"/>
                    </a:lnTo>
                    <a:lnTo>
                      <a:pt x="358" y="102"/>
                    </a:lnTo>
                    <a:lnTo>
                      <a:pt x="345" y="99"/>
                    </a:lnTo>
                    <a:lnTo>
                      <a:pt x="328" y="94"/>
                    </a:lnTo>
                    <a:lnTo>
                      <a:pt x="306" y="88"/>
                    </a:lnTo>
                    <a:lnTo>
                      <a:pt x="280" y="81"/>
                    </a:lnTo>
                    <a:lnTo>
                      <a:pt x="251" y="74"/>
                    </a:lnTo>
                    <a:lnTo>
                      <a:pt x="220" y="66"/>
                    </a:lnTo>
                    <a:lnTo>
                      <a:pt x="189" y="57"/>
                    </a:lnTo>
                    <a:lnTo>
                      <a:pt x="156" y="49"/>
                    </a:lnTo>
                    <a:lnTo>
                      <a:pt x="125" y="41"/>
                    </a:lnTo>
                    <a:lnTo>
                      <a:pt x="97" y="33"/>
                    </a:lnTo>
                    <a:lnTo>
                      <a:pt x="70" y="26"/>
                    </a:lnTo>
                    <a:lnTo>
                      <a:pt x="48" y="20"/>
                    </a:lnTo>
                    <a:lnTo>
                      <a:pt x="30" y="16"/>
                    </a:lnTo>
                    <a:lnTo>
                      <a:pt x="17" y="12"/>
                    </a:lnTo>
                    <a:lnTo>
                      <a:pt x="11" y="1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5" name="Freeform 26">
                <a:extLst>
                  <a:ext uri="{FF2B5EF4-FFF2-40B4-BE49-F238E27FC236}">
                    <a16:creationId xmlns:a16="http://schemas.microsoft.com/office/drawing/2014/main" id="{2561C7C2-8CC4-4F88-B042-C15F14FFC8A3}"/>
                  </a:ext>
                </a:extLst>
              </p:cNvPr>
              <p:cNvSpPr>
                <a:spLocks/>
              </p:cNvSpPr>
              <p:nvPr/>
            </p:nvSpPr>
            <p:spPr bwMode="auto">
              <a:xfrm>
                <a:off x="4138" y="3470"/>
                <a:ext cx="183" cy="52"/>
              </a:xfrm>
              <a:custGeom>
                <a:avLst/>
                <a:gdLst>
                  <a:gd name="T0" fmla="*/ 181 w 335"/>
                  <a:gd name="T1" fmla="*/ 22 h 97"/>
                  <a:gd name="T2" fmla="*/ 180 w 335"/>
                  <a:gd name="T3" fmla="*/ 16 h 97"/>
                  <a:gd name="T4" fmla="*/ 175 w 335"/>
                  <a:gd name="T5" fmla="*/ 13 h 97"/>
                  <a:gd name="T6" fmla="*/ 164 w 335"/>
                  <a:gd name="T7" fmla="*/ 12 h 97"/>
                  <a:gd name="T8" fmla="*/ 151 w 335"/>
                  <a:gd name="T9" fmla="*/ 11 h 97"/>
                  <a:gd name="T10" fmla="*/ 137 w 335"/>
                  <a:gd name="T11" fmla="*/ 10 h 97"/>
                  <a:gd name="T12" fmla="*/ 122 w 335"/>
                  <a:gd name="T13" fmla="*/ 8 h 97"/>
                  <a:gd name="T14" fmla="*/ 108 w 335"/>
                  <a:gd name="T15" fmla="*/ 5 h 97"/>
                  <a:gd name="T16" fmla="*/ 94 w 335"/>
                  <a:gd name="T17" fmla="*/ 3 h 97"/>
                  <a:gd name="T18" fmla="*/ 83 w 335"/>
                  <a:gd name="T19" fmla="*/ 2 h 97"/>
                  <a:gd name="T20" fmla="*/ 75 w 335"/>
                  <a:gd name="T21" fmla="*/ 2 h 97"/>
                  <a:gd name="T22" fmla="*/ 68 w 335"/>
                  <a:gd name="T23" fmla="*/ 8 h 97"/>
                  <a:gd name="T24" fmla="*/ 62 w 335"/>
                  <a:gd name="T25" fmla="*/ 14 h 97"/>
                  <a:gd name="T26" fmla="*/ 55 w 335"/>
                  <a:gd name="T27" fmla="*/ 18 h 97"/>
                  <a:gd name="T28" fmla="*/ 51 w 335"/>
                  <a:gd name="T29" fmla="*/ 20 h 97"/>
                  <a:gd name="T30" fmla="*/ 43 w 335"/>
                  <a:gd name="T31" fmla="*/ 21 h 97"/>
                  <a:gd name="T32" fmla="*/ 33 w 335"/>
                  <a:gd name="T33" fmla="*/ 23 h 97"/>
                  <a:gd name="T34" fmla="*/ 25 w 335"/>
                  <a:gd name="T35" fmla="*/ 25 h 97"/>
                  <a:gd name="T36" fmla="*/ 19 w 335"/>
                  <a:gd name="T37" fmla="*/ 27 h 97"/>
                  <a:gd name="T38" fmla="*/ 13 w 335"/>
                  <a:gd name="T39" fmla="*/ 33 h 97"/>
                  <a:gd name="T40" fmla="*/ 5 w 335"/>
                  <a:gd name="T41" fmla="*/ 41 h 97"/>
                  <a:gd name="T42" fmla="*/ 1 w 335"/>
                  <a:gd name="T43" fmla="*/ 48 h 97"/>
                  <a:gd name="T44" fmla="*/ 8 w 335"/>
                  <a:gd name="T45" fmla="*/ 51 h 97"/>
                  <a:gd name="T46" fmla="*/ 35 w 335"/>
                  <a:gd name="T47" fmla="*/ 52 h 97"/>
                  <a:gd name="T48" fmla="*/ 67 w 335"/>
                  <a:gd name="T49" fmla="*/ 52 h 97"/>
                  <a:gd name="T50" fmla="*/ 92 w 335"/>
                  <a:gd name="T51" fmla="*/ 51 h 97"/>
                  <a:gd name="T52" fmla="*/ 105 w 335"/>
                  <a:gd name="T53" fmla="*/ 48 h 97"/>
                  <a:gd name="T54" fmla="*/ 117 w 335"/>
                  <a:gd name="T55" fmla="*/ 45 h 97"/>
                  <a:gd name="T56" fmla="*/ 129 w 335"/>
                  <a:gd name="T57" fmla="*/ 42 h 97"/>
                  <a:gd name="T58" fmla="*/ 138 w 335"/>
                  <a:gd name="T59" fmla="*/ 40 h 97"/>
                  <a:gd name="T60" fmla="*/ 141 w 335"/>
                  <a:gd name="T61" fmla="*/ 42 h 97"/>
                  <a:gd name="T62" fmla="*/ 141 w 335"/>
                  <a:gd name="T63" fmla="*/ 46 h 97"/>
                  <a:gd name="T64" fmla="*/ 145 w 335"/>
                  <a:gd name="T65" fmla="*/ 48 h 97"/>
                  <a:gd name="T66" fmla="*/ 154 w 335"/>
                  <a:gd name="T67" fmla="*/ 47 h 97"/>
                  <a:gd name="T68" fmla="*/ 166 w 335"/>
                  <a:gd name="T69" fmla="*/ 47 h 97"/>
                  <a:gd name="T70" fmla="*/ 175 w 335"/>
                  <a:gd name="T71" fmla="*/ 45 h 97"/>
                  <a:gd name="T72" fmla="*/ 180 w 335"/>
                  <a:gd name="T73" fmla="*/ 44 h 97"/>
                  <a:gd name="T74" fmla="*/ 182 w 335"/>
                  <a:gd name="T75" fmla="*/ 44 h 97"/>
                  <a:gd name="T76" fmla="*/ 182 w 335"/>
                  <a:gd name="T77" fmla="*/ 41 h 97"/>
                  <a:gd name="T78" fmla="*/ 182 w 335"/>
                  <a:gd name="T79" fmla="*/ 32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5" h="97">
                    <a:moveTo>
                      <a:pt x="331" y="47"/>
                    </a:moveTo>
                    <a:lnTo>
                      <a:pt x="331" y="41"/>
                    </a:lnTo>
                    <a:lnTo>
                      <a:pt x="330" y="35"/>
                    </a:lnTo>
                    <a:lnTo>
                      <a:pt x="330" y="29"/>
                    </a:lnTo>
                    <a:lnTo>
                      <a:pt x="329" y="24"/>
                    </a:lnTo>
                    <a:lnTo>
                      <a:pt x="321" y="24"/>
                    </a:lnTo>
                    <a:lnTo>
                      <a:pt x="312" y="23"/>
                    </a:lnTo>
                    <a:lnTo>
                      <a:pt x="300" y="22"/>
                    </a:lnTo>
                    <a:lnTo>
                      <a:pt x="289" y="21"/>
                    </a:lnTo>
                    <a:lnTo>
                      <a:pt x="277" y="20"/>
                    </a:lnTo>
                    <a:lnTo>
                      <a:pt x="265" y="19"/>
                    </a:lnTo>
                    <a:lnTo>
                      <a:pt x="251" y="18"/>
                    </a:lnTo>
                    <a:lnTo>
                      <a:pt x="238" y="15"/>
                    </a:lnTo>
                    <a:lnTo>
                      <a:pt x="224" y="14"/>
                    </a:lnTo>
                    <a:lnTo>
                      <a:pt x="210" y="12"/>
                    </a:lnTo>
                    <a:lnTo>
                      <a:pt x="198" y="9"/>
                    </a:lnTo>
                    <a:lnTo>
                      <a:pt x="185" y="8"/>
                    </a:lnTo>
                    <a:lnTo>
                      <a:pt x="172" y="6"/>
                    </a:lnTo>
                    <a:lnTo>
                      <a:pt x="162" y="4"/>
                    </a:lnTo>
                    <a:lnTo>
                      <a:pt x="152" y="3"/>
                    </a:lnTo>
                    <a:lnTo>
                      <a:pt x="142" y="0"/>
                    </a:lnTo>
                    <a:lnTo>
                      <a:pt x="138" y="4"/>
                    </a:lnTo>
                    <a:lnTo>
                      <a:pt x="132" y="8"/>
                    </a:lnTo>
                    <a:lnTo>
                      <a:pt x="125" y="14"/>
                    </a:lnTo>
                    <a:lnTo>
                      <a:pt x="118" y="20"/>
                    </a:lnTo>
                    <a:lnTo>
                      <a:pt x="113" y="26"/>
                    </a:lnTo>
                    <a:lnTo>
                      <a:pt x="106" y="30"/>
                    </a:lnTo>
                    <a:lnTo>
                      <a:pt x="101" y="34"/>
                    </a:lnTo>
                    <a:lnTo>
                      <a:pt x="98" y="36"/>
                    </a:lnTo>
                    <a:lnTo>
                      <a:pt x="93" y="37"/>
                    </a:lnTo>
                    <a:lnTo>
                      <a:pt x="87" y="38"/>
                    </a:lnTo>
                    <a:lnTo>
                      <a:pt x="79" y="39"/>
                    </a:lnTo>
                    <a:lnTo>
                      <a:pt x="70" y="42"/>
                    </a:lnTo>
                    <a:lnTo>
                      <a:pt x="61" y="43"/>
                    </a:lnTo>
                    <a:lnTo>
                      <a:pt x="51" y="44"/>
                    </a:lnTo>
                    <a:lnTo>
                      <a:pt x="45" y="46"/>
                    </a:lnTo>
                    <a:lnTo>
                      <a:pt x="40" y="47"/>
                    </a:lnTo>
                    <a:lnTo>
                      <a:pt x="35" y="51"/>
                    </a:lnTo>
                    <a:lnTo>
                      <a:pt x="30" y="56"/>
                    </a:lnTo>
                    <a:lnTo>
                      <a:pt x="23" y="61"/>
                    </a:lnTo>
                    <a:lnTo>
                      <a:pt x="17" y="68"/>
                    </a:lnTo>
                    <a:lnTo>
                      <a:pt x="10" y="76"/>
                    </a:lnTo>
                    <a:lnTo>
                      <a:pt x="4" y="83"/>
                    </a:lnTo>
                    <a:lnTo>
                      <a:pt x="1" y="89"/>
                    </a:lnTo>
                    <a:lnTo>
                      <a:pt x="0" y="94"/>
                    </a:lnTo>
                    <a:lnTo>
                      <a:pt x="15" y="95"/>
                    </a:lnTo>
                    <a:lnTo>
                      <a:pt x="36" y="96"/>
                    </a:lnTo>
                    <a:lnTo>
                      <a:pt x="64" y="97"/>
                    </a:lnTo>
                    <a:lnTo>
                      <a:pt x="93" y="97"/>
                    </a:lnTo>
                    <a:lnTo>
                      <a:pt x="122" y="97"/>
                    </a:lnTo>
                    <a:lnTo>
                      <a:pt x="148" y="96"/>
                    </a:lnTo>
                    <a:lnTo>
                      <a:pt x="169" y="95"/>
                    </a:lnTo>
                    <a:lnTo>
                      <a:pt x="183" y="92"/>
                    </a:lnTo>
                    <a:lnTo>
                      <a:pt x="192" y="90"/>
                    </a:lnTo>
                    <a:lnTo>
                      <a:pt x="202" y="87"/>
                    </a:lnTo>
                    <a:lnTo>
                      <a:pt x="214" y="84"/>
                    </a:lnTo>
                    <a:lnTo>
                      <a:pt x="225" y="81"/>
                    </a:lnTo>
                    <a:lnTo>
                      <a:pt x="236" y="79"/>
                    </a:lnTo>
                    <a:lnTo>
                      <a:pt x="245" y="76"/>
                    </a:lnTo>
                    <a:lnTo>
                      <a:pt x="252" y="75"/>
                    </a:lnTo>
                    <a:lnTo>
                      <a:pt x="258" y="75"/>
                    </a:lnTo>
                    <a:lnTo>
                      <a:pt x="258" y="79"/>
                    </a:lnTo>
                    <a:lnTo>
                      <a:pt x="259" y="82"/>
                    </a:lnTo>
                    <a:lnTo>
                      <a:pt x="259" y="85"/>
                    </a:lnTo>
                    <a:lnTo>
                      <a:pt x="259" y="89"/>
                    </a:lnTo>
                    <a:lnTo>
                      <a:pt x="265" y="89"/>
                    </a:lnTo>
                    <a:lnTo>
                      <a:pt x="273" y="89"/>
                    </a:lnTo>
                    <a:lnTo>
                      <a:pt x="282" y="88"/>
                    </a:lnTo>
                    <a:lnTo>
                      <a:pt x="292" y="88"/>
                    </a:lnTo>
                    <a:lnTo>
                      <a:pt x="303" y="87"/>
                    </a:lnTo>
                    <a:lnTo>
                      <a:pt x="312" y="85"/>
                    </a:lnTo>
                    <a:lnTo>
                      <a:pt x="321" y="84"/>
                    </a:lnTo>
                    <a:lnTo>
                      <a:pt x="329" y="83"/>
                    </a:lnTo>
                    <a:lnTo>
                      <a:pt x="330" y="83"/>
                    </a:lnTo>
                    <a:lnTo>
                      <a:pt x="333" y="83"/>
                    </a:lnTo>
                    <a:lnTo>
                      <a:pt x="334" y="83"/>
                    </a:lnTo>
                    <a:lnTo>
                      <a:pt x="335" y="83"/>
                    </a:lnTo>
                    <a:lnTo>
                      <a:pt x="334" y="77"/>
                    </a:lnTo>
                    <a:lnTo>
                      <a:pt x="334" y="68"/>
                    </a:lnTo>
                    <a:lnTo>
                      <a:pt x="333" y="59"/>
                    </a:lnTo>
                    <a:lnTo>
                      <a:pt x="331" y="4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6" name="Freeform 27">
                <a:extLst>
                  <a:ext uri="{FF2B5EF4-FFF2-40B4-BE49-F238E27FC236}">
                    <a16:creationId xmlns:a16="http://schemas.microsoft.com/office/drawing/2014/main" id="{6FCB9160-AE3F-41E8-918C-DA3A891B22C3}"/>
                  </a:ext>
                </a:extLst>
              </p:cNvPr>
              <p:cNvSpPr>
                <a:spLocks/>
              </p:cNvSpPr>
              <p:nvPr/>
            </p:nvSpPr>
            <p:spPr bwMode="auto">
              <a:xfrm>
                <a:off x="4318" y="3471"/>
                <a:ext cx="123" cy="55"/>
              </a:xfrm>
              <a:custGeom>
                <a:avLst/>
                <a:gdLst>
                  <a:gd name="T0" fmla="*/ 26 w 225"/>
                  <a:gd name="T1" fmla="*/ 10 h 100"/>
                  <a:gd name="T2" fmla="*/ 38 w 225"/>
                  <a:gd name="T3" fmla="*/ 12 h 100"/>
                  <a:gd name="T4" fmla="*/ 52 w 225"/>
                  <a:gd name="T5" fmla="*/ 12 h 100"/>
                  <a:gd name="T6" fmla="*/ 67 w 225"/>
                  <a:gd name="T7" fmla="*/ 12 h 100"/>
                  <a:gd name="T8" fmla="*/ 82 w 225"/>
                  <a:gd name="T9" fmla="*/ 10 h 100"/>
                  <a:gd name="T10" fmla="*/ 96 w 225"/>
                  <a:gd name="T11" fmla="*/ 9 h 100"/>
                  <a:gd name="T12" fmla="*/ 108 w 225"/>
                  <a:gd name="T13" fmla="*/ 6 h 100"/>
                  <a:gd name="T14" fmla="*/ 119 w 225"/>
                  <a:gd name="T15" fmla="*/ 2 h 100"/>
                  <a:gd name="T16" fmla="*/ 121 w 225"/>
                  <a:gd name="T17" fmla="*/ 9 h 100"/>
                  <a:gd name="T18" fmla="*/ 119 w 225"/>
                  <a:gd name="T19" fmla="*/ 30 h 100"/>
                  <a:gd name="T20" fmla="*/ 112 w 225"/>
                  <a:gd name="T21" fmla="*/ 37 h 100"/>
                  <a:gd name="T22" fmla="*/ 103 w 225"/>
                  <a:gd name="T23" fmla="*/ 38 h 100"/>
                  <a:gd name="T24" fmla="*/ 96 w 225"/>
                  <a:gd name="T25" fmla="*/ 42 h 100"/>
                  <a:gd name="T26" fmla="*/ 92 w 225"/>
                  <a:gd name="T27" fmla="*/ 47 h 100"/>
                  <a:gd name="T28" fmla="*/ 90 w 225"/>
                  <a:gd name="T29" fmla="*/ 49 h 100"/>
                  <a:gd name="T30" fmla="*/ 84 w 225"/>
                  <a:gd name="T31" fmla="*/ 51 h 100"/>
                  <a:gd name="T32" fmla="*/ 79 w 225"/>
                  <a:gd name="T33" fmla="*/ 53 h 100"/>
                  <a:gd name="T34" fmla="*/ 73 w 225"/>
                  <a:gd name="T35" fmla="*/ 55 h 100"/>
                  <a:gd name="T36" fmla="*/ 65 w 225"/>
                  <a:gd name="T37" fmla="*/ 55 h 100"/>
                  <a:gd name="T38" fmla="*/ 51 w 225"/>
                  <a:gd name="T39" fmla="*/ 54 h 100"/>
                  <a:gd name="T40" fmla="*/ 33 w 225"/>
                  <a:gd name="T41" fmla="*/ 53 h 100"/>
                  <a:gd name="T42" fmla="*/ 18 w 225"/>
                  <a:gd name="T43" fmla="*/ 51 h 100"/>
                  <a:gd name="T44" fmla="*/ 9 w 225"/>
                  <a:gd name="T45" fmla="*/ 49 h 100"/>
                  <a:gd name="T46" fmla="*/ 3 w 225"/>
                  <a:gd name="T47" fmla="*/ 46 h 100"/>
                  <a:gd name="T48" fmla="*/ 1 w 225"/>
                  <a:gd name="T49" fmla="*/ 44 h 100"/>
                  <a:gd name="T50" fmla="*/ 3 w 225"/>
                  <a:gd name="T51" fmla="*/ 44 h 100"/>
                  <a:gd name="T52" fmla="*/ 3 w 225"/>
                  <a:gd name="T53" fmla="*/ 41 h 100"/>
                  <a:gd name="T54" fmla="*/ 2 w 225"/>
                  <a:gd name="T55" fmla="*/ 31 h 100"/>
                  <a:gd name="T56" fmla="*/ 5 w 225"/>
                  <a:gd name="T57" fmla="*/ 23 h 100"/>
                  <a:gd name="T58" fmla="*/ 16 w 225"/>
                  <a:gd name="T59" fmla="*/ 19 h 100"/>
                  <a:gd name="T60" fmla="*/ 20 w 225"/>
                  <a:gd name="T61" fmla="*/ 17 h 100"/>
                  <a:gd name="T62" fmla="*/ 21 w 225"/>
                  <a:gd name="T63" fmla="*/ 12 h 1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5" h="100">
                    <a:moveTo>
                      <a:pt x="38" y="18"/>
                    </a:moveTo>
                    <a:lnTo>
                      <a:pt x="47" y="19"/>
                    </a:lnTo>
                    <a:lnTo>
                      <a:pt x="59" y="20"/>
                    </a:lnTo>
                    <a:lnTo>
                      <a:pt x="70" y="21"/>
                    </a:lnTo>
                    <a:lnTo>
                      <a:pt x="83" y="21"/>
                    </a:lnTo>
                    <a:lnTo>
                      <a:pt x="96" y="21"/>
                    </a:lnTo>
                    <a:lnTo>
                      <a:pt x="110" y="21"/>
                    </a:lnTo>
                    <a:lnTo>
                      <a:pt x="122" y="21"/>
                    </a:lnTo>
                    <a:lnTo>
                      <a:pt x="136" y="20"/>
                    </a:lnTo>
                    <a:lnTo>
                      <a:pt x="150" y="19"/>
                    </a:lnTo>
                    <a:lnTo>
                      <a:pt x="163" y="18"/>
                    </a:lnTo>
                    <a:lnTo>
                      <a:pt x="175" y="16"/>
                    </a:lnTo>
                    <a:lnTo>
                      <a:pt x="188" y="13"/>
                    </a:lnTo>
                    <a:lnTo>
                      <a:pt x="198" y="11"/>
                    </a:lnTo>
                    <a:lnTo>
                      <a:pt x="209" y="8"/>
                    </a:lnTo>
                    <a:lnTo>
                      <a:pt x="218" y="4"/>
                    </a:lnTo>
                    <a:lnTo>
                      <a:pt x="225" y="0"/>
                    </a:lnTo>
                    <a:lnTo>
                      <a:pt x="222" y="16"/>
                    </a:lnTo>
                    <a:lnTo>
                      <a:pt x="220" y="36"/>
                    </a:lnTo>
                    <a:lnTo>
                      <a:pt x="217" y="55"/>
                    </a:lnTo>
                    <a:lnTo>
                      <a:pt x="213" y="66"/>
                    </a:lnTo>
                    <a:lnTo>
                      <a:pt x="205" y="68"/>
                    </a:lnTo>
                    <a:lnTo>
                      <a:pt x="196" y="69"/>
                    </a:lnTo>
                    <a:lnTo>
                      <a:pt x="188" y="69"/>
                    </a:lnTo>
                    <a:lnTo>
                      <a:pt x="181" y="69"/>
                    </a:lnTo>
                    <a:lnTo>
                      <a:pt x="175" y="77"/>
                    </a:lnTo>
                    <a:lnTo>
                      <a:pt x="172" y="82"/>
                    </a:lnTo>
                    <a:lnTo>
                      <a:pt x="169" y="86"/>
                    </a:lnTo>
                    <a:lnTo>
                      <a:pt x="166" y="88"/>
                    </a:lnTo>
                    <a:lnTo>
                      <a:pt x="164" y="89"/>
                    </a:lnTo>
                    <a:lnTo>
                      <a:pt x="159" y="91"/>
                    </a:lnTo>
                    <a:lnTo>
                      <a:pt x="154" y="93"/>
                    </a:lnTo>
                    <a:lnTo>
                      <a:pt x="150" y="95"/>
                    </a:lnTo>
                    <a:lnTo>
                      <a:pt x="144" y="96"/>
                    </a:lnTo>
                    <a:lnTo>
                      <a:pt x="138" y="99"/>
                    </a:lnTo>
                    <a:lnTo>
                      <a:pt x="133" y="100"/>
                    </a:lnTo>
                    <a:lnTo>
                      <a:pt x="127" y="100"/>
                    </a:lnTo>
                    <a:lnTo>
                      <a:pt x="119" y="100"/>
                    </a:lnTo>
                    <a:lnTo>
                      <a:pt x="107" y="99"/>
                    </a:lnTo>
                    <a:lnTo>
                      <a:pt x="93" y="99"/>
                    </a:lnTo>
                    <a:lnTo>
                      <a:pt x="77" y="97"/>
                    </a:lnTo>
                    <a:lnTo>
                      <a:pt x="61" y="96"/>
                    </a:lnTo>
                    <a:lnTo>
                      <a:pt x="46" y="95"/>
                    </a:lnTo>
                    <a:lnTo>
                      <a:pt x="33" y="93"/>
                    </a:lnTo>
                    <a:lnTo>
                      <a:pt x="23" y="92"/>
                    </a:lnTo>
                    <a:lnTo>
                      <a:pt x="17" y="89"/>
                    </a:lnTo>
                    <a:lnTo>
                      <a:pt x="10" y="87"/>
                    </a:lnTo>
                    <a:lnTo>
                      <a:pt x="5" y="84"/>
                    </a:lnTo>
                    <a:lnTo>
                      <a:pt x="0" y="80"/>
                    </a:lnTo>
                    <a:lnTo>
                      <a:pt x="1" y="80"/>
                    </a:lnTo>
                    <a:lnTo>
                      <a:pt x="4" y="80"/>
                    </a:lnTo>
                    <a:lnTo>
                      <a:pt x="5" y="80"/>
                    </a:lnTo>
                    <a:lnTo>
                      <a:pt x="6" y="80"/>
                    </a:lnTo>
                    <a:lnTo>
                      <a:pt x="5" y="74"/>
                    </a:lnTo>
                    <a:lnTo>
                      <a:pt x="5" y="65"/>
                    </a:lnTo>
                    <a:lnTo>
                      <a:pt x="4" y="56"/>
                    </a:lnTo>
                    <a:lnTo>
                      <a:pt x="2" y="44"/>
                    </a:lnTo>
                    <a:lnTo>
                      <a:pt x="10" y="42"/>
                    </a:lnTo>
                    <a:lnTo>
                      <a:pt x="21" y="39"/>
                    </a:lnTo>
                    <a:lnTo>
                      <a:pt x="30" y="35"/>
                    </a:lnTo>
                    <a:lnTo>
                      <a:pt x="36" y="33"/>
                    </a:lnTo>
                    <a:lnTo>
                      <a:pt x="36" y="30"/>
                    </a:lnTo>
                    <a:lnTo>
                      <a:pt x="37" y="25"/>
                    </a:lnTo>
                    <a:lnTo>
                      <a:pt x="38" y="21"/>
                    </a:lnTo>
                    <a:lnTo>
                      <a:pt x="38" y="1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7" name="Freeform 28">
                <a:extLst>
                  <a:ext uri="{FF2B5EF4-FFF2-40B4-BE49-F238E27FC236}">
                    <a16:creationId xmlns:a16="http://schemas.microsoft.com/office/drawing/2014/main" id="{9126D384-C2D7-4998-84D1-1339D86A5EA9}"/>
                  </a:ext>
                </a:extLst>
              </p:cNvPr>
              <p:cNvSpPr>
                <a:spLocks/>
              </p:cNvSpPr>
              <p:nvPr/>
            </p:nvSpPr>
            <p:spPr bwMode="auto">
              <a:xfrm>
                <a:off x="4284" y="3115"/>
                <a:ext cx="29" cy="96"/>
              </a:xfrm>
              <a:custGeom>
                <a:avLst/>
                <a:gdLst>
                  <a:gd name="T0" fmla="*/ 25 w 53"/>
                  <a:gd name="T1" fmla="*/ 59 h 176"/>
                  <a:gd name="T2" fmla="*/ 25 w 53"/>
                  <a:gd name="T3" fmla="*/ 69 h 176"/>
                  <a:gd name="T4" fmla="*/ 26 w 53"/>
                  <a:gd name="T5" fmla="*/ 80 h 176"/>
                  <a:gd name="T6" fmla="*/ 28 w 53"/>
                  <a:gd name="T7" fmla="*/ 89 h 176"/>
                  <a:gd name="T8" fmla="*/ 29 w 53"/>
                  <a:gd name="T9" fmla="*/ 96 h 176"/>
                  <a:gd name="T10" fmla="*/ 25 w 53"/>
                  <a:gd name="T11" fmla="*/ 84 h 176"/>
                  <a:gd name="T12" fmla="*/ 21 w 53"/>
                  <a:gd name="T13" fmla="*/ 74 h 176"/>
                  <a:gd name="T14" fmla="*/ 18 w 53"/>
                  <a:gd name="T15" fmla="*/ 65 h 176"/>
                  <a:gd name="T16" fmla="*/ 15 w 53"/>
                  <a:gd name="T17" fmla="*/ 59 h 176"/>
                  <a:gd name="T18" fmla="*/ 13 w 53"/>
                  <a:gd name="T19" fmla="*/ 54 h 176"/>
                  <a:gd name="T20" fmla="*/ 11 w 53"/>
                  <a:gd name="T21" fmla="*/ 47 h 176"/>
                  <a:gd name="T22" fmla="*/ 10 w 53"/>
                  <a:gd name="T23" fmla="*/ 40 h 176"/>
                  <a:gd name="T24" fmla="*/ 9 w 53"/>
                  <a:gd name="T25" fmla="*/ 35 h 176"/>
                  <a:gd name="T26" fmla="*/ 9 w 53"/>
                  <a:gd name="T27" fmla="*/ 29 h 176"/>
                  <a:gd name="T28" fmla="*/ 7 w 53"/>
                  <a:gd name="T29" fmla="*/ 19 h 176"/>
                  <a:gd name="T30" fmla="*/ 4 w 53"/>
                  <a:gd name="T31" fmla="*/ 9 h 176"/>
                  <a:gd name="T32" fmla="*/ 0 w 53"/>
                  <a:gd name="T33" fmla="*/ 0 h 176"/>
                  <a:gd name="T34" fmla="*/ 5 w 53"/>
                  <a:gd name="T35" fmla="*/ 6 h 176"/>
                  <a:gd name="T36" fmla="*/ 9 w 53"/>
                  <a:gd name="T37" fmla="*/ 12 h 176"/>
                  <a:gd name="T38" fmla="*/ 11 w 53"/>
                  <a:gd name="T39" fmla="*/ 19 h 176"/>
                  <a:gd name="T40" fmla="*/ 13 w 53"/>
                  <a:gd name="T41" fmla="*/ 27 h 176"/>
                  <a:gd name="T42" fmla="*/ 14 w 53"/>
                  <a:gd name="T43" fmla="*/ 38 h 176"/>
                  <a:gd name="T44" fmla="*/ 18 w 53"/>
                  <a:gd name="T45" fmla="*/ 47 h 176"/>
                  <a:gd name="T46" fmla="*/ 21 w 53"/>
                  <a:gd name="T47" fmla="*/ 55 h 176"/>
                  <a:gd name="T48" fmla="*/ 25 w 53"/>
                  <a:gd name="T49" fmla="*/ 59 h 1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176">
                    <a:moveTo>
                      <a:pt x="45" y="109"/>
                    </a:moveTo>
                    <a:lnTo>
                      <a:pt x="46" y="126"/>
                    </a:lnTo>
                    <a:lnTo>
                      <a:pt x="48" y="146"/>
                    </a:lnTo>
                    <a:lnTo>
                      <a:pt x="51" y="164"/>
                    </a:lnTo>
                    <a:lnTo>
                      <a:pt x="53" y="176"/>
                    </a:lnTo>
                    <a:lnTo>
                      <a:pt x="46" y="154"/>
                    </a:lnTo>
                    <a:lnTo>
                      <a:pt x="39" y="135"/>
                    </a:lnTo>
                    <a:lnTo>
                      <a:pt x="33" y="120"/>
                    </a:lnTo>
                    <a:lnTo>
                      <a:pt x="28" y="109"/>
                    </a:lnTo>
                    <a:lnTo>
                      <a:pt x="23" y="99"/>
                    </a:lnTo>
                    <a:lnTo>
                      <a:pt x="21" y="86"/>
                    </a:lnTo>
                    <a:lnTo>
                      <a:pt x="18" y="73"/>
                    </a:lnTo>
                    <a:lnTo>
                      <a:pt x="17" y="64"/>
                    </a:lnTo>
                    <a:lnTo>
                      <a:pt x="16" y="53"/>
                    </a:lnTo>
                    <a:lnTo>
                      <a:pt x="13" y="34"/>
                    </a:lnTo>
                    <a:lnTo>
                      <a:pt x="7" y="16"/>
                    </a:lnTo>
                    <a:lnTo>
                      <a:pt x="0" y="0"/>
                    </a:lnTo>
                    <a:lnTo>
                      <a:pt x="9" y="11"/>
                    </a:lnTo>
                    <a:lnTo>
                      <a:pt x="16" y="22"/>
                    </a:lnTo>
                    <a:lnTo>
                      <a:pt x="21" y="34"/>
                    </a:lnTo>
                    <a:lnTo>
                      <a:pt x="23" y="50"/>
                    </a:lnTo>
                    <a:lnTo>
                      <a:pt x="26" y="69"/>
                    </a:lnTo>
                    <a:lnTo>
                      <a:pt x="32" y="87"/>
                    </a:lnTo>
                    <a:lnTo>
                      <a:pt x="39" y="101"/>
                    </a:lnTo>
                    <a:lnTo>
                      <a:pt x="45" y="10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8" name="Freeform 29">
                <a:extLst>
                  <a:ext uri="{FF2B5EF4-FFF2-40B4-BE49-F238E27FC236}">
                    <a16:creationId xmlns:a16="http://schemas.microsoft.com/office/drawing/2014/main" id="{F27F880E-D095-4C93-999D-F23D7E61783C}"/>
                  </a:ext>
                </a:extLst>
              </p:cNvPr>
              <p:cNvSpPr>
                <a:spLocks/>
              </p:cNvSpPr>
              <p:nvPr/>
            </p:nvSpPr>
            <p:spPr bwMode="auto">
              <a:xfrm>
                <a:off x="4402" y="3068"/>
                <a:ext cx="29" cy="105"/>
              </a:xfrm>
              <a:custGeom>
                <a:avLst/>
                <a:gdLst>
                  <a:gd name="T0" fmla="*/ 25 w 52"/>
                  <a:gd name="T1" fmla="*/ 78 h 194"/>
                  <a:gd name="T2" fmla="*/ 26 w 52"/>
                  <a:gd name="T3" fmla="*/ 85 h 194"/>
                  <a:gd name="T4" fmla="*/ 27 w 52"/>
                  <a:gd name="T5" fmla="*/ 93 h 194"/>
                  <a:gd name="T6" fmla="*/ 28 w 52"/>
                  <a:gd name="T7" fmla="*/ 99 h 194"/>
                  <a:gd name="T8" fmla="*/ 29 w 52"/>
                  <a:gd name="T9" fmla="*/ 105 h 194"/>
                  <a:gd name="T10" fmla="*/ 25 w 52"/>
                  <a:gd name="T11" fmla="*/ 95 h 194"/>
                  <a:gd name="T12" fmla="*/ 20 w 52"/>
                  <a:gd name="T13" fmla="*/ 83 h 194"/>
                  <a:gd name="T14" fmla="*/ 14 w 52"/>
                  <a:gd name="T15" fmla="*/ 70 h 194"/>
                  <a:gd name="T16" fmla="*/ 8 w 52"/>
                  <a:gd name="T17" fmla="*/ 56 h 194"/>
                  <a:gd name="T18" fmla="*/ 4 w 52"/>
                  <a:gd name="T19" fmla="*/ 42 h 194"/>
                  <a:gd name="T20" fmla="*/ 2 w 52"/>
                  <a:gd name="T21" fmla="*/ 28 h 194"/>
                  <a:gd name="T22" fmla="*/ 0 w 52"/>
                  <a:gd name="T23" fmla="*/ 14 h 194"/>
                  <a:gd name="T24" fmla="*/ 2 w 52"/>
                  <a:gd name="T25" fmla="*/ 0 h 194"/>
                  <a:gd name="T26" fmla="*/ 3 w 52"/>
                  <a:gd name="T27" fmla="*/ 10 h 194"/>
                  <a:gd name="T28" fmla="*/ 5 w 52"/>
                  <a:gd name="T29" fmla="*/ 21 h 194"/>
                  <a:gd name="T30" fmla="*/ 8 w 52"/>
                  <a:gd name="T31" fmla="*/ 33 h 194"/>
                  <a:gd name="T32" fmla="*/ 11 w 52"/>
                  <a:gd name="T33" fmla="*/ 45 h 194"/>
                  <a:gd name="T34" fmla="*/ 15 w 52"/>
                  <a:gd name="T35" fmla="*/ 56 h 194"/>
                  <a:gd name="T36" fmla="*/ 19 w 52"/>
                  <a:gd name="T37" fmla="*/ 66 h 194"/>
                  <a:gd name="T38" fmla="*/ 22 w 52"/>
                  <a:gd name="T39" fmla="*/ 74 h 194"/>
                  <a:gd name="T40" fmla="*/ 25 w 52"/>
                  <a:gd name="T41" fmla="*/ 78 h 1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194">
                    <a:moveTo>
                      <a:pt x="45" y="145"/>
                    </a:moveTo>
                    <a:lnTo>
                      <a:pt x="47" y="157"/>
                    </a:lnTo>
                    <a:lnTo>
                      <a:pt x="49" y="171"/>
                    </a:lnTo>
                    <a:lnTo>
                      <a:pt x="51" y="183"/>
                    </a:lnTo>
                    <a:lnTo>
                      <a:pt x="52" y="194"/>
                    </a:lnTo>
                    <a:lnTo>
                      <a:pt x="44" y="175"/>
                    </a:lnTo>
                    <a:lnTo>
                      <a:pt x="35" y="153"/>
                    </a:lnTo>
                    <a:lnTo>
                      <a:pt x="25" y="129"/>
                    </a:lnTo>
                    <a:lnTo>
                      <a:pt x="15" y="104"/>
                    </a:lnTo>
                    <a:lnTo>
                      <a:pt x="7" y="77"/>
                    </a:lnTo>
                    <a:lnTo>
                      <a:pt x="3" y="51"/>
                    </a:lnTo>
                    <a:lnTo>
                      <a:pt x="0" y="26"/>
                    </a:lnTo>
                    <a:lnTo>
                      <a:pt x="3" y="0"/>
                    </a:lnTo>
                    <a:lnTo>
                      <a:pt x="5" y="19"/>
                    </a:lnTo>
                    <a:lnTo>
                      <a:pt x="9" y="39"/>
                    </a:lnTo>
                    <a:lnTo>
                      <a:pt x="14" y="61"/>
                    </a:lnTo>
                    <a:lnTo>
                      <a:pt x="20" y="83"/>
                    </a:lnTo>
                    <a:lnTo>
                      <a:pt x="27" y="104"/>
                    </a:lnTo>
                    <a:lnTo>
                      <a:pt x="34" y="122"/>
                    </a:lnTo>
                    <a:lnTo>
                      <a:pt x="40" y="136"/>
                    </a:lnTo>
                    <a:lnTo>
                      <a:pt x="45" y="1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9" name="Freeform 30">
                <a:extLst>
                  <a:ext uri="{FF2B5EF4-FFF2-40B4-BE49-F238E27FC236}">
                    <a16:creationId xmlns:a16="http://schemas.microsoft.com/office/drawing/2014/main" id="{1C035914-3DA0-45C6-995F-2BDCE8478029}"/>
                  </a:ext>
                </a:extLst>
              </p:cNvPr>
              <p:cNvSpPr>
                <a:spLocks/>
              </p:cNvSpPr>
              <p:nvPr/>
            </p:nvSpPr>
            <p:spPr bwMode="auto">
              <a:xfrm>
                <a:off x="4406" y="2839"/>
                <a:ext cx="21" cy="63"/>
              </a:xfrm>
              <a:custGeom>
                <a:avLst/>
                <a:gdLst>
                  <a:gd name="T0" fmla="*/ 16 w 42"/>
                  <a:gd name="T1" fmla="*/ 35 h 113"/>
                  <a:gd name="T2" fmla="*/ 18 w 42"/>
                  <a:gd name="T3" fmla="*/ 42 h 113"/>
                  <a:gd name="T4" fmla="*/ 19 w 42"/>
                  <a:gd name="T5" fmla="*/ 50 h 113"/>
                  <a:gd name="T6" fmla="*/ 20 w 42"/>
                  <a:gd name="T7" fmla="*/ 57 h 113"/>
                  <a:gd name="T8" fmla="*/ 21 w 42"/>
                  <a:gd name="T9" fmla="*/ 63 h 113"/>
                  <a:gd name="T10" fmla="*/ 19 w 42"/>
                  <a:gd name="T11" fmla="*/ 54 h 113"/>
                  <a:gd name="T12" fmla="*/ 15 w 42"/>
                  <a:gd name="T13" fmla="*/ 45 h 113"/>
                  <a:gd name="T14" fmla="*/ 11 w 42"/>
                  <a:gd name="T15" fmla="*/ 36 h 113"/>
                  <a:gd name="T16" fmla="*/ 8 w 42"/>
                  <a:gd name="T17" fmla="*/ 30 h 113"/>
                  <a:gd name="T18" fmla="*/ 5 w 42"/>
                  <a:gd name="T19" fmla="*/ 25 h 113"/>
                  <a:gd name="T20" fmla="*/ 3 w 42"/>
                  <a:gd name="T21" fmla="*/ 19 h 113"/>
                  <a:gd name="T22" fmla="*/ 1 w 42"/>
                  <a:gd name="T23" fmla="*/ 13 h 113"/>
                  <a:gd name="T24" fmla="*/ 0 w 42"/>
                  <a:gd name="T25" fmla="*/ 10 h 113"/>
                  <a:gd name="T26" fmla="*/ 0 w 42"/>
                  <a:gd name="T27" fmla="*/ 8 h 113"/>
                  <a:gd name="T28" fmla="*/ 1 w 42"/>
                  <a:gd name="T29" fmla="*/ 5 h 113"/>
                  <a:gd name="T30" fmla="*/ 1 w 42"/>
                  <a:gd name="T31" fmla="*/ 3 h 113"/>
                  <a:gd name="T32" fmla="*/ 1 w 42"/>
                  <a:gd name="T33" fmla="*/ 0 h 113"/>
                  <a:gd name="T34" fmla="*/ 5 w 42"/>
                  <a:gd name="T35" fmla="*/ 8 h 113"/>
                  <a:gd name="T36" fmla="*/ 9 w 42"/>
                  <a:gd name="T37" fmla="*/ 19 h 113"/>
                  <a:gd name="T38" fmla="*/ 13 w 42"/>
                  <a:gd name="T39" fmla="*/ 28 h 113"/>
                  <a:gd name="T40" fmla="*/ 16 w 42"/>
                  <a:gd name="T41" fmla="*/ 35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13">
                    <a:moveTo>
                      <a:pt x="32" y="62"/>
                    </a:moveTo>
                    <a:lnTo>
                      <a:pt x="36" y="76"/>
                    </a:lnTo>
                    <a:lnTo>
                      <a:pt x="38" y="90"/>
                    </a:lnTo>
                    <a:lnTo>
                      <a:pt x="40" y="103"/>
                    </a:lnTo>
                    <a:lnTo>
                      <a:pt x="42" y="113"/>
                    </a:lnTo>
                    <a:lnTo>
                      <a:pt x="37" y="97"/>
                    </a:lnTo>
                    <a:lnTo>
                      <a:pt x="29" y="80"/>
                    </a:lnTo>
                    <a:lnTo>
                      <a:pt x="22" y="65"/>
                    </a:lnTo>
                    <a:lnTo>
                      <a:pt x="15" y="54"/>
                    </a:lnTo>
                    <a:lnTo>
                      <a:pt x="9" y="45"/>
                    </a:lnTo>
                    <a:lnTo>
                      <a:pt x="5" y="34"/>
                    </a:lnTo>
                    <a:lnTo>
                      <a:pt x="1" y="23"/>
                    </a:lnTo>
                    <a:lnTo>
                      <a:pt x="0" y="18"/>
                    </a:lnTo>
                    <a:lnTo>
                      <a:pt x="0" y="14"/>
                    </a:lnTo>
                    <a:lnTo>
                      <a:pt x="1" y="9"/>
                    </a:lnTo>
                    <a:lnTo>
                      <a:pt x="1" y="5"/>
                    </a:lnTo>
                    <a:lnTo>
                      <a:pt x="2" y="0"/>
                    </a:lnTo>
                    <a:lnTo>
                      <a:pt x="9" y="15"/>
                    </a:lnTo>
                    <a:lnTo>
                      <a:pt x="17" y="34"/>
                    </a:lnTo>
                    <a:lnTo>
                      <a:pt x="25" y="51"/>
                    </a:lnTo>
                    <a:lnTo>
                      <a:pt x="32" y="6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0" name="Freeform 31">
                <a:extLst>
                  <a:ext uri="{FF2B5EF4-FFF2-40B4-BE49-F238E27FC236}">
                    <a16:creationId xmlns:a16="http://schemas.microsoft.com/office/drawing/2014/main" id="{DED045D7-C0AD-4BF0-A7A0-42AF66647683}"/>
                  </a:ext>
                </a:extLst>
              </p:cNvPr>
              <p:cNvSpPr>
                <a:spLocks/>
              </p:cNvSpPr>
              <p:nvPr/>
            </p:nvSpPr>
            <p:spPr bwMode="auto">
              <a:xfrm>
                <a:off x="4480" y="2665"/>
                <a:ext cx="15" cy="65"/>
              </a:xfrm>
              <a:custGeom>
                <a:avLst/>
                <a:gdLst>
                  <a:gd name="T0" fmla="*/ 15 w 29"/>
                  <a:gd name="T1" fmla="*/ 61 h 120"/>
                  <a:gd name="T2" fmla="*/ 14 w 29"/>
                  <a:gd name="T3" fmla="*/ 62 h 120"/>
                  <a:gd name="T4" fmla="*/ 14 w 29"/>
                  <a:gd name="T5" fmla="*/ 63 h 120"/>
                  <a:gd name="T6" fmla="*/ 14 w 29"/>
                  <a:gd name="T7" fmla="*/ 64 h 120"/>
                  <a:gd name="T8" fmla="*/ 14 w 29"/>
                  <a:gd name="T9" fmla="*/ 65 h 120"/>
                  <a:gd name="T10" fmla="*/ 11 w 29"/>
                  <a:gd name="T11" fmla="*/ 57 h 120"/>
                  <a:gd name="T12" fmla="*/ 7 w 29"/>
                  <a:gd name="T13" fmla="*/ 48 h 120"/>
                  <a:gd name="T14" fmla="*/ 4 w 29"/>
                  <a:gd name="T15" fmla="*/ 37 h 120"/>
                  <a:gd name="T16" fmla="*/ 2 w 29"/>
                  <a:gd name="T17" fmla="*/ 27 h 120"/>
                  <a:gd name="T18" fmla="*/ 1 w 29"/>
                  <a:gd name="T19" fmla="*/ 16 h 120"/>
                  <a:gd name="T20" fmla="*/ 0 w 29"/>
                  <a:gd name="T21" fmla="*/ 8 h 120"/>
                  <a:gd name="T22" fmla="*/ 0 w 29"/>
                  <a:gd name="T23" fmla="*/ 3 h 120"/>
                  <a:gd name="T24" fmla="*/ 2 w 29"/>
                  <a:gd name="T25" fmla="*/ 0 h 120"/>
                  <a:gd name="T26" fmla="*/ 5 w 29"/>
                  <a:gd name="T27" fmla="*/ 4 h 120"/>
                  <a:gd name="T28" fmla="*/ 8 w 29"/>
                  <a:gd name="T29" fmla="*/ 14 h 120"/>
                  <a:gd name="T30" fmla="*/ 9 w 29"/>
                  <a:gd name="T31" fmla="*/ 25 h 120"/>
                  <a:gd name="T32" fmla="*/ 9 w 29"/>
                  <a:gd name="T33" fmla="*/ 33 h 120"/>
                  <a:gd name="T34" fmla="*/ 8 w 29"/>
                  <a:gd name="T35" fmla="*/ 40 h 120"/>
                  <a:gd name="T36" fmla="*/ 9 w 29"/>
                  <a:gd name="T37" fmla="*/ 48 h 120"/>
                  <a:gd name="T38" fmla="*/ 11 w 29"/>
                  <a:gd name="T39" fmla="*/ 56 h 120"/>
                  <a:gd name="T40" fmla="*/ 15 w 29"/>
                  <a:gd name="T41" fmla="*/ 61 h 1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 h="120">
                    <a:moveTo>
                      <a:pt x="29" y="113"/>
                    </a:moveTo>
                    <a:lnTo>
                      <a:pt x="28" y="115"/>
                    </a:lnTo>
                    <a:lnTo>
                      <a:pt x="28" y="116"/>
                    </a:lnTo>
                    <a:lnTo>
                      <a:pt x="28" y="119"/>
                    </a:lnTo>
                    <a:lnTo>
                      <a:pt x="28" y="120"/>
                    </a:lnTo>
                    <a:lnTo>
                      <a:pt x="21" y="106"/>
                    </a:lnTo>
                    <a:lnTo>
                      <a:pt x="14" y="89"/>
                    </a:lnTo>
                    <a:lnTo>
                      <a:pt x="8" y="69"/>
                    </a:lnTo>
                    <a:lnTo>
                      <a:pt x="4" y="50"/>
                    </a:lnTo>
                    <a:lnTo>
                      <a:pt x="1" y="30"/>
                    </a:lnTo>
                    <a:lnTo>
                      <a:pt x="0" y="15"/>
                    </a:lnTo>
                    <a:lnTo>
                      <a:pt x="0" y="5"/>
                    </a:lnTo>
                    <a:lnTo>
                      <a:pt x="4" y="0"/>
                    </a:lnTo>
                    <a:lnTo>
                      <a:pt x="10" y="7"/>
                    </a:lnTo>
                    <a:lnTo>
                      <a:pt x="15" y="25"/>
                    </a:lnTo>
                    <a:lnTo>
                      <a:pt x="17" y="46"/>
                    </a:lnTo>
                    <a:lnTo>
                      <a:pt x="17" y="61"/>
                    </a:lnTo>
                    <a:lnTo>
                      <a:pt x="16" y="74"/>
                    </a:lnTo>
                    <a:lnTo>
                      <a:pt x="17" y="89"/>
                    </a:lnTo>
                    <a:lnTo>
                      <a:pt x="22" y="103"/>
                    </a:lnTo>
                    <a:lnTo>
                      <a:pt x="29" y="11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1" name="Freeform 32">
                <a:extLst>
                  <a:ext uri="{FF2B5EF4-FFF2-40B4-BE49-F238E27FC236}">
                    <a16:creationId xmlns:a16="http://schemas.microsoft.com/office/drawing/2014/main" id="{E065F759-B6BA-4092-B8CB-54779DC8FF65}"/>
                  </a:ext>
                </a:extLst>
              </p:cNvPr>
              <p:cNvSpPr>
                <a:spLocks/>
              </p:cNvSpPr>
              <p:nvPr/>
            </p:nvSpPr>
            <p:spPr bwMode="auto">
              <a:xfrm>
                <a:off x="4429" y="2821"/>
                <a:ext cx="8" cy="9"/>
              </a:xfrm>
              <a:custGeom>
                <a:avLst/>
                <a:gdLst>
                  <a:gd name="T0" fmla="*/ 4 w 16"/>
                  <a:gd name="T1" fmla="*/ 9 h 16"/>
                  <a:gd name="T2" fmla="*/ 6 w 16"/>
                  <a:gd name="T3" fmla="*/ 8 h 16"/>
                  <a:gd name="T4" fmla="*/ 7 w 16"/>
                  <a:gd name="T5" fmla="*/ 8 h 16"/>
                  <a:gd name="T6" fmla="*/ 8 w 16"/>
                  <a:gd name="T7" fmla="*/ 6 h 16"/>
                  <a:gd name="T8" fmla="*/ 8 w 16"/>
                  <a:gd name="T9" fmla="*/ 5 h 16"/>
                  <a:gd name="T10" fmla="*/ 8 w 16"/>
                  <a:gd name="T11" fmla="*/ 2 h 16"/>
                  <a:gd name="T12" fmla="*/ 7 w 16"/>
                  <a:gd name="T13" fmla="*/ 1 h 16"/>
                  <a:gd name="T14" fmla="*/ 6 w 16"/>
                  <a:gd name="T15" fmla="*/ 1 h 16"/>
                  <a:gd name="T16" fmla="*/ 4 w 16"/>
                  <a:gd name="T17" fmla="*/ 0 h 16"/>
                  <a:gd name="T18" fmla="*/ 2 w 16"/>
                  <a:gd name="T19" fmla="*/ 1 h 16"/>
                  <a:gd name="T20" fmla="*/ 1 w 16"/>
                  <a:gd name="T21" fmla="*/ 1 h 16"/>
                  <a:gd name="T22" fmla="*/ 1 w 16"/>
                  <a:gd name="T23" fmla="*/ 2 h 16"/>
                  <a:gd name="T24" fmla="*/ 0 w 16"/>
                  <a:gd name="T25" fmla="*/ 5 h 16"/>
                  <a:gd name="T26" fmla="*/ 1 w 16"/>
                  <a:gd name="T27" fmla="*/ 6 h 16"/>
                  <a:gd name="T28" fmla="*/ 1 w 16"/>
                  <a:gd name="T29" fmla="*/ 8 h 16"/>
                  <a:gd name="T30" fmla="*/ 2 w 16"/>
                  <a:gd name="T31" fmla="*/ 8 h 16"/>
                  <a:gd name="T32" fmla="*/ 4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1" y="15"/>
                    </a:lnTo>
                    <a:lnTo>
                      <a:pt x="14" y="14"/>
                    </a:lnTo>
                    <a:lnTo>
                      <a:pt x="15" y="11"/>
                    </a:lnTo>
                    <a:lnTo>
                      <a:pt x="16" y="8"/>
                    </a:lnTo>
                    <a:lnTo>
                      <a:pt x="15" y="4"/>
                    </a:lnTo>
                    <a:lnTo>
                      <a:pt x="14" y="2"/>
                    </a:lnTo>
                    <a:lnTo>
                      <a:pt x="11" y="1"/>
                    </a:lnTo>
                    <a:lnTo>
                      <a:pt x="8" y="0"/>
                    </a:lnTo>
                    <a:lnTo>
                      <a:pt x="4" y="1"/>
                    </a:lnTo>
                    <a:lnTo>
                      <a:pt x="2" y="2"/>
                    </a:lnTo>
                    <a:lnTo>
                      <a:pt x="1" y="4"/>
                    </a:lnTo>
                    <a:lnTo>
                      <a:pt x="0" y="8"/>
                    </a:lnTo>
                    <a:lnTo>
                      <a:pt x="1" y="11"/>
                    </a:lnTo>
                    <a:lnTo>
                      <a:pt x="2" y="14"/>
                    </a:lnTo>
                    <a:lnTo>
                      <a:pt x="4"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2" name="Freeform 33">
                <a:extLst>
                  <a:ext uri="{FF2B5EF4-FFF2-40B4-BE49-F238E27FC236}">
                    <a16:creationId xmlns:a16="http://schemas.microsoft.com/office/drawing/2014/main" id="{906F09CA-4B4C-44D1-ABB0-085359AA9573}"/>
                  </a:ext>
                </a:extLst>
              </p:cNvPr>
              <p:cNvSpPr>
                <a:spLocks/>
              </p:cNvSpPr>
              <p:nvPr/>
            </p:nvSpPr>
            <p:spPr bwMode="auto">
              <a:xfrm>
                <a:off x="4439" y="2828"/>
                <a:ext cx="9" cy="9"/>
              </a:xfrm>
              <a:custGeom>
                <a:avLst/>
                <a:gdLst>
                  <a:gd name="T0" fmla="*/ 5 w 15"/>
                  <a:gd name="T1" fmla="*/ 9 h 16"/>
                  <a:gd name="T2" fmla="*/ 7 w 15"/>
                  <a:gd name="T3" fmla="*/ 8 h 16"/>
                  <a:gd name="T4" fmla="*/ 8 w 15"/>
                  <a:gd name="T5" fmla="*/ 7 h 16"/>
                  <a:gd name="T6" fmla="*/ 8 w 15"/>
                  <a:gd name="T7" fmla="*/ 6 h 16"/>
                  <a:gd name="T8" fmla="*/ 9 w 15"/>
                  <a:gd name="T9" fmla="*/ 5 h 16"/>
                  <a:gd name="T10" fmla="*/ 8 w 15"/>
                  <a:gd name="T11" fmla="*/ 2 h 16"/>
                  <a:gd name="T12" fmla="*/ 8 w 15"/>
                  <a:gd name="T13" fmla="*/ 1 h 16"/>
                  <a:gd name="T14" fmla="*/ 7 w 15"/>
                  <a:gd name="T15" fmla="*/ 1 h 16"/>
                  <a:gd name="T16" fmla="*/ 5 w 15"/>
                  <a:gd name="T17" fmla="*/ 0 h 16"/>
                  <a:gd name="T18" fmla="*/ 3 w 15"/>
                  <a:gd name="T19" fmla="*/ 1 h 16"/>
                  <a:gd name="T20" fmla="*/ 2 w 15"/>
                  <a:gd name="T21" fmla="*/ 1 h 16"/>
                  <a:gd name="T22" fmla="*/ 1 w 15"/>
                  <a:gd name="T23" fmla="*/ 2 h 16"/>
                  <a:gd name="T24" fmla="*/ 0 w 15"/>
                  <a:gd name="T25" fmla="*/ 5 h 16"/>
                  <a:gd name="T26" fmla="*/ 1 w 15"/>
                  <a:gd name="T27" fmla="*/ 6 h 16"/>
                  <a:gd name="T28" fmla="*/ 2 w 15"/>
                  <a:gd name="T29" fmla="*/ 7 h 16"/>
                  <a:gd name="T30" fmla="*/ 3 w 15"/>
                  <a:gd name="T31" fmla="*/ 8 h 16"/>
                  <a:gd name="T32" fmla="*/ 5 w 15"/>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16">
                    <a:moveTo>
                      <a:pt x="8" y="16"/>
                    </a:moveTo>
                    <a:lnTo>
                      <a:pt x="11" y="14"/>
                    </a:lnTo>
                    <a:lnTo>
                      <a:pt x="13" y="13"/>
                    </a:lnTo>
                    <a:lnTo>
                      <a:pt x="14" y="11"/>
                    </a:lnTo>
                    <a:lnTo>
                      <a:pt x="15" y="8"/>
                    </a:lnTo>
                    <a:lnTo>
                      <a:pt x="14" y="4"/>
                    </a:lnTo>
                    <a:lnTo>
                      <a:pt x="13" y="2"/>
                    </a:lnTo>
                    <a:lnTo>
                      <a:pt x="11" y="1"/>
                    </a:lnTo>
                    <a:lnTo>
                      <a:pt x="8" y="0"/>
                    </a:lnTo>
                    <a:lnTo>
                      <a:pt x="5" y="1"/>
                    </a:lnTo>
                    <a:lnTo>
                      <a:pt x="3" y="2"/>
                    </a:lnTo>
                    <a:lnTo>
                      <a:pt x="2" y="4"/>
                    </a:lnTo>
                    <a:lnTo>
                      <a:pt x="0" y="8"/>
                    </a:lnTo>
                    <a:lnTo>
                      <a:pt x="2" y="11"/>
                    </a:lnTo>
                    <a:lnTo>
                      <a:pt x="3" y="13"/>
                    </a:lnTo>
                    <a:lnTo>
                      <a:pt x="5" y="14"/>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3" name="Freeform 34">
                <a:extLst>
                  <a:ext uri="{FF2B5EF4-FFF2-40B4-BE49-F238E27FC236}">
                    <a16:creationId xmlns:a16="http://schemas.microsoft.com/office/drawing/2014/main" id="{494E1D0F-A86B-4E1B-B7EE-5C8EA458EAB7}"/>
                  </a:ext>
                </a:extLst>
              </p:cNvPr>
              <p:cNvSpPr>
                <a:spLocks/>
              </p:cNvSpPr>
              <p:nvPr/>
            </p:nvSpPr>
            <p:spPr bwMode="auto">
              <a:xfrm>
                <a:off x="4450" y="2835"/>
                <a:ext cx="9" cy="9"/>
              </a:xfrm>
              <a:custGeom>
                <a:avLst/>
                <a:gdLst>
                  <a:gd name="T0" fmla="*/ 5 w 16"/>
                  <a:gd name="T1" fmla="*/ 9 h 16"/>
                  <a:gd name="T2" fmla="*/ 7 w 16"/>
                  <a:gd name="T3" fmla="*/ 8 h 16"/>
                  <a:gd name="T4" fmla="*/ 8 w 16"/>
                  <a:gd name="T5" fmla="*/ 8 h 16"/>
                  <a:gd name="T6" fmla="*/ 8 w 16"/>
                  <a:gd name="T7" fmla="*/ 7 h 16"/>
                  <a:gd name="T8" fmla="*/ 9 w 16"/>
                  <a:gd name="T9" fmla="*/ 5 h 16"/>
                  <a:gd name="T10" fmla="*/ 8 w 16"/>
                  <a:gd name="T11" fmla="*/ 3 h 16"/>
                  <a:gd name="T12" fmla="*/ 8 w 16"/>
                  <a:gd name="T13" fmla="*/ 1 h 16"/>
                  <a:gd name="T14" fmla="*/ 7 w 16"/>
                  <a:gd name="T15" fmla="*/ 1 h 16"/>
                  <a:gd name="T16" fmla="*/ 5 w 16"/>
                  <a:gd name="T17" fmla="*/ 0 h 16"/>
                  <a:gd name="T18" fmla="*/ 3 w 16"/>
                  <a:gd name="T19" fmla="*/ 1 h 16"/>
                  <a:gd name="T20" fmla="*/ 1 w 16"/>
                  <a:gd name="T21" fmla="*/ 1 h 16"/>
                  <a:gd name="T22" fmla="*/ 1 w 16"/>
                  <a:gd name="T23" fmla="*/ 3 h 16"/>
                  <a:gd name="T24" fmla="*/ 0 w 16"/>
                  <a:gd name="T25" fmla="*/ 5 h 16"/>
                  <a:gd name="T26" fmla="*/ 1 w 16"/>
                  <a:gd name="T27" fmla="*/ 7 h 16"/>
                  <a:gd name="T28" fmla="*/ 1 w 16"/>
                  <a:gd name="T29" fmla="*/ 8 h 16"/>
                  <a:gd name="T30" fmla="*/ 3 w 16"/>
                  <a:gd name="T31" fmla="*/ 8 h 16"/>
                  <a:gd name="T32" fmla="*/ 5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2" y="15"/>
                    </a:lnTo>
                    <a:lnTo>
                      <a:pt x="14" y="14"/>
                    </a:lnTo>
                    <a:lnTo>
                      <a:pt x="15" y="12"/>
                    </a:lnTo>
                    <a:lnTo>
                      <a:pt x="16" y="8"/>
                    </a:lnTo>
                    <a:lnTo>
                      <a:pt x="15" y="6"/>
                    </a:lnTo>
                    <a:lnTo>
                      <a:pt x="14" y="2"/>
                    </a:lnTo>
                    <a:lnTo>
                      <a:pt x="12" y="1"/>
                    </a:lnTo>
                    <a:lnTo>
                      <a:pt x="8" y="0"/>
                    </a:lnTo>
                    <a:lnTo>
                      <a:pt x="5" y="1"/>
                    </a:lnTo>
                    <a:lnTo>
                      <a:pt x="2" y="2"/>
                    </a:lnTo>
                    <a:lnTo>
                      <a:pt x="1" y="6"/>
                    </a:lnTo>
                    <a:lnTo>
                      <a:pt x="0" y="8"/>
                    </a:lnTo>
                    <a:lnTo>
                      <a:pt x="1" y="12"/>
                    </a:lnTo>
                    <a:lnTo>
                      <a:pt x="2" y="14"/>
                    </a:lnTo>
                    <a:lnTo>
                      <a:pt x="5"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4" name="Freeform 35">
                <a:extLst>
                  <a:ext uri="{FF2B5EF4-FFF2-40B4-BE49-F238E27FC236}">
                    <a16:creationId xmlns:a16="http://schemas.microsoft.com/office/drawing/2014/main" id="{C453DB80-FD35-4B64-811F-BD4602EE45A8}"/>
                  </a:ext>
                </a:extLst>
              </p:cNvPr>
              <p:cNvSpPr>
                <a:spLocks/>
              </p:cNvSpPr>
              <p:nvPr/>
            </p:nvSpPr>
            <p:spPr bwMode="auto">
              <a:xfrm>
                <a:off x="4422" y="2747"/>
                <a:ext cx="70" cy="75"/>
              </a:xfrm>
              <a:custGeom>
                <a:avLst/>
                <a:gdLst>
                  <a:gd name="T0" fmla="*/ 10 w 128"/>
                  <a:gd name="T1" fmla="*/ 14 h 137"/>
                  <a:gd name="T2" fmla="*/ 6 w 128"/>
                  <a:gd name="T3" fmla="*/ 55 h 137"/>
                  <a:gd name="T4" fmla="*/ 4 w 128"/>
                  <a:gd name="T5" fmla="*/ 71 h 137"/>
                  <a:gd name="T6" fmla="*/ 13 w 128"/>
                  <a:gd name="T7" fmla="*/ 71 h 137"/>
                  <a:gd name="T8" fmla="*/ 16 w 128"/>
                  <a:gd name="T9" fmla="*/ 70 h 137"/>
                  <a:gd name="T10" fmla="*/ 11 w 128"/>
                  <a:gd name="T11" fmla="*/ 67 h 137"/>
                  <a:gd name="T12" fmla="*/ 13 w 128"/>
                  <a:gd name="T13" fmla="*/ 62 h 137"/>
                  <a:gd name="T14" fmla="*/ 19 w 128"/>
                  <a:gd name="T15" fmla="*/ 55 h 137"/>
                  <a:gd name="T16" fmla="*/ 21 w 128"/>
                  <a:gd name="T17" fmla="*/ 50 h 137"/>
                  <a:gd name="T18" fmla="*/ 24 w 128"/>
                  <a:gd name="T19" fmla="*/ 38 h 137"/>
                  <a:gd name="T20" fmla="*/ 26 w 128"/>
                  <a:gd name="T21" fmla="*/ 33 h 137"/>
                  <a:gd name="T22" fmla="*/ 30 w 128"/>
                  <a:gd name="T23" fmla="*/ 31 h 137"/>
                  <a:gd name="T24" fmla="*/ 34 w 128"/>
                  <a:gd name="T25" fmla="*/ 37 h 137"/>
                  <a:gd name="T26" fmla="*/ 42 w 128"/>
                  <a:gd name="T27" fmla="*/ 60 h 137"/>
                  <a:gd name="T28" fmla="*/ 44 w 128"/>
                  <a:gd name="T29" fmla="*/ 70 h 137"/>
                  <a:gd name="T30" fmla="*/ 43 w 128"/>
                  <a:gd name="T31" fmla="*/ 73 h 137"/>
                  <a:gd name="T32" fmla="*/ 45 w 128"/>
                  <a:gd name="T33" fmla="*/ 75 h 137"/>
                  <a:gd name="T34" fmla="*/ 50 w 128"/>
                  <a:gd name="T35" fmla="*/ 74 h 137"/>
                  <a:gd name="T36" fmla="*/ 52 w 128"/>
                  <a:gd name="T37" fmla="*/ 66 h 137"/>
                  <a:gd name="T38" fmla="*/ 51 w 128"/>
                  <a:gd name="T39" fmla="*/ 39 h 137"/>
                  <a:gd name="T40" fmla="*/ 53 w 128"/>
                  <a:gd name="T41" fmla="*/ 31 h 137"/>
                  <a:gd name="T42" fmla="*/ 58 w 128"/>
                  <a:gd name="T43" fmla="*/ 32 h 137"/>
                  <a:gd name="T44" fmla="*/ 63 w 128"/>
                  <a:gd name="T45" fmla="*/ 33 h 137"/>
                  <a:gd name="T46" fmla="*/ 69 w 128"/>
                  <a:gd name="T47" fmla="*/ 38 h 137"/>
                  <a:gd name="T48" fmla="*/ 70 w 128"/>
                  <a:gd name="T49" fmla="*/ 38 h 137"/>
                  <a:gd name="T50" fmla="*/ 67 w 128"/>
                  <a:gd name="T51" fmla="*/ 31 h 137"/>
                  <a:gd name="T52" fmla="*/ 62 w 128"/>
                  <a:gd name="T53" fmla="*/ 28 h 137"/>
                  <a:gd name="T54" fmla="*/ 57 w 128"/>
                  <a:gd name="T55" fmla="*/ 27 h 137"/>
                  <a:gd name="T56" fmla="*/ 51 w 128"/>
                  <a:gd name="T57" fmla="*/ 26 h 137"/>
                  <a:gd name="T58" fmla="*/ 46 w 128"/>
                  <a:gd name="T59" fmla="*/ 25 h 137"/>
                  <a:gd name="T60" fmla="*/ 42 w 128"/>
                  <a:gd name="T61" fmla="*/ 24 h 137"/>
                  <a:gd name="T62" fmla="*/ 35 w 128"/>
                  <a:gd name="T63" fmla="*/ 16 h 137"/>
                  <a:gd name="T64" fmla="*/ 25 w 128"/>
                  <a:gd name="T65" fmla="*/ 8 h 137"/>
                  <a:gd name="T66" fmla="*/ 15 w 128"/>
                  <a:gd name="T67" fmla="*/ 1 h 1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28" h="137">
                    <a:moveTo>
                      <a:pt x="19" y="0"/>
                    </a:moveTo>
                    <a:lnTo>
                      <a:pt x="19" y="25"/>
                    </a:lnTo>
                    <a:lnTo>
                      <a:pt x="16" y="63"/>
                    </a:lnTo>
                    <a:lnTo>
                      <a:pt x="11" y="101"/>
                    </a:lnTo>
                    <a:lnTo>
                      <a:pt x="0" y="129"/>
                    </a:lnTo>
                    <a:lnTo>
                      <a:pt x="7" y="129"/>
                    </a:lnTo>
                    <a:lnTo>
                      <a:pt x="15" y="129"/>
                    </a:lnTo>
                    <a:lnTo>
                      <a:pt x="23" y="130"/>
                    </a:lnTo>
                    <a:lnTo>
                      <a:pt x="29" y="130"/>
                    </a:lnTo>
                    <a:lnTo>
                      <a:pt x="29" y="128"/>
                    </a:lnTo>
                    <a:lnTo>
                      <a:pt x="25" y="125"/>
                    </a:lnTo>
                    <a:lnTo>
                      <a:pt x="21" y="123"/>
                    </a:lnTo>
                    <a:lnTo>
                      <a:pt x="15" y="121"/>
                    </a:lnTo>
                    <a:lnTo>
                      <a:pt x="23" y="114"/>
                    </a:lnTo>
                    <a:lnTo>
                      <a:pt x="30" y="107"/>
                    </a:lnTo>
                    <a:lnTo>
                      <a:pt x="35" y="101"/>
                    </a:lnTo>
                    <a:lnTo>
                      <a:pt x="37" y="97"/>
                    </a:lnTo>
                    <a:lnTo>
                      <a:pt x="39" y="91"/>
                    </a:lnTo>
                    <a:lnTo>
                      <a:pt x="42" y="81"/>
                    </a:lnTo>
                    <a:lnTo>
                      <a:pt x="44" y="70"/>
                    </a:lnTo>
                    <a:lnTo>
                      <a:pt x="44" y="63"/>
                    </a:lnTo>
                    <a:lnTo>
                      <a:pt x="47" y="60"/>
                    </a:lnTo>
                    <a:lnTo>
                      <a:pt x="51" y="58"/>
                    </a:lnTo>
                    <a:lnTo>
                      <a:pt x="55" y="56"/>
                    </a:lnTo>
                    <a:lnTo>
                      <a:pt x="58" y="58"/>
                    </a:lnTo>
                    <a:lnTo>
                      <a:pt x="62" y="68"/>
                    </a:lnTo>
                    <a:lnTo>
                      <a:pt x="69" y="89"/>
                    </a:lnTo>
                    <a:lnTo>
                      <a:pt x="76" y="110"/>
                    </a:lnTo>
                    <a:lnTo>
                      <a:pt x="80" y="123"/>
                    </a:lnTo>
                    <a:lnTo>
                      <a:pt x="80" y="127"/>
                    </a:lnTo>
                    <a:lnTo>
                      <a:pt x="80" y="130"/>
                    </a:lnTo>
                    <a:lnTo>
                      <a:pt x="78" y="134"/>
                    </a:lnTo>
                    <a:lnTo>
                      <a:pt x="77" y="137"/>
                    </a:lnTo>
                    <a:lnTo>
                      <a:pt x="82" y="137"/>
                    </a:lnTo>
                    <a:lnTo>
                      <a:pt x="87" y="137"/>
                    </a:lnTo>
                    <a:lnTo>
                      <a:pt x="91" y="136"/>
                    </a:lnTo>
                    <a:lnTo>
                      <a:pt x="93" y="137"/>
                    </a:lnTo>
                    <a:lnTo>
                      <a:pt x="95" y="121"/>
                    </a:lnTo>
                    <a:lnTo>
                      <a:pt x="95" y="96"/>
                    </a:lnTo>
                    <a:lnTo>
                      <a:pt x="93" y="71"/>
                    </a:lnTo>
                    <a:lnTo>
                      <a:pt x="91" y="58"/>
                    </a:lnTo>
                    <a:lnTo>
                      <a:pt x="96" y="56"/>
                    </a:lnTo>
                    <a:lnTo>
                      <a:pt x="100" y="56"/>
                    </a:lnTo>
                    <a:lnTo>
                      <a:pt x="106" y="58"/>
                    </a:lnTo>
                    <a:lnTo>
                      <a:pt x="112" y="59"/>
                    </a:lnTo>
                    <a:lnTo>
                      <a:pt x="116" y="61"/>
                    </a:lnTo>
                    <a:lnTo>
                      <a:pt x="121" y="64"/>
                    </a:lnTo>
                    <a:lnTo>
                      <a:pt x="126" y="69"/>
                    </a:lnTo>
                    <a:lnTo>
                      <a:pt x="128" y="75"/>
                    </a:lnTo>
                    <a:lnTo>
                      <a:pt x="128" y="70"/>
                    </a:lnTo>
                    <a:lnTo>
                      <a:pt x="126" y="63"/>
                    </a:lnTo>
                    <a:lnTo>
                      <a:pt x="122" y="56"/>
                    </a:lnTo>
                    <a:lnTo>
                      <a:pt x="116" y="52"/>
                    </a:lnTo>
                    <a:lnTo>
                      <a:pt x="113" y="51"/>
                    </a:lnTo>
                    <a:lnTo>
                      <a:pt x="108" y="49"/>
                    </a:lnTo>
                    <a:lnTo>
                      <a:pt x="104" y="49"/>
                    </a:lnTo>
                    <a:lnTo>
                      <a:pt x="98" y="48"/>
                    </a:lnTo>
                    <a:lnTo>
                      <a:pt x="93" y="47"/>
                    </a:lnTo>
                    <a:lnTo>
                      <a:pt x="88" y="47"/>
                    </a:lnTo>
                    <a:lnTo>
                      <a:pt x="84" y="46"/>
                    </a:lnTo>
                    <a:lnTo>
                      <a:pt x="81" y="45"/>
                    </a:lnTo>
                    <a:lnTo>
                      <a:pt x="77" y="43"/>
                    </a:lnTo>
                    <a:lnTo>
                      <a:pt x="70" y="37"/>
                    </a:lnTo>
                    <a:lnTo>
                      <a:pt x="64" y="30"/>
                    </a:lnTo>
                    <a:lnTo>
                      <a:pt x="54" y="22"/>
                    </a:lnTo>
                    <a:lnTo>
                      <a:pt x="45" y="14"/>
                    </a:lnTo>
                    <a:lnTo>
                      <a:pt x="36" y="7"/>
                    </a:lnTo>
                    <a:lnTo>
                      <a:pt x="27" y="2"/>
                    </a:lnTo>
                    <a:lnTo>
                      <a:pt x="1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5" name="Freeform 36">
                <a:extLst>
                  <a:ext uri="{FF2B5EF4-FFF2-40B4-BE49-F238E27FC236}">
                    <a16:creationId xmlns:a16="http://schemas.microsoft.com/office/drawing/2014/main" id="{48ADEBCA-59E5-4B71-8AED-98A8644731CB}"/>
                  </a:ext>
                </a:extLst>
              </p:cNvPr>
              <p:cNvSpPr>
                <a:spLocks/>
              </p:cNvSpPr>
              <p:nvPr/>
            </p:nvSpPr>
            <p:spPr bwMode="auto">
              <a:xfrm>
                <a:off x="4374" y="2786"/>
                <a:ext cx="49" cy="29"/>
              </a:xfrm>
              <a:custGeom>
                <a:avLst/>
                <a:gdLst>
                  <a:gd name="T0" fmla="*/ 3 w 90"/>
                  <a:gd name="T1" fmla="*/ 1 h 53"/>
                  <a:gd name="T2" fmla="*/ 6 w 90"/>
                  <a:gd name="T3" fmla="*/ 3 h 53"/>
                  <a:gd name="T4" fmla="*/ 8 w 90"/>
                  <a:gd name="T5" fmla="*/ 4 h 53"/>
                  <a:gd name="T6" fmla="*/ 11 w 90"/>
                  <a:gd name="T7" fmla="*/ 7 h 53"/>
                  <a:gd name="T8" fmla="*/ 14 w 90"/>
                  <a:gd name="T9" fmla="*/ 8 h 53"/>
                  <a:gd name="T10" fmla="*/ 16 w 90"/>
                  <a:gd name="T11" fmla="*/ 10 h 53"/>
                  <a:gd name="T12" fmla="*/ 19 w 90"/>
                  <a:gd name="T13" fmla="*/ 11 h 53"/>
                  <a:gd name="T14" fmla="*/ 22 w 90"/>
                  <a:gd name="T15" fmla="*/ 11 h 53"/>
                  <a:gd name="T16" fmla="*/ 23 w 90"/>
                  <a:gd name="T17" fmla="*/ 12 h 53"/>
                  <a:gd name="T18" fmla="*/ 26 w 90"/>
                  <a:gd name="T19" fmla="*/ 12 h 53"/>
                  <a:gd name="T20" fmla="*/ 28 w 90"/>
                  <a:gd name="T21" fmla="*/ 12 h 53"/>
                  <a:gd name="T22" fmla="*/ 32 w 90"/>
                  <a:gd name="T23" fmla="*/ 12 h 53"/>
                  <a:gd name="T24" fmla="*/ 35 w 90"/>
                  <a:gd name="T25" fmla="*/ 11 h 53"/>
                  <a:gd name="T26" fmla="*/ 39 w 90"/>
                  <a:gd name="T27" fmla="*/ 11 h 53"/>
                  <a:gd name="T28" fmla="*/ 42 w 90"/>
                  <a:gd name="T29" fmla="*/ 10 h 53"/>
                  <a:gd name="T30" fmla="*/ 45 w 90"/>
                  <a:gd name="T31" fmla="*/ 8 h 53"/>
                  <a:gd name="T32" fmla="*/ 49 w 90"/>
                  <a:gd name="T33" fmla="*/ 5 h 53"/>
                  <a:gd name="T34" fmla="*/ 47 w 90"/>
                  <a:gd name="T35" fmla="*/ 11 h 53"/>
                  <a:gd name="T36" fmla="*/ 44 w 90"/>
                  <a:gd name="T37" fmla="*/ 18 h 53"/>
                  <a:gd name="T38" fmla="*/ 40 w 90"/>
                  <a:gd name="T39" fmla="*/ 25 h 53"/>
                  <a:gd name="T40" fmla="*/ 39 w 90"/>
                  <a:gd name="T41" fmla="*/ 29 h 53"/>
                  <a:gd name="T42" fmla="*/ 36 w 90"/>
                  <a:gd name="T43" fmla="*/ 28 h 53"/>
                  <a:gd name="T44" fmla="*/ 36 w 90"/>
                  <a:gd name="T45" fmla="*/ 25 h 53"/>
                  <a:gd name="T46" fmla="*/ 38 w 90"/>
                  <a:gd name="T47" fmla="*/ 20 h 53"/>
                  <a:gd name="T48" fmla="*/ 40 w 90"/>
                  <a:gd name="T49" fmla="*/ 15 h 53"/>
                  <a:gd name="T50" fmla="*/ 37 w 90"/>
                  <a:gd name="T51" fmla="*/ 16 h 53"/>
                  <a:gd name="T52" fmla="*/ 35 w 90"/>
                  <a:gd name="T53" fmla="*/ 18 h 53"/>
                  <a:gd name="T54" fmla="*/ 32 w 90"/>
                  <a:gd name="T55" fmla="*/ 19 h 53"/>
                  <a:gd name="T56" fmla="*/ 28 w 90"/>
                  <a:gd name="T57" fmla="*/ 20 h 53"/>
                  <a:gd name="T58" fmla="*/ 24 w 90"/>
                  <a:gd name="T59" fmla="*/ 20 h 53"/>
                  <a:gd name="T60" fmla="*/ 22 w 90"/>
                  <a:gd name="T61" fmla="*/ 21 h 53"/>
                  <a:gd name="T62" fmla="*/ 19 w 90"/>
                  <a:gd name="T63" fmla="*/ 21 h 53"/>
                  <a:gd name="T64" fmla="*/ 16 w 90"/>
                  <a:gd name="T65" fmla="*/ 20 h 53"/>
                  <a:gd name="T66" fmla="*/ 11 w 90"/>
                  <a:gd name="T67" fmla="*/ 18 h 53"/>
                  <a:gd name="T68" fmla="*/ 7 w 90"/>
                  <a:gd name="T69" fmla="*/ 14 h 53"/>
                  <a:gd name="T70" fmla="*/ 3 w 90"/>
                  <a:gd name="T71" fmla="*/ 9 h 53"/>
                  <a:gd name="T72" fmla="*/ 1 w 90"/>
                  <a:gd name="T73" fmla="*/ 5 h 53"/>
                  <a:gd name="T74" fmla="*/ 0 w 90"/>
                  <a:gd name="T75" fmla="*/ 3 h 53"/>
                  <a:gd name="T76" fmla="*/ 0 w 90"/>
                  <a:gd name="T77" fmla="*/ 1 h 53"/>
                  <a:gd name="T78" fmla="*/ 1 w 90"/>
                  <a:gd name="T79" fmla="*/ 0 h 53"/>
                  <a:gd name="T80" fmla="*/ 3 w 90"/>
                  <a:gd name="T81" fmla="*/ 1 h 5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0" h="53">
                    <a:moveTo>
                      <a:pt x="6" y="1"/>
                    </a:moveTo>
                    <a:lnTo>
                      <a:pt x="11" y="5"/>
                    </a:lnTo>
                    <a:lnTo>
                      <a:pt x="15" y="8"/>
                    </a:lnTo>
                    <a:lnTo>
                      <a:pt x="20" y="12"/>
                    </a:lnTo>
                    <a:lnTo>
                      <a:pt x="26" y="15"/>
                    </a:lnTo>
                    <a:lnTo>
                      <a:pt x="30" y="18"/>
                    </a:lnTo>
                    <a:lnTo>
                      <a:pt x="35" y="20"/>
                    </a:lnTo>
                    <a:lnTo>
                      <a:pt x="40" y="21"/>
                    </a:lnTo>
                    <a:lnTo>
                      <a:pt x="43" y="22"/>
                    </a:lnTo>
                    <a:lnTo>
                      <a:pt x="48" y="22"/>
                    </a:lnTo>
                    <a:lnTo>
                      <a:pt x="52" y="22"/>
                    </a:lnTo>
                    <a:lnTo>
                      <a:pt x="58" y="22"/>
                    </a:lnTo>
                    <a:lnTo>
                      <a:pt x="64" y="21"/>
                    </a:lnTo>
                    <a:lnTo>
                      <a:pt x="71" y="20"/>
                    </a:lnTo>
                    <a:lnTo>
                      <a:pt x="78" y="18"/>
                    </a:lnTo>
                    <a:lnTo>
                      <a:pt x="83" y="14"/>
                    </a:lnTo>
                    <a:lnTo>
                      <a:pt x="90" y="10"/>
                    </a:lnTo>
                    <a:lnTo>
                      <a:pt x="86" y="20"/>
                    </a:lnTo>
                    <a:lnTo>
                      <a:pt x="80" y="33"/>
                    </a:lnTo>
                    <a:lnTo>
                      <a:pt x="74" y="45"/>
                    </a:lnTo>
                    <a:lnTo>
                      <a:pt x="72" y="53"/>
                    </a:lnTo>
                    <a:lnTo>
                      <a:pt x="67" y="51"/>
                    </a:lnTo>
                    <a:lnTo>
                      <a:pt x="67" y="45"/>
                    </a:lnTo>
                    <a:lnTo>
                      <a:pt x="70" y="37"/>
                    </a:lnTo>
                    <a:lnTo>
                      <a:pt x="73" y="28"/>
                    </a:lnTo>
                    <a:lnTo>
                      <a:pt x="68" y="30"/>
                    </a:lnTo>
                    <a:lnTo>
                      <a:pt x="64" y="33"/>
                    </a:lnTo>
                    <a:lnTo>
                      <a:pt x="58" y="35"/>
                    </a:lnTo>
                    <a:lnTo>
                      <a:pt x="51" y="36"/>
                    </a:lnTo>
                    <a:lnTo>
                      <a:pt x="45" y="37"/>
                    </a:lnTo>
                    <a:lnTo>
                      <a:pt x="40" y="38"/>
                    </a:lnTo>
                    <a:lnTo>
                      <a:pt x="34" y="38"/>
                    </a:lnTo>
                    <a:lnTo>
                      <a:pt x="29" y="37"/>
                    </a:lnTo>
                    <a:lnTo>
                      <a:pt x="21" y="33"/>
                    </a:lnTo>
                    <a:lnTo>
                      <a:pt x="13" y="25"/>
                    </a:lnTo>
                    <a:lnTo>
                      <a:pt x="6" y="16"/>
                    </a:lnTo>
                    <a:lnTo>
                      <a:pt x="2" y="10"/>
                    </a:lnTo>
                    <a:lnTo>
                      <a:pt x="0" y="5"/>
                    </a:lnTo>
                    <a:lnTo>
                      <a:pt x="0" y="1"/>
                    </a:lnTo>
                    <a:lnTo>
                      <a:pt x="2" y="0"/>
                    </a:lnTo>
                    <a:lnTo>
                      <a:pt x="6"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6" name="Freeform 37">
                <a:extLst>
                  <a:ext uri="{FF2B5EF4-FFF2-40B4-BE49-F238E27FC236}">
                    <a16:creationId xmlns:a16="http://schemas.microsoft.com/office/drawing/2014/main" id="{BB79513A-A589-4516-8115-B639DEEF3FFA}"/>
                  </a:ext>
                </a:extLst>
              </p:cNvPr>
              <p:cNvSpPr>
                <a:spLocks/>
              </p:cNvSpPr>
              <p:nvPr/>
            </p:nvSpPr>
            <p:spPr bwMode="auto">
              <a:xfrm>
                <a:off x="4373" y="3503"/>
                <a:ext cx="37" cy="14"/>
              </a:xfrm>
              <a:custGeom>
                <a:avLst/>
                <a:gdLst>
                  <a:gd name="T0" fmla="*/ 16 w 68"/>
                  <a:gd name="T1" fmla="*/ 0 h 28"/>
                  <a:gd name="T2" fmla="*/ 19 w 68"/>
                  <a:gd name="T3" fmla="*/ 1 h 28"/>
                  <a:gd name="T4" fmla="*/ 22 w 68"/>
                  <a:gd name="T5" fmla="*/ 2 h 28"/>
                  <a:gd name="T6" fmla="*/ 24 w 68"/>
                  <a:gd name="T7" fmla="*/ 3 h 28"/>
                  <a:gd name="T8" fmla="*/ 28 w 68"/>
                  <a:gd name="T9" fmla="*/ 3 h 28"/>
                  <a:gd name="T10" fmla="*/ 30 w 68"/>
                  <a:gd name="T11" fmla="*/ 3 h 28"/>
                  <a:gd name="T12" fmla="*/ 33 w 68"/>
                  <a:gd name="T13" fmla="*/ 3 h 28"/>
                  <a:gd name="T14" fmla="*/ 35 w 68"/>
                  <a:gd name="T15" fmla="*/ 3 h 28"/>
                  <a:gd name="T16" fmla="*/ 37 w 68"/>
                  <a:gd name="T17" fmla="*/ 3 h 28"/>
                  <a:gd name="T18" fmla="*/ 36 w 68"/>
                  <a:gd name="T19" fmla="*/ 4 h 28"/>
                  <a:gd name="T20" fmla="*/ 36 w 68"/>
                  <a:gd name="T21" fmla="*/ 5 h 28"/>
                  <a:gd name="T22" fmla="*/ 36 w 68"/>
                  <a:gd name="T23" fmla="*/ 7 h 28"/>
                  <a:gd name="T24" fmla="*/ 36 w 68"/>
                  <a:gd name="T25" fmla="*/ 8 h 28"/>
                  <a:gd name="T26" fmla="*/ 34 w 68"/>
                  <a:gd name="T27" fmla="*/ 10 h 28"/>
                  <a:gd name="T28" fmla="*/ 31 w 68"/>
                  <a:gd name="T29" fmla="*/ 11 h 28"/>
                  <a:gd name="T30" fmla="*/ 27 w 68"/>
                  <a:gd name="T31" fmla="*/ 12 h 28"/>
                  <a:gd name="T32" fmla="*/ 22 w 68"/>
                  <a:gd name="T33" fmla="*/ 14 h 28"/>
                  <a:gd name="T34" fmla="*/ 17 w 68"/>
                  <a:gd name="T35" fmla="*/ 14 h 28"/>
                  <a:gd name="T36" fmla="*/ 11 w 68"/>
                  <a:gd name="T37" fmla="*/ 14 h 28"/>
                  <a:gd name="T38" fmla="*/ 6 w 68"/>
                  <a:gd name="T39" fmla="*/ 13 h 28"/>
                  <a:gd name="T40" fmla="*/ 0 w 68"/>
                  <a:gd name="T41" fmla="*/ 11 h 28"/>
                  <a:gd name="T42" fmla="*/ 5 w 68"/>
                  <a:gd name="T43" fmla="*/ 11 h 28"/>
                  <a:gd name="T44" fmla="*/ 10 w 68"/>
                  <a:gd name="T45" fmla="*/ 11 h 28"/>
                  <a:gd name="T46" fmla="*/ 14 w 68"/>
                  <a:gd name="T47" fmla="*/ 11 h 28"/>
                  <a:gd name="T48" fmla="*/ 19 w 68"/>
                  <a:gd name="T49" fmla="*/ 10 h 28"/>
                  <a:gd name="T50" fmla="*/ 21 w 68"/>
                  <a:gd name="T51" fmla="*/ 9 h 28"/>
                  <a:gd name="T52" fmla="*/ 24 w 68"/>
                  <a:gd name="T53" fmla="*/ 8 h 28"/>
                  <a:gd name="T54" fmla="*/ 26 w 68"/>
                  <a:gd name="T55" fmla="*/ 7 h 28"/>
                  <a:gd name="T56" fmla="*/ 27 w 68"/>
                  <a:gd name="T57" fmla="*/ 7 h 28"/>
                  <a:gd name="T58" fmla="*/ 26 w 68"/>
                  <a:gd name="T59" fmla="*/ 6 h 28"/>
                  <a:gd name="T60" fmla="*/ 23 w 68"/>
                  <a:gd name="T61" fmla="*/ 3 h 28"/>
                  <a:gd name="T62" fmla="*/ 20 w 68"/>
                  <a:gd name="T63" fmla="*/ 1 h 28"/>
                  <a:gd name="T64" fmla="*/ 16 w 68"/>
                  <a:gd name="T65" fmla="*/ 0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8" h="28">
                    <a:moveTo>
                      <a:pt x="29" y="0"/>
                    </a:moveTo>
                    <a:lnTo>
                      <a:pt x="35" y="1"/>
                    </a:lnTo>
                    <a:lnTo>
                      <a:pt x="41" y="4"/>
                    </a:lnTo>
                    <a:lnTo>
                      <a:pt x="45" y="5"/>
                    </a:lnTo>
                    <a:lnTo>
                      <a:pt x="51" y="5"/>
                    </a:lnTo>
                    <a:lnTo>
                      <a:pt x="56" y="6"/>
                    </a:lnTo>
                    <a:lnTo>
                      <a:pt x="60" y="6"/>
                    </a:lnTo>
                    <a:lnTo>
                      <a:pt x="65" y="6"/>
                    </a:lnTo>
                    <a:lnTo>
                      <a:pt x="68" y="5"/>
                    </a:lnTo>
                    <a:lnTo>
                      <a:pt x="67" y="7"/>
                    </a:lnTo>
                    <a:lnTo>
                      <a:pt x="66" y="9"/>
                    </a:lnTo>
                    <a:lnTo>
                      <a:pt x="66" y="13"/>
                    </a:lnTo>
                    <a:lnTo>
                      <a:pt x="67" y="15"/>
                    </a:lnTo>
                    <a:lnTo>
                      <a:pt x="63" y="19"/>
                    </a:lnTo>
                    <a:lnTo>
                      <a:pt x="57" y="21"/>
                    </a:lnTo>
                    <a:lnTo>
                      <a:pt x="49" y="24"/>
                    </a:lnTo>
                    <a:lnTo>
                      <a:pt x="41" y="27"/>
                    </a:lnTo>
                    <a:lnTo>
                      <a:pt x="31" y="28"/>
                    </a:lnTo>
                    <a:lnTo>
                      <a:pt x="21" y="28"/>
                    </a:lnTo>
                    <a:lnTo>
                      <a:pt x="11" y="25"/>
                    </a:lnTo>
                    <a:lnTo>
                      <a:pt x="0" y="22"/>
                    </a:lnTo>
                    <a:lnTo>
                      <a:pt x="10" y="22"/>
                    </a:lnTo>
                    <a:lnTo>
                      <a:pt x="18" y="22"/>
                    </a:lnTo>
                    <a:lnTo>
                      <a:pt x="26" y="21"/>
                    </a:lnTo>
                    <a:lnTo>
                      <a:pt x="34" y="19"/>
                    </a:lnTo>
                    <a:lnTo>
                      <a:pt x="39" y="17"/>
                    </a:lnTo>
                    <a:lnTo>
                      <a:pt x="44" y="16"/>
                    </a:lnTo>
                    <a:lnTo>
                      <a:pt x="48" y="14"/>
                    </a:lnTo>
                    <a:lnTo>
                      <a:pt x="49" y="13"/>
                    </a:lnTo>
                    <a:lnTo>
                      <a:pt x="48" y="11"/>
                    </a:lnTo>
                    <a:lnTo>
                      <a:pt x="43" y="6"/>
                    </a:lnTo>
                    <a:lnTo>
                      <a:pt x="36" y="2"/>
                    </a:lnTo>
                    <a:lnTo>
                      <a:pt x="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7" name="Freeform 38">
                <a:extLst>
                  <a:ext uri="{FF2B5EF4-FFF2-40B4-BE49-F238E27FC236}">
                    <a16:creationId xmlns:a16="http://schemas.microsoft.com/office/drawing/2014/main" id="{1E77B502-7720-40C1-9DF5-3E7436E5748F}"/>
                  </a:ext>
                </a:extLst>
              </p:cNvPr>
              <p:cNvSpPr>
                <a:spLocks/>
              </p:cNvSpPr>
              <p:nvPr/>
            </p:nvSpPr>
            <p:spPr bwMode="auto">
              <a:xfrm>
                <a:off x="4154" y="3483"/>
                <a:ext cx="65" cy="25"/>
              </a:xfrm>
              <a:custGeom>
                <a:avLst/>
                <a:gdLst>
                  <a:gd name="T0" fmla="*/ 0 w 119"/>
                  <a:gd name="T1" fmla="*/ 25 h 45"/>
                  <a:gd name="T2" fmla="*/ 3 w 119"/>
                  <a:gd name="T3" fmla="*/ 22 h 45"/>
                  <a:gd name="T4" fmla="*/ 7 w 119"/>
                  <a:gd name="T5" fmla="*/ 19 h 45"/>
                  <a:gd name="T6" fmla="*/ 10 w 119"/>
                  <a:gd name="T7" fmla="*/ 17 h 45"/>
                  <a:gd name="T8" fmla="*/ 14 w 119"/>
                  <a:gd name="T9" fmla="*/ 15 h 45"/>
                  <a:gd name="T10" fmla="*/ 16 w 119"/>
                  <a:gd name="T11" fmla="*/ 14 h 45"/>
                  <a:gd name="T12" fmla="*/ 19 w 119"/>
                  <a:gd name="T13" fmla="*/ 14 h 45"/>
                  <a:gd name="T14" fmla="*/ 23 w 119"/>
                  <a:gd name="T15" fmla="*/ 14 h 45"/>
                  <a:gd name="T16" fmla="*/ 28 w 119"/>
                  <a:gd name="T17" fmla="*/ 13 h 45"/>
                  <a:gd name="T18" fmla="*/ 33 w 119"/>
                  <a:gd name="T19" fmla="*/ 13 h 45"/>
                  <a:gd name="T20" fmla="*/ 37 w 119"/>
                  <a:gd name="T21" fmla="*/ 12 h 45"/>
                  <a:gd name="T22" fmla="*/ 41 w 119"/>
                  <a:gd name="T23" fmla="*/ 12 h 45"/>
                  <a:gd name="T24" fmla="*/ 44 w 119"/>
                  <a:gd name="T25" fmla="*/ 12 h 45"/>
                  <a:gd name="T26" fmla="*/ 46 w 119"/>
                  <a:gd name="T27" fmla="*/ 8 h 45"/>
                  <a:gd name="T28" fmla="*/ 49 w 119"/>
                  <a:gd name="T29" fmla="*/ 5 h 45"/>
                  <a:gd name="T30" fmla="*/ 53 w 119"/>
                  <a:gd name="T31" fmla="*/ 2 h 45"/>
                  <a:gd name="T32" fmla="*/ 57 w 119"/>
                  <a:gd name="T33" fmla="*/ 0 h 45"/>
                  <a:gd name="T34" fmla="*/ 60 w 119"/>
                  <a:gd name="T35" fmla="*/ 0 h 45"/>
                  <a:gd name="T36" fmla="*/ 62 w 119"/>
                  <a:gd name="T37" fmla="*/ 1 h 45"/>
                  <a:gd name="T38" fmla="*/ 64 w 119"/>
                  <a:gd name="T39" fmla="*/ 2 h 45"/>
                  <a:gd name="T40" fmla="*/ 65 w 119"/>
                  <a:gd name="T41" fmla="*/ 3 h 45"/>
                  <a:gd name="T42" fmla="*/ 61 w 119"/>
                  <a:gd name="T43" fmla="*/ 4 h 45"/>
                  <a:gd name="T44" fmla="*/ 56 w 119"/>
                  <a:gd name="T45" fmla="*/ 6 h 45"/>
                  <a:gd name="T46" fmla="*/ 52 w 119"/>
                  <a:gd name="T47" fmla="*/ 8 h 45"/>
                  <a:gd name="T48" fmla="*/ 49 w 119"/>
                  <a:gd name="T49" fmla="*/ 11 h 45"/>
                  <a:gd name="T50" fmla="*/ 51 w 119"/>
                  <a:gd name="T51" fmla="*/ 14 h 45"/>
                  <a:gd name="T52" fmla="*/ 52 w 119"/>
                  <a:gd name="T53" fmla="*/ 17 h 45"/>
                  <a:gd name="T54" fmla="*/ 54 w 119"/>
                  <a:gd name="T55" fmla="*/ 20 h 45"/>
                  <a:gd name="T56" fmla="*/ 57 w 119"/>
                  <a:gd name="T57" fmla="*/ 23 h 45"/>
                  <a:gd name="T58" fmla="*/ 53 w 119"/>
                  <a:gd name="T59" fmla="*/ 22 h 45"/>
                  <a:gd name="T60" fmla="*/ 48 w 119"/>
                  <a:gd name="T61" fmla="*/ 19 h 45"/>
                  <a:gd name="T62" fmla="*/ 44 w 119"/>
                  <a:gd name="T63" fmla="*/ 17 h 45"/>
                  <a:gd name="T64" fmla="*/ 41 w 119"/>
                  <a:gd name="T65" fmla="*/ 15 h 45"/>
                  <a:gd name="T66" fmla="*/ 40 w 119"/>
                  <a:gd name="T67" fmla="*/ 16 h 45"/>
                  <a:gd name="T68" fmla="*/ 39 w 119"/>
                  <a:gd name="T69" fmla="*/ 18 h 45"/>
                  <a:gd name="T70" fmla="*/ 40 w 119"/>
                  <a:gd name="T71" fmla="*/ 19 h 45"/>
                  <a:gd name="T72" fmla="*/ 41 w 119"/>
                  <a:gd name="T73" fmla="*/ 21 h 45"/>
                  <a:gd name="T74" fmla="*/ 40 w 119"/>
                  <a:gd name="T75" fmla="*/ 22 h 45"/>
                  <a:gd name="T76" fmla="*/ 39 w 119"/>
                  <a:gd name="T77" fmla="*/ 22 h 45"/>
                  <a:gd name="T78" fmla="*/ 38 w 119"/>
                  <a:gd name="T79" fmla="*/ 23 h 45"/>
                  <a:gd name="T80" fmla="*/ 37 w 119"/>
                  <a:gd name="T81" fmla="*/ 23 h 45"/>
                  <a:gd name="T82" fmla="*/ 34 w 119"/>
                  <a:gd name="T83" fmla="*/ 22 h 45"/>
                  <a:gd name="T84" fmla="*/ 31 w 119"/>
                  <a:gd name="T85" fmla="*/ 21 h 45"/>
                  <a:gd name="T86" fmla="*/ 26 w 119"/>
                  <a:gd name="T87" fmla="*/ 20 h 45"/>
                  <a:gd name="T88" fmla="*/ 22 w 119"/>
                  <a:gd name="T89" fmla="*/ 19 h 45"/>
                  <a:gd name="T90" fmla="*/ 16 w 119"/>
                  <a:gd name="T91" fmla="*/ 20 h 45"/>
                  <a:gd name="T92" fmla="*/ 11 w 119"/>
                  <a:gd name="T93" fmla="*/ 21 h 45"/>
                  <a:gd name="T94" fmla="*/ 5 w 119"/>
                  <a:gd name="T95" fmla="*/ 22 h 45"/>
                  <a:gd name="T96" fmla="*/ 0 w 119"/>
                  <a:gd name="T97" fmla="*/ 25 h 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9" h="45">
                    <a:moveTo>
                      <a:pt x="0" y="45"/>
                    </a:moveTo>
                    <a:lnTo>
                      <a:pt x="6" y="40"/>
                    </a:lnTo>
                    <a:lnTo>
                      <a:pt x="12" y="34"/>
                    </a:lnTo>
                    <a:lnTo>
                      <a:pt x="19" y="30"/>
                    </a:lnTo>
                    <a:lnTo>
                      <a:pt x="25" y="27"/>
                    </a:lnTo>
                    <a:lnTo>
                      <a:pt x="29" y="26"/>
                    </a:lnTo>
                    <a:lnTo>
                      <a:pt x="35" y="26"/>
                    </a:lnTo>
                    <a:lnTo>
                      <a:pt x="43" y="25"/>
                    </a:lnTo>
                    <a:lnTo>
                      <a:pt x="52" y="24"/>
                    </a:lnTo>
                    <a:lnTo>
                      <a:pt x="60" y="23"/>
                    </a:lnTo>
                    <a:lnTo>
                      <a:pt x="68" y="21"/>
                    </a:lnTo>
                    <a:lnTo>
                      <a:pt x="75" y="21"/>
                    </a:lnTo>
                    <a:lnTo>
                      <a:pt x="80" y="21"/>
                    </a:lnTo>
                    <a:lnTo>
                      <a:pt x="85" y="15"/>
                    </a:lnTo>
                    <a:lnTo>
                      <a:pt x="90" y="9"/>
                    </a:lnTo>
                    <a:lnTo>
                      <a:pt x="97" y="3"/>
                    </a:lnTo>
                    <a:lnTo>
                      <a:pt x="104" y="0"/>
                    </a:lnTo>
                    <a:lnTo>
                      <a:pt x="109" y="0"/>
                    </a:lnTo>
                    <a:lnTo>
                      <a:pt x="113" y="2"/>
                    </a:lnTo>
                    <a:lnTo>
                      <a:pt x="117" y="3"/>
                    </a:lnTo>
                    <a:lnTo>
                      <a:pt x="119" y="5"/>
                    </a:lnTo>
                    <a:lnTo>
                      <a:pt x="111" y="8"/>
                    </a:lnTo>
                    <a:lnTo>
                      <a:pt x="103" y="10"/>
                    </a:lnTo>
                    <a:lnTo>
                      <a:pt x="95" y="15"/>
                    </a:lnTo>
                    <a:lnTo>
                      <a:pt x="90" y="19"/>
                    </a:lnTo>
                    <a:lnTo>
                      <a:pt x="93" y="25"/>
                    </a:lnTo>
                    <a:lnTo>
                      <a:pt x="96" y="31"/>
                    </a:lnTo>
                    <a:lnTo>
                      <a:pt x="99" y="36"/>
                    </a:lnTo>
                    <a:lnTo>
                      <a:pt x="105" y="42"/>
                    </a:lnTo>
                    <a:lnTo>
                      <a:pt x="97" y="39"/>
                    </a:lnTo>
                    <a:lnTo>
                      <a:pt x="88" y="34"/>
                    </a:lnTo>
                    <a:lnTo>
                      <a:pt x="80" y="30"/>
                    </a:lnTo>
                    <a:lnTo>
                      <a:pt x="75" y="27"/>
                    </a:lnTo>
                    <a:lnTo>
                      <a:pt x="73" y="28"/>
                    </a:lnTo>
                    <a:lnTo>
                      <a:pt x="72" y="32"/>
                    </a:lnTo>
                    <a:lnTo>
                      <a:pt x="73" y="34"/>
                    </a:lnTo>
                    <a:lnTo>
                      <a:pt x="75" y="38"/>
                    </a:lnTo>
                    <a:lnTo>
                      <a:pt x="73" y="39"/>
                    </a:lnTo>
                    <a:lnTo>
                      <a:pt x="72" y="40"/>
                    </a:lnTo>
                    <a:lnTo>
                      <a:pt x="70" y="41"/>
                    </a:lnTo>
                    <a:lnTo>
                      <a:pt x="67" y="42"/>
                    </a:lnTo>
                    <a:lnTo>
                      <a:pt x="63" y="40"/>
                    </a:lnTo>
                    <a:lnTo>
                      <a:pt x="56" y="38"/>
                    </a:lnTo>
                    <a:lnTo>
                      <a:pt x="48" y="36"/>
                    </a:lnTo>
                    <a:lnTo>
                      <a:pt x="40" y="35"/>
                    </a:lnTo>
                    <a:lnTo>
                      <a:pt x="29" y="36"/>
                    </a:lnTo>
                    <a:lnTo>
                      <a:pt x="20" y="38"/>
                    </a:lnTo>
                    <a:lnTo>
                      <a:pt x="10" y="40"/>
                    </a:lnTo>
                    <a:lnTo>
                      <a:pt x="0" y="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8" name="Freeform 39">
                <a:extLst>
                  <a:ext uri="{FF2B5EF4-FFF2-40B4-BE49-F238E27FC236}">
                    <a16:creationId xmlns:a16="http://schemas.microsoft.com/office/drawing/2014/main" id="{33F932E5-069A-414D-91A1-ACF442B9948B}"/>
                  </a:ext>
                </a:extLst>
              </p:cNvPr>
              <p:cNvSpPr>
                <a:spLocks/>
              </p:cNvSpPr>
              <p:nvPr/>
            </p:nvSpPr>
            <p:spPr bwMode="auto">
              <a:xfrm>
                <a:off x="4269" y="2393"/>
                <a:ext cx="142" cy="207"/>
              </a:xfrm>
              <a:custGeom>
                <a:avLst/>
                <a:gdLst>
                  <a:gd name="T0" fmla="*/ 137 w 260"/>
                  <a:gd name="T1" fmla="*/ 86 h 380"/>
                  <a:gd name="T2" fmla="*/ 135 w 260"/>
                  <a:gd name="T3" fmla="*/ 78 h 380"/>
                  <a:gd name="T4" fmla="*/ 135 w 260"/>
                  <a:gd name="T5" fmla="*/ 69 h 380"/>
                  <a:gd name="T6" fmla="*/ 133 w 260"/>
                  <a:gd name="T7" fmla="*/ 62 h 380"/>
                  <a:gd name="T8" fmla="*/ 131 w 260"/>
                  <a:gd name="T9" fmla="*/ 56 h 380"/>
                  <a:gd name="T10" fmla="*/ 131 w 260"/>
                  <a:gd name="T11" fmla="*/ 51 h 380"/>
                  <a:gd name="T12" fmla="*/ 129 w 260"/>
                  <a:gd name="T13" fmla="*/ 46 h 380"/>
                  <a:gd name="T14" fmla="*/ 132 w 260"/>
                  <a:gd name="T15" fmla="*/ 44 h 380"/>
                  <a:gd name="T16" fmla="*/ 129 w 260"/>
                  <a:gd name="T17" fmla="*/ 36 h 380"/>
                  <a:gd name="T18" fmla="*/ 120 w 260"/>
                  <a:gd name="T19" fmla="*/ 25 h 380"/>
                  <a:gd name="T20" fmla="*/ 116 w 260"/>
                  <a:gd name="T21" fmla="*/ 21 h 380"/>
                  <a:gd name="T22" fmla="*/ 110 w 260"/>
                  <a:gd name="T23" fmla="*/ 16 h 380"/>
                  <a:gd name="T24" fmla="*/ 102 w 260"/>
                  <a:gd name="T25" fmla="*/ 9 h 380"/>
                  <a:gd name="T26" fmla="*/ 94 w 260"/>
                  <a:gd name="T27" fmla="*/ 4 h 380"/>
                  <a:gd name="T28" fmla="*/ 86 w 260"/>
                  <a:gd name="T29" fmla="*/ 2 h 380"/>
                  <a:gd name="T30" fmla="*/ 76 w 260"/>
                  <a:gd name="T31" fmla="*/ 0 h 380"/>
                  <a:gd name="T32" fmla="*/ 68 w 260"/>
                  <a:gd name="T33" fmla="*/ 1 h 380"/>
                  <a:gd name="T34" fmla="*/ 52 w 260"/>
                  <a:gd name="T35" fmla="*/ 4 h 380"/>
                  <a:gd name="T36" fmla="*/ 37 w 260"/>
                  <a:gd name="T37" fmla="*/ 11 h 380"/>
                  <a:gd name="T38" fmla="*/ 26 w 260"/>
                  <a:gd name="T39" fmla="*/ 20 h 380"/>
                  <a:gd name="T40" fmla="*/ 16 w 260"/>
                  <a:gd name="T41" fmla="*/ 33 h 380"/>
                  <a:gd name="T42" fmla="*/ 12 w 260"/>
                  <a:gd name="T43" fmla="*/ 46 h 380"/>
                  <a:gd name="T44" fmla="*/ 3 w 260"/>
                  <a:gd name="T45" fmla="*/ 58 h 380"/>
                  <a:gd name="T46" fmla="*/ 7 w 260"/>
                  <a:gd name="T47" fmla="*/ 81 h 380"/>
                  <a:gd name="T48" fmla="*/ 4 w 260"/>
                  <a:gd name="T49" fmla="*/ 86 h 380"/>
                  <a:gd name="T50" fmla="*/ 1 w 260"/>
                  <a:gd name="T51" fmla="*/ 93 h 380"/>
                  <a:gd name="T52" fmla="*/ 7 w 260"/>
                  <a:gd name="T53" fmla="*/ 112 h 380"/>
                  <a:gd name="T54" fmla="*/ 8 w 260"/>
                  <a:gd name="T55" fmla="*/ 120 h 380"/>
                  <a:gd name="T56" fmla="*/ 11 w 260"/>
                  <a:gd name="T57" fmla="*/ 128 h 380"/>
                  <a:gd name="T58" fmla="*/ 15 w 260"/>
                  <a:gd name="T59" fmla="*/ 135 h 380"/>
                  <a:gd name="T60" fmla="*/ 21 w 260"/>
                  <a:gd name="T61" fmla="*/ 137 h 380"/>
                  <a:gd name="T62" fmla="*/ 29 w 260"/>
                  <a:gd name="T63" fmla="*/ 167 h 380"/>
                  <a:gd name="T64" fmla="*/ 33 w 260"/>
                  <a:gd name="T65" fmla="*/ 182 h 380"/>
                  <a:gd name="T66" fmla="*/ 39 w 260"/>
                  <a:gd name="T67" fmla="*/ 194 h 380"/>
                  <a:gd name="T68" fmla="*/ 50 w 260"/>
                  <a:gd name="T69" fmla="*/ 203 h 380"/>
                  <a:gd name="T70" fmla="*/ 58 w 260"/>
                  <a:gd name="T71" fmla="*/ 206 h 380"/>
                  <a:gd name="T72" fmla="*/ 67 w 260"/>
                  <a:gd name="T73" fmla="*/ 207 h 380"/>
                  <a:gd name="T74" fmla="*/ 74 w 260"/>
                  <a:gd name="T75" fmla="*/ 207 h 380"/>
                  <a:gd name="T76" fmla="*/ 82 w 260"/>
                  <a:gd name="T77" fmla="*/ 206 h 380"/>
                  <a:gd name="T78" fmla="*/ 88 w 260"/>
                  <a:gd name="T79" fmla="*/ 204 h 380"/>
                  <a:gd name="T80" fmla="*/ 99 w 260"/>
                  <a:gd name="T81" fmla="*/ 197 h 380"/>
                  <a:gd name="T82" fmla="*/ 111 w 260"/>
                  <a:gd name="T83" fmla="*/ 186 h 380"/>
                  <a:gd name="T84" fmla="*/ 119 w 260"/>
                  <a:gd name="T85" fmla="*/ 155 h 380"/>
                  <a:gd name="T86" fmla="*/ 121 w 260"/>
                  <a:gd name="T87" fmla="*/ 142 h 380"/>
                  <a:gd name="T88" fmla="*/ 128 w 260"/>
                  <a:gd name="T89" fmla="*/ 136 h 380"/>
                  <a:gd name="T90" fmla="*/ 133 w 260"/>
                  <a:gd name="T91" fmla="*/ 131 h 380"/>
                  <a:gd name="T92" fmla="*/ 135 w 260"/>
                  <a:gd name="T93" fmla="*/ 125 h 380"/>
                  <a:gd name="T94" fmla="*/ 139 w 260"/>
                  <a:gd name="T95" fmla="*/ 116 h 380"/>
                  <a:gd name="T96" fmla="*/ 141 w 260"/>
                  <a:gd name="T97" fmla="*/ 108 h 380"/>
                  <a:gd name="T98" fmla="*/ 142 w 260"/>
                  <a:gd name="T99" fmla="*/ 101 h 380"/>
                  <a:gd name="T100" fmla="*/ 139 w 260"/>
                  <a:gd name="T101" fmla="*/ 97 h 380"/>
                  <a:gd name="T102" fmla="*/ 139 w 260"/>
                  <a:gd name="T103" fmla="*/ 94 h 3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60" h="380">
                    <a:moveTo>
                      <a:pt x="254" y="170"/>
                    </a:moveTo>
                    <a:lnTo>
                      <a:pt x="252" y="164"/>
                    </a:lnTo>
                    <a:lnTo>
                      <a:pt x="250" y="158"/>
                    </a:lnTo>
                    <a:lnTo>
                      <a:pt x="248" y="152"/>
                    </a:lnTo>
                    <a:lnTo>
                      <a:pt x="247" y="148"/>
                    </a:lnTo>
                    <a:lnTo>
                      <a:pt x="247" y="143"/>
                    </a:lnTo>
                    <a:lnTo>
                      <a:pt x="247" y="136"/>
                    </a:lnTo>
                    <a:lnTo>
                      <a:pt x="247" y="130"/>
                    </a:lnTo>
                    <a:lnTo>
                      <a:pt x="247" y="126"/>
                    </a:lnTo>
                    <a:lnTo>
                      <a:pt x="247" y="121"/>
                    </a:lnTo>
                    <a:lnTo>
                      <a:pt x="244" y="117"/>
                    </a:lnTo>
                    <a:lnTo>
                      <a:pt x="243" y="113"/>
                    </a:lnTo>
                    <a:lnTo>
                      <a:pt x="242" y="110"/>
                    </a:lnTo>
                    <a:lnTo>
                      <a:pt x="241" y="106"/>
                    </a:lnTo>
                    <a:lnTo>
                      <a:pt x="240" y="103"/>
                    </a:lnTo>
                    <a:lnTo>
                      <a:pt x="240" y="99"/>
                    </a:lnTo>
                    <a:lnTo>
                      <a:pt x="240" y="96"/>
                    </a:lnTo>
                    <a:lnTo>
                      <a:pt x="240" y="94"/>
                    </a:lnTo>
                    <a:lnTo>
                      <a:pt x="239" y="90"/>
                    </a:lnTo>
                    <a:lnTo>
                      <a:pt x="237" y="88"/>
                    </a:lnTo>
                    <a:lnTo>
                      <a:pt x="236" y="84"/>
                    </a:lnTo>
                    <a:lnTo>
                      <a:pt x="239" y="83"/>
                    </a:lnTo>
                    <a:lnTo>
                      <a:pt x="240" y="82"/>
                    </a:lnTo>
                    <a:lnTo>
                      <a:pt x="242" y="81"/>
                    </a:lnTo>
                    <a:lnTo>
                      <a:pt x="242" y="79"/>
                    </a:lnTo>
                    <a:lnTo>
                      <a:pt x="240" y="74"/>
                    </a:lnTo>
                    <a:lnTo>
                      <a:pt x="236" y="67"/>
                    </a:lnTo>
                    <a:lnTo>
                      <a:pt x="230" y="58"/>
                    </a:lnTo>
                    <a:lnTo>
                      <a:pt x="224" y="50"/>
                    </a:lnTo>
                    <a:lnTo>
                      <a:pt x="220" y="46"/>
                    </a:lnTo>
                    <a:lnTo>
                      <a:pt x="218" y="43"/>
                    </a:lnTo>
                    <a:lnTo>
                      <a:pt x="215" y="41"/>
                    </a:lnTo>
                    <a:lnTo>
                      <a:pt x="213" y="39"/>
                    </a:lnTo>
                    <a:lnTo>
                      <a:pt x="210" y="36"/>
                    </a:lnTo>
                    <a:lnTo>
                      <a:pt x="205" y="33"/>
                    </a:lnTo>
                    <a:lnTo>
                      <a:pt x="201" y="29"/>
                    </a:lnTo>
                    <a:lnTo>
                      <a:pt x="196" y="24"/>
                    </a:lnTo>
                    <a:lnTo>
                      <a:pt x="190" y="21"/>
                    </a:lnTo>
                    <a:lnTo>
                      <a:pt x="186" y="16"/>
                    </a:lnTo>
                    <a:lnTo>
                      <a:pt x="181" y="13"/>
                    </a:lnTo>
                    <a:lnTo>
                      <a:pt x="177" y="11"/>
                    </a:lnTo>
                    <a:lnTo>
                      <a:pt x="173" y="8"/>
                    </a:lnTo>
                    <a:lnTo>
                      <a:pt x="168" y="7"/>
                    </a:lnTo>
                    <a:lnTo>
                      <a:pt x="162" y="5"/>
                    </a:lnTo>
                    <a:lnTo>
                      <a:pt x="157" y="4"/>
                    </a:lnTo>
                    <a:lnTo>
                      <a:pt x="151" y="3"/>
                    </a:lnTo>
                    <a:lnTo>
                      <a:pt x="144" y="1"/>
                    </a:lnTo>
                    <a:lnTo>
                      <a:pt x="139" y="0"/>
                    </a:lnTo>
                    <a:lnTo>
                      <a:pt x="135" y="0"/>
                    </a:lnTo>
                    <a:lnTo>
                      <a:pt x="131" y="0"/>
                    </a:lnTo>
                    <a:lnTo>
                      <a:pt x="124" y="1"/>
                    </a:lnTo>
                    <a:lnTo>
                      <a:pt x="116" y="3"/>
                    </a:lnTo>
                    <a:lnTo>
                      <a:pt x="106" y="5"/>
                    </a:lnTo>
                    <a:lnTo>
                      <a:pt x="96" y="7"/>
                    </a:lnTo>
                    <a:lnTo>
                      <a:pt x="85" y="11"/>
                    </a:lnTo>
                    <a:lnTo>
                      <a:pt x="76" y="15"/>
                    </a:lnTo>
                    <a:lnTo>
                      <a:pt x="67" y="20"/>
                    </a:lnTo>
                    <a:lnTo>
                      <a:pt x="61" y="24"/>
                    </a:lnTo>
                    <a:lnTo>
                      <a:pt x="54" y="30"/>
                    </a:lnTo>
                    <a:lnTo>
                      <a:pt x="47" y="37"/>
                    </a:lnTo>
                    <a:lnTo>
                      <a:pt x="40" y="44"/>
                    </a:lnTo>
                    <a:lnTo>
                      <a:pt x="35" y="53"/>
                    </a:lnTo>
                    <a:lnTo>
                      <a:pt x="30" y="61"/>
                    </a:lnTo>
                    <a:lnTo>
                      <a:pt x="27" y="71"/>
                    </a:lnTo>
                    <a:lnTo>
                      <a:pt x="25" y="80"/>
                    </a:lnTo>
                    <a:lnTo>
                      <a:pt x="22" y="84"/>
                    </a:lnTo>
                    <a:lnTo>
                      <a:pt x="17" y="91"/>
                    </a:lnTo>
                    <a:lnTo>
                      <a:pt x="12" y="99"/>
                    </a:lnTo>
                    <a:lnTo>
                      <a:pt x="6" y="107"/>
                    </a:lnTo>
                    <a:lnTo>
                      <a:pt x="5" y="118"/>
                    </a:lnTo>
                    <a:lnTo>
                      <a:pt x="8" y="133"/>
                    </a:lnTo>
                    <a:lnTo>
                      <a:pt x="13" y="148"/>
                    </a:lnTo>
                    <a:lnTo>
                      <a:pt x="17" y="159"/>
                    </a:lnTo>
                    <a:lnTo>
                      <a:pt x="13" y="157"/>
                    </a:lnTo>
                    <a:lnTo>
                      <a:pt x="7" y="157"/>
                    </a:lnTo>
                    <a:lnTo>
                      <a:pt x="2" y="159"/>
                    </a:lnTo>
                    <a:lnTo>
                      <a:pt x="0" y="163"/>
                    </a:lnTo>
                    <a:lnTo>
                      <a:pt x="1" y="171"/>
                    </a:lnTo>
                    <a:lnTo>
                      <a:pt x="6" y="185"/>
                    </a:lnTo>
                    <a:lnTo>
                      <a:pt x="9" y="197"/>
                    </a:lnTo>
                    <a:lnTo>
                      <a:pt x="12" y="205"/>
                    </a:lnTo>
                    <a:lnTo>
                      <a:pt x="12" y="210"/>
                    </a:lnTo>
                    <a:lnTo>
                      <a:pt x="13" y="215"/>
                    </a:lnTo>
                    <a:lnTo>
                      <a:pt x="14" y="220"/>
                    </a:lnTo>
                    <a:lnTo>
                      <a:pt x="15" y="225"/>
                    </a:lnTo>
                    <a:lnTo>
                      <a:pt x="17" y="229"/>
                    </a:lnTo>
                    <a:lnTo>
                      <a:pt x="20" y="235"/>
                    </a:lnTo>
                    <a:lnTo>
                      <a:pt x="23" y="241"/>
                    </a:lnTo>
                    <a:lnTo>
                      <a:pt x="24" y="246"/>
                    </a:lnTo>
                    <a:lnTo>
                      <a:pt x="27" y="248"/>
                    </a:lnTo>
                    <a:lnTo>
                      <a:pt x="30" y="250"/>
                    </a:lnTo>
                    <a:lnTo>
                      <a:pt x="35" y="250"/>
                    </a:lnTo>
                    <a:lnTo>
                      <a:pt x="39" y="251"/>
                    </a:lnTo>
                    <a:lnTo>
                      <a:pt x="42" y="267"/>
                    </a:lnTo>
                    <a:lnTo>
                      <a:pt x="47" y="286"/>
                    </a:lnTo>
                    <a:lnTo>
                      <a:pt x="53" y="306"/>
                    </a:lnTo>
                    <a:lnTo>
                      <a:pt x="57" y="318"/>
                    </a:lnTo>
                    <a:lnTo>
                      <a:pt x="59" y="326"/>
                    </a:lnTo>
                    <a:lnTo>
                      <a:pt x="61" y="334"/>
                    </a:lnTo>
                    <a:lnTo>
                      <a:pt x="65" y="342"/>
                    </a:lnTo>
                    <a:lnTo>
                      <a:pt x="68" y="350"/>
                    </a:lnTo>
                    <a:lnTo>
                      <a:pt x="71" y="356"/>
                    </a:lnTo>
                    <a:lnTo>
                      <a:pt x="77" y="363"/>
                    </a:lnTo>
                    <a:lnTo>
                      <a:pt x="84" y="369"/>
                    </a:lnTo>
                    <a:lnTo>
                      <a:pt x="91" y="373"/>
                    </a:lnTo>
                    <a:lnTo>
                      <a:pt x="96" y="375"/>
                    </a:lnTo>
                    <a:lnTo>
                      <a:pt x="101" y="377"/>
                    </a:lnTo>
                    <a:lnTo>
                      <a:pt x="106" y="378"/>
                    </a:lnTo>
                    <a:lnTo>
                      <a:pt x="112" y="378"/>
                    </a:lnTo>
                    <a:lnTo>
                      <a:pt x="116" y="379"/>
                    </a:lnTo>
                    <a:lnTo>
                      <a:pt x="122" y="380"/>
                    </a:lnTo>
                    <a:lnTo>
                      <a:pt x="127" y="380"/>
                    </a:lnTo>
                    <a:lnTo>
                      <a:pt x="131" y="380"/>
                    </a:lnTo>
                    <a:lnTo>
                      <a:pt x="136" y="380"/>
                    </a:lnTo>
                    <a:lnTo>
                      <a:pt x="141" y="380"/>
                    </a:lnTo>
                    <a:lnTo>
                      <a:pt x="145" y="379"/>
                    </a:lnTo>
                    <a:lnTo>
                      <a:pt x="150" y="378"/>
                    </a:lnTo>
                    <a:lnTo>
                      <a:pt x="154" y="377"/>
                    </a:lnTo>
                    <a:lnTo>
                      <a:pt x="158" y="376"/>
                    </a:lnTo>
                    <a:lnTo>
                      <a:pt x="162" y="375"/>
                    </a:lnTo>
                    <a:lnTo>
                      <a:pt x="167" y="372"/>
                    </a:lnTo>
                    <a:lnTo>
                      <a:pt x="175" y="368"/>
                    </a:lnTo>
                    <a:lnTo>
                      <a:pt x="182" y="362"/>
                    </a:lnTo>
                    <a:lnTo>
                      <a:pt x="188" y="357"/>
                    </a:lnTo>
                    <a:lnTo>
                      <a:pt x="194" y="353"/>
                    </a:lnTo>
                    <a:lnTo>
                      <a:pt x="204" y="341"/>
                    </a:lnTo>
                    <a:lnTo>
                      <a:pt x="212" y="325"/>
                    </a:lnTo>
                    <a:lnTo>
                      <a:pt x="217" y="306"/>
                    </a:lnTo>
                    <a:lnTo>
                      <a:pt x="217" y="284"/>
                    </a:lnTo>
                    <a:lnTo>
                      <a:pt x="218" y="278"/>
                    </a:lnTo>
                    <a:lnTo>
                      <a:pt x="220" y="270"/>
                    </a:lnTo>
                    <a:lnTo>
                      <a:pt x="221" y="261"/>
                    </a:lnTo>
                    <a:lnTo>
                      <a:pt x="222" y="253"/>
                    </a:lnTo>
                    <a:lnTo>
                      <a:pt x="228" y="251"/>
                    </a:lnTo>
                    <a:lnTo>
                      <a:pt x="234" y="249"/>
                    </a:lnTo>
                    <a:lnTo>
                      <a:pt x="240" y="247"/>
                    </a:lnTo>
                    <a:lnTo>
                      <a:pt x="243" y="244"/>
                    </a:lnTo>
                    <a:lnTo>
                      <a:pt x="244" y="241"/>
                    </a:lnTo>
                    <a:lnTo>
                      <a:pt x="247" y="236"/>
                    </a:lnTo>
                    <a:lnTo>
                      <a:pt x="248" y="232"/>
                    </a:lnTo>
                    <a:lnTo>
                      <a:pt x="248" y="229"/>
                    </a:lnTo>
                    <a:lnTo>
                      <a:pt x="249" y="225"/>
                    </a:lnTo>
                    <a:lnTo>
                      <a:pt x="251" y="219"/>
                    </a:lnTo>
                    <a:lnTo>
                      <a:pt x="254" y="213"/>
                    </a:lnTo>
                    <a:lnTo>
                      <a:pt x="255" y="209"/>
                    </a:lnTo>
                    <a:lnTo>
                      <a:pt x="257" y="204"/>
                    </a:lnTo>
                    <a:lnTo>
                      <a:pt x="259" y="198"/>
                    </a:lnTo>
                    <a:lnTo>
                      <a:pt x="260" y="193"/>
                    </a:lnTo>
                    <a:lnTo>
                      <a:pt x="260" y="188"/>
                    </a:lnTo>
                    <a:lnTo>
                      <a:pt x="260" y="186"/>
                    </a:lnTo>
                    <a:lnTo>
                      <a:pt x="259" y="182"/>
                    </a:lnTo>
                    <a:lnTo>
                      <a:pt x="257" y="180"/>
                    </a:lnTo>
                    <a:lnTo>
                      <a:pt x="254" y="178"/>
                    </a:lnTo>
                    <a:lnTo>
                      <a:pt x="254" y="175"/>
                    </a:lnTo>
                    <a:lnTo>
                      <a:pt x="254" y="173"/>
                    </a:lnTo>
                    <a:lnTo>
                      <a:pt x="254" y="172"/>
                    </a:lnTo>
                    <a:lnTo>
                      <a:pt x="254" y="17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9" name="Freeform 40">
                <a:extLst>
                  <a:ext uri="{FF2B5EF4-FFF2-40B4-BE49-F238E27FC236}">
                    <a16:creationId xmlns:a16="http://schemas.microsoft.com/office/drawing/2014/main" id="{31751349-BAE8-4033-AEFC-D9DB1C16A6EC}"/>
                  </a:ext>
                </a:extLst>
              </p:cNvPr>
              <p:cNvSpPr>
                <a:spLocks/>
              </p:cNvSpPr>
              <p:nvPr/>
            </p:nvSpPr>
            <p:spPr bwMode="auto">
              <a:xfrm>
                <a:off x="4282" y="2402"/>
                <a:ext cx="35" cy="36"/>
              </a:xfrm>
              <a:custGeom>
                <a:avLst/>
                <a:gdLst>
                  <a:gd name="T0" fmla="*/ 0 w 64"/>
                  <a:gd name="T1" fmla="*/ 31 h 65"/>
                  <a:gd name="T2" fmla="*/ 2 w 64"/>
                  <a:gd name="T3" fmla="*/ 27 h 65"/>
                  <a:gd name="T4" fmla="*/ 2 w 64"/>
                  <a:gd name="T5" fmla="*/ 24 h 65"/>
                  <a:gd name="T6" fmla="*/ 3 w 64"/>
                  <a:gd name="T7" fmla="*/ 22 h 65"/>
                  <a:gd name="T8" fmla="*/ 5 w 64"/>
                  <a:gd name="T9" fmla="*/ 18 h 65"/>
                  <a:gd name="T10" fmla="*/ 10 w 64"/>
                  <a:gd name="T11" fmla="*/ 12 h 65"/>
                  <a:gd name="T12" fmla="*/ 15 w 64"/>
                  <a:gd name="T13" fmla="*/ 6 h 65"/>
                  <a:gd name="T14" fmla="*/ 20 w 64"/>
                  <a:gd name="T15" fmla="*/ 2 h 65"/>
                  <a:gd name="T16" fmla="*/ 26 w 64"/>
                  <a:gd name="T17" fmla="*/ 1 h 65"/>
                  <a:gd name="T18" fmla="*/ 33 w 64"/>
                  <a:gd name="T19" fmla="*/ 2 h 65"/>
                  <a:gd name="T20" fmla="*/ 33 w 64"/>
                  <a:gd name="T21" fmla="*/ 6 h 65"/>
                  <a:gd name="T22" fmla="*/ 30 w 64"/>
                  <a:gd name="T23" fmla="*/ 14 h 65"/>
                  <a:gd name="T24" fmla="*/ 26 w 64"/>
                  <a:gd name="T25" fmla="*/ 17 h 65"/>
                  <a:gd name="T26" fmla="*/ 18 w 64"/>
                  <a:gd name="T27" fmla="*/ 13 h 65"/>
                  <a:gd name="T28" fmla="*/ 14 w 64"/>
                  <a:gd name="T29" fmla="*/ 13 h 65"/>
                  <a:gd name="T30" fmla="*/ 11 w 64"/>
                  <a:gd name="T31" fmla="*/ 15 h 65"/>
                  <a:gd name="T32" fmla="*/ 15 w 64"/>
                  <a:gd name="T33" fmla="*/ 17 h 65"/>
                  <a:gd name="T34" fmla="*/ 25 w 64"/>
                  <a:gd name="T35" fmla="*/ 21 h 65"/>
                  <a:gd name="T36" fmla="*/ 28 w 64"/>
                  <a:gd name="T37" fmla="*/ 25 h 65"/>
                  <a:gd name="T38" fmla="*/ 27 w 64"/>
                  <a:gd name="T39" fmla="*/ 30 h 65"/>
                  <a:gd name="T40" fmla="*/ 23 w 64"/>
                  <a:gd name="T41" fmla="*/ 32 h 65"/>
                  <a:gd name="T42" fmla="*/ 18 w 64"/>
                  <a:gd name="T43" fmla="*/ 29 h 65"/>
                  <a:gd name="T44" fmla="*/ 10 w 64"/>
                  <a:gd name="T45" fmla="*/ 25 h 65"/>
                  <a:gd name="T46" fmla="*/ 5 w 64"/>
                  <a:gd name="T47" fmla="*/ 23 h 65"/>
                  <a:gd name="T48" fmla="*/ 3 w 64"/>
                  <a:gd name="T49" fmla="*/ 22 h 65"/>
                  <a:gd name="T50" fmla="*/ 2 w 64"/>
                  <a:gd name="T51" fmla="*/ 24 h 65"/>
                  <a:gd name="T52" fmla="*/ 6 w 64"/>
                  <a:gd name="T53" fmla="*/ 27 h 65"/>
                  <a:gd name="T54" fmla="*/ 15 w 64"/>
                  <a:gd name="T55" fmla="*/ 33 h 65"/>
                  <a:gd name="T56" fmla="*/ 16 w 64"/>
                  <a:gd name="T57" fmla="*/ 35 h 65"/>
                  <a:gd name="T58" fmla="*/ 11 w 64"/>
                  <a:gd name="T59" fmla="*/ 36 h 65"/>
                  <a:gd name="T60" fmla="*/ 8 w 64"/>
                  <a:gd name="T61" fmla="*/ 35 h 65"/>
                  <a:gd name="T62" fmla="*/ 3 w 64"/>
                  <a:gd name="T63" fmla="*/ 34 h 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 h="65">
                    <a:moveTo>
                      <a:pt x="0" y="60"/>
                    </a:moveTo>
                    <a:lnTo>
                      <a:pt x="0" y="56"/>
                    </a:lnTo>
                    <a:lnTo>
                      <a:pt x="2" y="53"/>
                    </a:lnTo>
                    <a:lnTo>
                      <a:pt x="3" y="49"/>
                    </a:lnTo>
                    <a:lnTo>
                      <a:pt x="4" y="46"/>
                    </a:lnTo>
                    <a:lnTo>
                      <a:pt x="4" y="44"/>
                    </a:lnTo>
                    <a:lnTo>
                      <a:pt x="5" y="42"/>
                    </a:lnTo>
                    <a:lnTo>
                      <a:pt x="5" y="40"/>
                    </a:lnTo>
                    <a:lnTo>
                      <a:pt x="6" y="39"/>
                    </a:lnTo>
                    <a:lnTo>
                      <a:pt x="10" y="33"/>
                    </a:lnTo>
                    <a:lnTo>
                      <a:pt x="14" y="27"/>
                    </a:lnTo>
                    <a:lnTo>
                      <a:pt x="19" y="22"/>
                    </a:lnTo>
                    <a:lnTo>
                      <a:pt x="23" y="16"/>
                    </a:lnTo>
                    <a:lnTo>
                      <a:pt x="28" y="11"/>
                    </a:lnTo>
                    <a:lnTo>
                      <a:pt x="33" y="7"/>
                    </a:lnTo>
                    <a:lnTo>
                      <a:pt x="37" y="3"/>
                    </a:lnTo>
                    <a:lnTo>
                      <a:pt x="42" y="0"/>
                    </a:lnTo>
                    <a:lnTo>
                      <a:pt x="48" y="1"/>
                    </a:lnTo>
                    <a:lnTo>
                      <a:pt x="55" y="3"/>
                    </a:lnTo>
                    <a:lnTo>
                      <a:pt x="60" y="4"/>
                    </a:lnTo>
                    <a:lnTo>
                      <a:pt x="64" y="7"/>
                    </a:lnTo>
                    <a:lnTo>
                      <a:pt x="60" y="11"/>
                    </a:lnTo>
                    <a:lnTo>
                      <a:pt x="57" y="18"/>
                    </a:lnTo>
                    <a:lnTo>
                      <a:pt x="55" y="26"/>
                    </a:lnTo>
                    <a:lnTo>
                      <a:pt x="53" y="34"/>
                    </a:lnTo>
                    <a:lnTo>
                      <a:pt x="48" y="30"/>
                    </a:lnTo>
                    <a:lnTo>
                      <a:pt x="41" y="26"/>
                    </a:lnTo>
                    <a:lnTo>
                      <a:pt x="33" y="23"/>
                    </a:lnTo>
                    <a:lnTo>
                      <a:pt x="27" y="22"/>
                    </a:lnTo>
                    <a:lnTo>
                      <a:pt x="25" y="24"/>
                    </a:lnTo>
                    <a:lnTo>
                      <a:pt x="21" y="25"/>
                    </a:lnTo>
                    <a:lnTo>
                      <a:pt x="20" y="27"/>
                    </a:lnTo>
                    <a:lnTo>
                      <a:pt x="20" y="31"/>
                    </a:lnTo>
                    <a:lnTo>
                      <a:pt x="28" y="31"/>
                    </a:lnTo>
                    <a:lnTo>
                      <a:pt x="37" y="34"/>
                    </a:lnTo>
                    <a:lnTo>
                      <a:pt x="46" y="38"/>
                    </a:lnTo>
                    <a:lnTo>
                      <a:pt x="52" y="41"/>
                    </a:lnTo>
                    <a:lnTo>
                      <a:pt x="52" y="46"/>
                    </a:lnTo>
                    <a:lnTo>
                      <a:pt x="51" y="51"/>
                    </a:lnTo>
                    <a:lnTo>
                      <a:pt x="49" y="55"/>
                    </a:lnTo>
                    <a:lnTo>
                      <a:pt x="45" y="60"/>
                    </a:lnTo>
                    <a:lnTo>
                      <a:pt x="42" y="57"/>
                    </a:lnTo>
                    <a:lnTo>
                      <a:pt x="37" y="55"/>
                    </a:lnTo>
                    <a:lnTo>
                      <a:pt x="32" y="53"/>
                    </a:lnTo>
                    <a:lnTo>
                      <a:pt x="26" y="49"/>
                    </a:lnTo>
                    <a:lnTo>
                      <a:pt x="19" y="46"/>
                    </a:lnTo>
                    <a:lnTo>
                      <a:pt x="14" y="44"/>
                    </a:lnTo>
                    <a:lnTo>
                      <a:pt x="10" y="41"/>
                    </a:lnTo>
                    <a:lnTo>
                      <a:pt x="6" y="39"/>
                    </a:lnTo>
                    <a:lnTo>
                      <a:pt x="5" y="40"/>
                    </a:lnTo>
                    <a:lnTo>
                      <a:pt x="5" y="42"/>
                    </a:lnTo>
                    <a:lnTo>
                      <a:pt x="4" y="44"/>
                    </a:lnTo>
                    <a:lnTo>
                      <a:pt x="4" y="46"/>
                    </a:lnTo>
                    <a:lnTo>
                      <a:pt x="11" y="49"/>
                    </a:lnTo>
                    <a:lnTo>
                      <a:pt x="20" y="54"/>
                    </a:lnTo>
                    <a:lnTo>
                      <a:pt x="28" y="59"/>
                    </a:lnTo>
                    <a:lnTo>
                      <a:pt x="35" y="62"/>
                    </a:lnTo>
                    <a:lnTo>
                      <a:pt x="29" y="63"/>
                    </a:lnTo>
                    <a:lnTo>
                      <a:pt x="25" y="64"/>
                    </a:lnTo>
                    <a:lnTo>
                      <a:pt x="21" y="65"/>
                    </a:lnTo>
                    <a:lnTo>
                      <a:pt x="18" y="64"/>
                    </a:lnTo>
                    <a:lnTo>
                      <a:pt x="14" y="63"/>
                    </a:lnTo>
                    <a:lnTo>
                      <a:pt x="10" y="62"/>
                    </a:lnTo>
                    <a:lnTo>
                      <a:pt x="5" y="61"/>
                    </a:lnTo>
                    <a:lnTo>
                      <a:pt x="0"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0" name="Freeform 41">
                <a:extLst>
                  <a:ext uri="{FF2B5EF4-FFF2-40B4-BE49-F238E27FC236}">
                    <a16:creationId xmlns:a16="http://schemas.microsoft.com/office/drawing/2014/main" id="{D4D227B1-2591-47AF-AFDE-2D776D6186DF}"/>
                  </a:ext>
                </a:extLst>
              </p:cNvPr>
              <p:cNvSpPr>
                <a:spLocks/>
              </p:cNvSpPr>
              <p:nvPr/>
            </p:nvSpPr>
            <p:spPr bwMode="auto">
              <a:xfrm>
                <a:off x="4412" y="2745"/>
                <a:ext cx="20" cy="73"/>
              </a:xfrm>
              <a:custGeom>
                <a:avLst/>
                <a:gdLst>
                  <a:gd name="T0" fmla="*/ 20 w 36"/>
                  <a:gd name="T1" fmla="*/ 1 h 131"/>
                  <a:gd name="T2" fmla="*/ 20 w 36"/>
                  <a:gd name="T3" fmla="*/ 15 h 131"/>
                  <a:gd name="T4" fmla="*/ 18 w 36"/>
                  <a:gd name="T5" fmla="*/ 36 h 131"/>
                  <a:gd name="T6" fmla="*/ 16 w 36"/>
                  <a:gd name="T7" fmla="*/ 57 h 131"/>
                  <a:gd name="T8" fmla="*/ 9 w 36"/>
                  <a:gd name="T9" fmla="*/ 73 h 131"/>
                  <a:gd name="T10" fmla="*/ 8 w 36"/>
                  <a:gd name="T11" fmla="*/ 73 h 131"/>
                  <a:gd name="T12" fmla="*/ 5 w 36"/>
                  <a:gd name="T13" fmla="*/ 72 h 131"/>
                  <a:gd name="T14" fmla="*/ 2 w 36"/>
                  <a:gd name="T15" fmla="*/ 71 h 131"/>
                  <a:gd name="T16" fmla="*/ 0 w 36"/>
                  <a:gd name="T17" fmla="*/ 70 h 131"/>
                  <a:gd name="T18" fmla="*/ 1 w 36"/>
                  <a:gd name="T19" fmla="*/ 66 h 131"/>
                  <a:gd name="T20" fmla="*/ 4 w 36"/>
                  <a:gd name="T21" fmla="*/ 59 h 131"/>
                  <a:gd name="T22" fmla="*/ 8 w 36"/>
                  <a:gd name="T23" fmla="*/ 52 h 131"/>
                  <a:gd name="T24" fmla="*/ 10 w 36"/>
                  <a:gd name="T25" fmla="*/ 46 h 131"/>
                  <a:gd name="T26" fmla="*/ 12 w 36"/>
                  <a:gd name="T27" fmla="*/ 41 h 131"/>
                  <a:gd name="T28" fmla="*/ 13 w 36"/>
                  <a:gd name="T29" fmla="*/ 36 h 131"/>
                  <a:gd name="T30" fmla="*/ 14 w 36"/>
                  <a:gd name="T31" fmla="*/ 30 h 131"/>
                  <a:gd name="T32" fmla="*/ 14 w 36"/>
                  <a:gd name="T33" fmla="*/ 24 h 131"/>
                  <a:gd name="T34" fmla="*/ 14 w 36"/>
                  <a:gd name="T35" fmla="*/ 20 h 131"/>
                  <a:gd name="T36" fmla="*/ 16 w 36"/>
                  <a:gd name="T37" fmla="*/ 14 h 131"/>
                  <a:gd name="T38" fmla="*/ 16 w 36"/>
                  <a:gd name="T39" fmla="*/ 7 h 131"/>
                  <a:gd name="T40" fmla="*/ 16 w 36"/>
                  <a:gd name="T41" fmla="*/ 0 h 131"/>
                  <a:gd name="T42" fmla="*/ 17 w 36"/>
                  <a:gd name="T43" fmla="*/ 1 h 131"/>
                  <a:gd name="T44" fmla="*/ 18 w 36"/>
                  <a:gd name="T45" fmla="*/ 1 h 131"/>
                  <a:gd name="T46" fmla="*/ 19 w 36"/>
                  <a:gd name="T47" fmla="*/ 1 h 131"/>
                  <a:gd name="T48" fmla="*/ 20 w 36"/>
                  <a:gd name="T49" fmla="*/ 1 h 1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 h="131">
                    <a:moveTo>
                      <a:pt x="36" y="2"/>
                    </a:moveTo>
                    <a:lnTo>
                      <a:pt x="36" y="27"/>
                    </a:lnTo>
                    <a:lnTo>
                      <a:pt x="33" y="65"/>
                    </a:lnTo>
                    <a:lnTo>
                      <a:pt x="28" y="103"/>
                    </a:lnTo>
                    <a:lnTo>
                      <a:pt x="17" y="131"/>
                    </a:lnTo>
                    <a:lnTo>
                      <a:pt x="14" y="131"/>
                    </a:lnTo>
                    <a:lnTo>
                      <a:pt x="9" y="129"/>
                    </a:lnTo>
                    <a:lnTo>
                      <a:pt x="4" y="127"/>
                    </a:lnTo>
                    <a:lnTo>
                      <a:pt x="0" y="126"/>
                    </a:lnTo>
                    <a:lnTo>
                      <a:pt x="2" y="118"/>
                    </a:lnTo>
                    <a:lnTo>
                      <a:pt x="8" y="106"/>
                    </a:lnTo>
                    <a:lnTo>
                      <a:pt x="14" y="93"/>
                    </a:lnTo>
                    <a:lnTo>
                      <a:pt x="18" y="83"/>
                    </a:lnTo>
                    <a:lnTo>
                      <a:pt x="22" y="74"/>
                    </a:lnTo>
                    <a:lnTo>
                      <a:pt x="24" y="64"/>
                    </a:lnTo>
                    <a:lnTo>
                      <a:pt x="25" y="54"/>
                    </a:lnTo>
                    <a:lnTo>
                      <a:pt x="25" y="43"/>
                    </a:lnTo>
                    <a:lnTo>
                      <a:pt x="26" y="36"/>
                    </a:lnTo>
                    <a:lnTo>
                      <a:pt x="28" y="26"/>
                    </a:lnTo>
                    <a:lnTo>
                      <a:pt x="28" y="13"/>
                    </a:lnTo>
                    <a:lnTo>
                      <a:pt x="29" y="0"/>
                    </a:lnTo>
                    <a:lnTo>
                      <a:pt x="31" y="1"/>
                    </a:lnTo>
                    <a:lnTo>
                      <a:pt x="32" y="1"/>
                    </a:lnTo>
                    <a:lnTo>
                      <a:pt x="34" y="2"/>
                    </a:lnTo>
                    <a:lnTo>
                      <a:pt x="36" y="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1" name="Freeform 42">
                <a:extLst>
                  <a:ext uri="{FF2B5EF4-FFF2-40B4-BE49-F238E27FC236}">
                    <a16:creationId xmlns:a16="http://schemas.microsoft.com/office/drawing/2014/main" id="{A601E7D1-BAD8-498F-ADA8-10BD9A67C8F5}"/>
                  </a:ext>
                </a:extLst>
              </p:cNvPr>
              <p:cNvSpPr>
                <a:spLocks/>
              </p:cNvSpPr>
              <p:nvPr/>
            </p:nvSpPr>
            <p:spPr bwMode="auto">
              <a:xfrm>
                <a:off x="4289" y="2439"/>
                <a:ext cx="18" cy="69"/>
              </a:xfrm>
              <a:custGeom>
                <a:avLst/>
                <a:gdLst>
                  <a:gd name="T0" fmla="*/ 1 w 34"/>
                  <a:gd name="T1" fmla="*/ 56 h 124"/>
                  <a:gd name="T2" fmla="*/ 2 w 34"/>
                  <a:gd name="T3" fmla="*/ 53 h 124"/>
                  <a:gd name="T4" fmla="*/ 3 w 34"/>
                  <a:gd name="T5" fmla="*/ 51 h 124"/>
                  <a:gd name="T6" fmla="*/ 3 w 34"/>
                  <a:gd name="T7" fmla="*/ 49 h 124"/>
                  <a:gd name="T8" fmla="*/ 4 w 34"/>
                  <a:gd name="T9" fmla="*/ 47 h 124"/>
                  <a:gd name="T10" fmla="*/ 6 w 34"/>
                  <a:gd name="T11" fmla="*/ 45 h 124"/>
                  <a:gd name="T12" fmla="*/ 8 w 34"/>
                  <a:gd name="T13" fmla="*/ 41 h 124"/>
                  <a:gd name="T14" fmla="*/ 8 w 34"/>
                  <a:gd name="T15" fmla="*/ 37 h 124"/>
                  <a:gd name="T16" fmla="*/ 7 w 34"/>
                  <a:gd name="T17" fmla="*/ 34 h 124"/>
                  <a:gd name="T18" fmla="*/ 4 w 34"/>
                  <a:gd name="T19" fmla="*/ 31 h 124"/>
                  <a:gd name="T20" fmla="*/ 1 w 34"/>
                  <a:gd name="T21" fmla="*/ 27 h 124"/>
                  <a:gd name="T22" fmla="*/ 0 w 34"/>
                  <a:gd name="T23" fmla="*/ 22 h 124"/>
                  <a:gd name="T24" fmla="*/ 1 w 34"/>
                  <a:gd name="T25" fmla="*/ 18 h 124"/>
                  <a:gd name="T26" fmla="*/ 3 w 34"/>
                  <a:gd name="T27" fmla="*/ 13 h 124"/>
                  <a:gd name="T28" fmla="*/ 6 w 34"/>
                  <a:gd name="T29" fmla="*/ 8 h 124"/>
                  <a:gd name="T30" fmla="*/ 11 w 34"/>
                  <a:gd name="T31" fmla="*/ 3 h 124"/>
                  <a:gd name="T32" fmla="*/ 16 w 34"/>
                  <a:gd name="T33" fmla="*/ 0 h 124"/>
                  <a:gd name="T34" fmla="*/ 17 w 34"/>
                  <a:gd name="T35" fmla="*/ 4 h 124"/>
                  <a:gd name="T36" fmla="*/ 16 w 34"/>
                  <a:gd name="T37" fmla="*/ 9 h 124"/>
                  <a:gd name="T38" fmla="*/ 15 w 34"/>
                  <a:gd name="T39" fmla="*/ 17 h 124"/>
                  <a:gd name="T40" fmla="*/ 15 w 34"/>
                  <a:gd name="T41" fmla="*/ 22 h 124"/>
                  <a:gd name="T42" fmla="*/ 17 w 34"/>
                  <a:gd name="T43" fmla="*/ 27 h 124"/>
                  <a:gd name="T44" fmla="*/ 18 w 34"/>
                  <a:gd name="T45" fmla="*/ 34 h 124"/>
                  <a:gd name="T46" fmla="*/ 17 w 34"/>
                  <a:gd name="T47" fmla="*/ 40 h 124"/>
                  <a:gd name="T48" fmla="*/ 16 w 34"/>
                  <a:gd name="T49" fmla="*/ 44 h 124"/>
                  <a:gd name="T50" fmla="*/ 13 w 34"/>
                  <a:gd name="T51" fmla="*/ 47 h 124"/>
                  <a:gd name="T52" fmla="*/ 11 w 34"/>
                  <a:gd name="T53" fmla="*/ 50 h 124"/>
                  <a:gd name="T54" fmla="*/ 8 w 34"/>
                  <a:gd name="T55" fmla="*/ 52 h 124"/>
                  <a:gd name="T56" fmla="*/ 5 w 34"/>
                  <a:gd name="T57" fmla="*/ 54 h 124"/>
                  <a:gd name="T58" fmla="*/ 5 w 34"/>
                  <a:gd name="T59" fmla="*/ 57 h 124"/>
                  <a:gd name="T60" fmla="*/ 5 w 34"/>
                  <a:gd name="T61" fmla="*/ 61 h 124"/>
                  <a:gd name="T62" fmla="*/ 5 w 34"/>
                  <a:gd name="T63" fmla="*/ 66 h 124"/>
                  <a:gd name="T64" fmla="*/ 7 w 34"/>
                  <a:gd name="T65" fmla="*/ 69 h 124"/>
                  <a:gd name="T66" fmla="*/ 5 w 34"/>
                  <a:gd name="T67" fmla="*/ 68 h 124"/>
                  <a:gd name="T68" fmla="*/ 4 w 34"/>
                  <a:gd name="T69" fmla="*/ 67 h 124"/>
                  <a:gd name="T70" fmla="*/ 3 w 34"/>
                  <a:gd name="T71" fmla="*/ 66 h 124"/>
                  <a:gd name="T72" fmla="*/ 1 w 34"/>
                  <a:gd name="T73" fmla="*/ 65 h 124"/>
                  <a:gd name="T74" fmla="*/ 1 w 34"/>
                  <a:gd name="T75" fmla="*/ 63 h 124"/>
                  <a:gd name="T76" fmla="*/ 1 w 34"/>
                  <a:gd name="T77" fmla="*/ 61 h 124"/>
                  <a:gd name="T78" fmla="*/ 1 w 34"/>
                  <a:gd name="T79" fmla="*/ 59 h 124"/>
                  <a:gd name="T80" fmla="*/ 1 w 34"/>
                  <a:gd name="T81" fmla="*/ 56 h 1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4" h="124">
                    <a:moveTo>
                      <a:pt x="2" y="101"/>
                    </a:moveTo>
                    <a:lnTo>
                      <a:pt x="3" y="95"/>
                    </a:lnTo>
                    <a:lnTo>
                      <a:pt x="5" y="92"/>
                    </a:lnTo>
                    <a:lnTo>
                      <a:pt x="6" y="88"/>
                    </a:lnTo>
                    <a:lnTo>
                      <a:pt x="8" y="85"/>
                    </a:lnTo>
                    <a:lnTo>
                      <a:pt x="11" y="80"/>
                    </a:lnTo>
                    <a:lnTo>
                      <a:pt x="15" y="74"/>
                    </a:lnTo>
                    <a:lnTo>
                      <a:pt x="16" y="67"/>
                    </a:lnTo>
                    <a:lnTo>
                      <a:pt x="14" y="61"/>
                    </a:lnTo>
                    <a:lnTo>
                      <a:pt x="7" y="55"/>
                    </a:lnTo>
                    <a:lnTo>
                      <a:pt x="2" y="48"/>
                    </a:lnTo>
                    <a:lnTo>
                      <a:pt x="0" y="40"/>
                    </a:lnTo>
                    <a:lnTo>
                      <a:pt x="1" y="32"/>
                    </a:lnTo>
                    <a:lnTo>
                      <a:pt x="6" y="23"/>
                    </a:lnTo>
                    <a:lnTo>
                      <a:pt x="11" y="14"/>
                    </a:lnTo>
                    <a:lnTo>
                      <a:pt x="21" y="6"/>
                    </a:lnTo>
                    <a:lnTo>
                      <a:pt x="31" y="0"/>
                    </a:lnTo>
                    <a:lnTo>
                      <a:pt x="32" y="7"/>
                    </a:lnTo>
                    <a:lnTo>
                      <a:pt x="30" y="17"/>
                    </a:lnTo>
                    <a:lnTo>
                      <a:pt x="29" y="30"/>
                    </a:lnTo>
                    <a:lnTo>
                      <a:pt x="29" y="39"/>
                    </a:lnTo>
                    <a:lnTo>
                      <a:pt x="32" y="49"/>
                    </a:lnTo>
                    <a:lnTo>
                      <a:pt x="34" y="61"/>
                    </a:lnTo>
                    <a:lnTo>
                      <a:pt x="33" y="71"/>
                    </a:lnTo>
                    <a:lnTo>
                      <a:pt x="30" y="79"/>
                    </a:lnTo>
                    <a:lnTo>
                      <a:pt x="25" y="85"/>
                    </a:lnTo>
                    <a:lnTo>
                      <a:pt x="20" y="90"/>
                    </a:lnTo>
                    <a:lnTo>
                      <a:pt x="15" y="94"/>
                    </a:lnTo>
                    <a:lnTo>
                      <a:pt x="9" y="97"/>
                    </a:lnTo>
                    <a:lnTo>
                      <a:pt x="9" y="103"/>
                    </a:lnTo>
                    <a:lnTo>
                      <a:pt x="9" y="110"/>
                    </a:lnTo>
                    <a:lnTo>
                      <a:pt x="10" y="118"/>
                    </a:lnTo>
                    <a:lnTo>
                      <a:pt x="13" y="124"/>
                    </a:lnTo>
                    <a:lnTo>
                      <a:pt x="10" y="122"/>
                    </a:lnTo>
                    <a:lnTo>
                      <a:pt x="7" y="121"/>
                    </a:lnTo>
                    <a:lnTo>
                      <a:pt x="5" y="118"/>
                    </a:lnTo>
                    <a:lnTo>
                      <a:pt x="2" y="117"/>
                    </a:lnTo>
                    <a:lnTo>
                      <a:pt x="2" y="114"/>
                    </a:lnTo>
                    <a:lnTo>
                      <a:pt x="2" y="110"/>
                    </a:lnTo>
                    <a:lnTo>
                      <a:pt x="2" y="106"/>
                    </a:lnTo>
                    <a:lnTo>
                      <a:pt x="2"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2" name="Freeform 43">
                <a:extLst>
                  <a:ext uri="{FF2B5EF4-FFF2-40B4-BE49-F238E27FC236}">
                    <a16:creationId xmlns:a16="http://schemas.microsoft.com/office/drawing/2014/main" id="{3B7C456A-D7EA-4764-B8A1-34295AB2C572}"/>
                  </a:ext>
                </a:extLst>
              </p:cNvPr>
              <p:cNvSpPr>
                <a:spLocks/>
              </p:cNvSpPr>
              <p:nvPr/>
            </p:nvSpPr>
            <p:spPr bwMode="auto">
              <a:xfrm>
                <a:off x="4366" y="2741"/>
                <a:ext cx="31" cy="16"/>
              </a:xfrm>
              <a:custGeom>
                <a:avLst/>
                <a:gdLst>
                  <a:gd name="T0" fmla="*/ 1 w 55"/>
                  <a:gd name="T1" fmla="*/ 11 h 30"/>
                  <a:gd name="T2" fmla="*/ 1 w 55"/>
                  <a:gd name="T3" fmla="*/ 8 h 30"/>
                  <a:gd name="T4" fmla="*/ 0 w 55"/>
                  <a:gd name="T5" fmla="*/ 6 h 30"/>
                  <a:gd name="T6" fmla="*/ 0 w 55"/>
                  <a:gd name="T7" fmla="*/ 3 h 30"/>
                  <a:gd name="T8" fmla="*/ 0 w 55"/>
                  <a:gd name="T9" fmla="*/ 1 h 30"/>
                  <a:gd name="T10" fmla="*/ 2 w 55"/>
                  <a:gd name="T11" fmla="*/ 1 h 30"/>
                  <a:gd name="T12" fmla="*/ 4 w 55"/>
                  <a:gd name="T13" fmla="*/ 0 h 30"/>
                  <a:gd name="T14" fmla="*/ 7 w 55"/>
                  <a:gd name="T15" fmla="*/ 0 h 30"/>
                  <a:gd name="T16" fmla="*/ 10 w 55"/>
                  <a:gd name="T17" fmla="*/ 0 h 30"/>
                  <a:gd name="T18" fmla="*/ 12 w 55"/>
                  <a:gd name="T19" fmla="*/ 0 h 30"/>
                  <a:gd name="T20" fmla="*/ 15 w 55"/>
                  <a:gd name="T21" fmla="*/ 0 h 30"/>
                  <a:gd name="T22" fmla="*/ 17 w 55"/>
                  <a:gd name="T23" fmla="*/ 0 h 30"/>
                  <a:gd name="T24" fmla="*/ 19 w 55"/>
                  <a:gd name="T25" fmla="*/ 0 h 30"/>
                  <a:gd name="T26" fmla="*/ 17 w 55"/>
                  <a:gd name="T27" fmla="*/ 3 h 30"/>
                  <a:gd name="T28" fmla="*/ 15 w 55"/>
                  <a:gd name="T29" fmla="*/ 4 h 30"/>
                  <a:gd name="T30" fmla="*/ 15 w 55"/>
                  <a:gd name="T31" fmla="*/ 6 h 30"/>
                  <a:gd name="T32" fmla="*/ 15 w 55"/>
                  <a:gd name="T33" fmla="*/ 6 h 30"/>
                  <a:gd name="T34" fmla="*/ 17 w 55"/>
                  <a:gd name="T35" fmla="*/ 8 h 30"/>
                  <a:gd name="T36" fmla="*/ 20 w 55"/>
                  <a:gd name="T37" fmla="*/ 11 h 30"/>
                  <a:gd name="T38" fmla="*/ 25 w 55"/>
                  <a:gd name="T39" fmla="*/ 14 h 30"/>
                  <a:gd name="T40" fmla="*/ 31 w 55"/>
                  <a:gd name="T41" fmla="*/ 15 h 30"/>
                  <a:gd name="T42" fmla="*/ 29 w 55"/>
                  <a:gd name="T43" fmla="*/ 15 h 30"/>
                  <a:gd name="T44" fmla="*/ 26 w 55"/>
                  <a:gd name="T45" fmla="*/ 15 h 30"/>
                  <a:gd name="T46" fmla="*/ 23 w 55"/>
                  <a:gd name="T47" fmla="*/ 16 h 30"/>
                  <a:gd name="T48" fmla="*/ 20 w 55"/>
                  <a:gd name="T49" fmla="*/ 16 h 30"/>
                  <a:gd name="T50" fmla="*/ 16 w 55"/>
                  <a:gd name="T51" fmla="*/ 15 h 30"/>
                  <a:gd name="T52" fmla="*/ 12 w 55"/>
                  <a:gd name="T53" fmla="*/ 14 h 30"/>
                  <a:gd name="T54" fmla="*/ 6 w 55"/>
                  <a:gd name="T55" fmla="*/ 13 h 30"/>
                  <a:gd name="T56" fmla="*/ 1 w 55"/>
                  <a:gd name="T57" fmla="*/ 11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30">
                    <a:moveTo>
                      <a:pt x="2" y="20"/>
                    </a:moveTo>
                    <a:lnTo>
                      <a:pt x="1" y="15"/>
                    </a:lnTo>
                    <a:lnTo>
                      <a:pt x="0" y="11"/>
                    </a:lnTo>
                    <a:lnTo>
                      <a:pt x="0" y="5"/>
                    </a:lnTo>
                    <a:lnTo>
                      <a:pt x="0" y="2"/>
                    </a:lnTo>
                    <a:lnTo>
                      <a:pt x="3" y="2"/>
                    </a:lnTo>
                    <a:lnTo>
                      <a:pt x="7" y="0"/>
                    </a:lnTo>
                    <a:lnTo>
                      <a:pt x="12" y="0"/>
                    </a:lnTo>
                    <a:lnTo>
                      <a:pt x="17" y="0"/>
                    </a:lnTo>
                    <a:lnTo>
                      <a:pt x="22" y="0"/>
                    </a:lnTo>
                    <a:lnTo>
                      <a:pt x="27" y="0"/>
                    </a:lnTo>
                    <a:lnTo>
                      <a:pt x="31" y="0"/>
                    </a:lnTo>
                    <a:lnTo>
                      <a:pt x="34" y="0"/>
                    </a:lnTo>
                    <a:lnTo>
                      <a:pt x="30" y="5"/>
                    </a:lnTo>
                    <a:lnTo>
                      <a:pt x="27" y="7"/>
                    </a:lnTo>
                    <a:lnTo>
                      <a:pt x="27" y="11"/>
                    </a:lnTo>
                    <a:lnTo>
                      <a:pt x="27" y="12"/>
                    </a:lnTo>
                    <a:lnTo>
                      <a:pt x="30" y="15"/>
                    </a:lnTo>
                    <a:lnTo>
                      <a:pt x="35" y="21"/>
                    </a:lnTo>
                    <a:lnTo>
                      <a:pt x="44" y="27"/>
                    </a:lnTo>
                    <a:lnTo>
                      <a:pt x="55" y="28"/>
                    </a:lnTo>
                    <a:lnTo>
                      <a:pt x="52" y="29"/>
                    </a:lnTo>
                    <a:lnTo>
                      <a:pt x="47" y="29"/>
                    </a:lnTo>
                    <a:lnTo>
                      <a:pt x="41" y="30"/>
                    </a:lnTo>
                    <a:lnTo>
                      <a:pt x="35" y="30"/>
                    </a:lnTo>
                    <a:lnTo>
                      <a:pt x="29" y="29"/>
                    </a:lnTo>
                    <a:lnTo>
                      <a:pt x="21" y="27"/>
                    </a:lnTo>
                    <a:lnTo>
                      <a:pt x="11" y="25"/>
                    </a:lnTo>
                    <a:lnTo>
                      <a:pt x="2"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3" name="Freeform 44">
                <a:extLst>
                  <a:ext uri="{FF2B5EF4-FFF2-40B4-BE49-F238E27FC236}">
                    <a16:creationId xmlns:a16="http://schemas.microsoft.com/office/drawing/2014/main" id="{19211F5B-0CA3-4858-9E85-359693A9E26E}"/>
                  </a:ext>
                </a:extLst>
              </p:cNvPr>
              <p:cNvSpPr>
                <a:spLocks/>
              </p:cNvSpPr>
              <p:nvPr/>
            </p:nvSpPr>
            <p:spPr bwMode="auto">
              <a:xfrm>
                <a:off x="4367" y="2753"/>
                <a:ext cx="29" cy="19"/>
              </a:xfrm>
              <a:custGeom>
                <a:avLst/>
                <a:gdLst>
                  <a:gd name="T0" fmla="*/ 2 w 52"/>
                  <a:gd name="T1" fmla="*/ 15 h 35"/>
                  <a:gd name="T2" fmla="*/ 1 w 52"/>
                  <a:gd name="T3" fmla="*/ 12 h 35"/>
                  <a:gd name="T4" fmla="*/ 0 w 52"/>
                  <a:gd name="T5" fmla="*/ 8 h 35"/>
                  <a:gd name="T6" fmla="*/ 1 w 52"/>
                  <a:gd name="T7" fmla="*/ 3 h 35"/>
                  <a:gd name="T8" fmla="*/ 2 w 52"/>
                  <a:gd name="T9" fmla="*/ 0 h 35"/>
                  <a:gd name="T10" fmla="*/ 5 w 52"/>
                  <a:gd name="T11" fmla="*/ 2 h 35"/>
                  <a:gd name="T12" fmla="*/ 9 w 52"/>
                  <a:gd name="T13" fmla="*/ 4 h 35"/>
                  <a:gd name="T14" fmla="*/ 13 w 52"/>
                  <a:gd name="T15" fmla="*/ 6 h 35"/>
                  <a:gd name="T16" fmla="*/ 18 w 52"/>
                  <a:gd name="T17" fmla="*/ 6 h 35"/>
                  <a:gd name="T18" fmla="*/ 19 w 52"/>
                  <a:gd name="T19" fmla="*/ 9 h 35"/>
                  <a:gd name="T20" fmla="*/ 21 w 52"/>
                  <a:gd name="T21" fmla="*/ 12 h 35"/>
                  <a:gd name="T22" fmla="*/ 25 w 52"/>
                  <a:gd name="T23" fmla="*/ 16 h 35"/>
                  <a:gd name="T24" fmla="*/ 29 w 52"/>
                  <a:gd name="T25" fmla="*/ 19 h 35"/>
                  <a:gd name="T26" fmla="*/ 26 w 52"/>
                  <a:gd name="T27" fmla="*/ 18 h 35"/>
                  <a:gd name="T28" fmla="*/ 22 w 52"/>
                  <a:gd name="T29" fmla="*/ 18 h 35"/>
                  <a:gd name="T30" fmla="*/ 18 w 52"/>
                  <a:gd name="T31" fmla="*/ 17 h 35"/>
                  <a:gd name="T32" fmla="*/ 15 w 52"/>
                  <a:gd name="T33" fmla="*/ 16 h 35"/>
                  <a:gd name="T34" fmla="*/ 11 w 52"/>
                  <a:gd name="T35" fmla="*/ 16 h 35"/>
                  <a:gd name="T36" fmla="*/ 7 w 52"/>
                  <a:gd name="T37" fmla="*/ 15 h 35"/>
                  <a:gd name="T38" fmla="*/ 4 w 52"/>
                  <a:gd name="T39" fmla="*/ 15 h 35"/>
                  <a:gd name="T40" fmla="*/ 2 w 52"/>
                  <a:gd name="T41" fmla="*/ 15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35">
                    <a:moveTo>
                      <a:pt x="3" y="27"/>
                    </a:moveTo>
                    <a:lnTo>
                      <a:pt x="1" y="22"/>
                    </a:lnTo>
                    <a:lnTo>
                      <a:pt x="0" y="14"/>
                    </a:lnTo>
                    <a:lnTo>
                      <a:pt x="1" y="6"/>
                    </a:lnTo>
                    <a:lnTo>
                      <a:pt x="3" y="0"/>
                    </a:lnTo>
                    <a:lnTo>
                      <a:pt x="9" y="4"/>
                    </a:lnTo>
                    <a:lnTo>
                      <a:pt x="16" y="7"/>
                    </a:lnTo>
                    <a:lnTo>
                      <a:pt x="24" y="11"/>
                    </a:lnTo>
                    <a:lnTo>
                      <a:pt x="32" y="11"/>
                    </a:lnTo>
                    <a:lnTo>
                      <a:pt x="34" y="17"/>
                    </a:lnTo>
                    <a:lnTo>
                      <a:pt x="38" y="23"/>
                    </a:lnTo>
                    <a:lnTo>
                      <a:pt x="44" y="29"/>
                    </a:lnTo>
                    <a:lnTo>
                      <a:pt x="52" y="35"/>
                    </a:lnTo>
                    <a:lnTo>
                      <a:pt x="47" y="34"/>
                    </a:lnTo>
                    <a:lnTo>
                      <a:pt x="40" y="33"/>
                    </a:lnTo>
                    <a:lnTo>
                      <a:pt x="33" y="32"/>
                    </a:lnTo>
                    <a:lnTo>
                      <a:pt x="26" y="30"/>
                    </a:lnTo>
                    <a:lnTo>
                      <a:pt x="20" y="29"/>
                    </a:lnTo>
                    <a:lnTo>
                      <a:pt x="13" y="28"/>
                    </a:lnTo>
                    <a:lnTo>
                      <a:pt x="7" y="28"/>
                    </a:lnTo>
                    <a:lnTo>
                      <a:pt x="3" y="2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4" name="Freeform 45">
                <a:extLst>
                  <a:ext uri="{FF2B5EF4-FFF2-40B4-BE49-F238E27FC236}">
                    <a16:creationId xmlns:a16="http://schemas.microsoft.com/office/drawing/2014/main" id="{C02ED4B6-8B8D-42D8-9D12-7F490F70395D}"/>
                  </a:ext>
                </a:extLst>
              </p:cNvPr>
              <p:cNvSpPr>
                <a:spLocks/>
              </p:cNvSpPr>
              <p:nvPr/>
            </p:nvSpPr>
            <p:spPr bwMode="auto">
              <a:xfrm>
                <a:off x="4376" y="2771"/>
                <a:ext cx="15" cy="13"/>
              </a:xfrm>
              <a:custGeom>
                <a:avLst/>
                <a:gdLst>
                  <a:gd name="T0" fmla="*/ 1 w 29"/>
                  <a:gd name="T1" fmla="*/ 0 h 23"/>
                  <a:gd name="T2" fmla="*/ 0 w 29"/>
                  <a:gd name="T3" fmla="*/ 3 h 23"/>
                  <a:gd name="T4" fmla="*/ 1 w 29"/>
                  <a:gd name="T5" fmla="*/ 7 h 23"/>
                  <a:gd name="T6" fmla="*/ 2 w 29"/>
                  <a:gd name="T7" fmla="*/ 11 h 23"/>
                  <a:gd name="T8" fmla="*/ 3 w 29"/>
                  <a:gd name="T9" fmla="*/ 13 h 23"/>
                  <a:gd name="T10" fmla="*/ 6 w 29"/>
                  <a:gd name="T11" fmla="*/ 13 h 23"/>
                  <a:gd name="T12" fmla="*/ 10 w 29"/>
                  <a:gd name="T13" fmla="*/ 11 h 23"/>
                  <a:gd name="T14" fmla="*/ 14 w 29"/>
                  <a:gd name="T15" fmla="*/ 8 h 23"/>
                  <a:gd name="T16" fmla="*/ 15 w 29"/>
                  <a:gd name="T17" fmla="*/ 2 h 23"/>
                  <a:gd name="T18" fmla="*/ 11 w 29"/>
                  <a:gd name="T19" fmla="*/ 2 h 23"/>
                  <a:gd name="T20" fmla="*/ 8 w 29"/>
                  <a:gd name="T21" fmla="*/ 2 h 23"/>
                  <a:gd name="T22" fmla="*/ 4 w 29"/>
                  <a:gd name="T23" fmla="*/ 1 h 23"/>
                  <a:gd name="T24" fmla="*/ 1 w 29"/>
                  <a:gd name="T25" fmla="*/ 0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3">
                    <a:moveTo>
                      <a:pt x="1" y="0"/>
                    </a:moveTo>
                    <a:lnTo>
                      <a:pt x="0" y="5"/>
                    </a:lnTo>
                    <a:lnTo>
                      <a:pt x="1" y="12"/>
                    </a:lnTo>
                    <a:lnTo>
                      <a:pt x="4" y="19"/>
                    </a:lnTo>
                    <a:lnTo>
                      <a:pt x="6" y="23"/>
                    </a:lnTo>
                    <a:lnTo>
                      <a:pt x="12" y="23"/>
                    </a:lnTo>
                    <a:lnTo>
                      <a:pt x="20" y="20"/>
                    </a:lnTo>
                    <a:lnTo>
                      <a:pt x="27" y="15"/>
                    </a:lnTo>
                    <a:lnTo>
                      <a:pt x="29" y="4"/>
                    </a:lnTo>
                    <a:lnTo>
                      <a:pt x="22" y="4"/>
                    </a:lnTo>
                    <a:lnTo>
                      <a:pt x="15" y="3"/>
                    </a:lnTo>
                    <a:lnTo>
                      <a:pt x="7" y="2"/>
                    </a:lnTo>
                    <a:lnTo>
                      <a:pt x="1"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5" name="Freeform 46">
                <a:extLst>
                  <a:ext uri="{FF2B5EF4-FFF2-40B4-BE49-F238E27FC236}">
                    <a16:creationId xmlns:a16="http://schemas.microsoft.com/office/drawing/2014/main" id="{BD559A9E-D1B5-4F8F-9EB6-131FBF58CA5D}"/>
                  </a:ext>
                </a:extLst>
              </p:cNvPr>
              <p:cNvSpPr>
                <a:spLocks/>
              </p:cNvSpPr>
              <p:nvPr/>
            </p:nvSpPr>
            <p:spPr bwMode="auto">
              <a:xfrm>
                <a:off x="4389" y="2722"/>
                <a:ext cx="40" cy="67"/>
              </a:xfrm>
              <a:custGeom>
                <a:avLst/>
                <a:gdLst>
                  <a:gd name="T0" fmla="*/ 40 w 72"/>
                  <a:gd name="T1" fmla="*/ 0 h 122"/>
                  <a:gd name="T2" fmla="*/ 39 w 72"/>
                  <a:gd name="T3" fmla="*/ 3 h 122"/>
                  <a:gd name="T4" fmla="*/ 39 w 72"/>
                  <a:gd name="T5" fmla="*/ 7 h 122"/>
                  <a:gd name="T6" fmla="*/ 40 w 72"/>
                  <a:gd name="T7" fmla="*/ 9 h 122"/>
                  <a:gd name="T8" fmla="*/ 40 w 72"/>
                  <a:gd name="T9" fmla="*/ 12 h 122"/>
                  <a:gd name="T10" fmla="*/ 40 w 72"/>
                  <a:gd name="T11" fmla="*/ 18 h 122"/>
                  <a:gd name="T12" fmla="*/ 39 w 72"/>
                  <a:gd name="T13" fmla="*/ 30 h 122"/>
                  <a:gd name="T14" fmla="*/ 38 w 72"/>
                  <a:gd name="T15" fmla="*/ 41 h 122"/>
                  <a:gd name="T16" fmla="*/ 38 w 72"/>
                  <a:gd name="T17" fmla="*/ 47 h 122"/>
                  <a:gd name="T18" fmla="*/ 37 w 72"/>
                  <a:gd name="T19" fmla="*/ 49 h 122"/>
                  <a:gd name="T20" fmla="*/ 34 w 72"/>
                  <a:gd name="T21" fmla="*/ 51 h 122"/>
                  <a:gd name="T22" fmla="*/ 32 w 72"/>
                  <a:gd name="T23" fmla="*/ 54 h 122"/>
                  <a:gd name="T24" fmla="*/ 29 w 72"/>
                  <a:gd name="T25" fmla="*/ 57 h 122"/>
                  <a:gd name="T26" fmla="*/ 26 w 72"/>
                  <a:gd name="T27" fmla="*/ 59 h 122"/>
                  <a:gd name="T28" fmla="*/ 23 w 72"/>
                  <a:gd name="T29" fmla="*/ 62 h 122"/>
                  <a:gd name="T30" fmla="*/ 20 w 72"/>
                  <a:gd name="T31" fmla="*/ 64 h 122"/>
                  <a:gd name="T32" fmla="*/ 19 w 72"/>
                  <a:gd name="T33" fmla="*/ 65 h 122"/>
                  <a:gd name="T34" fmla="*/ 17 w 72"/>
                  <a:gd name="T35" fmla="*/ 66 h 122"/>
                  <a:gd name="T36" fmla="*/ 16 w 72"/>
                  <a:gd name="T37" fmla="*/ 67 h 122"/>
                  <a:gd name="T38" fmla="*/ 13 w 72"/>
                  <a:gd name="T39" fmla="*/ 67 h 122"/>
                  <a:gd name="T40" fmla="*/ 12 w 72"/>
                  <a:gd name="T41" fmla="*/ 67 h 122"/>
                  <a:gd name="T42" fmla="*/ 10 w 72"/>
                  <a:gd name="T43" fmla="*/ 67 h 122"/>
                  <a:gd name="T44" fmla="*/ 7 w 72"/>
                  <a:gd name="T45" fmla="*/ 67 h 122"/>
                  <a:gd name="T46" fmla="*/ 3 w 72"/>
                  <a:gd name="T47" fmla="*/ 67 h 122"/>
                  <a:gd name="T48" fmla="*/ 0 w 72"/>
                  <a:gd name="T49" fmla="*/ 67 h 122"/>
                  <a:gd name="T50" fmla="*/ 4 w 72"/>
                  <a:gd name="T51" fmla="*/ 66 h 122"/>
                  <a:gd name="T52" fmla="*/ 8 w 72"/>
                  <a:gd name="T53" fmla="*/ 66 h 122"/>
                  <a:gd name="T54" fmla="*/ 11 w 72"/>
                  <a:gd name="T55" fmla="*/ 65 h 122"/>
                  <a:gd name="T56" fmla="*/ 13 w 72"/>
                  <a:gd name="T57" fmla="*/ 63 h 122"/>
                  <a:gd name="T58" fmla="*/ 17 w 72"/>
                  <a:gd name="T59" fmla="*/ 59 h 122"/>
                  <a:gd name="T60" fmla="*/ 23 w 72"/>
                  <a:gd name="T61" fmla="*/ 54 h 122"/>
                  <a:gd name="T62" fmla="*/ 28 w 72"/>
                  <a:gd name="T63" fmla="*/ 49 h 122"/>
                  <a:gd name="T64" fmla="*/ 32 w 72"/>
                  <a:gd name="T65" fmla="*/ 47 h 122"/>
                  <a:gd name="T66" fmla="*/ 31 w 72"/>
                  <a:gd name="T67" fmla="*/ 41 h 122"/>
                  <a:gd name="T68" fmla="*/ 32 w 72"/>
                  <a:gd name="T69" fmla="*/ 35 h 122"/>
                  <a:gd name="T70" fmla="*/ 32 w 72"/>
                  <a:gd name="T71" fmla="*/ 30 h 122"/>
                  <a:gd name="T72" fmla="*/ 34 w 72"/>
                  <a:gd name="T73" fmla="*/ 26 h 122"/>
                  <a:gd name="T74" fmla="*/ 36 w 72"/>
                  <a:gd name="T75" fmla="*/ 24 h 122"/>
                  <a:gd name="T76" fmla="*/ 37 w 72"/>
                  <a:gd name="T77" fmla="*/ 20 h 122"/>
                  <a:gd name="T78" fmla="*/ 37 w 72"/>
                  <a:gd name="T79" fmla="*/ 17 h 122"/>
                  <a:gd name="T80" fmla="*/ 34 w 72"/>
                  <a:gd name="T81" fmla="*/ 14 h 122"/>
                  <a:gd name="T82" fmla="*/ 33 w 72"/>
                  <a:gd name="T83" fmla="*/ 13 h 122"/>
                  <a:gd name="T84" fmla="*/ 32 w 72"/>
                  <a:gd name="T85" fmla="*/ 12 h 122"/>
                  <a:gd name="T86" fmla="*/ 31 w 72"/>
                  <a:gd name="T87" fmla="*/ 10 h 122"/>
                  <a:gd name="T88" fmla="*/ 32 w 72"/>
                  <a:gd name="T89" fmla="*/ 8 h 122"/>
                  <a:gd name="T90" fmla="*/ 33 w 72"/>
                  <a:gd name="T91" fmla="*/ 7 h 122"/>
                  <a:gd name="T92" fmla="*/ 36 w 72"/>
                  <a:gd name="T93" fmla="*/ 4 h 122"/>
                  <a:gd name="T94" fmla="*/ 38 w 72"/>
                  <a:gd name="T95" fmla="*/ 2 h 122"/>
                  <a:gd name="T96" fmla="*/ 40 w 72"/>
                  <a:gd name="T97" fmla="*/ 0 h 12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2" h="122">
                    <a:moveTo>
                      <a:pt x="72" y="0"/>
                    </a:moveTo>
                    <a:lnTo>
                      <a:pt x="71" y="6"/>
                    </a:lnTo>
                    <a:lnTo>
                      <a:pt x="71" y="13"/>
                    </a:lnTo>
                    <a:lnTo>
                      <a:pt x="72" y="17"/>
                    </a:lnTo>
                    <a:lnTo>
                      <a:pt x="72" y="22"/>
                    </a:lnTo>
                    <a:lnTo>
                      <a:pt x="72" y="33"/>
                    </a:lnTo>
                    <a:lnTo>
                      <a:pt x="71" y="54"/>
                    </a:lnTo>
                    <a:lnTo>
                      <a:pt x="69" y="75"/>
                    </a:lnTo>
                    <a:lnTo>
                      <a:pt x="68" y="86"/>
                    </a:lnTo>
                    <a:lnTo>
                      <a:pt x="67" y="90"/>
                    </a:lnTo>
                    <a:lnTo>
                      <a:pt x="62" y="93"/>
                    </a:lnTo>
                    <a:lnTo>
                      <a:pt x="58" y="98"/>
                    </a:lnTo>
                    <a:lnTo>
                      <a:pt x="52" y="104"/>
                    </a:lnTo>
                    <a:lnTo>
                      <a:pt x="46" y="108"/>
                    </a:lnTo>
                    <a:lnTo>
                      <a:pt x="41" y="113"/>
                    </a:lnTo>
                    <a:lnTo>
                      <a:pt x="36" y="116"/>
                    </a:lnTo>
                    <a:lnTo>
                      <a:pt x="34" y="119"/>
                    </a:lnTo>
                    <a:lnTo>
                      <a:pt x="30" y="121"/>
                    </a:lnTo>
                    <a:lnTo>
                      <a:pt x="28" y="122"/>
                    </a:lnTo>
                    <a:lnTo>
                      <a:pt x="24" y="122"/>
                    </a:lnTo>
                    <a:lnTo>
                      <a:pt x="21" y="122"/>
                    </a:lnTo>
                    <a:lnTo>
                      <a:pt x="18" y="122"/>
                    </a:lnTo>
                    <a:lnTo>
                      <a:pt x="13" y="122"/>
                    </a:lnTo>
                    <a:lnTo>
                      <a:pt x="6" y="122"/>
                    </a:lnTo>
                    <a:lnTo>
                      <a:pt x="0" y="122"/>
                    </a:lnTo>
                    <a:lnTo>
                      <a:pt x="7" y="121"/>
                    </a:lnTo>
                    <a:lnTo>
                      <a:pt x="14" y="120"/>
                    </a:lnTo>
                    <a:lnTo>
                      <a:pt x="20" y="119"/>
                    </a:lnTo>
                    <a:lnTo>
                      <a:pt x="24" y="115"/>
                    </a:lnTo>
                    <a:lnTo>
                      <a:pt x="30" y="108"/>
                    </a:lnTo>
                    <a:lnTo>
                      <a:pt x="41" y="98"/>
                    </a:lnTo>
                    <a:lnTo>
                      <a:pt x="51" y="90"/>
                    </a:lnTo>
                    <a:lnTo>
                      <a:pt x="58" y="85"/>
                    </a:lnTo>
                    <a:lnTo>
                      <a:pt x="56" y="75"/>
                    </a:lnTo>
                    <a:lnTo>
                      <a:pt x="57" y="63"/>
                    </a:lnTo>
                    <a:lnTo>
                      <a:pt x="58" y="54"/>
                    </a:lnTo>
                    <a:lnTo>
                      <a:pt x="61" y="48"/>
                    </a:lnTo>
                    <a:lnTo>
                      <a:pt x="65" y="43"/>
                    </a:lnTo>
                    <a:lnTo>
                      <a:pt x="66" y="37"/>
                    </a:lnTo>
                    <a:lnTo>
                      <a:pt x="66" y="31"/>
                    </a:lnTo>
                    <a:lnTo>
                      <a:pt x="62" y="26"/>
                    </a:lnTo>
                    <a:lnTo>
                      <a:pt x="59" y="23"/>
                    </a:lnTo>
                    <a:lnTo>
                      <a:pt x="57" y="21"/>
                    </a:lnTo>
                    <a:lnTo>
                      <a:pt x="56" y="18"/>
                    </a:lnTo>
                    <a:lnTo>
                      <a:pt x="57" y="15"/>
                    </a:lnTo>
                    <a:lnTo>
                      <a:pt x="60" y="12"/>
                    </a:lnTo>
                    <a:lnTo>
                      <a:pt x="64" y="8"/>
                    </a:lnTo>
                    <a:lnTo>
                      <a:pt x="68" y="3"/>
                    </a:lnTo>
                    <a:lnTo>
                      <a:pt x="72"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6" name="Freeform 47">
                <a:extLst>
                  <a:ext uri="{FF2B5EF4-FFF2-40B4-BE49-F238E27FC236}">
                    <a16:creationId xmlns:a16="http://schemas.microsoft.com/office/drawing/2014/main" id="{137534B2-89A6-4BBD-A879-9BF0294626D7}"/>
                  </a:ext>
                </a:extLst>
              </p:cNvPr>
              <p:cNvSpPr>
                <a:spLocks/>
              </p:cNvSpPr>
              <p:nvPr/>
            </p:nvSpPr>
            <p:spPr bwMode="auto">
              <a:xfrm>
                <a:off x="4365" y="2728"/>
                <a:ext cx="31" cy="11"/>
              </a:xfrm>
              <a:custGeom>
                <a:avLst/>
                <a:gdLst>
                  <a:gd name="T0" fmla="*/ 3 w 57"/>
                  <a:gd name="T1" fmla="*/ 11 h 21"/>
                  <a:gd name="T2" fmla="*/ 1 w 57"/>
                  <a:gd name="T3" fmla="*/ 9 h 21"/>
                  <a:gd name="T4" fmla="*/ 0 w 57"/>
                  <a:gd name="T5" fmla="*/ 7 h 21"/>
                  <a:gd name="T6" fmla="*/ 0 w 57"/>
                  <a:gd name="T7" fmla="*/ 4 h 21"/>
                  <a:gd name="T8" fmla="*/ 1 w 57"/>
                  <a:gd name="T9" fmla="*/ 3 h 21"/>
                  <a:gd name="T10" fmla="*/ 5 w 57"/>
                  <a:gd name="T11" fmla="*/ 2 h 21"/>
                  <a:gd name="T12" fmla="*/ 10 w 57"/>
                  <a:gd name="T13" fmla="*/ 2 h 21"/>
                  <a:gd name="T14" fmla="*/ 15 w 57"/>
                  <a:gd name="T15" fmla="*/ 1 h 21"/>
                  <a:gd name="T16" fmla="*/ 19 w 57"/>
                  <a:gd name="T17" fmla="*/ 0 h 21"/>
                  <a:gd name="T18" fmla="*/ 18 w 57"/>
                  <a:gd name="T19" fmla="*/ 3 h 21"/>
                  <a:gd name="T20" fmla="*/ 20 w 57"/>
                  <a:gd name="T21" fmla="*/ 6 h 21"/>
                  <a:gd name="T22" fmla="*/ 23 w 57"/>
                  <a:gd name="T23" fmla="*/ 8 h 21"/>
                  <a:gd name="T24" fmla="*/ 31 w 57"/>
                  <a:gd name="T25" fmla="*/ 11 h 21"/>
                  <a:gd name="T26" fmla="*/ 27 w 57"/>
                  <a:gd name="T27" fmla="*/ 11 h 21"/>
                  <a:gd name="T28" fmla="*/ 23 w 57"/>
                  <a:gd name="T29" fmla="*/ 11 h 21"/>
                  <a:gd name="T30" fmla="*/ 18 w 57"/>
                  <a:gd name="T31" fmla="*/ 10 h 21"/>
                  <a:gd name="T32" fmla="*/ 14 w 57"/>
                  <a:gd name="T33" fmla="*/ 10 h 21"/>
                  <a:gd name="T34" fmla="*/ 10 w 57"/>
                  <a:gd name="T35" fmla="*/ 10 h 21"/>
                  <a:gd name="T36" fmla="*/ 7 w 57"/>
                  <a:gd name="T37" fmla="*/ 10 h 21"/>
                  <a:gd name="T38" fmla="*/ 4 w 57"/>
                  <a:gd name="T39" fmla="*/ 10 h 21"/>
                  <a:gd name="T40" fmla="*/ 3 w 57"/>
                  <a:gd name="T41" fmla="*/ 11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 h="21">
                    <a:moveTo>
                      <a:pt x="5" y="21"/>
                    </a:moveTo>
                    <a:lnTo>
                      <a:pt x="1" y="17"/>
                    </a:lnTo>
                    <a:lnTo>
                      <a:pt x="0" y="13"/>
                    </a:lnTo>
                    <a:lnTo>
                      <a:pt x="0" y="8"/>
                    </a:lnTo>
                    <a:lnTo>
                      <a:pt x="1" y="5"/>
                    </a:lnTo>
                    <a:lnTo>
                      <a:pt x="10" y="4"/>
                    </a:lnTo>
                    <a:lnTo>
                      <a:pt x="19" y="3"/>
                    </a:lnTo>
                    <a:lnTo>
                      <a:pt x="28" y="1"/>
                    </a:lnTo>
                    <a:lnTo>
                      <a:pt x="35" y="0"/>
                    </a:lnTo>
                    <a:lnTo>
                      <a:pt x="34" y="6"/>
                    </a:lnTo>
                    <a:lnTo>
                      <a:pt x="36" y="12"/>
                    </a:lnTo>
                    <a:lnTo>
                      <a:pt x="43" y="16"/>
                    </a:lnTo>
                    <a:lnTo>
                      <a:pt x="57" y="21"/>
                    </a:lnTo>
                    <a:lnTo>
                      <a:pt x="50" y="21"/>
                    </a:lnTo>
                    <a:lnTo>
                      <a:pt x="42" y="21"/>
                    </a:lnTo>
                    <a:lnTo>
                      <a:pt x="34" y="20"/>
                    </a:lnTo>
                    <a:lnTo>
                      <a:pt x="26" y="20"/>
                    </a:lnTo>
                    <a:lnTo>
                      <a:pt x="19" y="20"/>
                    </a:lnTo>
                    <a:lnTo>
                      <a:pt x="13" y="20"/>
                    </a:lnTo>
                    <a:lnTo>
                      <a:pt x="8" y="20"/>
                    </a:lnTo>
                    <a:lnTo>
                      <a:pt x="5"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7" name="Freeform 48">
                <a:extLst>
                  <a:ext uri="{FF2B5EF4-FFF2-40B4-BE49-F238E27FC236}">
                    <a16:creationId xmlns:a16="http://schemas.microsoft.com/office/drawing/2014/main" id="{64739AB6-07F1-4062-BE87-55D9E7876B71}"/>
                  </a:ext>
                </a:extLst>
              </p:cNvPr>
              <p:cNvSpPr>
                <a:spLocks/>
              </p:cNvSpPr>
              <p:nvPr/>
            </p:nvSpPr>
            <p:spPr bwMode="auto">
              <a:xfrm>
                <a:off x="4354" y="2712"/>
                <a:ext cx="55" cy="18"/>
              </a:xfrm>
              <a:custGeom>
                <a:avLst/>
                <a:gdLst>
                  <a:gd name="T0" fmla="*/ 55 w 100"/>
                  <a:gd name="T1" fmla="*/ 7 h 35"/>
                  <a:gd name="T2" fmla="*/ 53 w 100"/>
                  <a:gd name="T3" fmla="*/ 7 h 35"/>
                  <a:gd name="T4" fmla="*/ 51 w 100"/>
                  <a:gd name="T5" fmla="*/ 6 h 35"/>
                  <a:gd name="T6" fmla="*/ 47 w 100"/>
                  <a:gd name="T7" fmla="*/ 5 h 35"/>
                  <a:gd name="T8" fmla="*/ 44 w 100"/>
                  <a:gd name="T9" fmla="*/ 6 h 35"/>
                  <a:gd name="T10" fmla="*/ 42 w 100"/>
                  <a:gd name="T11" fmla="*/ 6 h 35"/>
                  <a:gd name="T12" fmla="*/ 39 w 100"/>
                  <a:gd name="T13" fmla="*/ 6 h 35"/>
                  <a:gd name="T14" fmla="*/ 37 w 100"/>
                  <a:gd name="T15" fmla="*/ 5 h 35"/>
                  <a:gd name="T16" fmla="*/ 35 w 100"/>
                  <a:gd name="T17" fmla="*/ 4 h 35"/>
                  <a:gd name="T18" fmla="*/ 34 w 100"/>
                  <a:gd name="T19" fmla="*/ 3 h 35"/>
                  <a:gd name="T20" fmla="*/ 31 w 100"/>
                  <a:gd name="T21" fmla="*/ 2 h 35"/>
                  <a:gd name="T22" fmla="*/ 29 w 100"/>
                  <a:gd name="T23" fmla="*/ 1 h 35"/>
                  <a:gd name="T24" fmla="*/ 26 w 100"/>
                  <a:gd name="T25" fmla="*/ 0 h 35"/>
                  <a:gd name="T26" fmla="*/ 23 w 100"/>
                  <a:gd name="T27" fmla="*/ 1 h 35"/>
                  <a:gd name="T28" fmla="*/ 20 w 100"/>
                  <a:gd name="T29" fmla="*/ 2 h 35"/>
                  <a:gd name="T30" fmla="*/ 17 w 100"/>
                  <a:gd name="T31" fmla="*/ 2 h 35"/>
                  <a:gd name="T32" fmla="*/ 14 w 100"/>
                  <a:gd name="T33" fmla="*/ 2 h 35"/>
                  <a:gd name="T34" fmla="*/ 12 w 100"/>
                  <a:gd name="T35" fmla="*/ 2 h 35"/>
                  <a:gd name="T36" fmla="*/ 9 w 100"/>
                  <a:gd name="T37" fmla="*/ 2 h 35"/>
                  <a:gd name="T38" fmla="*/ 5 w 100"/>
                  <a:gd name="T39" fmla="*/ 2 h 35"/>
                  <a:gd name="T40" fmla="*/ 2 w 100"/>
                  <a:gd name="T41" fmla="*/ 2 h 35"/>
                  <a:gd name="T42" fmla="*/ 1 w 100"/>
                  <a:gd name="T43" fmla="*/ 4 h 35"/>
                  <a:gd name="T44" fmla="*/ 0 w 100"/>
                  <a:gd name="T45" fmla="*/ 8 h 35"/>
                  <a:gd name="T46" fmla="*/ 0 w 100"/>
                  <a:gd name="T47" fmla="*/ 12 h 35"/>
                  <a:gd name="T48" fmla="*/ 1 w 100"/>
                  <a:gd name="T49" fmla="*/ 14 h 35"/>
                  <a:gd name="T50" fmla="*/ 4 w 100"/>
                  <a:gd name="T51" fmla="*/ 15 h 35"/>
                  <a:gd name="T52" fmla="*/ 6 w 100"/>
                  <a:gd name="T53" fmla="*/ 17 h 35"/>
                  <a:gd name="T54" fmla="*/ 9 w 100"/>
                  <a:gd name="T55" fmla="*/ 17 h 35"/>
                  <a:gd name="T56" fmla="*/ 11 w 100"/>
                  <a:gd name="T57" fmla="*/ 18 h 35"/>
                  <a:gd name="T58" fmla="*/ 8 w 100"/>
                  <a:gd name="T59" fmla="*/ 15 h 35"/>
                  <a:gd name="T60" fmla="*/ 7 w 100"/>
                  <a:gd name="T61" fmla="*/ 10 h 35"/>
                  <a:gd name="T62" fmla="*/ 8 w 100"/>
                  <a:gd name="T63" fmla="*/ 6 h 35"/>
                  <a:gd name="T64" fmla="*/ 10 w 100"/>
                  <a:gd name="T65" fmla="*/ 3 h 35"/>
                  <a:gd name="T66" fmla="*/ 14 w 100"/>
                  <a:gd name="T67" fmla="*/ 3 h 35"/>
                  <a:gd name="T68" fmla="*/ 17 w 100"/>
                  <a:gd name="T69" fmla="*/ 4 h 35"/>
                  <a:gd name="T70" fmla="*/ 21 w 100"/>
                  <a:gd name="T71" fmla="*/ 5 h 35"/>
                  <a:gd name="T72" fmla="*/ 24 w 100"/>
                  <a:gd name="T73" fmla="*/ 6 h 35"/>
                  <a:gd name="T74" fmla="*/ 26 w 100"/>
                  <a:gd name="T75" fmla="*/ 7 h 35"/>
                  <a:gd name="T76" fmla="*/ 30 w 100"/>
                  <a:gd name="T77" fmla="*/ 8 h 35"/>
                  <a:gd name="T78" fmla="*/ 33 w 100"/>
                  <a:gd name="T79" fmla="*/ 9 h 35"/>
                  <a:gd name="T80" fmla="*/ 35 w 100"/>
                  <a:gd name="T81" fmla="*/ 9 h 35"/>
                  <a:gd name="T82" fmla="*/ 38 w 100"/>
                  <a:gd name="T83" fmla="*/ 8 h 35"/>
                  <a:gd name="T84" fmla="*/ 41 w 100"/>
                  <a:gd name="T85" fmla="*/ 8 h 35"/>
                  <a:gd name="T86" fmla="*/ 43 w 100"/>
                  <a:gd name="T87" fmla="*/ 8 h 35"/>
                  <a:gd name="T88" fmla="*/ 46 w 100"/>
                  <a:gd name="T89" fmla="*/ 9 h 35"/>
                  <a:gd name="T90" fmla="*/ 48 w 100"/>
                  <a:gd name="T91" fmla="*/ 9 h 35"/>
                  <a:gd name="T92" fmla="*/ 51 w 100"/>
                  <a:gd name="T93" fmla="*/ 9 h 35"/>
                  <a:gd name="T94" fmla="*/ 53 w 100"/>
                  <a:gd name="T95" fmla="*/ 8 h 35"/>
                  <a:gd name="T96" fmla="*/ 55 w 100"/>
                  <a:gd name="T97" fmla="*/ 7 h 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0" h="35">
                    <a:moveTo>
                      <a:pt x="100" y="14"/>
                    </a:moveTo>
                    <a:lnTo>
                      <a:pt x="97" y="13"/>
                    </a:lnTo>
                    <a:lnTo>
                      <a:pt x="92" y="11"/>
                    </a:lnTo>
                    <a:lnTo>
                      <a:pt x="85" y="9"/>
                    </a:lnTo>
                    <a:lnTo>
                      <a:pt x="80" y="11"/>
                    </a:lnTo>
                    <a:lnTo>
                      <a:pt x="76" y="12"/>
                    </a:lnTo>
                    <a:lnTo>
                      <a:pt x="71" y="11"/>
                    </a:lnTo>
                    <a:lnTo>
                      <a:pt x="67" y="9"/>
                    </a:lnTo>
                    <a:lnTo>
                      <a:pt x="64" y="8"/>
                    </a:lnTo>
                    <a:lnTo>
                      <a:pt x="62" y="6"/>
                    </a:lnTo>
                    <a:lnTo>
                      <a:pt x="57" y="3"/>
                    </a:lnTo>
                    <a:lnTo>
                      <a:pt x="52" y="1"/>
                    </a:lnTo>
                    <a:lnTo>
                      <a:pt x="47" y="0"/>
                    </a:lnTo>
                    <a:lnTo>
                      <a:pt x="41" y="1"/>
                    </a:lnTo>
                    <a:lnTo>
                      <a:pt x="37" y="3"/>
                    </a:lnTo>
                    <a:lnTo>
                      <a:pt x="31" y="4"/>
                    </a:lnTo>
                    <a:lnTo>
                      <a:pt x="26" y="4"/>
                    </a:lnTo>
                    <a:lnTo>
                      <a:pt x="22" y="4"/>
                    </a:lnTo>
                    <a:lnTo>
                      <a:pt x="16" y="3"/>
                    </a:lnTo>
                    <a:lnTo>
                      <a:pt x="9" y="3"/>
                    </a:lnTo>
                    <a:lnTo>
                      <a:pt x="4" y="4"/>
                    </a:lnTo>
                    <a:lnTo>
                      <a:pt x="2" y="8"/>
                    </a:lnTo>
                    <a:lnTo>
                      <a:pt x="0" y="15"/>
                    </a:lnTo>
                    <a:lnTo>
                      <a:pt x="0" y="23"/>
                    </a:lnTo>
                    <a:lnTo>
                      <a:pt x="2" y="28"/>
                    </a:lnTo>
                    <a:lnTo>
                      <a:pt x="7" y="30"/>
                    </a:lnTo>
                    <a:lnTo>
                      <a:pt x="11" y="33"/>
                    </a:lnTo>
                    <a:lnTo>
                      <a:pt x="16" y="34"/>
                    </a:lnTo>
                    <a:lnTo>
                      <a:pt x="20" y="35"/>
                    </a:lnTo>
                    <a:lnTo>
                      <a:pt x="14" y="29"/>
                    </a:lnTo>
                    <a:lnTo>
                      <a:pt x="12" y="20"/>
                    </a:lnTo>
                    <a:lnTo>
                      <a:pt x="14" y="11"/>
                    </a:lnTo>
                    <a:lnTo>
                      <a:pt x="18" y="6"/>
                    </a:lnTo>
                    <a:lnTo>
                      <a:pt x="25" y="6"/>
                    </a:lnTo>
                    <a:lnTo>
                      <a:pt x="31" y="7"/>
                    </a:lnTo>
                    <a:lnTo>
                      <a:pt x="38" y="9"/>
                    </a:lnTo>
                    <a:lnTo>
                      <a:pt x="44" y="12"/>
                    </a:lnTo>
                    <a:lnTo>
                      <a:pt x="48" y="14"/>
                    </a:lnTo>
                    <a:lnTo>
                      <a:pt x="54" y="16"/>
                    </a:lnTo>
                    <a:lnTo>
                      <a:pt x="60" y="18"/>
                    </a:lnTo>
                    <a:lnTo>
                      <a:pt x="64" y="18"/>
                    </a:lnTo>
                    <a:lnTo>
                      <a:pt x="69" y="16"/>
                    </a:lnTo>
                    <a:lnTo>
                      <a:pt x="75" y="15"/>
                    </a:lnTo>
                    <a:lnTo>
                      <a:pt x="79" y="16"/>
                    </a:lnTo>
                    <a:lnTo>
                      <a:pt x="84" y="18"/>
                    </a:lnTo>
                    <a:lnTo>
                      <a:pt x="87" y="18"/>
                    </a:lnTo>
                    <a:lnTo>
                      <a:pt x="92" y="18"/>
                    </a:lnTo>
                    <a:lnTo>
                      <a:pt x="97" y="15"/>
                    </a:lnTo>
                    <a:lnTo>
                      <a:pt x="100"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8" name="Freeform 49">
                <a:extLst>
                  <a:ext uri="{FF2B5EF4-FFF2-40B4-BE49-F238E27FC236}">
                    <a16:creationId xmlns:a16="http://schemas.microsoft.com/office/drawing/2014/main" id="{7050C9CE-58D7-49A1-AEBA-F1232616C84D}"/>
                  </a:ext>
                </a:extLst>
              </p:cNvPr>
              <p:cNvSpPr>
                <a:spLocks/>
              </p:cNvSpPr>
              <p:nvPr/>
            </p:nvSpPr>
            <p:spPr bwMode="auto">
              <a:xfrm>
                <a:off x="4409" y="2703"/>
                <a:ext cx="20" cy="22"/>
              </a:xfrm>
              <a:custGeom>
                <a:avLst/>
                <a:gdLst>
                  <a:gd name="T0" fmla="*/ 19 w 37"/>
                  <a:gd name="T1" fmla="*/ 19 h 41"/>
                  <a:gd name="T2" fmla="*/ 20 w 37"/>
                  <a:gd name="T3" fmla="*/ 16 h 41"/>
                  <a:gd name="T4" fmla="*/ 20 w 37"/>
                  <a:gd name="T5" fmla="*/ 11 h 41"/>
                  <a:gd name="T6" fmla="*/ 20 w 37"/>
                  <a:gd name="T7" fmla="*/ 8 h 41"/>
                  <a:gd name="T8" fmla="*/ 19 w 37"/>
                  <a:gd name="T9" fmla="*/ 5 h 41"/>
                  <a:gd name="T10" fmla="*/ 17 w 37"/>
                  <a:gd name="T11" fmla="*/ 3 h 41"/>
                  <a:gd name="T12" fmla="*/ 15 w 37"/>
                  <a:gd name="T13" fmla="*/ 2 h 41"/>
                  <a:gd name="T14" fmla="*/ 12 w 37"/>
                  <a:gd name="T15" fmla="*/ 1 h 41"/>
                  <a:gd name="T16" fmla="*/ 10 w 37"/>
                  <a:gd name="T17" fmla="*/ 0 h 41"/>
                  <a:gd name="T18" fmla="*/ 7 w 37"/>
                  <a:gd name="T19" fmla="*/ 1 h 41"/>
                  <a:gd name="T20" fmla="*/ 4 w 37"/>
                  <a:gd name="T21" fmla="*/ 3 h 41"/>
                  <a:gd name="T22" fmla="*/ 2 w 37"/>
                  <a:gd name="T23" fmla="*/ 8 h 41"/>
                  <a:gd name="T24" fmla="*/ 0 w 37"/>
                  <a:gd name="T25" fmla="*/ 16 h 41"/>
                  <a:gd name="T26" fmla="*/ 3 w 37"/>
                  <a:gd name="T27" fmla="*/ 18 h 41"/>
                  <a:gd name="T28" fmla="*/ 6 w 37"/>
                  <a:gd name="T29" fmla="*/ 20 h 41"/>
                  <a:gd name="T30" fmla="*/ 9 w 37"/>
                  <a:gd name="T31" fmla="*/ 21 h 41"/>
                  <a:gd name="T32" fmla="*/ 12 w 37"/>
                  <a:gd name="T33" fmla="*/ 22 h 41"/>
                  <a:gd name="T34" fmla="*/ 14 w 37"/>
                  <a:gd name="T35" fmla="*/ 21 h 41"/>
                  <a:gd name="T36" fmla="*/ 16 w 37"/>
                  <a:gd name="T37" fmla="*/ 20 h 41"/>
                  <a:gd name="T38" fmla="*/ 17 w 37"/>
                  <a:gd name="T39" fmla="*/ 19 h 41"/>
                  <a:gd name="T40" fmla="*/ 19 w 37"/>
                  <a:gd name="T41" fmla="*/ 19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41">
                    <a:moveTo>
                      <a:pt x="36" y="36"/>
                    </a:moveTo>
                    <a:lnTo>
                      <a:pt x="37" y="29"/>
                    </a:lnTo>
                    <a:lnTo>
                      <a:pt x="37" y="21"/>
                    </a:lnTo>
                    <a:lnTo>
                      <a:pt x="37" y="15"/>
                    </a:lnTo>
                    <a:lnTo>
                      <a:pt x="35" y="9"/>
                    </a:lnTo>
                    <a:lnTo>
                      <a:pt x="31" y="6"/>
                    </a:lnTo>
                    <a:lnTo>
                      <a:pt x="28" y="3"/>
                    </a:lnTo>
                    <a:lnTo>
                      <a:pt x="23" y="1"/>
                    </a:lnTo>
                    <a:lnTo>
                      <a:pt x="18" y="0"/>
                    </a:lnTo>
                    <a:lnTo>
                      <a:pt x="13" y="1"/>
                    </a:lnTo>
                    <a:lnTo>
                      <a:pt x="8" y="6"/>
                    </a:lnTo>
                    <a:lnTo>
                      <a:pt x="3" y="15"/>
                    </a:lnTo>
                    <a:lnTo>
                      <a:pt x="0" y="29"/>
                    </a:lnTo>
                    <a:lnTo>
                      <a:pt x="5" y="33"/>
                    </a:lnTo>
                    <a:lnTo>
                      <a:pt x="11" y="37"/>
                    </a:lnTo>
                    <a:lnTo>
                      <a:pt x="17" y="39"/>
                    </a:lnTo>
                    <a:lnTo>
                      <a:pt x="22" y="41"/>
                    </a:lnTo>
                    <a:lnTo>
                      <a:pt x="25" y="39"/>
                    </a:lnTo>
                    <a:lnTo>
                      <a:pt x="29" y="38"/>
                    </a:lnTo>
                    <a:lnTo>
                      <a:pt x="32" y="36"/>
                    </a:lnTo>
                    <a:lnTo>
                      <a:pt x="36"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9" name="Freeform 50">
                <a:extLst>
                  <a:ext uri="{FF2B5EF4-FFF2-40B4-BE49-F238E27FC236}">
                    <a16:creationId xmlns:a16="http://schemas.microsoft.com/office/drawing/2014/main" id="{792B7F72-1FF3-4237-AA84-D4D378A8303F}"/>
                  </a:ext>
                </a:extLst>
              </p:cNvPr>
              <p:cNvSpPr>
                <a:spLocks/>
              </p:cNvSpPr>
              <p:nvPr/>
            </p:nvSpPr>
            <p:spPr bwMode="auto">
              <a:xfrm>
                <a:off x="3881" y="2598"/>
                <a:ext cx="20" cy="10"/>
              </a:xfrm>
              <a:custGeom>
                <a:avLst/>
                <a:gdLst>
                  <a:gd name="T0" fmla="*/ 3 w 35"/>
                  <a:gd name="T1" fmla="*/ 10 h 18"/>
                  <a:gd name="T2" fmla="*/ 2 w 35"/>
                  <a:gd name="T3" fmla="*/ 8 h 18"/>
                  <a:gd name="T4" fmla="*/ 1 w 35"/>
                  <a:gd name="T5" fmla="*/ 6 h 18"/>
                  <a:gd name="T6" fmla="*/ 0 w 35"/>
                  <a:gd name="T7" fmla="*/ 5 h 18"/>
                  <a:gd name="T8" fmla="*/ 0 w 35"/>
                  <a:gd name="T9" fmla="*/ 4 h 18"/>
                  <a:gd name="T10" fmla="*/ 2 w 35"/>
                  <a:gd name="T11" fmla="*/ 2 h 18"/>
                  <a:gd name="T12" fmla="*/ 6 w 35"/>
                  <a:gd name="T13" fmla="*/ 1 h 18"/>
                  <a:gd name="T14" fmla="*/ 10 w 35"/>
                  <a:gd name="T15" fmla="*/ 0 h 18"/>
                  <a:gd name="T16" fmla="*/ 13 w 35"/>
                  <a:gd name="T17" fmla="*/ 0 h 18"/>
                  <a:gd name="T18" fmla="*/ 15 w 35"/>
                  <a:gd name="T19" fmla="*/ 1 h 18"/>
                  <a:gd name="T20" fmla="*/ 18 w 35"/>
                  <a:gd name="T21" fmla="*/ 3 h 18"/>
                  <a:gd name="T22" fmla="*/ 20 w 35"/>
                  <a:gd name="T23" fmla="*/ 5 h 18"/>
                  <a:gd name="T24" fmla="*/ 20 w 35"/>
                  <a:gd name="T25" fmla="*/ 7 h 18"/>
                  <a:gd name="T26" fmla="*/ 18 w 35"/>
                  <a:gd name="T27" fmla="*/ 8 h 18"/>
                  <a:gd name="T28" fmla="*/ 13 w 35"/>
                  <a:gd name="T29" fmla="*/ 9 h 18"/>
                  <a:gd name="T30" fmla="*/ 7 w 35"/>
                  <a:gd name="T31" fmla="*/ 10 h 18"/>
                  <a:gd name="T32" fmla="*/ 3 w 35"/>
                  <a:gd name="T33" fmla="*/ 10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18">
                    <a:moveTo>
                      <a:pt x="5" y="18"/>
                    </a:moveTo>
                    <a:lnTo>
                      <a:pt x="3" y="15"/>
                    </a:lnTo>
                    <a:lnTo>
                      <a:pt x="1" y="11"/>
                    </a:lnTo>
                    <a:lnTo>
                      <a:pt x="0" y="9"/>
                    </a:lnTo>
                    <a:lnTo>
                      <a:pt x="0" y="7"/>
                    </a:lnTo>
                    <a:lnTo>
                      <a:pt x="4" y="3"/>
                    </a:lnTo>
                    <a:lnTo>
                      <a:pt x="11" y="1"/>
                    </a:lnTo>
                    <a:lnTo>
                      <a:pt x="17" y="0"/>
                    </a:lnTo>
                    <a:lnTo>
                      <a:pt x="23" y="0"/>
                    </a:lnTo>
                    <a:lnTo>
                      <a:pt x="27" y="2"/>
                    </a:lnTo>
                    <a:lnTo>
                      <a:pt x="32" y="6"/>
                    </a:lnTo>
                    <a:lnTo>
                      <a:pt x="35" y="9"/>
                    </a:lnTo>
                    <a:lnTo>
                      <a:pt x="35" y="13"/>
                    </a:lnTo>
                    <a:lnTo>
                      <a:pt x="31" y="15"/>
                    </a:lnTo>
                    <a:lnTo>
                      <a:pt x="23" y="17"/>
                    </a:lnTo>
                    <a:lnTo>
                      <a:pt x="13" y="18"/>
                    </a:lnTo>
                    <a:lnTo>
                      <a:pt x="5"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0" name="Freeform 51">
                <a:extLst>
                  <a:ext uri="{FF2B5EF4-FFF2-40B4-BE49-F238E27FC236}">
                    <a16:creationId xmlns:a16="http://schemas.microsoft.com/office/drawing/2014/main" id="{415403B4-EE5B-44DB-AE9D-8768EE223F69}"/>
                  </a:ext>
                </a:extLst>
              </p:cNvPr>
              <p:cNvSpPr>
                <a:spLocks/>
              </p:cNvSpPr>
              <p:nvPr/>
            </p:nvSpPr>
            <p:spPr bwMode="auto">
              <a:xfrm>
                <a:off x="3928" y="2626"/>
                <a:ext cx="15" cy="12"/>
              </a:xfrm>
              <a:custGeom>
                <a:avLst/>
                <a:gdLst>
                  <a:gd name="T0" fmla="*/ 15 w 28"/>
                  <a:gd name="T1" fmla="*/ 9 h 21"/>
                  <a:gd name="T2" fmla="*/ 10 w 28"/>
                  <a:gd name="T3" fmla="*/ 11 h 21"/>
                  <a:gd name="T4" fmla="*/ 7 w 28"/>
                  <a:gd name="T5" fmla="*/ 12 h 21"/>
                  <a:gd name="T6" fmla="*/ 4 w 28"/>
                  <a:gd name="T7" fmla="*/ 11 h 21"/>
                  <a:gd name="T8" fmla="*/ 0 w 28"/>
                  <a:gd name="T9" fmla="*/ 9 h 21"/>
                  <a:gd name="T10" fmla="*/ 2 w 28"/>
                  <a:gd name="T11" fmla="*/ 7 h 21"/>
                  <a:gd name="T12" fmla="*/ 5 w 28"/>
                  <a:gd name="T13" fmla="*/ 5 h 21"/>
                  <a:gd name="T14" fmla="*/ 8 w 28"/>
                  <a:gd name="T15" fmla="*/ 3 h 21"/>
                  <a:gd name="T16" fmla="*/ 10 w 28"/>
                  <a:gd name="T17" fmla="*/ 1 h 21"/>
                  <a:gd name="T18" fmla="*/ 12 w 28"/>
                  <a:gd name="T19" fmla="*/ 0 h 21"/>
                  <a:gd name="T20" fmla="*/ 13 w 28"/>
                  <a:gd name="T21" fmla="*/ 1 h 21"/>
                  <a:gd name="T22" fmla="*/ 15 w 28"/>
                  <a:gd name="T23" fmla="*/ 3 h 21"/>
                  <a:gd name="T24" fmla="*/ 15 w 28"/>
                  <a:gd name="T25" fmla="*/ 9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21">
                    <a:moveTo>
                      <a:pt x="28" y="16"/>
                    </a:moveTo>
                    <a:lnTo>
                      <a:pt x="19" y="19"/>
                    </a:lnTo>
                    <a:lnTo>
                      <a:pt x="13" y="21"/>
                    </a:lnTo>
                    <a:lnTo>
                      <a:pt x="7" y="19"/>
                    </a:lnTo>
                    <a:lnTo>
                      <a:pt x="0" y="16"/>
                    </a:lnTo>
                    <a:lnTo>
                      <a:pt x="4" y="13"/>
                    </a:lnTo>
                    <a:lnTo>
                      <a:pt x="10" y="9"/>
                    </a:lnTo>
                    <a:lnTo>
                      <a:pt x="15" y="6"/>
                    </a:lnTo>
                    <a:lnTo>
                      <a:pt x="18" y="2"/>
                    </a:lnTo>
                    <a:lnTo>
                      <a:pt x="22" y="0"/>
                    </a:lnTo>
                    <a:lnTo>
                      <a:pt x="25" y="1"/>
                    </a:lnTo>
                    <a:lnTo>
                      <a:pt x="28" y="6"/>
                    </a:lnTo>
                    <a:lnTo>
                      <a:pt x="2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1" name="Freeform 52">
                <a:extLst>
                  <a:ext uri="{FF2B5EF4-FFF2-40B4-BE49-F238E27FC236}">
                    <a16:creationId xmlns:a16="http://schemas.microsoft.com/office/drawing/2014/main" id="{9B1C16EE-86A1-4353-8E23-8D0154F9934D}"/>
                  </a:ext>
                </a:extLst>
              </p:cNvPr>
              <p:cNvSpPr>
                <a:spLocks/>
              </p:cNvSpPr>
              <p:nvPr/>
            </p:nvSpPr>
            <p:spPr bwMode="auto">
              <a:xfrm>
                <a:off x="3911" y="2615"/>
                <a:ext cx="28" cy="18"/>
              </a:xfrm>
              <a:custGeom>
                <a:avLst/>
                <a:gdLst>
                  <a:gd name="T0" fmla="*/ 4 w 52"/>
                  <a:gd name="T1" fmla="*/ 18 h 32"/>
                  <a:gd name="T2" fmla="*/ 2 w 52"/>
                  <a:gd name="T3" fmla="*/ 17 h 32"/>
                  <a:gd name="T4" fmla="*/ 1 w 52"/>
                  <a:gd name="T5" fmla="*/ 15 h 32"/>
                  <a:gd name="T6" fmla="*/ 1 w 52"/>
                  <a:gd name="T7" fmla="*/ 13 h 32"/>
                  <a:gd name="T8" fmla="*/ 0 w 52"/>
                  <a:gd name="T9" fmla="*/ 11 h 32"/>
                  <a:gd name="T10" fmla="*/ 4 w 52"/>
                  <a:gd name="T11" fmla="*/ 9 h 32"/>
                  <a:gd name="T12" fmla="*/ 8 w 52"/>
                  <a:gd name="T13" fmla="*/ 7 h 32"/>
                  <a:gd name="T14" fmla="*/ 12 w 52"/>
                  <a:gd name="T15" fmla="*/ 5 h 32"/>
                  <a:gd name="T16" fmla="*/ 14 w 52"/>
                  <a:gd name="T17" fmla="*/ 3 h 32"/>
                  <a:gd name="T18" fmla="*/ 17 w 52"/>
                  <a:gd name="T19" fmla="*/ 1 h 32"/>
                  <a:gd name="T20" fmla="*/ 20 w 52"/>
                  <a:gd name="T21" fmla="*/ 0 h 32"/>
                  <a:gd name="T22" fmla="*/ 24 w 52"/>
                  <a:gd name="T23" fmla="*/ 0 h 32"/>
                  <a:gd name="T24" fmla="*/ 26 w 52"/>
                  <a:gd name="T25" fmla="*/ 2 h 32"/>
                  <a:gd name="T26" fmla="*/ 27 w 52"/>
                  <a:gd name="T27" fmla="*/ 3 h 32"/>
                  <a:gd name="T28" fmla="*/ 28 w 52"/>
                  <a:gd name="T29" fmla="*/ 3 h 32"/>
                  <a:gd name="T30" fmla="*/ 28 w 52"/>
                  <a:gd name="T31" fmla="*/ 5 h 32"/>
                  <a:gd name="T32" fmla="*/ 28 w 52"/>
                  <a:gd name="T33" fmla="*/ 5 h 32"/>
                  <a:gd name="T34" fmla="*/ 26 w 52"/>
                  <a:gd name="T35" fmla="*/ 7 h 32"/>
                  <a:gd name="T36" fmla="*/ 25 w 52"/>
                  <a:gd name="T37" fmla="*/ 8 h 32"/>
                  <a:gd name="T38" fmla="*/ 24 w 52"/>
                  <a:gd name="T39" fmla="*/ 9 h 32"/>
                  <a:gd name="T40" fmla="*/ 22 w 52"/>
                  <a:gd name="T41" fmla="*/ 10 h 32"/>
                  <a:gd name="T42" fmla="*/ 20 w 52"/>
                  <a:gd name="T43" fmla="*/ 11 h 32"/>
                  <a:gd name="T44" fmla="*/ 18 w 52"/>
                  <a:gd name="T45" fmla="*/ 14 h 32"/>
                  <a:gd name="T46" fmla="*/ 16 w 52"/>
                  <a:gd name="T47" fmla="*/ 16 h 32"/>
                  <a:gd name="T48" fmla="*/ 12 w 52"/>
                  <a:gd name="T49" fmla="*/ 16 h 32"/>
                  <a:gd name="T50" fmla="*/ 10 w 52"/>
                  <a:gd name="T51" fmla="*/ 16 h 32"/>
                  <a:gd name="T52" fmla="*/ 10 w 52"/>
                  <a:gd name="T53" fmla="*/ 16 h 32"/>
                  <a:gd name="T54" fmla="*/ 9 w 52"/>
                  <a:gd name="T55" fmla="*/ 16 h 32"/>
                  <a:gd name="T56" fmla="*/ 8 w 52"/>
                  <a:gd name="T57" fmla="*/ 16 h 32"/>
                  <a:gd name="T58" fmla="*/ 6 w 52"/>
                  <a:gd name="T59" fmla="*/ 16 h 32"/>
                  <a:gd name="T60" fmla="*/ 5 w 52"/>
                  <a:gd name="T61" fmla="*/ 17 h 32"/>
                  <a:gd name="T62" fmla="*/ 5 w 52"/>
                  <a:gd name="T63" fmla="*/ 17 h 32"/>
                  <a:gd name="T64" fmla="*/ 4 w 52"/>
                  <a:gd name="T65" fmla="*/ 18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 h="32">
                    <a:moveTo>
                      <a:pt x="8" y="32"/>
                    </a:moveTo>
                    <a:lnTo>
                      <a:pt x="4" y="30"/>
                    </a:lnTo>
                    <a:lnTo>
                      <a:pt x="2" y="27"/>
                    </a:lnTo>
                    <a:lnTo>
                      <a:pt x="1" y="23"/>
                    </a:lnTo>
                    <a:lnTo>
                      <a:pt x="0" y="20"/>
                    </a:lnTo>
                    <a:lnTo>
                      <a:pt x="8" y="16"/>
                    </a:lnTo>
                    <a:lnTo>
                      <a:pt x="15" y="13"/>
                    </a:lnTo>
                    <a:lnTo>
                      <a:pt x="22" y="8"/>
                    </a:lnTo>
                    <a:lnTo>
                      <a:pt x="26" y="5"/>
                    </a:lnTo>
                    <a:lnTo>
                      <a:pt x="31" y="1"/>
                    </a:lnTo>
                    <a:lnTo>
                      <a:pt x="38" y="0"/>
                    </a:lnTo>
                    <a:lnTo>
                      <a:pt x="45" y="0"/>
                    </a:lnTo>
                    <a:lnTo>
                      <a:pt x="49" y="4"/>
                    </a:lnTo>
                    <a:lnTo>
                      <a:pt x="50" y="5"/>
                    </a:lnTo>
                    <a:lnTo>
                      <a:pt x="52" y="6"/>
                    </a:lnTo>
                    <a:lnTo>
                      <a:pt x="52" y="8"/>
                    </a:lnTo>
                    <a:lnTo>
                      <a:pt x="52" y="9"/>
                    </a:lnTo>
                    <a:lnTo>
                      <a:pt x="49" y="12"/>
                    </a:lnTo>
                    <a:lnTo>
                      <a:pt x="47" y="14"/>
                    </a:lnTo>
                    <a:lnTo>
                      <a:pt x="44" y="16"/>
                    </a:lnTo>
                    <a:lnTo>
                      <a:pt x="41" y="17"/>
                    </a:lnTo>
                    <a:lnTo>
                      <a:pt x="38" y="20"/>
                    </a:lnTo>
                    <a:lnTo>
                      <a:pt x="33" y="24"/>
                    </a:lnTo>
                    <a:lnTo>
                      <a:pt x="29" y="28"/>
                    </a:lnTo>
                    <a:lnTo>
                      <a:pt x="22" y="29"/>
                    </a:lnTo>
                    <a:lnTo>
                      <a:pt x="19" y="29"/>
                    </a:lnTo>
                    <a:lnTo>
                      <a:pt x="18" y="29"/>
                    </a:lnTo>
                    <a:lnTo>
                      <a:pt x="16" y="29"/>
                    </a:lnTo>
                    <a:lnTo>
                      <a:pt x="14" y="29"/>
                    </a:lnTo>
                    <a:lnTo>
                      <a:pt x="11" y="29"/>
                    </a:lnTo>
                    <a:lnTo>
                      <a:pt x="10" y="30"/>
                    </a:lnTo>
                    <a:lnTo>
                      <a:pt x="9" y="31"/>
                    </a:lnTo>
                    <a:lnTo>
                      <a:pt x="8" y="3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2" name="Freeform 53">
                <a:extLst>
                  <a:ext uri="{FF2B5EF4-FFF2-40B4-BE49-F238E27FC236}">
                    <a16:creationId xmlns:a16="http://schemas.microsoft.com/office/drawing/2014/main" id="{64A540D1-1117-4DC8-91CE-1EBBE0E25E56}"/>
                  </a:ext>
                </a:extLst>
              </p:cNvPr>
              <p:cNvSpPr>
                <a:spLocks/>
              </p:cNvSpPr>
              <p:nvPr/>
            </p:nvSpPr>
            <p:spPr bwMode="auto">
              <a:xfrm>
                <a:off x="3898" y="2571"/>
                <a:ext cx="90" cy="37"/>
              </a:xfrm>
              <a:custGeom>
                <a:avLst/>
                <a:gdLst>
                  <a:gd name="T0" fmla="*/ 28 w 164"/>
                  <a:gd name="T1" fmla="*/ 2 h 68"/>
                  <a:gd name="T2" fmla="*/ 33 w 164"/>
                  <a:gd name="T3" fmla="*/ 2 h 68"/>
                  <a:gd name="T4" fmla="*/ 37 w 164"/>
                  <a:gd name="T5" fmla="*/ 4 h 68"/>
                  <a:gd name="T6" fmla="*/ 42 w 164"/>
                  <a:gd name="T7" fmla="*/ 9 h 68"/>
                  <a:gd name="T8" fmla="*/ 47 w 164"/>
                  <a:gd name="T9" fmla="*/ 12 h 68"/>
                  <a:gd name="T10" fmla="*/ 52 w 164"/>
                  <a:gd name="T11" fmla="*/ 15 h 68"/>
                  <a:gd name="T12" fmla="*/ 59 w 164"/>
                  <a:gd name="T13" fmla="*/ 15 h 68"/>
                  <a:gd name="T14" fmla="*/ 66 w 164"/>
                  <a:gd name="T15" fmla="*/ 16 h 68"/>
                  <a:gd name="T16" fmla="*/ 71 w 164"/>
                  <a:gd name="T17" fmla="*/ 17 h 68"/>
                  <a:gd name="T18" fmla="*/ 76 w 164"/>
                  <a:gd name="T19" fmla="*/ 19 h 68"/>
                  <a:gd name="T20" fmla="*/ 82 w 164"/>
                  <a:gd name="T21" fmla="*/ 20 h 68"/>
                  <a:gd name="T22" fmla="*/ 88 w 164"/>
                  <a:gd name="T23" fmla="*/ 21 h 68"/>
                  <a:gd name="T24" fmla="*/ 87 w 164"/>
                  <a:gd name="T25" fmla="*/ 24 h 68"/>
                  <a:gd name="T26" fmla="*/ 81 w 164"/>
                  <a:gd name="T27" fmla="*/ 32 h 68"/>
                  <a:gd name="T28" fmla="*/ 77 w 164"/>
                  <a:gd name="T29" fmla="*/ 35 h 68"/>
                  <a:gd name="T30" fmla="*/ 72 w 164"/>
                  <a:gd name="T31" fmla="*/ 30 h 68"/>
                  <a:gd name="T32" fmla="*/ 68 w 164"/>
                  <a:gd name="T33" fmla="*/ 28 h 68"/>
                  <a:gd name="T34" fmla="*/ 61 w 164"/>
                  <a:gd name="T35" fmla="*/ 29 h 68"/>
                  <a:gd name="T36" fmla="*/ 54 w 164"/>
                  <a:gd name="T37" fmla="*/ 30 h 68"/>
                  <a:gd name="T38" fmla="*/ 47 w 164"/>
                  <a:gd name="T39" fmla="*/ 32 h 68"/>
                  <a:gd name="T40" fmla="*/ 40 w 164"/>
                  <a:gd name="T41" fmla="*/ 29 h 68"/>
                  <a:gd name="T42" fmla="*/ 32 w 164"/>
                  <a:gd name="T43" fmla="*/ 20 h 68"/>
                  <a:gd name="T44" fmla="*/ 30 w 164"/>
                  <a:gd name="T45" fmla="*/ 15 h 68"/>
                  <a:gd name="T46" fmla="*/ 26 w 164"/>
                  <a:gd name="T47" fmla="*/ 16 h 68"/>
                  <a:gd name="T48" fmla="*/ 22 w 164"/>
                  <a:gd name="T49" fmla="*/ 17 h 68"/>
                  <a:gd name="T50" fmla="*/ 16 w 164"/>
                  <a:gd name="T51" fmla="*/ 16 h 68"/>
                  <a:gd name="T52" fmla="*/ 10 w 164"/>
                  <a:gd name="T53" fmla="*/ 13 h 68"/>
                  <a:gd name="T54" fmla="*/ 4 w 164"/>
                  <a:gd name="T55" fmla="*/ 10 h 68"/>
                  <a:gd name="T56" fmla="*/ 1 w 164"/>
                  <a:gd name="T57" fmla="*/ 7 h 68"/>
                  <a:gd name="T58" fmla="*/ 0 w 164"/>
                  <a:gd name="T59" fmla="*/ 3 h 68"/>
                  <a:gd name="T60" fmla="*/ 3 w 164"/>
                  <a:gd name="T61" fmla="*/ 2 h 68"/>
                  <a:gd name="T62" fmla="*/ 9 w 164"/>
                  <a:gd name="T63" fmla="*/ 5 h 68"/>
                  <a:gd name="T64" fmla="*/ 18 w 164"/>
                  <a:gd name="T65" fmla="*/ 7 h 68"/>
                  <a:gd name="T66" fmla="*/ 24 w 164"/>
                  <a:gd name="T67" fmla="*/ 4 h 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64" h="68">
                    <a:moveTo>
                      <a:pt x="48" y="4"/>
                    </a:moveTo>
                    <a:lnTo>
                      <a:pt x="51" y="3"/>
                    </a:lnTo>
                    <a:lnTo>
                      <a:pt x="56" y="3"/>
                    </a:lnTo>
                    <a:lnTo>
                      <a:pt x="61" y="4"/>
                    </a:lnTo>
                    <a:lnTo>
                      <a:pt x="64" y="5"/>
                    </a:lnTo>
                    <a:lnTo>
                      <a:pt x="68" y="8"/>
                    </a:lnTo>
                    <a:lnTo>
                      <a:pt x="72" y="12"/>
                    </a:lnTo>
                    <a:lnTo>
                      <a:pt x="77" y="16"/>
                    </a:lnTo>
                    <a:lnTo>
                      <a:pt x="81" y="19"/>
                    </a:lnTo>
                    <a:lnTo>
                      <a:pt x="86" y="22"/>
                    </a:lnTo>
                    <a:lnTo>
                      <a:pt x="91" y="24"/>
                    </a:lnTo>
                    <a:lnTo>
                      <a:pt x="95" y="27"/>
                    </a:lnTo>
                    <a:lnTo>
                      <a:pt x="100" y="27"/>
                    </a:lnTo>
                    <a:lnTo>
                      <a:pt x="108" y="27"/>
                    </a:lnTo>
                    <a:lnTo>
                      <a:pt x="115" y="27"/>
                    </a:lnTo>
                    <a:lnTo>
                      <a:pt x="121" y="29"/>
                    </a:lnTo>
                    <a:lnTo>
                      <a:pt x="125" y="31"/>
                    </a:lnTo>
                    <a:lnTo>
                      <a:pt x="129" y="32"/>
                    </a:lnTo>
                    <a:lnTo>
                      <a:pt x="132" y="34"/>
                    </a:lnTo>
                    <a:lnTo>
                      <a:pt x="138" y="35"/>
                    </a:lnTo>
                    <a:lnTo>
                      <a:pt x="144" y="36"/>
                    </a:lnTo>
                    <a:lnTo>
                      <a:pt x="149" y="37"/>
                    </a:lnTo>
                    <a:lnTo>
                      <a:pt x="155" y="37"/>
                    </a:lnTo>
                    <a:lnTo>
                      <a:pt x="160" y="38"/>
                    </a:lnTo>
                    <a:lnTo>
                      <a:pt x="164" y="38"/>
                    </a:lnTo>
                    <a:lnTo>
                      <a:pt x="159" y="44"/>
                    </a:lnTo>
                    <a:lnTo>
                      <a:pt x="153" y="51"/>
                    </a:lnTo>
                    <a:lnTo>
                      <a:pt x="148" y="59"/>
                    </a:lnTo>
                    <a:lnTo>
                      <a:pt x="145" y="68"/>
                    </a:lnTo>
                    <a:lnTo>
                      <a:pt x="141" y="65"/>
                    </a:lnTo>
                    <a:lnTo>
                      <a:pt x="137" y="60"/>
                    </a:lnTo>
                    <a:lnTo>
                      <a:pt x="132" y="56"/>
                    </a:lnTo>
                    <a:lnTo>
                      <a:pt x="127" y="53"/>
                    </a:lnTo>
                    <a:lnTo>
                      <a:pt x="124" y="52"/>
                    </a:lnTo>
                    <a:lnTo>
                      <a:pt x="119" y="52"/>
                    </a:lnTo>
                    <a:lnTo>
                      <a:pt x="112" y="53"/>
                    </a:lnTo>
                    <a:lnTo>
                      <a:pt x="106" y="54"/>
                    </a:lnTo>
                    <a:lnTo>
                      <a:pt x="99" y="56"/>
                    </a:lnTo>
                    <a:lnTo>
                      <a:pt x="92" y="57"/>
                    </a:lnTo>
                    <a:lnTo>
                      <a:pt x="86" y="58"/>
                    </a:lnTo>
                    <a:lnTo>
                      <a:pt x="81" y="58"/>
                    </a:lnTo>
                    <a:lnTo>
                      <a:pt x="72" y="54"/>
                    </a:lnTo>
                    <a:lnTo>
                      <a:pt x="65" y="45"/>
                    </a:lnTo>
                    <a:lnTo>
                      <a:pt x="59" y="36"/>
                    </a:lnTo>
                    <a:lnTo>
                      <a:pt x="57" y="30"/>
                    </a:lnTo>
                    <a:lnTo>
                      <a:pt x="55" y="28"/>
                    </a:lnTo>
                    <a:lnTo>
                      <a:pt x="53" y="28"/>
                    </a:lnTo>
                    <a:lnTo>
                      <a:pt x="48" y="29"/>
                    </a:lnTo>
                    <a:lnTo>
                      <a:pt x="43" y="30"/>
                    </a:lnTo>
                    <a:lnTo>
                      <a:pt x="40" y="31"/>
                    </a:lnTo>
                    <a:lnTo>
                      <a:pt x="35" y="30"/>
                    </a:lnTo>
                    <a:lnTo>
                      <a:pt x="30" y="29"/>
                    </a:lnTo>
                    <a:lnTo>
                      <a:pt x="24" y="27"/>
                    </a:lnTo>
                    <a:lnTo>
                      <a:pt x="18" y="24"/>
                    </a:lnTo>
                    <a:lnTo>
                      <a:pt x="12" y="22"/>
                    </a:lnTo>
                    <a:lnTo>
                      <a:pt x="8" y="19"/>
                    </a:lnTo>
                    <a:lnTo>
                      <a:pt x="4" y="16"/>
                    </a:lnTo>
                    <a:lnTo>
                      <a:pt x="1" y="13"/>
                    </a:lnTo>
                    <a:lnTo>
                      <a:pt x="0" y="8"/>
                    </a:lnTo>
                    <a:lnTo>
                      <a:pt x="0" y="5"/>
                    </a:lnTo>
                    <a:lnTo>
                      <a:pt x="2" y="0"/>
                    </a:lnTo>
                    <a:lnTo>
                      <a:pt x="5" y="3"/>
                    </a:lnTo>
                    <a:lnTo>
                      <a:pt x="10" y="6"/>
                    </a:lnTo>
                    <a:lnTo>
                      <a:pt x="17" y="9"/>
                    </a:lnTo>
                    <a:lnTo>
                      <a:pt x="27" y="13"/>
                    </a:lnTo>
                    <a:lnTo>
                      <a:pt x="33" y="13"/>
                    </a:lnTo>
                    <a:lnTo>
                      <a:pt x="39" y="12"/>
                    </a:lnTo>
                    <a:lnTo>
                      <a:pt x="43" y="8"/>
                    </a:lnTo>
                    <a:lnTo>
                      <a:pt x="48"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3" name="Freeform 54">
                <a:extLst>
                  <a:ext uri="{FF2B5EF4-FFF2-40B4-BE49-F238E27FC236}">
                    <a16:creationId xmlns:a16="http://schemas.microsoft.com/office/drawing/2014/main" id="{82E67A30-9DE2-46B4-98AD-CF0CFFF1BAA6}"/>
                  </a:ext>
                </a:extLst>
              </p:cNvPr>
              <p:cNvSpPr>
                <a:spLocks/>
              </p:cNvSpPr>
              <p:nvPr/>
            </p:nvSpPr>
            <p:spPr bwMode="auto">
              <a:xfrm>
                <a:off x="3893" y="2606"/>
                <a:ext cx="31" cy="17"/>
              </a:xfrm>
              <a:custGeom>
                <a:avLst/>
                <a:gdLst>
                  <a:gd name="T0" fmla="*/ 0 w 56"/>
                  <a:gd name="T1" fmla="*/ 5 h 31"/>
                  <a:gd name="T2" fmla="*/ 2 w 56"/>
                  <a:gd name="T3" fmla="*/ 5 h 31"/>
                  <a:gd name="T4" fmla="*/ 4 w 56"/>
                  <a:gd name="T5" fmla="*/ 4 h 31"/>
                  <a:gd name="T6" fmla="*/ 7 w 56"/>
                  <a:gd name="T7" fmla="*/ 4 h 31"/>
                  <a:gd name="T8" fmla="*/ 11 w 56"/>
                  <a:gd name="T9" fmla="*/ 3 h 31"/>
                  <a:gd name="T10" fmla="*/ 14 w 56"/>
                  <a:gd name="T11" fmla="*/ 2 h 31"/>
                  <a:gd name="T12" fmla="*/ 17 w 56"/>
                  <a:gd name="T13" fmla="*/ 1 h 31"/>
                  <a:gd name="T14" fmla="*/ 19 w 56"/>
                  <a:gd name="T15" fmla="*/ 1 h 31"/>
                  <a:gd name="T16" fmla="*/ 21 w 56"/>
                  <a:gd name="T17" fmla="*/ 0 h 31"/>
                  <a:gd name="T18" fmla="*/ 24 w 56"/>
                  <a:gd name="T19" fmla="*/ 1 h 31"/>
                  <a:gd name="T20" fmla="*/ 29 w 56"/>
                  <a:gd name="T21" fmla="*/ 4 h 31"/>
                  <a:gd name="T22" fmla="*/ 31 w 56"/>
                  <a:gd name="T23" fmla="*/ 7 h 31"/>
                  <a:gd name="T24" fmla="*/ 30 w 56"/>
                  <a:gd name="T25" fmla="*/ 9 h 31"/>
                  <a:gd name="T26" fmla="*/ 24 w 56"/>
                  <a:gd name="T27" fmla="*/ 10 h 31"/>
                  <a:gd name="T28" fmla="*/ 20 w 56"/>
                  <a:gd name="T29" fmla="*/ 14 h 31"/>
                  <a:gd name="T30" fmla="*/ 17 w 56"/>
                  <a:gd name="T31" fmla="*/ 16 h 31"/>
                  <a:gd name="T32" fmla="*/ 14 w 56"/>
                  <a:gd name="T33" fmla="*/ 17 h 31"/>
                  <a:gd name="T34" fmla="*/ 11 w 56"/>
                  <a:gd name="T35" fmla="*/ 16 h 31"/>
                  <a:gd name="T36" fmla="*/ 7 w 56"/>
                  <a:gd name="T37" fmla="*/ 14 h 31"/>
                  <a:gd name="T38" fmla="*/ 3 w 56"/>
                  <a:gd name="T39" fmla="*/ 12 h 31"/>
                  <a:gd name="T40" fmla="*/ 1 w 56"/>
                  <a:gd name="T41" fmla="*/ 9 h 31"/>
                  <a:gd name="T42" fmla="*/ 0 w 56"/>
                  <a:gd name="T43" fmla="*/ 8 h 31"/>
                  <a:gd name="T44" fmla="*/ 0 w 56"/>
                  <a:gd name="T45" fmla="*/ 8 h 31"/>
                  <a:gd name="T46" fmla="*/ 0 w 56"/>
                  <a:gd name="T47" fmla="*/ 6 h 31"/>
                  <a:gd name="T48" fmla="*/ 0 w 56"/>
                  <a:gd name="T49" fmla="*/ 5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6" h="31">
                    <a:moveTo>
                      <a:pt x="0" y="10"/>
                    </a:moveTo>
                    <a:lnTo>
                      <a:pt x="3" y="9"/>
                    </a:lnTo>
                    <a:lnTo>
                      <a:pt x="8" y="8"/>
                    </a:lnTo>
                    <a:lnTo>
                      <a:pt x="13" y="7"/>
                    </a:lnTo>
                    <a:lnTo>
                      <a:pt x="19" y="5"/>
                    </a:lnTo>
                    <a:lnTo>
                      <a:pt x="25" y="3"/>
                    </a:lnTo>
                    <a:lnTo>
                      <a:pt x="31" y="2"/>
                    </a:lnTo>
                    <a:lnTo>
                      <a:pt x="34" y="1"/>
                    </a:lnTo>
                    <a:lnTo>
                      <a:pt x="38" y="0"/>
                    </a:lnTo>
                    <a:lnTo>
                      <a:pt x="44" y="1"/>
                    </a:lnTo>
                    <a:lnTo>
                      <a:pt x="53" y="7"/>
                    </a:lnTo>
                    <a:lnTo>
                      <a:pt x="56" y="13"/>
                    </a:lnTo>
                    <a:lnTo>
                      <a:pt x="54" y="16"/>
                    </a:lnTo>
                    <a:lnTo>
                      <a:pt x="43" y="19"/>
                    </a:lnTo>
                    <a:lnTo>
                      <a:pt x="36" y="25"/>
                    </a:lnTo>
                    <a:lnTo>
                      <a:pt x="31" y="30"/>
                    </a:lnTo>
                    <a:lnTo>
                      <a:pt x="26" y="31"/>
                    </a:lnTo>
                    <a:lnTo>
                      <a:pt x="19" y="29"/>
                    </a:lnTo>
                    <a:lnTo>
                      <a:pt x="12" y="25"/>
                    </a:lnTo>
                    <a:lnTo>
                      <a:pt x="5" y="22"/>
                    </a:lnTo>
                    <a:lnTo>
                      <a:pt x="1" y="17"/>
                    </a:lnTo>
                    <a:lnTo>
                      <a:pt x="0" y="15"/>
                    </a:lnTo>
                    <a:lnTo>
                      <a:pt x="0" y="14"/>
                    </a:lnTo>
                    <a:lnTo>
                      <a:pt x="0" y="11"/>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4" name="Freeform 55">
                <a:extLst>
                  <a:ext uri="{FF2B5EF4-FFF2-40B4-BE49-F238E27FC236}">
                    <a16:creationId xmlns:a16="http://schemas.microsoft.com/office/drawing/2014/main" id="{F818CF9C-799B-4E5E-A673-92794168466B}"/>
                  </a:ext>
                </a:extLst>
              </p:cNvPr>
              <p:cNvSpPr>
                <a:spLocks/>
              </p:cNvSpPr>
              <p:nvPr/>
            </p:nvSpPr>
            <p:spPr bwMode="auto">
              <a:xfrm>
                <a:off x="4344" y="2551"/>
                <a:ext cx="16" cy="10"/>
              </a:xfrm>
              <a:custGeom>
                <a:avLst/>
                <a:gdLst>
                  <a:gd name="T0" fmla="*/ 0 w 29"/>
                  <a:gd name="T1" fmla="*/ 1 h 18"/>
                  <a:gd name="T2" fmla="*/ 2 w 29"/>
                  <a:gd name="T3" fmla="*/ 2 h 18"/>
                  <a:gd name="T4" fmla="*/ 4 w 29"/>
                  <a:gd name="T5" fmla="*/ 5 h 18"/>
                  <a:gd name="T6" fmla="*/ 6 w 29"/>
                  <a:gd name="T7" fmla="*/ 8 h 18"/>
                  <a:gd name="T8" fmla="*/ 6 w 29"/>
                  <a:gd name="T9" fmla="*/ 10 h 18"/>
                  <a:gd name="T10" fmla="*/ 9 w 29"/>
                  <a:gd name="T11" fmla="*/ 9 h 18"/>
                  <a:gd name="T12" fmla="*/ 12 w 29"/>
                  <a:gd name="T13" fmla="*/ 8 h 18"/>
                  <a:gd name="T14" fmla="*/ 15 w 29"/>
                  <a:gd name="T15" fmla="*/ 7 h 18"/>
                  <a:gd name="T16" fmla="*/ 16 w 29"/>
                  <a:gd name="T17" fmla="*/ 6 h 18"/>
                  <a:gd name="T18" fmla="*/ 15 w 29"/>
                  <a:gd name="T19" fmla="*/ 3 h 18"/>
                  <a:gd name="T20" fmla="*/ 11 w 29"/>
                  <a:gd name="T21" fmla="*/ 2 h 18"/>
                  <a:gd name="T22" fmla="*/ 6 w 29"/>
                  <a:gd name="T23" fmla="*/ 0 h 18"/>
                  <a:gd name="T24" fmla="*/ 0 w 29"/>
                  <a:gd name="T25" fmla="*/ 1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18">
                    <a:moveTo>
                      <a:pt x="0" y="1"/>
                    </a:moveTo>
                    <a:lnTo>
                      <a:pt x="4" y="4"/>
                    </a:lnTo>
                    <a:lnTo>
                      <a:pt x="7" y="9"/>
                    </a:lnTo>
                    <a:lnTo>
                      <a:pt x="10" y="15"/>
                    </a:lnTo>
                    <a:lnTo>
                      <a:pt x="11" y="18"/>
                    </a:lnTo>
                    <a:lnTo>
                      <a:pt x="16" y="17"/>
                    </a:lnTo>
                    <a:lnTo>
                      <a:pt x="22" y="15"/>
                    </a:lnTo>
                    <a:lnTo>
                      <a:pt x="27" y="12"/>
                    </a:lnTo>
                    <a:lnTo>
                      <a:pt x="29" y="10"/>
                    </a:lnTo>
                    <a:lnTo>
                      <a:pt x="27" y="6"/>
                    </a:lnTo>
                    <a:lnTo>
                      <a:pt x="20" y="3"/>
                    </a:lnTo>
                    <a:lnTo>
                      <a:pt x="11" y="0"/>
                    </a:lnTo>
                    <a:lnTo>
                      <a:pt x="0"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5" name="Freeform 56">
                <a:extLst>
                  <a:ext uri="{FF2B5EF4-FFF2-40B4-BE49-F238E27FC236}">
                    <a16:creationId xmlns:a16="http://schemas.microsoft.com/office/drawing/2014/main" id="{20460372-36A3-40F2-94EB-206CBF19551A}"/>
                  </a:ext>
                </a:extLst>
              </p:cNvPr>
              <p:cNvSpPr>
                <a:spLocks/>
              </p:cNvSpPr>
              <p:nvPr/>
            </p:nvSpPr>
            <p:spPr bwMode="auto">
              <a:xfrm>
                <a:off x="4303" y="2507"/>
                <a:ext cx="12" cy="8"/>
              </a:xfrm>
              <a:custGeom>
                <a:avLst/>
                <a:gdLst>
                  <a:gd name="T0" fmla="*/ 12 w 22"/>
                  <a:gd name="T1" fmla="*/ 8 h 14"/>
                  <a:gd name="T2" fmla="*/ 9 w 22"/>
                  <a:gd name="T3" fmla="*/ 7 h 14"/>
                  <a:gd name="T4" fmla="*/ 6 w 22"/>
                  <a:gd name="T5" fmla="*/ 6 h 14"/>
                  <a:gd name="T6" fmla="*/ 3 w 22"/>
                  <a:gd name="T7" fmla="*/ 5 h 14"/>
                  <a:gd name="T8" fmla="*/ 0 w 22"/>
                  <a:gd name="T9" fmla="*/ 4 h 14"/>
                  <a:gd name="T10" fmla="*/ 2 w 22"/>
                  <a:gd name="T11" fmla="*/ 3 h 14"/>
                  <a:gd name="T12" fmla="*/ 2 w 22"/>
                  <a:gd name="T13" fmla="*/ 1 h 14"/>
                  <a:gd name="T14" fmla="*/ 3 w 22"/>
                  <a:gd name="T15" fmla="*/ 1 h 14"/>
                  <a:gd name="T16" fmla="*/ 4 w 22"/>
                  <a:gd name="T17" fmla="*/ 0 h 14"/>
                  <a:gd name="T18" fmla="*/ 7 w 22"/>
                  <a:gd name="T19" fmla="*/ 0 h 14"/>
                  <a:gd name="T20" fmla="*/ 9 w 22"/>
                  <a:gd name="T21" fmla="*/ 2 h 14"/>
                  <a:gd name="T22" fmla="*/ 11 w 22"/>
                  <a:gd name="T23" fmla="*/ 5 h 14"/>
                  <a:gd name="T24" fmla="*/ 12 w 22"/>
                  <a:gd name="T25" fmla="*/ 8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 h="14">
                    <a:moveTo>
                      <a:pt x="22" y="14"/>
                    </a:moveTo>
                    <a:lnTo>
                      <a:pt x="17" y="13"/>
                    </a:lnTo>
                    <a:lnTo>
                      <a:pt x="11" y="10"/>
                    </a:lnTo>
                    <a:lnTo>
                      <a:pt x="6" y="8"/>
                    </a:lnTo>
                    <a:lnTo>
                      <a:pt x="0" y="7"/>
                    </a:lnTo>
                    <a:lnTo>
                      <a:pt x="3" y="5"/>
                    </a:lnTo>
                    <a:lnTo>
                      <a:pt x="4" y="2"/>
                    </a:lnTo>
                    <a:lnTo>
                      <a:pt x="6" y="1"/>
                    </a:lnTo>
                    <a:lnTo>
                      <a:pt x="7" y="0"/>
                    </a:lnTo>
                    <a:lnTo>
                      <a:pt x="12" y="0"/>
                    </a:lnTo>
                    <a:lnTo>
                      <a:pt x="17" y="4"/>
                    </a:lnTo>
                    <a:lnTo>
                      <a:pt x="21" y="8"/>
                    </a:lnTo>
                    <a:lnTo>
                      <a:pt x="22"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6" name="Freeform 57">
                <a:extLst>
                  <a:ext uri="{FF2B5EF4-FFF2-40B4-BE49-F238E27FC236}">
                    <a16:creationId xmlns:a16="http://schemas.microsoft.com/office/drawing/2014/main" id="{FDA2B10D-1A68-4B01-8C01-41994B4EBB6B}"/>
                  </a:ext>
                </a:extLst>
              </p:cNvPr>
              <p:cNvSpPr>
                <a:spLocks/>
              </p:cNvSpPr>
              <p:nvPr/>
            </p:nvSpPr>
            <p:spPr bwMode="auto">
              <a:xfrm>
                <a:off x="4321" y="2536"/>
                <a:ext cx="10" cy="7"/>
              </a:xfrm>
              <a:custGeom>
                <a:avLst/>
                <a:gdLst>
                  <a:gd name="T0" fmla="*/ 0 w 18"/>
                  <a:gd name="T1" fmla="*/ 2 h 15"/>
                  <a:gd name="T2" fmla="*/ 2 w 18"/>
                  <a:gd name="T3" fmla="*/ 3 h 15"/>
                  <a:gd name="T4" fmla="*/ 5 w 18"/>
                  <a:gd name="T5" fmla="*/ 4 h 15"/>
                  <a:gd name="T6" fmla="*/ 8 w 18"/>
                  <a:gd name="T7" fmla="*/ 6 h 15"/>
                  <a:gd name="T8" fmla="*/ 9 w 18"/>
                  <a:gd name="T9" fmla="*/ 7 h 15"/>
                  <a:gd name="T10" fmla="*/ 10 w 18"/>
                  <a:gd name="T11" fmla="*/ 6 h 15"/>
                  <a:gd name="T12" fmla="*/ 10 w 18"/>
                  <a:gd name="T13" fmla="*/ 4 h 15"/>
                  <a:gd name="T14" fmla="*/ 9 w 18"/>
                  <a:gd name="T15" fmla="*/ 2 h 15"/>
                  <a:gd name="T16" fmla="*/ 8 w 18"/>
                  <a:gd name="T17" fmla="*/ 1 h 15"/>
                  <a:gd name="T18" fmla="*/ 5 w 18"/>
                  <a:gd name="T19" fmla="*/ 0 h 15"/>
                  <a:gd name="T20" fmla="*/ 2 w 18"/>
                  <a:gd name="T21" fmla="*/ 0 h 15"/>
                  <a:gd name="T22" fmla="*/ 0 w 18"/>
                  <a:gd name="T23" fmla="*/ 1 h 15"/>
                  <a:gd name="T24" fmla="*/ 0 w 18"/>
                  <a:gd name="T25" fmla="*/ 2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15">
                    <a:moveTo>
                      <a:pt x="0" y="4"/>
                    </a:moveTo>
                    <a:lnTo>
                      <a:pt x="4" y="7"/>
                    </a:lnTo>
                    <a:lnTo>
                      <a:pt x="9" y="9"/>
                    </a:lnTo>
                    <a:lnTo>
                      <a:pt x="14" y="13"/>
                    </a:lnTo>
                    <a:lnTo>
                      <a:pt x="17" y="15"/>
                    </a:lnTo>
                    <a:lnTo>
                      <a:pt x="18" y="13"/>
                    </a:lnTo>
                    <a:lnTo>
                      <a:pt x="18" y="8"/>
                    </a:lnTo>
                    <a:lnTo>
                      <a:pt x="17" y="4"/>
                    </a:lnTo>
                    <a:lnTo>
                      <a:pt x="14" y="2"/>
                    </a:lnTo>
                    <a:lnTo>
                      <a:pt x="9" y="0"/>
                    </a:lnTo>
                    <a:lnTo>
                      <a:pt x="3" y="0"/>
                    </a:lnTo>
                    <a:lnTo>
                      <a:pt x="0" y="2"/>
                    </a:lnTo>
                    <a:lnTo>
                      <a:pt x="0"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7" name="Freeform 58">
                <a:extLst>
                  <a:ext uri="{FF2B5EF4-FFF2-40B4-BE49-F238E27FC236}">
                    <a16:creationId xmlns:a16="http://schemas.microsoft.com/office/drawing/2014/main" id="{76F581A8-CC2E-4529-BA8C-692A0CC93E6D}"/>
                  </a:ext>
                </a:extLst>
              </p:cNvPr>
              <p:cNvSpPr>
                <a:spLocks/>
              </p:cNvSpPr>
              <p:nvPr/>
            </p:nvSpPr>
            <p:spPr bwMode="auto">
              <a:xfrm>
                <a:off x="4339" y="2517"/>
                <a:ext cx="17" cy="26"/>
              </a:xfrm>
              <a:custGeom>
                <a:avLst/>
                <a:gdLst>
                  <a:gd name="T0" fmla="*/ 0 w 32"/>
                  <a:gd name="T1" fmla="*/ 0 h 49"/>
                  <a:gd name="T2" fmla="*/ 1 w 32"/>
                  <a:gd name="T3" fmla="*/ 6 h 49"/>
                  <a:gd name="T4" fmla="*/ 1 w 32"/>
                  <a:gd name="T5" fmla="*/ 14 h 49"/>
                  <a:gd name="T6" fmla="*/ 1 w 32"/>
                  <a:gd name="T7" fmla="*/ 21 h 49"/>
                  <a:gd name="T8" fmla="*/ 0 w 32"/>
                  <a:gd name="T9" fmla="*/ 26 h 49"/>
                  <a:gd name="T10" fmla="*/ 3 w 32"/>
                  <a:gd name="T11" fmla="*/ 25 h 49"/>
                  <a:gd name="T12" fmla="*/ 4 w 32"/>
                  <a:gd name="T13" fmla="*/ 24 h 49"/>
                  <a:gd name="T14" fmla="*/ 6 w 32"/>
                  <a:gd name="T15" fmla="*/ 24 h 49"/>
                  <a:gd name="T16" fmla="*/ 7 w 32"/>
                  <a:gd name="T17" fmla="*/ 23 h 49"/>
                  <a:gd name="T18" fmla="*/ 10 w 32"/>
                  <a:gd name="T19" fmla="*/ 23 h 49"/>
                  <a:gd name="T20" fmla="*/ 12 w 32"/>
                  <a:gd name="T21" fmla="*/ 22 h 49"/>
                  <a:gd name="T22" fmla="*/ 15 w 32"/>
                  <a:gd name="T23" fmla="*/ 22 h 49"/>
                  <a:gd name="T24" fmla="*/ 16 w 32"/>
                  <a:gd name="T25" fmla="*/ 22 h 49"/>
                  <a:gd name="T26" fmla="*/ 17 w 32"/>
                  <a:gd name="T27" fmla="*/ 20 h 49"/>
                  <a:gd name="T28" fmla="*/ 16 w 32"/>
                  <a:gd name="T29" fmla="*/ 18 h 49"/>
                  <a:gd name="T30" fmla="*/ 13 w 32"/>
                  <a:gd name="T31" fmla="*/ 16 h 49"/>
                  <a:gd name="T32" fmla="*/ 7 w 32"/>
                  <a:gd name="T33" fmla="*/ 18 h 49"/>
                  <a:gd name="T34" fmla="*/ 8 w 32"/>
                  <a:gd name="T35" fmla="*/ 15 h 49"/>
                  <a:gd name="T36" fmla="*/ 9 w 32"/>
                  <a:gd name="T37" fmla="*/ 12 h 49"/>
                  <a:gd name="T38" fmla="*/ 9 w 32"/>
                  <a:gd name="T39" fmla="*/ 10 h 49"/>
                  <a:gd name="T40" fmla="*/ 7 w 32"/>
                  <a:gd name="T41" fmla="*/ 7 h 49"/>
                  <a:gd name="T42" fmla="*/ 6 w 32"/>
                  <a:gd name="T43" fmla="*/ 6 h 49"/>
                  <a:gd name="T44" fmla="*/ 4 w 32"/>
                  <a:gd name="T45" fmla="*/ 4 h 49"/>
                  <a:gd name="T46" fmla="*/ 2 w 32"/>
                  <a:gd name="T47" fmla="*/ 2 h 49"/>
                  <a:gd name="T48" fmla="*/ 0 w 32"/>
                  <a:gd name="T49" fmla="*/ 0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49">
                    <a:moveTo>
                      <a:pt x="0" y="0"/>
                    </a:moveTo>
                    <a:lnTo>
                      <a:pt x="1" y="12"/>
                    </a:lnTo>
                    <a:lnTo>
                      <a:pt x="2" y="26"/>
                    </a:lnTo>
                    <a:lnTo>
                      <a:pt x="1" y="39"/>
                    </a:lnTo>
                    <a:lnTo>
                      <a:pt x="0" y="49"/>
                    </a:lnTo>
                    <a:lnTo>
                      <a:pt x="5" y="48"/>
                    </a:lnTo>
                    <a:lnTo>
                      <a:pt x="8" y="46"/>
                    </a:lnTo>
                    <a:lnTo>
                      <a:pt x="12" y="45"/>
                    </a:lnTo>
                    <a:lnTo>
                      <a:pt x="14" y="44"/>
                    </a:lnTo>
                    <a:lnTo>
                      <a:pt x="19" y="43"/>
                    </a:lnTo>
                    <a:lnTo>
                      <a:pt x="23" y="41"/>
                    </a:lnTo>
                    <a:lnTo>
                      <a:pt x="28" y="41"/>
                    </a:lnTo>
                    <a:lnTo>
                      <a:pt x="31" y="41"/>
                    </a:lnTo>
                    <a:lnTo>
                      <a:pt x="32" y="38"/>
                    </a:lnTo>
                    <a:lnTo>
                      <a:pt x="30" y="34"/>
                    </a:lnTo>
                    <a:lnTo>
                      <a:pt x="24" y="31"/>
                    </a:lnTo>
                    <a:lnTo>
                      <a:pt x="13" y="34"/>
                    </a:lnTo>
                    <a:lnTo>
                      <a:pt x="15" y="28"/>
                    </a:lnTo>
                    <a:lnTo>
                      <a:pt x="16" y="22"/>
                    </a:lnTo>
                    <a:lnTo>
                      <a:pt x="16" y="18"/>
                    </a:lnTo>
                    <a:lnTo>
                      <a:pt x="14" y="14"/>
                    </a:lnTo>
                    <a:lnTo>
                      <a:pt x="12" y="11"/>
                    </a:lnTo>
                    <a:lnTo>
                      <a:pt x="7" y="7"/>
                    </a:lnTo>
                    <a:lnTo>
                      <a:pt x="4" y="4"/>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8" name="Freeform 59">
                <a:extLst>
                  <a:ext uri="{FF2B5EF4-FFF2-40B4-BE49-F238E27FC236}">
                    <a16:creationId xmlns:a16="http://schemas.microsoft.com/office/drawing/2014/main" id="{2ECCD6CA-45F6-469F-B62E-194BA3B8FEA9}"/>
                  </a:ext>
                </a:extLst>
              </p:cNvPr>
              <p:cNvSpPr>
                <a:spLocks/>
              </p:cNvSpPr>
              <p:nvPr/>
            </p:nvSpPr>
            <p:spPr bwMode="auto">
              <a:xfrm>
                <a:off x="4299" y="2520"/>
                <a:ext cx="7" cy="15"/>
              </a:xfrm>
              <a:custGeom>
                <a:avLst/>
                <a:gdLst>
                  <a:gd name="T0" fmla="*/ 2 w 14"/>
                  <a:gd name="T1" fmla="*/ 11 h 27"/>
                  <a:gd name="T2" fmla="*/ 1 w 14"/>
                  <a:gd name="T3" fmla="*/ 7 h 27"/>
                  <a:gd name="T4" fmla="*/ 0 w 14"/>
                  <a:gd name="T5" fmla="*/ 3 h 27"/>
                  <a:gd name="T6" fmla="*/ 0 w 14"/>
                  <a:gd name="T7" fmla="*/ 1 h 27"/>
                  <a:gd name="T8" fmla="*/ 1 w 14"/>
                  <a:gd name="T9" fmla="*/ 0 h 27"/>
                  <a:gd name="T10" fmla="*/ 3 w 14"/>
                  <a:gd name="T11" fmla="*/ 1 h 27"/>
                  <a:gd name="T12" fmla="*/ 6 w 14"/>
                  <a:gd name="T13" fmla="*/ 4 h 27"/>
                  <a:gd name="T14" fmla="*/ 7 w 14"/>
                  <a:gd name="T15" fmla="*/ 9 h 27"/>
                  <a:gd name="T16" fmla="*/ 7 w 14"/>
                  <a:gd name="T17" fmla="*/ 15 h 27"/>
                  <a:gd name="T18" fmla="*/ 5 w 14"/>
                  <a:gd name="T19" fmla="*/ 14 h 27"/>
                  <a:gd name="T20" fmla="*/ 3 w 14"/>
                  <a:gd name="T21" fmla="*/ 13 h 27"/>
                  <a:gd name="T22" fmla="*/ 2 w 14"/>
                  <a:gd name="T23" fmla="*/ 12 h 27"/>
                  <a:gd name="T24" fmla="*/ 2 w 14"/>
                  <a:gd name="T25" fmla="*/ 11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 h="27">
                    <a:moveTo>
                      <a:pt x="3" y="19"/>
                    </a:moveTo>
                    <a:lnTo>
                      <a:pt x="2" y="12"/>
                    </a:lnTo>
                    <a:lnTo>
                      <a:pt x="0" y="6"/>
                    </a:lnTo>
                    <a:lnTo>
                      <a:pt x="0" y="2"/>
                    </a:lnTo>
                    <a:lnTo>
                      <a:pt x="2" y="0"/>
                    </a:lnTo>
                    <a:lnTo>
                      <a:pt x="5" y="1"/>
                    </a:lnTo>
                    <a:lnTo>
                      <a:pt x="11" y="7"/>
                    </a:lnTo>
                    <a:lnTo>
                      <a:pt x="14" y="16"/>
                    </a:lnTo>
                    <a:lnTo>
                      <a:pt x="13" y="27"/>
                    </a:lnTo>
                    <a:lnTo>
                      <a:pt x="10" y="25"/>
                    </a:lnTo>
                    <a:lnTo>
                      <a:pt x="6" y="23"/>
                    </a:lnTo>
                    <a:lnTo>
                      <a:pt x="4" y="21"/>
                    </a:lnTo>
                    <a:lnTo>
                      <a:pt x="3" y="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9" name="Freeform 60">
                <a:extLst>
                  <a:ext uri="{FF2B5EF4-FFF2-40B4-BE49-F238E27FC236}">
                    <a16:creationId xmlns:a16="http://schemas.microsoft.com/office/drawing/2014/main" id="{E670A583-85E8-4DD7-B352-BF07829B7A2A}"/>
                  </a:ext>
                </a:extLst>
              </p:cNvPr>
              <p:cNvSpPr>
                <a:spLocks/>
              </p:cNvSpPr>
              <p:nvPr/>
            </p:nvSpPr>
            <p:spPr bwMode="auto">
              <a:xfrm>
                <a:off x="4373" y="2513"/>
                <a:ext cx="11" cy="16"/>
              </a:xfrm>
              <a:custGeom>
                <a:avLst/>
                <a:gdLst>
                  <a:gd name="T0" fmla="*/ 0 w 21"/>
                  <a:gd name="T1" fmla="*/ 0 h 30"/>
                  <a:gd name="T2" fmla="*/ 3 w 21"/>
                  <a:gd name="T3" fmla="*/ 0 h 30"/>
                  <a:gd name="T4" fmla="*/ 6 w 21"/>
                  <a:gd name="T5" fmla="*/ 0 h 30"/>
                  <a:gd name="T6" fmla="*/ 8 w 21"/>
                  <a:gd name="T7" fmla="*/ 2 h 30"/>
                  <a:gd name="T8" fmla="*/ 11 w 21"/>
                  <a:gd name="T9" fmla="*/ 3 h 30"/>
                  <a:gd name="T10" fmla="*/ 10 w 21"/>
                  <a:gd name="T11" fmla="*/ 6 h 30"/>
                  <a:gd name="T12" fmla="*/ 8 w 21"/>
                  <a:gd name="T13" fmla="*/ 10 h 30"/>
                  <a:gd name="T14" fmla="*/ 6 w 21"/>
                  <a:gd name="T15" fmla="*/ 14 h 30"/>
                  <a:gd name="T16" fmla="*/ 2 w 21"/>
                  <a:gd name="T17" fmla="*/ 16 h 30"/>
                  <a:gd name="T18" fmla="*/ 1 w 21"/>
                  <a:gd name="T19" fmla="*/ 12 h 30"/>
                  <a:gd name="T20" fmla="*/ 0 w 21"/>
                  <a:gd name="T21" fmla="*/ 8 h 30"/>
                  <a:gd name="T22" fmla="*/ 0 w 21"/>
                  <a:gd name="T23" fmla="*/ 4 h 30"/>
                  <a:gd name="T24" fmla="*/ 0 w 21"/>
                  <a:gd name="T25" fmla="*/ 0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0">
                    <a:moveTo>
                      <a:pt x="0" y="0"/>
                    </a:moveTo>
                    <a:lnTo>
                      <a:pt x="5" y="0"/>
                    </a:lnTo>
                    <a:lnTo>
                      <a:pt x="11" y="0"/>
                    </a:lnTo>
                    <a:lnTo>
                      <a:pt x="16" y="3"/>
                    </a:lnTo>
                    <a:lnTo>
                      <a:pt x="21" y="5"/>
                    </a:lnTo>
                    <a:lnTo>
                      <a:pt x="20" y="11"/>
                    </a:lnTo>
                    <a:lnTo>
                      <a:pt x="16" y="19"/>
                    </a:lnTo>
                    <a:lnTo>
                      <a:pt x="12" y="26"/>
                    </a:lnTo>
                    <a:lnTo>
                      <a:pt x="4" y="30"/>
                    </a:lnTo>
                    <a:lnTo>
                      <a:pt x="2" y="23"/>
                    </a:lnTo>
                    <a:lnTo>
                      <a:pt x="0" y="15"/>
                    </a:lnTo>
                    <a:lnTo>
                      <a:pt x="0" y="7"/>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0" name="Freeform 61">
                <a:extLst>
                  <a:ext uri="{FF2B5EF4-FFF2-40B4-BE49-F238E27FC236}">
                    <a16:creationId xmlns:a16="http://schemas.microsoft.com/office/drawing/2014/main" id="{51832F87-9CF1-4D7B-B2AC-6D26F76D46F6}"/>
                  </a:ext>
                </a:extLst>
              </p:cNvPr>
              <p:cNvSpPr>
                <a:spLocks/>
              </p:cNvSpPr>
              <p:nvPr/>
            </p:nvSpPr>
            <p:spPr bwMode="auto">
              <a:xfrm>
                <a:off x="4353" y="2413"/>
                <a:ext cx="54" cy="98"/>
              </a:xfrm>
              <a:custGeom>
                <a:avLst/>
                <a:gdLst>
                  <a:gd name="T0" fmla="*/ 41 w 100"/>
                  <a:gd name="T1" fmla="*/ 88 h 179"/>
                  <a:gd name="T2" fmla="*/ 36 w 100"/>
                  <a:gd name="T3" fmla="*/ 95 h 179"/>
                  <a:gd name="T4" fmla="*/ 31 w 100"/>
                  <a:gd name="T5" fmla="*/ 97 h 179"/>
                  <a:gd name="T6" fmla="*/ 23 w 100"/>
                  <a:gd name="T7" fmla="*/ 94 h 179"/>
                  <a:gd name="T8" fmla="*/ 19 w 100"/>
                  <a:gd name="T9" fmla="*/ 94 h 179"/>
                  <a:gd name="T10" fmla="*/ 21 w 100"/>
                  <a:gd name="T11" fmla="*/ 93 h 179"/>
                  <a:gd name="T12" fmla="*/ 19 w 100"/>
                  <a:gd name="T13" fmla="*/ 90 h 179"/>
                  <a:gd name="T14" fmla="*/ 14 w 100"/>
                  <a:gd name="T15" fmla="*/ 89 h 179"/>
                  <a:gd name="T16" fmla="*/ 15 w 100"/>
                  <a:gd name="T17" fmla="*/ 85 h 179"/>
                  <a:gd name="T18" fmla="*/ 21 w 100"/>
                  <a:gd name="T19" fmla="*/ 86 h 179"/>
                  <a:gd name="T20" fmla="*/ 23 w 100"/>
                  <a:gd name="T21" fmla="*/ 85 h 179"/>
                  <a:gd name="T22" fmla="*/ 24 w 100"/>
                  <a:gd name="T23" fmla="*/ 74 h 179"/>
                  <a:gd name="T24" fmla="*/ 23 w 100"/>
                  <a:gd name="T25" fmla="*/ 68 h 179"/>
                  <a:gd name="T26" fmla="*/ 19 w 100"/>
                  <a:gd name="T27" fmla="*/ 64 h 179"/>
                  <a:gd name="T28" fmla="*/ 17 w 100"/>
                  <a:gd name="T29" fmla="*/ 61 h 179"/>
                  <a:gd name="T30" fmla="*/ 18 w 100"/>
                  <a:gd name="T31" fmla="*/ 56 h 179"/>
                  <a:gd name="T32" fmla="*/ 19 w 100"/>
                  <a:gd name="T33" fmla="*/ 49 h 179"/>
                  <a:gd name="T34" fmla="*/ 18 w 100"/>
                  <a:gd name="T35" fmla="*/ 37 h 179"/>
                  <a:gd name="T36" fmla="*/ 19 w 100"/>
                  <a:gd name="T37" fmla="*/ 32 h 179"/>
                  <a:gd name="T38" fmla="*/ 22 w 100"/>
                  <a:gd name="T39" fmla="*/ 31 h 179"/>
                  <a:gd name="T40" fmla="*/ 25 w 100"/>
                  <a:gd name="T41" fmla="*/ 28 h 179"/>
                  <a:gd name="T42" fmla="*/ 24 w 100"/>
                  <a:gd name="T43" fmla="*/ 25 h 179"/>
                  <a:gd name="T44" fmla="*/ 21 w 100"/>
                  <a:gd name="T45" fmla="*/ 22 h 179"/>
                  <a:gd name="T46" fmla="*/ 15 w 100"/>
                  <a:gd name="T47" fmla="*/ 19 h 179"/>
                  <a:gd name="T48" fmla="*/ 9 w 100"/>
                  <a:gd name="T49" fmla="*/ 15 h 179"/>
                  <a:gd name="T50" fmla="*/ 3 w 100"/>
                  <a:gd name="T51" fmla="*/ 11 h 179"/>
                  <a:gd name="T52" fmla="*/ 3 w 100"/>
                  <a:gd name="T53" fmla="*/ 10 h 179"/>
                  <a:gd name="T54" fmla="*/ 6 w 100"/>
                  <a:gd name="T55" fmla="*/ 9 h 179"/>
                  <a:gd name="T56" fmla="*/ 10 w 100"/>
                  <a:gd name="T57" fmla="*/ 8 h 179"/>
                  <a:gd name="T58" fmla="*/ 14 w 100"/>
                  <a:gd name="T59" fmla="*/ 8 h 179"/>
                  <a:gd name="T60" fmla="*/ 19 w 100"/>
                  <a:gd name="T61" fmla="*/ 13 h 179"/>
                  <a:gd name="T62" fmla="*/ 28 w 100"/>
                  <a:gd name="T63" fmla="*/ 23 h 179"/>
                  <a:gd name="T64" fmla="*/ 30 w 100"/>
                  <a:gd name="T65" fmla="*/ 24 h 179"/>
                  <a:gd name="T66" fmla="*/ 30 w 100"/>
                  <a:gd name="T67" fmla="*/ 20 h 179"/>
                  <a:gd name="T68" fmla="*/ 32 w 100"/>
                  <a:gd name="T69" fmla="*/ 14 h 179"/>
                  <a:gd name="T70" fmla="*/ 33 w 100"/>
                  <a:gd name="T71" fmla="*/ 3 h 179"/>
                  <a:gd name="T72" fmla="*/ 33 w 100"/>
                  <a:gd name="T73" fmla="*/ 1 h 179"/>
                  <a:gd name="T74" fmla="*/ 36 w 100"/>
                  <a:gd name="T75" fmla="*/ 4 h 179"/>
                  <a:gd name="T76" fmla="*/ 39 w 100"/>
                  <a:gd name="T77" fmla="*/ 9 h 179"/>
                  <a:gd name="T78" fmla="*/ 40 w 100"/>
                  <a:gd name="T79" fmla="*/ 16 h 179"/>
                  <a:gd name="T80" fmla="*/ 39 w 100"/>
                  <a:gd name="T81" fmla="*/ 20 h 179"/>
                  <a:gd name="T82" fmla="*/ 37 w 100"/>
                  <a:gd name="T83" fmla="*/ 24 h 179"/>
                  <a:gd name="T84" fmla="*/ 38 w 100"/>
                  <a:gd name="T85" fmla="*/ 28 h 179"/>
                  <a:gd name="T86" fmla="*/ 39 w 100"/>
                  <a:gd name="T87" fmla="*/ 33 h 179"/>
                  <a:gd name="T88" fmla="*/ 38 w 100"/>
                  <a:gd name="T89" fmla="*/ 39 h 179"/>
                  <a:gd name="T90" fmla="*/ 35 w 100"/>
                  <a:gd name="T91" fmla="*/ 38 h 179"/>
                  <a:gd name="T92" fmla="*/ 32 w 100"/>
                  <a:gd name="T93" fmla="*/ 40 h 179"/>
                  <a:gd name="T94" fmla="*/ 32 w 100"/>
                  <a:gd name="T95" fmla="*/ 52 h 179"/>
                  <a:gd name="T96" fmla="*/ 34 w 100"/>
                  <a:gd name="T97" fmla="*/ 61 h 179"/>
                  <a:gd name="T98" fmla="*/ 35 w 100"/>
                  <a:gd name="T99" fmla="*/ 74 h 179"/>
                  <a:gd name="T100" fmla="*/ 36 w 100"/>
                  <a:gd name="T101" fmla="*/ 80 h 179"/>
                  <a:gd name="T102" fmla="*/ 40 w 100"/>
                  <a:gd name="T103" fmla="*/ 82 h 179"/>
                  <a:gd name="T104" fmla="*/ 43 w 100"/>
                  <a:gd name="T105" fmla="*/ 80 h 179"/>
                  <a:gd name="T106" fmla="*/ 50 w 100"/>
                  <a:gd name="T107" fmla="*/ 73 h 179"/>
                  <a:gd name="T108" fmla="*/ 54 w 100"/>
                  <a:gd name="T109" fmla="*/ 73 h 179"/>
                  <a:gd name="T110" fmla="*/ 54 w 100"/>
                  <a:gd name="T111" fmla="*/ 74 h 179"/>
                  <a:gd name="T112" fmla="*/ 49 w 100"/>
                  <a:gd name="T113" fmla="*/ 77 h 179"/>
                  <a:gd name="T114" fmla="*/ 44 w 100"/>
                  <a:gd name="T115" fmla="*/ 83 h 17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00" h="179">
                    <a:moveTo>
                      <a:pt x="80" y="156"/>
                    </a:moveTo>
                    <a:lnTo>
                      <a:pt x="76" y="161"/>
                    </a:lnTo>
                    <a:lnTo>
                      <a:pt x="72" y="166"/>
                    </a:lnTo>
                    <a:lnTo>
                      <a:pt x="67" y="173"/>
                    </a:lnTo>
                    <a:lnTo>
                      <a:pt x="63" y="179"/>
                    </a:lnTo>
                    <a:lnTo>
                      <a:pt x="58" y="177"/>
                    </a:lnTo>
                    <a:lnTo>
                      <a:pt x="51" y="173"/>
                    </a:lnTo>
                    <a:lnTo>
                      <a:pt x="43" y="172"/>
                    </a:lnTo>
                    <a:lnTo>
                      <a:pt x="33" y="172"/>
                    </a:lnTo>
                    <a:lnTo>
                      <a:pt x="35" y="171"/>
                    </a:lnTo>
                    <a:lnTo>
                      <a:pt x="36" y="170"/>
                    </a:lnTo>
                    <a:lnTo>
                      <a:pt x="38" y="169"/>
                    </a:lnTo>
                    <a:lnTo>
                      <a:pt x="40" y="167"/>
                    </a:lnTo>
                    <a:lnTo>
                      <a:pt x="36" y="164"/>
                    </a:lnTo>
                    <a:lnTo>
                      <a:pt x="30" y="163"/>
                    </a:lnTo>
                    <a:lnTo>
                      <a:pt x="25" y="162"/>
                    </a:lnTo>
                    <a:lnTo>
                      <a:pt x="20" y="162"/>
                    </a:lnTo>
                    <a:lnTo>
                      <a:pt x="27" y="156"/>
                    </a:lnTo>
                    <a:lnTo>
                      <a:pt x="33" y="155"/>
                    </a:lnTo>
                    <a:lnTo>
                      <a:pt x="38" y="157"/>
                    </a:lnTo>
                    <a:lnTo>
                      <a:pt x="44" y="163"/>
                    </a:lnTo>
                    <a:lnTo>
                      <a:pt x="43" y="156"/>
                    </a:lnTo>
                    <a:lnTo>
                      <a:pt x="43" y="147"/>
                    </a:lnTo>
                    <a:lnTo>
                      <a:pt x="44" y="136"/>
                    </a:lnTo>
                    <a:lnTo>
                      <a:pt x="44" y="129"/>
                    </a:lnTo>
                    <a:lnTo>
                      <a:pt x="43" y="125"/>
                    </a:lnTo>
                    <a:lnTo>
                      <a:pt x="40" y="119"/>
                    </a:lnTo>
                    <a:lnTo>
                      <a:pt x="36" y="116"/>
                    </a:lnTo>
                    <a:lnTo>
                      <a:pt x="33" y="113"/>
                    </a:lnTo>
                    <a:lnTo>
                      <a:pt x="32" y="111"/>
                    </a:lnTo>
                    <a:lnTo>
                      <a:pt x="32" y="106"/>
                    </a:lnTo>
                    <a:lnTo>
                      <a:pt x="33" y="102"/>
                    </a:lnTo>
                    <a:lnTo>
                      <a:pt x="34" y="97"/>
                    </a:lnTo>
                    <a:lnTo>
                      <a:pt x="35" y="89"/>
                    </a:lnTo>
                    <a:lnTo>
                      <a:pt x="35" y="78"/>
                    </a:lnTo>
                    <a:lnTo>
                      <a:pt x="34" y="67"/>
                    </a:lnTo>
                    <a:lnTo>
                      <a:pt x="34" y="61"/>
                    </a:lnTo>
                    <a:lnTo>
                      <a:pt x="35" y="59"/>
                    </a:lnTo>
                    <a:lnTo>
                      <a:pt x="38" y="57"/>
                    </a:lnTo>
                    <a:lnTo>
                      <a:pt x="41" y="56"/>
                    </a:lnTo>
                    <a:lnTo>
                      <a:pt x="44" y="55"/>
                    </a:lnTo>
                    <a:lnTo>
                      <a:pt x="47" y="52"/>
                    </a:lnTo>
                    <a:lnTo>
                      <a:pt x="47" y="49"/>
                    </a:lnTo>
                    <a:lnTo>
                      <a:pt x="44" y="45"/>
                    </a:lnTo>
                    <a:lnTo>
                      <a:pt x="42" y="43"/>
                    </a:lnTo>
                    <a:lnTo>
                      <a:pt x="38" y="41"/>
                    </a:lnTo>
                    <a:lnTo>
                      <a:pt x="34" y="37"/>
                    </a:lnTo>
                    <a:lnTo>
                      <a:pt x="28" y="34"/>
                    </a:lnTo>
                    <a:lnTo>
                      <a:pt x="22" y="30"/>
                    </a:lnTo>
                    <a:lnTo>
                      <a:pt x="17" y="27"/>
                    </a:lnTo>
                    <a:lnTo>
                      <a:pt x="11" y="23"/>
                    </a:lnTo>
                    <a:lnTo>
                      <a:pt x="5" y="20"/>
                    </a:lnTo>
                    <a:lnTo>
                      <a:pt x="0" y="18"/>
                    </a:lnTo>
                    <a:lnTo>
                      <a:pt x="5" y="18"/>
                    </a:lnTo>
                    <a:lnTo>
                      <a:pt x="8" y="17"/>
                    </a:lnTo>
                    <a:lnTo>
                      <a:pt x="12" y="17"/>
                    </a:lnTo>
                    <a:lnTo>
                      <a:pt x="14" y="15"/>
                    </a:lnTo>
                    <a:lnTo>
                      <a:pt x="18" y="15"/>
                    </a:lnTo>
                    <a:lnTo>
                      <a:pt x="21" y="15"/>
                    </a:lnTo>
                    <a:lnTo>
                      <a:pt x="26" y="15"/>
                    </a:lnTo>
                    <a:lnTo>
                      <a:pt x="29" y="18"/>
                    </a:lnTo>
                    <a:lnTo>
                      <a:pt x="35" y="23"/>
                    </a:lnTo>
                    <a:lnTo>
                      <a:pt x="43" y="33"/>
                    </a:lnTo>
                    <a:lnTo>
                      <a:pt x="51" y="42"/>
                    </a:lnTo>
                    <a:lnTo>
                      <a:pt x="56" y="49"/>
                    </a:lnTo>
                    <a:lnTo>
                      <a:pt x="55" y="44"/>
                    </a:lnTo>
                    <a:lnTo>
                      <a:pt x="55" y="40"/>
                    </a:lnTo>
                    <a:lnTo>
                      <a:pt x="56" y="36"/>
                    </a:lnTo>
                    <a:lnTo>
                      <a:pt x="59" y="34"/>
                    </a:lnTo>
                    <a:lnTo>
                      <a:pt x="60" y="25"/>
                    </a:lnTo>
                    <a:lnTo>
                      <a:pt x="61" y="15"/>
                    </a:lnTo>
                    <a:lnTo>
                      <a:pt x="61" y="6"/>
                    </a:lnTo>
                    <a:lnTo>
                      <a:pt x="59" y="0"/>
                    </a:lnTo>
                    <a:lnTo>
                      <a:pt x="61" y="2"/>
                    </a:lnTo>
                    <a:lnTo>
                      <a:pt x="64" y="4"/>
                    </a:lnTo>
                    <a:lnTo>
                      <a:pt x="66" y="7"/>
                    </a:lnTo>
                    <a:lnTo>
                      <a:pt x="70" y="11"/>
                    </a:lnTo>
                    <a:lnTo>
                      <a:pt x="72" y="17"/>
                    </a:lnTo>
                    <a:lnTo>
                      <a:pt x="74" y="23"/>
                    </a:lnTo>
                    <a:lnTo>
                      <a:pt x="74" y="29"/>
                    </a:lnTo>
                    <a:lnTo>
                      <a:pt x="74" y="33"/>
                    </a:lnTo>
                    <a:lnTo>
                      <a:pt x="73" y="36"/>
                    </a:lnTo>
                    <a:lnTo>
                      <a:pt x="70" y="40"/>
                    </a:lnTo>
                    <a:lnTo>
                      <a:pt x="68" y="44"/>
                    </a:lnTo>
                    <a:lnTo>
                      <a:pt x="68" y="48"/>
                    </a:lnTo>
                    <a:lnTo>
                      <a:pt x="71" y="51"/>
                    </a:lnTo>
                    <a:lnTo>
                      <a:pt x="72" y="56"/>
                    </a:lnTo>
                    <a:lnTo>
                      <a:pt x="73" y="61"/>
                    </a:lnTo>
                    <a:lnTo>
                      <a:pt x="72" y="68"/>
                    </a:lnTo>
                    <a:lnTo>
                      <a:pt x="71" y="71"/>
                    </a:lnTo>
                    <a:lnTo>
                      <a:pt x="67" y="72"/>
                    </a:lnTo>
                    <a:lnTo>
                      <a:pt x="64" y="70"/>
                    </a:lnTo>
                    <a:lnTo>
                      <a:pt x="60" y="66"/>
                    </a:lnTo>
                    <a:lnTo>
                      <a:pt x="60" y="73"/>
                    </a:lnTo>
                    <a:lnTo>
                      <a:pt x="60" y="83"/>
                    </a:lnTo>
                    <a:lnTo>
                      <a:pt x="60" y="95"/>
                    </a:lnTo>
                    <a:lnTo>
                      <a:pt x="61" y="104"/>
                    </a:lnTo>
                    <a:lnTo>
                      <a:pt x="63" y="112"/>
                    </a:lnTo>
                    <a:lnTo>
                      <a:pt x="63" y="124"/>
                    </a:lnTo>
                    <a:lnTo>
                      <a:pt x="64" y="135"/>
                    </a:lnTo>
                    <a:lnTo>
                      <a:pt x="64" y="146"/>
                    </a:lnTo>
                    <a:lnTo>
                      <a:pt x="67" y="147"/>
                    </a:lnTo>
                    <a:lnTo>
                      <a:pt x="72" y="148"/>
                    </a:lnTo>
                    <a:lnTo>
                      <a:pt x="74" y="150"/>
                    </a:lnTo>
                    <a:lnTo>
                      <a:pt x="75" y="152"/>
                    </a:lnTo>
                    <a:lnTo>
                      <a:pt x="79" y="146"/>
                    </a:lnTo>
                    <a:lnTo>
                      <a:pt x="86" y="139"/>
                    </a:lnTo>
                    <a:lnTo>
                      <a:pt x="93" y="133"/>
                    </a:lnTo>
                    <a:lnTo>
                      <a:pt x="100" y="131"/>
                    </a:lnTo>
                    <a:lnTo>
                      <a:pt x="100" y="133"/>
                    </a:lnTo>
                    <a:lnTo>
                      <a:pt x="100" y="134"/>
                    </a:lnTo>
                    <a:lnTo>
                      <a:pt x="100" y="136"/>
                    </a:lnTo>
                    <a:lnTo>
                      <a:pt x="100" y="139"/>
                    </a:lnTo>
                    <a:lnTo>
                      <a:pt x="91" y="140"/>
                    </a:lnTo>
                    <a:lnTo>
                      <a:pt x="87" y="146"/>
                    </a:lnTo>
                    <a:lnTo>
                      <a:pt x="82" y="151"/>
                    </a:lnTo>
                    <a:lnTo>
                      <a:pt x="80" y="15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1" name="Freeform 62">
                <a:extLst>
                  <a:ext uri="{FF2B5EF4-FFF2-40B4-BE49-F238E27FC236}">
                    <a16:creationId xmlns:a16="http://schemas.microsoft.com/office/drawing/2014/main" id="{74183F1D-E5D2-4A04-9852-545A91E0E6B0}"/>
                  </a:ext>
                </a:extLst>
              </p:cNvPr>
              <p:cNvSpPr>
                <a:spLocks/>
              </p:cNvSpPr>
              <p:nvPr/>
            </p:nvSpPr>
            <p:spPr bwMode="auto">
              <a:xfrm>
                <a:off x="4289" y="2509"/>
                <a:ext cx="26" cy="78"/>
              </a:xfrm>
              <a:custGeom>
                <a:avLst/>
                <a:gdLst>
                  <a:gd name="T0" fmla="*/ 11 w 48"/>
                  <a:gd name="T1" fmla="*/ 57 h 141"/>
                  <a:gd name="T2" fmla="*/ 12 w 48"/>
                  <a:gd name="T3" fmla="*/ 61 h 141"/>
                  <a:gd name="T4" fmla="*/ 13 w 48"/>
                  <a:gd name="T5" fmla="*/ 66 h 141"/>
                  <a:gd name="T6" fmla="*/ 15 w 48"/>
                  <a:gd name="T7" fmla="*/ 70 h 141"/>
                  <a:gd name="T8" fmla="*/ 17 w 48"/>
                  <a:gd name="T9" fmla="*/ 75 h 141"/>
                  <a:gd name="T10" fmla="*/ 18 w 48"/>
                  <a:gd name="T11" fmla="*/ 76 h 141"/>
                  <a:gd name="T12" fmla="*/ 21 w 48"/>
                  <a:gd name="T13" fmla="*/ 77 h 141"/>
                  <a:gd name="T14" fmla="*/ 24 w 48"/>
                  <a:gd name="T15" fmla="*/ 77 h 141"/>
                  <a:gd name="T16" fmla="*/ 26 w 48"/>
                  <a:gd name="T17" fmla="*/ 78 h 141"/>
                  <a:gd name="T18" fmla="*/ 24 w 48"/>
                  <a:gd name="T19" fmla="*/ 76 h 141"/>
                  <a:gd name="T20" fmla="*/ 22 w 48"/>
                  <a:gd name="T21" fmla="*/ 73 h 141"/>
                  <a:gd name="T22" fmla="*/ 21 w 48"/>
                  <a:gd name="T23" fmla="*/ 70 h 141"/>
                  <a:gd name="T24" fmla="*/ 20 w 48"/>
                  <a:gd name="T25" fmla="*/ 69 h 141"/>
                  <a:gd name="T26" fmla="*/ 18 w 48"/>
                  <a:gd name="T27" fmla="*/ 66 h 141"/>
                  <a:gd name="T28" fmla="*/ 20 w 48"/>
                  <a:gd name="T29" fmla="*/ 63 h 141"/>
                  <a:gd name="T30" fmla="*/ 20 w 48"/>
                  <a:gd name="T31" fmla="*/ 60 h 141"/>
                  <a:gd name="T32" fmla="*/ 21 w 48"/>
                  <a:gd name="T33" fmla="*/ 57 h 141"/>
                  <a:gd name="T34" fmla="*/ 21 w 48"/>
                  <a:gd name="T35" fmla="*/ 53 h 141"/>
                  <a:gd name="T36" fmla="*/ 20 w 48"/>
                  <a:gd name="T37" fmla="*/ 49 h 141"/>
                  <a:gd name="T38" fmla="*/ 17 w 48"/>
                  <a:gd name="T39" fmla="*/ 45 h 141"/>
                  <a:gd name="T40" fmla="*/ 16 w 48"/>
                  <a:gd name="T41" fmla="*/ 43 h 141"/>
                  <a:gd name="T42" fmla="*/ 15 w 48"/>
                  <a:gd name="T43" fmla="*/ 40 h 141"/>
                  <a:gd name="T44" fmla="*/ 15 w 48"/>
                  <a:gd name="T45" fmla="*/ 37 h 141"/>
                  <a:gd name="T46" fmla="*/ 15 w 48"/>
                  <a:gd name="T47" fmla="*/ 33 h 141"/>
                  <a:gd name="T48" fmla="*/ 16 w 48"/>
                  <a:gd name="T49" fmla="*/ 30 h 141"/>
                  <a:gd name="T50" fmla="*/ 12 w 48"/>
                  <a:gd name="T51" fmla="*/ 28 h 141"/>
                  <a:gd name="T52" fmla="*/ 10 w 48"/>
                  <a:gd name="T53" fmla="*/ 27 h 141"/>
                  <a:gd name="T54" fmla="*/ 8 w 48"/>
                  <a:gd name="T55" fmla="*/ 24 h 141"/>
                  <a:gd name="T56" fmla="*/ 7 w 48"/>
                  <a:gd name="T57" fmla="*/ 22 h 141"/>
                  <a:gd name="T58" fmla="*/ 6 w 48"/>
                  <a:gd name="T59" fmla="*/ 19 h 141"/>
                  <a:gd name="T60" fmla="*/ 5 w 48"/>
                  <a:gd name="T61" fmla="*/ 14 h 141"/>
                  <a:gd name="T62" fmla="*/ 5 w 48"/>
                  <a:gd name="T63" fmla="*/ 8 h 141"/>
                  <a:gd name="T64" fmla="*/ 5 w 48"/>
                  <a:gd name="T65" fmla="*/ 3 h 141"/>
                  <a:gd name="T66" fmla="*/ 5 w 48"/>
                  <a:gd name="T67" fmla="*/ 2 h 141"/>
                  <a:gd name="T68" fmla="*/ 3 w 48"/>
                  <a:gd name="T69" fmla="*/ 2 h 141"/>
                  <a:gd name="T70" fmla="*/ 2 w 48"/>
                  <a:gd name="T71" fmla="*/ 1 h 141"/>
                  <a:gd name="T72" fmla="*/ 1 w 48"/>
                  <a:gd name="T73" fmla="*/ 0 h 141"/>
                  <a:gd name="T74" fmla="*/ 0 w 48"/>
                  <a:gd name="T75" fmla="*/ 4 h 141"/>
                  <a:gd name="T76" fmla="*/ 0 w 48"/>
                  <a:gd name="T77" fmla="*/ 9 h 141"/>
                  <a:gd name="T78" fmla="*/ 1 w 48"/>
                  <a:gd name="T79" fmla="*/ 15 h 141"/>
                  <a:gd name="T80" fmla="*/ 1 w 48"/>
                  <a:gd name="T81" fmla="*/ 20 h 141"/>
                  <a:gd name="T82" fmla="*/ 3 w 48"/>
                  <a:gd name="T83" fmla="*/ 29 h 141"/>
                  <a:gd name="T84" fmla="*/ 5 w 48"/>
                  <a:gd name="T85" fmla="*/ 39 h 141"/>
                  <a:gd name="T86" fmla="*/ 9 w 48"/>
                  <a:gd name="T87" fmla="*/ 50 h 141"/>
                  <a:gd name="T88" fmla="*/ 11 w 48"/>
                  <a:gd name="T89" fmla="*/ 57 h 14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 h="141">
                    <a:moveTo>
                      <a:pt x="20" y="103"/>
                    </a:moveTo>
                    <a:lnTo>
                      <a:pt x="22" y="111"/>
                    </a:lnTo>
                    <a:lnTo>
                      <a:pt x="24" y="119"/>
                    </a:lnTo>
                    <a:lnTo>
                      <a:pt x="28" y="127"/>
                    </a:lnTo>
                    <a:lnTo>
                      <a:pt x="31" y="135"/>
                    </a:lnTo>
                    <a:lnTo>
                      <a:pt x="34" y="137"/>
                    </a:lnTo>
                    <a:lnTo>
                      <a:pt x="38" y="139"/>
                    </a:lnTo>
                    <a:lnTo>
                      <a:pt x="44" y="140"/>
                    </a:lnTo>
                    <a:lnTo>
                      <a:pt x="48" y="141"/>
                    </a:lnTo>
                    <a:lnTo>
                      <a:pt x="44" y="138"/>
                    </a:lnTo>
                    <a:lnTo>
                      <a:pt x="40" y="132"/>
                    </a:lnTo>
                    <a:lnTo>
                      <a:pt x="38" y="127"/>
                    </a:lnTo>
                    <a:lnTo>
                      <a:pt x="36" y="124"/>
                    </a:lnTo>
                    <a:lnTo>
                      <a:pt x="34" y="119"/>
                    </a:lnTo>
                    <a:lnTo>
                      <a:pt x="36" y="114"/>
                    </a:lnTo>
                    <a:lnTo>
                      <a:pt x="37" y="108"/>
                    </a:lnTo>
                    <a:lnTo>
                      <a:pt x="38" y="103"/>
                    </a:lnTo>
                    <a:lnTo>
                      <a:pt x="38" y="96"/>
                    </a:lnTo>
                    <a:lnTo>
                      <a:pt x="36" y="89"/>
                    </a:lnTo>
                    <a:lnTo>
                      <a:pt x="31" y="82"/>
                    </a:lnTo>
                    <a:lnTo>
                      <a:pt x="29" y="78"/>
                    </a:lnTo>
                    <a:lnTo>
                      <a:pt x="28" y="73"/>
                    </a:lnTo>
                    <a:lnTo>
                      <a:pt x="28" y="66"/>
                    </a:lnTo>
                    <a:lnTo>
                      <a:pt x="28" y="59"/>
                    </a:lnTo>
                    <a:lnTo>
                      <a:pt x="29" y="54"/>
                    </a:lnTo>
                    <a:lnTo>
                      <a:pt x="23" y="51"/>
                    </a:lnTo>
                    <a:lnTo>
                      <a:pt x="18" y="48"/>
                    </a:lnTo>
                    <a:lnTo>
                      <a:pt x="15" y="43"/>
                    </a:lnTo>
                    <a:lnTo>
                      <a:pt x="13" y="40"/>
                    </a:lnTo>
                    <a:lnTo>
                      <a:pt x="11" y="34"/>
                    </a:lnTo>
                    <a:lnTo>
                      <a:pt x="10" y="25"/>
                    </a:lnTo>
                    <a:lnTo>
                      <a:pt x="10" y="14"/>
                    </a:lnTo>
                    <a:lnTo>
                      <a:pt x="10" y="6"/>
                    </a:lnTo>
                    <a:lnTo>
                      <a:pt x="9" y="4"/>
                    </a:lnTo>
                    <a:lnTo>
                      <a:pt x="6" y="3"/>
                    </a:lnTo>
                    <a:lnTo>
                      <a:pt x="3" y="1"/>
                    </a:lnTo>
                    <a:lnTo>
                      <a:pt x="1" y="0"/>
                    </a:lnTo>
                    <a:lnTo>
                      <a:pt x="0" y="8"/>
                    </a:lnTo>
                    <a:lnTo>
                      <a:pt x="0" y="17"/>
                    </a:lnTo>
                    <a:lnTo>
                      <a:pt x="1" y="27"/>
                    </a:lnTo>
                    <a:lnTo>
                      <a:pt x="2" y="36"/>
                    </a:lnTo>
                    <a:lnTo>
                      <a:pt x="5" y="52"/>
                    </a:lnTo>
                    <a:lnTo>
                      <a:pt x="10" y="71"/>
                    </a:lnTo>
                    <a:lnTo>
                      <a:pt x="16" y="91"/>
                    </a:lnTo>
                    <a:lnTo>
                      <a:pt x="20" y="10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2" name="Freeform 63">
                <a:extLst>
                  <a:ext uri="{FF2B5EF4-FFF2-40B4-BE49-F238E27FC236}">
                    <a16:creationId xmlns:a16="http://schemas.microsoft.com/office/drawing/2014/main" id="{5BAACBF4-87C0-49F0-B582-6E4B977C758D}"/>
                  </a:ext>
                </a:extLst>
              </p:cNvPr>
              <p:cNvSpPr>
                <a:spLocks/>
              </p:cNvSpPr>
              <p:nvPr/>
            </p:nvSpPr>
            <p:spPr bwMode="auto">
              <a:xfrm>
                <a:off x="4363" y="2513"/>
                <a:ext cx="29" cy="72"/>
              </a:xfrm>
              <a:custGeom>
                <a:avLst/>
                <a:gdLst>
                  <a:gd name="T0" fmla="*/ 26 w 54"/>
                  <a:gd name="T1" fmla="*/ 18 h 133"/>
                  <a:gd name="T2" fmla="*/ 26 w 54"/>
                  <a:gd name="T3" fmla="*/ 22 h 133"/>
                  <a:gd name="T4" fmla="*/ 25 w 54"/>
                  <a:gd name="T5" fmla="*/ 27 h 133"/>
                  <a:gd name="T6" fmla="*/ 24 w 54"/>
                  <a:gd name="T7" fmla="*/ 31 h 133"/>
                  <a:gd name="T8" fmla="*/ 24 w 54"/>
                  <a:gd name="T9" fmla="*/ 35 h 133"/>
                  <a:gd name="T10" fmla="*/ 24 w 54"/>
                  <a:gd name="T11" fmla="*/ 47 h 133"/>
                  <a:gd name="T12" fmla="*/ 21 w 54"/>
                  <a:gd name="T13" fmla="*/ 57 h 133"/>
                  <a:gd name="T14" fmla="*/ 17 w 54"/>
                  <a:gd name="T15" fmla="*/ 66 h 133"/>
                  <a:gd name="T16" fmla="*/ 11 w 54"/>
                  <a:gd name="T17" fmla="*/ 72 h 133"/>
                  <a:gd name="T18" fmla="*/ 8 w 54"/>
                  <a:gd name="T19" fmla="*/ 71 h 133"/>
                  <a:gd name="T20" fmla="*/ 5 w 54"/>
                  <a:gd name="T21" fmla="*/ 70 h 133"/>
                  <a:gd name="T22" fmla="*/ 2 w 54"/>
                  <a:gd name="T23" fmla="*/ 68 h 133"/>
                  <a:gd name="T24" fmla="*/ 0 w 54"/>
                  <a:gd name="T25" fmla="*/ 66 h 133"/>
                  <a:gd name="T26" fmla="*/ 2 w 54"/>
                  <a:gd name="T27" fmla="*/ 64 h 133"/>
                  <a:gd name="T28" fmla="*/ 4 w 54"/>
                  <a:gd name="T29" fmla="*/ 62 h 133"/>
                  <a:gd name="T30" fmla="*/ 8 w 54"/>
                  <a:gd name="T31" fmla="*/ 59 h 133"/>
                  <a:gd name="T32" fmla="*/ 10 w 54"/>
                  <a:gd name="T33" fmla="*/ 56 h 133"/>
                  <a:gd name="T34" fmla="*/ 13 w 54"/>
                  <a:gd name="T35" fmla="*/ 52 h 133"/>
                  <a:gd name="T36" fmla="*/ 16 w 54"/>
                  <a:gd name="T37" fmla="*/ 49 h 133"/>
                  <a:gd name="T38" fmla="*/ 18 w 54"/>
                  <a:gd name="T39" fmla="*/ 45 h 133"/>
                  <a:gd name="T40" fmla="*/ 18 w 54"/>
                  <a:gd name="T41" fmla="*/ 43 h 133"/>
                  <a:gd name="T42" fmla="*/ 17 w 54"/>
                  <a:gd name="T43" fmla="*/ 45 h 133"/>
                  <a:gd name="T44" fmla="*/ 16 w 54"/>
                  <a:gd name="T45" fmla="*/ 47 h 133"/>
                  <a:gd name="T46" fmla="*/ 13 w 54"/>
                  <a:gd name="T47" fmla="*/ 49 h 133"/>
                  <a:gd name="T48" fmla="*/ 12 w 54"/>
                  <a:gd name="T49" fmla="*/ 50 h 133"/>
                  <a:gd name="T50" fmla="*/ 13 w 54"/>
                  <a:gd name="T51" fmla="*/ 43 h 133"/>
                  <a:gd name="T52" fmla="*/ 13 w 54"/>
                  <a:gd name="T53" fmla="*/ 33 h 133"/>
                  <a:gd name="T54" fmla="*/ 13 w 54"/>
                  <a:gd name="T55" fmla="*/ 25 h 133"/>
                  <a:gd name="T56" fmla="*/ 13 w 54"/>
                  <a:gd name="T57" fmla="*/ 21 h 133"/>
                  <a:gd name="T58" fmla="*/ 18 w 54"/>
                  <a:gd name="T59" fmla="*/ 18 h 133"/>
                  <a:gd name="T60" fmla="*/ 21 w 54"/>
                  <a:gd name="T61" fmla="*/ 14 h 133"/>
                  <a:gd name="T62" fmla="*/ 24 w 54"/>
                  <a:gd name="T63" fmla="*/ 9 h 133"/>
                  <a:gd name="T64" fmla="*/ 25 w 54"/>
                  <a:gd name="T65" fmla="*/ 4 h 133"/>
                  <a:gd name="T66" fmla="*/ 26 w 54"/>
                  <a:gd name="T67" fmla="*/ 4 h 133"/>
                  <a:gd name="T68" fmla="*/ 27 w 54"/>
                  <a:gd name="T69" fmla="*/ 3 h 133"/>
                  <a:gd name="T70" fmla="*/ 28 w 54"/>
                  <a:gd name="T71" fmla="*/ 2 h 133"/>
                  <a:gd name="T72" fmla="*/ 29 w 54"/>
                  <a:gd name="T73" fmla="*/ 0 h 133"/>
                  <a:gd name="T74" fmla="*/ 29 w 54"/>
                  <a:gd name="T75" fmla="*/ 4 h 133"/>
                  <a:gd name="T76" fmla="*/ 28 w 54"/>
                  <a:gd name="T77" fmla="*/ 10 h 133"/>
                  <a:gd name="T78" fmla="*/ 27 w 54"/>
                  <a:gd name="T79" fmla="*/ 15 h 133"/>
                  <a:gd name="T80" fmla="*/ 26 w 54"/>
                  <a:gd name="T81" fmla="*/ 18 h 13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4" h="133">
                    <a:moveTo>
                      <a:pt x="49" y="33"/>
                    </a:moveTo>
                    <a:lnTo>
                      <a:pt x="48" y="41"/>
                    </a:lnTo>
                    <a:lnTo>
                      <a:pt x="47" y="50"/>
                    </a:lnTo>
                    <a:lnTo>
                      <a:pt x="45" y="58"/>
                    </a:lnTo>
                    <a:lnTo>
                      <a:pt x="44" y="64"/>
                    </a:lnTo>
                    <a:lnTo>
                      <a:pt x="44" y="86"/>
                    </a:lnTo>
                    <a:lnTo>
                      <a:pt x="39" y="105"/>
                    </a:lnTo>
                    <a:lnTo>
                      <a:pt x="31" y="121"/>
                    </a:lnTo>
                    <a:lnTo>
                      <a:pt x="21" y="133"/>
                    </a:lnTo>
                    <a:lnTo>
                      <a:pt x="15" y="132"/>
                    </a:lnTo>
                    <a:lnTo>
                      <a:pt x="9" y="129"/>
                    </a:lnTo>
                    <a:lnTo>
                      <a:pt x="4" y="126"/>
                    </a:lnTo>
                    <a:lnTo>
                      <a:pt x="0" y="121"/>
                    </a:lnTo>
                    <a:lnTo>
                      <a:pt x="3" y="118"/>
                    </a:lnTo>
                    <a:lnTo>
                      <a:pt x="8" y="114"/>
                    </a:lnTo>
                    <a:lnTo>
                      <a:pt x="14" y="109"/>
                    </a:lnTo>
                    <a:lnTo>
                      <a:pt x="19" y="103"/>
                    </a:lnTo>
                    <a:lnTo>
                      <a:pt x="25" y="96"/>
                    </a:lnTo>
                    <a:lnTo>
                      <a:pt x="30" y="90"/>
                    </a:lnTo>
                    <a:lnTo>
                      <a:pt x="33" y="84"/>
                    </a:lnTo>
                    <a:lnTo>
                      <a:pt x="34" y="80"/>
                    </a:lnTo>
                    <a:lnTo>
                      <a:pt x="31" y="83"/>
                    </a:lnTo>
                    <a:lnTo>
                      <a:pt x="29" y="87"/>
                    </a:lnTo>
                    <a:lnTo>
                      <a:pt x="25" y="90"/>
                    </a:lnTo>
                    <a:lnTo>
                      <a:pt x="22" y="92"/>
                    </a:lnTo>
                    <a:lnTo>
                      <a:pt x="24" y="79"/>
                    </a:lnTo>
                    <a:lnTo>
                      <a:pt x="25" y="61"/>
                    </a:lnTo>
                    <a:lnTo>
                      <a:pt x="25" y="47"/>
                    </a:lnTo>
                    <a:lnTo>
                      <a:pt x="24" y="38"/>
                    </a:lnTo>
                    <a:lnTo>
                      <a:pt x="33" y="34"/>
                    </a:lnTo>
                    <a:lnTo>
                      <a:pt x="40" y="26"/>
                    </a:lnTo>
                    <a:lnTo>
                      <a:pt x="44" y="16"/>
                    </a:lnTo>
                    <a:lnTo>
                      <a:pt x="46" y="8"/>
                    </a:lnTo>
                    <a:lnTo>
                      <a:pt x="48" y="7"/>
                    </a:lnTo>
                    <a:lnTo>
                      <a:pt x="51" y="5"/>
                    </a:lnTo>
                    <a:lnTo>
                      <a:pt x="52" y="3"/>
                    </a:lnTo>
                    <a:lnTo>
                      <a:pt x="54" y="0"/>
                    </a:lnTo>
                    <a:lnTo>
                      <a:pt x="54" y="8"/>
                    </a:lnTo>
                    <a:lnTo>
                      <a:pt x="53" y="18"/>
                    </a:lnTo>
                    <a:lnTo>
                      <a:pt x="51" y="27"/>
                    </a:lnTo>
                    <a:lnTo>
                      <a:pt x="49" y="3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3" name="Freeform 64">
                <a:extLst>
                  <a:ext uri="{FF2B5EF4-FFF2-40B4-BE49-F238E27FC236}">
                    <a16:creationId xmlns:a16="http://schemas.microsoft.com/office/drawing/2014/main" id="{B3C74A42-FAEF-4605-8894-C2FA06071550}"/>
                  </a:ext>
                </a:extLst>
              </p:cNvPr>
              <p:cNvSpPr>
                <a:spLocks/>
              </p:cNvSpPr>
              <p:nvPr/>
            </p:nvSpPr>
            <p:spPr bwMode="auto">
              <a:xfrm>
                <a:off x="3608" y="2823"/>
                <a:ext cx="261" cy="274"/>
              </a:xfrm>
              <a:custGeom>
                <a:avLst/>
                <a:gdLst>
                  <a:gd name="T0" fmla="*/ 259 w 478"/>
                  <a:gd name="T1" fmla="*/ 67 h 502"/>
                  <a:gd name="T2" fmla="*/ 246 w 478"/>
                  <a:gd name="T3" fmla="*/ 46 h 502"/>
                  <a:gd name="T4" fmla="*/ 232 w 478"/>
                  <a:gd name="T5" fmla="*/ 35 h 502"/>
                  <a:gd name="T6" fmla="*/ 222 w 478"/>
                  <a:gd name="T7" fmla="*/ 27 h 502"/>
                  <a:gd name="T8" fmla="*/ 206 w 478"/>
                  <a:gd name="T9" fmla="*/ 19 h 502"/>
                  <a:gd name="T10" fmla="*/ 191 w 478"/>
                  <a:gd name="T11" fmla="*/ 12 h 502"/>
                  <a:gd name="T12" fmla="*/ 170 w 478"/>
                  <a:gd name="T13" fmla="*/ 12 h 502"/>
                  <a:gd name="T14" fmla="*/ 158 w 478"/>
                  <a:gd name="T15" fmla="*/ 2 h 502"/>
                  <a:gd name="T16" fmla="*/ 152 w 478"/>
                  <a:gd name="T17" fmla="*/ 7 h 502"/>
                  <a:gd name="T18" fmla="*/ 145 w 478"/>
                  <a:gd name="T19" fmla="*/ 4 h 502"/>
                  <a:gd name="T20" fmla="*/ 130 w 478"/>
                  <a:gd name="T21" fmla="*/ 0 h 502"/>
                  <a:gd name="T22" fmla="*/ 116 w 478"/>
                  <a:gd name="T23" fmla="*/ 3 h 502"/>
                  <a:gd name="T24" fmla="*/ 100 w 478"/>
                  <a:gd name="T25" fmla="*/ 11 h 502"/>
                  <a:gd name="T26" fmla="*/ 85 w 478"/>
                  <a:gd name="T27" fmla="*/ 21 h 502"/>
                  <a:gd name="T28" fmla="*/ 69 w 478"/>
                  <a:gd name="T29" fmla="*/ 45 h 502"/>
                  <a:gd name="T30" fmla="*/ 75 w 478"/>
                  <a:gd name="T31" fmla="*/ 44 h 502"/>
                  <a:gd name="T32" fmla="*/ 86 w 478"/>
                  <a:gd name="T33" fmla="*/ 36 h 502"/>
                  <a:gd name="T34" fmla="*/ 83 w 478"/>
                  <a:gd name="T35" fmla="*/ 42 h 502"/>
                  <a:gd name="T36" fmla="*/ 69 w 478"/>
                  <a:gd name="T37" fmla="*/ 50 h 502"/>
                  <a:gd name="T38" fmla="*/ 56 w 478"/>
                  <a:gd name="T39" fmla="*/ 58 h 502"/>
                  <a:gd name="T40" fmla="*/ 46 w 478"/>
                  <a:gd name="T41" fmla="*/ 72 h 502"/>
                  <a:gd name="T42" fmla="*/ 34 w 478"/>
                  <a:gd name="T43" fmla="*/ 89 h 502"/>
                  <a:gd name="T44" fmla="*/ 29 w 478"/>
                  <a:gd name="T45" fmla="*/ 104 h 502"/>
                  <a:gd name="T46" fmla="*/ 32 w 478"/>
                  <a:gd name="T47" fmla="*/ 117 h 502"/>
                  <a:gd name="T48" fmla="*/ 14 w 478"/>
                  <a:gd name="T49" fmla="*/ 135 h 502"/>
                  <a:gd name="T50" fmla="*/ 5 w 478"/>
                  <a:gd name="T51" fmla="*/ 162 h 502"/>
                  <a:gd name="T52" fmla="*/ 5 w 478"/>
                  <a:gd name="T53" fmla="*/ 179 h 502"/>
                  <a:gd name="T54" fmla="*/ 0 w 478"/>
                  <a:gd name="T55" fmla="*/ 210 h 502"/>
                  <a:gd name="T56" fmla="*/ 3 w 478"/>
                  <a:gd name="T57" fmla="*/ 226 h 502"/>
                  <a:gd name="T58" fmla="*/ 13 w 478"/>
                  <a:gd name="T59" fmla="*/ 246 h 502"/>
                  <a:gd name="T60" fmla="*/ 32 w 478"/>
                  <a:gd name="T61" fmla="*/ 265 h 502"/>
                  <a:gd name="T62" fmla="*/ 66 w 478"/>
                  <a:gd name="T63" fmla="*/ 270 h 502"/>
                  <a:gd name="T64" fmla="*/ 97 w 478"/>
                  <a:gd name="T65" fmla="*/ 274 h 502"/>
                  <a:gd name="T66" fmla="*/ 129 w 478"/>
                  <a:gd name="T67" fmla="*/ 270 h 502"/>
                  <a:gd name="T68" fmla="*/ 151 w 478"/>
                  <a:gd name="T69" fmla="*/ 259 h 502"/>
                  <a:gd name="T70" fmla="*/ 162 w 478"/>
                  <a:gd name="T71" fmla="*/ 239 h 502"/>
                  <a:gd name="T72" fmla="*/ 175 w 478"/>
                  <a:gd name="T73" fmla="*/ 229 h 502"/>
                  <a:gd name="T74" fmla="*/ 185 w 478"/>
                  <a:gd name="T75" fmla="*/ 215 h 502"/>
                  <a:gd name="T76" fmla="*/ 188 w 478"/>
                  <a:gd name="T77" fmla="*/ 207 h 502"/>
                  <a:gd name="T78" fmla="*/ 197 w 478"/>
                  <a:gd name="T79" fmla="*/ 206 h 502"/>
                  <a:gd name="T80" fmla="*/ 192 w 478"/>
                  <a:gd name="T81" fmla="*/ 204 h 502"/>
                  <a:gd name="T82" fmla="*/ 201 w 478"/>
                  <a:gd name="T83" fmla="*/ 195 h 502"/>
                  <a:gd name="T84" fmla="*/ 205 w 478"/>
                  <a:gd name="T85" fmla="*/ 164 h 502"/>
                  <a:gd name="T86" fmla="*/ 200 w 478"/>
                  <a:gd name="T87" fmla="*/ 143 h 502"/>
                  <a:gd name="T88" fmla="*/ 213 w 478"/>
                  <a:gd name="T89" fmla="*/ 123 h 502"/>
                  <a:gd name="T90" fmla="*/ 218 w 478"/>
                  <a:gd name="T91" fmla="*/ 112 h 502"/>
                  <a:gd name="T92" fmla="*/ 218 w 478"/>
                  <a:gd name="T93" fmla="*/ 104 h 502"/>
                  <a:gd name="T94" fmla="*/ 218 w 478"/>
                  <a:gd name="T95" fmla="*/ 100 h 502"/>
                  <a:gd name="T96" fmla="*/ 221 w 478"/>
                  <a:gd name="T97" fmla="*/ 90 h 502"/>
                  <a:gd name="T98" fmla="*/ 229 w 478"/>
                  <a:gd name="T99" fmla="*/ 79 h 502"/>
                  <a:gd name="T100" fmla="*/ 234 w 478"/>
                  <a:gd name="T101" fmla="*/ 82 h 502"/>
                  <a:gd name="T102" fmla="*/ 251 w 478"/>
                  <a:gd name="T103" fmla="*/ 82 h 5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78" h="502">
                    <a:moveTo>
                      <a:pt x="478" y="144"/>
                    </a:moveTo>
                    <a:lnTo>
                      <a:pt x="476" y="138"/>
                    </a:lnTo>
                    <a:lnTo>
                      <a:pt x="475" y="131"/>
                    </a:lnTo>
                    <a:lnTo>
                      <a:pt x="474" y="123"/>
                    </a:lnTo>
                    <a:lnTo>
                      <a:pt x="472" y="114"/>
                    </a:lnTo>
                    <a:lnTo>
                      <a:pt x="466" y="102"/>
                    </a:lnTo>
                    <a:lnTo>
                      <a:pt x="459" y="91"/>
                    </a:lnTo>
                    <a:lnTo>
                      <a:pt x="450" y="84"/>
                    </a:lnTo>
                    <a:lnTo>
                      <a:pt x="442" y="80"/>
                    </a:lnTo>
                    <a:lnTo>
                      <a:pt x="436" y="76"/>
                    </a:lnTo>
                    <a:lnTo>
                      <a:pt x="430" y="72"/>
                    </a:lnTo>
                    <a:lnTo>
                      <a:pt x="425" y="65"/>
                    </a:lnTo>
                    <a:lnTo>
                      <a:pt x="421" y="60"/>
                    </a:lnTo>
                    <a:lnTo>
                      <a:pt x="418" y="55"/>
                    </a:lnTo>
                    <a:lnTo>
                      <a:pt x="413" y="51"/>
                    </a:lnTo>
                    <a:lnTo>
                      <a:pt x="407" y="49"/>
                    </a:lnTo>
                    <a:lnTo>
                      <a:pt x="402" y="46"/>
                    </a:lnTo>
                    <a:lnTo>
                      <a:pt x="395" y="44"/>
                    </a:lnTo>
                    <a:lnTo>
                      <a:pt x="387" y="39"/>
                    </a:lnTo>
                    <a:lnTo>
                      <a:pt x="377" y="34"/>
                    </a:lnTo>
                    <a:lnTo>
                      <a:pt x="369" y="28"/>
                    </a:lnTo>
                    <a:lnTo>
                      <a:pt x="365" y="25"/>
                    </a:lnTo>
                    <a:lnTo>
                      <a:pt x="357" y="23"/>
                    </a:lnTo>
                    <a:lnTo>
                      <a:pt x="349" y="22"/>
                    </a:lnTo>
                    <a:lnTo>
                      <a:pt x="339" y="22"/>
                    </a:lnTo>
                    <a:lnTo>
                      <a:pt x="329" y="22"/>
                    </a:lnTo>
                    <a:lnTo>
                      <a:pt x="320" y="22"/>
                    </a:lnTo>
                    <a:lnTo>
                      <a:pt x="312" y="22"/>
                    </a:lnTo>
                    <a:lnTo>
                      <a:pt x="306" y="22"/>
                    </a:lnTo>
                    <a:lnTo>
                      <a:pt x="303" y="14"/>
                    </a:lnTo>
                    <a:lnTo>
                      <a:pt x="297" y="8"/>
                    </a:lnTo>
                    <a:lnTo>
                      <a:pt x="289" y="4"/>
                    </a:lnTo>
                    <a:lnTo>
                      <a:pt x="282" y="1"/>
                    </a:lnTo>
                    <a:lnTo>
                      <a:pt x="282" y="4"/>
                    </a:lnTo>
                    <a:lnTo>
                      <a:pt x="281" y="8"/>
                    </a:lnTo>
                    <a:lnTo>
                      <a:pt x="279" y="12"/>
                    </a:lnTo>
                    <a:lnTo>
                      <a:pt x="277" y="15"/>
                    </a:lnTo>
                    <a:lnTo>
                      <a:pt x="275" y="13"/>
                    </a:lnTo>
                    <a:lnTo>
                      <a:pt x="270" y="11"/>
                    </a:lnTo>
                    <a:lnTo>
                      <a:pt x="266" y="8"/>
                    </a:lnTo>
                    <a:lnTo>
                      <a:pt x="260" y="6"/>
                    </a:lnTo>
                    <a:lnTo>
                      <a:pt x="253" y="4"/>
                    </a:lnTo>
                    <a:lnTo>
                      <a:pt x="246" y="1"/>
                    </a:lnTo>
                    <a:lnTo>
                      <a:pt x="238" y="0"/>
                    </a:lnTo>
                    <a:lnTo>
                      <a:pt x="231" y="0"/>
                    </a:lnTo>
                    <a:lnTo>
                      <a:pt x="228" y="1"/>
                    </a:lnTo>
                    <a:lnTo>
                      <a:pt x="221" y="4"/>
                    </a:lnTo>
                    <a:lnTo>
                      <a:pt x="213" y="6"/>
                    </a:lnTo>
                    <a:lnTo>
                      <a:pt x="205" y="9"/>
                    </a:lnTo>
                    <a:lnTo>
                      <a:pt x="197" y="14"/>
                    </a:lnTo>
                    <a:lnTo>
                      <a:pt x="190" y="17"/>
                    </a:lnTo>
                    <a:lnTo>
                      <a:pt x="184" y="21"/>
                    </a:lnTo>
                    <a:lnTo>
                      <a:pt x="180" y="23"/>
                    </a:lnTo>
                    <a:lnTo>
                      <a:pt x="175" y="28"/>
                    </a:lnTo>
                    <a:lnTo>
                      <a:pt x="165" y="34"/>
                    </a:lnTo>
                    <a:lnTo>
                      <a:pt x="156" y="39"/>
                    </a:lnTo>
                    <a:lnTo>
                      <a:pt x="147" y="44"/>
                    </a:lnTo>
                    <a:lnTo>
                      <a:pt x="139" y="52"/>
                    </a:lnTo>
                    <a:lnTo>
                      <a:pt x="133" y="66"/>
                    </a:lnTo>
                    <a:lnTo>
                      <a:pt x="127" y="82"/>
                    </a:lnTo>
                    <a:lnTo>
                      <a:pt x="123" y="92"/>
                    </a:lnTo>
                    <a:lnTo>
                      <a:pt x="126" y="90"/>
                    </a:lnTo>
                    <a:lnTo>
                      <a:pt x="131" y="85"/>
                    </a:lnTo>
                    <a:lnTo>
                      <a:pt x="137" y="81"/>
                    </a:lnTo>
                    <a:lnTo>
                      <a:pt x="142" y="75"/>
                    </a:lnTo>
                    <a:lnTo>
                      <a:pt x="148" y="70"/>
                    </a:lnTo>
                    <a:lnTo>
                      <a:pt x="154" y="67"/>
                    </a:lnTo>
                    <a:lnTo>
                      <a:pt x="157" y="66"/>
                    </a:lnTo>
                    <a:lnTo>
                      <a:pt x="161" y="67"/>
                    </a:lnTo>
                    <a:lnTo>
                      <a:pt x="161" y="70"/>
                    </a:lnTo>
                    <a:lnTo>
                      <a:pt x="157" y="74"/>
                    </a:lnTo>
                    <a:lnTo>
                      <a:pt x="152" y="77"/>
                    </a:lnTo>
                    <a:lnTo>
                      <a:pt x="146" y="82"/>
                    </a:lnTo>
                    <a:lnTo>
                      <a:pt x="138" y="85"/>
                    </a:lnTo>
                    <a:lnTo>
                      <a:pt x="131" y="89"/>
                    </a:lnTo>
                    <a:lnTo>
                      <a:pt x="126" y="91"/>
                    </a:lnTo>
                    <a:lnTo>
                      <a:pt x="123" y="92"/>
                    </a:lnTo>
                    <a:lnTo>
                      <a:pt x="118" y="95"/>
                    </a:lnTo>
                    <a:lnTo>
                      <a:pt x="110" y="100"/>
                    </a:lnTo>
                    <a:lnTo>
                      <a:pt x="103" y="107"/>
                    </a:lnTo>
                    <a:lnTo>
                      <a:pt x="97" y="113"/>
                    </a:lnTo>
                    <a:lnTo>
                      <a:pt x="94" y="118"/>
                    </a:lnTo>
                    <a:lnTo>
                      <a:pt x="89" y="123"/>
                    </a:lnTo>
                    <a:lnTo>
                      <a:pt x="84" y="131"/>
                    </a:lnTo>
                    <a:lnTo>
                      <a:pt x="78" y="141"/>
                    </a:lnTo>
                    <a:lnTo>
                      <a:pt x="71" y="150"/>
                    </a:lnTo>
                    <a:lnTo>
                      <a:pt x="66" y="157"/>
                    </a:lnTo>
                    <a:lnTo>
                      <a:pt x="62" y="163"/>
                    </a:lnTo>
                    <a:lnTo>
                      <a:pt x="59" y="166"/>
                    </a:lnTo>
                    <a:lnTo>
                      <a:pt x="56" y="172"/>
                    </a:lnTo>
                    <a:lnTo>
                      <a:pt x="54" y="180"/>
                    </a:lnTo>
                    <a:lnTo>
                      <a:pt x="53" y="190"/>
                    </a:lnTo>
                    <a:lnTo>
                      <a:pt x="51" y="199"/>
                    </a:lnTo>
                    <a:lnTo>
                      <a:pt x="63" y="199"/>
                    </a:lnTo>
                    <a:lnTo>
                      <a:pt x="64" y="206"/>
                    </a:lnTo>
                    <a:lnTo>
                      <a:pt x="58" y="214"/>
                    </a:lnTo>
                    <a:lnTo>
                      <a:pt x="46" y="219"/>
                    </a:lnTo>
                    <a:lnTo>
                      <a:pt x="40" y="227"/>
                    </a:lnTo>
                    <a:lnTo>
                      <a:pt x="33" y="236"/>
                    </a:lnTo>
                    <a:lnTo>
                      <a:pt x="26" y="247"/>
                    </a:lnTo>
                    <a:lnTo>
                      <a:pt x="21" y="258"/>
                    </a:lnTo>
                    <a:lnTo>
                      <a:pt x="18" y="271"/>
                    </a:lnTo>
                    <a:lnTo>
                      <a:pt x="13" y="285"/>
                    </a:lnTo>
                    <a:lnTo>
                      <a:pt x="9" y="296"/>
                    </a:lnTo>
                    <a:lnTo>
                      <a:pt x="5" y="304"/>
                    </a:lnTo>
                    <a:lnTo>
                      <a:pt x="5" y="310"/>
                    </a:lnTo>
                    <a:lnTo>
                      <a:pt x="6" y="319"/>
                    </a:lnTo>
                    <a:lnTo>
                      <a:pt x="9" y="328"/>
                    </a:lnTo>
                    <a:lnTo>
                      <a:pt x="10" y="338"/>
                    </a:lnTo>
                    <a:lnTo>
                      <a:pt x="2" y="354"/>
                    </a:lnTo>
                    <a:lnTo>
                      <a:pt x="0" y="370"/>
                    </a:lnTo>
                    <a:lnTo>
                      <a:pt x="0" y="385"/>
                    </a:lnTo>
                    <a:lnTo>
                      <a:pt x="2" y="394"/>
                    </a:lnTo>
                    <a:lnTo>
                      <a:pt x="4" y="401"/>
                    </a:lnTo>
                    <a:lnTo>
                      <a:pt x="5" y="408"/>
                    </a:lnTo>
                    <a:lnTo>
                      <a:pt x="6" y="414"/>
                    </a:lnTo>
                    <a:lnTo>
                      <a:pt x="5" y="419"/>
                    </a:lnTo>
                    <a:lnTo>
                      <a:pt x="8" y="426"/>
                    </a:lnTo>
                    <a:lnTo>
                      <a:pt x="15" y="439"/>
                    </a:lnTo>
                    <a:lnTo>
                      <a:pt x="23" y="451"/>
                    </a:lnTo>
                    <a:lnTo>
                      <a:pt x="30" y="459"/>
                    </a:lnTo>
                    <a:lnTo>
                      <a:pt x="38" y="469"/>
                    </a:lnTo>
                    <a:lnTo>
                      <a:pt x="48" y="478"/>
                    </a:lnTo>
                    <a:lnTo>
                      <a:pt x="59" y="485"/>
                    </a:lnTo>
                    <a:lnTo>
                      <a:pt x="72" y="491"/>
                    </a:lnTo>
                    <a:lnTo>
                      <a:pt x="87" y="494"/>
                    </a:lnTo>
                    <a:lnTo>
                      <a:pt x="103" y="497"/>
                    </a:lnTo>
                    <a:lnTo>
                      <a:pt x="121" y="495"/>
                    </a:lnTo>
                    <a:lnTo>
                      <a:pt x="139" y="493"/>
                    </a:lnTo>
                    <a:lnTo>
                      <a:pt x="150" y="499"/>
                    </a:lnTo>
                    <a:lnTo>
                      <a:pt x="164" y="501"/>
                    </a:lnTo>
                    <a:lnTo>
                      <a:pt x="177" y="502"/>
                    </a:lnTo>
                    <a:lnTo>
                      <a:pt x="192" y="502"/>
                    </a:lnTo>
                    <a:lnTo>
                      <a:pt x="206" y="501"/>
                    </a:lnTo>
                    <a:lnTo>
                      <a:pt x="221" y="498"/>
                    </a:lnTo>
                    <a:lnTo>
                      <a:pt x="236" y="494"/>
                    </a:lnTo>
                    <a:lnTo>
                      <a:pt x="251" y="491"/>
                    </a:lnTo>
                    <a:lnTo>
                      <a:pt x="259" y="487"/>
                    </a:lnTo>
                    <a:lnTo>
                      <a:pt x="268" y="482"/>
                    </a:lnTo>
                    <a:lnTo>
                      <a:pt x="276" y="474"/>
                    </a:lnTo>
                    <a:lnTo>
                      <a:pt x="284" y="463"/>
                    </a:lnTo>
                    <a:lnTo>
                      <a:pt x="289" y="454"/>
                    </a:lnTo>
                    <a:lnTo>
                      <a:pt x="293" y="445"/>
                    </a:lnTo>
                    <a:lnTo>
                      <a:pt x="297" y="437"/>
                    </a:lnTo>
                    <a:lnTo>
                      <a:pt x="298" y="427"/>
                    </a:lnTo>
                    <a:lnTo>
                      <a:pt x="306" y="427"/>
                    </a:lnTo>
                    <a:lnTo>
                      <a:pt x="314" y="424"/>
                    </a:lnTo>
                    <a:lnTo>
                      <a:pt x="320" y="419"/>
                    </a:lnTo>
                    <a:lnTo>
                      <a:pt x="323" y="414"/>
                    </a:lnTo>
                    <a:lnTo>
                      <a:pt x="334" y="410"/>
                    </a:lnTo>
                    <a:lnTo>
                      <a:pt x="338" y="402"/>
                    </a:lnTo>
                    <a:lnTo>
                      <a:pt x="339" y="394"/>
                    </a:lnTo>
                    <a:lnTo>
                      <a:pt x="339" y="387"/>
                    </a:lnTo>
                    <a:lnTo>
                      <a:pt x="341" y="385"/>
                    </a:lnTo>
                    <a:lnTo>
                      <a:pt x="343" y="383"/>
                    </a:lnTo>
                    <a:lnTo>
                      <a:pt x="345" y="380"/>
                    </a:lnTo>
                    <a:lnTo>
                      <a:pt x="349" y="379"/>
                    </a:lnTo>
                    <a:lnTo>
                      <a:pt x="353" y="378"/>
                    </a:lnTo>
                    <a:lnTo>
                      <a:pt x="358" y="377"/>
                    </a:lnTo>
                    <a:lnTo>
                      <a:pt x="361" y="377"/>
                    </a:lnTo>
                    <a:lnTo>
                      <a:pt x="366" y="378"/>
                    </a:lnTo>
                    <a:lnTo>
                      <a:pt x="362" y="377"/>
                    </a:lnTo>
                    <a:lnTo>
                      <a:pt x="358" y="374"/>
                    </a:lnTo>
                    <a:lnTo>
                      <a:pt x="352" y="374"/>
                    </a:lnTo>
                    <a:lnTo>
                      <a:pt x="349" y="374"/>
                    </a:lnTo>
                    <a:lnTo>
                      <a:pt x="353" y="369"/>
                    </a:lnTo>
                    <a:lnTo>
                      <a:pt x="360" y="364"/>
                    </a:lnTo>
                    <a:lnTo>
                      <a:pt x="368" y="358"/>
                    </a:lnTo>
                    <a:lnTo>
                      <a:pt x="375" y="354"/>
                    </a:lnTo>
                    <a:lnTo>
                      <a:pt x="374" y="350"/>
                    </a:lnTo>
                    <a:lnTo>
                      <a:pt x="379" y="325"/>
                    </a:lnTo>
                    <a:lnTo>
                      <a:pt x="375" y="301"/>
                    </a:lnTo>
                    <a:lnTo>
                      <a:pt x="368" y="282"/>
                    </a:lnTo>
                    <a:lnTo>
                      <a:pt x="364" y="272"/>
                    </a:lnTo>
                    <a:lnTo>
                      <a:pt x="365" y="267"/>
                    </a:lnTo>
                    <a:lnTo>
                      <a:pt x="367" y="262"/>
                    </a:lnTo>
                    <a:lnTo>
                      <a:pt x="372" y="254"/>
                    </a:lnTo>
                    <a:lnTo>
                      <a:pt x="379" y="243"/>
                    </a:lnTo>
                    <a:lnTo>
                      <a:pt x="385" y="234"/>
                    </a:lnTo>
                    <a:lnTo>
                      <a:pt x="391" y="225"/>
                    </a:lnTo>
                    <a:lnTo>
                      <a:pt x="397" y="218"/>
                    </a:lnTo>
                    <a:lnTo>
                      <a:pt x="402" y="212"/>
                    </a:lnTo>
                    <a:lnTo>
                      <a:pt x="400" y="209"/>
                    </a:lnTo>
                    <a:lnTo>
                      <a:pt x="399" y="205"/>
                    </a:lnTo>
                    <a:lnTo>
                      <a:pt x="399" y="202"/>
                    </a:lnTo>
                    <a:lnTo>
                      <a:pt x="399" y="198"/>
                    </a:lnTo>
                    <a:lnTo>
                      <a:pt x="400" y="195"/>
                    </a:lnTo>
                    <a:lnTo>
                      <a:pt x="400" y="191"/>
                    </a:lnTo>
                    <a:lnTo>
                      <a:pt x="402" y="190"/>
                    </a:lnTo>
                    <a:lnTo>
                      <a:pt x="402" y="188"/>
                    </a:lnTo>
                    <a:lnTo>
                      <a:pt x="399" y="186"/>
                    </a:lnTo>
                    <a:lnTo>
                      <a:pt x="399" y="184"/>
                    </a:lnTo>
                    <a:lnTo>
                      <a:pt x="399" y="183"/>
                    </a:lnTo>
                    <a:lnTo>
                      <a:pt x="400" y="180"/>
                    </a:lnTo>
                    <a:lnTo>
                      <a:pt x="402" y="173"/>
                    </a:lnTo>
                    <a:lnTo>
                      <a:pt x="405" y="165"/>
                    </a:lnTo>
                    <a:lnTo>
                      <a:pt x="410" y="156"/>
                    </a:lnTo>
                    <a:lnTo>
                      <a:pt x="413" y="150"/>
                    </a:lnTo>
                    <a:lnTo>
                      <a:pt x="415" y="146"/>
                    </a:lnTo>
                    <a:lnTo>
                      <a:pt x="419" y="144"/>
                    </a:lnTo>
                    <a:lnTo>
                      <a:pt x="421" y="144"/>
                    </a:lnTo>
                    <a:lnTo>
                      <a:pt x="422" y="146"/>
                    </a:lnTo>
                    <a:lnTo>
                      <a:pt x="425" y="149"/>
                    </a:lnTo>
                    <a:lnTo>
                      <a:pt x="428" y="150"/>
                    </a:lnTo>
                    <a:lnTo>
                      <a:pt x="435" y="152"/>
                    </a:lnTo>
                    <a:lnTo>
                      <a:pt x="442" y="152"/>
                    </a:lnTo>
                    <a:lnTo>
                      <a:pt x="450" y="152"/>
                    </a:lnTo>
                    <a:lnTo>
                      <a:pt x="459" y="151"/>
                    </a:lnTo>
                    <a:lnTo>
                      <a:pt x="468" y="149"/>
                    </a:lnTo>
                    <a:lnTo>
                      <a:pt x="478"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4" name="Freeform 65">
                <a:extLst>
                  <a:ext uri="{FF2B5EF4-FFF2-40B4-BE49-F238E27FC236}">
                    <a16:creationId xmlns:a16="http://schemas.microsoft.com/office/drawing/2014/main" id="{5886C8B5-E345-437B-9F82-4CF5B4A6468E}"/>
                  </a:ext>
                </a:extLst>
              </p:cNvPr>
              <p:cNvSpPr>
                <a:spLocks/>
              </p:cNvSpPr>
              <p:nvPr/>
            </p:nvSpPr>
            <p:spPr bwMode="auto">
              <a:xfrm>
                <a:off x="3572" y="3073"/>
                <a:ext cx="302" cy="410"/>
              </a:xfrm>
              <a:custGeom>
                <a:avLst/>
                <a:gdLst>
                  <a:gd name="T0" fmla="*/ 252 w 552"/>
                  <a:gd name="T1" fmla="*/ 277 h 749"/>
                  <a:gd name="T2" fmla="*/ 247 w 552"/>
                  <a:gd name="T3" fmla="*/ 276 h 749"/>
                  <a:gd name="T4" fmla="*/ 240 w 552"/>
                  <a:gd name="T5" fmla="*/ 284 h 749"/>
                  <a:gd name="T6" fmla="*/ 233 w 552"/>
                  <a:gd name="T7" fmla="*/ 273 h 749"/>
                  <a:gd name="T8" fmla="*/ 225 w 552"/>
                  <a:gd name="T9" fmla="*/ 264 h 749"/>
                  <a:gd name="T10" fmla="*/ 210 w 552"/>
                  <a:gd name="T11" fmla="*/ 254 h 749"/>
                  <a:gd name="T12" fmla="*/ 196 w 552"/>
                  <a:gd name="T13" fmla="*/ 246 h 749"/>
                  <a:gd name="T14" fmla="*/ 188 w 552"/>
                  <a:gd name="T15" fmla="*/ 217 h 749"/>
                  <a:gd name="T16" fmla="*/ 180 w 552"/>
                  <a:gd name="T17" fmla="*/ 175 h 749"/>
                  <a:gd name="T18" fmla="*/ 176 w 552"/>
                  <a:gd name="T19" fmla="*/ 137 h 749"/>
                  <a:gd name="T20" fmla="*/ 178 w 552"/>
                  <a:gd name="T21" fmla="*/ 100 h 749"/>
                  <a:gd name="T22" fmla="*/ 172 w 552"/>
                  <a:gd name="T23" fmla="*/ 90 h 749"/>
                  <a:gd name="T24" fmla="*/ 169 w 552"/>
                  <a:gd name="T25" fmla="*/ 74 h 749"/>
                  <a:gd name="T26" fmla="*/ 166 w 552"/>
                  <a:gd name="T27" fmla="*/ 48 h 749"/>
                  <a:gd name="T28" fmla="*/ 173 w 552"/>
                  <a:gd name="T29" fmla="*/ 18 h 749"/>
                  <a:gd name="T30" fmla="*/ 149 w 552"/>
                  <a:gd name="T31" fmla="*/ 23 h 749"/>
                  <a:gd name="T32" fmla="*/ 126 w 552"/>
                  <a:gd name="T33" fmla="*/ 23 h 749"/>
                  <a:gd name="T34" fmla="*/ 102 w 552"/>
                  <a:gd name="T35" fmla="*/ 20 h 749"/>
                  <a:gd name="T36" fmla="*/ 76 w 552"/>
                  <a:gd name="T37" fmla="*/ 18 h 749"/>
                  <a:gd name="T38" fmla="*/ 57 w 552"/>
                  <a:gd name="T39" fmla="*/ 5 h 749"/>
                  <a:gd name="T40" fmla="*/ 46 w 552"/>
                  <a:gd name="T41" fmla="*/ 11 h 749"/>
                  <a:gd name="T42" fmla="*/ 38 w 552"/>
                  <a:gd name="T43" fmla="*/ 26 h 749"/>
                  <a:gd name="T44" fmla="*/ 33 w 552"/>
                  <a:gd name="T45" fmla="*/ 36 h 749"/>
                  <a:gd name="T46" fmla="*/ 24 w 552"/>
                  <a:gd name="T47" fmla="*/ 55 h 749"/>
                  <a:gd name="T48" fmla="*/ 18 w 552"/>
                  <a:gd name="T49" fmla="*/ 73 h 749"/>
                  <a:gd name="T50" fmla="*/ 10 w 552"/>
                  <a:gd name="T51" fmla="*/ 92 h 749"/>
                  <a:gd name="T52" fmla="*/ 7 w 552"/>
                  <a:gd name="T53" fmla="*/ 109 h 749"/>
                  <a:gd name="T54" fmla="*/ 3 w 552"/>
                  <a:gd name="T55" fmla="*/ 134 h 749"/>
                  <a:gd name="T56" fmla="*/ 3 w 552"/>
                  <a:gd name="T57" fmla="*/ 164 h 749"/>
                  <a:gd name="T58" fmla="*/ 0 w 552"/>
                  <a:gd name="T59" fmla="*/ 203 h 749"/>
                  <a:gd name="T60" fmla="*/ 3 w 552"/>
                  <a:gd name="T61" fmla="*/ 268 h 749"/>
                  <a:gd name="T62" fmla="*/ 13 w 552"/>
                  <a:gd name="T63" fmla="*/ 334 h 749"/>
                  <a:gd name="T64" fmla="*/ 16 w 552"/>
                  <a:gd name="T65" fmla="*/ 364 h 749"/>
                  <a:gd name="T66" fmla="*/ 20 w 552"/>
                  <a:gd name="T67" fmla="*/ 378 h 749"/>
                  <a:gd name="T68" fmla="*/ 27 w 552"/>
                  <a:gd name="T69" fmla="*/ 390 h 749"/>
                  <a:gd name="T70" fmla="*/ 28 w 552"/>
                  <a:gd name="T71" fmla="*/ 403 h 749"/>
                  <a:gd name="T72" fmla="*/ 53 w 552"/>
                  <a:gd name="T73" fmla="*/ 409 h 749"/>
                  <a:gd name="T74" fmla="*/ 106 w 552"/>
                  <a:gd name="T75" fmla="*/ 410 h 749"/>
                  <a:gd name="T76" fmla="*/ 170 w 552"/>
                  <a:gd name="T77" fmla="*/ 410 h 749"/>
                  <a:gd name="T78" fmla="*/ 233 w 552"/>
                  <a:gd name="T79" fmla="*/ 410 h 749"/>
                  <a:gd name="T80" fmla="*/ 282 w 552"/>
                  <a:gd name="T81" fmla="*/ 409 h 749"/>
                  <a:gd name="T82" fmla="*/ 302 w 552"/>
                  <a:gd name="T83" fmla="*/ 407 h 749"/>
                  <a:gd name="T84" fmla="*/ 295 w 552"/>
                  <a:gd name="T85" fmla="*/ 399 h 749"/>
                  <a:gd name="T86" fmla="*/ 294 w 552"/>
                  <a:gd name="T87" fmla="*/ 388 h 749"/>
                  <a:gd name="T88" fmla="*/ 288 w 552"/>
                  <a:gd name="T89" fmla="*/ 376 h 749"/>
                  <a:gd name="T90" fmla="*/ 278 w 552"/>
                  <a:gd name="T91" fmla="*/ 357 h 749"/>
                  <a:gd name="T92" fmla="*/ 270 w 552"/>
                  <a:gd name="T93" fmla="*/ 343 h 749"/>
                  <a:gd name="T94" fmla="*/ 262 w 552"/>
                  <a:gd name="T95" fmla="*/ 334 h 749"/>
                  <a:gd name="T96" fmla="*/ 250 w 552"/>
                  <a:gd name="T97" fmla="*/ 320 h 749"/>
                  <a:gd name="T98" fmla="*/ 245 w 552"/>
                  <a:gd name="T99" fmla="*/ 299 h 749"/>
                  <a:gd name="T100" fmla="*/ 253 w 552"/>
                  <a:gd name="T101" fmla="*/ 279 h 74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52" h="749">
                    <a:moveTo>
                      <a:pt x="463" y="510"/>
                    </a:moveTo>
                    <a:lnTo>
                      <a:pt x="461" y="508"/>
                    </a:lnTo>
                    <a:lnTo>
                      <a:pt x="460" y="506"/>
                    </a:lnTo>
                    <a:lnTo>
                      <a:pt x="457" y="504"/>
                    </a:lnTo>
                    <a:lnTo>
                      <a:pt x="455" y="503"/>
                    </a:lnTo>
                    <a:lnTo>
                      <a:pt x="451" y="505"/>
                    </a:lnTo>
                    <a:lnTo>
                      <a:pt x="447" y="510"/>
                    </a:lnTo>
                    <a:lnTo>
                      <a:pt x="442" y="514"/>
                    </a:lnTo>
                    <a:lnTo>
                      <a:pt x="438" y="518"/>
                    </a:lnTo>
                    <a:lnTo>
                      <a:pt x="434" y="513"/>
                    </a:lnTo>
                    <a:lnTo>
                      <a:pt x="430" y="506"/>
                    </a:lnTo>
                    <a:lnTo>
                      <a:pt x="425" y="499"/>
                    </a:lnTo>
                    <a:lnTo>
                      <a:pt x="422" y="493"/>
                    </a:lnTo>
                    <a:lnTo>
                      <a:pt x="418" y="488"/>
                    </a:lnTo>
                    <a:lnTo>
                      <a:pt x="411" y="483"/>
                    </a:lnTo>
                    <a:lnTo>
                      <a:pt x="403" y="476"/>
                    </a:lnTo>
                    <a:lnTo>
                      <a:pt x="394" y="471"/>
                    </a:lnTo>
                    <a:lnTo>
                      <a:pt x="383" y="464"/>
                    </a:lnTo>
                    <a:lnTo>
                      <a:pt x="373" y="458"/>
                    </a:lnTo>
                    <a:lnTo>
                      <a:pt x="365" y="453"/>
                    </a:lnTo>
                    <a:lnTo>
                      <a:pt x="358" y="450"/>
                    </a:lnTo>
                    <a:lnTo>
                      <a:pt x="354" y="437"/>
                    </a:lnTo>
                    <a:lnTo>
                      <a:pt x="348" y="418"/>
                    </a:lnTo>
                    <a:lnTo>
                      <a:pt x="343" y="396"/>
                    </a:lnTo>
                    <a:lnTo>
                      <a:pt x="337" y="370"/>
                    </a:lnTo>
                    <a:lnTo>
                      <a:pt x="333" y="345"/>
                    </a:lnTo>
                    <a:lnTo>
                      <a:pt x="329" y="320"/>
                    </a:lnTo>
                    <a:lnTo>
                      <a:pt x="326" y="298"/>
                    </a:lnTo>
                    <a:lnTo>
                      <a:pt x="324" y="281"/>
                    </a:lnTo>
                    <a:lnTo>
                      <a:pt x="322" y="250"/>
                    </a:lnTo>
                    <a:lnTo>
                      <a:pt x="325" y="221"/>
                    </a:lnTo>
                    <a:lnTo>
                      <a:pt x="326" y="198"/>
                    </a:lnTo>
                    <a:lnTo>
                      <a:pt x="326" y="182"/>
                    </a:lnTo>
                    <a:lnTo>
                      <a:pt x="320" y="178"/>
                    </a:lnTo>
                    <a:lnTo>
                      <a:pt x="317" y="174"/>
                    </a:lnTo>
                    <a:lnTo>
                      <a:pt x="314" y="165"/>
                    </a:lnTo>
                    <a:lnTo>
                      <a:pt x="316" y="155"/>
                    </a:lnTo>
                    <a:lnTo>
                      <a:pt x="313" y="146"/>
                    </a:lnTo>
                    <a:lnTo>
                      <a:pt x="309" y="136"/>
                    </a:lnTo>
                    <a:lnTo>
                      <a:pt x="303" y="123"/>
                    </a:lnTo>
                    <a:lnTo>
                      <a:pt x="301" y="109"/>
                    </a:lnTo>
                    <a:lnTo>
                      <a:pt x="303" y="87"/>
                    </a:lnTo>
                    <a:lnTo>
                      <a:pt x="307" y="65"/>
                    </a:lnTo>
                    <a:lnTo>
                      <a:pt x="313" y="46"/>
                    </a:lnTo>
                    <a:lnTo>
                      <a:pt x="317" y="32"/>
                    </a:lnTo>
                    <a:lnTo>
                      <a:pt x="302" y="35"/>
                    </a:lnTo>
                    <a:lnTo>
                      <a:pt x="287" y="39"/>
                    </a:lnTo>
                    <a:lnTo>
                      <a:pt x="272" y="42"/>
                    </a:lnTo>
                    <a:lnTo>
                      <a:pt x="258" y="43"/>
                    </a:lnTo>
                    <a:lnTo>
                      <a:pt x="243" y="43"/>
                    </a:lnTo>
                    <a:lnTo>
                      <a:pt x="230" y="42"/>
                    </a:lnTo>
                    <a:lnTo>
                      <a:pt x="216" y="40"/>
                    </a:lnTo>
                    <a:lnTo>
                      <a:pt x="205" y="34"/>
                    </a:lnTo>
                    <a:lnTo>
                      <a:pt x="187" y="36"/>
                    </a:lnTo>
                    <a:lnTo>
                      <a:pt x="169" y="38"/>
                    </a:lnTo>
                    <a:lnTo>
                      <a:pt x="153" y="35"/>
                    </a:lnTo>
                    <a:lnTo>
                      <a:pt x="138" y="32"/>
                    </a:lnTo>
                    <a:lnTo>
                      <a:pt x="125" y="26"/>
                    </a:lnTo>
                    <a:lnTo>
                      <a:pt x="114" y="19"/>
                    </a:lnTo>
                    <a:lnTo>
                      <a:pt x="104" y="10"/>
                    </a:lnTo>
                    <a:lnTo>
                      <a:pt x="96" y="0"/>
                    </a:lnTo>
                    <a:lnTo>
                      <a:pt x="89" y="11"/>
                    </a:lnTo>
                    <a:lnTo>
                      <a:pt x="84" y="21"/>
                    </a:lnTo>
                    <a:lnTo>
                      <a:pt x="78" y="31"/>
                    </a:lnTo>
                    <a:lnTo>
                      <a:pt x="75" y="39"/>
                    </a:lnTo>
                    <a:lnTo>
                      <a:pt x="70" y="48"/>
                    </a:lnTo>
                    <a:lnTo>
                      <a:pt x="67" y="55"/>
                    </a:lnTo>
                    <a:lnTo>
                      <a:pt x="63" y="61"/>
                    </a:lnTo>
                    <a:lnTo>
                      <a:pt x="60" y="65"/>
                    </a:lnTo>
                    <a:lnTo>
                      <a:pt x="53" y="76"/>
                    </a:lnTo>
                    <a:lnTo>
                      <a:pt x="47" y="88"/>
                    </a:lnTo>
                    <a:lnTo>
                      <a:pt x="43" y="101"/>
                    </a:lnTo>
                    <a:lnTo>
                      <a:pt x="39" y="112"/>
                    </a:lnTo>
                    <a:lnTo>
                      <a:pt x="37" y="123"/>
                    </a:lnTo>
                    <a:lnTo>
                      <a:pt x="33" y="134"/>
                    </a:lnTo>
                    <a:lnTo>
                      <a:pt x="29" y="146"/>
                    </a:lnTo>
                    <a:lnTo>
                      <a:pt x="23" y="157"/>
                    </a:lnTo>
                    <a:lnTo>
                      <a:pt x="18" y="168"/>
                    </a:lnTo>
                    <a:lnTo>
                      <a:pt x="16" y="179"/>
                    </a:lnTo>
                    <a:lnTo>
                      <a:pt x="14" y="191"/>
                    </a:lnTo>
                    <a:lnTo>
                      <a:pt x="13" y="200"/>
                    </a:lnTo>
                    <a:lnTo>
                      <a:pt x="10" y="212"/>
                    </a:lnTo>
                    <a:lnTo>
                      <a:pt x="7" y="228"/>
                    </a:lnTo>
                    <a:lnTo>
                      <a:pt x="5" y="245"/>
                    </a:lnTo>
                    <a:lnTo>
                      <a:pt x="5" y="260"/>
                    </a:lnTo>
                    <a:lnTo>
                      <a:pt x="5" y="277"/>
                    </a:lnTo>
                    <a:lnTo>
                      <a:pt x="5" y="300"/>
                    </a:lnTo>
                    <a:lnTo>
                      <a:pt x="5" y="326"/>
                    </a:lnTo>
                    <a:lnTo>
                      <a:pt x="2" y="345"/>
                    </a:lnTo>
                    <a:lnTo>
                      <a:pt x="0" y="370"/>
                    </a:lnTo>
                    <a:lnTo>
                      <a:pt x="0" y="408"/>
                    </a:lnTo>
                    <a:lnTo>
                      <a:pt x="2" y="451"/>
                    </a:lnTo>
                    <a:lnTo>
                      <a:pt x="5" y="490"/>
                    </a:lnTo>
                    <a:lnTo>
                      <a:pt x="10" y="529"/>
                    </a:lnTo>
                    <a:lnTo>
                      <a:pt x="17" y="572"/>
                    </a:lnTo>
                    <a:lnTo>
                      <a:pt x="23" y="611"/>
                    </a:lnTo>
                    <a:lnTo>
                      <a:pt x="26" y="637"/>
                    </a:lnTo>
                    <a:lnTo>
                      <a:pt x="28" y="652"/>
                    </a:lnTo>
                    <a:lnTo>
                      <a:pt x="29" y="665"/>
                    </a:lnTo>
                    <a:lnTo>
                      <a:pt x="31" y="676"/>
                    </a:lnTo>
                    <a:lnTo>
                      <a:pt x="33" y="684"/>
                    </a:lnTo>
                    <a:lnTo>
                      <a:pt x="37" y="691"/>
                    </a:lnTo>
                    <a:lnTo>
                      <a:pt x="43" y="699"/>
                    </a:lnTo>
                    <a:lnTo>
                      <a:pt x="47" y="707"/>
                    </a:lnTo>
                    <a:lnTo>
                      <a:pt x="49" y="713"/>
                    </a:lnTo>
                    <a:lnTo>
                      <a:pt x="49" y="718"/>
                    </a:lnTo>
                    <a:lnTo>
                      <a:pt x="51" y="726"/>
                    </a:lnTo>
                    <a:lnTo>
                      <a:pt x="52" y="736"/>
                    </a:lnTo>
                    <a:lnTo>
                      <a:pt x="54" y="748"/>
                    </a:lnTo>
                    <a:lnTo>
                      <a:pt x="72" y="748"/>
                    </a:lnTo>
                    <a:lnTo>
                      <a:pt x="97" y="748"/>
                    </a:lnTo>
                    <a:lnTo>
                      <a:pt x="125" y="748"/>
                    </a:lnTo>
                    <a:lnTo>
                      <a:pt x="158" y="749"/>
                    </a:lnTo>
                    <a:lnTo>
                      <a:pt x="193" y="749"/>
                    </a:lnTo>
                    <a:lnTo>
                      <a:pt x="231" y="749"/>
                    </a:lnTo>
                    <a:lnTo>
                      <a:pt x="271" y="749"/>
                    </a:lnTo>
                    <a:lnTo>
                      <a:pt x="310" y="749"/>
                    </a:lnTo>
                    <a:lnTo>
                      <a:pt x="350" y="749"/>
                    </a:lnTo>
                    <a:lnTo>
                      <a:pt x="388" y="749"/>
                    </a:lnTo>
                    <a:lnTo>
                      <a:pt x="425" y="749"/>
                    </a:lnTo>
                    <a:lnTo>
                      <a:pt x="460" y="749"/>
                    </a:lnTo>
                    <a:lnTo>
                      <a:pt x="489" y="748"/>
                    </a:lnTo>
                    <a:lnTo>
                      <a:pt x="516" y="748"/>
                    </a:lnTo>
                    <a:lnTo>
                      <a:pt x="537" y="748"/>
                    </a:lnTo>
                    <a:lnTo>
                      <a:pt x="552" y="748"/>
                    </a:lnTo>
                    <a:lnTo>
                      <a:pt x="552" y="744"/>
                    </a:lnTo>
                    <a:lnTo>
                      <a:pt x="549" y="737"/>
                    </a:lnTo>
                    <a:lnTo>
                      <a:pt x="546" y="731"/>
                    </a:lnTo>
                    <a:lnTo>
                      <a:pt x="540" y="728"/>
                    </a:lnTo>
                    <a:lnTo>
                      <a:pt x="540" y="722"/>
                    </a:lnTo>
                    <a:lnTo>
                      <a:pt x="539" y="716"/>
                    </a:lnTo>
                    <a:lnTo>
                      <a:pt x="538" y="709"/>
                    </a:lnTo>
                    <a:lnTo>
                      <a:pt x="534" y="702"/>
                    </a:lnTo>
                    <a:lnTo>
                      <a:pt x="531" y="696"/>
                    </a:lnTo>
                    <a:lnTo>
                      <a:pt x="526" y="687"/>
                    </a:lnTo>
                    <a:lnTo>
                      <a:pt x="522" y="677"/>
                    </a:lnTo>
                    <a:lnTo>
                      <a:pt x="515" y="664"/>
                    </a:lnTo>
                    <a:lnTo>
                      <a:pt x="509" y="653"/>
                    </a:lnTo>
                    <a:lnTo>
                      <a:pt x="503" y="641"/>
                    </a:lnTo>
                    <a:lnTo>
                      <a:pt x="498" y="632"/>
                    </a:lnTo>
                    <a:lnTo>
                      <a:pt x="494" y="627"/>
                    </a:lnTo>
                    <a:lnTo>
                      <a:pt x="491" y="624"/>
                    </a:lnTo>
                    <a:lnTo>
                      <a:pt x="485" y="618"/>
                    </a:lnTo>
                    <a:lnTo>
                      <a:pt x="478" y="611"/>
                    </a:lnTo>
                    <a:lnTo>
                      <a:pt x="471" y="603"/>
                    </a:lnTo>
                    <a:lnTo>
                      <a:pt x="463" y="594"/>
                    </a:lnTo>
                    <a:lnTo>
                      <a:pt x="457" y="585"/>
                    </a:lnTo>
                    <a:lnTo>
                      <a:pt x="451" y="576"/>
                    </a:lnTo>
                    <a:lnTo>
                      <a:pt x="448" y="565"/>
                    </a:lnTo>
                    <a:lnTo>
                      <a:pt x="447" y="547"/>
                    </a:lnTo>
                    <a:lnTo>
                      <a:pt x="450" y="531"/>
                    </a:lnTo>
                    <a:lnTo>
                      <a:pt x="457" y="519"/>
                    </a:lnTo>
                    <a:lnTo>
                      <a:pt x="463" y="51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5" name="Freeform 66">
                <a:extLst>
                  <a:ext uri="{FF2B5EF4-FFF2-40B4-BE49-F238E27FC236}">
                    <a16:creationId xmlns:a16="http://schemas.microsoft.com/office/drawing/2014/main" id="{5C3B6C63-A18B-4CFC-891D-D698F53752C6}"/>
                  </a:ext>
                </a:extLst>
              </p:cNvPr>
              <p:cNvSpPr>
                <a:spLocks/>
              </p:cNvSpPr>
              <p:nvPr/>
            </p:nvSpPr>
            <p:spPr bwMode="auto">
              <a:xfrm>
                <a:off x="3748" y="3319"/>
                <a:ext cx="76" cy="73"/>
              </a:xfrm>
              <a:custGeom>
                <a:avLst/>
                <a:gdLst>
                  <a:gd name="T0" fmla="*/ 73 w 142"/>
                  <a:gd name="T1" fmla="*/ 37 h 135"/>
                  <a:gd name="T2" fmla="*/ 67 w 142"/>
                  <a:gd name="T3" fmla="*/ 52 h 135"/>
                  <a:gd name="T4" fmla="*/ 67 w 142"/>
                  <a:gd name="T5" fmla="*/ 65 h 135"/>
                  <a:gd name="T6" fmla="*/ 65 w 142"/>
                  <a:gd name="T7" fmla="*/ 71 h 135"/>
                  <a:gd name="T8" fmla="*/ 60 w 142"/>
                  <a:gd name="T9" fmla="*/ 70 h 135"/>
                  <a:gd name="T10" fmla="*/ 58 w 142"/>
                  <a:gd name="T11" fmla="*/ 58 h 135"/>
                  <a:gd name="T12" fmla="*/ 54 w 142"/>
                  <a:gd name="T13" fmla="*/ 55 h 135"/>
                  <a:gd name="T14" fmla="*/ 49 w 142"/>
                  <a:gd name="T15" fmla="*/ 55 h 135"/>
                  <a:gd name="T16" fmla="*/ 43 w 142"/>
                  <a:gd name="T17" fmla="*/ 56 h 135"/>
                  <a:gd name="T18" fmla="*/ 39 w 142"/>
                  <a:gd name="T19" fmla="*/ 57 h 135"/>
                  <a:gd name="T20" fmla="*/ 35 w 142"/>
                  <a:gd name="T21" fmla="*/ 52 h 135"/>
                  <a:gd name="T22" fmla="*/ 39 w 142"/>
                  <a:gd name="T23" fmla="*/ 41 h 135"/>
                  <a:gd name="T24" fmla="*/ 44 w 142"/>
                  <a:gd name="T25" fmla="*/ 35 h 135"/>
                  <a:gd name="T26" fmla="*/ 41 w 142"/>
                  <a:gd name="T27" fmla="*/ 26 h 135"/>
                  <a:gd name="T28" fmla="*/ 35 w 142"/>
                  <a:gd name="T29" fmla="*/ 25 h 135"/>
                  <a:gd name="T30" fmla="*/ 27 w 142"/>
                  <a:gd name="T31" fmla="*/ 26 h 135"/>
                  <a:gd name="T32" fmla="*/ 18 w 142"/>
                  <a:gd name="T33" fmla="*/ 28 h 135"/>
                  <a:gd name="T34" fmla="*/ 7 w 142"/>
                  <a:gd name="T35" fmla="*/ 32 h 135"/>
                  <a:gd name="T36" fmla="*/ 2 w 142"/>
                  <a:gd name="T37" fmla="*/ 34 h 135"/>
                  <a:gd name="T38" fmla="*/ 0 w 142"/>
                  <a:gd name="T39" fmla="*/ 30 h 135"/>
                  <a:gd name="T40" fmla="*/ 3 w 142"/>
                  <a:gd name="T41" fmla="*/ 25 h 135"/>
                  <a:gd name="T42" fmla="*/ 10 w 142"/>
                  <a:gd name="T43" fmla="*/ 21 h 135"/>
                  <a:gd name="T44" fmla="*/ 17 w 142"/>
                  <a:gd name="T45" fmla="*/ 15 h 135"/>
                  <a:gd name="T46" fmla="*/ 22 w 142"/>
                  <a:gd name="T47" fmla="*/ 11 h 135"/>
                  <a:gd name="T48" fmla="*/ 22 w 142"/>
                  <a:gd name="T49" fmla="*/ 8 h 135"/>
                  <a:gd name="T50" fmla="*/ 21 w 142"/>
                  <a:gd name="T51" fmla="*/ 3 h 135"/>
                  <a:gd name="T52" fmla="*/ 24 w 142"/>
                  <a:gd name="T53" fmla="*/ 2 h 135"/>
                  <a:gd name="T54" fmla="*/ 33 w 142"/>
                  <a:gd name="T55" fmla="*/ 8 h 135"/>
                  <a:gd name="T56" fmla="*/ 44 w 142"/>
                  <a:gd name="T57" fmla="*/ 14 h 135"/>
                  <a:gd name="T58" fmla="*/ 52 w 142"/>
                  <a:gd name="T59" fmla="*/ 21 h 135"/>
                  <a:gd name="T60" fmla="*/ 56 w 142"/>
                  <a:gd name="T61" fmla="*/ 26 h 135"/>
                  <a:gd name="T62" fmla="*/ 60 w 142"/>
                  <a:gd name="T63" fmla="*/ 34 h 135"/>
                  <a:gd name="T64" fmla="*/ 65 w 142"/>
                  <a:gd name="T65" fmla="*/ 35 h 135"/>
                  <a:gd name="T66" fmla="*/ 70 w 142"/>
                  <a:gd name="T67" fmla="*/ 30 h 135"/>
                  <a:gd name="T68" fmla="*/ 73 w 142"/>
                  <a:gd name="T69" fmla="*/ 29 h 135"/>
                  <a:gd name="T70" fmla="*/ 75 w 142"/>
                  <a:gd name="T71" fmla="*/ 31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42" h="135">
                    <a:moveTo>
                      <a:pt x="142" y="60"/>
                    </a:moveTo>
                    <a:lnTo>
                      <a:pt x="136" y="69"/>
                    </a:lnTo>
                    <a:lnTo>
                      <a:pt x="129" y="81"/>
                    </a:lnTo>
                    <a:lnTo>
                      <a:pt x="126" y="97"/>
                    </a:lnTo>
                    <a:lnTo>
                      <a:pt x="127" y="115"/>
                    </a:lnTo>
                    <a:lnTo>
                      <a:pt x="126" y="121"/>
                    </a:lnTo>
                    <a:lnTo>
                      <a:pt x="125" y="128"/>
                    </a:lnTo>
                    <a:lnTo>
                      <a:pt x="122" y="132"/>
                    </a:lnTo>
                    <a:lnTo>
                      <a:pt x="119" y="135"/>
                    </a:lnTo>
                    <a:lnTo>
                      <a:pt x="113" y="130"/>
                    </a:lnTo>
                    <a:lnTo>
                      <a:pt x="111" y="119"/>
                    </a:lnTo>
                    <a:lnTo>
                      <a:pt x="109" y="107"/>
                    </a:lnTo>
                    <a:lnTo>
                      <a:pt x="104" y="101"/>
                    </a:lnTo>
                    <a:lnTo>
                      <a:pt x="101" y="101"/>
                    </a:lnTo>
                    <a:lnTo>
                      <a:pt x="96" y="102"/>
                    </a:lnTo>
                    <a:lnTo>
                      <a:pt x="91" y="102"/>
                    </a:lnTo>
                    <a:lnTo>
                      <a:pt x="86" y="104"/>
                    </a:lnTo>
                    <a:lnTo>
                      <a:pt x="81" y="104"/>
                    </a:lnTo>
                    <a:lnTo>
                      <a:pt x="76" y="105"/>
                    </a:lnTo>
                    <a:lnTo>
                      <a:pt x="72" y="105"/>
                    </a:lnTo>
                    <a:lnTo>
                      <a:pt x="68" y="105"/>
                    </a:lnTo>
                    <a:lnTo>
                      <a:pt x="65" y="97"/>
                    </a:lnTo>
                    <a:lnTo>
                      <a:pt x="66" y="85"/>
                    </a:lnTo>
                    <a:lnTo>
                      <a:pt x="72" y="76"/>
                    </a:lnTo>
                    <a:lnTo>
                      <a:pt x="80" y="69"/>
                    </a:lnTo>
                    <a:lnTo>
                      <a:pt x="83" y="64"/>
                    </a:lnTo>
                    <a:lnTo>
                      <a:pt x="82" y="56"/>
                    </a:lnTo>
                    <a:lnTo>
                      <a:pt x="77" y="49"/>
                    </a:lnTo>
                    <a:lnTo>
                      <a:pt x="71" y="46"/>
                    </a:lnTo>
                    <a:lnTo>
                      <a:pt x="66" y="46"/>
                    </a:lnTo>
                    <a:lnTo>
                      <a:pt x="59" y="47"/>
                    </a:lnTo>
                    <a:lnTo>
                      <a:pt x="51" y="48"/>
                    </a:lnTo>
                    <a:lnTo>
                      <a:pt x="42" y="49"/>
                    </a:lnTo>
                    <a:lnTo>
                      <a:pt x="33" y="52"/>
                    </a:lnTo>
                    <a:lnTo>
                      <a:pt x="23" y="55"/>
                    </a:lnTo>
                    <a:lnTo>
                      <a:pt x="14" y="59"/>
                    </a:lnTo>
                    <a:lnTo>
                      <a:pt x="7" y="63"/>
                    </a:lnTo>
                    <a:lnTo>
                      <a:pt x="4" y="62"/>
                    </a:lnTo>
                    <a:lnTo>
                      <a:pt x="1" y="59"/>
                    </a:lnTo>
                    <a:lnTo>
                      <a:pt x="0" y="55"/>
                    </a:lnTo>
                    <a:lnTo>
                      <a:pt x="0" y="52"/>
                    </a:lnTo>
                    <a:lnTo>
                      <a:pt x="6" y="47"/>
                    </a:lnTo>
                    <a:lnTo>
                      <a:pt x="13" y="43"/>
                    </a:lnTo>
                    <a:lnTo>
                      <a:pt x="19" y="38"/>
                    </a:lnTo>
                    <a:lnTo>
                      <a:pt x="26" y="32"/>
                    </a:lnTo>
                    <a:lnTo>
                      <a:pt x="31" y="28"/>
                    </a:lnTo>
                    <a:lnTo>
                      <a:pt x="37" y="23"/>
                    </a:lnTo>
                    <a:lnTo>
                      <a:pt x="41" y="20"/>
                    </a:lnTo>
                    <a:lnTo>
                      <a:pt x="42" y="17"/>
                    </a:lnTo>
                    <a:lnTo>
                      <a:pt x="42" y="14"/>
                    </a:lnTo>
                    <a:lnTo>
                      <a:pt x="42" y="9"/>
                    </a:lnTo>
                    <a:lnTo>
                      <a:pt x="39" y="5"/>
                    </a:lnTo>
                    <a:lnTo>
                      <a:pt x="37" y="0"/>
                    </a:lnTo>
                    <a:lnTo>
                      <a:pt x="44" y="3"/>
                    </a:lnTo>
                    <a:lnTo>
                      <a:pt x="52" y="8"/>
                    </a:lnTo>
                    <a:lnTo>
                      <a:pt x="62" y="14"/>
                    </a:lnTo>
                    <a:lnTo>
                      <a:pt x="73" y="21"/>
                    </a:lnTo>
                    <a:lnTo>
                      <a:pt x="82" y="26"/>
                    </a:lnTo>
                    <a:lnTo>
                      <a:pt x="90" y="33"/>
                    </a:lnTo>
                    <a:lnTo>
                      <a:pt x="97" y="38"/>
                    </a:lnTo>
                    <a:lnTo>
                      <a:pt x="101" y="43"/>
                    </a:lnTo>
                    <a:lnTo>
                      <a:pt x="104" y="49"/>
                    </a:lnTo>
                    <a:lnTo>
                      <a:pt x="109" y="56"/>
                    </a:lnTo>
                    <a:lnTo>
                      <a:pt x="113" y="63"/>
                    </a:lnTo>
                    <a:lnTo>
                      <a:pt x="117" y="68"/>
                    </a:lnTo>
                    <a:lnTo>
                      <a:pt x="121" y="64"/>
                    </a:lnTo>
                    <a:lnTo>
                      <a:pt x="126" y="60"/>
                    </a:lnTo>
                    <a:lnTo>
                      <a:pt x="130" y="55"/>
                    </a:lnTo>
                    <a:lnTo>
                      <a:pt x="134" y="53"/>
                    </a:lnTo>
                    <a:lnTo>
                      <a:pt x="136" y="54"/>
                    </a:lnTo>
                    <a:lnTo>
                      <a:pt x="139" y="56"/>
                    </a:lnTo>
                    <a:lnTo>
                      <a:pt x="140" y="58"/>
                    </a:lnTo>
                    <a:lnTo>
                      <a:pt x="142"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6" name="Freeform 67">
                <a:extLst>
                  <a:ext uri="{FF2B5EF4-FFF2-40B4-BE49-F238E27FC236}">
                    <a16:creationId xmlns:a16="http://schemas.microsoft.com/office/drawing/2014/main" id="{879B33B2-2AA8-4A78-8ABA-743BD1B129FD}"/>
                  </a:ext>
                </a:extLst>
              </p:cNvPr>
              <p:cNvSpPr>
                <a:spLocks/>
              </p:cNvSpPr>
              <p:nvPr/>
            </p:nvSpPr>
            <p:spPr bwMode="auto">
              <a:xfrm>
                <a:off x="3574" y="3094"/>
                <a:ext cx="41" cy="125"/>
              </a:xfrm>
              <a:custGeom>
                <a:avLst/>
                <a:gdLst>
                  <a:gd name="T0" fmla="*/ 31 w 73"/>
                  <a:gd name="T1" fmla="*/ 14 h 227"/>
                  <a:gd name="T2" fmla="*/ 33 w 73"/>
                  <a:gd name="T3" fmla="*/ 12 h 227"/>
                  <a:gd name="T4" fmla="*/ 35 w 73"/>
                  <a:gd name="T5" fmla="*/ 9 h 227"/>
                  <a:gd name="T6" fmla="*/ 37 w 73"/>
                  <a:gd name="T7" fmla="*/ 5 h 227"/>
                  <a:gd name="T8" fmla="*/ 39 w 73"/>
                  <a:gd name="T9" fmla="*/ 0 h 227"/>
                  <a:gd name="T10" fmla="*/ 40 w 73"/>
                  <a:gd name="T11" fmla="*/ 6 h 227"/>
                  <a:gd name="T12" fmla="*/ 40 w 73"/>
                  <a:gd name="T13" fmla="*/ 14 h 227"/>
                  <a:gd name="T14" fmla="*/ 41 w 73"/>
                  <a:gd name="T15" fmla="*/ 22 h 227"/>
                  <a:gd name="T16" fmla="*/ 40 w 73"/>
                  <a:gd name="T17" fmla="*/ 26 h 227"/>
                  <a:gd name="T18" fmla="*/ 38 w 73"/>
                  <a:gd name="T19" fmla="*/ 29 h 227"/>
                  <a:gd name="T20" fmla="*/ 35 w 73"/>
                  <a:gd name="T21" fmla="*/ 32 h 227"/>
                  <a:gd name="T22" fmla="*/ 33 w 73"/>
                  <a:gd name="T23" fmla="*/ 36 h 227"/>
                  <a:gd name="T24" fmla="*/ 33 w 73"/>
                  <a:gd name="T25" fmla="*/ 41 h 227"/>
                  <a:gd name="T26" fmla="*/ 33 w 73"/>
                  <a:gd name="T27" fmla="*/ 46 h 227"/>
                  <a:gd name="T28" fmla="*/ 33 w 73"/>
                  <a:gd name="T29" fmla="*/ 51 h 227"/>
                  <a:gd name="T30" fmla="*/ 34 w 73"/>
                  <a:gd name="T31" fmla="*/ 56 h 227"/>
                  <a:gd name="T32" fmla="*/ 35 w 73"/>
                  <a:gd name="T33" fmla="*/ 60 h 227"/>
                  <a:gd name="T34" fmla="*/ 35 w 73"/>
                  <a:gd name="T35" fmla="*/ 64 h 227"/>
                  <a:gd name="T36" fmla="*/ 36 w 73"/>
                  <a:gd name="T37" fmla="*/ 68 h 227"/>
                  <a:gd name="T38" fmla="*/ 35 w 73"/>
                  <a:gd name="T39" fmla="*/ 73 h 227"/>
                  <a:gd name="T40" fmla="*/ 34 w 73"/>
                  <a:gd name="T41" fmla="*/ 77 h 227"/>
                  <a:gd name="T42" fmla="*/ 31 w 73"/>
                  <a:gd name="T43" fmla="*/ 84 h 227"/>
                  <a:gd name="T44" fmla="*/ 29 w 73"/>
                  <a:gd name="T45" fmla="*/ 94 h 227"/>
                  <a:gd name="T46" fmla="*/ 26 w 73"/>
                  <a:gd name="T47" fmla="*/ 104 h 227"/>
                  <a:gd name="T48" fmla="*/ 24 w 73"/>
                  <a:gd name="T49" fmla="*/ 111 h 227"/>
                  <a:gd name="T50" fmla="*/ 22 w 73"/>
                  <a:gd name="T51" fmla="*/ 115 h 227"/>
                  <a:gd name="T52" fmla="*/ 20 w 73"/>
                  <a:gd name="T53" fmla="*/ 119 h 227"/>
                  <a:gd name="T54" fmla="*/ 16 w 73"/>
                  <a:gd name="T55" fmla="*/ 122 h 227"/>
                  <a:gd name="T56" fmla="*/ 13 w 73"/>
                  <a:gd name="T57" fmla="*/ 125 h 227"/>
                  <a:gd name="T58" fmla="*/ 11 w 73"/>
                  <a:gd name="T59" fmla="*/ 121 h 227"/>
                  <a:gd name="T60" fmla="*/ 11 w 73"/>
                  <a:gd name="T61" fmla="*/ 117 h 227"/>
                  <a:gd name="T62" fmla="*/ 13 w 73"/>
                  <a:gd name="T63" fmla="*/ 112 h 227"/>
                  <a:gd name="T64" fmla="*/ 14 w 73"/>
                  <a:gd name="T65" fmla="*/ 108 h 227"/>
                  <a:gd name="T66" fmla="*/ 15 w 73"/>
                  <a:gd name="T67" fmla="*/ 104 h 227"/>
                  <a:gd name="T68" fmla="*/ 16 w 73"/>
                  <a:gd name="T69" fmla="*/ 96 h 227"/>
                  <a:gd name="T70" fmla="*/ 16 w 73"/>
                  <a:gd name="T71" fmla="*/ 91 h 227"/>
                  <a:gd name="T72" fmla="*/ 13 w 73"/>
                  <a:gd name="T73" fmla="*/ 89 h 227"/>
                  <a:gd name="T74" fmla="*/ 10 w 73"/>
                  <a:gd name="T75" fmla="*/ 93 h 227"/>
                  <a:gd name="T76" fmla="*/ 6 w 73"/>
                  <a:gd name="T77" fmla="*/ 101 h 227"/>
                  <a:gd name="T78" fmla="*/ 2 w 73"/>
                  <a:gd name="T79" fmla="*/ 112 h 227"/>
                  <a:gd name="T80" fmla="*/ 0 w 73"/>
                  <a:gd name="T81" fmla="*/ 122 h 227"/>
                  <a:gd name="T82" fmla="*/ 0 w 73"/>
                  <a:gd name="T83" fmla="*/ 113 h 227"/>
                  <a:gd name="T84" fmla="*/ 1 w 73"/>
                  <a:gd name="T85" fmla="*/ 104 h 227"/>
                  <a:gd name="T86" fmla="*/ 3 w 73"/>
                  <a:gd name="T87" fmla="*/ 95 h 227"/>
                  <a:gd name="T88" fmla="*/ 4 w 73"/>
                  <a:gd name="T89" fmla="*/ 89 h 227"/>
                  <a:gd name="T90" fmla="*/ 6 w 73"/>
                  <a:gd name="T91" fmla="*/ 84 h 227"/>
                  <a:gd name="T92" fmla="*/ 10 w 73"/>
                  <a:gd name="T93" fmla="*/ 77 h 227"/>
                  <a:gd name="T94" fmla="*/ 13 w 73"/>
                  <a:gd name="T95" fmla="*/ 70 h 227"/>
                  <a:gd name="T96" fmla="*/ 16 w 73"/>
                  <a:gd name="T97" fmla="*/ 67 h 227"/>
                  <a:gd name="T98" fmla="*/ 19 w 73"/>
                  <a:gd name="T99" fmla="*/ 63 h 227"/>
                  <a:gd name="T100" fmla="*/ 22 w 73"/>
                  <a:gd name="T101" fmla="*/ 56 h 227"/>
                  <a:gd name="T102" fmla="*/ 26 w 73"/>
                  <a:gd name="T103" fmla="*/ 48 h 227"/>
                  <a:gd name="T104" fmla="*/ 27 w 73"/>
                  <a:gd name="T105" fmla="*/ 42 h 227"/>
                  <a:gd name="T106" fmla="*/ 27 w 73"/>
                  <a:gd name="T107" fmla="*/ 35 h 227"/>
                  <a:gd name="T108" fmla="*/ 27 w 73"/>
                  <a:gd name="T109" fmla="*/ 28 h 227"/>
                  <a:gd name="T110" fmla="*/ 28 w 73"/>
                  <a:gd name="T111" fmla="*/ 21 h 227"/>
                  <a:gd name="T112" fmla="*/ 31 w 73"/>
                  <a:gd name="T113" fmla="*/ 14 h 22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73" h="227">
                    <a:moveTo>
                      <a:pt x="55" y="26"/>
                    </a:moveTo>
                    <a:lnTo>
                      <a:pt x="58" y="22"/>
                    </a:lnTo>
                    <a:lnTo>
                      <a:pt x="62" y="16"/>
                    </a:lnTo>
                    <a:lnTo>
                      <a:pt x="65" y="9"/>
                    </a:lnTo>
                    <a:lnTo>
                      <a:pt x="70" y="0"/>
                    </a:lnTo>
                    <a:lnTo>
                      <a:pt x="71" y="11"/>
                    </a:lnTo>
                    <a:lnTo>
                      <a:pt x="72" y="26"/>
                    </a:lnTo>
                    <a:lnTo>
                      <a:pt x="73" y="40"/>
                    </a:lnTo>
                    <a:lnTo>
                      <a:pt x="72" y="48"/>
                    </a:lnTo>
                    <a:lnTo>
                      <a:pt x="67" y="53"/>
                    </a:lnTo>
                    <a:lnTo>
                      <a:pt x="63" y="58"/>
                    </a:lnTo>
                    <a:lnTo>
                      <a:pt x="59" y="65"/>
                    </a:lnTo>
                    <a:lnTo>
                      <a:pt x="58" y="75"/>
                    </a:lnTo>
                    <a:lnTo>
                      <a:pt x="58" y="84"/>
                    </a:lnTo>
                    <a:lnTo>
                      <a:pt x="59" y="93"/>
                    </a:lnTo>
                    <a:lnTo>
                      <a:pt x="61" y="101"/>
                    </a:lnTo>
                    <a:lnTo>
                      <a:pt x="62" y="109"/>
                    </a:lnTo>
                    <a:lnTo>
                      <a:pt x="63" y="116"/>
                    </a:lnTo>
                    <a:lnTo>
                      <a:pt x="64" y="124"/>
                    </a:lnTo>
                    <a:lnTo>
                      <a:pt x="63" y="133"/>
                    </a:lnTo>
                    <a:lnTo>
                      <a:pt x="61" y="140"/>
                    </a:lnTo>
                    <a:lnTo>
                      <a:pt x="56" y="152"/>
                    </a:lnTo>
                    <a:lnTo>
                      <a:pt x="51" y="170"/>
                    </a:lnTo>
                    <a:lnTo>
                      <a:pt x="47" y="189"/>
                    </a:lnTo>
                    <a:lnTo>
                      <a:pt x="43" y="201"/>
                    </a:lnTo>
                    <a:lnTo>
                      <a:pt x="40" y="208"/>
                    </a:lnTo>
                    <a:lnTo>
                      <a:pt x="35" y="216"/>
                    </a:lnTo>
                    <a:lnTo>
                      <a:pt x="28" y="222"/>
                    </a:lnTo>
                    <a:lnTo>
                      <a:pt x="23" y="227"/>
                    </a:lnTo>
                    <a:lnTo>
                      <a:pt x="20" y="219"/>
                    </a:lnTo>
                    <a:lnTo>
                      <a:pt x="20" y="212"/>
                    </a:lnTo>
                    <a:lnTo>
                      <a:pt x="23" y="204"/>
                    </a:lnTo>
                    <a:lnTo>
                      <a:pt x="25" y="197"/>
                    </a:lnTo>
                    <a:lnTo>
                      <a:pt x="27" y="188"/>
                    </a:lnTo>
                    <a:lnTo>
                      <a:pt x="28" y="175"/>
                    </a:lnTo>
                    <a:lnTo>
                      <a:pt x="28" y="166"/>
                    </a:lnTo>
                    <a:lnTo>
                      <a:pt x="24" y="161"/>
                    </a:lnTo>
                    <a:lnTo>
                      <a:pt x="17" y="168"/>
                    </a:lnTo>
                    <a:lnTo>
                      <a:pt x="10" y="184"/>
                    </a:lnTo>
                    <a:lnTo>
                      <a:pt x="3" y="204"/>
                    </a:lnTo>
                    <a:lnTo>
                      <a:pt x="0" y="221"/>
                    </a:lnTo>
                    <a:lnTo>
                      <a:pt x="0" y="206"/>
                    </a:lnTo>
                    <a:lnTo>
                      <a:pt x="2" y="189"/>
                    </a:lnTo>
                    <a:lnTo>
                      <a:pt x="5" y="173"/>
                    </a:lnTo>
                    <a:lnTo>
                      <a:pt x="8" y="161"/>
                    </a:lnTo>
                    <a:lnTo>
                      <a:pt x="11" y="152"/>
                    </a:lnTo>
                    <a:lnTo>
                      <a:pt x="17" y="139"/>
                    </a:lnTo>
                    <a:lnTo>
                      <a:pt x="24" y="128"/>
                    </a:lnTo>
                    <a:lnTo>
                      <a:pt x="28" y="121"/>
                    </a:lnTo>
                    <a:lnTo>
                      <a:pt x="34" y="114"/>
                    </a:lnTo>
                    <a:lnTo>
                      <a:pt x="40" y="102"/>
                    </a:lnTo>
                    <a:lnTo>
                      <a:pt x="46" y="88"/>
                    </a:lnTo>
                    <a:lnTo>
                      <a:pt x="48" y="76"/>
                    </a:lnTo>
                    <a:lnTo>
                      <a:pt x="48" y="63"/>
                    </a:lnTo>
                    <a:lnTo>
                      <a:pt x="48" y="50"/>
                    </a:lnTo>
                    <a:lnTo>
                      <a:pt x="50" y="38"/>
                    </a:lnTo>
                    <a:lnTo>
                      <a:pt x="55" y="2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7" name="Freeform 68">
                <a:extLst>
                  <a:ext uri="{FF2B5EF4-FFF2-40B4-BE49-F238E27FC236}">
                    <a16:creationId xmlns:a16="http://schemas.microsoft.com/office/drawing/2014/main" id="{CD79C320-DDFC-4B7F-90EB-8A351BFE822B}"/>
                  </a:ext>
                </a:extLst>
              </p:cNvPr>
              <p:cNvSpPr>
                <a:spLocks/>
              </p:cNvSpPr>
              <p:nvPr/>
            </p:nvSpPr>
            <p:spPr bwMode="auto">
              <a:xfrm>
                <a:off x="3788" y="2853"/>
                <a:ext cx="44" cy="17"/>
              </a:xfrm>
              <a:custGeom>
                <a:avLst/>
                <a:gdLst>
                  <a:gd name="T0" fmla="*/ 1 w 82"/>
                  <a:gd name="T1" fmla="*/ 2 h 33"/>
                  <a:gd name="T2" fmla="*/ 3 w 82"/>
                  <a:gd name="T3" fmla="*/ 1 h 33"/>
                  <a:gd name="T4" fmla="*/ 5 w 82"/>
                  <a:gd name="T5" fmla="*/ 0 h 33"/>
                  <a:gd name="T6" fmla="*/ 9 w 82"/>
                  <a:gd name="T7" fmla="*/ 0 h 33"/>
                  <a:gd name="T8" fmla="*/ 12 w 82"/>
                  <a:gd name="T9" fmla="*/ 0 h 33"/>
                  <a:gd name="T10" fmla="*/ 15 w 82"/>
                  <a:gd name="T11" fmla="*/ 0 h 33"/>
                  <a:gd name="T12" fmla="*/ 18 w 82"/>
                  <a:gd name="T13" fmla="*/ 0 h 33"/>
                  <a:gd name="T14" fmla="*/ 20 w 82"/>
                  <a:gd name="T15" fmla="*/ 0 h 33"/>
                  <a:gd name="T16" fmla="*/ 21 w 82"/>
                  <a:gd name="T17" fmla="*/ 0 h 33"/>
                  <a:gd name="T18" fmla="*/ 24 w 82"/>
                  <a:gd name="T19" fmla="*/ 0 h 33"/>
                  <a:gd name="T20" fmla="*/ 26 w 82"/>
                  <a:gd name="T21" fmla="*/ 1 h 33"/>
                  <a:gd name="T22" fmla="*/ 28 w 82"/>
                  <a:gd name="T23" fmla="*/ 2 h 33"/>
                  <a:gd name="T24" fmla="*/ 30 w 82"/>
                  <a:gd name="T25" fmla="*/ 3 h 33"/>
                  <a:gd name="T26" fmla="*/ 32 w 82"/>
                  <a:gd name="T27" fmla="*/ 4 h 33"/>
                  <a:gd name="T28" fmla="*/ 35 w 82"/>
                  <a:gd name="T29" fmla="*/ 5 h 33"/>
                  <a:gd name="T30" fmla="*/ 37 w 82"/>
                  <a:gd name="T31" fmla="*/ 7 h 33"/>
                  <a:gd name="T32" fmla="*/ 40 w 82"/>
                  <a:gd name="T33" fmla="*/ 8 h 33"/>
                  <a:gd name="T34" fmla="*/ 41 w 82"/>
                  <a:gd name="T35" fmla="*/ 9 h 33"/>
                  <a:gd name="T36" fmla="*/ 44 w 82"/>
                  <a:gd name="T37" fmla="*/ 11 h 33"/>
                  <a:gd name="T38" fmla="*/ 44 w 82"/>
                  <a:gd name="T39" fmla="*/ 14 h 33"/>
                  <a:gd name="T40" fmla="*/ 42 w 82"/>
                  <a:gd name="T41" fmla="*/ 17 h 33"/>
                  <a:gd name="T42" fmla="*/ 38 w 82"/>
                  <a:gd name="T43" fmla="*/ 15 h 33"/>
                  <a:gd name="T44" fmla="*/ 33 w 82"/>
                  <a:gd name="T45" fmla="*/ 14 h 33"/>
                  <a:gd name="T46" fmla="*/ 28 w 82"/>
                  <a:gd name="T47" fmla="*/ 15 h 33"/>
                  <a:gd name="T48" fmla="*/ 25 w 82"/>
                  <a:gd name="T49" fmla="*/ 16 h 33"/>
                  <a:gd name="T50" fmla="*/ 24 w 82"/>
                  <a:gd name="T51" fmla="*/ 12 h 33"/>
                  <a:gd name="T52" fmla="*/ 22 w 82"/>
                  <a:gd name="T53" fmla="*/ 10 h 33"/>
                  <a:gd name="T54" fmla="*/ 20 w 82"/>
                  <a:gd name="T55" fmla="*/ 9 h 33"/>
                  <a:gd name="T56" fmla="*/ 18 w 82"/>
                  <a:gd name="T57" fmla="*/ 8 h 33"/>
                  <a:gd name="T58" fmla="*/ 14 w 82"/>
                  <a:gd name="T59" fmla="*/ 9 h 33"/>
                  <a:gd name="T60" fmla="*/ 9 w 82"/>
                  <a:gd name="T61" fmla="*/ 9 h 33"/>
                  <a:gd name="T62" fmla="*/ 5 w 82"/>
                  <a:gd name="T63" fmla="*/ 9 h 33"/>
                  <a:gd name="T64" fmla="*/ 2 w 82"/>
                  <a:gd name="T65" fmla="*/ 8 h 33"/>
                  <a:gd name="T66" fmla="*/ 1 w 82"/>
                  <a:gd name="T67" fmla="*/ 7 h 33"/>
                  <a:gd name="T68" fmla="*/ 1 w 82"/>
                  <a:gd name="T69" fmla="*/ 5 h 33"/>
                  <a:gd name="T70" fmla="*/ 0 w 82"/>
                  <a:gd name="T71" fmla="*/ 3 h 33"/>
                  <a:gd name="T72" fmla="*/ 1 w 82"/>
                  <a:gd name="T73" fmla="*/ 2 h 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2" h="33">
                    <a:moveTo>
                      <a:pt x="1" y="3"/>
                    </a:moveTo>
                    <a:lnTo>
                      <a:pt x="6" y="2"/>
                    </a:lnTo>
                    <a:lnTo>
                      <a:pt x="10" y="0"/>
                    </a:lnTo>
                    <a:lnTo>
                      <a:pt x="16" y="0"/>
                    </a:lnTo>
                    <a:lnTo>
                      <a:pt x="22" y="0"/>
                    </a:lnTo>
                    <a:lnTo>
                      <a:pt x="28" y="0"/>
                    </a:lnTo>
                    <a:lnTo>
                      <a:pt x="33" y="0"/>
                    </a:lnTo>
                    <a:lnTo>
                      <a:pt x="37" y="0"/>
                    </a:lnTo>
                    <a:lnTo>
                      <a:pt x="40" y="0"/>
                    </a:lnTo>
                    <a:lnTo>
                      <a:pt x="44" y="0"/>
                    </a:lnTo>
                    <a:lnTo>
                      <a:pt x="48" y="2"/>
                    </a:lnTo>
                    <a:lnTo>
                      <a:pt x="53" y="3"/>
                    </a:lnTo>
                    <a:lnTo>
                      <a:pt x="56" y="5"/>
                    </a:lnTo>
                    <a:lnTo>
                      <a:pt x="60" y="7"/>
                    </a:lnTo>
                    <a:lnTo>
                      <a:pt x="65" y="10"/>
                    </a:lnTo>
                    <a:lnTo>
                      <a:pt x="69" y="13"/>
                    </a:lnTo>
                    <a:lnTo>
                      <a:pt x="74" y="15"/>
                    </a:lnTo>
                    <a:lnTo>
                      <a:pt x="77" y="18"/>
                    </a:lnTo>
                    <a:lnTo>
                      <a:pt x="82" y="22"/>
                    </a:lnTo>
                    <a:lnTo>
                      <a:pt x="82" y="27"/>
                    </a:lnTo>
                    <a:lnTo>
                      <a:pt x="78" y="33"/>
                    </a:lnTo>
                    <a:lnTo>
                      <a:pt x="71" y="30"/>
                    </a:lnTo>
                    <a:lnTo>
                      <a:pt x="62" y="28"/>
                    </a:lnTo>
                    <a:lnTo>
                      <a:pt x="53" y="29"/>
                    </a:lnTo>
                    <a:lnTo>
                      <a:pt x="47" y="32"/>
                    </a:lnTo>
                    <a:lnTo>
                      <a:pt x="45" y="23"/>
                    </a:lnTo>
                    <a:lnTo>
                      <a:pt x="41" y="19"/>
                    </a:lnTo>
                    <a:lnTo>
                      <a:pt x="37" y="17"/>
                    </a:lnTo>
                    <a:lnTo>
                      <a:pt x="33" y="15"/>
                    </a:lnTo>
                    <a:lnTo>
                      <a:pt x="27" y="17"/>
                    </a:lnTo>
                    <a:lnTo>
                      <a:pt x="17" y="17"/>
                    </a:lnTo>
                    <a:lnTo>
                      <a:pt x="9" y="17"/>
                    </a:lnTo>
                    <a:lnTo>
                      <a:pt x="3" y="15"/>
                    </a:lnTo>
                    <a:lnTo>
                      <a:pt x="2" y="13"/>
                    </a:lnTo>
                    <a:lnTo>
                      <a:pt x="1" y="10"/>
                    </a:lnTo>
                    <a:lnTo>
                      <a:pt x="0" y="6"/>
                    </a:lnTo>
                    <a:lnTo>
                      <a:pt x="1"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8" name="Freeform 69">
                <a:extLst>
                  <a:ext uri="{FF2B5EF4-FFF2-40B4-BE49-F238E27FC236}">
                    <a16:creationId xmlns:a16="http://schemas.microsoft.com/office/drawing/2014/main" id="{FFEAF791-7AC7-4CF0-9AAC-052D8BDB2B94}"/>
                  </a:ext>
                </a:extLst>
              </p:cNvPr>
              <p:cNvSpPr>
                <a:spLocks/>
              </p:cNvSpPr>
              <p:nvPr/>
            </p:nvSpPr>
            <p:spPr bwMode="auto">
              <a:xfrm>
                <a:off x="3718" y="3057"/>
                <a:ext cx="22" cy="26"/>
              </a:xfrm>
              <a:custGeom>
                <a:avLst/>
                <a:gdLst>
                  <a:gd name="T0" fmla="*/ 3 w 41"/>
                  <a:gd name="T1" fmla="*/ 5 h 48"/>
                  <a:gd name="T2" fmla="*/ 4 w 41"/>
                  <a:gd name="T3" fmla="*/ 6 h 48"/>
                  <a:gd name="T4" fmla="*/ 4 w 41"/>
                  <a:gd name="T5" fmla="*/ 7 h 48"/>
                  <a:gd name="T6" fmla="*/ 5 w 41"/>
                  <a:gd name="T7" fmla="*/ 9 h 48"/>
                  <a:gd name="T8" fmla="*/ 6 w 41"/>
                  <a:gd name="T9" fmla="*/ 10 h 48"/>
                  <a:gd name="T10" fmla="*/ 4 w 41"/>
                  <a:gd name="T11" fmla="*/ 12 h 48"/>
                  <a:gd name="T12" fmla="*/ 2 w 41"/>
                  <a:gd name="T13" fmla="*/ 16 h 48"/>
                  <a:gd name="T14" fmla="*/ 0 w 41"/>
                  <a:gd name="T15" fmla="*/ 19 h 48"/>
                  <a:gd name="T16" fmla="*/ 0 w 41"/>
                  <a:gd name="T17" fmla="*/ 22 h 48"/>
                  <a:gd name="T18" fmla="*/ 3 w 41"/>
                  <a:gd name="T19" fmla="*/ 25 h 48"/>
                  <a:gd name="T20" fmla="*/ 8 w 41"/>
                  <a:gd name="T21" fmla="*/ 26 h 48"/>
                  <a:gd name="T22" fmla="*/ 13 w 41"/>
                  <a:gd name="T23" fmla="*/ 26 h 48"/>
                  <a:gd name="T24" fmla="*/ 18 w 41"/>
                  <a:gd name="T25" fmla="*/ 24 h 48"/>
                  <a:gd name="T26" fmla="*/ 20 w 41"/>
                  <a:gd name="T27" fmla="*/ 21 h 48"/>
                  <a:gd name="T28" fmla="*/ 22 w 41"/>
                  <a:gd name="T29" fmla="*/ 15 h 48"/>
                  <a:gd name="T30" fmla="*/ 22 w 41"/>
                  <a:gd name="T31" fmla="*/ 11 h 48"/>
                  <a:gd name="T32" fmla="*/ 21 w 41"/>
                  <a:gd name="T33" fmla="*/ 8 h 48"/>
                  <a:gd name="T34" fmla="*/ 20 w 41"/>
                  <a:gd name="T35" fmla="*/ 8 h 48"/>
                  <a:gd name="T36" fmla="*/ 19 w 41"/>
                  <a:gd name="T37" fmla="*/ 8 h 48"/>
                  <a:gd name="T38" fmla="*/ 18 w 41"/>
                  <a:gd name="T39" fmla="*/ 8 h 48"/>
                  <a:gd name="T40" fmla="*/ 17 w 41"/>
                  <a:gd name="T41" fmla="*/ 9 h 48"/>
                  <a:gd name="T42" fmla="*/ 15 w 41"/>
                  <a:gd name="T43" fmla="*/ 5 h 48"/>
                  <a:gd name="T44" fmla="*/ 13 w 41"/>
                  <a:gd name="T45" fmla="*/ 3 h 48"/>
                  <a:gd name="T46" fmla="*/ 11 w 41"/>
                  <a:gd name="T47" fmla="*/ 1 h 48"/>
                  <a:gd name="T48" fmla="*/ 9 w 41"/>
                  <a:gd name="T49" fmla="*/ 0 h 48"/>
                  <a:gd name="T50" fmla="*/ 7 w 41"/>
                  <a:gd name="T51" fmla="*/ 1 h 48"/>
                  <a:gd name="T52" fmla="*/ 6 w 41"/>
                  <a:gd name="T53" fmla="*/ 1 h 48"/>
                  <a:gd name="T54" fmla="*/ 4 w 41"/>
                  <a:gd name="T55" fmla="*/ 3 h 48"/>
                  <a:gd name="T56" fmla="*/ 3 w 41"/>
                  <a:gd name="T57" fmla="*/ 5 h 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1" h="48">
                    <a:moveTo>
                      <a:pt x="6" y="9"/>
                    </a:moveTo>
                    <a:lnTo>
                      <a:pt x="7" y="11"/>
                    </a:lnTo>
                    <a:lnTo>
                      <a:pt x="8" y="13"/>
                    </a:lnTo>
                    <a:lnTo>
                      <a:pt x="10" y="16"/>
                    </a:lnTo>
                    <a:lnTo>
                      <a:pt x="11" y="18"/>
                    </a:lnTo>
                    <a:lnTo>
                      <a:pt x="7" y="23"/>
                    </a:lnTo>
                    <a:lnTo>
                      <a:pt x="3" y="30"/>
                    </a:lnTo>
                    <a:lnTo>
                      <a:pt x="0" y="35"/>
                    </a:lnTo>
                    <a:lnTo>
                      <a:pt x="0" y="41"/>
                    </a:lnTo>
                    <a:lnTo>
                      <a:pt x="6" y="46"/>
                    </a:lnTo>
                    <a:lnTo>
                      <a:pt x="14" y="48"/>
                    </a:lnTo>
                    <a:lnTo>
                      <a:pt x="24" y="48"/>
                    </a:lnTo>
                    <a:lnTo>
                      <a:pt x="33" y="45"/>
                    </a:lnTo>
                    <a:lnTo>
                      <a:pt x="37" y="38"/>
                    </a:lnTo>
                    <a:lnTo>
                      <a:pt x="41" y="28"/>
                    </a:lnTo>
                    <a:lnTo>
                      <a:pt x="41" y="20"/>
                    </a:lnTo>
                    <a:lnTo>
                      <a:pt x="39" y="15"/>
                    </a:lnTo>
                    <a:lnTo>
                      <a:pt x="37" y="15"/>
                    </a:lnTo>
                    <a:lnTo>
                      <a:pt x="36" y="15"/>
                    </a:lnTo>
                    <a:lnTo>
                      <a:pt x="34" y="15"/>
                    </a:lnTo>
                    <a:lnTo>
                      <a:pt x="31" y="16"/>
                    </a:lnTo>
                    <a:lnTo>
                      <a:pt x="28" y="10"/>
                    </a:lnTo>
                    <a:lnTo>
                      <a:pt x="24" y="5"/>
                    </a:lnTo>
                    <a:lnTo>
                      <a:pt x="20" y="2"/>
                    </a:lnTo>
                    <a:lnTo>
                      <a:pt x="16" y="0"/>
                    </a:lnTo>
                    <a:lnTo>
                      <a:pt x="13" y="1"/>
                    </a:lnTo>
                    <a:lnTo>
                      <a:pt x="11" y="2"/>
                    </a:lnTo>
                    <a:lnTo>
                      <a:pt x="7" y="5"/>
                    </a:lnTo>
                    <a:lnTo>
                      <a:pt x="6"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9" name="Freeform 70">
                <a:extLst>
                  <a:ext uri="{FF2B5EF4-FFF2-40B4-BE49-F238E27FC236}">
                    <a16:creationId xmlns:a16="http://schemas.microsoft.com/office/drawing/2014/main" id="{EA35528E-BB58-455D-9B6E-69E78AFF9A7B}"/>
                  </a:ext>
                </a:extLst>
              </p:cNvPr>
              <p:cNvSpPr>
                <a:spLocks/>
              </p:cNvSpPr>
              <p:nvPr/>
            </p:nvSpPr>
            <p:spPr bwMode="auto">
              <a:xfrm>
                <a:off x="3781" y="2880"/>
                <a:ext cx="88" cy="154"/>
              </a:xfrm>
              <a:custGeom>
                <a:avLst/>
                <a:gdLst>
                  <a:gd name="T0" fmla="*/ 83 w 163"/>
                  <a:gd name="T1" fmla="*/ 24 h 282"/>
                  <a:gd name="T2" fmla="*/ 73 w 163"/>
                  <a:gd name="T3" fmla="*/ 26 h 282"/>
                  <a:gd name="T4" fmla="*/ 65 w 163"/>
                  <a:gd name="T5" fmla="*/ 26 h 282"/>
                  <a:gd name="T6" fmla="*/ 59 w 163"/>
                  <a:gd name="T7" fmla="*/ 24 h 282"/>
                  <a:gd name="T8" fmla="*/ 57 w 163"/>
                  <a:gd name="T9" fmla="*/ 21 h 282"/>
                  <a:gd name="T10" fmla="*/ 54 w 163"/>
                  <a:gd name="T11" fmla="*/ 22 h 282"/>
                  <a:gd name="T12" fmla="*/ 51 w 163"/>
                  <a:gd name="T13" fmla="*/ 28 h 282"/>
                  <a:gd name="T14" fmla="*/ 47 w 163"/>
                  <a:gd name="T15" fmla="*/ 37 h 282"/>
                  <a:gd name="T16" fmla="*/ 45 w 163"/>
                  <a:gd name="T17" fmla="*/ 43 h 282"/>
                  <a:gd name="T18" fmla="*/ 45 w 163"/>
                  <a:gd name="T19" fmla="*/ 44 h 282"/>
                  <a:gd name="T20" fmla="*/ 47 w 163"/>
                  <a:gd name="T21" fmla="*/ 46 h 282"/>
                  <a:gd name="T22" fmla="*/ 46 w 163"/>
                  <a:gd name="T23" fmla="*/ 49 h 282"/>
                  <a:gd name="T24" fmla="*/ 45 w 163"/>
                  <a:gd name="T25" fmla="*/ 53 h 282"/>
                  <a:gd name="T26" fmla="*/ 46 w 163"/>
                  <a:gd name="T27" fmla="*/ 57 h 282"/>
                  <a:gd name="T28" fmla="*/ 44 w 163"/>
                  <a:gd name="T29" fmla="*/ 62 h 282"/>
                  <a:gd name="T30" fmla="*/ 38 w 163"/>
                  <a:gd name="T31" fmla="*/ 70 h 282"/>
                  <a:gd name="T32" fmla="*/ 31 w 163"/>
                  <a:gd name="T33" fmla="*/ 81 h 282"/>
                  <a:gd name="T34" fmla="*/ 27 w 163"/>
                  <a:gd name="T35" fmla="*/ 88 h 282"/>
                  <a:gd name="T36" fmla="*/ 29 w 163"/>
                  <a:gd name="T37" fmla="*/ 97 h 282"/>
                  <a:gd name="T38" fmla="*/ 35 w 163"/>
                  <a:gd name="T39" fmla="*/ 120 h 282"/>
                  <a:gd name="T40" fmla="*/ 32 w 163"/>
                  <a:gd name="T41" fmla="*/ 136 h 282"/>
                  <a:gd name="T42" fmla="*/ 24 w 163"/>
                  <a:gd name="T43" fmla="*/ 141 h 282"/>
                  <a:gd name="T44" fmla="*/ 18 w 163"/>
                  <a:gd name="T45" fmla="*/ 147 h 282"/>
                  <a:gd name="T46" fmla="*/ 23 w 163"/>
                  <a:gd name="T47" fmla="*/ 147 h 282"/>
                  <a:gd name="T48" fmla="*/ 28 w 163"/>
                  <a:gd name="T49" fmla="*/ 149 h 282"/>
                  <a:gd name="T50" fmla="*/ 23 w 163"/>
                  <a:gd name="T51" fmla="*/ 149 h 282"/>
                  <a:gd name="T52" fmla="*/ 18 w 163"/>
                  <a:gd name="T53" fmla="*/ 150 h 282"/>
                  <a:gd name="T54" fmla="*/ 15 w 163"/>
                  <a:gd name="T55" fmla="*/ 152 h 282"/>
                  <a:gd name="T56" fmla="*/ 13 w 163"/>
                  <a:gd name="T57" fmla="*/ 154 h 282"/>
                  <a:gd name="T58" fmla="*/ 13 w 163"/>
                  <a:gd name="T59" fmla="*/ 130 h 282"/>
                  <a:gd name="T60" fmla="*/ 21 w 163"/>
                  <a:gd name="T61" fmla="*/ 120 h 282"/>
                  <a:gd name="T62" fmla="*/ 19 w 163"/>
                  <a:gd name="T63" fmla="*/ 112 h 282"/>
                  <a:gd name="T64" fmla="*/ 13 w 163"/>
                  <a:gd name="T65" fmla="*/ 106 h 282"/>
                  <a:gd name="T66" fmla="*/ 7 w 163"/>
                  <a:gd name="T67" fmla="*/ 103 h 282"/>
                  <a:gd name="T68" fmla="*/ 3 w 163"/>
                  <a:gd name="T69" fmla="*/ 101 h 282"/>
                  <a:gd name="T70" fmla="*/ 1 w 163"/>
                  <a:gd name="T71" fmla="*/ 99 h 282"/>
                  <a:gd name="T72" fmla="*/ 1 w 163"/>
                  <a:gd name="T73" fmla="*/ 96 h 282"/>
                  <a:gd name="T74" fmla="*/ 6 w 163"/>
                  <a:gd name="T75" fmla="*/ 91 h 282"/>
                  <a:gd name="T76" fmla="*/ 18 w 163"/>
                  <a:gd name="T77" fmla="*/ 84 h 282"/>
                  <a:gd name="T78" fmla="*/ 23 w 163"/>
                  <a:gd name="T79" fmla="*/ 71 h 282"/>
                  <a:gd name="T80" fmla="*/ 21 w 163"/>
                  <a:gd name="T81" fmla="*/ 59 h 282"/>
                  <a:gd name="T82" fmla="*/ 19 w 163"/>
                  <a:gd name="T83" fmla="*/ 51 h 282"/>
                  <a:gd name="T84" fmla="*/ 19 w 163"/>
                  <a:gd name="T85" fmla="*/ 42 h 282"/>
                  <a:gd name="T86" fmla="*/ 31 w 163"/>
                  <a:gd name="T87" fmla="*/ 37 h 282"/>
                  <a:gd name="T88" fmla="*/ 39 w 163"/>
                  <a:gd name="T89" fmla="*/ 27 h 282"/>
                  <a:gd name="T90" fmla="*/ 43 w 163"/>
                  <a:gd name="T91" fmla="*/ 16 h 282"/>
                  <a:gd name="T92" fmla="*/ 44 w 163"/>
                  <a:gd name="T93" fmla="*/ 9 h 282"/>
                  <a:gd name="T94" fmla="*/ 45 w 163"/>
                  <a:gd name="T95" fmla="*/ 4 h 282"/>
                  <a:gd name="T96" fmla="*/ 50 w 163"/>
                  <a:gd name="T97" fmla="*/ 0 h 282"/>
                  <a:gd name="T98" fmla="*/ 56 w 163"/>
                  <a:gd name="T99" fmla="*/ 1 h 282"/>
                  <a:gd name="T100" fmla="*/ 58 w 163"/>
                  <a:gd name="T101" fmla="*/ 5 h 282"/>
                  <a:gd name="T102" fmla="*/ 63 w 163"/>
                  <a:gd name="T103" fmla="*/ 12 h 282"/>
                  <a:gd name="T104" fmla="*/ 68 w 163"/>
                  <a:gd name="T105" fmla="*/ 17 h 282"/>
                  <a:gd name="T106" fmla="*/ 76 w 163"/>
                  <a:gd name="T107" fmla="*/ 15 h 282"/>
                  <a:gd name="T108" fmla="*/ 85 w 163"/>
                  <a:gd name="T109" fmla="*/ 5 h 282"/>
                  <a:gd name="T110" fmla="*/ 86 w 163"/>
                  <a:gd name="T111" fmla="*/ 14 h 282"/>
                  <a:gd name="T112" fmla="*/ 88 w 163"/>
                  <a:gd name="T113" fmla="*/ 21 h 2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63" h="282">
                    <a:moveTo>
                      <a:pt x="163" y="39"/>
                    </a:moveTo>
                    <a:lnTo>
                      <a:pt x="153" y="44"/>
                    </a:lnTo>
                    <a:lnTo>
                      <a:pt x="144" y="46"/>
                    </a:lnTo>
                    <a:lnTo>
                      <a:pt x="135" y="47"/>
                    </a:lnTo>
                    <a:lnTo>
                      <a:pt x="127" y="47"/>
                    </a:lnTo>
                    <a:lnTo>
                      <a:pt x="120" y="47"/>
                    </a:lnTo>
                    <a:lnTo>
                      <a:pt x="113" y="45"/>
                    </a:lnTo>
                    <a:lnTo>
                      <a:pt x="110" y="44"/>
                    </a:lnTo>
                    <a:lnTo>
                      <a:pt x="107" y="41"/>
                    </a:lnTo>
                    <a:lnTo>
                      <a:pt x="106" y="39"/>
                    </a:lnTo>
                    <a:lnTo>
                      <a:pt x="104" y="39"/>
                    </a:lnTo>
                    <a:lnTo>
                      <a:pt x="100" y="41"/>
                    </a:lnTo>
                    <a:lnTo>
                      <a:pt x="98" y="45"/>
                    </a:lnTo>
                    <a:lnTo>
                      <a:pt x="95" y="51"/>
                    </a:lnTo>
                    <a:lnTo>
                      <a:pt x="90" y="60"/>
                    </a:lnTo>
                    <a:lnTo>
                      <a:pt x="87" y="68"/>
                    </a:lnTo>
                    <a:lnTo>
                      <a:pt x="85" y="75"/>
                    </a:lnTo>
                    <a:lnTo>
                      <a:pt x="84" y="78"/>
                    </a:lnTo>
                    <a:lnTo>
                      <a:pt x="84" y="79"/>
                    </a:lnTo>
                    <a:lnTo>
                      <a:pt x="84" y="81"/>
                    </a:lnTo>
                    <a:lnTo>
                      <a:pt x="87" y="83"/>
                    </a:lnTo>
                    <a:lnTo>
                      <a:pt x="87" y="85"/>
                    </a:lnTo>
                    <a:lnTo>
                      <a:pt x="85" y="86"/>
                    </a:lnTo>
                    <a:lnTo>
                      <a:pt x="85" y="90"/>
                    </a:lnTo>
                    <a:lnTo>
                      <a:pt x="84" y="93"/>
                    </a:lnTo>
                    <a:lnTo>
                      <a:pt x="84" y="97"/>
                    </a:lnTo>
                    <a:lnTo>
                      <a:pt x="84" y="100"/>
                    </a:lnTo>
                    <a:lnTo>
                      <a:pt x="85" y="104"/>
                    </a:lnTo>
                    <a:lnTo>
                      <a:pt x="87" y="107"/>
                    </a:lnTo>
                    <a:lnTo>
                      <a:pt x="82" y="113"/>
                    </a:lnTo>
                    <a:lnTo>
                      <a:pt x="76" y="120"/>
                    </a:lnTo>
                    <a:lnTo>
                      <a:pt x="70" y="129"/>
                    </a:lnTo>
                    <a:lnTo>
                      <a:pt x="64" y="138"/>
                    </a:lnTo>
                    <a:lnTo>
                      <a:pt x="57" y="149"/>
                    </a:lnTo>
                    <a:lnTo>
                      <a:pt x="52" y="157"/>
                    </a:lnTo>
                    <a:lnTo>
                      <a:pt x="50" y="162"/>
                    </a:lnTo>
                    <a:lnTo>
                      <a:pt x="49" y="167"/>
                    </a:lnTo>
                    <a:lnTo>
                      <a:pt x="53" y="177"/>
                    </a:lnTo>
                    <a:lnTo>
                      <a:pt x="60" y="196"/>
                    </a:lnTo>
                    <a:lnTo>
                      <a:pt x="64" y="220"/>
                    </a:lnTo>
                    <a:lnTo>
                      <a:pt x="59" y="245"/>
                    </a:lnTo>
                    <a:lnTo>
                      <a:pt x="60" y="249"/>
                    </a:lnTo>
                    <a:lnTo>
                      <a:pt x="53" y="253"/>
                    </a:lnTo>
                    <a:lnTo>
                      <a:pt x="45" y="259"/>
                    </a:lnTo>
                    <a:lnTo>
                      <a:pt x="38" y="264"/>
                    </a:lnTo>
                    <a:lnTo>
                      <a:pt x="34" y="269"/>
                    </a:lnTo>
                    <a:lnTo>
                      <a:pt x="37" y="269"/>
                    </a:lnTo>
                    <a:lnTo>
                      <a:pt x="43" y="269"/>
                    </a:lnTo>
                    <a:lnTo>
                      <a:pt x="47" y="272"/>
                    </a:lnTo>
                    <a:lnTo>
                      <a:pt x="51" y="273"/>
                    </a:lnTo>
                    <a:lnTo>
                      <a:pt x="46" y="272"/>
                    </a:lnTo>
                    <a:lnTo>
                      <a:pt x="43" y="272"/>
                    </a:lnTo>
                    <a:lnTo>
                      <a:pt x="38" y="273"/>
                    </a:lnTo>
                    <a:lnTo>
                      <a:pt x="34" y="274"/>
                    </a:lnTo>
                    <a:lnTo>
                      <a:pt x="30" y="275"/>
                    </a:lnTo>
                    <a:lnTo>
                      <a:pt x="28" y="278"/>
                    </a:lnTo>
                    <a:lnTo>
                      <a:pt x="26" y="280"/>
                    </a:lnTo>
                    <a:lnTo>
                      <a:pt x="24" y="282"/>
                    </a:lnTo>
                    <a:lnTo>
                      <a:pt x="21" y="256"/>
                    </a:lnTo>
                    <a:lnTo>
                      <a:pt x="24" y="238"/>
                    </a:lnTo>
                    <a:lnTo>
                      <a:pt x="31" y="227"/>
                    </a:lnTo>
                    <a:lnTo>
                      <a:pt x="39" y="220"/>
                    </a:lnTo>
                    <a:lnTo>
                      <a:pt x="38" y="212"/>
                    </a:lnTo>
                    <a:lnTo>
                      <a:pt x="35" y="205"/>
                    </a:lnTo>
                    <a:lnTo>
                      <a:pt x="30" y="199"/>
                    </a:lnTo>
                    <a:lnTo>
                      <a:pt x="24" y="195"/>
                    </a:lnTo>
                    <a:lnTo>
                      <a:pt x="19" y="190"/>
                    </a:lnTo>
                    <a:lnTo>
                      <a:pt x="13" y="188"/>
                    </a:lnTo>
                    <a:lnTo>
                      <a:pt x="7" y="187"/>
                    </a:lnTo>
                    <a:lnTo>
                      <a:pt x="5" y="185"/>
                    </a:lnTo>
                    <a:lnTo>
                      <a:pt x="2" y="185"/>
                    </a:lnTo>
                    <a:lnTo>
                      <a:pt x="1" y="182"/>
                    </a:lnTo>
                    <a:lnTo>
                      <a:pt x="0" y="178"/>
                    </a:lnTo>
                    <a:lnTo>
                      <a:pt x="1" y="175"/>
                    </a:lnTo>
                    <a:lnTo>
                      <a:pt x="5" y="172"/>
                    </a:lnTo>
                    <a:lnTo>
                      <a:pt x="12" y="166"/>
                    </a:lnTo>
                    <a:lnTo>
                      <a:pt x="22" y="160"/>
                    </a:lnTo>
                    <a:lnTo>
                      <a:pt x="34" y="153"/>
                    </a:lnTo>
                    <a:lnTo>
                      <a:pt x="41" y="143"/>
                    </a:lnTo>
                    <a:lnTo>
                      <a:pt x="43" y="130"/>
                    </a:lnTo>
                    <a:lnTo>
                      <a:pt x="42" y="117"/>
                    </a:lnTo>
                    <a:lnTo>
                      <a:pt x="38" y="108"/>
                    </a:lnTo>
                    <a:lnTo>
                      <a:pt x="36" y="101"/>
                    </a:lnTo>
                    <a:lnTo>
                      <a:pt x="35" y="93"/>
                    </a:lnTo>
                    <a:lnTo>
                      <a:pt x="35" y="84"/>
                    </a:lnTo>
                    <a:lnTo>
                      <a:pt x="36" y="77"/>
                    </a:lnTo>
                    <a:lnTo>
                      <a:pt x="49" y="74"/>
                    </a:lnTo>
                    <a:lnTo>
                      <a:pt x="58" y="68"/>
                    </a:lnTo>
                    <a:lnTo>
                      <a:pt x="66" y="60"/>
                    </a:lnTo>
                    <a:lnTo>
                      <a:pt x="72" y="49"/>
                    </a:lnTo>
                    <a:lnTo>
                      <a:pt x="76" y="39"/>
                    </a:lnTo>
                    <a:lnTo>
                      <a:pt x="79" y="30"/>
                    </a:lnTo>
                    <a:lnTo>
                      <a:pt x="81" y="22"/>
                    </a:lnTo>
                    <a:lnTo>
                      <a:pt x="82" y="17"/>
                    </a:lnTo>
                    <a:lnTo>
                      <a:pt x="83" y="13"/>
                    </a:lnTo>
                    <a:lnTo>
                      <a:pt x="84" y="7"/>
                    </a:lnTo>
                    <a:lnTo>
                      <a:pt x="88" y="2"/>
                    </a:lnTo>
                    <a:lnTo>
                      <a:pt x="92" y="0"/>
                    </a:lnTo>
                    <a:lnTo>
                      <a:pt x="99" y="0"/>
                    </a:lnTo>
                    <a:lnTo>
                      <a:pt x="103" y="1"/>
                    </a:lnTo>
                    <a:lnTo>
                      <a:pt x="106" y="5"/>
                    </a:lnTo>
                    <a:lnTo>
                      <a:pt x="108" y="10"/>
                    </a:lnTo>
                    <a:lnTo>
                      <a:pt x="112" y="16"/>
                    </a:lnTo>
                    <a:lnTo>
                      <a:pt x="117" y="22"/>
                    </a:lnTo>
                    <a:lnTo>
                      <a:pt x="122" y="28"/>
                    </a:lnTo>
                    <a:lnTo>
                      <a:pt x="126" y="32"/>
                    </a:lnTo>
                    <a:lnTo>
                      <a:pt x="132" y="33"/>
                    </a:lnTo>
                    <a:lnTo>
                      <a:pt x="140" y="28"/>
                    </a:lnTo>
                    <a:lnTo>
                      <a:pt x="149" y="18"/>
                    </a:lnTo>
                    <a:lnTo>
                      <a:pt x="157" y="9"/>
                    </a:lnTo>
                    <a:lnTo>
                      <a:pt x="159" y="18"/>
                    </a:lnTo>
                    <a:lnTo>
                      <a:pt x="160" y="26"/>
                    </a:lnTo>
                    <a:lnTo>
                      <a:pt x="161" y="33"/>
                    </a:lnTo>
                    <a:lnTo>
                      <a:pt x="163" y="3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0" name="Freeform 71">
                <a:extLst>
                  <a:ext uri="{FF2B5EF4-FFF2-40B4-BE49-F238E27FC236}">
                    <a16:creationId xmlns:a16="http://schemas.microsoft.com/office/drawing/2014/main" id="{23C02D2E-31CE-4FB3-9D79-FA87395D92B6}"/>
                  </a:ext>
                </a:extLst>
              </p:cNvPr>
              <p:cNvSpPr>
                <a:spLocks/>
              </p:cNvSpPr>
              <p:nvPr/>
            </p:nvSpPr>
            <p:spPr bwMode="auto">
              <a:xfrm>
                <a:off x="3798" y="2902"/>
                <a:ext cx="71" cy="131"/>
              </a:xfrm>
              <a:custGeom>
                <a:avLst/>
                <a:gdLst>
                  <a:gd name="T0" fmla="*/ 65 w 129"/>
                  <a:gd name="T1" fmla="*/ 3 h 241"/>
                  <a:gd name="T2" fmla="*/ 56 w 129"/>
                  <a:gd name="T3" fmla="*/ 4 h 241"/>
                  <a:gd name="T4" fmla="*/ 47 w 129"/>
                  <a:gd name="T5" fmla="*/ 4 h 241"/>
                  <a:gd name="T6" fmla="*/ 42 w 129"/>
                  <a:gd name="T7" fmla="*/ 3 h 241"/>
                  <a:gd name="T8" fmla="*/ 40 w 129"/>
                  <a:gd name="T9" fmla="*/ 0 h 241"/>
                  <a:gd name="T10" fmla="*/ 36 w 129"/>
                  <a:gd name="T11" fmla="*/ 1 h 241"/>
                  <a:gd name="T12" fmla="*/ 34 w 129"/>
                  <a:gd name="T13" fmla="*/ 7 h 241"/>
                  <a:gd name="T14" fmla="*/ 29 w 129"/>
                  <a:gd name="T15" fmla="*/ 16 h 241"/>
                  <a:gd name="T16" fmla="*/ 28 w 129"/>
                  <a:gd name="T17" fmla="*/ 21 h 241"/>
                  <a:gd name="T18" fmla="*/ 28 w 129"/>
                  <a:gd name="T19" fmla="*/ 23 h 241"/>
                  <a:gd name="T20" fmla="*/ 29 w 129"/>
                  <a:gd name="T21" fmla="*/ 25 h 241"/>
                  <a:gd name="T22" fmla="*/ 28 w 129"/>
                  <a:gd name="T23" fmla="*/ 28 h 241"/>
                  <a:gd name="T24" fmla="*/ 28 w 129"/>
                  <a:gd name="T25" fmla="*/ 32 h 241"/>
                  <a:gd name="T26" fmla="*/ 28 w 129"/>
                  <a:gd name="T27" fmla="*/ 35 h 241"/>
                  <a:gd name="T28" fmla="*/ 26 w 129"/>
                  <a:gd name="T29" fmla="*/ 40 h 241"/>
                  <a:gd name="T30" fmla="*/ 20 w 129"/>
                  <a:gd name="T31" fmla="*/ 49 h 241"/>
                  <a:gd name="T32" fmla="*/ 13 w 129"/>
                  <a:gd name="T33" fmla="*/ 60 h 241"/>
                  <a:gd name="T34" fmla="*/ 9 w 129"/>
                  <a:gd name="T35" fmla="*/ 67 h 241"/>
                  <a:gd name="T36" fmla="*/ 10 w 129"/>
                  <a:gd name="T37" fmla="*/ 75 h 241"/>
                  <a:gd name="T38" fmla="*/ 17 w 129"/>
                  <a:gd name="T39" fmla="*/ 98 h 241"/>
                  <a:gd name="T40" fmla="*/ 14 w 129"/>
                  <a:gd name="T41" fmla="*/ 114 h 241"/>
                  <a:gd name="T42" fmla="*/ 6 w 129"/>
                  <a:gd name="T43" fmla="*/ 120 h 241"/>
                  <a:gd name="T44" fmla="*/ 0 w 129"/>
                  <a:gd name="T45" fmla="*/ 125 h 241"/>
                  <a:gd name="T46" fmla="*/ 5 w 129"/>
                  <a:gd name="T47" fmla="*/ 125 h 241"/>
                  <a:gd name="T48" fmla="*/ 9 w 129"/>
                  <a:gd name="T49" fmla="*/ 127 h 241"/>
                  <a:gd name="T50" fmla="*/ 17 w 129"/>
                  <a:gd name="T51" fmla="*/ 130 h 241"/>
                  <a:gd name="T52" fmla="*/ 26 w 129"/>
                  <a:gd name="T53" fmla="*/ 131 h 241"/>
                  <a:gd name="T54" fmla="*/ 35 w 129"/>
                  <a:gd name="T55" fmla="*/ 128 h 241"/>
                  <a:gd name="T56" fmla="*/ 38 w 129"/>
                  <a:gd name="T57" fmla="*/ 121 h 241"/>
                  <a:gd name="T58" fmla="*/ 39 w 129"/>
                  <a:gd name="T59" fmla="*/ 110 h 241"/>
                  <a:gd name="T60" fmla="*/ 42 w 129"/>
                  <a:gd name="T61" fmla="*/ 103 h 241"/>
                  <a:gd name="T62" fmla="*/ 45 w 129"/>
                  <a:gd name="T63" fmla="*/ 100 h 241"/>
                  <a:gd name="T64" fmla="*/ 43 w 129"/>
                  <a:gd name="T65" fmla="*/ 96 h 241"/>
                  <a:gd name="T66" fmla="*/ 46 w 129"/>
                  <a:gd name="T67" fmla="*/ 94 h 241"/>
                  <a:gd name="T68" fmla="*/ 46 w 129"/>
                  <a:gd name="T69" fmla="*/ 91 h 241"/>
                  <a:gd name="T70" fmla="*/ 46 w 129"/>
                  <a:gd name="T71" fmla="*/ 86 h 241"/>
                  <a:gd name="T72" fmla="*/ 48 w 129"/>
                  <a:gd name="T73" fmla="*/ 78 h 241"/>
                  <a:gd name="T74" fmla="*/ 52 w 129"/>
                  <a:gd name="T75" fmla="*/ 77 h 241"/>
                  <a:gd name="T76" fmla="*/ 56 w 129"/>
                  <a:gd name="T77" fmla="*/ 77 h 241"/>
                  <a:gd name="T78" fmla="*/ 60 w 129"/>
                  <a:gd name="T79" fmla="*/ 73 h 241"/>
                  <a:gd name="T80" fmla="*/ 56 w 129"/>
                  <a:gd name="T81" fmla="*/ 65 h 241"/>
                  <a:gd name="T82" fmla="*/ 52 w 129"/>
                  <a:gd name="T83" fmla="*/ 55 h 241"/>
                  <a:gd name="T84" fmla="*/ 47 w 129"/>
                  <a:gd name="T85" fmla="*/ 45 h 241"/>
                  <a:gd name="T86" fmla="*/ 46 w 129"/>
                  <a:gd name="T87" fmla="*/ 42 h 241"/>
                  <a:gd name="T88" fmla="*/ 45 w 129"/>
                  <a:gd name="T89" fmla="*/ 40 h 241"/>
                  <a:gd name="T90" fmla="*/ 46 w 129"/>
                  <a:gd name="T91" fmla="*/ 34 h 241"/>
                  <a:gd name="T92" fmla="*/ 49 w 129"/>
                  <a:gd name="T93" fmla="*/ 29 h 241"/>
                  <a:gd name="T94" fmla="*/ 51 w 129"/>
                  <a:gd name="T95" fmla="*/ 28 h 241"/>
                  <a:gd name="T96" fmla="*/ 51 w 129"/>
                  <a:gd name="T97" fmla="*/ 27 h 241"/>
                  <a:gd name="T98" fmla="*/ 52 w 129"/>
                  <a:gd name="T99" fmla="*/ 20 h 241"/>
                  <a:gd name="T100" fmla="*/ 52 w 129"/>
                  <a:gd name="T101" fmla="*/ 16 h 241"/>
                  <a:gd name="T102" fmla="*/ 59 w 129"/>
                  <a:gd name="T103" fmla="*/ 13 h 241"/>
                  <a:gd name="T104" fmla="*/ 63 w 129"/>
                  <a:gd name="T105" fmla="*/ 5 h 241"/>
                  <a:gd name="T106" fmla="*/ 67 w 129"/>
                  <a:gd name="T107" fmla="*/ 4 h 241"/>
                  <a:gd name="T108" fmla="*/ 71 w 129"/>
                  <a:gd name="T109" fmla="*/ 0 h 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9" h="241">
                    <a:moveTo>
                      <a:pt x="129" y="0"/>
                    </a:moveTo>
                    <a:lnTo>
                      <a:pt x="119" y="5"/>
                    </a:lnTo>
                    <a:lnTo>
                      <a:pt x="110" y="7"/>
                    </a:lnTo>
                    <a:lnTo>
                      <a:pt x="101" y="8"/>
                    </a:lnTo>
                    <a:lnTo>
                      <a:pt x="93" y="8"/>
                    </a:lnTo>
                    <a:lnTo>
                      <a:pt x="86" y="8"/>
                    </a:lnTo>
                    <a:lnTo>
                      <a:pt x="79" y="6"/>
                    </a:lnTo>
                    <a:lnTo>
                      <a:pt x="76" y="5"/>
                    </a:lnTo>
                    <a:lnTo>
                      <a:pt x="73" y="2"/>
                    </a:lnTo>
                    <a:lnTo>
                      <a:pt x="72" y="0"/>
                    </a:lnTo>
                    <a:lnTo>
                      <a:pt x="70" y="0"/>
                    </a:lnTo>
                    <a:lnTo>
                      <a:pt x="66" y="2"/>
                    </a:lnTo>
                    <a:lnTo>
                      <a:pt x="64" y="6"/>
                    </a:lnTo>
                    <a:lnTo>
                      <a:pt x="61" y="12"/>
                    </a:lnTo>
                    <a:lnTo>
                      <a:pt x="56" y="21"/>
                    </a:lnTo>
                    <a:lnTo>
                      <a:pt x="53" y="29"/>
                    </a:lnTo>
                    <a:lnTo>
                      <a:pt x="51" y="36"/>
                    </a:lnTo>
                    <a:lnTo>
                      <a:pt x="50" y="39"/>
                    </a:lnTo>
                    <a:lnTo>
                      <a:pt x="50" y="40"/>
                    </a:lnTo>
                    <a:lnTo>
                      <a:pt x="50" y="42"/>
                    </a:lnTo>
                    <a:lnTo>
                      <a:pt x="53" y="44"/>
                    </a:lnTo>
                    <a:lnTo>
                      <a:pt x="53" y="46"/>
                    </a:lnTo>
                    <a:lnTo>
                      <a:pt x="51" y="47"/>
                    </a:lnTo>
                    <a:lnTo>
                      <a:pt x="51" y="51"/>
                    </a:lnTo>
                    <a:lnTo>
                      <a:pt x="50" y="54"/>
                    </a:lnTo>
                    <a:lnTo>
                      <a:pt x="50" y="58"/>
                    </a:lnTo>
                    <a:lnTo>
                      <a:pt x="50" y="61"/>
                    </a:lnTo>
                    <a:lnTo>
                      <a:pt x="51" y="65"/>
                    </a:lnTo>
                    <a:lnTo>
                      <a:pt x="53" y="68"/>
                    </a:lnTo>
                    <a:lnTo>
                      <a:pt x="48" y="74"/>
                    </a:lnTo>
                    <a:lnTo>
                      <a:pt x="42" y="81"/>
                    </a:lnTo>
                    <a:lnTo>
                      <a:pt x="36" y="90"/>
                    </a:lnTo>
                    <a:lnTo>
                      <a:pt x="30" y="99"/>
                    </a:lnTo>
                    <a:lnTo>
                      <a:pt x="23" y="110"/>
                    </a:lnTo>
                    <a:lnTo>
                      <a:pt x="18" y="118"/>
                    </a:lnTo>
                    <a:lnTo>
                      <a:pt x="16" y="123"/>
                    </a:lnTo>
                    <a:lnTo>
                      <a:pt x="15" y="128"/>
                    </a:lnTo>
                    <a:lnTo>
                      <a:pt x="19" y="138"/>
                    </a:lnTo>
                    <a:lnTo>
                      <a:pt x="26" y="157"/>
                    </a:lnTo>
                    <a:lnTo>
                      <a:pt x="30" y="181"/>
                    </a:lnTo>
                    <a:lnTo>
                      <a:pt x="25" y="206"/>
                    </a:lnTo>
                    <a:lnTo>
                      <a:pt x="26" y="210"/>
                    </a:lnTo>
                    <a:lnTo>
                      <a:pt x="19" y="214"/>
                    </a:lnTo>
                    <a:lnTo>
                      <a:pt x="11" y="220"/>
                    </a:lnTo>
                    <a:lnTo>
                      <a:pt x="4" y="225"/>
                    </a:lnTo>
                    <a:lnTo>
                      <a:pt x="0" y="230"/>
                    </a:lnTo>
                    <a:lnTo>
                      <a:pt x="3" y="230"/>
                    </a:lnTo>
                    <a:lnTo>
                      <a:pt x="9" y="230"/>
                    </a:lnTo>
                    <a:lnTo>
                      <a:pt x="13" y="233"/>
                    </a:lnTo>
                    <a:lnTo>
                      <a:pt x="17" y="234"/>
                    </a:lnTo>
                    <a:lnTo>
                      <a:pt x="23" y="236"/>
                    </a:lnTo>
                    <a:lnTo>
                      <a:pt x="30" y="239"/>
                    </a:lnTo>
                    <a:lnTo>
                      <a:pt x="38" y="240"/>
                    </a:lnTo>
                    <a:lnTo>
                      <a:pt x="47" y="241"/>
                    </a:lnTo>
                    <a:lnTo>
                      <a:pt x="57" y="239"/>
                    </a:lnTo>
                    <a:lnTo>
                      <a:pt x="64" y="235"/>
                    </a:lnTo>
                    <a:lnTo>
                      <a:pt x="68" y="228"/>
                    </a:lnTo>
                    <a:lnTo>
                      <a:pt x="69" y="222"/>
                    </a:lnTo>
                    <a:lnTo>
                      <a:pt x="69" y="212"/>
                    </a:lnTo>
                    <a:lnTo>
                      <a:pt x="71" y="202"/>
                    </a:lnTo>
                    <a:lnTo>
                      <a:pt x="74" y="194"/>
                    </a:lnTo>
                    <a:lnTo>
                      <a:pt x="77" y="189"/>
                    </a:lnTo>
                    <a:lnTo>
                      <a:pt x="80" y="188"/>
                    </a:lnTo>
                    <a:lnTo>
                      <a:pt x="81" y="184"/>
                    </a:lnTo>
                    <a:lnTo>
                      <a:pt x="81" y="181"/>
                    </a:lnTo>
                    <a:lnTo>
                      <a:pt x="79" y="176"/>
                    </a:lnTo>
                    <a:lnTo>
                      <a:pt x="80" y="174"/>
                    </a:lnTo>
                    <a:lnTo>
                      <a:pt x="84" y="173"/>
                    </a:lnTo>
                    <a:lnTo>
                      <a:pt x="85" y="172"/>
                    </a:lnTo>
                    <a:lnTo>
                      <a:pt x="84" y="167"/>
                    </a:lnTo>
                    <a:lnTo>
                      <a:pt x="83" y="164"/>
                    </a:lnTo>
                    <a:lnTo>
                      <a:pt x="84" y="158"/>
                    </a:lnTo>
                    <a:lnTo>
                      <a:pt x="85" y="151"/>
                    </a:lnTo>
                    <a:lnTo>
                      <a:pt x="87" y="143"/>
                    </a:lnTo>
                    <a:lnTo>
                      <a:pt x="92" y="142"/>
                    </a:lnTo>
                    <a:lnTo>
                      <a:pt x="95" y="141"/>
                    </a:lnTo>
                    <a:lnTo>
                      <a:pt x="99" y="142"/>
                    </a:lnTo>
                    <a:lnTo>
                      <a:pt x="102" y="142"/>
                    </a:lnTo>
                    <a:lnTo>
                      <a:pt x="108" y="139"/>
                    </a:lnTo>
                    <a:lnTo>
                      <a:pt x="109" y="134"/>
                    </a:lnTo>
                    <a:lnTo>
                      <a:pt x="106" y="126"/>
                    </a:lnTo>
                    <a:lnTo>
                      <a:pt x="102" y="119"/>
                    </a:lnTo>
                    <a:lnTo>
                      <a:pt x="99" y="112"/>
                    </a:lnTo>
                    <a:lnTo>
                      <a:pt x="94" y="101"/>
                    </a:lnTo>
                    <a:lnTo>
                      <a:pt x="89" y="91"/>
                    </a:lnTo>
                    <a:lnTo>
                      <a:pt x="85" y="82"/>
                    </a:lnTo>
                    <a:lnTo>
                      <a:pt x="84" y="80"/>
                    </a:lnTo>
                    <a:lnTo>
                      <a:pt x="83" y="77"/>
                    </a:lnTo>
                    <a:lnTo>
                      <a:pt x="83" y="76"/>
                    </a:lnTo>
                    <a:lnTo>
                      <a:pt x="81" y="74"/>
                    </a:lnTo>
                    <a:lnTo>
                      <a:pt x="83" y="69"/>
                    </a:lnTo>
                    <a:lnTo>
                      <a:pt x="84" y="63"/>
                    </a:lnTo>
                    <a:lnTo>
                      <a:pt x="86" y="59"/>
                    </a:lnTo>
                    <a:lnTo>
                      <a:pt x="89" y="54"/>
                    </a:lnTo>
                    <a:lnTo>
                      <a:pt x="91" y="53"/>
                    </a:lnTo>
                    <a:lnTo>
                      <a:pt x="92" y="51"/>
                    </a:lnTo>
                    <a:lnTo>
                      <a:pt x="92" y="50"/>
                    </a:lnTo>
                    <a:lnTo>
                      <a:pt x="93" y="49"/>
                    </a:lnTo>
                    <a:lnTo>
                      <a:pt x="95" y="43"/>
                    </a:lnTo>
                    <a:lnTo>
                      <a:pt x="95" y="37"/>
                    </a:lnTo>
                    <a:lnTo>
                      <a:pt x="95" y="34"/>
                    </a:lnTo>
                    <a:lnTo>
                      <a:pt x="94" y="30"/>
                    </a:lnTo>
                    <a:lnTo>
                      <a:pt x="101" y="28"/>
                    </a:lnTo>
                    <a:lnTo>
                      <a:pt x="108" y="23"/>
                    </a:lnTo>
                    <a:lnTo>
                      <a:pt x="112" y="17"/>
                    </a:lnTo>
                    <a:lnTo>
                      <a:pt x="115" y="10"/>
                    </a:lnTo>
                    <a:lnTo>
                      <a:pt x="118" y="9"/>
                    </a:lnTo>
                    <a:lnTo>
                      <a:pt x="122" y="7"/>
                    </a:lnTo>
                    <a:lnTo>
                      <a:pt x="125" y="5"/>
                    </a:lnTo>
                    <a:lnTo>
                      <a:pt x="1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1" name="Freeform 72">
                <a:extLst>
                  <a:ext uri="{FF2B5EF4-FFF2-40B4-BE49-F238E27FC236}">
                    <a16:creationId xmlns:a16="http://schemas.microsoft.com/office/drawing/2014/main" id="{9EE3B5E2-50E4-4188-BD3C-E3DC232BE9A3}"/>
                  </a:ext>
                </a:extLst>
              </p:cNvPr>
              <p:cNvSpPr>
                <a:spLocks/>
              </p:cNvSpPr>
              <p:nvPr/>
            </p:nvSpPr>
            <p:spPr bwMode="auto">
              <a:xfrm>
                <a:off x="3827" y="2902"/>
                <a:ext cx="42" cy="29"/>
              </a:xfrm>
              <a:custGeom>
                <a:avLst/>
                <a:gdLst>
                  <a:gd name="T0" fmla="*/ 42 w 79"/>
                  <a:gd name="T1" fmla="*/ 0 h 54"/>
                  <a:gd name="T2" fmla="*/ 40 w 79"/>
                  <a:gd name="T3" fmla="*/ 3 h 54"/>
                  <a:gd name="T4" fmla="*/ 38 w 79"/>
                  <a:gd name="T5" fmla="*/ 4 h 54"/>
                  <a:gd name="T6" fmla="*/ 36 w 79"/>
                  <a:gd name="T7" fmla="*/ 5 h 54"/>
                  <a:gd name="T8" fmla="*/ 35 w 79"/>
                  <a:gd name="T9" fmla="*/ 5 h 54"/>
                  <a:gd name="T10" fmla="*/ 33 w 79"/>
                  <a:gd name="T11" fmla="*/ 9 h 54"/>
                  <a:gd name="T12" fmla="*/ 31 w 79"/>
                  <a:gd name="T13" fmla="*/ 12 h 54"/>
                  <a:gd name="T14" fmla="*/ 27 w 79"/>
                  <a:gd name="T15" fmla="*/ 15 h 54"/>
                  <a:gd name="T16" fmla="*/ 23 w 79"/>
                  <a:gd name="T17" fmla="*/ 16 h 54"/>
                  <a:gd name="T18" fmla="*/ 21 w 79"/>
                  <a:gd name="T19" fmla="*/ 15 h 54"/>
                  <a:gd name="T20" fmla="*/ 18 w 79"/>
                  <a:gd name="T21" fmla="*/ 13 h 54"/>
                  <a:gd name="T22" fmla="*/ 14 w 79"/>
                  <a:gd name="T23" fmla="*/ 12 h 54"/>
                  <a:gd name="T24" fmla="*/ 12 w 79"/>
                  <a:gd name="T25" fmla="*/ 13 h 54"/>
                  <a:gd name="T26" fmla="*/ 10 w 79"/>
                  <a:gd name="T27" fmla="*/ 16 h 54"/>
                  <a:gd name="T28" fmla="*/ 6 w 79"/>
                  <a:gd name="T29" fmla="*/ 20 h 54"/>
                  <a:gd name="T30" fmla="*/ 3 w 79"/>
                  <a:gd name="T31" fmla="*/ 25 h 54"/>
                  <a:gd name="T32" fmla="*/ 0 w 79"/>
                  <a:gd name="T33" fmla="*/ 29 h 54"/>
                  <a:gd name="T34" fmla="*/ 1 w 79"/>
                  <a:gd name="T35" fmla="*/ 27 h 54"/>
                  <a:gd name="T36" fmla="*/ 1 w 79"/>
                  <a:gd name="T37" fmla="*/ 25 h 54"/>
                  <a:gd name="T38" fmla="*/ 2 w 79"/>
                  <a:gd name="T39" fmla="*/ 25 h 54"/>
                  <a:gd name="T40" fmla="*/ 2 w 79"/>
                  <a:gd name="T41" fmla="*/ 24 h 54"/>
                  <a:gd name="T42" fmla="*/ 0 w 79"/>
                  <a:gd name="T43" fmla="*/ 23 h 54"/>
                  <a:gd name="T44" fmla="*/ 0 w 79"/>
                  <a:gd name="T45" fmla="*/ 21 h 54"/>
                  <a:gd name="T46" fmla="*/ 0 w 79"/>
                  <a:gd name="T47" fmla="*/ 21 h 54"/>
                  <a:gd name="T48" fmla="*/ 1 w 79"/>
                  <a:gd name="T49" fmla="*/ 19 h 54"/>
                  <a:gd name="T50" fmla="*/ 2 w 79"/>
                  <a:gd name="T51" fmla="*/ 16 h 54"/>
                  <a:gd name="T52" fmla="*/ 3 w 79"/>
                  <a:gd name="T53" fmla="*/ 11 h 54"/>
                  <a:gd name="T54" fmla="*/ 6 w 79"/>
                  <a:gd name="T55" fmla="*/ 6 h 54"/>
                  <a:gd name="T56" fmla="*/ 7 w 79"/>
                  <a:gd name="T57" fmla="*/ 3 h 54"/>
                  <a:gd name="T58" fmla="*/ 9 w 79"/>
                  <a:gd name="T59" fmla="*/ 1 h 54"/>
                  <a:gd name="T60" fmla="*/ 11 w 79"/>
                  <a:gd name="T61" fmla="*/ 0 h 54"/>
                  <a:gd name="T62" fmla="*/ 12 w 79"/>
                  <a:gd name="T63" fmla="*/ 0 h 54"/>
                  <a:gd name="T64" fmla="*/ 12 w 79"/>
                  <a:gd name="T65" fmla="*/ 1 h 54"/>
                  <a:gd name="T66" fmla="*/ 14 w 79"/>
                  <a:gd name="T67" fmla="*/ 3 h 54"/>
                  <a:gd name="T68" fmla="*/ 15 w 79"/>
                  <a:gd name="T69" fmla="*/ 3 h 54"/>
                  <a:gd name="T70" fmla="*/ 19 w 79"/>
                  <a:gd name="T71" fmla="*/ 4 h 54"/>
                  <a:gd name="T72" fmla="*/ 23 w 79"/>
                  <a:gd name="T73" fmla="*/ 4 h 54"/>
                  <a:gd name="T74" fmla="*/ 27 w 79"/>
                  <a:gd name="T75" fmla="*/ 4 h 54"/>
                  <a:gd name="T76" fmla="*/ 32 w 79"/>
                  <a:gd name="T77" fmla="*/ 4 h 54"/>
                  <a:gd name="T78" fmla="*/ 37 w 79"/>
                  <a:gd name="T79" fmla="*/ 3 h 54"/>
                  <a:gd name="T80" fmla="*/ 42 w 79"/>
                  <a:gd name="T81" fmla="*/ 0 h 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9" h="54">
                    <a:moveTo>
                      <a:pt x="79" y="0"/>
                    </a:moveTo>
                    <a:lnTo>
                      <a:pt x="75" y="5"/>
                    </a:lnTo>
                    <a:lnTo>
                      <a:pt x="72" y="7"/>
                    </a:lnTo>
                    <a:lnTo>
                      <a:pt x="68" y="9"/>
                    </a:lnTo>
                    <a:lnTo>
                      <a:pt x="65" y="10"/>
                    </a:lnTo>
                    <a:lnTo>
                      <a:pt x="62" y="17"/>
                    </a:lnTo>
                    <a:lnTo>
                      <a:pt x="58" y="23"/>
                    </a:lnTo>
                    <a:lnTo>
                      <a:pt x="51" y="28"/>
                    </a:lnTo>
                    <a:lnTo>
                      <a:pt x="44" y="30"/>
                    </a:lnTo>
                    <a:lnTo>
                      <a:pt x="39" y="28"/>
                    </a:lnTo>
                    <a:lnTo>
                      <a:pt x="33" y="25"/>
                    </a:lnTo>
                    <a:lnTo>
                      <a:pt x="27" y="23"/>
                    </a:lnTo>
                    <a:lnTo>
                      <a:pt x="23" y="24"/>
                    </a:lnTo>
                    <a:lnTo>
                      <a:pt x="19" y="29"/>
                    </a:lnTo>
                    <a:lnTo>
                      <a:pt x="12" y="37"/>
                    </a:lnTo>
                    <a:lnTo>
                      <a:pt x="5" y="47"/>
                    </a:lnTo>
                    <a:lnTo>
                      <a:pt x="0" y="54"/>
                    </a:lnTo>
                    <a:lnTo>
                      <a:pt x="1" y="51"/>
                    </a:lnTo>
                    <a:lnTo>
                      <a:pt x="1" y="47"/>
                    </a:lnTo>
                    <a:lnTo>
                      <a:pt x="3" y="46"/>
                    </a:lnTo>
                    <a:lnTo>
                      <a:pt x="3" y="44"/>
                    </a:lnTo>
                    <a:lnTo>
                      <a:pt x="0" y="42"/>
                    </a:lnTo>
                    <a:lnTo>
                      <a:pt x="0" y="40"/>
                    </a:lnTo>
                    <a:lnTo>
                      <a:pt x="0" y="39"/>
                    </a:lnTo>
                    <a:lnTo>
                      <a:pt x="1" y="36"/>
                    </a:lnTo>
                    <a:lnTo>
                      <a:pt x="3" y="29"/>
                    </a:lnTo>
                    <a:lnTo>
                      <a:pt x="6" y="21"/>
                    </a:lnTo>
                    <a:lnTo>
                      <a:pt x="11" y="12"/>
                    </a:lnTo>
                    <a:lnTo>
                      <a:pt x="14" y="6"/>
                    </a:lnTo>
                    <a:lnTo>
                      <a:pt x="16" y="2"/>
                    </a:lnTo>
                    <a:lnTo>
                      <a:pt x="20" y="0"/>
                    </a:lnTo>
                    <a:lnTo>
                      <a:pt x="22" y="0"/>
                    </a:lnTo>
                    <a:lnTo>
                      <a:pt x="23" y="2"/>
                    </a:lnTo>
                    <a:lnTo>
                      <a:pt x="26" y="5"/>
                    </a:lnTo>
                    <a:lnTo>
                      <a:pt x="29" y="6"/>
                    </a:lnTo>
                    <a:lnTo>
                      <a:pt x="36" y="8"/>
                    </a:lnTo>
                    <a:lnTo>
                      <a:pt x="43" y="8"/>
                    </a:lnTo>
                    <a:lnTo>
                      <a:pt x="51" y="8"/>
                    </a:lnTo>
                    <a:lnTo>
                      <a:pt x="60" y="7"/>
                    </a:lnTo>
                    <a:lnTo>
                      <a:pt x="69" y="5"/>
                    </a:lnTo>
                    <a:lnTo>
                      <a:pt x="79"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2" name="Freeform 73">
                <a:extLst>
                  <a:ext uri="{FF2B5EF4-FFF2-40B4-BE49-F238E27FC236}">
                    <a16:creationId xmlns:a16="http://schemas.microsoft.com/office/drawing/2014/main" id="{38E81E25-3684-4EF7-B900-E505A532906B}"/>
                  </a:ext>
                </a:extLst>
              </p:cNvPr>
              <p:cNvSpPr>
                <a:spLocks/>
              </p:cNvSpPr>
              <p:nvPr/>
            </p:nvSpPr>
            <p:spPr bwMode="auto">
              <a:xfrm>
                <a:off x="3834" y="2992"/>
                <a:ext cx="11" cy="12"/>
              </a:xfrm>
              <a:custGeom>
                <a:avLst/>
                <a:gdLst>
                  <a:gd name="T0" fmla="*/ 10 w 20"/>
                  <a:gd name="T1" fmla="*/ 0 h 22"/>
                  <a:gd name="T2" fmla="*/ 11 w 20"/>
                  <a:gd name="T3" fmla="*/ 3 h 22"/>
                  <a:gd name="T4" fmla="*/ 10 w 20"/>
                  <a:gd name="T5" fmla="*/ 3 h 22"/>
                  <a:gd name="T6" fmla="*/ 8 w 20"/>
                  <a:gd name="T7" fmla="*/ 4 h 22"/>
                  <a:gd name="T8" fmla="*/ 8 w 20"/>
                  <a:gd name="T9" fmla="*/ 5 h 22"/>
                  <a:gd name="T10" fmla="*/ 9 w 20"/>
                  <a:gd name="T11" fmla="*/ 8 h 22"/>
                  <a:gd name="T12" fmla="*/ 9 w 20"/>
                  <a:gd name="T13" fmla="*/ 9 h 22"/>
                  <a:gd name="T14" fmla="*/ 8 w 20"/>
                  <a:gd name="T15" fmla="*/ 11 h 22"/>
                  <a:gd name="T16" fmla="*/ 7 w 20"/>
                  <a:gd name="T17" fmla="*/ 12 h 22"/>
                  <a:gd name="T18" fmla="*/ 4 w 20"/>
                  <a:gd name="T19" fmla="*/ 9 h 22"/>
                  <a:gd name="T20" fmla="*/ 3 w 20"/>
                  <a:gd name="T21" fmla="*/ 7 h 22"/>
                  <a:gd name="T22" fmla="*/ 2 w 20"/>
                  <a:gd name="T23" fmla="*/ 4 h 22"/>
                  <a:gd name="T24" fmla="*/ 0 w 20"/>
                  <a:gd name="T25" fmla="*/ 1 h 22"/>
                  <a:gd name="T26" fmla="*/ 3 w 20"/>
                  <a:gd name="T27" fmla="*/ 1 h 22"/>
                  <a:gd name="T28" fmla="*/ 5 w 20"/>
                  <a:gd name="T29" fmla="*/ 0 h 22"/>
                  <a:gd name="T30" fmla="*/ 8 w 20"/>
                  <a:gd name="T31" fmla="*/ 0 h 22"/>
                  <a:gd name="T32" fmla="*/ 10 w 2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2">
                    <a:moveTo>
                      <a:pt x="19" y="0"/>
                    </a:moveTo>
                    <a:lnTo>
                      <a:pt x="20" y="5"/>
                    </a:lnTo>
                    <a:lnTo>
                      <a:pt x="19" y="6"/>
                    </a:lnTo>
                    <a:lnTo>
                      <a:pt x="15" y="7"/>
                    </a:lnTo>
                    <a:lnTo>
                      <a:pt x="14" y="9"/>
                    </a:lnTo>
                    <a:lnTo>
                      <a:pt x="16" y="14"/>
                    </a:lnTo>
                    <a:lnTo>
                      <a:pt x="16" y="17"/>
                    </a:lnTo>
                    <a:lnTo>
                      <a:pt x="15" y="21"/>
                    </a:lnTo>
                    <a:lnTo>
                      <a:pt x="12" y="22"/>
                    </a:lnTo>
                    <a:lnTo>
                      <a:pt x="8" y="17"/>
                    </a:lnTo>
                    <a:lnTo>
                      <a:pt x="5" y="13"/>
                    </a:lnTo>
                    <a:lnTo>
                      <a:pt x="3" y="7"/>
                    </a:lnTo>
                    <a:lnTo>
                      <a:pt x="0" y="2"/>
                    </a:lnTo>
                    <a:lnTo>
                      <a:pt x="5" y="1"/>
                    </a:lnTo>
                    <a:lnTo>
                      <a:pt x="9" y="0"/>
                    </a:lnTo>
                    <a:lnTo>
                      <a:pt x="14" y="0"/>
                    </a:lnTo>
                    <a:lnTo>
                      <a:pt x="1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3" name="Freeform 74">
                <a:extLst>
                  <a:ext uri="{FF2B5EF4-FFF2-40B4-BE49-F238E27FC236}">
                    <a16:creationId xmlns:a16="http://schemas.microsoft.com/office/drawing/2014/main" id="{6C2E9D14-F0B9-482C-BBA9-9235ED24B60F}"/>
                  </a:ext>
                </a:extLst>
              </p:cNvPr>
              <p:cNvSpPr>
                <a:spLocks/>
              </p:cNvSpPr>
              <p:nvPr/>
            </p:nvSpPr>
            <p:spPr bwMode="auto">
              <a:xfrm>
                <a:off x="3798" y="3015"/>
                <a:ext cx="38" cy="18"/>
              </a:xfrm>
              <a:custGeom>
                <a:avLst/>
                <a:gdLst>
                  <a:gd name="T0" fmla="*/ 9 w 69"/>
                  <a:gd name="T1" fmla="*/ 14 h 31"/>
                  <a:gd name="T2" fmla="*/ 13 w 69"/>
                  <a:gd name="T3" fmla="*/ 15 h 31"/>
                  <a:gd name="T4" fmla="*/ 17 w 69"/>
                  <a:gd name="T5" fmla="*/ 17 h 31"/>
                  <a:gd name="T6" fmla="*/ 21 w 69"/>
                  <a:gd name="T7" fmla="*/ 17 h 31"/>
                  <a:gd name="T8" fmla="*/ 26 w 69"/>
                  <a:gd name="T9" fmla="*/ 18 h 31"/>
                  <a:gd name="T10" fmla="*/ 31 w 69"/>
                  <a:gd name="T11" fmla="*/ 17 h 31"/>
                  <a:gd name="T12" fmla="*/ 35 w 69"/>
                  <a:gd name="T13" fmla="*/ 15 h 31"/>
                  <a:gd name="T14" fmla="*/ 37 w 69"/>
                  <a:gd name="T15" fmla="*/ 10 h 31"/>
                  <a:gd name="T16" fmla="*/ 38 w 69"/>
                  <a:gd name="T17" fmla="*/ 7 h 31"/>
                  <a:gd name="T18" fmla="*/ 35 w 69"/>
                  <a:gd name="T19" fmla="*/ 7 h 31"/>
                  <a:gd name="T20" fmla="*/ 31 w 69"/>
                  <a:gd name="T21" fmla="*/ 7 h 31"/>
                  <a:gd name="T22" fmla="*/ 28 w 69"/>
                  <a:gd name="T23" fmla="*/ 6 h 31"/>
                  <a:gd name="T24" fmla="*/ 25 w 69"/>
                  <a:gd name="T25" fmla="*/ 5 h 31"/>
                  <a:gd name="T26" fmla="*/ 21 w 69"/>
                  <a:gd name="T27" fmla="*/ 5 h 31"/>
                  <a:gd name="T28" fmla="*/ 19 w 69"/>
                  <a:gd name="T29" fmla="*/ 3 h 31"/>
                  <a:gd name="T30" fmla="*/ 17 w 69"/>
                  <a:gd name="T31" fmla="*/ 1 h 31"/>
                  <a:gd name="T32" fmla="*/ 14 w 69"/>
                  <a:gd name="T33" fmla="*/ 0 h 31"/>
                  <a:gd name="T34" fmla="*/ 10 w 69"/>
                  <a:gd name="T35" fmla="*/ 2 h 31"/>
                  <a:gd name="T36" fmla="*/ 6 w 69"/>
                  <a:gd name="T37" fmla="*/ 6 h 31"/>
                  <a:gd name="T38" fmla="*/ 2 w 69"/>
                  <a:gd name="T39" fmla="*/ 9 h 31"/>
                  <a:gd name="T40" fmla="*/ 0 w 69"/>
                  <a:gd name="T41" fmla="*/ 12 h 31"/>
                  <a:gd name="T42" fmla="*/ 2 w 69"/>
                  <a:gd name="T43" fmla="*/ 12 h 31"/>
                  <a:gd name="T44" fmla="*/ 5 w 69"/>
                  <a:gd name="T45" fmla="*/ 12 h 31"/>
                  <a:gd name="T46" fmla="*/ 7 w 69"/>
                  <a:gd name="T47" fmla="*/ 13 h 31"/>
                  <a:gd name="T48" fmla="*/ 9 w 69"/>
                  <a:gd name="T49" fmla="*/ 1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31">
                    <a:moveTo>
                      <a:pt x="17" y="24"/>
                    </a:moveTo>
                    <a:lnTo>
                      <a:pt x="23" y="26"/>
                    </a:lnTo>
                    <a:lnTo>
                      <a:pt x="30" y="29"/>
                    </a:lnTo>
                    <a:lnTo>
                      <a:pt x="38" y="30"/>
                    </a:lnTo>
                    <a:lnTo>
                      <a:pt x="47" y="31"/>
                    </a:lnTo>
                    <a:lnTo>
                      <a:pt x="57" y="29"/>
                    </a:lnTo>
                    <a:lnTo>
                      <a:pt x="64" y="25"/>
                    </a:lnTo>
                    <a:lnTo>
                      <a:pt x="68" y="18"/>
                    </a:lnTo>
                    <a:lnTo>
                      <a:pt x="69" y="12"/>
                    </a:lnTo>
                    <a:lnTo>
                      <a:pt x="63" y="12"/>
                    </a:lnTo>
                    <a:lnTo>
                      <a:pt x="57" y="12"/>
                    </a:lnTo>
                    <a:lnTo>
                      <a:pt x="51" y="11"/>
                    </a:lnTo>
                    <a:lnTo>
                      <a:pt x="46" y="9"/>
                    </a:lnTo>
                    <a:lnTo>
                      <a:pt x="39" y="8"/>
                    </a:lnTo>
                    <a:lnTo>
                      <a:pt x="34" y="6"/>
                    </a:lnTo>
                    <a:lnTo>
                      <a:pt x="30" y="2"/>
                    </a:lnTo>
                    <a:lnTo>
                      <a:pt x="26" y="0"/>
                    </a:lnTo>
                    <a:lnTo>
                      <a:pt x="19" y="4"/>
                    </a:lnTo>
                    <a:lnTo>
                      <a:pt x="11" y="10"/>
                    </a:lnTo>
                    <a:lnTo>
                      <a:pt x="4" y="15"/>
                    </a:lnTo>
                    <a:lnTo>
                      <a:pt x="0" y="20"/>
                    </a:lnTo>
                    <a:lnTo>
                      <a:pt x="3" y="20"/>
                    </a:lnTo>
                    <a:lnTo>
                      <a:pt x="9" y="20"/>
                    </a:lnTo>
                    <a:lnTo>
                      <a:pt x="13" y="23"/>
                    </a:lnTo>
                    <a:lnTo>
                      <a:pt x="17" y="2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4" name="Freeform 75">
                <a:extLst>
                  <a:ext uri="{FF2B5EF4-FFF2-40B4-BE49-F238E27FC236}">
                    <a16:creationId xmlns:a16="http://schemas.microsoft.com/office/drawing/2014/main" id="{866886F8-DA5F-41DB-9F7A-962D5B551FC4}"/>
                  </a:ext>
                </a:extLst>
              </p:cNvPr>
              <p:cNvSpPr>
                <a:spLocks/>
              </p:cNvSpPr>
              <p:nvPr/>
            </p:nvSpPr>
            <p:spPr bwMode="auto">
              <a:xfrm>
                <a:off x="3845" y="2976"/>
                <a:ext cx="10" cy="3"/>
              </a:xfrm>
              <a:custGeom>
                <a:avLst/>
                <a:gdLst>
                  <a:gd name="T0" fmla="*/ 9 w 18"/>
                  <a:gd name="T1" fmla="*/ 3 h 6"/>
                  <a:gd name="T2" fmla="*/ 8 w 18"/>
                  <a:gd name="T3" fmla="*/ 3 h 6"/>
                  <a:gd name="T4" fmla="*/ 6 w 18"/>
                  <a:gd name="T5" fmla="*/ 2 h 6"/>
                  <a:gd name="T6" fmla="*/ 4 w 18"/>
                  <a:gd name="T7" fmla="*/ 3 h 6"/>
                  <a:gd name="T8" fmla="*/ 1 w 18"/>
                  <a:gd name="T9" fmla="*/ 3 h 6"/>
                  <a:gd name="T10" fmla="*/ 0 w 18"/>
                  <a:gd name="T11" fmla="*/ 3 h 6"/>
                  <a:gd name="T12" fmla="*/ 0 w 18"/>
                  <a:gd name="T13" fmla="*/ 2 h 6"/>
                  <a:gd name="T14" fmla="*/ 1 w 18"/>
                  <a:gd name="T15" fmla="*/ 1 h 6"/>
                  <a:gd name="T16" fmla="*/ 1 w 18"/>
                  <a:gd name="T17" fmla="*/ 0 h 6"/>
                  <a:gd name="T18" fmla="*/ 4 w 18"/>
                  <a:gd name="T19" fmla="*/ 0 h 6"/>
                  <a:gd name="T20" fmla="*/ 8 w 18"/>
                  <a:gd name="T21" fmla="*/ 1 h 6"/>
                  <a:gd name="T22" fmla="*/ 10 w 18"/>
                  <a:gd name="T23" fmla="*/ 1 h 6"/>
                  <a:gd name="T24" fmla="*/ 9 w 18"/>
                  <a:gd name="T25" fmla="*/ 3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6">
                    <a:moveTo>
                      <a:pt x="17" y="5"/>
                    </a:moveTo>
                    <a:lnTo>
                      <a:pt x="14" y="5"/>
                    </a:lnTo>
                    <a:lnTo>
                      <a:pt x="10" y="4"/>
                    </a:lnTo>
                    <a:lnTo>
                      <a:pt x="7" y="5"/>
                    </a:lnTo>
                    <a:lnTo>
                      <a:pt x="2" y="6"/>
                    </a:lnTo>
                    <a:lnTo>
                      <a:pt x="0" y="5"/>
                    </a:lnTo>
                    <a:lnTo>
                      <a:pt x="0" y="4"/>
                    </a:lnTo>
                    <a:lnTo>
                      <a:pt x="1" y="1"/>
                    </a:lnTo>
                    <a:lnTo>
                      <a:pt x="2" y="0"/>
                    </a:lnTo>
                    <a:lnTo>
                      <a:pt x="8" y="0"/>
                    </a:lnTo>
                    <a:lnTo>
                      <a:pt x="14" y="1"/>
                    </a:lnTo>
                    <a:lnTo>
                      <a:pt x="18" y="2"/>
                    </a:lnTo>
                    <a:lnTo>
                      <a:pt x="17"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5" name="Freeform 76">
                <a:extLst>
                  <a:ext uri="{FF2B5EF4-FFF2-40B4-BE49-F238E27FC236}">
                    <a16:creationId xmlns:a16="http://schemas.microsoft.com/office/drawing/2014/main" id="{D9028BBB-6356-4562-B370-A82017CE4612}"/>
                  </a:ext>
                </a:extLst>
              </p:cNvPr>
              <p:cNvSpPr>
                <a:spLocks/>
              </p:cNvSpPr>
              <p:nvPr/>
            </p:nvSpPr>
            <p:spPr bwMode="auto">
              <a:xfrm>
                <a:off x="3833" y="2931"/>
                <a:ext cx="14" cy="10"/>
              </a:xfrm>
              <a:custGeom>
                <a:avLst/>
                <a:gdLst>
                  <a:gd name="T0" fmla="*/ 10 w 26"/>
                  <a:gd name="T1" fmla="*/ 10 h 20"/>
                  <a:gd name="T2" fmla="*/ 11 w 26"/>
                  <a:gd name="T3" fmla="*/ 8 h 20"/>
                  <a:gd name="T4" fmla="*/ 11 w 26"/>
                  <a:gd name="T5" fmla="*/ 5 h 20"/>
                  <a:gd name="T6" fmla="*/ 12 w 26"/>
                  <a:gd name="T7" fmla="*/ 3 h 20"/>
                  <a:gd name="T8" fmla="*/ 14 w 26"/>
                  <a:gd name="T9" fmla="*/ 0 h 20"/>
                  <a:gd name="T10" fmla="*/ 11 w 26"/>
                  <a:gd name="T11" fmla="*/ 3 h 20"/>
                  <a:gd name="T12" fmla="*/ 7 w 26"/>
                  <a:gd name="T13" fmla="*/ 6 h 20"/>
                  <a:gd name="T14" fmla="*/ 3 w 26"/>
                  <a:gd name="T15" fmla="*/ 8 h 20"/>
                  <a:gd name="T16" fmla="*/ 0 w 26"/>
                  <a:gd name="T17" fmla="*/ 9 h 20"/>
                  <a:gd name="T18" fmla="*/ 3 w 26"/>
                  <a:gd name="T19" fmla="*/ 9 h 20"/>
                  <a:gd name="T20" fmla="*/ 5 w 26"/>
                  <a:gd name="T21" fmla="*/ 10 h 20"/>
                  <a:gd name="T22" fmla="*/ 8 w 26"/>
                  <a:gd name="T23" fmla="*/ 10 h 20"/>
                  <a:gd name="T24" fmla="*/ 10 w 26"/>
                  <a:gd name="T25" fmla="*/ 1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0">
                    <a:moveTo>
                      <a:pt x="18" y="20"/>
                    </a:moveTo>
                    <a:lnTo>
                      <a:pt x="20" y="15"/>
                    </a:lnTo>
                    <a:lnTo>
                      <a:pt x="21" y="9"/>
                    </a:lnTo>
                    <a:lnTo>
                      <a:pt x="23" y="5"/>
                    </a:lnTo>
                    <a:lnTo>
                      <a:pt x="26" y="0"/>
                    </a:lnTo>
                    <a:lnTo>
                      <a:pt x="20" y="5"/>
                    </a:lnTo>
                    <a:lnTo>
                      <a:pt x="13" y="11"/>
                    </a:lnTo>
                    <a:lnTo>
                      <a:pt x="6" y="15"/>
                    </a:lnTo>
                    <a:lnTo>
                      <a:pt x="0" y="18"/>
                    </a:lnTo>
                    <a:lnTo>
                      <a:pt x="5" y="18"/>
                    </a:lnTo>
                    <a:lnTo>
                      <a:pt x="10" y="19"/>
                    </a:lnTo>
                    <a:lnTo>
                      <a:pt x="15" y="19"/>
                    </a:lnTo>
                    <a:lnTo>
                      <a:pt x="18" y="2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6" name="Freeform 77">
                <a:extLst>
                  <a:ext uri="{FF2B5EF4-FFF2-40B4-BE49-F238E27FC236}">
                    <a16:creationId xmlns:a16="http://schemas.microsoft.com/office/drawing/2014/main" id="{27390300-DD90-4249-852A-BE45A8A9239F}"/>
                  </a:ext>
                </a:extLst>
              </p:cNvPr>
              <p:cNvSpPr>
                <a:spLocks/>
              </p:cNvSpPr>
              <p:nvPr/>
            </p:nvSpPr>
            <p:spPr bwMode="auto">
              <a:xfrm>
                <a:off x="3828" y="2918"/>
                <a:ext cx="23" cy="21"/>
              </a:xfrm>
              <a:custGeom>
                <a:avLst/>
                <a:gdLst>
                  <a:gd name="T0" fmla="*/ 22 w 42"/>
                  <a:gd name="T1" fmla="*/ 0 h 38"/>
                  <a:gd name="T2" fmla="*/ 23 w 42"/>
                  <a:gd name="T3" fmla="*/ 2 h 38"/>
                  <a:gd name="T4" fmla="*/ 23 w 42"/>
                  <a:gd name="T5" fmla="*/ 4 h 38"/>
                  <a:gd name="T6" fmla="*/ 23 w 42"/>
                  <a:gd name="T7" fmla="*/ 7 h 38"/>
                  <a:gd name="T8" fmla="*/ 22 w 42"/>
                  <a:gd name="T9" fmla="*/ 11 h 38"/>
                  <a:gd name="T10" fmla="*/ 20 w 42"/>
                  <a:gd name="T11" fmla="*/ 9 h 38"/>
                  <a:gd name="T12" fmla="*/ 18 w 42"/>
                  <a:gd name="T13" fmla="*/ 9 h 38"/>
                  <a:gd name="T14" fmla="*/ 15 w 42"/>
                  <a:gd name="T15" fmla="*/ 11 h 38"/>
                  <a:gd name="T16" fmla="*/ 12 w 42"/>
                  <a:gd name="T17" fmla="*/ 12 h 38"/>
                  <a:gd name="T18" fmla="*/ 8 w 42"/>
                  <a:gd name="T19" fmla="*/ 13 h 38"/>
                  <a:gd name="T20" fmla="*/ 5 w 42"/>
                  <a:gd name="T21" fmla="*/ 16 h 38"/>
                  <a:gd name="T22" fmla="*/ 2 w 42"/>
                  <a:gd name="T23" fmla="*/ 18 h 38"/>
                  <a:gd name="T24" fmla="*/ 0 w 42"/>
                  <a:gd name="T25" fmla="*/ 21 h 38"/>
                  <a:gd name="T26" fmla="*/ 1 w 42"/>
                  <a:gd name="T27" fmla="*/ 18 h 38"/>
                  <a:gd name="T28" fmla="*/ 3 w 42"/>
                  <a:gd name="T29" fmla="*/ 16 h 38"/>
                  <a:gd name="T30" fmla="*/ 5 w 42"/>
                  <a:gd name="T31" fmla="*/ 13 h 38"/>
                  <a:gd name="T32" fmla="*/ 9 w 42"/>
                  <a:gd name="T33" fmla="*/ 9 h 38"/>
                  <a:gd name="T34" fmla="*/ 12 w 42"/>
                  <a:gd name="T35" fmla="*/ 7 h 38"/>
                  <a:gd name="T36" fmla="*/ 15 w 42"/>
                  <a:gd name="T37" fmla="*/ 4 h 38"/>
                  <a:gd name="T38" fmla="*/ 19 w 42"/>
                  <a:gd name="T39" fmla="*/ 1 h 38"/>
                  <a:gd name="T40" fmla="*/ 22 w 42"/>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38">
                    <a:moveTo>
                      <a:pt x="41" y="0"/>
                    </a:moveTo>
                    <a:lnTo>
                      <a:pt x="42" y="4"/>
                    </a:lnTo>
                    <a:lnTo>
                      <a:pt x="42" y="7"/>
                    </a:lnTo>
                    <a:lnTo>
                      <a:pt x="42" y="13"/>
                    </a:lnTo>
                    <a:lnTo>
                      <a:pt x="40" y="19"/>
                    </a:lnTo>
                    <a:lnTo>
                      <a:pt x="36" y="17"/>
                    </a:lnTo>
                    <a:lnTo>
                      <a:pt x="32" y="17"/>
                    </a:lnTo>
                    <a:lnTo>
                      <a:pt x="27" y="19"/>
                    </a:lnTo>
                    <a:lnTo>
                      <a:pt x="21" y="21"/>
                    </a:lnTo>
                    <a:lnTo>
                      <a:pt x="15" y="24"/>
                    </a:lnTo>
                    <a:lnTo>
                      <a:pt x="9" y="29"/>
                    </a:lnTo>
                    <a:lnTo>
                      <a:pt x="4" y="33"/>
                    </a:lnTo>
                    <a:lnTo>
                      <a:pt x="0" y="38"/>
                    </a:lnTo>
                    <a:lnTo>
                      <a:pt x="2" y="33"/>
                    </a:lnTo>
                    <a:lnTo>
                      <a:pt x="5" y="29"/>
                    </a:lnTo>
                    <a:lnTo>
                      <a:pt x="10" y="23"/>
                    </a:lnTo>
                    <a:lnTo>
                      <a:pt x="16" y="17"/>
                    </a:lnTo>
                    <a:lnTo>
                      <a:pt x="21" y="12"/>
                    </a:lnTo>
                    <a:lnTo>
                      <a:pt x="28" y="7"/>
                    </a:lnTo>
                    <a:lnTo>
                      <a:pt x="34" y="2"/>
                    </a:lnTo>
                    <a:lnTo>
                      <a:pt x="4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7" name="Freeform 78">
                <a:extLst>
                  <a:ext uri="{FF2B5EF4-FFF2-40B4-BE49-F238E27FC236}">
                    <a16:creationId xmlns:a16="http://schemas.microsoft.com/office/drawing/2014/main" id="{900B0018-BAF1-49DE-93BA-537A5490F699}"/>
                  </a:ext>
                </a:extLst>
              </p:cNvPr>
              <p:cNvSpPr>
                <a:spLocks/>
              </p:cNvSpPr>
              <p:nvPr/>
            </p:nvSpPr>
            <p:spPr bwMode="auto">
              <a:xfrm>
                <a:off x="3844" y="2945"/>
                <a:ext cx="11" cy="23"/>
              </a:xfrm>
              <a:custGeom>
                <a:avLst/>
                <a:gdLst>
                  <a:gd name="T0" fmla="*/ 11 w 19"/>
                  <a:gd name="T1" fmla="*/ 21 h 41"/>
                  <a:gd name="T2" fmla="*/ 9 w 19"/>
                  <a:gd name="T3" fmla="*/ 17 h 41"/>
                  <a:gd name="T4" fmla="*/ 6 w 19"/>
                  <a:gd name="T5" fmla="*/ 11 h 41"/>
                  <a:gd name="T6" fmla="*/ 3 w 19"/>
                  <a:gd name="T7" fmla="*/ 5 h 41"/>
                  <a:gd name="T8" fmla="*/ 1 w 19"/>
                  <a:gd name="T9" fmla="*/ 0 h 41"/>
                  <a:gd name="T10" fmla="*/ 0 w 19"/>
                  <a:gd name="T11" fmla="*/ 3 h 41"/>
                  <a:gd name="T12" fmla="*/ 1 w 19"/>
                  <a:gd name="T13" fmla="*/ 10 h 41"/>
                  <a:gd name="T14" fmla="*/ 2 w 19"/>
                  <a:gd name="T15" fmla="*/ 17 h 41"/>
                  <a:gd name="T16" fmla="*/ 2 w 19"/>
                  <a:gd name="T17" fmla="*/ 23 h 41"/>
                  <a:gd name="T18" fmla="*/ 5 w 19"/>
                  <a:gd name="T19" fmla="*/ 22 h 41"/>
                  <a:gd name="T20" fmla="*/ 8 w 19"/>
                  <a:gd name="T21" fmla="*/ 21 h 41"/>
                  <a:gd name="T22" fmla="*/ 10 w 19"/>
                  <a:gd name="T23" fmla="*/ 21 h 41"/>
                  <a:gd name="T24" fmla="*/ 11 w 19"/>
                  <a:gd name="T25" fmla="*/ 2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41">
                    <a:moveTo>
                      <a:pt x="19" y="37"/>
                    </a:moveTo>
                    <a:lnTo>
                      <a:pt x="16" y="30"/>
                    </a:lnTo>
                    <a:lnTo>
                      <a:pt x="11" y="19"/>
                    </a:lnTo>
                    <a:lnTo>
                      <a:pt x="6" y="9"/>
                    </a:lnTo>
                    <a:lnTo>
                      <a:pt x="2" y="0"/>
                    </a:lnTo>
                    <a:lnTo>
                      <a:pt x="0" y="6"/>
                    </a:lnTo>
                    <a:lnTo>
                      <a:pt x="2" y="17"/>
                    </a:lnTo>
                    <a:lnTo>
                      <a:pt x="4" y="31"/>
                    </a:lnTo>
                    <a:lnTo>
                      <a:pt x="4" y="41"/>
                    </a:lnTo>
                    <a:lnTo>
                      <a:pt x="9" y="39"/>
                    </a:lnTo>
                    <a:lnTo>
                      <a:pt x="13" y="38"/>
                    </a:lnTo>
                    <a:lnTo>
                      <a:pt x="17" y="38"/>
                    </a:lnTo>
                    <a:lnTo>
                      <a:pt x="19" y="3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8" name="Freeform 79">
                <a:extLst>
                  <a:ext uri="{FF2B5EF4-FFF2-40B4-BE49-F238E27FC236}">
                    <a16:creationId xmlns:a16="http://schemas.microsoft.com/office/drawing/2014/main" id="{022301A8-6C03-4B2B-9B75-3D45446FFD45}"/>
                  </a:ext>
                </a:extLst>
              </p:cNvPr>
              <p:cNvSpPr>
                <a:spLocks/>
              </p:cNvSpPr>
              <p:nvPr/>
            </p:nvSpPr>
            <p:spPr bwMode="auto">
              <a:xfrm>
                <a:off x="3807" y="2939"/>
                <a:ext cx="23" cy="75"/>
              </a:xfrm>
              <a:custGeom>
                <a:avLst/>
                <a:gdLst>
                  <a:gd name="T0" fmla="*/ 21 w 42"/>
                  <a:gd name="T1" fmla="*/ 0 h 138"/>
                  <a:gd name="T2" fmla="*/ 18 w 42"/>
                  <a:gd name="T3" fmla="*/ 3 h 138"/>
                  <a:gd name="T4" fmla="*/ 15 w 42"/>
                  <a:gd name="T5" fmla="*/ 7 h 138"/>
                  <a:gd name="T6" fmla="*/ 12 w 42"/>
                  <a:gd name="T7" fmla="*/ 12 h 138"/>
                  <a:gd name="T8" fmla="*/ 8 w 42"/>
                  <a:gd name="T9" fmla="*/ 17 h 138"/>
                  <a:gd name="T10" fmla="*/ 4 w 42"/>
                  <a:gd name="T11" fmla="*/ 23 h 138"/>
                  <a:gd name="T12" fmla="*/ 2 w 42"/>
                  <a:gd name="T13" fmla="*/ 27 h 138"/>
                  <a:gd name="T14" fmla="*/ 1 w 42"/>
                  <a:gd name="T15" fmla="*/ 30 h 138"/>
                  <a:gd name="T16" fmla="*/ 0 w 42"/>
                  <a:gd name="T17" fmla="*/ 33 h 138"/>
                  <a:gd name="T18" fmla="*/ 2 w 42"/>
                  <a:gd name="T19" fmla="*/ 38 h 138"/>
                  <a:gd name="T20" fmla="*/ 6 w 42"/>
                  <a:gd name="T21" fmla="*/ 48 h 138"/>
                  <a:gd name="T22" fmla="*/ 8 w 42"/>
                  <a:gd name="T23" fmla="*/ 61 h 138"/>
                  <a:gd name="T24" fmla="*/ 5 w 42"/>
                  <a:gd name="T25" fmla="*/ 75 h 138"/>
                  <a:gd name="T26" fmla="*/ 9 w 42"/>
                  <a:gd name="T27" fmla="*/ 66 h 138"/>
                  <a:gd name="T28" fmla="*/ 13 w 42"/>
                  <a:gd name="T29" fmla="*/ 55 h 138"/>
                  <a:gd name="T30" fmla="*/ 18 w 42"/>
                  <a:gd name="T31" fmla="*/ 46 h 138"/>
                  <a:gd name="T32" fmla="*/ 22 w 42"/>
                  <a:gd name="T33" fmla="*/ 40 h 138"/>
                  <a:gd name="T34" fmla="*/ 23 w 42"/>
                  <a:gd name="T35" fmla="*/ 36 h 138"/>
                  <a:gd name="T36" fmla="*/ 23 w 42"/>
                  <a:gd name="T37" fmla="*/ 32 h 138"/>
                  <a:gd name="T38" fmla="*/ 21 w 42"/>
                  <a:gd name="T39" fmla="*/ 28 h 138"/>
                  <a:gd name="T40" fmla="*/ 19 w 42"/>
                  <a:gd name="T41" fmla="*/ 25 h 138"/>
                  <a:gd name="T42" fmla="*/ 17 w 42"/>
                  <a:gd name="T43" fmla="*/ 21 h 138"/>
                  <a:gd name="T44" fmla="*/ 15 w 42"/>
                  <a:gd name="T45" fmla="*/ 15 h 138"/>
                  <a:gd name="T46" fmla="*/ 17 w 42"/>
                  <a:gd name="T47" fmla="*/ 7 h 138"/>
                  <a:gd name="T48" fmla="*/ 21 w 42"/>
                  <a:gd name="T49" fmla="*/ 0 h 1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2" h="138">
                    <a:moveTo>
                      <a:pt x="38" y="0"/>
                    </a:moveTo>
                    <a:lnTo>
                      <a:pt x="33" y="6"/>
                    </a:lnTo>
                    <a:lnTo>
                      <a:pt x="27" y="13"/>
                    </a:lnTo>
                    <a:lnTo>
                      <a:pt x="21" y="22"/>
                    </a:lnTo>
                    <a:lnTo>
                      <a:pt x="15" y="31"/>
                    </a:lnTo>
                    <a:lnTo>
                      <a:pt x="8" y="42"/>
                    </a:lnTo>
                    <a:lnTo>
                      <a:pt x="3" y="50"/>
                    </a:lnTo>
                    <a:lnTo>
                      <a:pt x="1" y="55"/>
                    </a:lnTo>
                    <a:lnTo>
                      <a:pt x="0" y="60"/>
                    </a:lnTo>
                    <a:lnTo>
                      <a:pt x="4" y="70"/>
                    </a:lnTo>
                    <a:lnTo>
                      <a:pt x="11" y="89"/>
                    </a:lnTo>
                    <a:lnTo>
                      <a:pt x="15" y="113"/>
                    </a:lnTo>
                    <a:lnTo>
                      <a:pt x="10" y="138"/>
                    </a:lnTo>
                    <a:lnTo>
                      <a:pt x="16" y="121"/>
                    </a:lnTo>
                    <a:lnTo>
                      <a:pt x="24" y="101"/>
                    </a:lnTo>
                    <a:lnTo>
                      <a:pt x="32" y="84"/>
                    </a:lnTo>
                    <a:lnTo>
                      <a:pt x="41" y="73"/>
                    </a:lnTo>
                    <a:lnTo>
                      <a:pt x="42" y="67"/>
                    </a:lnTo>
                    <a:lnTo>
                      <a:pt x="42" y="59"/>
                    </a:lnTo>
                    <a:lnTo>
                      <a:pt x="39" y="52"/>
                    </a:lnTo>
                    <a:lnTo>
                      <a:pt x="35" y="46"/>
                    </a:lnTo>
                    <a:lnTo>
                      <a:pt x="31" y="38"/>
                    </a:lnTo>
                    <a:lnTo>
                      <a:pt x="28" y="27"/>
                    </a:lnTo>
                    <a:lnTo>
                      <a:pt x="31" y="13"/>
                    </a:lnTo>
                    <a:lnTo>
                      <a:pt x="38"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9" name="Freeform 80">
                <a:extLst>
                  <a:ext uri="{FF2B5EF4-FFF2-40B4-BE49-F238E27FC236}">
                    <a16:creationId xmlns:a16="http://schemas.microsoft.com/office/drawing/2014/main" id="{8E600E91-5246-4172-A18B-A06F76F603E8}"/>
                  </a:ext>
                </a:extLst>
              </p:cNvPr>
              <p:cNvSpPr>
                <a:spLocks/>
              </p:cNvSpPr>
              <p:nvPr/>
            </p:nvSpPr>
            <p:spPr bwMode="auto">
              <a:xfrm>
                <a:off x="3264" y="3089"/>
                <a:ext cx="371" cy="511"/>
              </a:xfrm>
              <a:custGeom>
                <a:avLst/>
                <a:gdLst>
                  <a:gd name="T0" fmla="*/ 359 w 680"/>
                  <a:gd name="T1" fmla="*/ 238 h 937"/>
                  <a:gd name="T2" fmla="*/ 348 w 680"/>
                  <a:gd name="T3" fmla="*/ 245 h 937"/>
                  <a:gd name="T4" fmla="*/ 325 w 680"/>
                  <a:gd name="T5" fmla="*/ 242 h 937"/>
                  <a:gd name="T6" fmla="*/ 300 w 680"/>
                  <a:gd name="T7" fmla="*/ 219 h 937"/>
                  <a:gd name="T8" fmla="*/ 287 w 680"/>
                  <a:gd name="T9" fmla="*/ 220 h 937"/>
                  <a:gd name="T10" fmla="*/ 265 w 680"/>
                  <a:gd name="T11" fmla="*/ 221 h 937"/>
                  <a:gd name="T12" fmla="*/ 244 w 680"/>
                  <a:gd name="T13" fmla="*/ 217 h 937"/>
                  <a:gd name="T14" fmla="*/ 223 w 680"/>
                  <a:gd name="T15" fmla="*/ 202 h 937"/>
                  <a:gd name="T16" fmla="*/ 192 w 680"/>
                  <a:gd name="T17" fmla="*/ 189 h 937"/>
                  <a:gd name="T18" fmla="*/ 185 w 680"/>
                  <a:gd name="T19" fmla="*/ 213 h 937"/>
                  <a:gd name="T20" fmla="*/ 208 w 680"/>
                  <a:gd name="T21" fmla="*/ 263 h 937"/>
                  <a:gd name="T22" fmla="*/ 240 w 680"/>
                  <a:gd name="T23" fmla="*/ 321 h 937"/>
                  <a:gd name="T24" fmla="*/ 268 w 680"/>
                  <a:gd name="T25" fmla="*/ 362 h 937"/>
                  <a:gd name="T26" fmla="*/ 288 w 680"/>
                  <a:gd name="T27" fmla="*/ 369 h 937"/>
                  <a:gd name="T28" fmla="*/ 321 w 680"/>
                  <a:gd name="T29" fmla="*/ 378 h 937"/>
                  <a:gd name="T30" fmla="*/ 344 w 680"/>
                  <a:gd name="T31" fmla="*/ 378 h 937"/>
                  <a:gd name="T32" fmla="*/ 366 w 680"/>
                  <a:gd name="T33" fmla="*/ 370 h 937"/>
                  <a:gd name="T34" fmla="*/ 367 w 680"/>
                  <a:gd name="T35" fmla="*/ 420 h 937"/>
                  <a:gd name="T36" fmla="*/ 355 w 680"/>
                  <a:gd name="T37" fmla="*/ 461 h 937"/>
                  <a:gd name="T38" fmla="*/ 355 w 680"/>
                  <a:gd name="T39" fmla="*/ 503 h 937"/>
                  <a:gd name="T40" fmla="*/ 316 w 680"/>
                  <a:gd name="T41" fmla="*/ 511 h 937"/>
                  <a:gd name="T42" fmla="*/ 226 w 680"/>
                  <a:gd name="T43" fmla="*/ 511 h 937"/>
                  <a:gd name="T44" fmla="*/ 125 w 680"/>
                  <a:gd name="T45" fmla="*/ 511 h 937"/>
                  <a:gd name="T46" fmla="*/ 46 w 680"/>
                  <a:gd name="T47" fmla="*/ 511 h 937"/>
                  <a:gd name="T48" fmla="*/ 34 w 680"/>
                  <a:gd name="T49" fmla="*/ 484 h 937"/>
                  <a:gd name="T50" fmla="*/ 22 w 680"/>
                  <a:gd name="T51" fmla="*/ 462 h 937"/>
                  <a:gd name="T52" fmla="*/ 3 w 680"/>
                  <a:gd name="T53" fmla="*/ 437 h 937"/>
                  <a:gd name="T54" fmla="*/ 4 w 680"/>
                  <a:gd name="T55" fmla="*/ 392 h 937"/>
                  <a:gd name="T56" fmla="*/ 17 w 680"/>
                  <a:gd name="T57" fmla="*/ 322 h 937"/>
                  <a:gd name="T58" fmla="*/ 27 w 680"/>
                  <a:gd name="T59" fmla="*/ 253 h 937"/>
                  <a:gd name="T60" fmla="*/ 39 w 680"/>
                  <a:gd name="T61" fmla="*/ 220 h 937"/>
                  <a:gd name="T62" fmla="*/ 56 w 680"/>
                  <a:gd name="T63" fmla="*/ 190 h 937"/>
                  <a:gd name="T64" fmla="*/ 65 w 680"/>
                  <a:gd name="T65" fmla="*/ 169 h 937"/>
                  <a:gd name="T66" fmla="*/ 77 w 680"/>
                  <a:gd name="T67" fmla="*/ 146 h 937"/>
                  <a:gd name="T68" fmla="*/ 82 w 680"/>
                  <a:gd name="T69" fmla="*/ 127 h 937"/>
                  <a:gd name="T70" fmla="*/ 97 w 680"/>
                  <a:gd name="T71" fmla="*/ 88 h 937"/>
                  <a:gd name="T72" fmla="*/ 123 w 680"/>
                  <a:gd name="T73" fmla="*/ 52 h 937"/>
                  <a:gd name="T74" fmla="*/ 137 w 680"/>
                  <a:gd name="T75" fmla="*/ 45 h 937"/>
                  <a:gd name="T76" fmla="*/ 149 w 680"/>
                  <a:gd name="T77" fmla="*/ 34 h 937"/>
                  <a:gd name="T78" fmla="*/ 163 w 680"/>
                  <a:gd name="T79" fmla="*/ 13 h 937"/>
                  <a:gd name="T80" fmla="*/ 172 w 680"/>
                  <a:gd name="T81" fmla="*/ 1 h 937"/>
                  <a:gd name="T82" fmla="*/ 182 w 680"/>
                  <a:gd name="T83" fmla="*/ 4 h 937"/>
                  <a:gd name="T84" fmla="*/ 205 w 680"/>
                  <a:gd name="T85" fmla="*/ 17 h 937"/>
                  <a:gd name="T86" fmla="*/ 229 w 680"/>
                  <a:gd name="T87" fmla="*/ 28 h 937"/>
                  <a:gd name="T88" fmla="*/ 253 w 680"/>
                  <a:gd name="T89" fmla="*/ 33 h 937"/>
                  <a:gd name="T90" fmla="*/ 289 w 680"/>
                  <a:gd name="T91" fmla="*/ 44 h 937"/>
                  <a:gd name="T92" fmla="*/ 296 w 680"/>
                  <a:gd name="T93" fmla="*/ 41 h 937"/>
                  <a:gd name="T94" fmla="*/ 310 w 680"/>
                  <a:gd name="T95" fmla="*/ 56 h 937"/>
                  <a:gd name="T96" fmla="*/ 320 w 680"/>
                  <a:gd name="T97" fmla="*/ 75 h 937"/>
                  <a:gd name="T98" fmla="*/ 318 w 680"/>
                  <a:gd name="T99" fmla="*/ 89 h 937"/>
                  <a:gd name="T100" fmla="*/ 332 w 680"/>
                  <a:gd name="T101" fmla="*/ 126 h 937"/>
                  <a:gd name="T102" fmla="*/ 324 w 680"/>
                  <a:gd name="T103" fmla="*/ 127 h 937"/>
                  <a:gd name="T104" fmla="*/ 313 w 680"/>
                  <a:gd name="T105" fmla="*/ 119 h 937"/>
                  <a:gd name="T106" fmla="*/ 314 w 680"/>
                  <a:gd name="T107" fmla="*/ 136 h 937"/>
                  <a:gd name="T108" fmla="*/ 332 w 680"/>
                  <a:gd name="T109" fmla="*/ 173 h 937"/>
                  <a:gd name="T110" fmla="*/ 342 w 680"/>
                  <a:gd name="T111" fmla="*/ 201 h 937"/>
                  <a:gd name="T112" fmla="*/ 355 w 680"/>
                  <a:gd name="T113" fmla="*/ 219 h 93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80" h="937">
                    <a:moveTo>
                      <a:pt x="655" y="412"/>
                    </a:moveTo>
                    <a:lnTo>
                      <a:pt x="657" y="419"/>
                    </a:lnTo>
                    <a:lnTo>
                      <a:pt x="658" y="427"/>
                    </a:lnTo>
                    <a:lnTo>
                      <a:pt x="658" y="436"/>
                    </a:lnTo>
                    <a:lnTo>
                      <a:pt x="658" y="444"/>
                    </a:lnTo>
                    <a:lnTo>
                      <a:pt x="651" y="444"/>
                    </a:lnTo>
                    <a:lnTo>
                      <a:pt x="644" y="446"/>
                    </a:lnTo>
                    <a:lnTo>
                      <a:pt x="637" y="450"/>
                    </a:lnTo>
                    <a:lnTo>
                      <a:pt x="632" y="452"/>
                    </a:lnTo>
                    <a:lnTo>
                      <a:pt x="621" y="453"/>
                    </a:lnTo>
                    <a:lnTo>
                      <a:pt x="609" y="450"/>
                    </a:lnTo>
                    <a:lnTo>
                      <a:pt x="596" y="443"/>
                    </a:lnTo>
                    <a:lnTo>
                      <a:pt x="582" y="433"/>
                    </a:lnTo>
                    <a:lnTo>
                      <a:pt x="570" y="423"/>
                    </a:lnTo>
                    <a:lnTo>
                      <a:pt x="559" y="413"/>
                    </a:lnTo>
                    <a:lnTo>
                      <a:pt x="550" y="402"/>
                    </a:lnTo>
                    <a:lnTo>
                      <a:pt x="543" y="394"/>
                    </a:lnTo>
                    <a:lnTo>
                      <a:pt x="537" y="398"/>
                    </a:lnTo>
                    <a:lnTo>
                      <a:pt x="531" y="400"/>
                    </a:lnTo>
                    <a:lnTo>
                      <a:pt x="526" y="404"/>
                    </a:lnTo>
                    <a:lnTo>
                      <a:pt x="520" y="406"/>
                    </a:lnTo>
                    <a:lnTo>
                      <a:pt x="508" y="406"/>
                    </a:lnTo>
                    <a:lnTo>
                      <a:pt x="497" y="406"/>
                    </a:lnTo>
                    <a:lnTo>
                      <a:pt x="485" y="405"/>
                    </a:lnTo>
                    <a:lnTo>
                      <a:pt x="475" y="404"/>
                    </a:lnTo>
                    <a:lnTo>
                      <a:pt x="465" y="401"/>
                    </a:lnTo>
                    <a:lnTo>
                      <a:pt x="455" y="400"/>
                    </a:lnTo>
                    <a:lnTo>
                      <a:pt x="447" y="397"/>
                    </a:lnTo>
                    <a:lnTo>
                      <a:pt x="440" y="393"/>
                    </a:lnTo>
                    <a:lnTo>
                      <a:pt x="432" y="387"/>
                    </a:lnTo>
                    <a:lnTo>
                      <a:pt x="422" y="379"/>
                    </a:lnTo>
                    <a:lnTo>
                      <a:pt x="408" y="370"/>
                    </a:lnTo>
                    <a:lnTo>
                      <a:pt x="393" y="361"/>
                    </a:lnTo>
                    <a:lnTo>
                      <a:pt x="377" y="353"/>
                    </a:lnTo>
                    <a:lnTo>
                      <a:pt x="363" y="348"/>
                    </a:lnTo>
                    <a:lnTo>
                      <a:pt x="351" y="347"/>
                    </a:lnTo>
                    <a:lnTo>
                      <a:pt x="340" y="353"/>
                    </a:lnTo>
                    <a:lnTo>
                      <a:pt x="336" y="361"/>
                    </a:lnTo>
                    <a:lnTo>
                      <a:pt x="336" y="374"/>
                    </a:lnTo>
                    <a:lnTo>
                      <a:pt x="339" y="390"/>
                    </a:lnTo>
                    <a:lnTo>
                      <a:pt x="346" y="409"/>
                    </a:lnTo>
                    <a:lnTo>
                      <a:pt x="355" y="432"/>
                    </a:lnTo>
                    <a:lnTo>
                      <a:pt x="367" y="457"/>
                    </a:lnTo>
                    <a:lnTo>
                      <a:pt x="381" y="483"/>
                    </a:lnTo>
                    <a:lnTo>
                      <a:pt x="394" y="510"/>
                    </a:lnTo>
                    <a:lnTo>
                      <a:pt x="409" y="537"/>
                    </a:lnTo>
                    <a:lnTo>
                      <a:pt x="426" y="564"/>
                    </a:lnTo>
                    <a:lnTo>
                      <a:pt x="440" y="588"/>
                    </a:lnTo>
                    <a:lnTo>
                      <a:pt x="455" y="611"/>
                    </a:lnTo>
                    <a:lnTo>
                      <a:pt x="468" y="632"/>
                    </a:lnTo>
                    <a:lnTo>
                      <a:pt x="481" y="649"/>
                    </a:lnTo>
                    <a:lnTo>
                      <a:pt x="491" y="663"/>
                    </a:lnTo>
                    <a:lnTo>
                      <a:pt x="498" y="671"/>
                    </a:lnTo>
                    <a:lnTo>
                      <a:pt x="505" y="671"/>
                    </a:lnTo>
                    <a:lnTo>
                      <a:pt x="515" y="673"/>
                    </a:lnTo>
                    <a:lnTo>
                      <a:pt x="528" y="677"/>
                    </a:lnTo>
                    <a:lnTo>
                      <a:pt x="543" y="681"/>
                    </a:lnTo>
                    <a:lnTo>
                      <a:pt x="559" y="686"/>
                    </a:lnTo>
                    <a:lnTo>
                      <a:pt x="574" y="690"/>
                    </a:lnTo>
                    <a:lnTo>
                      <a:pt x="588" y="694"/>
                    </a:lnTo>
                    <a:lnTo>
                      <a:pt x="599" y="696"/>
                    </a:lnTo>
                    <a:lnTo>
                      <a:pt x="610" y="697"/>
                    </a:lnTo>
                    <a:lnTo>
                      <a:pt x="620" y="696"/>
                    </a:lnTo>
                    <a:lnTo>
                      <a:pt x="631" y="694"/>
                    </a:lnTo>
                    <a:lnTo>
                      <a:pt x="641" y="690"/>
                    </a:lnTo>
                    <a:lnTo>
                      <a:pt x="650" y="686"/>
                    </a:lnTo>
                    <a:lnTo>
                      <a:pt x="661" y="682"/>
                    </a:lnTo>
                    <a:lnTo>
                      <a:pt x="670" y="678"/>
                    </a:lnTo>
                    <a:lnTo>
                      <a:pt x="678" y="674"/>
                    </a:lnTo>
                    <a:lnTo>
                      <a:pt x="680" y="705"/>
                    </a:lnTo>
                    <a:lnTo>
                      <a:pt x="679" y="739"/>
                    </a:lnTo>
                    <a:lnTo>
                      <a:pt x="673" y="771"/>
                    </a:lnTo>
                    <a:lnTo>
                      <a:pt x="663" y="795"/>
                    </a:lnTo>
                    <a:lnTo>
                      <a:pt x="659" y="806"/>
                    </a:lnTo>
                    <a:lnTo>
                      <a:pt x="655" y="825"/>
                    </a:lnTo>
                    <a:lnTo>
                      <a:pt x="651" y="846"/>
                    </a:lnTo>
                    <a:lnTo>
                      <a:pt x="650" y="859"/>
                    </a:lnTo>
                    <a:lnTo>
                      <a:pt x="650" y="876"/>
                    </a:lnTo>
                    <a:lnTo>
                      <a:pt x="651" y="899"/>
                    </a:lnTo>
                    <a:lnTo>
                      <a:pt x="651" y="922"/>
                    </a:lnTo>
                    <a:lnTo>
                      <a:pt x="651" y="937"/>
                    </a:lnTo>
                    <a:lnTo>
                      <a:pt x="634" y="937"/>
                    </a:lnTo>
                    <a:lnTo>
                      <a:pt x="610" y="937"/>
                    </a:lnTo>
                    <a:lnTo>
                      <a:pt x="579" y="937"/>
                    </a:lnTo>
                    <a:lnTo>
                      <a:pt x="543" y="937"/>
                    </a:lnTo>
                    <a:lnTo>
                      <a:pt x="504" y="937"/>
                    </a:lnTo>
                    <a:lnTo>
                      <a:pt x="460" y="937"/>
                    </a:lnTo>
                    <a:lnTo>
                      <a:pt x="415" y="937"/>
                    </a:lnTo>
                    <a:lnTo>
                      <a:pt x="368" y="937"/>
                    </a:lnTo>
                    <a:lnTo>
                      <a:pt x="321" y="937"/>
                    </a:lnTo>
                    <a:lnTo>
                      <a:pt x="275" y="937"/>
                    </a:lnTo>
                    <a:lnTo>
                      <a:pt x="230" y="937"/>
                    </a:lnTo>
                    <a:lnTo>
                      <a:pt x="187" y="937"/>
                    </a:lnTo>
                    <a:lnTo>
                      <a:pt x="148" y="937"/>
                    </a:lnTo>
                    <a:lnTo>
                      <a:pt x="113" y="937"/>
                    </a:lnTo>
                    <a:lnTo>
                      <a:pt x="85" y="937"/>
                    </a:lnTo>
                    <a:lnTo>
                      <a:pt x="62" y="937"/>
                    </a:lnTo>
                    <a:lnTo>
                      <a:pt x="60" y="924"/>
                    </a:lnTo>
                    <a:lnTo>
                      <a:pt x="60" y="906"/>
                    </a:lnTo>
                    <a:lnTo>
                      <a:pt x="63" y="888"/>
                    </a:lnTo>
                    <a:lnTo>
                      <a:pt x="67" y="875"/>
                    </a:lnTo>
                    <a:lnTo>
                      <a:pt x="59" y="867"/>
                    </a:lnTo>
                    <a:lnTo>
                      <a:pt x="49" y="857"/>
                    </a:lnTo>
                    <a:lnTo>
                      <a:pt x="40" y="847"/>
                    </a:lnTo>
                    <a:lnTo>
                      <a:pt x="29" y="837"/>
                    </a:lnTo>
                    <a:lnTo>
                      <a:pt x="20" y="825"/>
                    </a:lnTo>
                    <a:lnTo>
                      <a:pt x="12" y="814"/>
                    </a:lnTo>
                    <a:lnTo>
                      <a:pt x="6" y="802"/>
                    </a:lnTo>
                    <a:lnTo>
                      <a:pt x="3" y="792"/>
                    </a:lnTo>
                    <a:lnTo>
                      <a:pt x="0" y="769"/>
                    </a:lnTo>
                    <a:lnTo>
                      <a:pt x="2" y="743"/>
                    </a:lnTo>
                    <a:lnTo>
                      <a:pt x="7" y="718"/>
                    </a:lnTo>
                    <a:lnTo>
                      <a:pt x="17" y="696"/>
                    </a:lnTo>
                    <a:lnTo>
                      <a:pt x="26" y="668"/>
                    </a:lnTo>
                    <a:lnTo>
                      <a:pt x="30" y="630"/>
                    </a:lnTo>
                    <a:lnTo>
                      <a:pt x="32" y="591"/>
                    </a:lnTo>
                    <a:lnTo>
                      <a:pt x="33" y="560"/>
                    </a:lnTo>
                    <a:lnTo>
                      <a:pt x="36" y="531"/>
                    </a:lnTo>
                    <a:lnTo>
                      <a:pt x="42" y="497"/>
                    </a:lnTo>
                    <a:lnTo>
                      <a:pt x="49" y="463"/>
                    </a:lnTo>
                    <a:lnTo>
                      <a:pt x="55" y="440"/>
                    </a:lnTo>
                    <a:lnTo>
                      <a:pt x="58" y="430"/>
                    </a:lnTo>
                    <a:lnTo>
                      <a:pt x="64" y="417"/>
                    </a:lnTo>
                    <a:lnTo>
                      <a:pt x="71" y="404"/>
                    </a:lnTo>
                    <a:lnTo>
                      <a:pt x="80" y="389"/>
                    </a:lnTo>
                    <a:lnTo>
                      <a:pt x="88" y="374"/>
                    </a:lnTo>
                    <a:lnTo>
                      <a:pt x="96" y="360"/>
                    </a:lnTo>
                    <a:lnTo>
                      <a:pt x="103" y="348"/>
                    </a:lnTo>
                    <a:lnTo>
                      <a:pt x="106" y="339"/>
                    </a:lnTo>
                    <a:lnTo>
                      <a:pt x="110" y="331"/>
                    </a:lnTo>
                    <a:lnTo>
                      <a:pt x="114" y="321"/>
                    </a:lnTo>
                    <a:lnTo>
                      <a:pt x="119" y="309"/>
                    </a:lnTo>
                    <a:lnTo>
                      <a:pt x="126" y="296"/>
                    </a:lnTo>
                    <a:lnTo>
                      <a:pt x="132" y="285"/>
                    </a:lnTo>
                    <a:lnTo>
                      <a:pt x="136" y="276"/>
                    </a:lnTo>
                    <a:lnTo>
                      <a:pt x="141" y="268"/>
                    </a:lnTo>
                    <a:lnTo>
                      <a:pt x="144" y="262"/>
                    </a:lnTo>
                    <a:lnTo>
                      <a:pt x="147" y="255"/>
                    </a:lnTo>
                    <a:lnTo>
                      <a:pt x="149" y="246"/>
                    </a:lnTo>
                    <a:lnTo>
                      <a:pt x="151" y="233"/>
                    </a:lnTo>
                    <a:lnTo>
                      <a:pt x="154" y="212"/>
                    </a:lnTo>
                    <a:lnTo>
                      <a:pt x="158" y="199"/>
                    </a:lnTo>
                    <a:lnTo>
                      <a:pt x="165" y="181"/>
                    </a:lnTo>
                    <a:lnTo>
                      <a:pt x="177" y="162"/>
                    </a:lnTo>
                    <a:lnTo>
                      <a:pt x="189" y="142"/>
                    </a:lnTo>
                    <a:lnTo>
                      <a:pt x="202" y="124"/>
                    </a:lnTo>
                    <a:lnTo>
                      <a:pt x="215" y="106"/>
                    </a:lnTo>
                    <a:lnTo>
                      <a:pt x="226" y="95"/>
                    </a:lnTo>
                    <a:lnTo>
                      <a:pt x="235" y="88"/>
                    </a:lnTo>
                    <a:lnTo>
                      <a:pt x="241" y="86"/>
                    </a:lnTo>
                    <a:lnTo>
                      <a:pt x="246" y="83"/>
                    </a:lnTo>
                    <a:lnTo>
                      <a:pt x="252" y="83"/>
                    </a:lnTo>
                    <a:lnTo>
                      <a:pt x="258" y="83"/>
                    </a:lnTo>
                    <a:lnTo>
                      <a:pt x="262" y="79"/>
                    </a:lnTo>
                    <a:lnTo>
                      <a:pt x="268" y="72"/>
                    </a:lnTo>
                    <a:lnTo>
                      <a:pt x="273" y="63"/>
                    </a:lnTo>
                    <a:lnTo>
                      <a:pt x="280" y="52"/>
                    </a:lnTo>
                    <a:lnTo>
                      <a:pt x="287" y="42"/>
                    </a:lnTo>
                    <a:lnTo>
                      <a:pt x="293" y="31"/>
                    </a:lnTo>
                    <a:lnTo>
                      <a:pt x="298" y="23"/>
                    </a:lnTo>
                    <a:lnTo>
                      <a:pt x="301" y="19"/>
                    </a:lnTo>
                    <a:lnTo>
                      <a:pt x="306" y="12"/>
                    </a:lnTo>
                    <a:lnTo>
                      <a:pt x="310" y="6"/>
                    </a:lnTo>
                    <a:lnTo>
                      <a:pt x="315" y="2"/>
                    </a:lnTo>
                    <a:lnTo>
                      <a:pt x="320" y="0"/>
                    </a:lnTo>
                    <a:lnTo>
                      <a:pt x="323" y="3"/>
                    </a:lnTo>
                    <a:lnTo>
                      <a:pt x="328" y="6"/>
                    </a:lnTo>
                    <a:lnTo>
                      <a:pt x="333" y="8"/>
                    </a:lnTo>
                    <a:lnTo>
                      <a:pt x="338" y="12"/>
                    </a:lnTo>
                    <a:lnTo>
                      <a:pt x="349" y="19"/>
                    </a:lnTo>
                    <a:lnTo>
                      <a:pt x="362" y="26"/>
                    </a:lnTo>
                    <a:lnTo>
                      <a:pt x="375" y="31"/>
                    </a:lnTo>
                    <a:lnTo>
                      <a:pt x="388" y="38"/>
                    </a:lnTo>
                    <a:lnTo>
                      <a:pt x="400" y="44"/>
                    </a:lnTo>
                    <a:lnTo>
                      <a:pt x="411" y="49"/>
                    </a:lnTo>
                    <a:lnTo>
                      <a:pt x="419" y="51"/>
                    </a:lnTo>
                    <a:lnTo>
                      <a:pt x="426" y="53"/>
                    </a:lnTo>
                    <a:lnTo>
                      <a:pt x="434" y="55"/>
                    </a:lnTo>
                    <a:lnTo>
                      <a:pt x="447" y="58"/>
                    </a:lnTo>
                    <a:lnTo>
                      <a:pt x="464" y="61"/>
                    </a:lnTo>
                    <a:lnTo>
                      <a:pt x="481" y="67"/>
                    </a:lnTo>
                    <a:lnTo>
                      <a:pt x="498" y="72"/>
                    </a:lnTo>
                    <a:lnTo>
                      <a:pt x="515" y="76"/>
                    </a:lnTo>
                    <a:lnTo>
                      <a:pt x="530" y="81"/>
                    </a:lnTo>
                    <a:lnTo>
                      <a:pt x="541" y="84"/>
                    </a:lnTo>
                    <a:lnTo>
                      <a:pt x="542" y="82"/>
                    </a:lnTo>
                    <a:lnTo>
                      <a:pt x="543" y="79"/>
                    </a:lnTo>
                    <a:lnTo>
                      <a:pt x="543" y="75"/>
                    </a:lnTo>
                    <a:lnTo>
                      <a:pt x="544" y="71"/>
                    </a:lnTo>
                    <a:lnTo>
                      <a:pt x="553" y="81"/>
                    </a:lnTo>
                    <a:lnTo>
                      <a:pt x="561" y="91"/>
                    </a:lnTo>
                    <a:lnTo>
                      <a:pt x="568" y="102"/>
                    </a:lnTo>
                    <a:lnTo>
                      <a:pt x="575" y="112"/>
                    </a:lnTo>
                    <a:lnTo>
                      <a:pt x="580" y="121"/>
                    </a:lnTo>
                    <a:lnTo>
                      <a:pt x="583" y="131"/>
                    </a:lnTo>
                    <a:lnTo>
                      <a:pt x="586" y="137"/>
                    </a:lnTo>
                    <a:lnTo>
                      <a:pt x="584" y="142"/>
                    </a:lnTo>
                    <a:lnTo>
                      <a:pt x="582" y="149"/>
                    </a:lnTo>
                    <a:lnTo>
                      <a:pt x="582" y="156"/>
                    </a:lnTo>
                    <a:lnTo>
                      <a:pt x="583" y="164"/>
                    </a:lnTo>
                    <a:lnTo>
                      <a:pt x="588" y="171"/>
                    </a:lnTo>
                    <a:lnTo>
                      <a:pt x="595" y="184"/>
                    </a:lnTo>
                    <a:lnTo>
                      <a:pt x="603" y="205"/>
                    </a:lnTo>
                    <a:lnTo>
                      <a:pt x="609" y="231"/>
                    </a:lnTo>
                    <a:lnTo>
                      <a:pt x="609" y="251"/>
                    </a:lnTo>
                    <a:lnTo>
                      <a:pt x="604" y="245"/>
                    </a:lnTo>
                    <a:lnTo>
                      <a:pt x="598" y="238"/>
                    </a:lnTo>
                    <a:lnTo>
                      <a:pt x="594" y="232"/>
                    </a:lnTo>
                    <a:lnTo>
                      <a:pt x="588" y="226"/>
                    </a:lnTo>
                    <a:lnTo>
                      <a:pt x="583" y="222"/>
                    </a:lnTo>
                    <a:lnTo>
                      <a:pt x="579" y="219"/>
                    </a:lnTo>
                    <a:lnTo>
                      <a:pt x="574" y="219"/>
                    </a:lnTo>
                    <a:lnTo>
                      <a:pt x="571" y="222"/>
                    </a:lnTo>
                    <a:lnTo>
                      <a:pt x="567" y="231"/>
                    </a:lnTo>
                    <a:lnTo>
                      <a:pt x="571" y="240"/>
                    </a:lnTo>
                    <a:lnTo>
                      <a:pt x="576" y="249"/>
                    </a:lnTo>
                    <a:lnTo>
                      <a:pt x="584" y="257"/>
                    </a:lnTo>
                    <a:lnTo>
                      <a:pt x="593" y="269"/>
                    </a:lnTo>
                    <a:lnTo>
                      <a:pt x="602" y="289"/>
                    </a:lnTo>
                    <a:lnTo>
                      <a:pt x="608" y="318"/>
                    </a:lnTo>
                    <a:lnTo>
                      <a:pt x="608" y="351"/>
                    </a:lnTo>
                    <a:lnTo>
                      <a:pt x="613" y="354"/>
                    </a:lnTo>
                    <a:lnTo>
                      <a:pt x="620" y="360"/>
                    </a:lnTo>
                    <a:lnTo>
                      <a:pt x="627" y="368"/>
                    </a:lnTo>
                    <a:lnTo>
                      <a:pt x="634" y="376"/>
                    </a:lnTo>
                    <a:lnTo>
                      <a:pt x="641" y="384"/>
                    </a:lnTo>
                    <a:lnTo>
                      <a:pt x="647" y="393"/>
                    </a:lnTo>
                    <a:lnTo>
                      <a:pt x="651" y="402"/>
                    </a:lnTo>
                    <a:lnTo>
                      <a:pt x="655" y="41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0" name="Freeform 81">
                <a:extLst>
                  <a:ext uri="{FF2B5EF4-FFF2-40B4-BE49-F238E27FC236}">
                    <a16:creationId xmlns:a16="http://schemas.microsoft.com/office/drawing/2014/main" id="{7B3AE6BD-0A46-4C3D-94BE-FEBD3D4396CB}"/>
                  </a:ext>
                </a:extLst>
              </p:cNvPr>
              <p:cNvSpPr>
                <a:spLocks/>
              </p:cNvSpPr>
              <p:nvPr/>
            </p:nvSpPr>
            <p:spPr bwMode="auto">
              <a:xfrm>
                <a:off x="3391" y="2861"/>
                <a:ext cx="243" cy="273"/>
              </a:xfrm>
              <a:custGeom>
                <a:avLst/>
                <a:gdLst>
                  <a:gd name="T0" fmla="*/ 236 w 446"/>
                  <a:gd name="T1" fmla="*/ 202 h 501"/>
                  <a:gd name="T2" fmla="*/ 231 w 446"/>
                  <a:gd name="T3" fmla="*/ 190 h 501"/>
                  <a:gd name="T4" fmla="*/ 235 w 446"/>
                  <a:gd name="T5" fmla="*/ 184 h 501"/>
                  <a:gd name="T6" fmla="*/ 233 w 446"/>
                  <a:gd name="T7" fmla="*/ 173 h 501"/>
                  <a:gd name="T8" fmla="*/ 230 w 446"/>
                  <a:gd name="T9" fmla="*/ 165 h 501"/>
                  <a:gd name="T10" fmla="*/ 235 w 446"/>
                  <a:gd name="T11" fmla="*/ 156 h 501"/>
                  <a:gd name="T12" fmla="*/ 232 w 446"/>
                  <a:gd name="T13" fmla="*/ 146 h 501"/>
                  <a:gd name="T14" fmla="*/ 236 w 446"/>
                  <a:gd name="T15" fmla="*/ 140 h 501"/>
                  <a:gd name="T16" fmla="*/ 242 w 446"/>
                  <a:gd name="T17" fmla="*/ 136 h 501"/>
                  <a:gd name="T18" fmla="*/ 239 w 446"/>
                  <a:gd name="T19" fmla="*/ 128 h 501"/>
                  <a:gd name="T20" fmla="*/ 226 w 446"/>
                  <a:gd name="T21" fmla="*/ 117 h 501"/>
                  <a:gd name="T22" fmla="*/ 214 w 446"/>
                  <a:gd name="T23" fmla="*/ 103 h 501"/>
                  <a:gd name="T24" fmla="*/ 212 w 446"/>
                  <a:gd name="T25" fmla="*/ 89 h 501"/>
                  <a:gd name="T26" fmla="*/ 214 w 446"/>
                  <a:gd name="T27" fmla="*/ 80 h 501"/>
                  <a:gd name="T28" fmla="*/ 211 w 446"/>
                  <a:gd name="T29" fmla="*/ 74 h 501"/>
                  <a:gd name="T30" fmla="*/ 203 w 446"/>
                  <a:gd name="T31" fmla="*/ 64 h 501"/>
                  <a:gd name="T32" fmla="*/ 188 w 446"/>
                  <a:gd name="T33" fmla="*/ 47 h 501"/>
                  <a:gd name="T34" fmla="*/ 181 w 446"/>
                  <a:gd name="T35" fmla="*/ 37 h 501"/>
                  <a:gd name="T36" fmla="*/ 180 w 446"/>
                  <a:gd name="T37" fmla="*/ 22 h 501"/>
                  <a:gd name="T38" fmla="*/ 171 w 446"/>
                  <a:gd name="T39" fmla="*/ 17 h 501"/>
                  <a:gd name="T40" fmla="*/ 162 w 446"/>
                  <a:gd name="T41" fmla="*/ 16 h 501"/>
                  <a:gd name="T42" fmla="*/ 155 w 446"/>
                  <a:gd name="T43" fmla="*/ 8 h 501"/>
                  <a:gd name="T44" fmla="*/ 148 w 446"/>
                  <a:gd name="T45" fmla="*/ 2 h 501"/>
                  <a:gd name="T46" fmla="*/ 140 w 446"/>
                  <a:gd name="T47" fmla="*/ 0 h 501"/>
                  <a:gd name="T48" fmla="*/ 131 w 446"/>
                  <a:gd name="T49" fmla="*/ 2 h 501"/>
                  <a:gd name="T50" fmla="*/ 123 w 446"/>
                  <a:gd name="T51" fmla="*/ 3 h 501"/>
                  <a:gd name="T52" fmla="*/ 113 w 446"/>
                  <a:gd name="T53" fmla="*/ 4 h 501"/>
                  <a:gd name="T54" fmla="*/ 104 w 446"/>
                  <a:gd name="T55" fmla="*/ 9 h 501"/>
                  <a:gd name="T56" fmla="*/ 98 w 446"/>
                  <a:gd name="T57" fmla="*/ 11 h 501"/>
                  <a:gd name="T58" fmla="*/ 86 w 446"/>
                  <a:gd name="T59" fmla="*/ 14 h 501"/>
                  <a:gd name="T60" fmla="*/ 71 w 446"/>
                  <a:gd name="T61" fmla="*/ 16 h 501"/>
                  <a:gd name="T62" fmla="*/ 50 w 446"/>
                  <a:gd name="T63" fmla="*/ 28 h 501"/>
                  <a:gd name="T64" fmla="*/ 27 w 446"/>
                  <a:gd name="T65" fmla="*/ 48 h 501"/>
                  <a:gd name="T66" fmla="*/ 10 w 446"/>
                  <a:gd name="T67" fmla="*/ 71 h 501"/>
                  <a:gd name="T68" fmla="*/ 0 w 446"/>
                  <a:gd name="T69" fmla="*/ 108 h 501"/>
                  <a:gd name="T70" fmla="*/ 4 w 446"/>
                  <a:gd name="T71" fmla="*/ 135 h 501"/>
                  <a:gd name="T72" fmla="*/ 9 w 446"/>
                  <a:gd name="T73" fmla="*/ 152 h 501"/>
                  <a:gd name="T74" fmla="*/ 9 w 446"/>
                  <a:gd name="T75" fmla="*/ 165 h 501"/>
                  <a:gd name="T76" fmla="*/ 17 w 446"/>
                  <a:gd name="T77" fmla="*/ 175 h 501"/>
                  <a:gd name="T78" fmla="*/ 27 w 446"/>
                  <a:gd name="T79" fmla="*/ 185 h 501"/>
                  <a:gd name="T80" fmla="*/ 30 w 446"/>
                  <a:gd name="T81" fmla="*/ 197 h 501"/>
                  <a:gd name="T82" fmla="*/ 36 w 446"/>
                  <a:gd name="T83" fmla="*/ 209 h 501"/>
                  <a:gd name="T84" fmla="*/ 46 w 446"/>
                  <a:gd name="T85" fmla="*/ 217 h 501"/>
                  <a:gd name="T86" fmla="*/ 47 w 446"/>
                  <a:gd name="T87" fmla="*/ 220 h 501"/>
                  <a:gd name="T88" fmla="*/ 46 w 446"/>
                  <a:gd name="T89" fmla="*/ 223 h 501"/>
                  <a:gd name="T90" fmla="*/ 53 w 446"/>
                  <a:gd name="T91" fmla="*/ 231 h 501"/>
                  <a:gd name="T92" fmla="*/ 77 w 446"/>
                  <a:gd name="T93" fmla="*/ 244 h 501"/>
                  <a:gd name="T94" fmla="*/ 100 w 446"/>
                  <a:gd name="T95" fmla="*/ 255 h 501"/>
                  <a:gd name="T96" fmla="*/ 117 w 446"/>
                  <a:gd name="T97" fmla="*/ 259 h 501"/>
                  <a:gd name="T98" fmla="*/ 144 w 446"/>
                  <a:gd name="T99" fmla="*/ 266 h 501"/>
                  <a:gd name="T100" fmla="*/ 168 w 446"/>
                  <a:gd name="T101" fmla="*/ 273 h 501"/>
                  <a:gd name="T102" fmla="*/ 171 w 446"/>
                  <a:gd name="T103" fmla="*/ 259 h 501"/>
                  <a:gd name="T104" fmla="*/ 172 w 446"/>
                  <a:gd name="T105" fmla="*/ 250 h 501"/>
                  <a:gd name="T106" fmla="*/ 176 w 446"/>
                  <a:gd name="T107" fmla="*/ 241 h 501"/>
                  <a:gd name="T108" fmla="*/ 179 w 446"/>
                  <a:gd name="T109" fmla="*/ 238 h 501"/>
                  <a:gd name="T110" fmla="*/ 186 w 446"/>
                  <a:gd name="T111" fmla="*/ 235 h 501"/>
                  <a:gd name="T112" fmla="*/ 196 w 446"/>
                  <a:gd name="T113" fmla="*/ 232 h 501"/>
                  <a:gd name="T114" fmla="*/ 205 w 446"/>
                  <a:gd name="T115" fmla="*/ 227 h 501"/>
                  <a:gd name="T116" fmla="*/ 218 w 446"/>
                  <a:gd name="T117" fmla="*/ 222 h 501"/>
                  <a:gd name="T118" fmla="*/ 231 w 446"/>
                  <a:gd name="T119" fmla="*/ 215 h 5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46" h="501">
                    <a:moveTo>
                      <a:pt x="431" y="390"/>
                    </a:moveTo>
                    <a:lnTo>
                      <a:pt x="434" y="382"/>
                    </a:lnTo>
                    <a:lnTo>
                      <a:pt x="433" y="370"/>
                    </a:lnTo>
                    <a:lnTo>
                      <a:pt x="430" y="359"/>
                    </a:lnTo>
                    <a:lnTo>
                      <a:pt x="423" y="352"/>
                    </a:lnTo>
                    <a:lnTo>
                      <a:pt x="424" y="348"/>
                    </a:lnTo>
                    <a:lnTo>
                      <a:pt x="426" y="344"/>
                    </a:lnTo>
                    <a:lnTo>
                      <a:pt x="429" y="339"/>
                    </a:lnTo>
                    <a:lnTo>
                      <a:pt x="432" y="337"/>
                    </a:lnTo>
                    <a:lnTo>
                      <a:pt x="433" y="331"/>
                    </a:lnTo>
                    <a:lnTo>
                      <a:pt x="433" y="324"/>
                    </a:lnTo>
                    <a:lnTo>
                      <a:pt x="428" y="318"/>
                    </a:lnTo>
                    <a:lnTo>
                      <a:pt x="416" y="316"/>
                    </a:lnTo>
                    <a:lnTo>
                      <a:pt x="418" y="309"/>
                    </a:lnTo>
                    <a:lnTo>
                      <a:pt x="423" y="302"/>
                    </a:lnTo>
                    <a:lnTo>
                      <a:pt x="428" y="296"/>
                    </a:lnTo>
                    <a:lnTo>
                      <a:pt x="431" y="292"/>
                    </a:lnTo>
                    <a:lnTo>
                      <a:pt x="432" y="287"/>
                    </a:lnTo>
                    <a:lnTo>
                      <a:pt x="433" y="280"/>
                    </a:lnTo>
                    <a:lnTo>
                      <a:pt x="431" y="273"/>
                    </a:lnTo>
                    <a:lnTo>
                      <a:pt x="425" y="268"/>
                    </a:lnTo>
                    <a:lnTo>
                      <a:pt x="428" y="264"/>
                    </a:lnTo>
                    <a:lnTo>
                      <a:pt x="431" y="261"/>
                    </a:lnTo>
                    <a:lnTo>
                      <a:pt x="433" y="257"/>
                    </a:lnTo>
                    <a:lnTo>
                      <a:pt x="437" y="256"/>
                    </a:lnTo>
                    <a:lnTo>
                      <a:pt x="442" y="254"/>
                    </a:lnTo>
                    <a:lnTo>
                      <a:pt x="445" y="249"/>
                    </a:lnTo>
                    <a:lnTo>
                      <a:pt x="446" y="243"/>
                    </a:lnTo>
                    <a:lnTo>
                      <a:pt x="442" y="239"/>
                    </a:lnTo>
                    <a:lnTo>
                      <a:pt x="438" y="235"/>
                    </a:lnTo>
                    <a:lnTo>
                      <a:pt x="431" y="230"/>
                    </a:lnTo>
                    <a:lnTo>
                      <a:pt x="423" y="223"/>
                    </a:lnTo>
                    <a:lnTo>
                      <a:pt x="414" y="215"/>
                    </a:lnTo>
                    <a:lnTo>
                      <a:pt x="404" y="207"/>
                    </a:lnTo>
                    <a:lnTo>
                      <a:pt x="398" y="197"/>
                    </a:lnTo>
                    <a:lnTo>
                      <a:pt x="393" y="189"/>
                    </a:lnTo>
                    <a:lnTo>
                      <a:pt x="391" y="182"/>
                    </a:lnTo>
                    <a:lnTo>
                      <a:pt x="389" y="171"/>
                    </a:lnTo>
                    <a:lnTo>
                      <a:pt x="389" y="163"/>
                    </a:lnTo>
                    <a:lnTo>
                      <a:pt x="389" y="156"/>
                    </a:lnTo>
                    <a:lnTo>
                      <a:pt x="391" y="150"/>
                    </a:lnTo>
                    <a:lnTo>
                      <a:pt x="392" y="146"/>
                    </a:lnTo>
                    <a:lnTo>
                      <a:pt x="392" y="141"/>
                    </a:lnTo>
                    <a:lnTo>
                      <a:pt x="391" y="137"/>
                    </a:lnTo>
                    <a:lnTo>
                      <a:pt x="388" y="135"/>
                    </a:lnTo>
                    <a:lnTo>
                      <a:pt x="385" y="132"/>
                    </a:lnTo>
                    <a:lnTo>
                      <a:pt x="379" y="126"/>
                    </a:lnTo>
                    <a:lnTo>
                      <a:pt x="372" y="117"/>
                    </a:lnTo>
                    <a:lnTo>
                      <a:pt x="363" y="106"/>
                    </a:lnTo>
                    <a:lnTo>
                      <a:pt x="354" y="96"/>
                    </a:lnTo>
                    <a:lnTo>
                      <a:pt x="345" y="87"/>
                    </a:lnTo>
                    <a:lnTo>
                      <a:pt x="338" y="79"/>
                    </a:lnTo>
                    <a:lnTo>
                      <a:pt x="332" y="74"/>
                    </a:lnTo>
                    <a:lnTo>
                      <a:pt x="333" y="67"/>
                    </a:lnTo>
                    <a:lnTo>
                      <a:pt x="333" y="59"/>
                    </a:lnTo>
                    <a:lnTo>
                      <a:pt x="333" y="50"/>
                    </a:lnTo>
                    <a:lnTo>
                      <a:pt x="331" y="41"/>
                    </a:lnTo>
                    <a:lnTo>
                      <a:pt x="327" y="35"/>
                    </a:lnTo>
                    <a:lnTo>
                      <a:pt x="320" y="32"/>
                    </a:lnTo>
                    <a:lnTo>
                      <a:pt x="313" y="32"/>
                    </a:lnTo>
                    <a:lnTo>
                      <a:pt x="307" y="33"/>
                    </a:lnTo>
                    <a:lnTo>
                      <a:pt x="303" y="32"/>
                    </a:lnTo>
                    <a:lnTo>
                      <a:pt x="298" y="29"/>
                    </a:lnTo>
                    <a:lnTo>
                      <a:pt x="294" y="25"/>
                    </a:lnTo>
                    <a:lnTo>
                      <a:pt x="289" y="20"/>
                    </a:lnTo>
                    <a:lnTo>
                      <a:pt x="284" y="15"/>
                    </a:lnTo>
                    <a:lnTo>
                      <a:pt x="279" y="11"/>
                    </a:lnTo>
                    <a:lnTo>
                      <a:pt x="274" y="7"/>
                    </a:lnTo>
                    <a:lnTo>
                      <a:pt x="271" y="4"/>
                    </a:lnTo>
                    <a:lnTo>
                      <a:pt x="267" y="2"/>
                    </a:lnTo>
                    <a:lnTo>
                      <a:pt x="263" y="2"/>
                    </a:lnTo>
                    <a:lnTo>
                      <a:pt x="257" y="0"/>
                    </a:lnTo>
                    <a:lnTo>
                      <a:pt x="252" y="2"/>
                    </a:lnTo>
                    <a:lnTo>
                      <a:pt x="247" y="3"/>
                    </a:lnTo>
                    <a:lnTo>
                      <a:pt x="241" y="4"/>
                    </a:lnTo>
                    <a:lnTo>
                      <a:pt x="236" y="5"/>
                    </a:lnTo>
                    <a:lnTo>
                      <a:pt x="233" y="7"/>
                    </a:lnTo>
                    <a:lnTo>
                      <a:pt x="226" y="6"/>
                    </a:lnTo>
                    <a:lnTo>
                      <a:pt x="220" y="6"/>
                    </a:lnTo>
                    <a:lnTo>
                      <a:pt x="213" y="7"/>
                    </a:lnTo>
                    <a:lnTo>
                      <a:pt x="207" y="8"/>
                    </a:lnTo>
                    <a:lnTo>
                      <a:pt x="201" y="12"/>
                    </a:lnTo>
                    <a:lnTo>
                      <a:pt x="196" y="14"/>
                    </a:lnTo>
                    <a:lnTo>
                      <a:pt x="191" y="17"/>
                    </a:lnTo>
                    <a:lnTo>
                      <a:pt x="188" y="18"/>
                    </a:lnTo>
                    <a:lnTo>
                      <a:pt x="184" y="19"/>
                    </a:lnTo>
                    <a:lnTo>
                      <a:pt x="179" y="20"/>
                    </a:lnTo>
                    <a:lnTo>
                      <a:pt x="173" y="22"/>
                    </a:lnTo>
                    <a:lnTo>
                      <a:pt x="165" y="23"/>
                    </a:lnTo>
                    <a:lnTo>
                      <a:pt x="157" y="26"/>
                    </a:lnTo>
                    <a:lnTo>
                      <a:pt x="148" y="27"/>
                    </a:lnTo>
                    <a:lnTo>
                      <a:pt x="140" y="29"/>
                    </a:lnTo>
                    <a:lnTo>
                      <a:pt x="130" y="30"/>
                    </a:lnTo>
                    <a:lnTo>
                      <a:pt x="120" y="34"/>
                    </a:lnTo>
                    <a:lnTo>
                      <a:pt x="107" y="42"/>
                    </a:lnTo>
                    <a:lnTo>
                      <a:pt x="92" y="52"/>
                    </a:lnTo>
                    <a:lnTo>
                      <a:pt x="77" y="64"/>
                    </a:lnTo>
                    <a:lnTo>
                      <a:pt x="62" y="76"/>
                    </a:lnTo>
                    <a:lnTo>
                      <a:pt x="50" y="89"/>
                    </a:lnTo>
                    <a:lnTo>
                      <a:pt x="38" y="101"/>
                    </a:lnTo>
                    <a:lnTo>
                      <a:pt x="30" y="110"/>
                    </a:lnTo>
                    <a:lnTo>
                      <a:pt x="19" y="131"/>
                    </a:lnTo>
                    <a:lnTo>
                      <a:pt x="11" y="156"/>
                    </a:lnTo>
                    <a:lnTo>
                      <a:pt x="4" y="181"/>
                    </a:lnTo>
                    <a:lnTo>
                      <a:pt x="0" y="199"/>
                    </a:lnTo>
                    <a:lnTo>
                      <a:pt x="0" y="213"/>
                    </a:lnTo>
                    <a:lnTo>
                      <a:pt x="4" y="231"/>
                    </a:lnTo>
                    <a:lnTo>
                      <a:pt x="8" y="248"/>
                    </a:lnTo>
                    <a:lnTo>
                      <a:pt x="12" y="261"/>
                    </a:lnTo>
                    <a:lnTo>
                      <a:pt x="14" y="270"/>
                    </a:lnTo>
                    <a:lnTo>
                      <a:pt x="16" y="279"/>
                    </a:lnTo>
                    <a:lnTo>
                      <a:pt x="16" y="288"/>
                    </a:lnTo>
                    <a:lnTo>
                      <a:pt x="16" y="298"/>
                    </a:lnTo>
                    <a:lnTo>
                      <a:pt x="17" y="302"/>
                    </a:lnTo>
                    <a:lnTo>
                      <a:pt x="21" y="308"/>
                    </a:lnTo>
                    <a:lnTo>
                      <a:pt x="25" y="315"/>
                    </a:lnTo>
                    <a:lnTo>
                      <a:pt x="31" y="322"/>
                    </a:lnTo>
                    <a:lnTo>
                      <a:pt x="37" y="329"/>
                    </a:lnTo>
                    <a:lnTo>
                      <a:pt x="44" y="334"/>
                    </a:lnTo>
                    <a:lnTo>
                      <a:pt x="49" y="340"/>
                    </a:lnTo>
                    <a:lnTo>
                      <a:pt x="53" y="345"/>
                    </a:lnTo>
                    <a:lnTo>
                      <a:pt x="54" y="354"/>
                    </a:lnTo>
                    <a:lnTo>
                      <a:pt x="55" y="362"/>
                    </a:lnTo>
                    <a:lnTo>
                      <a:pt x="58" y="369"/>
                    </a:lnTo>
                    <a:lnTo>
                      <a:pt x="61" y="376"/>
                    </a:lnTo>
                    <a:lnTo>
                      <a:pt x="66" y="383"/>
                    </a:lnTo>
                    <a:lnTo>
                      <a:pt x="74" y="390"/>
                    </a:lnTo>
                    <a:lnTo>
                      <a:pt x="81" y="394"/>
                    </a:lnTo>
                    <a:lnTo>
                      <a:pt x="85" y="398"/>
                    </a:lnTo>
                    <a:lnTo>
                      <a:pt x="87" y="400"/>
                    </a:lnTo>
                    <a:lnTo>
                      <a:pt x="87" y="401"/>
                    </a:lnTo>
                    <a:lnTo>
                      <a:pt x="87" y="404"/>
                    </a:lnTo>
                    <a:lnTo>
                      <a:pt x="85" y="406"/>
                    </a:lnTo>
                    <a:lnTo>
                      <a:pt x="84" y="408"/>
                    </a:lnTo>
                    <a:lnTo>
                      <a:pt x="84" y="410"/>
                    </a:lnTo>
                    <a:lnTo>
                      <a:pt x="85" y="414"/>
                    </a:lnTo>
                    <a:lnTo>
                      <a:pt x="87" y="417"/>
                    </a:lnTo>
                    <a:lnTo>
                      <a:pt x="97" y="424"/>
                    </a:lnTo>
                    <a:lnTo>
                      <a:pt x="111" y="431"/>
                    </a:lnTo>
                    <a:lnTo>
                      <a:pt x="126" y="440"/>
                    </a:lnTo>
                    <a:lnTo>
                      <a:pt x="142" y="448"/>
                    </a:lnTo>
                    <a:lnTo>
                      <a:pt x="158" y="457"/>
                    </a:lnTo>
                    <a:lnTo>
                      <a:pt x="172" y="463"/>
                    </a:lnTo>
                    <a:lnTo>
                      <a:pt x="184" y="468"/>
                    </a:lnTo>
                    <a:lnTo>
                      <a:pt x="193" y="470"/>
                    </a:lnTo>
                    <a:lnTo>
                      <a:pt x="201" y="472"/>
                    </a:lnTo>
                    <a:lnTo>
                      <a:pt x="214" y="475"/>
                    </a:lnTo>
                    <a:lnTo>
                      <a:pt x="231" y="478"/>
                    </a:lnTo>
                    <a:lnTo>
                      <a:pt x="248" y="484"/>
                    </a:lnTo>
                    <a:lnTo>
                      <a:pt x="265" y="489"/>
                    </a:lnTo>
                    <a:lnTo>
                      <a:pt x="282" y="493"/>
                    </a:lnTo>
                    <a:lnTo>
                      <a:pt x="297" y="498"/>
                    </a:lnTo>
                    <a:lnTo>
                      <a:pt x="308" y="501"/>
                    </a:lnTo>
                    <a:lnTo>
                      <a:pt x="310" y="493"/>
                    </a:lnTo>
                    <a:lnTo>
                      <a:pt x="312" y="484"/>
                    </a:lnTo>
                    <a:lnTo>
                      <a:pt x="313" y="475"/>
                    </a:lnTo>
                    <a:lnTo>
                      <a:pt x="313" y="468"/>
                    </a:lnTo>
                    <a:lnTo>
                      <a:pt x="313" y="463"/>
                    </a:lnTo>
                    <a:lnTo>
                      <a:pt x="316" y="458"/>
                    </a:lnTo>
                    <a:lnTo>
                      <a:pt x="317" y="452"/>
                    </a:lnTo>
                    <a:lnTo>
                      <a:pt x="320" y="445"/>
                    </a:lnTo>
                    <a:lnTo>
                      <a:pt x="323" y="443"/>
                    </a:lnTo>
                    <a:lnTo>
                      <a:pt x="324" y="440"/>
                    </a:lnTo>
                    <a:lnTo>
                      <a:pt x="326" y="438"/>
                    </a:lnTo>
                    <a:lnTo>
                      <a:pt x="328" y="437"/>
                    </a:lnTo>
                    <a:lnTo>
                      <a:pt x="332" y="435"/>
                    </a:lnTo>
                    <a:lnTo>
                      <a:pt x="338" y="434"/>
                    </a:lnTo>
                    <a:lnTo>
                      <a:pt x="342" y="431"/>
                    </a:lnTo>
                    <a:lnTo>
                      <a:pt x="349" y="429"/>
                    </a:lnTo>
                    <a:lnTo>
                      <a:pt x="355" y="428"/>
                    </a:lnTo>
                    <a:lnTo>
                      <a:pt x="360" y="425"/>
                    </a:lnTo>
                    <a:lnTo>
                      <a:pt x="365" y="423"/>
                    </a:lnTo>
                    <a:lnTo>
                      <a:pt x="369" y="421"/>
                    </a:lnTo>
                    <a:lnTo>
                      <a:pt x="377" y="416"/>
                    </a:lnTo>
                    <a:lnTo>
                      <a:pt x="386" y="413"/>
                    </a:lnTo>
                    <a:lnTo>
                      <a:pt x="395" y="409"/>
                    </a:lnTo>
                    <a:lnTo>
                      <a:pt x="401" y="408"/>
                    </a:lnTo>
                    <a:lnTo>
                      <a:pt x="407" y="406"/>
                    </a:lnTo>
                    <a:lnTo>
                      <a:pt x="416" y="401"/>
                    </a:lnTo>
                    <a:lnTo>
                      <a:pt x="424" y="395"/>
                    </a:lnTo>
                    <a:lnTo>
                      <a:pt x="431" y="39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1" name="Freeform 82">
                <a:extLst>
                  <a:ext uri="{FF2B5EF4-FFF2-40B4-BE49-F238E27FC236}">
                    <a16:creationId xmlns:a16="http://schemas.microsoft.com/office/drawing/2014/main" id="{E6A50BE1-6395-442A-ACF9-C55DD74B35A6}"/>
                  </a:ext>
                </a:extLst>
              </p:cNvPr>
              <p:cNvSpPr>
                <a:spLocks/>
              </p:cNvSpPr>
              <p:nvPr/>
            </p:nvSpPr>
            <p:spPr bwMode="auto">
              <a:xfrm>
                <a:off x="3562" y="2902"/>
                <a:ext cx="72" cy="128"/>
              </a:xfrm>
              <a:custGeom>
                <a:avLst/>
                <a:gdLst>
                  <a:gd name="T0" fmla="*/ 62 w 133"/>
                  <a:gd name="T1" fmla="*/ 103 h 235"/>
                  <a:gd name="T2" fmla="*/ 65 w 133"/>
                  <a:gd name="T3" fmla="*/ 100 h 235"/>
                  <a:gd name="T4" fmla="*/ 70 w 133"/>
                  <a:gd name="T5" fmla="*/ 98 h 235"/>
                  <a:gd name="T6" fmla="*/ 72 w 133"/>
                  <a:gd name="T7" fmla="*/ 92 h 235"/>
                  <a:gd name="T8" fmla="*/ 68 w 133"/>
                  <a:gd name="T9" fmla="*/ 88 h 235"/>
                  <a:gd name="T10" fmla="*/ 60 w 133"/>
                  <a:gd name="T11" fmla="*/ 81 h 235"/>
                  <a:gd name="T12" fmla="*/ 49 w 133"/>
                  <a:gd name="T13" fmla="*/ 72 h 235"/>
                  <a:gd name="T14" fmla="*/ 43 w 133"/>
                  <a:gd name="T15" fmla="*/ 63 h 235"/>
                  <a:gd name="T16" fmla="*/ 41 w 133"/>
                  <a:gd name="T17" fmla="*/ 53 h 235"/>
                  <a:gd name="T18" fmla="*/ 41 w 133"/>
                  <a:gd name="T19" fmla="*/ 45 h 235"/>
                  <a:gd name="T20" fmla="*/ 43 w 133"/>
                  <a:gd name="T21" fmla="*/ 39 h 235"/>
                  <a:gd name="T22" fmla="*/ 42 w 133"/>
                  <a:gd name="T23" fmla="*/ 35 h 235"/>
                  <a:gd name="T24" fmla="*/ 39 w 133"/>
                  <a:gd name="T25" fmla="*/ 32 h 235"/>
                  <a:gd name="T26" fmla="*/ 32 w 133"/>
                  <a:gd name="T27" fmla="*/ 23 h 235"/>
                  <a:gd name="T28" fmla="*/ 22 w 133"/>
                  <a:gd name="T29" fmla="*/ 12 h 235"/>
                  <a:gd name="T30" fmla="*/ 14 w 133"/>
                  <a:gd name="T31" fmla="*/ 3 h 235"/>
                  <a:gd name="T32" fmla="*/ 6 w 133"/>
                  <a:gd name="T33" fmla="*/ 4 h 235"/>
                  <a:gd name="T34" fmla="*/ 0 w 133"/>
                  <a:gd name="T35" fmla="*/ 15 h 235"/>
                  <a:gd name="T36" fmla="*/ 4 w 133"/>
                  <a:gd name="T37" fmla="*/ 21 h 235"/>
                  <a:gd name="T38" fmla="*/ 10 w 133"/>
                  <a:gd name="T39" fmla="*/ 27 h 235"/>
                  <a:gd name="T40" fmla="*/ 12 w 133"/>
                  <a:gd name="T41" fmla="*/ 31 h 235"/>
                  <a:gd name="T42" fmla="*/ 12 w 133"/>
                  <a:gd name="T43" fmla="*/ 34 h 235"/>
                  <a:gd name="T44" fmla="*/ 18 w 133"/>
                  <a:gd name="T45" fmla="*/ 38 h 235"/>
                  <a:gd name="T46" fmla="*/ 29 w 133"/>
                  <a:gd name="T47" fmla="*/ 48 h 235"/>
                  <a:gd name="T48" fmla="*/ 27 w 133"/>
                  <a:gd name="T49" fmla="*/ 60 h 235"/>
                  <a:gd name="T50" fmla="*/ 23 w 133"/>
                  <a:gd name="T51" fmla="*/ 66 h 235"/>
                  <a:gd name="T52" fmla="*/ 20 w 133"/>
                  <a:gd name="T53" fmla="*/ 75 h 235"/>
                  <a:gd name="T54" fmla="*/ 18 w 133"/>
                  <a:gd name="T55" fmla="*/ 93 h 235"/>
                  <a:gd name="T56" fmla="*/ 24 w 133"/>
                  <a:gd name="T57" fmla="*/ 102 h 235"/>
                  <a:gd name="T58" fmla="*/ 31 w 133"/>
                  <a:gd name="T59" fmla="*/ 108 h 235"/>
                  <a:gd name="T60" fmla="*/ 38 w 133"/>
                  <a:gd name="T61" fmla="*/ 116 h 235"/>
                  <a:gd name="T62" fmla="*/ 41 w 133"/>
                  <a:gd name="T63" fmla="*/ 124 h 235"/>
                  <a:gd name="T64" fmla="*/ 44 w 133"/>
                  <a:gd name="T65" fmla="*/ 124 h 235"/>
                  <a:gd name="T66" fmla="*/ 49 w 133"/>
                  <a:gd name="T67" fmla="*/ 115 h 235"/>
                  <a:gd name="T68" fmla="*/ 51 w 133"/>
                  <a:gd name="T69" fmla="*/ 110 h 235"/>
                  <a:gd name="T70" fmla="*/ 57 w 133"/>
                  <a:gd name="T71" fmla="*/ 106 h 2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3" h="235">
                    <a:moveTo>
                      <a:pt x="112" y="194"/>
                    </a:moveTo>
                    <a:lnTo>
                      <a:pt x="115" y="190"/>
                    </a:lnTo>
                    <a:lnTo>
                      <a:pt x="118" y="187"/>
                    </a:lnTo>
                    <a:lnTo>
                      <a:pt x="120" y="183"/>
                    </a:lnTo>
                    <a:lnTo>
                      <a:pt x="124" y="182"/>
                    </a:lnTo>
                    <a:lnTo>
                      <a:pt x="129" y="180"/>
                    </a:lnTo>
                    <a:lnTo>
                      <a:pt x="132" y="175"/>
                    </a:lnTo>
                    <a:lnTo>
                      <a:pt x="133" y="169"/>
                    </a:lnTo>
                    <a:lnTo>
                      <a:pt x="129" y="165"/>
                    </a:lnTo>
                    <a:lnTo>
                      <a:pt x="125" y="161"/>
                    </a:lnTo>
                    <a:lnTo>
                      <a:pt x="118" y="156"/>
                    </a:lnTo>
                    <a:lnTo>
                      <a:pt x="110" y="149"/>
                    </a:lnTo>
                    <a:lnTo>
                      <a:pt x="101" y="141"/>
                    </a:lnTo>
                    <a:lnTo>
                      <a:pt x="91" y="133"/>
                    </a:lnTo>
                    <a:lnTo>
                      <a:pt x="85" y="123"/>
                    </a:lnTo>
                    <a:lnTo>
                      <a:pt x="80" y="115"/>
                    </a:lnTo>
                    <a:lnTo>
                      <a:pt x="78" y="108"/>
                    </a:lnTo>
                    <a:lnTo>
                      <a:pt x="76" y="97"/>
                    </a:lnTo>
                    <a:lnTo>
                      <a:pt x="76" y="89"/>
                    </a:lnTo>
                    <a:lnTo>
                      <a:pt x="76" y="82"/>
                    </a:lnTo>
                    <a:lnTo>
                      <a:pt x="78" y="76"/>
                    </a:lnTo>
                    <a:lnTo>
                      <a:pt x="79" y="72"/>
                    </a:lnTo>
                    <a:lnTo>
                      <a:pt x="79" y="68"/>
                    </a:lnTo>
                    <a:lnTo>
                      <a:pt x="78" y="65"/>
                    </a:lnTo>
                    <a:lnTo>
                      <a:pt x="75" y="61"/>
                    </a:lnTo>
                    <a:lnTo>
                      <a:pt x="72" y="58"/>
                    </a:lnTo>
                    <a:lnTo>
                      <a:pt x="66" y="52"/>
                    </a:lnTo>
                    <a:lnTo>
                      <a:pt x="59" y="43"/>
                    </a:lnTo>
                    <a:lnTo>
                      <a:pt x="50" y="32"/>
                    </a:lnTo>
                    <a:lnTo>
                      <a:pt x="41" y="22"/>
                    </a:lnTo>
                    <a:lnTo>
                      <a:pt x="32" y="13"/>
                    </a:lnTo>
                    <a:lnTo>
                      <a:pt x="25" y="5"/>
                    </a:lnTo>
                    <a:lnTo>
                      <a:pt x="19" y="0"/>
                    </a:lnTo>
                    <a:lnTo>
                      <a:pt x="12" y="8"/>
                    </a:lnTo>
                    <a:lnTo>
                      <a:pt x="5" y="19"/>
                    </a:lnTo>
                    <a:lnTo>
                      <a:pt x="0" y="28"/>
                    </a:lnTo>
                    <a:lnTo>
                      <a:pt x="2" y="34"/>
                    </a:lnTo>
                    <a:lnTo>
                      <a:pt x="7" y="38"/>
                    </a:lnTo>
                    <a:lnTo>
                      <a:pt x="13" y="43"/>
                    </a:lnTo>
                    <a:lnTo>
                      <a:pt x="19" y="49"/>
                    </a:lnTo>
                    <a:lnTo>
                      <a:pt x="21" y="53"/>
                    </a:lnTo>
                    <a:lnTo>
                      <a:pt x="22" y="57"/>
                    </a:lnTo>
                    <a:lnTo>
                      <a:pt x="22" y="60"/>
                    </a:lnTo>
                    <a:lnTo>
                      <a:pt x="22" y="62"/>
                    </a:lnTo>
                    <a:lnTo>
                      <a:pt x="26" y="65"/>
                    </a:lnTo>
                    <a:lnTo>
                      <a:pt x="34" y="69"/>
                    </a:lnTo>
                    <a:lnTo>
                      <a:pt x="44" y="77"/>
                    </a:lnTo>
                    <a:lnTo>
                      <a:pt x="53" y="89"/>
                    </a:lnTo>
                    <a:lnTo>
                      <a:pt x="55" y="100"/>
                    </a:lnTo>
                    <a:lnTo>
                      <a:pt x="50" y="110"/>
                    </a:lnTo>
                    <a:lnTo>
                      <a:pt x="47" y="115"/>
                    </a:lnTo>
                    <a:lnTo>
                      <a:pt x="43" y="121"/>
                    </a:lnTo>
                    <a:lnTo>
                      <a:pt x="41" y="127"/>
                    </a:lnTo>
                    <a:lnTo>
                      <a:pt x="37" y="138"/>
                    </a:lnTo>
                    <a:lnTo>
                      <a:pt x="35" y="154"/>
                    </a:lnTo>
                    <a:lnTo>
                      <a:pt x="34" y="171"/>
                    </a:lnTo>
                    <a:lnTo>
                      <a:pt x="40" y="182"/>
                    </a:lnTo>
                    <a:lnTo>
                      <a:pt x="45" y="187"/>
                    </a:lnTo>
                    <a:lnTo>
                      <a:pt x="51" y="192"/>
                    </a:lnTo>
                    <a:lnTo>
                      <a:pt x="57" y="199"/>
                    </a:lnTo>
                    <a:lnTo>
                      <a:pt x="64" y="206"/>
                    </a:lnTo>
                    <a:lnTo>
                      <a:pt x="70" y="213"/>
                    </a:lnTo>
                    <a:lnTo>
                      <a:pt x="73" y="221"/>
                    </a:lnTo>
                    <a:lnTo>
                      <a:pt x="76" y="228"/>
                    </a:lnTo>
                    <a:lnTo>
                      <a:pt x="76" y="235"/>
                    </a:lnTo>
                    <a:lnTo>
                      <a:pt x="81" y="227"/>
                    </a:lnTo>
                    <a:lnTo>
                      <a:pt x="86" y="219"/>
                    </a:lnTo>
                    <a:lnTo>
                      <a:pt x="90" y="211"/>
                    </a:lnTo>
                    <a:lnTo>
                      <a:pt x="93" y="205"/>
                    </a:lnTo>
                    <a:lnTo>
                      <a:pt x="95" y="202"/>
                    </a:lnTo>
                    <a:lnTo>
                      <a:pt x="100" y="197"/>
                    </a:lnTo>
                    <a:lnTo>
                      <a:pt x="105" y="195"/>
                    </a:lnTo>
                    <a:lnTo>
                      <a:pt x="112" y="1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2" name="Freeform 83">
                <a:extLst>
                  <a:ext uri="{FF2B5EF4-FFF2-40B4-BE49-F238E27FC236}">
                    <a16:creationId xmlns:a16="http://schemas.microsoft.com/office/drawing/2014/main" id="{A1249FFB-D5C0-4646-8641-5F43EF86D366}"/>
                  </a:ext>
                </a:extLst>
              </p:cNvPr>
              <p:cNvSpPr>
                <a:spLocks/>
              </p:cNvSpPr>
              <p:nvPr/>
            </p:nvSpPr>
            <p:spPr bwMode="auto">
              <a:xfrm>
                <a:off x="3606" y="3019"/>
                <a:ext cx="22" cy="54"/>
              </a:xfrm>
              <a:custGeom>
                <a:avLst/>
                <a:gdLst>
                  <a:gd name="T0" fmla="*/ 20 w 40"/>
                  <a:gd name="T1" fmla="*/ 54 h 102"/>
                  <a:gd name="T2" fmla="*/ 22 w 40"/>
                  <a:gd name="T3" fmla="*/ 50 h 102"/>
                  <a:gd name="T4" fmla="*/ 21 w 40"/>
                  <a:gd name="T5" fmla="*/ 43 h 102"/>
                  <a:gd name="T6" fmla="*/ 20 w 40"/>
                  <a:gd name="T7" fmla="*/ 38 h 102"/>
                  <a:gd name="T8" fmla="*/ 16 w 40"/>
                  <a:gd name="T9" fmla="*/ 34 h 102"/>
                  <a:gd name="T10" fmla="*/ 17 w 40"/>
                  <a:gd name="T11" fmla="*/ 32 h 102"/>
                  <a:gd name="T12" fmla="*/ 18 w 40"/>
                  <a:gd name="T13" fmla="*/ 30 h 102"/>
                  <a:gd name="T14" fmla="*/ 19 w 40"/>
                  <a:gd name="T15" fmla="*/ 27 h 102"/>
                  <a:gd name="T16" fmla="*/ 21 w 40"/>
                  <a:gd name="T17" fmla="*/ 26 h 102"/>
                  <a:gd name="T18" fmla="*/ 22 w 40"/>
                  <a:gd name="T19" fmla="*/ 23 h 102"/>
                  <a:gd name="T20" fmla="*/ 21 w 40"/>
                  <a:gd name="T21" fmla="*/ 20 h 102"/>
                  <a:gd name="T22" fmla="*/ 19 w 40"/>
                  <a:gd name="T23" fmla="*/ 16 h 102"/>
                  <a:gd name="T24" fmla="*/ 14 w 40"/>
                  <a:gd name="T25" fmla="*/ 15 h 102"/>
                  <a:gd name="T26" fmla="*/ 13 w 40"/>
                  <a:gd name="T27" fmla="*/ 15 h 102"/>
                  <a:gd name="T28" fmla="*/ 13 w 40"/>
                  <a:gd name="T29" fmla="*/ 15 h 102"/>
                  <a:gd name="T30" fmla="*/ 13 w 40"/>
                  <a:gd name="T31" fmla="*/ 15 h 102"/>
                  <a:gd name="T32" fmla="*/ 12 w 40"/>
                  <a:gd name="T33" fmla="*/ 15 h 102"/>
                  <a:gd name="T34" fmla="*/ 12 w 40"/>
                  <a:gd name="T35" fmla="*/ 14 h 102"/>
                  <a:gd name="T36" fmla="*/ 13 w 40"/>
                  <a:gd name="T37" fmla="*/ 14 h 102"/>
                  <a:gd name="T38" fmla="*/ 13 w 40"/>
                  <a:gd name="T39" fmla="*/ 13 h 102"/>
                  <a:gd name="T40" fmla="*/ 13 w 40"/>
                  <a:gd name="T41" fmla="*/ 12 h 102"/>
                  <a:gd name="T42" fmla="*/ 15 w 40"/>
                  <a:gd name="T43" fmla="*/ 10 h 102"/>
                  <a:gd name="T44" fmla="*/ 17 w 40"/>
                  <a:gd name="T45" fmla="*/ 6 h 102"/>
                  <a:gd name="T46" fmla="*/ 19 w 40"/>
                  <a:gd name="T47" fmla="*/ 4 h 102"/>
                  <a:gd name="T48" fmla="*/ 20 w 40"/>
                  <a:gd name="T49" fmla="*/ 2 h 102"/>
                  <a:gd name="T50" fmla="*/ 18 w 40"/>
                  <a:gd name="T51" fmla="*/ 0 h 102"/>
                  <a:gd name="T52" fmla="*/ 14 w 40"/>
                  <a:gd name="T53" fmla="*/ 1 h 102"/>
                  <a:gd name="T54" fmla="*/ 12 w 40"/>
                  <a:gd name="T55" fmla="*/ 3 h 102"/>
                  <a:gd name="T56" fmla="*/ 9 w 40"/>
                  <a:gd name="T57" fmla="*/ 4 h 102"/>
                  <a:gd name="T58" fmla="*/ 8 w 40"/>
                  <a:gd name="T59" fmla="*/ 6 h 102"/>
                  <a:gd name="T60" fmla="*/ 6 w 40"/>
                  <a:gd name="T61" fmla="*/ 8 h 102"/>
                  <a:gd name="T62" fmla="*/ 3 w 40"/>
                  <a:gd name="T63" fmla="*/ 11 h 102"/>
                  <a:gd name="T64" fmla="*/ 1 w 40"/>
                  <a:gd name="T65" fmla="*/ 14 h 102"/>
                  <a:gd name="T66" fmla="*/ 0 w 40"/>
                  <a:gd name="T67" fmla="*/ 19 h 102"/>
                  <a:gd name="T68" fmla="*/ 1 w 40"/>
                  <a:gd name="T69" fmla="*/ 29 h 102"/>
                  <a:gd name="T70" fmla="*/ 3 w 40"/>
                  <a:gd name="T71" fmla="*/ 39 h 102"/>
                  <a:gd name="T72" fmla="*/ 6 w 40"/>
                  <a:gd name="T73" fmla="*/ 46 h 102"/>
                  <a:gd name="T74" fmla="*/ 8 w 40"/>
                  <a:gd name="T75" fmla="*/ 49 h 102"/>
                  <a:gd name="T76" fmla="*/ 12 w 40"/>
                  <a:gd name="T77" fmla="*/ 51 h 102"/>
                  <a:gd name="T78" fmla="*/ 15 w 40"/>
                  <a:gd name="T79" fmla="*/ 52 h 102"/>
                  <a:gd name="T80" fmla="*/ 20 w 40"/>
                  <a:gd name="T81" fmla="*/ 54 h 10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0" h="102">
                    <a:moveTo>
                      <a:pt x="37" y="102"/>
                    </a:moveTo>
                    <a:lnTo>
                      <a:pt x="40" y="94"/>
                    </a:lnTo>
                    <a:lnTo>
                      <a:pt x="39" y="82"/>
                    </a:lnTo>
                    <a:lnTo>
                      <a:pt x="36" y="71"/>
                    </a:lnTo>
                    <a:lnTo>
                      <a:pt x="29" y="64"/>
                    </a:lnTo>
                    <a:lnTo>
                      <a:pt x="30" y="60"/>
                    </a:lnTo>
                    <a:lnTo>
                      <a:pt x="32" y="56"/>
                    </a:lnTo>
                    <a:lnTo>
                      <a:pt x="35" y="51"/>
                    </a:lnTo>
                    <a:lnTo>
                      <a:pt x="38" y="49"/>
                    </a:lnTo>
                    <a:lnTo>
                      <a:pt x="40" y="44"/>
                    </a:lnTo>
                    <a:lnTo>
                      <a:pt x="39" y="37"/>
                    </a:lnTo>
                    <a:lnTo>
                      <a:pt x="35" y="31"/>
                    </a:lnTo>
                    <a:lnTo>
                      <a:pt x="25" y="28"/>
                    </a:lnTo>
                    <a:lnTo>
                      <a:pt x="24" y="28"/>
                    </a:lnTo>
                    <a:lnTo>
                      <a:pt x="23" y="28"/>
                    </a:lnTo>
                    <a:lnTo>
                      <a:pt x="22" y="28"/>
                    </a:lnTo>
                    <a:lnTo>
                      <a:pt x="22" y="27"/>
                    </a:lnTo>
                    <a:lnTo>
                      <a:pt x="23" y="26"/>
                    </a:lnTo>
                    <a:lnTo>
                      <a:pt x="23" y="25"/>
                    </a:lnTo>
                    <a:lnTo>
                      <a:pt x="23" y="23"/>
                    </a:lnTo>
                    <a:lnTo>
                      <a:pt x="27" y="18"/>
                    </a:lnTo>
                    <a:lnTo>
                      <a:pt x="31" y="12"/>
                    </a:lnTo>
                    <a:lnTo>
                      <a:pt x="35" y="7"/>
                    </a:lnTo>
                    <a:lnTo>
                      <a:pt x="37" y="4"/>
                    </a:lnTo>
                    <a:lnTo>
                      <a:pt x="32" y="0"/>
                    </a:lnTo>
                    <a:lnTo>
                      <a:pt x="25" y="2"/>
                    </a:lnTo>
                    <a:lnTo>
                      <a:pt x="21" y="5"/>
                    </a:lnTo>
                    <a:lnTo>
                      <a:pt x="17" y="8"/>
                    </a:lnTo>
                    <a:lnTo>
                      <a:pt x="14" y="12"/>
                    </a:lnTo>
                    <a:lnTo>
                      <a:pt x="10" y="16"/>
                    </a:lnTo>
                    <a:lnTo>
                      <a:pt x="6" y="21"/>
                    </a:lnTo>
                    <a:lnTo>
                      <a:pt x="1" y="26"/>
                    </a:lnTo>
                    <a:lnTo>
                      <a:pt x="0" y="36"/>
                    </a:lnTo>
                    <a:lnTo>
                      <a:pt x="2" y="55"/>
                    </a:lnTo>
                    <a:lnTo>
                      <a:pt x="6" y="74"/>
                    </a:lnTo>
                    <a:lnTo>
                      <a:pt x="10" y="87"/>
                    </a:lnTo>
                    <a:lnTo>
                      <a:pt x="15" y="93"/>
                    </a:lnTo>
                    <a:lnTo>
                      <a:pt x="21" y="96"/>
                    </a:lnTo>
                    <a:lnTo>
                      <a:pt x="28" y="98"/>
                    </a:lnTo>
                    <a:lnTo>
                      <a:pt x="37" y="1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3" name="Freeform 84">
                <a:extLst>
                  <a:ext uri="{FF2B5EF4-FFF2-40B4-BE49-F238E27FC236}">
                    <a16:creationId xmlns:a16="http://schemas.microsoft.com/office/drawing/2014/main" id="{E764BB07-7C92-470E-A173-C0C8C9598098}"/>
                  </a:ext>
                </a:extLst>
              </p:cNvPr>
              <p:cNvSpPr>
                <a:spLocks/>
              </p:cNvSpPr>
              <p:nvPr/>
            </p:nvSpPr>
            <p:spPr bwMode="auto">
              <a:xfrm>
                <a:off x="3479" y="3018"/>
                <a:ext cx="11" cy="21"/>
              </a:xfrm>
              <a:custGeom>
                <a:avLst/>
                <a:gdLst>
                  <a:gd name="T0" fmla="*/ 5 w 19"/>
                  <a:gd name="T1" fmla="*/ 0 h 39"/>
                  <a:gd name="T2" fmla="*/ 3 w 19"/>
                  <a:gd name="T3" fmla="*/ 3 h 39"/>
                  <a:gd name="T4" fmla="*/ 1 w 19"/>
                  <a:gd name="T5" fmla="*/ 7 h 39"/>
                  <a:gd name="T6" fmla="*/ 0 w 19"/>
                  <a:gd name="T7" fmla="*/ 11 h 39"/>
                  <a:gd name="T8" fmla="*/ 0 w 19"/>
                  <a:gd name="T9" fmla="*/ 15 h 39"/>
                  <a:gd name="T10" fmla="*/ 2 w 19"/>
                  <a:gd name="T11" fmla="*/ 16 h 39"/>
                  <a:gd name="T12" fmla="*/ 6 w 19"/>
                  <a:gd name="T13" fmla="*/ 18 h 39"/>
                  <a:gd name="T14" fmla="*/ 9 w 19"/>
                  <a:gd name="T15" fmla="*/ 20 h 39"/>
                  <a:gd name="T16" fmla="*/ 11 w 19"/>
                  <a:gd name="T17" fmla="*/ 21 h 39"/>
                  <a:gd name="T18" fmla="*/ 9 w 19"/>
                  <a:gd name="T19" fmla="*/ 17 h 39"/>
                  <a:gd name="T20" fmla="*/ 6 w 19"/>
                  <a:gd name="T21" fmla="*/ 12 h 39"/>
                  <a:gd name="T22" fmla="*/ 5 w 19"/>
                  <a:gd name="T23" fmla="*/ 6 h 39"/>
                  <a:gd name="T24" fmla="*/ 5 w 19"/>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39">
                    <a:moveTo>
                      <a:pt x="9" y="0"/>
                    </a:moveTo>
                    <a:lnTo>
                      <a:pt x="5" y="6"/>
                    </a:lnTo>
                    <a:lnTo>
                      <a:pt x="2" y="13"/>
                    </a:lnTo>
                    <a:lnTo>
                      <a:pt x="0" y="20"/>
                    </a:lnTo>
                    <a:lnTo>
                      <a:pt x="0" y="27"/>
                    </a:lnTo>
                    <a:lnTo>
                      <a:pt x="4" y="30"/>
                    </a:lnTo>
                    <a:lnTo>
                      <a:pt x="10" y="34"/>
                    </a:lnTo>
                    <a:lnTo>
                      <a:pt x="16" y="37"/>
                    </a:lnTo>
                    <a:lnTo>
                      <a:pt x="19" y="39"/>
                    </a:lnTo>
                    <a:lnTo>
                      <a:pt x="15" y="32"/>
                    </a:lnTo>
                    <a:lnTo>
                      <a:pt x="10" y="22"/>
                    </a:lnTo>
                    <a:lnTo>
                      <a:pt x="8" y="12"/>
                    </a:lnTo>
                    <a:lnTo>
                      <a:pt x="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4" name="Freeform 85">
                <a:extLst>
                  <a:ext uri="{FF2B5EF4-FFF2-40B4-BE49-F238E27FC236}">
                    <a16:creationId xmlns:a16="http://schemas.microsoft.com/office/drawing/2014/main" id="{39C116A9-4F65-4912-A3B6-11AB0C9CDEB4}"/>
                  </a:ext>
                </a:extLst>
              </p:cNvPr>
              <p:cNvSpPr>
                <a:spLocks/>
              </p:cNvSpPr>
              <p:nvPr/>
            </p:nvSpPr>
            <p:spPr bwMode="auto">
              <a:xfrm>
                <a:off x="3482" y="3008"/>
                <a:ext cx="18" cy="12"/>
              </a:xfrm>
              <a:custGeom>
                <a:avLst/>
                <a:gdLst>
                  <a:gd name="T0" fmla="*/ 0 w 34"/>
                  <a:gd name="T1" fmla="*/ 4 h 22"/>
                  <a:gd name="T2" fmla="*/ 4 w 34"/>
                  <a:gd name="T3" fmla="*/ 2 h 22"/>
                  <a:gd name="T4" fmla="*/ 7 w 34"/>
                  <a:gd name="T5" fmla="*/ 1 h 22"/>
                  <a:gd name="T6" fmla="*/ 11 w 34"/>
                  <a:gd name="T7" fmla="*/ 0 h 22"/>
                  <a:gd name="T8" fmla="*/ 12 w 34"/>
                  <a:gd name="T9" fmla="*/ 1 h 22"/>
                  <a:gd name="T10" fmla="*/ 14 w 34"/>
                  <a:gd name="T11" fmla="*/ 2 h 22"/>
                  <a:gd name="T12" fmla="*/ 16 w 34"/>
                  <a:gd name="T13" fmla="*/ 5 h 22"/>
                  <a:gd name="T14" fmla="*/ 18 w 34"/>
                  <a:gd name="T15" fmla="*/ 8 h 22"/>
                  <a:gd name="T16" fmla="*/ 18 w 34"/>
                  <a:gd name="T17" fmla="*/ 9 h 22"/>
                  <a:gd name="T18" fmla="*/ 16 w 34"/>
                  <a:gd name="T19" fmla="*/ 10 h 22"/>
                  <a:gd name="T20" fmla="*/ 15 w 34"/>
                  <a:gd name="T21" fmla="*/ 11 h 22"/>
                  <a:gd name="T22" fmla="*/ 14 w 34"/>
                  <a:gd name="T23" fmla="*/ 12 h 22"/>
                  <a:gd name="T24" fmla="*/ 14 w 34"/>
                  <a:gd name="T25" fmla="*/ 11 h 22"/>
                  <a:gd name="T26" fmla="*/ 12 w 34"/>
                  <a:gd name="T27" fmla="*/ 8 h 22"/>
                  <a:gd name="T28" fmla="*/ 9 w 34"/>
                  <a:gd name="T29" fmla="*/ 5 h 22"/>
                  <a:gd name="T30" fmla="*/ 6 w 34"/>
                  <a:gd name="T31" fmla="*/ 4 h 22"/>
                  <a:gd name="T32" fmla="*/ 0 w 34"/>
                  <a:gd name="T33" fmla="*/ 4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22">
                    <a:moveTo>
                      <a:pt x="0" y="8"/>
                    </a:moveTo>
                    <a:lnTo>
                      <a:pt x="7" y="3"/>
                    </a:lnTo>
                    <a:lnTo>
                      <a:pt x="14" y="1"/>
                    </a:lnTo>
                    <a:lnTo>
                      <a:pt x="20" y="0"/>
                    </a:lnTo>
                    <a:lnTo>
                      <a:pt x="23" y="1"/>
                    </a:lnTo>
                    <a:lnTo>
                      <a:pt x="27" y="4"/>
                    </a:lnTo>
                    <a:lnTo>
                      <a:pt x="31" y="9"/>
                    </a:lnTo>
                    <a:lnTo>
                      <a:pt x="34" y="14"/>
                    </a:lnTo>
                    <a:lnTo>
                      <a:pt x="34" y="17"/>
                    </a:lnTo>
                    <a:lnTo>
                      <a:pt x="31" y="19"/>
                    </a:lnTo>
                    <a:lnTo>
                      <a:pt x="29" y="21"/>
                    </a:lnTo>
                    <a:lnTo>
                      <a:pt x="27" y="22"/>
                    </a:lnTo>
                    <a:lnTo>
                      <a:pt x="26" y="21"/>
                    </a:lnTo>
                    <a:lnTo>
                      <a:pt x="23" y="15"/>
                    </a:lnTo>
                    <a:lnTo>
                      <a:pt x="17" y="9"/>
                    </a:lnTo>
                    <a:lnTo>
                      <a:pt x="11" y="7"/>
                    </a:lnTo>
                    <a:lnTo>
                      <a:pt x="0"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5" name="Freeform 86">
                <a:extLst>
                  <a:ext uri="{FF2B5EF4-FFF2-40B4-BE49-F238E27FC236}">
                    <a16:creationId xmlns:a16="http://schemas.microsoft.com/office/drawing/2014/main" id="{8FF88CB4-28BF-490E-A886-32CD851BBB7C}"/>
                  </a:ext>
                </a:extLst>
              </p:cNvPr>
              <p:cNvSpPr>
                <a:spLocks/>
              </p:cNvSpPr>
              <p:nvPr/>
            </p:nvSpPr>
            <p:spPr bwMode="auto">
              <a:xfrm>
                <a:off x="3611" y="3040"/>
                <a:ext cx="16" cy="12"/>
              </a:xfrm>
              <a:custGeom>
                <a:avLst/>
                <a:gdLst>
                  <a:gd name="T0" fmla="*/ 16 w 29"/>
                  <a:gd name="T1" fmla="*/ 4 h 22"/>
                  <a:gd name="T2" fmla="*/ 14 w 29"/>
                  <a:gd name="T3" fmla="*/ 5 h 22"/>
                  <a:gd name="T4" fmla="*/ 13 w 29"/>
                  <a:gd name="T5" fmla="*/ 8 h 22"/>
                  <a:gd name="T6" fmla="*/ 12 w 29"/>
                  <a:gd name="T7" fmla="*/ 10 h 22"/>
                  <a:gd name="T8" fmla="*/ 11 w 29"/>
                  <a:gd name="T9" fmla="*/ 12 h 22"/>
                  <a:gd name="T10" fmla="*/ 8 w 29"/>
                  <a:gd name="T11" fmla="*/ 9 h 22"/>
                  <a:gd name="T12" fmla="*/ 6 w 29"/>
                  <a:gd name="T13" fmla="*/ 5 h 22"/>
                  <a:gd name="T14" fmla="*/ 3 w 29"/>
                  <a:gd name="T15" fmla="*/ 2 h 22"/>
                  <a:gd name="T16" fmla="*/ 0 w 29"/>
                  <a:gd name="T17" fmla="*/ 0 h 22"/>
                  <a:gd name="T18" fmla="*/ 4 w 29"/>
                  <a:gd name="T19" fmla="*/ 1 h 22"/>
                  <a:gd name="T20" fmla="*/ 9 w 29"/>
                  <a:gd name="T21" fmla="*/ 2 h 22"/>
                  <a:gd name="T22" fmla="*/ 13 w 29"/>
                  <a:gd name="T23" fmla="*/ 3 h 22"/>
                  <a:gd name="T24" fmla="*/ 16 w 29"/>
                  <a:gd name="T25" fmla="*/ 4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2">
                    <a:moveTo>
                      <a:pt x="29" y="7"/>
                    </a:moveTo>
                    <a:lnTo>
                      <a:pt x="26" y="9"/>
                    </a:lnTo>
                    <a:lnTo>
                      <a:pt x="23" y="14"/>
                    </a:lnTo>
                    <a:lnTo>
                      <a:pt x="21" y="18"/>
                    </a:lnTo>
                    <a:lnTo>
                      <a:pt x="20" y="22"/>
                    </a:lnTo>
                    <a:lnTo>
                      <a:pt x="15" y="16"/>
                    </a:lnTo>
                    <a:lnTo>
                      <a:pt x="11" y="10"/>
                    </a:lnTo>
                    <a:lnTo>
                      <a:pt x="5" y="4"/>
                    </a:lnTo>
                    <a:lnTo>
                      <a:pt x="0" y="0"/>
                    </a:lnTo>
                    <a:lnTo>
                      <a:pt x="8" y="2"/>
                    </a:lnTo>
                    <a:lnTo>
                      <a:pt x="16" y="4"/>
                    </a:lnTo>
                    <a:lnTo>
                      <a:pt x="23" y="6"/>
                    </a:lnTo>
                    <a:lnTo>
                      <a:pt x="29" y="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6" name="Freeform 87">
                <a:extLst>
                  <a:ext uri="{FF2B5EF4-FFF2-40B4-BE49-F238E27FC236}">
                    <a16:creationId xmlns:a16="http://schemas.microsoft.com/office/drawing/2014/main" id="{52FE1BB2-9693-4A3F-8F5A-A1247E4DB37D}"/>
                  </a:ext>
                </a:extLst>
              </p:cNvPr>
              <p:cNvSpPr>
                <a:spLocks/>
              </p:cNvSpPr>
              <p:nvPr/>
            </p:nvSpPr>
            <p:spPr bwMode="auto">
              <a:xfrm>
                <a:off x="3584" y="2934"/>
                <a:ext cx="21" cy="37"/>
              </a:xfrm>
              <a:custGeom>
                <a:avLst/>
                <a:gdLst>
                  <a:gd name="T0" fmla="*/ 0 w 38"/>
                  <a:gd name="T1" fmla="*/ 37 h 67"/>
                  <a:gd name="T2" fmla="*/ 1 w 38"/>
                  <a:gd name="T3" fmla="*/ 34 h 67"/>
                  <a:gd name="T4" fmla="*/ 3 w 38"/>
                  <a:gd name="T5" fmla="*/ 30 h 67"/>
                  <a:gd name="T6" fmla="*/ 5 w 38"/>
                  <a:gd name="T7" fmla="*/ 28 h 67"/>
                  <a:gd name="T8" fmla="*/ 8 w 38"/>
                  <a:gd name="T9" fmla="*/ 22 h 67"/>
                  <a:gd name="T10" fmla="*/ 9 w 38"/>
                  <a:gd name="T11" fmla="*/ 18 h 67"/>
                  <a:gd name="T12" fmla="*/ 12 w 38"/>
                  <a:gd name="T13" fmla="*/ 14 h 67"/>
                  <a:gd name="T14" fmla="*/ 13 w 38"/>
                  <a:gd name="T15" fmla="*/ 9 h 67"/>
                  <a:gd name="T16" fmla="*/ 14 w 38"/>
                  <a:gd name="T17" fmla="*/ 6 h 67"/>
                  <a:gd name="T18" fmla="*/ 14 w 38"/>
                  <a:gd name="T19" fmla="*/ 4 h 67"/>
                  <a:gd name="T20" fmla="*/ 16 w 38"/>
                  <a:gd name="T21" fmla="*/ 1 h 67"/>
                  <a:gd name="T22" fmla="*/ 17 w 38"/>
                  <a:gd name="T23" fmla="*/ 0 h 67"/>
                  <a:gd name="T24" fmla="*/ 19 w 38"/>
                  <a:gd name="T25" fmla="*/ 1 h 67"/>
                  <a:gd name="T26" fmla="*/ 20 w 38"/>
                  <a:gd name="T27" fmla="*/ 3 h 67"/>
                  <a:gd name="T28" fmla="*/ 21 w 38"/>
                  <a:gd name="T29" fmla="*/ 4 h 67"/>
                  <a:gd name="T30" fmla="*/ 21 w 38"/>
                  <a:gd name="T31" fmla="*/ 7 h 67"/>
                  <a:gd name="T32" fmla="*/ 20 w 38"/>
                  <a:gd name="T33" fmla="*/ 9 h 67"/>
                  <a:gd name="T34" fmla="*/ 18 w 38"/>
                  <a:gd name="T35" fmla="*/ 13 h 67"/>
                  <a:gd name="T36" fmla="*/ 16 w 38"/>
                  <a:gd name="T37" fmla="*/ 18 h 67"/>
                  <a:gd name="T38" fmla="*/ 12 w 38"/>
                  <a:gd name="T39" fmla="*/ 23 h 67"/>
                  <a:gd name="T40" fmla="*/ 9 w 38"/>
                  <a:gd name="T41" fmla="*/ 27 h 67"/>
                  <a:gd name="T42" fmla="*/ 6 w 38"/>
                  <a:gd name="T43" fmla="*/ 30 h 67"/>
                  <a:gd name="T44" fmla="*/ 4 w 38"/>
                  <a:gd name="T45" fmla="*/ 32 h 67"/>
                  <a:gd name="T46" fmla="*/ 2 w 38"/>
                  <a:gd name="T47" fmla="*/ 34 h 67"/>
                  <a:gd name="T48" fmla="*/ 0 w 38"/>
                  <a:gd name="T49" fmla="*/ 37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67">
                    <a:moveTo>
                      <a:pt x="0" y="67"/>
                    </a:moveTo>
                    <a:lnTo>
                      <a:pt x="2" y="61"/>
                    </a:lnTo>
                    <a:lnTo>
                      <a:pt x="6" y="55"/>
                    </a:lnTo>
                    <a:lnTo>
                      <a:pt x="9" y="50"/>
                    </a:lnTo>
                    <a:lnTo>
                      <a:pt x="14" y="40"/>
                    </a:lnTo>
                    <a:lnTo>
                      <a:pt x="17" y="33"/>
                    </a:lnTo>
                    <a:lnTo>
                      <a:pt x="21" y="25"/>
                    </a:lnTo>
                    <a:lnTo>
                      <a:pt x="23" y="16"/>
                    </a:lnTo>
                    <a:lnTo>
                      <a:pt x="25" y="10"/>
                    </a:lnTo>
                    <a:lnTo>
                      <a:pt x="26" y="7"/>
                    </a:lnTo>
                    <a:lnTo>
                      <a:pt x="29" y="2"/>
                    </a:lnTo>
                    <a:lnTo>
                      <a:pt x="31" y="0"/>
                    </a:lnTo>
                    <a:lnTo>
                      <a:pt x="34" y="1"/>
                    </a:lnTo>
                    <a:lnTo>
                      <a:pt x="37" y="5"/>
                    </a:lnTo>
                    <a:lnTo>
                      <a:pt x="38" y="8"/>
                    </a:lnTo>
                    <a:lnTo>
                      <a:pt x="38" y="12"/>
                    </a:lnTo>
                    <a:lnTo>
                      <a:pt x="37" y="16"/>
                    </a:lnTo>
                    <a:lnTo>
                      <a:pt x="33" y="24"/>
                    </a:lnTo>
                    <a:lnTo>
                      <a:pt x="29" y="32"/>
                    </a:lnTo>
                    <a:lnTo>
                      <a:pt x="22" y="41"/>
                    </a:lnTo>
                    <a:lnTo>
                      <a:pt x="16" y="48"/>
                    </a:lnTo>
                    <a:lnTo>
                      <a:pt x="11" y="54"/>
                    </a:lnTo>
                    <a:lnTo>
                      <a:pt x="7" y="58"/>
                    </a:lnTo>
                    <a:lnTo>
                      <a:pt x="3" y="62"/>
                    </a:lnTo>
                    <a:lnTo>
                      <a:pt x="0" y="6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7" name="Freeform 88">
                <a:extLst>
                  <a:ext uri="{FF2B5EF4-FFF2-40B4-BE49-F238E27FC236}">
                    <a16:creationId xmlns:a16="http://schemas.microsoft.com/office/drawing/2014/main" id="{5BF08C61-E001-4ED9-B19C-D238F8A96A3C}"/>
                  </a:ext>
                </a:extLst>
              </p:cNvPr>
              <p:cNvSpPr>
                <a:spLocks/>
              </p:cNvSpPr>
              <p:nvPr/>
            </p:nvSpPr>
            <p:spPr bwMode="auto">
              <a:xfrm>
                <a:off x="3591" y="2961"/>
                <a:ext cx="38" cy="46"/>
              </a:xfrm>
              <a:custGeom>
                <a:avLst/>
                <a:gdLst>
                  <a:gd name="T0" fmla="*/ 32 w 71"/>
                  <a:gd name="T1" fmla="*/ 46 h 86"/>
                  <a:gd name="T2" fmla="*/ 33 w 71"/>
                  <a:gd name="T3" fmla="*/ 44 h 86"/>
                  <a:gd name="T4" fmla="*/ 35 w 71"/>
                  <a:gd name="T5" fmla="*/ 42 h 86"/>
                  <a:gd name="T6" fmla="*/ 36 w 71"/>
                  <a:gd name="T7" fmla="*/ 40 h 86"/>
                  <a:gd name="T8" fmla="*/ 38 w 71"/>
                  <a:gd name="T9" fmla="*/ 40 h 86"/>
                  <a:gd name="T10" fmla="*/ 36 w 71"/>
                  <a:gd name="T11" fmla="*/ 40 h 86"/>
                  <a:gd name="T12" fmla="*/ 33 w 71"/>
                  <a:gd name="T13" fmla="*/ 40 h 86"/>
                  <a:gd name="T14" fmla="*/ 29 w 71"/>
                  <a:gd name="T15" fmla="*/ 41 h 86"/>
                  <a:gd name="T16" fmla="*/ 26 w 71"/>
                  <a:gd name="T17" fmla="*/ 42 h 86"/>
                  <a:gd name="T18" fmla="*/ 27 w 71"/>
                  <a:gd name="T19" fmla="*/ 38 h 86"/>
                  <a:gd name="T20" fmla="*/ 28 w 71"/>
                  <a:gd name="T21" fmla="*/ 35 h 86"/>
                  <a:gd name="T22" fmla="*/ 31 w 71"/>
                  <a:gd name="T23" fmla="*/ 33 h 86"/>
                  <a:gd name="T24" fmla="*/ 32 w 71"/>
                  <a:gd name="T25" fmla="*/ 31 h 86"/>
                  <a:gd name="T26" fmla="*/ 31 w 71"/>
                  <a:gd name="T27" fmla="*/ 30 h 86"/>
                  <a:gd name="T28" fmla="*/ 28 w 71"/>
                  <a:gd name="T29" fmla="*/ 29 h 86"/>
                  <a:gd name="T30" fmla="*/ 27 w 71"/>
                  <a:gd name="T31" fmla="*/ 28 h 86"/>
                  <a:gd name="T32" fmla="*/ 25 w 71"/>
                  <a:gd name="T33" fmla="*/ 28 h 86"/>
                  <a:gd name="T34" fmla="*/ 23 w 71"/>
                  <a:gd name="T35" fmla="*/ 26 h 86"/>
                  <a:gd name="T36" fmla="*/ 19 w 71"/>
                  <a:gd name="T37" fmla="*/ 20 h 86"/>
                  <a:gd name="T38" fmla="*/ 16 w 71"/>
                  <a:gd name="T39" fmla="*/ 14 h 86"/>
                  <a:gd name="T40" fmla="*/ 14 w 71"/>
                  <a:gd name="T41" fmla="*/ 11 h 86"/>
                  <a:gd name="T42" fmla="*/ 12 w 71"/>
                  <a:gd name="T43" fmla="*/ 8 h 86"/>
                  <a:gd name="T44" fmla="*/ 12 w 71"/>
                  <a:gd name="T45" fmla="*/ 6 h 86"/>
                  <a:gd name="T46" fmla="*/ 12 w 71"/>
                  <a:gd name="T47" fmla="*/ 3 h 86"/>
                  <a:gd name="T48" fmla="*/ 13 w 71"/>
                  <a:gd name="T49" fmla="*/ 0 h 86"/>
                  <a:gd name="T50" fmla="*/ 10 w 71"/>
                  <a:gd name="T51" fmla="*/ 3 h 86"/>
                  <a:gd name="T52" fmla="*/ 6 w 71"/>
                  <a:gd name="T53" fmla="*/ 8 h 86"/>
                  <a:gd name="T54" fmla="*/ 2 w 71"/>
                  <a:gd name="T55" fmla="*/ 14 h 86"/>
                  <a:gd name="T56" fmla="*/ 0 w 71"/>
                  <a:gd name="T57" fmla="*/ 20 h 86"/>
                  <a:gd name="T58" fmla="*/ 3 w 71"/>
                  <a:gd name="T59" fmla="*/ 19 h 86"/>
                  <a:gd name="T60" fmla="*/ 5 w 71"/>
                  <a:gd name="T61" fmla="*/ 18 h 86"/>
                  <a:gd name="T62" fmla="*/ 7 w 71"/>
                  <a:gd name="T63" fmla="*/ 16 h 86"/>
                  <a:gd name="T64" fmla="*/ 8 w 71"/>
                  <a:gd name="T65" fmla="*/ 16 h 86"/>
                  <a:gd name="T66" fmla="*/ 10 w 71"/>
                  <a:gd name="T67" fmla="*/ 18 h 86"/>
                  <a:gd name="T68" fmla="*/ 12 w 71"/>
                  <a:gd name="T69" fmla="*/ 20 h 86"/>
                  <a:gd name="T70" fmla="*/ 13 w 71"/>
                  <a:gd name="T71" fmla="*/ 22 h 86"/>
                  <a:gd name="T72" fmla="*/ 14 w 71"/>
                  <a:gd name="T73" fmla="*/ 26 h 86"/>
                  <a:gd name="T74" fmla="*/ 14 w 71"/>
                  <a:gd name="T75" fmla="*/ 28 h 86"/>
                  <a:gd name="T76" fmla="*/ 14 w 71"/>
                  <a:gd name="T77" fmla="*/ 30 h 86"/>
                  <a:gd name="T78" fmla="*/ 15 w 71"/>
                  <a:gd name="T79" fmla="*/ 33 h 86"/>
                  <a:gd name="T80" fmla="*/ 16 w 71"/>
                  <a:gd name="T81" fmla="*/ 35 h 86"/>
                  <a:gd name="T82" fmla="*/ 16 w 71"/>
                  <a:gd name="T83" fmla="*/ 39 h 86"/>
                  <a:gd name="T84" fmla="*/ 16 w 71"/>
                  <a:gd name="T85" fmla="*/ 43 h 86"/>
                  <a:gd name="T86" fmla="*/ 16 w 71"/>
                  <a:gd name="T87" fmla="*/ 45 h 86"/>
                  <a:gd name="T88" fmla="*/ 18 w 71"/>
                  <a:gd name="T89" fmla="*/ 46 h 86"/>
                  <a:gd name="T90" fmla="*/ 20 w 71"/>
                  <a:gd name="T91" fmla="*/ 45 h 86"/>
                  <a:gd name="T92" fmla="*/ 24 w 71"/>
                  <a:gd name="T93" fmla="*/ 45 h 86"/>
                  <a:gd name="T94" fmla="*/ 27 w 71"/>
                  <a:gd name="T95" fmla="*/ 45 h 86"/>
                  <a:gd name="T96" fmla="*/ 32 w 71"/>
                  <a:gd name="T97" fmla="*/ 46 h 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1" h="86">
                    <a:moveTo>
                      <a:pt x="59" y="86"/>
                    </a:moveTo>
                    <a:lnTo>
                      <a:pt x="62" y="82"/>
                    </a:lnTo>
                    <a:lnTo>
                      <a:pt x="65" y="79"/>
                    </a:lnTo>
                    <a:lnTo>
                      <a:pt x="67" y="75"/>
                    </a:lnTo>
                    <a:lnTo>
                      <a:pt x="71" y="74"/>
                    </a:lnTo>
                    <a:lnTo>
                      <a:pt x="67" y="74"/>
                    </a:lnTo>
                    <a:lnTo>
                      <a:pt x="62" y="75"/>
                    </a:lnTo>
                    <a:lnTo>
                      <a:pt x="55" y="76"/>
                    </a:lnTo>
                    <a:lnTo>
                      <a:pt x="48" y="79"/>
                    </a:lnTo>
                    <a:lnTo>
                      <a:pt x="50" y="71"/>
                    </a:lnTo>
                    <a:lnTo>
                      <a:pt x="53" y="65"/>
                    </a:lnTo>
                    <a:lnTo>
                      <a:pt x="58" y="61"/>
                    </a:lnTo>
                    <a:lnTo>
                      <a:pt x="59" y="58"/>
                    </a:lnTo>
                    <a:lnTo>
                      <a:pt x="57" y="57"/>
                    </a:lnTo>
                    <a:lnTo>
                      <a:pt x="53" y="55"/>
                    </a:lnTo>
                    <a:lnTo>
                      <a:pt x="50" y="53"/>
                    </a:lnTo>
                    <a:lnTo>
                      <a:pt x="47" y="53"/>
                    </a:lnTo>
                    <a:lnTo>
                      <a:pt x="43" y="49"/>
                    </a:lnTo>
                    <a:lnTo>
                      <a:pt x="36" y="38"/>
                    </a:lnTo>
                    <a:lnTo>
                      <a:pt x="30" y="27"/>
                    </a:lnTo>
                    <a:lnTo>
                      <a:pt x="26" y="20"/>
                    </a:lnTo>
                    <a:lnTo>
                      <a:pt x="23" y="15"/>
                    </a:lnTo>
                    <a:lnTo>
                      <a:pt x="23" y="11"/>
                    </a:lnTo>
                    <a:lnTo>
                      <a:pt x="23" y="6"/>
                    </a:lnTo>
                    <a:lnTo>
                      <a:pt x="25" y="0"/>
                    </a:lnTo>
                    <a:lnTo>
                      <a:pt x="19" y="6"/>
                    </a:lnTo>
                    <a:lnTo>
                      <a:pt x="11" y="15"/>
                    </a:lnTo>
                    <a:lnTo>
                      <a:pt x="4" y="27"/>
                    </a:lnTo>
                    <a:lnTo>
                      <a:pt x="0" y="38"/>
                    </a:lnTo>
                    <a:lnTo>
                      <a:pt x="5" y="35"/>
                    </a:lnTo>
                    <a:lnTo>
                      <a:pt x="10" y="33"/>
                    </a:lnTo>
                    <a:lnTo>
                      <a:pt x="13" y="30"/>
                    </a:lnTo>
                    <a:lnTo>
                      <a:pt x="15" y="30"/>
                    </a:lnTo>
                    <a:lnTo>
                      <a:pt x="19" y="33"/>
                    </a:lnTo>
                    <a:lnTo>
                      <a:pt x="22" y="37"/>
                    </a:lnTo>
                    <a:lnTo>
                      <a:pt x="25" y="42"/>
                    </a:lnTo>
                    <a:lnTo>
                      <a:pt x="26" y="48"/>
                    </a:lnTo>
                    <a:lnTo>
                      <a:pt x="27" y="52"/>
                    </a:lnTo>
                    <a:lnTo>
                      <a:pt x="27" y="57"/>
                    </a:lnTo>
                    <a:lnTo>
                      <a:pt x="28" y="61"/>
                    </a:lnTo>
                    <a:lnTo>
                      <a:pt x="30" y="65"/>
                    </a:lnTo>
                    <a:lnTo>
                      <a:pt x="29" y="73"/>
                    </a:lnTo>
                    <a:lnTo>
                      <a:pt x="29" y="80"/>
                    </a:lnTo>
                    <a:lnTo>
                      <a:pt x="30" y="84"/>
                    </a:lnTo>
                    <a:lnTo>
                      <a:pt x="34" y="86"/>
                    </a:lnTo>
                    <a:lnTo>
                      <a:pt x="38" y="84"/>
                    </a:lnTo>
                    <a:lnTo>
                      <a:pt x="44" y="84"/>
                    </a:lnTo>
                    <a:lnTo>
                      <a:pt x="51" y="84"/>
                    </a:lnTo>
                    <a:lnTo>
                      <a:pt x="59" y="8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8" name="Freeform 89">
                <a:extLst>
                  <a:ext uri="{FF2B5EF4-FFF2-40B4-BE49-F238E27FC236}">
                    <a16:creationId xmlns:a16="http://schemas.microsoft.com/office/drawing/2014/main" id="{58552DDD-29A1-4A3B-A668-5A0A3C536E43}"/>
                  </a:ext>
                </a:extLst>
              </p:cNvPr>
              <p:cNvSpPr>
                <a:spLocks/>
              </p:cNvSpPr>
              <p:nvPr/>
            </p:nvSpPr>
            <p:spPr bwMode="auto">
              <a:xfrm>
                <a:off x="3448" y="3095"/>
                <a:ext cx="119" cy="109"/>
              </a:xfrm>
              <a:custGeom>
                <a:avLst/>
                <a:gdLst>
                  <a:gd name="T0" fmla="*/ 105 w 218"/>
                  <a:gd name="T1" fmla="*/ 38 h 199"/>
                  <a:gd name="T2" fmla="*/ 87 w 218"/>
                  <a:gd name="T3" fmla="*/ 33 h 199"/>
                  <a:gd name="T4" fmla="*/ 69 w 218"/>
                  <a:gd name="T5" fmla="*/ 27 h 199"/>
                  <a:gd name="T6" fmla="*/ 52 w 218"/>
                  <a:gd name="T7" fmla="*/ 24 h 199"/>
                  <a:gd name="T8" fmla="*/ 44 w 218"/>
                  <a:gd name="T9" fmla="*/ 21 h 199"/>
                  <a:gd name="T10" fmla="*/ 34 w 218"/>
                  <a:gd name="T11" fmla="*/ 18 h 199"/>
                  <a:gd name="T12" fmla="*/ 20 w 218"/>
                  <a:gd name="T13" fmla="*/ 10 h 199"/>
                  <a:gd name="T14" fmla="*/ 6 w 218"/>
                  <a:gd name="T15" fmla="*/ 4 h 199"/>
                  <a:gd name="T16" fmla="*/ 4 w 218"/>
                  <a:gd name="T17" fmla="*/ 5 h 199"/>
                  <a:gd name="T18" fmla="*/ 11 w 218"/>
                  <a:gd name="T19" fmla="*/ 14 h 199"/>
                  <a:gd name="T20" fmla="*/ 17 w 218"/>
                  <a:gd name="T21" fmla="*/ 24 h 199"/>
                  <a:gd name="T22" fmla="*/ 22 w 218"/>
                  <a:gd name="T23" fmla="*/ 30 h 199"/>
                  <a:gd name="T24" fmla="*/ 29 w 218"/>
                  <a:gd name="T25" fmla="*/ 35 h 199"/>
                  <a:gd name="T26" fmla="*/ 43 w 218"/>
                  <a:gd name="T27" fmla="*/ 45 h 199"/>
                  <a:gd name="T28" fmla="*/ 57 w 218"/>
                  <a:gd name="T29" fmla="*/ 55 h 199"/>
                  <a:gd name="T30" fmla="*/ 66 w 218"/>
                  <a:gd name="T31" fmla="*/ 64 h 199"/>
                  <a:gd name="T32" fmla="*/ 70 w 218"/>
                  <a:gd name="T33" fmla="*/ 67 h 199"/>
                  <a:gd name="T34" fmla="*/ 78 w 218"/>
                  <a:gd name="T35" fmla="*/ 71 h 199"/>
                  <a:gd name="T36" fmla="*/ 84 w 218"/>
                  <a:gd name="T37" fmla="*/ 74 h 199"/>
                  <a:gd name="T38" fmla="*/ 88 w 218"/>
                  <a:gd name="T39" fmla="*/ 79 h 199"/>
                  <a:gd name="T40" fmla="*/ 92 w 218"/>
                  <a:gd name="T41" fmla="*/ 87 h 199"/>
                  <a:gd name="T42" fmla="*/ 96 w 218"/>
                  <a:gd name="T43" fmla="*/ 94 h 199"/>
                  <a:gd name="T44" fmla="*/ 101 w 218"/>
                  <a:gd name="T45" fmla="*/ 96 h 199"/>
                  <a:gd name="T46" fmla="*/ 107 w 218"/>
                  <a:gd name="T47" fmla="*/ 99 h 199"/>
                  <a:gd name="T48" fmla="*/ 112 w 218"/>
                  <a:gd name="T49" fmla="*/ 103 h 199"/>
                  <a:gd name="T50" fmla="*/ 117 w 218"/>
                  <a:gd name="T51" fmla="*/ 107 h 199"/>
                  <a:gd name="T52" fmla="*/ 117 w 218"/>
                  <a:gd name="T53" fmla="*/ 101 h 199"/>
                  <a:gd name="T54" fmla="*/ 111 w 218"/>
                  <a:gd name="T55" fmla="*/ 82 h 199"/>
                  <a:gd name="T56" fmla="*/ 108 w 218"/>
                  <a:gd name="T57" fmla="*/ 72 h 199"/>
                  <a:gd name="T58" fmla="*/ 109 w 218"/>
                  <a:gd name="T59" fmla="*/ 68 h 199"/>
                  <a:gd name="T60" fmla="*/ 112 w 218"/>
                  <a:gd name="T61" fmla="*/ 63 h 199"/>
                  <a:gd name="T62" fmla="*/ 113 w 218"/>
                  <a:gd name="T63" fmla="*/ 47 h 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8" h="199">
                    <a:moveTo>
                      <a:pt x="203" y="72"/>
                    </a:moveTo>
                    <a:lnTo>
                      <a:pt x="192" y="69"/>
                    </a:lnTo>
                    <a:lnTo>
                      <a:pt x="177" y="64"/>
                    </a:lnTo>
                    <a:lnTo>
                      <a:pt x="160" y="60"/>
                    </a:lnTo>
                    <a:lnTo>
                      <a:pt x="143" y="55"/>
                    </a:lnTo>
                    <a:lnTo>
                      <a:pt x="126" y="49"/>
                    </a:lnTo>
                    <a:lnTo>
                      <a:pt x="109" y="46"/>
                    </a:lnTo>
                    <a:lnTo>
                      <a:pt x="96" y="43"/>
                    </a:lnTo>
                    <a:lnTo>
                      <a:pt x="88" y="41"/>
                    </a:lnTo>
                    <a:lnTo>
                      <a:pt x="81" y="39"/>
                    </a:lnTo>
                    <a:lnTo>
                      <a:pt x="73" y="37"/>
                    </a:lnTo>
                    <a:lnTo>
                      <a:pt x="62" y="32"/>
                    </a:lnTo>
                    <a:lnTo>
                      <a:pt x="50" y="26"/>
                    </a:lnTo>
                    <a:lnTo>
                      <a:pt x="37" y="19"/>
                    </a:lnTo>
                    <a:lnTo>
                      <a:pt x="24" y="14"/>
                    </a:lnTo>
                    <a:lnTo>
                      <a:pt x="11" y="7"/>
                    </a:lnTo>
                    <a:lnTo>
                      <a:pt x="0" y="0"/>
                    </a:lnTo>
                    <a:lnTo>
                      <a:pt x="7" y="9"/>
                    </a:lnTo>
                    <a:lnTo>
                      <a:pt x="14" y="18"/>
                    </a:lnTo>
                    <a:lnTo>
                      <a:pt x="20" y="26"/>
                    </a:lnTo>
                    <a:lnTo>
                      <a:pt x="25" y="34"/>
                    </a:lnTo>
                    <a:lnTo>
                      <a:pt x="31" y="43"/>
                    </a:lnTo>
                    <a:lnTo>
                      <a:pt x="36" y="49"/>
                    </a:lnTo>
                    <a:lnTo>
                      <a:pt x="41" y="54"/>
                    </a:lnTo>
                    <a:lnTo>
                      <a:pt x="46" y="59"/>
                    </a:lnTo>
                    <a:lnTo>
                      <a:pt x="54" y="64"/>
                    </a:lnTo>
                    <a:lnTo>
                      <a:pt x="64" y="72"/>
                    </a:lnTo>
                    <a:lnTo>
                      <a:pt x="78" y="82"/>
                    </a:lnTo>
                    <a:lnTo>
                      <a:pt x="91" y="92"/>
                    </a:lnTo>
                    <a:lnTo>
                      <a:pt x="104" y="101"/>
                    </a:lnTo>
                    <a:lnTo>
                      <a:pt x="113" y="110"/>
                    </a:lnTo>
                    <a:lnTo>
                      <a:pt x="120" y="117"/>
                    </a:lnTo>
                    <a:lnTo>
                      <a:pt x="120" y="122"/>
                    </a:lnTo>
                    <a:lnTo>
                      <a:pt x="128" y="123"/>
                    </a:lnTo>
                    <a:lnTo>
                      <a:pt x="135" y="125"/>
                    </a:lnTo>
                    <a:lnTo>
                      <a:pt x="142" y="129"/>
                    </a:lnTo>
                    <a:lnTo>
                      <a:pt x="149" y="132"/>
                    </a:lnTo>
                    <a:lnTo>
                      <a:pt x="154" y="136"/>
                    </a:lnTo>
                    <a:lnTo>
                      <a:pt x="159" y="140"/>
                    </a:lnTo>
                    <a:lnTo>
                      <a:pt x="162" y="145"/>
                    </a:lnTo>
                    <a:lnTo>
                      <a:pt x="165" y="150"/>
                    </a:lnTo>
                    <a:lnTo>
                      <a:pt x="168" y="158"/>
                    </a:lnTo>
                    <a:lnTo>
                      <a:pt x="170" y="166"/>
                    </a:lnTo>
                    <a:lnTo>
                      <a:pt x="175" y="172"/>
                    </a:lnTo>
                    <a:lnTo>
                      <a:pt x="181" y="175"/>
                    </a:lnTo>
                    <a:lnTo>
                      <a:pt x="185" y="176"/>
                    </a:lnTo>
                    <a:lnTo>
                      <a:pt x="190" y="178"/>
                    </a:lnTo>
                    <a:lnTo>
                      <a:pt x="196" y="181"/>
                    </a:lnTo>
                    <a:lnTo>
                      <a:pt x="202" y="184"/>
                    </a:lnTo>
                    <a:lnTo>
                      <a:pt x="206" y="188"/>
                    </a:lnTo>
                    <a:lnTo>
                      <a:pt x="211" y="191"/>
                    </a:lnTo>
                    <a:lnTo>
                      <a:pt x="215" y="195"/>
                    </a:lnTo>
                    <a:lnTo>
                      <a:pt x="218" y="199"/>
                    </a:lnTo>
                    <a:lnTo>
                      <a:pt x="215" y="184"/>
                    </a:lnTo>
                    <a:lnTo>
                      <a:pt x="210" y="167"/>
                    </a:lnTo>
                    <a:lnTo>
                      <a:pt x="203" y="150"/>
                    </a:lnTo>
                    <a:lnTo>
                      <a:pt x="196" y="137"/>
                    </a:lnTo>
                    <a:lnTo>
                      <a:pt x="197" y="132"/>
                    </a:lnTo>
                    <a:lnTo>
                      <a:pt x="198" y="128"/>
                    </a:lnTo>
                    <a:lnTo>
                      <a:pt x="199" y="125"/>
                    </a:lnTo>
                    <a:lnTo>
                      <a:pt x="202" y="123"/>
                    </a:lnTo>
                    <a:lnTo>
                      <a:pt x="205" y="115"/>
                    </a:lnTo>
                    <a:lnTo>
                      <a:pt x="207" y="102"/>
                    </a:lnTo>
                    <a:lnTo>
                      <a:pt x="207" y="86"/>
                    </a:lnTo>
                    <a:lnTo>
                      <a:pt x="203" y="7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9" name="Freeform 90">
                <a:extLst>
                  <a:ext uri="{FF2B5EF4-FFF2-40B4-BE49-F238E27FC236}">
                    <a16:creationId xmlns:a16="http://schemas.microsoft.com/office/drawing/2014/main" id="{5058258E-C130-4A3B-8C1C-5871FC8E38F2}"/>
                  </a:ext>
                </a:extLst>
              </p:cNvPr>
              <p:cNvSpPr>
                <a:spLocks/>
              </p:cNvSpPr>
              <p:nvPr/>
            </p:nvSpPr>
            <p:spPr bwMode="auto">
              <a:xfrm>
                <a:off x="3281" y="3329"/>
                <a:ext cx="15" cy="97"/>
              </a:xfrm>
              <a:custGeom>
                <a:avLst/>
                <a:gdLst>
                  <a:gd name="T0" fmla="*/ 0 w 26"/>
                  <a:gd name="T1" fmla="*/ 65 h 179"/>
                  <a:gd name="T2" fmla="*/ 2 w 26"/>
                  <a:gd name="T3" fmla="*/ 49 h 179"/>
                  <a:gd name="T4" fmla="*/ 5 w 26"/>
                  <a:gd name="T5" fmla="*/ 31 h 179"/>
                  <a:gd name="T6" fmla="*/ 9 w 26"/>
                  <a:gd name="T7" fmla="*/ 12 h 179"/>
                  <a:gd name="T8" fmla="*/ 13 w 26"/>
                  <a:gd name="T9" fmla="*/ 0 h 179"/>
                  <a:gd name="T10" fmla="*/ 10 w 26"/>
                  <a:gd name="T11" fmla="*/ 19 h 179"/>
                  <a:gd name="T12" fmla="*/ 9 w 26"/>
                  <a:gd name="T13" fmla="*/ 37 h 179"/>
                  <a:gd name="T14" fmla="*/ 10 w 26"/>
                  <a:gd name="T15" fmla="*/ 51 h 179"/>
                  <a:gd name="T16" fmla="*/ 11 w 26"/>
                  <a:gd name="T17" fmla="*/ 61 h 179"/>
                  <a:gd name="T18" fmla="*/ 13 w 26"/>
                  <a:gd name="T19" fmla="*/ 69 h 179"/>
                  <a:gd name="T20" fmla="*/ 14 w 26"/>
                  <a:gd name="T21" fmla="*/ 80 h 179"/>
                  <a:gd name="T22" fmla="*/ 15 w 26"/>
                  <a:gd name="T23" fmla="*/ 90 h 179"/>
                  <a:gd name="T24" fmla="*/ 15 w 26"/>
                  <a:gd name="T25" fmla="*/ 97 h 179"/>
                  <a:gd name="T26" fmla="*/ 12 w 26"/>
                  <a:gd name="T27" fmla="*/ 87 h 179"/>
                  <a:gd name="T28" fmla="*/ 8 w 26"/>
                  <a:gd name="T29" fmla="*/ 78 h 179"/>
                  <a:gd name="T30" fmla="*/ 3 w 26"/>
                  <a:gd name="T31" fmla="*/ 71 h 179"/>
                  <a:gd name="T32" fmla="*/ 0 w 26"/>
                  <a:gd name="T33" fmla="*/ 65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 h="179">
                    <a:moveTo>
                      <a:pt x="0" y="120"/>
                    </a:moveTo>
                    <a:lnTo>
                      <a:pt x="3" y="91"/>
                    </a:lnTo>
                    <a:lnTo>
                      <a:pt x="9" y="57"/>
                    </a:lnTo>
                    <a:lnTo>
                      <a:pt x="16" y="23"/>
                    </a:lnTo>
                    <a:lnTo>
                      <a:pt x="22" y="0"/>
                    </a:lnTo>
                    <a:lnTo>
                      <a:pt x="18" y="35"/>
                    </a:lnTo>
                    <a:lnTo>
                      <a:pt x="16" y="68"/>
                    </a:lnTo>
                    <a:lnTo>
                      <a:pt x="17" y="95"/>
                    </a:lnTo>
                    <a:lnTo>
                      <a:pt x="19" y="112"/>
                    </a:lnTo>
                    <a:lnTo>
                      <a:pt x="23" y="128"/>
                    </a:lnTo>
                    <a:lnTo>
                      <a:pt x="25" y="148"/>
                    </a:lnTo>
                    <a:lnTo>
                      <a:pt x="26" y="167"/>
                    </a:lnTo>
                    <a:lnTo>
                      <a:pt x="26" y="179"/>
                    </a:lnTo>
                    <a:lnTo>
                      <a:pt x="20" y="161"/>
                    </a:lnTo>
                    <a:lnTo>
                      <a:pt x="14" y="144"/>
                    </a:lnTo>
                    <a:lnTo>
                      <a:pt x="5" y="131"/>
                    </a:lnTo>
                    <a:lnTo>
                      <a:pt x="0" y="1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0" name="Freeform 91">
                <a:extLst>
                  <a:ext uri="{FF2B5EF4-FFF2-40B4-BE49-F238E27FC236}">
                    <a16:creationId xmlns:a16="http://schemas.microsoft.com/office/drawing/2014/main" id="{A0CDEF24-D3E1-4BBF-93F4-F3F50A2E6C3E}"/>
                  </a:ext>
                </a:extLst>
              </p:cNvPr>
              <p:cNvSpPr>
                <a:spLocks/>
              </p:cNvSpPr>
              <p:nvPr/>
            </p:nvSpPr>
            <p:spPr bwMode="auto">
              <a:xfrm>
                <a:off x="3515" y="3455"/>
                <a:ext cx="120" cy="102"/>
              </a:xfrm>
              <a:custGeom>
                <a:avLst/>
                <a:gdLst>
                  <a:gd name="T0" fmla="*/ 120 w 220"/>
                  <a:gd name="T1" fmla="*/ 18 h 188"/>
                  <a:gd name="T2" fmla="*/ 116 w 220"/>
                  <a:gd name="T3" fmla="*/ 54 h 188"/>
                  <a:gd name="T4" fmla="*/ 109 w 220"/>
                  <a:gd name="T5" fmla="*/ 73 h 188"/>
                  <a:gd name="T6" fmla="*/ 104 w 220"/>
                  <a:gd name="T7" fmla="*/ 95 h 188"/>
                  <a:gd name="T8" fmla="*/ 102 w 220"/>
                  <a:gd name="T9" fmla="*/ 97 h 188"/>
                  <a:gd name="T10" fmla="*/ 103 w 220"/>
                  <a:gd name="T11" fmla="*/ 87 h 188"/>
                  <a:gd name="T12" fmla="*/ 105 w 220"/>
                  <a:gd name="T13" fmla="*/ 78 h 188"/>
                  <a:gd name="T14" fmla="*/ 101 w 220"/>
                  <a:gd name="T15" fmla="*/ 71 h 188"/>
                  <a:gd name="T16" fmla="*/ 94 w 220"/>
                  <a:gd name="T17" fmla="*/ 68 h 188"/>
                  <a:gd name="T18" fmla="*/ 84 w 220"/>
                  <a:gd name="T19" fmla="*/ 67 h 188"/>
                  <a:gd name="T20" fmla="*/ 77 w 220"/>
                  <a:gd name="T21" fmla="*/ 64 h 188"/>
                  <a:gd name="T22" fmla="*/ 71 w 220"/>
                  <a:gd name="T23" fmla="*/ 61 h 188"/>
                  <a:gd name="T24" fmla="*/ 65 w 220"/>
                  <a:gd name="T25" fmla="*/ 57 h 188"/>
                  <a:gd name="T26" fmla="*/ 59 w 220"/>
                  <a:gd name="T27" fmla="*/ 54 h 188"/>
                  <a:gd name="T28" fmla="*/ 55 w 220"/>
                  <a:gd name="T29" fmla="*/ 53 h 188"/>
                  <a:gd name="T30" fmla="*/ 45 w 220"/>
                  <a:gd name="T31" fmla="*/ 56 h 188"/>
                  <a:gd name="T32" fmla="*/ 33 w 220"/>
                  <a:gd name="T33" fmla="*/ 60 h 188"/>
                  <a:gd name="T34" fmla="*/ 21 w 220"/>
                  <a:gd name="T35" fmla="*/ 66 h 188"/>
                  <a:gd name="T36" fmla="*/ 11 w 220"/>
                  <a:gd name="T37" fmla="*/ 69 h 188"/>
                  <a:gd name="T38" fmla="*/ 2 w 220"/>
                  <a:gd name="T39" fmla="*/ 68 h 188"/>
                  <a:gd name="T40" fmla="*/ 1 w 220"/>
                  <a:gd name="T41" fmla="*/ 63 h 188"/>
                  <a:gd name="T42" fmla="*/ 7 w 220"/>
                  <a:gd name="T43" fmla="*/ 56 h 188"/>
                  <a:gd name="T44" fmla="*/ 13 w 220"/>
                  <a:gd name="T45" fmla="*/ 49 h 188"/>
                  <a:gd name="T46" fmla="*/ 20 w 220"/>
                  <a:gd name="T47" fmla="*/ 44 h 188"/>
                  <a:gd name="T48" fmla="*/ 26 w 220"/>
                  <a:gd name="T49" fmla="*/ 41 h 188"/>
                  <a:gd name="T50" fmla="*/ 34 w 220"/>
                  <a:gd name="T51" fmla="*/ 35 h 188"/>
                  <a:gd name="T52" fmla="*/ 43 w 220"/>
                  <a:gd name="T53" fmla="*/ 30 h 188"/>
                  <a:gd name="T54" fmla="*/ 49 w 220"/>
                  <a:gd name="T55" fmla="*/ 27 h 188"/>
                  <a:gd name="T56" fmla="*/ 52 w 220"/>
                  <a:gd name="T57" fmla="*/ 25 h 188"/>
                  <a:gd name="T58" fmla="*/ 53 w 220"/>
                  <a:gd name="T59" fmla="*/ 21 h 188"/>
                  <a:gd name="T60" fmla="*/ 52 w 220"/>
                  <a:gd name="T61" fmla="*/ 19 h 188"/>
                  <a:gd name="T62" fmla="*/ 46 w 220"/>
                  <a:gd name="T63" fmla="*/ 17 h 188"/>
                  <a:gd name="T64" fmla="*/ 38 w 220"/>
                  <a:gd name="T65" fmla="*/ 14 h 188"/>
                  <a:gd name="T66" fmla="*/ 32 w 220"/>
                  <a:gd name="T67" fmla="*/ 12 h 188"/>
                  <a:gd name="T68" fmla="*/ 29 w 220"/>
                  <a:gd name="T69" fmla="*/ 10 h 188"/>
                  <a:gd name="T70" fmla="*/ 26 w 220"/>
                  <a:gd name="T71" fmla="*/ 8 h 188"/>
                  <a:gd name="T72" fmla="*/ 25 w 220"/>
                  <a:gd name="T73" fmla="*/ 4 h 188"/>
                  <a:gd name="T74" fmla="*/ 23 w 220"/>
                  <a:gd name="T75" fmla="*/ 1 h 188"/>
                  <a:gd name="T76" fmla="*/ 25 w 220"/>
                  <a:gd name="T77" fmla="*/ 0 h 188"/>
                  <a:gd name="T78" fmla="*/ 37 w 220"/>
                  <a:gd name="T79" fmla="*/ 3 h 188"/>
                  <a:gd name="T80" fmla="*/ 54 w 220"/>
                  <a:gd name="T81" fmla="*/ 8 h 188"/>
                  <a:gd name="T82" fmla="*/ 70 w 220"/>
                  <a:gd name="T83" fmla="*/ 12 h 188"/>
                  <a:gd name="T84" fmla="*/ 82 w 220"/>
                  <a:gd name="T85" fmla="*/ 14 h 188"/>
                  <a:gd name="T86" fmla="*/ 93 w 220"/>
                  <a:gd name="T87" fmla="*/ 12 h 188"/>
                  <a:gd name="T88" fmla="*/ 104 w 220"/>
                  <a:gd name="T89" fmla="*/ 8 h 188"/>
                  <a:gd name="T90" fmla="*/ 115 w 220"/>
                  <a:gd name="T91" fmla="*/ 4 h 18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0" h="188">
                    <a:moveTo>
                      <a:pt x="218" y="3"/>
                    </a:moveTo>
                    <a:lnTo>
                      <a:pt x="220" y="34"/>
                    </a:lnTo>
                    <a:lnTo>
                      <a:pt x="219" y="68"/>
                    </a:lnTo>
                    <a:lnTo>
                      <a:pt x="213" y="100"/>
                    </a:lnTo>
                    <a:lnTo>
                      <a:pt x="203" y="124"/>
                    </a:lnTo>
                    <a:lnTo>
                      <a:pt x="199" y="135"/>
                    </a:lnTo>
                    <a:lnTo>
                      <a:pt x="195" y="154"/>
                    </a:lnTo>
                    <a:lnTo>
                      <a:pt x="191" y="175"/>
                    </a:lnTo>
                    <a:lnTo>
                      <a:pt x="190" y="188"/>
                    </a:lnTo>
                    <a:lnTo>
                      <a:pt x="187" y="178"/>
                    </a:lnTo>
                    <a:lnTo>
                      <a:pt x="187" y="169"/>
                    </a:lnTo>
                    <a:lnTo>
                      <a:pt x="189" y="160"/>
                    </a:lnTo>
                    <a:lnTo>
                      <a:pt x="191" y="152"/>
                    </a:lnTo>
                    <a:lnTo>
                      <a:pt x="192" y="144"/>
                    </a:lnTo>
                    <a:lnTo>
                      <a:pt x="189" y="137"/>
                    </a:lnTo>
                    <a:lnTo>
                      <a:pt x="186" y="131"/>
                    </a:lnTo>
                    <a:lnTo>
                      <a:pt x="180" y="125"/>
                    </a:lnTo>
                    <a:lnTo>
                      <a:pt x="173" y="125"/>
                    </a:lnTo>
                    <a:lnTo>
                      <a:pt x="164" y="125"/>
                    </a:lnTo>
                    <a:lnTo>
                      <a:pt x="154" y="123"/>
                    </a:lnTo>
                    <a:lnTo>
                      <a:pt x="146" y="121"/>
                    </a:lnTo>
                    <a:lnTo>
                      <a:pt x="142" y="118"/>
                    </a:lnTo>
                    <a:lnTo>
                      <a:pt x="137" y="116"/>
                    </a:lnTo>
                    <a:lnTo>
                      <a:pt x="131" y="113"/>
                    </a:lnTo>
                    <a:lnTo>
                      <a:pt x="126" y="108"/>
                    </a:lnTo>
                    <a:lnTo>
                      <a:pt x="119" y="105"/>
                    </a:lnTo>
                    <a:lnTo>
                      <a:pt x="113" y="101"/>
                    </a:lnTo>
                    <a:lnTo>
                      <a:pt x="108" y="99"/>
                    </a:lnTo>
                    <a:lnTo>
                      <a:pt x="105" y="98"/>
                    </a:lnTo>
                    <a:lnTo>
                      <a:pt x="100" y="98"/>
                    </a:lnTo>
                    <a:lnTo>
                      <a:pt x="93" y="100"/>
                    </a:lnTo>
                    <a:lnTo>
                      <a:pt x="83" y="103"/>
                    </a:lnTo>
                    <a:lnTo>
                      <a:pt x="71" y="107"/>
                    </a:lnTo>
                    <a:lnTo>
                      <a:pt x="60" y="111"/>
                    </a:lnTo>
                    <a:lnTo>
                      <a:pt x="48" y="116"/>
                    </a:lnTo>
                    <a:lnTo>
                      <a:pt x="38" y="121"/>
                    </a:lnTo>
                    <a:lnTo>
                      <a:pt x="31" y="124"/>
                    </a:lnTo>
                    <a:lnTo>
                      <a:pt x="21" y="128"/>
                    </a:lnTo>
                    <a:lnTo>
                      <a:pt x="12" y="129"/>
                    </a:lnTo>
                    <a:lnTo>
                      <a:pt x="4" y="126"/>
                    </a:lnTo>
                    <a:lnTo>
                      <a:pt x="0" y="123"/>
                    </a:lnTo>
                    <a:lnTo>
                      <a:pt x="2" y="117"/>
                    </a:lnTo>
                    <a:lnTo>
                      <a:pt x="6" y="110"/>
                    </a:lnTo>
                    <a:lnTo>
                      <a:pt x="12" y="103"/>
                    </a:lnTo>
                    <a:lnTo>
                      <a:pt x="17" y="97"/>
                    </a:lnTo>
                    <a:lnTo>
                      <a:pt x="24" y="91"/>
                    </a:lnTo>
                    <a:lnTo>
                      <a:pt x="31" y="86"/>
                    </a:lnTo>
                    <a:lnTo>
                      <a:pt x="37" y="82"/>
                    </a:lnTo>
                    <a:lnTo>
                      <a:pt x="43" y="78"/>
                    </a:lnTo>
                    <a:lnTo>
                      <a:pt x="48" y="75"/>
                    </a:lnTo>
                    <a:lnTo>
                      <a:pt x="55" y="70"/>
                    </a:lnTo>
                    <a:lnTo>
                      <a:pt x="63" y="65"/>
                    </a:lnTo>
                    <a:lnTo>
                      <a:pt x="71" y="61"/>
                    </a:lnTo>
                    <a:lnTo>
                      <a:pt x="78" y="56"/>
                    </a:lnTo>
                    <a:lnTo>
                      <a:pt x="85" y="53"/>
                    </a:lnTo>
                    <a:lnTo>
                      <a:pt x="90" y="49"/>
                    </a:lnTo>
                    <a:lnTo>
                      <a:pt x="93" y="48"/>
                    </a:lnTo>
                    <a:lnTo>
                      <a:pt x="96" y="46"/>
                    </a:lnTo>
                    <a:lnTo>
                      <a:pt x="97" y="42"/>
                    </a:lnTo>
                    <a:lnTo>
                      <a:pt x="98" y="39"/>
                    </a:lnTo>
                    <a:lnTo>
                      <a:pt x="97" y="37"/>
                    </a:lnTo>
                    <a:lnTo>
                      <a:pt x="95" y="35"/>
                    </a:lnTo>
                    <a:lnTo>
                      <a:pt x="90" y="33"/>
                    </a:lnTo>
                    <a:lnTo>
                      <a:pt x="84" y="31"/>
                    </a:lnTo>
                    <a:lnTo>
                      <a:pt x="77" y="27"/>
                    </a:lnTo>
                    <a:lnTo>
                      <a:pt x="70" y="25"/>
                    </a:lnTo>
                    <a:lnTo>
                      <a:pt x="63" y="23"/>
                    </a:lnTo>
                    <a:lnTo>
                      <a:pt x="59" y="22"/>
                    </a:lnTo>
                    <a:lnTo>
                      <a:pt x="57" y="21"/>
                    </a:lnTo>
                    <a:lnTo>
                      <a:pt x="54" y="19"/>
                    </a:lnTo>
                    <a:lnTo>
                      <a:pt x="51" y="17"/>
                    </a:lnTo>
                    <a:lnTo>
                      <a:pt x="48" y="15"/>
                    </a:lnTo>
                    <a:lnTo>
                      <a:pt x="47" y="11"/>
                    </a:lnTo>
                    <a:lnTo>
                      <a:pt x="46" y="8"/>
                    </a:lnTo>
                    <a:lnTo>
                      <a:pt x="46" y="4"/>
                    </a:lnTo>
                    <a:lnTo>
                      <a:pt x="43" y="2"/>
                    </a:lnTo>
                    <a:lnTo>
                      <a:pt x="38" y="0"/>
                    </a:lnTo>
                    <a:lnTo>
                      <a:pt x="45" y="0"/>
                    </a:lnTo>
                    <a:lnTo>
                      <a:pt x="55" y="2"/>
                    </a:lnTo>
                    <a:lnTo>
                      <a:pt x="68" y="6"/>
                    </a:lnTo>
                    <a:lnTo>
                      <a:pt x="83" y="10"/>
                    </a:lnTo>
                    <a:lnTo>
                      <a:pt x="99" y="15"/>
                    </a:lnTo>
                    <a:lnTo>
                      <a:pt x="114" y="19"/>
                    </a:lnTo>
                    <a:lnTo>
                      <a:pt x="128" y="23"/>
                    </a:lnTo>
                    <a:lnTo>
                      <a:pt x="139" y="25"/>
                    </a:lnTo>
                    <a:lnTo>
                      <a:pt x="150" y="26"/>
                    </a:lnTo>
                    <a:lnTo>
                      <a:pt x="160" y="25"/>
                    </a:lnTo>
                    <a:lnTo>
                      <a:pt x="171" y="23"/>
                    </a:lnTo>
                    <a:lnTo>
                      <a:pt x="181" y="19"/>
                    </a:lnTo>
                    <a:lnTo>
                      <a:pt x="190" y="15"/>
                    </a:lnTo>
                    <a:lnTo>
                      <a:pt x="201" y="11"/>
                    </a:lnTo>
                    <a:lnTo>
                      <a:pt x="210" y="7"/>
                    </a:lnTo>
                    <a:lnTo>
                      <a:pt x="218"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1" name="Freeform 92">
                <a:extLst>
                  <a:ext uri="{FF2B5EF4-FFF2-40B4-BE49-F238E27FC236}">
                    <a16:creationId xmlns:a16="http://schemas.microsoft.com/office/drawing/2014/main" id="{6632FB95-3B8C-455D-8DF3-E40CC2614882}"/>
                  </a:ext>
                </a:extLst>
              </p:cNvPr>
              <p:cNvSpPr>
                <a:spLocks/>
              </p:cNvSpPr>
              <p:nvPr/>
            </p:nvSpPr>
            <p:spPr bwMode="auto">
              <a:xfrm>
                <a:off x="3428" y="3131"/>
                <a:ext cx="140" cy="179"/>
              </a:xfrm>
              <a:custGeom>
                <a:avLst/>
                <a:gdLst>
                  <a:gd name="T0" fmla="*/ 123 w 256"/>
                  <a:gd name="T1" fmla="*/ 178 h 327"/>
                  <a:gd name="T2" fmla="*/ 129 w 256"/>
                  <a:gd name="T3" fmla="*/ 175 h 327"/>
                  <a:gd name="T4" fmla="*/ 131 w 256"/>
                  <a:gd name="T5" fmla="*/ 164 h 327"/>
                  <a:gd name="T6" fmla="*/ 135 w 256"/>
                  <a:gd name="T7" fmla="*/ 140 h 327"/>
                  <a:gd name="T8" fmla="*/ 140 w 256"/>
                  <a:gd name="T9" fmla="*/ 122 h 327"/>
                  <a:gd name="T10" fmla="*/ 132 w 256"/>
                  <a:gd name="T11" fmla="*/ 109 h 327"/>
                  <a:gd name="T12" fmla="*/ 123 w 256"/>
                  <a:gd name="T13" fmla="*/ 102 h 327"/>
                  <a:gd name="T14" fmla="*/ 114 w 256"/>
                  <a:gd name="T15" fmla="*/ 96 h 327"/>
                  <a:gd name="T16" fmla="*/ 106 w 256"/>
                  <a:gd name="T17" fmla="*/ 88 h 327"/>
                  <a:gd name="T18" fmla="*/ 100 w 256"/>
                  <a:gd name="T19" fmla="*/ 81 h 327"/>
                  <a:gd name="T20" fmla="*/ 96 w 256"/>
                  <a:gd name="T21" fmla="*/ 75 h 327"/>
                  <a:gd name="T22" fmla="*/ 103 w 256"/>
                  <a:gd name="T23" fmla="*/ 68 h 327"/>
                  <a:gd name="T24" fmla="*/ 108 w 256"/>
                  <a:gd name="T25" fmla="*/ 67 h 327"/>
                  <a:gd name="T26" fmla="*/ 110 w 256"/>
                  <a:gd name="T27" fmla="*/ 65 h 327"/>
                  <a:gd name="T28" fmla="*/ 104 w 256"/>
                  <a:gd name="T29" fmla="*/ 60 h 327"/>
                  <a:gd name="T30" fmla="*/ 97 w 256"/>
                  <a:gd name="T31" fmla="*/ 54 h 327"/>
                  <a:gd name="T32" fmla="*/ 92 w 256"/>
                  <a:gd name="T33" fmla="*/ 47 h 327"/>
                  <a:gd name="T34" fmla="*/ 89 w 256"/>
                  <a:gd name="T35" fmla="*/ 40 h 327"/>
                  <a:gd name="T36" fmla="*/ 83 w 256"/>
                  <a:gd name="T37" fmla="*/ 31 h 327"/>
                  <a:gd name="T38" fmla="*/ 69 w 256"/>
                  <a:gd name="T39" fmla="*/ 21 h 327"/>
                  <a:gd name="T40" fmla="*/ 53 w 256"/>
                  <a:gd name="T41" fmla="*/ 12 h 327"/>
                  <a:gd name="T42" fmla="*/ 37 w 256"/>
                  <a:gd name="T43" fmla="*/ 5 h 327"/>
                  <a:gd name="T44" fmla="*/ 27 w 256"/>
                  <a:gd name="T45" fmla="*/ 1 h 327"/>
                  <a:gd name="T46" fmla="*/ 19 w 256"/>
                  <a:gd name="T47" fmla="*/ 0 h 327"/>
                  <a:gd name="T48" fmla="*/ 11 w 256"/>
                  <a:gd name="T49" fmla="*/ 1 h 327"/>
                  <a:gd name="T50" fmla="*/ 4 w 256"/>
                  <a:gd name="T51" fmla="*/ 5 h 327"/>
                  <a:gd name="T52" fmla="*/ 0 w 256"/>
                  <a:gd name="T53" fmla="*/ 16 h 327"/>
                  <a:gd name="T54" fmla="*/ 5 w 256"/>
                  <a:gd name="T55" fmla="*/ 29 h 327"/>
                  <a:gd name="T56" fmla="*/ 16 w 256"/>
                  <a:gd name="T57" fmla="*/ 35 h 327"/>
                  <a:gd name="T58" fmla="*/ 25 w 256"/>
                  <a:gd name="T59" fmla="*/ 40 h 327"/>
                  <a:gd name="T60" fmla="*/ 32 w 256"/>
                  <a:gd name="T61" fmla="*/ 45 h 327"/>
                  <a:gd name="T62" fmla="*/ 38 w 256"/>
                  <a:gd name="T63" fmla="*/ 50 h 327"/>
                  <a:gd name="T64" fmla="*/ 40 w 256"/>
                  <a:gd name="T65" fmla="*/ 58 h 327"/>
                  <a:gd name="T66" fmla="*/ 46 w 256"/>
                  <a:gd name="T67" fmla="*/ 70 h 327"/>
                  <a:gd name="T68" fmla="*/ 55 w 256"/>
                  <a:gd name="T69" fmla="*/ 76 h 327"/>
                  <a:gd name="T70" fmla="*/ 61 w 256"/>
                  <a:gd name="T71" fmla="*/ 82 h 327"/>
                  <a:gd name="T72" fmla="*/ 66 w 256"/>
                  <a:gd name="T73" fmla="*/ 89 h 327"/>
                  <a:gd name="T74" fmla="*/ 69 w 256"/>
                  <a:gd name="T75" fmla="*/ 95 h 327"/>
                  <a:gd name="T76" fmla="*/ 68 w 256"/>
                  <a:gd name="T77" fmla="*/ 104 h 327"/>
                  <a:gd name="T78" fmla="*/ 66 w 256"/>
                  <a:gd name="T79" fmla="*/ 118 h 327"/>
                  <a:gd name="T80" fmla="*/ 71 w 256"/>
                  <a:gd name="T81" fmla="*/ 131 h 327"/>
                  <a:gd name="T82" fmla="*/ 87 w 256"/>
                  <a:gd name="T83" fmla="*/ 145 h 327"/>
                  <a:gd name="T84" fmla="*/ 105 w 256"/>
                  <a:gd name="T85" fmla="*/ 159 h 327"/>
                  <a:gd name="T86" fmla="*/ 118 w 256"/>
                  <a:gd name="T87" fmla="*/ 172 h 3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327">
                    <a:moveTo>
                      <a:pt x="219" y="327"/>
                    </a:moveTo>
                    <a:lnTo>
                      <a:pt x="225" y="325"/>
                    </a:lnTo>
                    <a:lnTo>
                      <a:pt x="230" y="321"/>
                    </a:lnTo>
                    <a:lnTo>
                      <a:pt x="236" y="319"/>
                    </a:lnTo>
                    <a:lnTo>
                      <a:pt x="242" y="315"/>
                    </a:lnTo>
                    <a:lnTo>
                      <a:pt x="239" y="300"/>
                    </a:lnTo>
                    <a:lnTo>
                      <a:pt x="241" y="278"/>
                    </a:lnTo>
                    <a:lnTo>
                      <a:pt x="247" y="255"/>
                    </a:lnTo>
                    <a:lnTo>
                      <a:pt x="254" y="236"/>
                    </a:lnTo>
                    <a:lnTo>
                      <a:pt x="256" y="222"/>
                    </a:lnTo>
                    <a:lnTo>
                      <a:pt x="251" y="209"/>
                    </a:lnTo>
                    <a:lnTo>
                      <a:pt x="242" y="199"/>
                    </a:lnTo>
                    <a:lnTo>
                      <a:pt x="230" y="191"/>
                    </a:lnTo>
                    <a:lnTo>
                      <a:pt x="224" y="186"/>
                    </a:lnTo>
                    <a:lnTo>
                      <a:pt x="217" y="181"/>
                    </a:lnTo>
                    <a:lnTo>
                      <a:pt x="209" y="175"/>
                    </a:lnTo>
                    <a:lnTo>
                      <a:pt x="202" y="168"/>
                    </a:lnTo>
                    <a:lnTo>
                      <a:pt x="194" y="161"/>
                    </a:lnTo>
                    <a:lnTo>
                      <a:pt x="188" y="154"/>
                    </a:lnTo>
                    <a:lnTo>
                      <a:pt x="182" y="148"/>
                    </a:lnTo>
                    <a:lnTo>
                      <a:pt x="179" y="144"/>
                    </a:lnTo>
                    <a:lnTo>
                      <a:pt x="176" y="137"/>
                    </a:lnTo>
                    <a:lnTo>
                      <a:pt x="180" y="130"/>
                    </a:lnTo>
                    <a:lnTo>
                      <a:pt x="188" y="125"/>
                    </a:lnTo>
                    <a:lnTo>
                      <a:pt x="197" y="124"/>
                    </a:lnTo>
                    <a:lnTo>
                      <a:pt x="198" y="122"/>
                    </a:lnTo>
                    <a:lnTo>
                      <a:pt x="199" y="121"/>
                    </a:lnTo>
                    <a:lnTo>
                      <a:pt x="201" y="118"/>
                    </a:lnTo>
                    <a:lnTo>
                      <a:pt x="201" y="117"/>
                    </a:lnTo>
                    <a:lnTo>
                      <a:pt x="190" y="110"/>
                    </a:lnTo>
                    <a:lnTo>
                      <a:pt x="183" y="105"/>
                    </a:lnTo>
                    <a:lnTo>
                      <a:pt x="178" y="99"/>
                    </a:lnTo>
                    <a:lnTo>
                      <a:pt x="173" y="93"/>
                    </a:lnTo>
                    <a:lnTo>
                      <a:pt x="168" y="86"/>
                    </a:lnTo>
                    <a:lnTo>
                      <a:pt x="166" y="80"/>
                    </a:lnTo>
                    <a:lnTo>
                      <a:pt x="163" y="73"/>
                    </a:lnTo>
                    <a:lnTo>
                      <a:pt x="159" y="65"/>
                    </a:lnTo>
                    <a:lnTo>
                      <a:pt x="152" y="57"/>
                    </a:lnTo>
                    <a:lnTo>
                      <a:pt x="141" y="48"/>
                    </a:lnTo>
                    <a:lnTo>
                      <a:pt x="127" y="39"/>
                    </a:lnTo>
                    <a:lnTo>
                      <a:pt x="112" y="30"/>
                    </a:lnTo>
                    <a:lnTo>
                      <a:pt x="96" y="22"/>
                    </a:lnTo>
                    <a:lnTo>
                      <a:pt x="81" y="15"/>
                    </a:lnTo>
                    <a:lnTo>
                      <a:pt x="67" y="9"/>
                    </a:lnTo>
                    <a:lnTo>
                      <a:pt x="58" y="4"/>
                    </a:lnTo>
                    <a:lnTo>
                      <a:pt x="50" y="2"/>
                    </a:lnTo>
                    <a:lnTo>
                      <a:pt x="42" y="0"/>
                    </a:lnTo>
                    <a:lnTo>
                      <a:pt x="34" y="0"/>
                    </a:lnTo>
                    <a:lnTo>
                      <a:pt x="27" y="0"/>
                    </a:lnTo>
                    <a:lnTo>
                      <a:pt x="20" y="1"/>
                    </a:lnTo>
                    <a:lnTo>
                      <a:pt x="14" y="4"/>
                    </a:lnTo>
                    <a:lnTo>
                      <a:pt x="8" y="9"/>
                    </a:lnTo>
                    <a:lnTo>
                      <a:pt x="5" y="15"/>
                    </a:lnTo>
                    <a:lnTo>
                      <a:pt x="0" y="29"/>
                    </a:lnTo>
                    <a:lnTo>
                      <a:pt x="4" y="41"/>
                    </a:lnTo>
                    <a:lnTo>
                      <a:pt x="10" y="53"/>
                    </a:lnTo>
                    <a:lnTo>
                      <a:pt x="22" y="61"/>
                    </a:lnTo>
                    <a:lnTo>
                      <a:pt x="29" y="64"/>
                    </a:lnTo>
                    <a:lnTo>
                      <a:pt x="37" y="69"/>
                    </a:lnTo>
                    <a:lnTo>
                      <a:pt x="45" y="73"/>
                    </a:lnTo>
                    <a:lnTo>
                      <a:pt x="52" y="78"/>
                    </a:lnTo>
                    <a:lnTo>
                      <a:pt x="59" y="83"/>
                    </a:lnTo>
                    <a:lnTo>
                      <a:pt x="66" y="87"/>
                    </a:lnTo>
                    <a:lnTo>
                      <a:pt x="69" y="92"/>
                    </a:lnTo>
                    <a:lnTo>
                      <a:pt x="72" y="96"/>
                    </a:lnTo>
                    <a:lnTo>
                      <a:pt x="74" y="106"/>
                    </a:lnTo>
                    <a:lnTo>
                      <a:pt x="78" y="116"/>
                    </a:lnTo>
                    <a:lnTo>
                      <a:pt x="85" y="128"/>
                    </a:lnTo>
                    <a:lnTo>
                      <a:pt x="95" y="136"/>
                    </a:lnTo>
                    <a:lnTo>
                      <a:pt x="100" y="139"/>
                    </a:lnTo>
                    <a:lnTo>
                      <a:pt x="106" y="145"/>
                    </a:lnTo>
                    <a:lnTo>
                      <a:pt x="112" y="149"/>
                    </a:lnTo>
                    <a:lnTo>
                      <a:pt x="118" y="155"/>
                    </a:lnTo>
                    <a:lnTo>
                      <a:pt x="121" y="162"/>
                    </a:lnTo>
                    <a:lnTo>
                      <a:pt x="125" y="168"/>
                    </a:lnTo>
                    <a:lnTo>
                      <a:pt x="127" y="174"/>
                    </a:lnTo>
                    <a:lnTo>
                      <a:pt x="127" y="179"/>
                    </a:lnTo>
                    <a:lnTo>
                      <a:pt x="125" y="190"/>
                    </a:lnTo>
                    <a:lnTo>
                      <a:pt x="121" y="202"/>
                    </a:lnTo>
                    <a:lnTo>
                      <a:pt x="120" y="215"/>
                    </a:lnTo>
                    <a:lnTo>
                      <a:pt x="122" y="227"/>
                    </a:lnTo>
                    <a:lnTo>
                      <a:pt x="130" y="239"/>
                    </a:lnTo>
                    <a:lnTo>
                      <a:pt x="143" y="252"/>
                    </a:lnTo>
                    <a:lnTo>
                      <a:pt x="159" y="265"/>
                    </a:lnTo>
                    <a:lnTo>
                      <a:pt x="176" y="278"/>
                    </a:lnTo>
                    <a:lnTo>
                      <a:pt x="192" y="291"/>
                    </a:lnTo>
                    <a:lnTo>
                      <a:pt x="206" y="304"/>
                    </a:lnTo>
                    <a:lnTo>
                      <a:pt x="216" y="315"/>
                    </a:lnTo>
                    <a:lnTo>
                      <a:pt x="219" y="3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2" name="Freeform 93">
                <a:extLst>
                  <a:ext uri="{FF2B5EF4-FFF2-40B4-BE49-F238E27FC236}">
                    <a16:creationId xmlns:a16="http://schemas.microsoft.com/office/drawing/2014/main" id="{E938C2E8-BD00-49D5-987F-A76708ABECB5}"/>
                  </a:ext>
                </a:extLst>
              </p:cNvPr>
              <p:cNvSpPr>
                <a:spLocks/>
              </p:cNvSpPr>
              <p:nvPr/>
            </p:nvSpPr>
            <p:spPr bwMode="auto">
              <a:xfrm>
                <a:off x="3463" y="3150"/>
                <a:ext cx="36" cy="25"/>
              </a:xfrm>
              <a:custGeom>
                <a:avLst/>
                <a:gdLst>
                  <a:gd name="T0" fmla="*/ 36 w 66"/>
                  <a:gd name="T1" fmla="*/ 25 h 45"/>
                  <a:gd name="T2" fmla="*/ 33 w 66"/>
                  <a:gd name="T3" fmla="*/ 21 h 45"/>
                  <a:gd name="T4" fmla="*/ 28 w 66"/>
                  <a:gd name="T5" fmla="*/ 16 h 45"/>
                  <a:gd name="T6" fmla="*/ 23 w 66"/>
                  <a:gd name="T7" fmla="*/ 12 h 45"/>
                  <a:gd name="T8" fmla="*/ 18 w 66"/>
                  <a:gd name="T9" fmla="*/ 8 h 45"/>
                  <a:gd name="T10" fmla="*/ 13 w 66"/>
                  <a:gd name="T11" fmla="*/ 4 h 45"/>
                  <a:gd name="T12" fmla="*/ 9 w 66"/>
                  <a:gd name="T13" fmla="*/ 1 h 45"/>
                  <a:gd name="T14" fmla="*/ 5 w 66"/>
                  <a:gd name="T15" fmla="*/ 0 h 45"/>
                  <a:gd name="T16" fmla="*/ 3 w 66"/>
                  <a:gd name="T17" fmla="*/ 1 h 45"/>
                  <a:gd name="T18" fmla="*/ 2 w 66"/>
                  <a:gd name="T19" fmla="*/ 4 h 45"/>
                  <a:gd name="T20" fmla="*/ 0 w 66"/>
                  <a:gd name="T21" fmla="*/ 9 h 45"/>
                  <a:gd name="T22" fmla="*/ 0 w 66"/>
                  <a:gd name="T23" fmla="*/ 14 h 45"/>
                  <a:gd name="T24" fmla="*/ 4 w 66"/>
                  <a:gd name="T25" fmla="*/ 16 h 45"/>
                  <a:gd name="T26" fmla="*/ 7 w 66"/>
                  <a:gd name="T27" fmla="*/ 16 h 45"/>
                  <a:gd name="T28" fmla="*/ 10 w 66"/>
                  <a:gd name="T29" fmla="*/ 16 h 45"/>
                  <a:gd name="T30" fmla="*/ 14 w 66"/>
                  <a:gd name="T31" fmla="*/ 16 h 45"/>
                  <a:gd name="T32" fmla="*/ 19 w 66"/>
                  <a:gd name="T33" fmla="*/ 16 h 45"/>
                  <a:gd name="T34" fmla="*/ 23 w 66"/>
                  <a:gd name="T35" fmla="*/ 17 h 45"/>
                  <a:gd name="T36" fmla="*/ 27 w 66"/>
                  <a:gd name="T37" fmla="*/ 19 h 45"/>
                  <a:gd name="T38" fmla="*/ 32 w 66"/>
                  <a:gd name="T39" fmla="*/ 21 h 45"/>
                  <a:gd name="T40" fmla="*/ 36 w 66"/>
                  <a:gd name="T41" fmla="*/ 25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6" h="45">
                    <a:moveTo>
                      <a:pt x="66" y="45"/>
                    </a:moveTo>
                    <a:lnTo>
                      <a:pt x="60" y="37"/>
                    </a:lnTo>
                    <a:lnTo>
                      <a:pt x="52" y="29"/>
                    </a:lnTo>
                    <a:lnTo>
                      <a:pt x="43" y="21"/>
                    </a:lnTo>
                    <a:lnTo>
                      <a:pt x="33" y="14"/>
                    </a:lnTo>
                    <a:lnTo>
                      <a:pt x="24" y="7"/>
                    </a:lnTo>
                    <a:lnTo>
                      <a:pt x="17" y="2"/>
                    </a:lnTo>
                    <a:lnTo>
                      <a:pt x="10" y="0"/>
                    </a:lnTo>
                    <a:lnTo>
                      <a:pt x="6" y="1"/>
                    </a:lnTo>
                    <a:lnTo>
                      <a:pt x="3" y="8"/>
                    </a:lnTo>
                    <a:lnTo>
                      <a:pt x="0" y="16"/>
                    </a:lnTo>
                    <a:lnTo>
                      <a:pt x="0" y="25"/>
                    </a:lnTo>
                    <a:lnTo>
                      <a:pt x="7" y="29"/>
                    </a:lnTo>
                    <a:lnTo>
                      <a:pt x="13" y="29"/>
                    </a:lnTo>
                    <a:lnTo>
                      <a:pt x="19" y="29"/>
                    </a:lnTo>
                    <a:lnTo>
                      <a:pt x="26" y="29"/>
                    </a:lnTo>
                    <a:lnTo>
                      <a:pt x="34" y="29"/>
                    </a:lnTo>
                    <a:lnTo>
                      <a:pt x="42" y="30"/>
                    </a:lnTo>
                    <a:lnTo>
                      <a:pt x="50" y="34"/>
                    </a:lnTo>
                    <a:lnTo>
                      <a:pt x="58" y="38"/>
                    </a:lnTo>
                    <a:lnTo>
                      <a:pt x="66" y="4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3" name="Freeform 94">
                <a:extLst>
                  <a:ext uri="{FF2B5EF4-FFF2-40B4-BE49-F238E27FC236}">
                    <a16:creationId xmlns:a16="http://schemas.microsoft.com/office/drawing/2014/main" id="{1435C4FE-227C-41E5-9378-B1544F44AB3E}"/>
                  </a:ext>
                </a:extLst>
              </p:cNvPr>
              <p:cNvSpPr>
                <a:spLocks/>
              </p:cNvSpPr>
              <p:nvPr/>
            </p:nvSpPr>
            <p:spPr bwMode="auto">
              <a:xfrm>
                <a:off x="3504" y="3203"/>
                <a:ext cx="42" cy="72"/>
              </a:xfrm>
              <a:custGeom>
                <a:avLst/>
                <a:gdLst>
                  <a:gd name="T0" fmla="*/ 0 w 78"/>
                  <a:gd name="T1" fmla="*/ 0 h 131"/>
                  <a:gd name="T2" fmla="*/ 6 w 78"/>
                  <a:gd name="T3" fmla="*/ 4 h 131"/>
                  <a:gd name="T4" fmla="*/ 11 w 78"/>
                  <a:gd name="T5" fmla="*/ 10 h 131"/>
                  <a:gd name="T6" fmla="*/ 13 w 78"/>
                  <a:gd name="T7" fmla="*/ 16 h 131"/>
                  <a:gd name="T8" fmla="*/ 17 w 78"/>
                  <a:gd name="T9" fmla="*/ 23 h 131"/>
                  <a:gd name="T10" fmla="*/ 19 w 78"/>
                  <a:gd name="T11" fmla="*/ 25 h 131"/>
                  <a:gd name="T12" fmla="*/ 22 w 78"/>
                  <a:gd name="T13" fmla="*/ 29 h 131"/>
                  <a:gd name="T14" fmla="*/ 26 w 78"/>
                  <a:gd name="T15" fmla="*/ 33 h 131"/>
                  <a:gd name="T16" fmla="*/ 31 w 78"/>
                  <a:gd name="T17" fmla="*/ 38 h 131"/>
                  <a:gd name="T18" fmla="*/ 35 w 78"/>
                  <a:gd name="T19" fmla="*/ 43 h 131"/>
                  <a:gd name="T20" fmla="*/ 38 w 78"/>
                  <a:gd name="T21" fmla="*/ 48 h 131"/>
                  <a:gd name="T22" fmla="*/ 40 w 78"/>
                  <a:gd name="T23" fmla="*/ 53 h 131"/>
                  <a:gd name="T24" fmla="*/ 42 w 78"/>
                  <a:gd name="T25" fmla="*/ 56 h 131"/>
                  <a:gd name="T26" fmla="*/ 42 w 78"/>
                  <a:gd name="T27" fmla="*/ 62 h 131"/>
                  <a:gd name="T28" fmla="*/ 42 w 78"/>
                  <a:gd name="T29" fmla="*/ 66 h 131"/>
                  <a:gd name="T30" fmla="*/ 40 w 78"/>
                  <a:gd name="T31" fmla="*/ 70 h 131"/>
                  <a:gd name="T32" fmla="*/ 37 w 78"/>
                  <a:gd name="T33" fmla="*/ 72 h 131"/>
                  <a:gd name="T34" fmla="*/ 35 w 78"/>
                  <a:gd name="T35" fmla="*/ 72 h 131"/>
                  <a:gd name="T36" fmla="*/ 32 w 78"/>
                  <a:gd name="T37" fmla="*/ 71 h 131"/>
                  <a:gd name="T38" fmla="*/ 29 w 78"/>
                  <a:gd name="T39" fmla="*/ 69 h 131"/>
                  <a:gd name="T40" fmla="*/ 25 w 78"/>
                  <a:gd name="T41" fmla="*/ 67 h 131"/>
                  <a:gd name="T42" fmla="*/ 22 w 78"/>
                  <a:gd name="T43" fmla="*/ 64 h 131"/>
                  <a:gd name="T44" fmla="*/ 18 w 78"/>
                  <a:gd name="T45" fmla="*/ 60 h 131"/>
                  <a:gd name="T46" fmla="*/ 16 w 78"/>
                  <a:gd name="T47" fmla="*/ 57 h 131"/>
                  <a:gd name="T48" fmla="*/ 13 w 78"/>
                  <a:gd name="T49" fmla="*/ 53 h 131"/>
                  <a:gd name="T50" fmla="*/ 10 w 78"/>
                  <a:gd name="T51" fmla="*/ 45 h 131"/>
                  <a:gd name="T52" fmla="*/ 7 w 78"/>
                  <a:gd name="T53" fmla="*/ 33 h 131"/>
                  <a:gd name="T54" fmla="*/ 5 w 78"/>
                  <a:gd name="T55" fmla="*/ 23 h 131"/>
                  <a:gd name="T56" fmla="*/ 4 w 78"/>
                  <a:gd name="T57" fmla="*/ 15 h 131"/>
                  <a:gd name="T58" fmla="*/ 3 w 78"/>
                  <a:gd name="T59" fmla="*/ 12 h 131"/>
                  <a:gd name="T60" fmla="*/ 3 w 78"/>
                  <a:gd name="T61" fmla="*/ 8 h 131"/>
                  <a:gd name="T62" fmla="*/ 2 w 78"/>
                  <a:gd name="T63" fmla="*/ 4 h 131"/>
                  <a:gd name="T64" fmla="*/ 0 w 78"/>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8" h="131">
                    <a:moveTo>
                      <a:pt x="0" y="0"/>
                    </a:moveTo>
                    <a:lnTo>
                      <a:pt x="12" y="8"/>
                    </a:lnTo>
                    <a:lnTo>
                      <a:pt x="20" y="18"/>
                    </a:lnTo>
                    <a:lnTo>
                      <a:pt x="25" y="30"/>
                    </a:lnTo>
                    <a:lnTo>
                      <a:pt x="32" y="41"/>
                    </a:lnTo>
                    <a:lnTo>
                      <a:pt x="35" y="46"/>
                    </a:lnTo>
                    <a:lnTo>
                      <a:pt x="41" y="52"/>
                    </a:lnTo>
                    <a:lnTo>
                      <a:pt x="49" y="60"/>
                    </a:lnTo>
                    <a:lnTo>
                      <a:pt x="57" y="69"/>
                    </a:lnTo>
                    <a:lnTo>
                      <a:pt x="65" y="78"/>
                    </a:lnTo>
                    <a:lnTo>
                      <a:pt x="71" y="88"/>
                    </a:lnTo>
                    <a:lnTo>
                      <a:pt x="75" y="96"/>
                    </a:lnTo>
                    <a:lnTo>
                      <a:pt x="78" y="101"/>
                    </a:lnTo>
                    <a:lnTo>
                      <a:pt x="78" y="112"/>
                    </a:lnTo>
                    <a:lnTo>
                      <a:pt x="78" y="120"/>
                    </a:lnTo>
                    <a:lnTo>
                      <a:pt x="74" y="127"/>
                    </a:lnTo>
                    <a:lnTo>
                      <a:pt x="68" y="131"/>
                    </a:lnTo>
                    <a:lnTo>
                      <a:pt x="65" y="131"/>
                    </a:lnTo>
                    <a:lnTo>
                      <a:pt x="59" y="129"/>
                    </a:lnTo>
                    <a:lnTo>
                      <a:pt x="53" y="126"/>
                    </a:lnTo>
                    <a:lnTo>
                      <a:pt x="47" y="121"/>
                    </a:lnTo>
                    <a:lnTo>
                      <a:pt x="41" y="116"/>
                    </a:lnTo>
                    <a:lnTo>
                      <a:pt x="34" y="109"/>
                    </a:lnTo>
                    <a:lnTo>
                      <a:pt x="29" y="104"/>
                    </a:lnTo>
                    <a:lnTo>
                      <a:pt x="25" y="97"/>
                    </a:lnTo>
                    <a:lnTo>
                      <a:pt x="18" y="81"/>
                    </a:lnTo>
                    <a:lnTo>
                      <a:pt x="13" y="60"/>
                    </a:lnTo>
                    <a:lnTo>
                      <a:pt x="9" y="41"/>
                    </a:lnTo>
                    <a:lnTo>
                      <a:pt x="7" y="28"/>
                    </a:lnTo>
                    <a:lnTo>
                      <a:pt x="6" y="21"/>
                    </a:lnTo>
                    <a:lnTo>
                      <a:pt x="6" y="15"/>
                    </a:lnTo>
                    <a:lnTo>
                      <a:pt x="4"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4" name="Freeform 95">
                <a:extLst>
                  <a:ext uri="{FF2B5EF4-FFF2-40B4-BE49-F238E27FC236}">
                    <a16:creationId xmlns:a16="http://schemas.microsoft.com/office/drawing/2014/main" id="{01A4197A-5790-4A87-AE84-CE6B214DEEC9}"/>
                  </a:ext>
                </a:extLst>
              </p:cNvPr>
              <p:cNvSpPr>
                <a:spLocks/>
              </p:cNvSpPr>
              <p:nvPr/>
            </p:nvSpPr>
            <p:spPr bwMode="auto">
              <a:xfrm>
                <a:off x="4519" y="3087"/>
                <a:ext cx="293" cy="499"/>
              </a:xfrm>
              <a:custGeom>
                <a:avLst/>
                <a:gdLst>
                  <a:gd name="T0" fmla="*/ 42 w 535"/>
                  <a:gd name="T1" fmla="*/ 333 h 911"/>
                  <a:gd name="T2" fmla="*/ 59 w 535"/>
                  <a:gd name="T3" fmla="*/ 332 h 911"/>
                  <a:gd name="T4" fmla="*/ 77 w 535"/>
                  <a:gd name="T5" fmla="*/ 326 h 911"/>
                  <a:gd name="T6" fmla="*/ 91 w 535"/>
                  <a:gd name="T7" fmla="*/ 319 h 911"/>
                  <a:gd name="T8" fmla="*/ 104 w 535"/>
                  <a:gd name="T9" fmla="*/ 308 h 911"/>
                  <a:gd name="T10" fmla="*/ 114 w 535"/>
                  <a:gd name="T11" fmla="*/ 291 h 911"/>
                  <a:gd name="T12" fmla="*/ 127 w 535"/>
                  <a:gd name="T13" fmla="*/ 264 h 911"/>
                  <a:gd name="T14" fmla="*/ 148 w 535"/>
                  <a:gd name="T15" fmla="*/ 205 h 911"/>
                  <a:gd name="T16" fmla="*/ 163 w 535"/>
                  <a:gd name="T17" fmla="*/ 106 h 911"/>
                  <a:gd name="T18" fmla="*/ 156 w 535"/>
                  <a:gd name="T19" fmla="*/ 105 h 911"/>
                  <a:gd name="T20" fmla="*/ 131 w 535"/>
                  <a:gd name="T21" fmla="*/ 123 h 911"/>
                  <a:gd name="T22" fmla="*/ 109 w 535"/>
                  <a:gd name="T23" fmla="*/ 116 h 911"/>
                  <a:gd name="T24" fmla="*/ 92 w 535"/>
                  <a:gd name="T25" fmla="*/ 108 h 911"/>
                  <a:gd name="T26" fmla="*/ 72 w 535"/>
                  <a:gd name="T27" fmla="*/ 108 h 911"/>
                  <a:gd name="T28" fmla="*/ 77 w 535"/>
                  <a:gd name="T29" fmla="*/ 90 h 911"/>
                  <a:gd name="T30" fmla="*/ 112 w 535"/>
                  <a:gd name="T31" fmla="*/ 69 h 911"/>
                  <a:gd name="T32" fmla="*/ 168 w 535"/>
                  <a:gd name="T33" fmla="*/ 45 h 911"/>
                  <a:gd name="T34" fmla="*/ 149 w 535"/>
                  <a:gd name="T35" fmla="*/ 32 h 911"/>
                  <a:gd name="T36" fmla="*/ 131 w 535"/>
                  <a:gd name="T37" fmla="*/ 23 h 911"/>
                  <a:gd name="T38" fmla="*/ 143 w 535"/>
                  <a:gd name="T39" fmla="*/ 20 h 911"/>
                  <a:gd name="T40" fmla="*/ 156 w 535"/>
                  <a:gd name="T41" fmla="*/ 20 h 911"/>
                  <a:gd name="T42" fmla="*/ 144 w 535"/>
                  <a:gd name="T43" fmla="*/ 11 h 911"/>
                  <a:gd name="T44" fmla="*/ 126 w 535"/>
                  <a:gd name="T45" fmla="*/ 14 h 911"/>
                  <a:gd name="T46" fmla="*/ 111 w 535"/>
                  <a:gd name="T47" fmla="*/ 26 h 911"/>
                  <a:gd name="T48" fmla="*/ 99 w 535"/>
                  <a:gd name="T49" fmla="*/ 40 h 911"/>
                  <a:gd name="T50" fmla="*/ 85 w 535"/>
                  <a:gd name="T51" fmla="*/ 50 h 911"/>
                  <a:gd name="T52" fmla="*/ 83 w 535"/>
                  <a:gd name="T53" fmla="*/ 47 h 911"/>
                  <a:gd name="T54" fmla="*/ 104 w 535"/>
                  <a:gd name="T55" fmla="*/ 25 h 911"/>
                  <a:gd name="T56" fmla="*/ 106 w 535"/>
                  <a:gd name="T57" fmla="*/ 11 h 911"/>
                  <a:gd name="T58" fmla="*/ 131 w 535"/>
                  <a:gd name="T59" fmla="*/ 3 h 911"/>
                  <a:gd name="T60" fmla="*/ 155 w 535"/>
                  <a:gd name="T61" fmla="*/ 0 h 911"/>
                  <a:gd name="T62" fmla="*/ 176 w 535"/>
                  <a:gd name="T63" fmla="*/ 19 h 911"/>
                  <a:gd name="T64" fmla="*/ 202 w 535"/>
                  <a:gd name="T65" fmla="*/ 47 h 911"/>
                  <a:gd name="T66" fmla="*/ 217 w 535"/>
                  <a:gd name="T67" fmla="*/ 66 h 911"/>
                  <a:gd name="T68" fmla="*/ 225 w 535"/>
                  <a:gd name="T69" fmla="*/ 85 h 911"/>
                  <a:gd name="T70" fmla="*/ 245 w 535"/>
                  <a:gd name="T71" fmla="*/ 131 h 911"/>
                  <a:gd name="T72" fmla="*/ 266 w 535"/>
                  <a:gd name="T73" fmla="*/ 170 h 911"/>
                  <a:gd name="T74" fmla="*/ 279 w 535"/>
                  <a:gd name="T75" fmla="*/ 220 h 911"/>
                  <a:gd name="T76" fmla="*/ 288 w 535"/>
                  <a:gd name="T77" fmla="*/ 304 h 911"/>
                  <a:gd name="T78" fmla="*/ 289 w 535"/>
                  <a:gd name="T79" fmla="*/ 359 h 911"/>
                  <a:gd name="T80" fmla="*/ 287 w 535"/>
                  <a:gd name="T81" fmla="*/ 381 h 911"/>
                  <a:gd name="T82" fmla="*/ 285 w 535"/>
                  <a:gd name="T83" fmla="*/ 393 h 911"/>
                  <a:gd name="T84" fmla="*/ 289 w 535"/>
                  <a:gd name="T85" fmla="*/ 423 h 911"/>
                  <a:gd name="T86" fmla="*/ 291 w 535"/>
                  <a:gd name="T87" fmla="*/ 466 h 911"/>
                  <a:gd name="T88" fmla="*/ 284 w 535"/>
                  <a:gd name="T89" fmla="*/ 499 h 911"/>
                  <a:gd name="T90" fmla="*/ 217 w 535"/>
                  <a:gd name="T91" fmla="*/ 499 h 911"/>
                  <a:gd name="T92" fmla="*/ 95 w 535"/>
                  <a:gd name="T93" fmla="*/ 499 h 911"/>
                  <a:gd name="T94" fmla="*/ 5 w 535"/>
                  <a:gd name="T95" fmla="*/ 499 h 911"/>
                  <a:gd name="T96" fmla="*/ 9 w 535"/>
                  <a:gd name="T97" fmla="*/ 465 h 911"/>
                  <a:gd name="T98" fmla="*/ 23 w 535"/>
                  <a:gd name="T99" fmla="*/ 429 h 911"/>
                  <a:gd name="T100" fmla="*/ 35 w 535"/>
                  <a:gd name="T101" fmla="*/ 409 h 911"/>
                  <a:gd name="T102" fmla="*/ 43 w 535"/>
                  <a:gd name="T103" fmla="*/ 395 h 911"/>
                  <a:gd name="T104" fmla="*/ 42 w 535"/>
                  <a:gd name="T105" fmla="*/ 373 h 911"/>
                  <a:gd name="T106" fmla="*/ 27 w 535"/>
                  <a:gd name="T107" fmla="*/ 354 h 911"/>
                  <a:gd name="T108" fmla="*/ 19 w 535"/>
                  <a:gd name="T109" fmla="*/ 337 h 91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35" h="911">
                    <a:moveTo>
                      <a:pt x="28" y="608"/>
                    </a:moveTo>
                    <a:lnTo>
                      <a:pt x="41" y="608"/>
                    </a:lnTo>
                    <a:lnTo>
                      <a:pt x="54" y="608"/>
                    </a:lnTo>
                    <a:lnTo>
                      <a:pt x="65" y="608"/>
                    </a:lnTo>
                    <a:lnTo>
                      <a:pt x="77" y="608"/>
                    </a:lnTo>
                    <a:lnTo>
                      <a:pt x="86" y="608"/>
                    </a:lnTo>
                    <a:lnTo>
                      <a:pt x="94" y="608"/>
                    </a:lnTo>
                    <a:lnTo>
                      <a:pt x="100" y="607"/>
                    </a:lnTo>
                    <a:lnTo>
                      <a:pt x="103" y="607"/>
                    </a:lnTo>
                    <a:lnTo>
                      <a:pt x="108" y="606"/>
                    </a:lnTo>
                    <a:lnTo>
                      <a:pt x="114" y="605"/>
                    </a:lnTo>
                    <a:lnTo>
                      <a:pt x="121" y="603"/>
                    </a:lnTo>
                    <a:lnTo>
                      <a:pt x="128" y="600"/>
                    </a:lnTo>
                    <a:lnTo>
                      <a:pt x="134" y="598"/>
                    </a:lnTo>
                    <a:lnTo>
                      <a:pt x="141" y="596"/>
                    </a:lnTo>
                    <a:lnTo>
                      <a:pt x="147" y="593"/>
                    </a:lnTo>
                    <a:lnTo>
                      <a:pt x="152" y="591"/>
                    </a:lnTo>
                    <a:lnTo>
                      <a:pt x="156" y="589"/>
                    </a:lnTo>
                    <a:lnTo>
                      <a:pt x="161" y="585"/>
                    </a:lnTo>
                    <a:lnTo>
                      <a:pt x="167" y="582"/>
                    </a:lnTo>
                    <a:lnTo>
                      <a:pt x="172" y="578"/>
                    </a:lnTo>
                    <a:lnTo>
                      <a:pt x="178" y="575"/>
                    </a:lnTo>
                    <a:lnTo>
                      <a:pt x="183" y="570"/>
                    </a:lnTo>
                    <a:lnTo>
                      <a:pt x="187" y="566"/>
                    </a:lnTo>
                    <a:lnTo>
                      <a:pt x="190" y="562"/>
                    </a:lnTo>
                    <a:lnTo>
                      <a:pt x="193" y="558"/>
                    </a:lnTo>
                    <a:lnTo>
                      <a:pt x="198" y="551"/>
                    </a:lnTo>
                    <a:lnTo>
                      <a:pt x="202" y="544"/>
                    </a:lnTo>
                    <a:lnTo>
                      <a:pt x="206" y="538"/>
                    </a:lnTo>
                    <a:lnTo>
                      <a:pt x="209" y="532"/>
                    </a:lnTo>
                    <a:lnTo>
                      <a:pt x="214" y="524"/>
                    </a:lnTo>
                    <a:lnTo>
                      <a:pt x="219" y="514"/>
                    </a:lnTo>
                    <a:lnTo>
                      <a:pt x="223" y="505"/>
                    </a:lnTo>
                    <a:lnTo>
                      <a:pt x="227" y="497"/>
                    </a:lnTo>
                    <a:lnTo>
                      <a:pt x="232" y="482"/>
                    </a:lnTo>
                    <a:lnTo>
                      <a:pt x="240" y="461"/>
                    </a:lnTo>
                    <a:lnTo>
                      <a:pt x="249" y="439"/>
                    </a:lnTo>
                    <a:lnTo>
                      <a:pt x="257" y="415"/>
                    </a:lnTo>
                    <a:lnTo>
                      <a:pt x="265" y="393"/>
                    </a:lnTo>
                    <a:lnTo>
                      <a:pt x="270" y="374"/>
                    </a:lnTo>
                    <a:lnTo>
                      <a:pt x="274" y="361"/>
                    </a:lnTo>
                    <a:lnTo>
                      <a:pt x="280" y="326"/>
                    </a:lnTo>
                    <a:lnTo>
                      <a:pt x="288" y="273"/>
                    </a:lnTo>
                    <a:lnTo>
                      <a:pt x="295" y="224"/>
                    </a:lnTo>
                    <a:lnTo>
                      <a:pt x="297" y="194"/>
                    </a:lnTo>
                    <a:lnTo>
                      <a:pt x="296" y="184"/>
                    </a:lnTo>
                    <a:lnTo>
                      <a:pt x="293" y="184"/>
                    </a:lnTo>
                    <a:lnTo>
                      <a:pt x="290" y="187"/>
                    </a:lnTo>
                    <a:lnTo>
                      <a:pt x="288" y="190"/>
                    </a:lnTo>
                    <a:lnTo>
                      <a:pt x="285" y="192"/>
                    </a:lnTo>
                    <a:lnTo>
                      <a:pt x="281" y="198"/>
                    </a:lnTo>
                    <a:lnTo>
                      <a:pt x="274" y="204"/>
                    </a:lnTo>
                    <a:lnTo>
                      <a:pt x="265" y="212"/>
                    </a:lnTo>
                    <a:lnTo>
                      <a:pt x="253" y="219"/>
                    </a:lnTo>
                    <a:lnTo>
                      <a:pt x="240" y="225"/>
                    </a:lnTo>
                    <a:lnTo>
                      <a:pt x="225" y="229"/>
                    </a:lnTo>
                    <a:lnTo>
                      <a:pt x="209" y="230"/>
                    </a:lnTo>
                    <a:lnTo>
                      <a:pt x="207" y="224"/>
                    </a:lnTo>
                    <a:lnTo>
                      <a:pt x="204" y="217"/>
                    </a:lnTo>
                    <a:lnTo>
                      <a:pt x="199" y="211"/>
                    </a:lnTo>
                    <a:lnTo>
                      <a:pt x="194" y="205"/>
                    </a:lnTo>
                    <a:lnTo>
                      <a:pt x="187" y="202"/>
                    </a:lnTo>
                    <a:lnTo>
                      <a:pt x="182" y="198"/>
                    </a:lnTo>
                    <a:lnTo>
                      <a:pt x="175" y="197"/>
                    </a:lnTo>
                    <a:lnTo>
                      <a:pt x="168" y="197"/>
                    </a:lnTo>
                    <a:lnTo>
                      <a:pt x="161" y="198"/>
                    </a:lnTo>
                    <a:lnTo>
                      <a:pt x="153" y="198"/>
                    </a:lnTo>
                    <a:lnTo>
                      <a:pt x="145" y="199"/>
                    </a:lnTo>
                    <a:lnTo>
                      <a:pt x="138" y="198"/>
                    </a:lnTo>
                    <a:lnTo>
                      <a:pt x="132" y="198"/>
                    </a:lnTo>
                    <a:lnTo>
                      <a:pt x="128" y="196"/>
                    </a:lnTo>
                    <a:lnTo>
                      <a:pt x="125" y="194"/>
                    </a:lnTo>
                    <a:lnTo>
                      <a:pt x="125" y="189"/>
                    </a:lnTo>
                    <a:lnTo>
                      <a:pt x="131" y="177"/>
                    </a:lnTo>
                    <a:lnTo>
                      <a:pt x="140" y="164"/>
                    </a:lnTo>
                    <a:lnTo>
                      <a:pt x="149" y="151"/>
                    </a:lnTo>
                    <a:lnTo>
                      <a:pt x="158" y="145"/>
                    </a:lnTo>
                    <a:lnTo>
                      <a:pt x="166" y="142"/>
                    </a:lnTo>
                    <a:lnTo>
                      <a:pt x="183" y="135"/>
                    </a:lnTo>
                    <a:lnTo>
                      <a:pt x="205" y="126"/>
                    </a:lnTo>
                    <a:lnTo>
                      <a:pt x="230" y="114"/>
                    </a:lnTo>
                    <a:lnTo>
                      <a:pt x="255" y="104"/>
                    </a:lnTo>
                    <a:lnTo>
                      <a:pt x="280" y="95"/>
                    </a:lnTo>
                    <a:lnTo>
                      <a:pt x="297" y="86"/>
                    </a:lnTo>
                    <a:lnTo>
                      <a:pt x="307" y="83"/>
                    </a:lnTo>
                    <a:lnTo>
                      <a:pt x="303" y="80"/>
                    </a:lnTo>
                    <a:lnTo>
                      <a:pt x="297" y="74"/>
                    </a:lnTo>
                    <a:lnTo>
                      <a:pt x="289" y="69"/>
                    </a:lnTo>
                    <a:lnTo>
                      <a:pt x="281" y="63"/>
                    </a:lnTo>
                    <a:lnTo>
                      <a:pt x="272" y="58"/>
                    </a:lnTo>
                    <a:lnTo>
                      <a:pt x="263" y="53"/>
                    </a:lnTo>
                    <a:lnTo>
                      <a:pt x="257" y="50"/>
                    </a:lnTo>
                    <a:lnTo>
                      <a:pt x="251" y="47"/>
                    </a:lnTo>
                    <a:lnTo>
                      <a:pt x="244" y="45"/>
                    </a:lnTo>
                    <a:lnTo>
                      <a:pt x="240" y="42"/>
                    </a:lnTo>
                    <a:lnTo>
                      <a:pt x="242" y="39"/>
                    </a:lnTo>
                    <a:lnTo>
                      <a:pt x="247" y="37"/>
                    </a:lnTo>
                    <a:lnTo>
                      <a:pt x="251" y="36"/>
                    </a:lnTo>
                    <a:lnTo>
                      <a:pt x="257" y="36"/>
                    </a:lnTo>
                    <a:lnTo>
                      <a:pt x="261" y="36"/>
                    </a:lnTo>
                    <a:lnTo>
                      <a:pt x="267" y="35"/>
                    </a:lnTo>
                    <a:lnTo>
                      <a:pt x="272" y="35"/>
                    </a:lnTo>
                    <a:lnTo>
                      <a:pt x="277" y="35"/>
                    </a:lnTo>
                    <a:lnTo>
                      <a:pt x="281" y="36"/>
                    </a:lnTo>
                    <a:lnTo>
                      <a:pt x="284" y="36"/>
                    </a:lnTo>
                    <a:lnTo>
                      <a:pt x="283" y="30"/>
                    </a:lnTo>
                    <a:lnTo>
                      <a:pt x="280" y="25"/>
                    </a:lnTo>
                    <a:lnTo>
                      <a:pt x="275" y="22"/>
                    </a:lnTo>
                    <a:lnTo>
                      <a:pt x="268" y="20"/>
                    </a:lnTo>
                    <a:lnTo>
                      <a:pt x="263" y="20"/>
                    </a:lnTo>
                    <a:lnTo>
                      <a:pt x="259" y="20"/>
                    </a:lnTo>
                    <a:lnTo>
                      <a:pt x="252" y="21"/>
                    </a:lnTo>
                    <a:lnTo>
                      <a:pt x="245" y="21"/>
                    </a:lnTo>
                    <a:lnTo>
                      <a:pt x="238" y="23"/>
                    </a:lnTo>
                    <a:lnTo>
                      <a:pt x="230" y="25"/>
                    </a:lnTo>
                    <a:lnTo>
                      <a:pt x="223" y="28"/>
                    </a:lnTo>
                    <a:lnTo>
                      <a:pt x="217" y="32"/>
                    </a:lnTo>
                    <a:lnTo>
                      <a:pt x="213" y="37"/>
                    </a:lnTo>
                    <a:lnTo>
                      <a:pt x="207" y="43"/>
                    </a:lnTo>
                    <a:lnTo>
                      <a:pt x="202" y="48"/>
                    </a:lnTo>
                    <a:lnTo>
                      <a:pt x="198" y="54"/>
                    </a:lnTo>
                    <a:lnTo>
                      <a:pt x="192" y="60"/>
                    </a:lnTo>
                    <a:lnTo>
                      <a:pt x="189" y="65"/>
                    </a:lnTo>
                    <a:lnTo>
                      <a:pt x="184" y="69"/>
                    </a:lnTo>
                    <a:lnTo>
                      <a:pt x="181" y="73"/>
                    </a:lnTo>
                    <a:lnTo>
                      <a:pt x="176" y="76"/>
                    </a:lnTo>
                    <a:lnTo>
                      <a:pt x="171" y="80"/>
                    </a:lnTo>
                    <a:lnTo>
                      <a:pt x="166" y="84"/>
                    </a:lnTo>
                    <a:lnTo>
                      <a:pt x="160" y="88"/>
                    </a:lnTo>
                    <a:lnTo>
                      <a:pt x="155" y="92"/>
                    </a:lnTo>
                    <a:lnTo>
                      <a:pt x="149" y="95"/>
                    </a:lnTo>
                    <a:lnTo>
                      <a:pt x="146" y="97"/>
                    </a:lnTo>
                    <a:lnTo>
                      <a:pt x="144" y="97"/>
                    </a:lnTo>
                    <a:lnTo>
                      <a:pt x="145" y="93"/>
                    </a:lnTo>
                    <a:lnTo>
                      <a:pt x="152" y="85"/>
                    </a:lnTo>
                    <a:lnTo>
                      <a:pt x="161" y="76"/>
                    </a:lnTo>
                    <a:lnTo>
                      <a:pt x="170" y="68"/>
                    </a:lnTo>
                    <a:lnTo>
                      <a:pt x="175" y="62"/>
                    </a:lnTo>
                    <a:lnTo>
                      <a:pt x="182" y="55"/>
                    </a:lnTo>
                    <a:lnTo>
                      <a:pt x="189" y="46"/>
                    </a:lnTo>
                    <a:lnTo>
                      <a:pt x="196" y="37"/>
                    </a:lnTo>
                    <a:lnTo>
                      <a:pt x="200" y="29"/>
                    </a:lnTo>
                    <a:lnTo>
                      <a:pt x="202" y="22"/>
                    </a:lnTo>
                    <a:lnTo>
                      <a:pt x="200" y="19"/>
                    </a:lnTo>
                    <a:lnTo>
                      <a:pt x="194" y="20"/>
                    </a:lnTo>
                    <a:lnTo>
                      <a:pt x="200" y="17"/>
                    </a:lnTo>
                    <a:lnTo>
                      <a:pt x="208" y="15"/>
                    </a:lnTo>
                    <a:lnTo>
                      <a:pt x="217" y="13"/>
                    </a:lnTo>
                    <a:lnTo>
                      <a:pt x="229" y="9"/>
                    </a:lnTo>
                    <a:lnTo>
                      <a:pt x="239" y="6"/>
                    </a:lnTo>
                    <a:lnTo>
                      <a:pt x="251" y="4"/>
                    </a:lnTo>
                    <a:lnTo>
                      <a:pt x="262" y="1"/>
                    </a:lnTo>
                    <a:lnTo>
                      <a:pt x="272" y="0"/>
                    </a:lnTo>
                    <a:lnTo>
                      <a:pt x="277" y="0"/>
                    </a:lnTo>
                    <a:lnTo>
                      <a:pt x="283" y="0"/>
                    </a:lnTo>
                    <a:lnTo>
                      <a:pt x="289" y="0"/>
                    </a:lnTo>
                    <a:lnTo>
                      <a:pt x="292" y="0"/>
                    </a:lnTo>
                    <a:lnTo>
                      <a:pt x="300" y="10"/>
                    </a:lnTo>
                    <a:lnTo>
                      <a:pt x="311" y="22"/>
                    </a:lnTo>
                    <a:lnTo>
                      <a:pt x="321" y="35"/>
                    </a:lnTo>
                    <a:lnTo>
                      <a:pt x="333" y="47"/>
                    </a:lnTo>
                    <a:lnTo>
                      <a:pt x="343" y="60"/>
                    </a:lnTo>
                    <a:lnTo>
                      <a:pt x="353" y="70"/>
                    </a:lnTo>
                    <a:lnTo>
                      <a:pt x="363" y="80"/>
                    </a:lnTo>
                    <a:lnTo>
                      <a:pt x="369" y="86"/>
                    </a:lnTo>
                    <a:lnTo>
                      <a:pt x="375" y="92"/>
                    </a:lnTo>
                    <a:lnTo>
                      <a:pt x="381" y="99"/>
                    </a:lnTo>
                    <a:lnTo>
                      <a:pt x="387" y="106"/>
                    </a:lnTo>
                    <a:lnTo>
                      <a:pt x="393" y="113"/>
                    </a:lnTo>
                    <a:lnTo>
                      <a:pt x="397" y="120"/>
                    </a:lnTo>
                    <a:lnTo>
                      <a:pt x="401" y="126"/>
                    </a:lnTo>
                    <a:lnTo>
                      <a:pt x="404" y="131"/>
                    </a:lnTo>
                    <a:lnTo>
                      <a:pt x="405" y="136"/>
                    </a:lnTo>
                    <a:lnTo>
                      <a:pt x="407" y="143"/>
                    </a:lnTo>
                    <a:lnTo>
                      <a:pt x="411" y="156"/>
                    </a:lnTo>
                    <a:lnTo>
                      <a:pt x="418" y="172"/>
                    </a:lnTo>
                    <a:lnTo>
                      <a:pt x="425" y="190"/>
                    </a:lnTo>
                    <a:lnTo>
                      <a:pt x="432" y="209"/>
                    </a:lnTo>
                    <a:lnTo>
                      <a:pt x="440" y="225"/>
                    </a:lnTo>
                    <a:lnTo>
                      <a:pt x="447" y="239"/>
                    </a:lnTo>
                    <a:lnTo>
                      <a:pt x="452" y="248"/>
                    </a:lnTo>
                    <a:lnTo>
                      <a:pt x="458" y="257"/>
                    </a:lnTo>
                    <a:lnTo>
                      <a:pt x="466" y="272"/>
                    </a:lnTo>
                    <a:lnTo>
                      <a:pt x="475" y="290"/>
                    </a:lnTo>
                    <a:lnTo>
                      <a:pt x="485" y="310"/>
                    </a:lnTo>
                    <a:lnTo>
                      <a:pt x="494" y="331"/>
                    </a:lnTo>
                    <a:lnTo>
                      <a:pt x="501" y="350"/>
                    </a:lnTo>
                    <a:lnTo>
                      <a:pt x="505" y="366"/>
                    </a:lnTo>
                    <a:lnTo>
                      <a:pt x="508" y="377"/>
                    </a:lnTo>
                    <a:lnTo>
                      <a:pt x="510" y="402"/>
                    </a:lnTo>
                    <a:lnTo>
                      <a:pt x="513" y="439"/>
                    </a:lnTo>
                    <a:lnTo>
                      <a:pt x="518" y="475"/>
                    </a:lnTo>
                    <a:lnTo>
                      <a:pt x="522" y="497"/>
                    </a:lnTo>
                    <a:lnTo>
                      <a:pt x="524" y="518"/>
                    </a:lnTo>
                    <a:lnTo>
                      <a:pt x="526" y="555"/>
                    </a:lnTo>
                    <a:lnTo>
                      <a:pt x="528" y="592"/>
                    </a:lnTo>
                    <a:lnTo>
                      <a:pt x="528" y="615"/>
                    </a:lnTo>
                    <a:lnTo>
                      <a:pt x="527" y="629"/>
                    </a:lnTo>
                    <a:lnTo>
                      <a:pt x="527" y="643"/>
                    </a:lnTo>
                    <a:lnTo>
                      <a:pt x="527" y="655"/>
                    </a:lnTo>
                    <a:lnTo>
                      <a:pt x="527" y="664"/>
                    </a:lnTo>
                    <a:lnTo>
                      <a:pt x="528" y="670"/>
                    </a:lnTo>
                    <a:lnTo>
                      <a:pt x="527" y="681"/>
                    </a:lnTo>
                    <a:lnTo>
                      <a:pt x="526" y="690"/>
                    </a:lnTo>
                    <a:lnTo>
                      <a:pt x="524" y="696"/>
                    </a:lnTo>
                    <a:lnTo>
                      <a:pt x="520" y="698"/>
                    </a:lnTo>
                    <a:lnTo>
                      <a:pt x="518" y="700"/>
                    </a:lnTo>
                    <a:lnTo>
                      <a:pt x="516" y="704"/>
                    </a:lnTo>
                    <a:lnTo>
                      <a:pt x="512" y="706"/>
                    </a:lnTo>
                    <a:lnTo>
                      <a:pt x="520" y="718"/>
                    </a:lnTo>
                    <a:lnTo>
                      <a:pt x="527" y="733"/>
                    </a:lnTo>
                    <a:lnTo>
                      <a:pt x="533" y="746"/>
                    </a:lnTo>
                    <a:lnTo>
                      <a:pt x="535" y="755"/>
                    </a:lnTo>
                    <a:lnTo>
                      <a:pt x="533" y="761"/>
                    </a:lnTo>
                    <a:lnTo>
                      <a:pt x="528" y="773"/>
                    </a:lnTo>
                    <a:lnTo>
                      <a:pt x="524" y="786"/>
                    </a:lnTo>
                    <a:lnTo>
                      <a:pt x="522" y="795"/>
                    </a:lnTo>
                    <a:lnTo>
                      <a:pt x="523" y="808"/>
                    </a:lnTo>
                    <a:lnTo>
                      <a:pt x="527" y="829"/>
                    </a:lnTo>
                    <a:lnTo>
                      <a:pt x="532" y="850"/>
                    </a:lnTo>
                    <a:lnTo>
                      <a:pt x="534" y="863"/>
                    </a:lnTo>
                    <a:lnTo>
                      <a:pt x="532" y="872"/>
                    </a:lnTo>
                    <a:lnTo>
                      <a:pt x="528" y="886"/>
                    </a:lnTo>
                    <a:lnTo>
                      <a:pt x="524" y="901"/>
                    </a:lnTo>
                    <a:lnTo>
                      <a:pt x="519" y="911"/>
                    </a:lnTo>
                    <a:lnTo>
                      <a:pt x="510" y="911"/>
                    </a:lnTo>
                    <a:lnTo>
                      <a:pt x="493" y="911"/>
                    </a:lnTo>
                    <a:lnTo>
                      <a:pt x="466" y="911"/>
                    </a:lnTo>
                    <a:lnTo>
                      <a:pt x="434" y="911"/>
                    </a:lnTo>
                    <a:lnTo>
                      <a:pt x="397" y="911"/>
                    </a:lnTo>
                    <a:lnTo>
                      <a:pt x="354" y="911"/>
                    </a:lnTo>
                    <a:lnTo>
                      <a:pt x="311" y="911"/>
                    </a:lnTo>
                    <a:lnTo>
                      <a:pt x="265" y="911"/>
                    </a:lnTo>
                    <a:lnTo>
                      <a:pt x="219" y="911"/>
                    </a:lnTo>
                    <a:lnTo>
                      <a:pt x="174" y="911"/>
                    </a:lnTo>
                    <a:lnTo>
                      <a:pt x="131" y="911"/>
                    </a:lnTo>
                    <a:lnTo>
                      <a:pt x="92" y="911"/>
                    </a:lnTo>
                    <a:lnTo>
                      <a:pt x="58" y="911"/>
                    </a:lnTo>
                    <a:lnTo>
                      <a:pt x="31" y="911"/>
                    </a:lnTo>
                    <a:lnTo>
                      <a:pt x="10" y="911"/>
                    </a:lnTo>
                    <a:lnTo>
                      <a:pt x="0" y="911"/>
                    </a:lnTo>
                    <a:lnTo>
                      <a:pt x="1" y="901"/>
                    </a:lnTo>
                    <a:lnTo>
                      <a:pt x="5" y="886"/>
                    </a:lnTo>
                    <a:lnTo>
                      <a:pt x="11" y="867"/>
                    </a:lnTo>
                    <a:lnTo>
                      <a:pt x="17" y="849"/>
                    </a:lnTo>
                    <a:lnTo>
                      <a:pt x="24" y="829"/>
                    </a:lnTo>
                    <a:lnTo>
                      <a:pt x="31" y="813"/>
                    </a:lnTo>
                    <a:lnTo>
                      <a:pt x="35" y="801"/>
                    </a:lnTo>
                    <a:lnTo>
                      <a:pt x="38" y="794"/>
                    </a:lnTo>
                    <a:lnTo>
                      <a:pt x="42" y="784"/>
                    </a:lnTo>
                    <a:lnTo>
                      <a:pt x="48" y="774"/>
                    </a:lnTo>
                    <a:lnTo>
                      <a:pt x="55" y="765"/>
                    </a:lnTo>
                    <a:lnTo>
                      <a:pt x="58" y="757"/>
                    </a:lnTo>
                    <a:lnTo>
                      <a:pt x="61" y="751"/>
                    </a:lnTo>
                    <a:lnTo>
                      <a:pt x="64" y="746"/>
                    </a:lnTo>
                    <a:lnTo>
                      <a:pt x="68" y="742"/>
                    </a:lnTo>
                    <a:lnTo>
                      <a:pt x="73" y="740"/>
                    </a:lnTo>
                    <a:lnTo>
                      <a:pt x="76" y="735"/>
                    </a:lnTo>
                    <a:lnTo>
                      <a:pt x="77" y="729"/>
                    </a:lnTo>
                    <a:lnTo>
                      <a:pt x="78" y="722"/>
                    </a:lnTo>
                    <a:lnTo>
                      <a:pt x="77" y="717"/>
                    </a:lnTo>
                    <a:lnTo>
                      <a:pt x="75" y="708"/>
                    </a:lnTo>
                    <a:lnTo>
                      <a:pt x="73" y="698"/>
                    </a:lnTo>
                    <a:lnTo>
                      <a:pt x="73" y="688"/>
                    </a:lnTo>
                    <a:lnTo>
                      <a:pt x="76" y="681"/>
                    </a:lnTo>
                    <a:lnTo>
                      <a:pt x="72" y="676"/>
                    </a:lnTo>
                    <a:lnTo>
                      <a:pt x="67" y="670"/>
                    </a:lnTo>
                    <a:lnTo>
                      <a:pt x="61" y="662"/>
                    </a:lnTo>
                    <a:lnTo>
                      <a:pt x="54" y="654"/>
                    </a:lnTo>
                    <a:lnTo>
                      <a:pt x="49" y="646"/>
                    </a:lnTo>
                    <a:lnTo>
                      <a:pt x="45" y="638"/>
                    </a:lnTo>
                    <a:lnTo>
                      <a:pt x="42" y="630"/>
                    </a:lnTo>
                    <a:lnTo>
                      <a:pt x="42" y="623"/>
                    </a:lnTo>
                    <a:lnTo>
                      <a:pt x="39" y="620"/>
                    </a:lnTo>
                    <a:lnTo>
                      <a:pt x="35" y="615"/>
                    </a:lnTo>
                    <a:lnTo>
                      <a:pt x="32" y="611"/>
                    </a:lnTo>
                    <a:lnTo>
                      <a:pt x="28" y="60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5" name="Freeform 96">
                <a:extLst>
                  <a:ext uri="{FF2B5EF4-FFF2-40B4-BE49-F238E27FC236}">
                    <a16:creationId xmlns:a16="http://schemas.microsoft.com/office/drawing/2014/main" id="{5E6C35D6-6BFA-421D-9F8C-77883B6BBC50}"/>
                  </a:ext>
                </a:extLst>
              </p:cNvPr>
              <p:cNvSpPr>
                <a:spLocks/>
              </p:cNvSpPr>
              <p:nvPr/>
            </p:nvSpPr>
            <p:spPr bwMode="auto">
              <a:xfrm>
                <a:off x="4507" y="3098"/>
                <a:ext cx="119" cy="228"/>
              </a:xfrm>
              <a:custGeom>
                <a:avLst/>
                <a:gdLst>
                  <a:gd name="T0" fmla="*/ 110 w 216"/>
                  <a:gd name="T1" fmla="*/ 7 h 415"/>
                  <a:gd name="T2" fmla="*/ 93 w 216"/>
                  <a:gd name="T3" fmla="*/ 28 h 415"/>
                  <a:gd name="T4" fmla="*/ 76 w 216"/>
                  <a:gd name="T5" fmla="*/ 52 h 415"/>
                  <a:gd name="T6" fmla="*/ 64 w 216"/>
                  <a:gd name="T7" fmla="*/ 73 h 415"/>
                  <a:gd name="T8" fmla="*/ 53 w 216"/>
                  <a:gd name="T9" fmla="*/ 97 h 415"/>
                  <a:gd name="T10" fmla="*/ 45 w 216"/>
                  <a:gd name="T11" fmla="*/ 140 h 415"/>
                  <a:gd name="T12" fmla="*/ 42 w 216"/>
                  <a:gd name="T13" fmla="*/ 166 h 415"/>
                  <a:gd name="T14" fmla="*/ 36 w 216"/>
                  <a:gd name="T15" fmla="*/ 194 h 415"/>
                  <a:gd name="T16" fmla="*/ 33 w 216"/>
                  <a:gd name="T17" fmla="*/ 202 h 415"/>
                  <a:gd name="T18" fmla="*/ 31 w 216"/>
                  <a:gd name="T19" fmla="*/ 204 h 415"/>
                  <a:gd name="T20" fmla="*/ 31 w 216"/>
                  <a:gd name="T21" fmla="*/ 205 h 415"/>
                  <a:gd name="T22" fmla="*/ 34 w 216"/>
                  <a:gd name="T23" fmla="*/ 209 h 415"/>
                  <a:gd name="T24" fmla="*/ 29 w 216"/>
                  <a:gd name="T25" fmla="*/ 213 h 415"/>
                  <a:gd name="T26" fmla="*/ 20 w 216"/>
                  <a:gd name="T27" fmla="*/ 223 h 415"/>
                  <a:gd name="T28" fmla="*/ 13 w 216"/>
                  <a:gd name="T29" fmla="*/ 227 h 415"/>
                  <a:gd name="T30" fmla="*/ 4 w 216"/>
                  <a:gd name="T31" fmla="*/ 226 h 415"/>
                  <a:gd name="T32" fmla="*/ 1 w 216"/>
                  <a:gd name="T33" fmla="*/ 218 h 415"/>
                  <a:gd name="T34" fmla="*/ 0 w 216"/>
                  <a:gd name="T35" fmla="*/ 194 h 415"/>
                  <a:gd name="T36" fmla="*/ 2 w 216"/>
                  <a:gd name="T37" fmla="*/ 179 h 415"/>
                  <a:gd name="T38" fmla="*/ 4 w 216"/>
                  <a:gd name="T39" fmla="*/ 160 h 415"/>
                  <a:gd name="T40" fmla="*/ 8 w 216"/>
                  <a:gd name="T41" fmla="*/ 150 h 415"/>
                  <a:gd name="T42" fmla="*/ 12 w 216"/>
                  <a:gd name="T43" fmla="*/ 137 h 415"/>
                  <a:gd name="T44" fmla="*/ 14 w 216"/>
                  <a:gd name="T45" fmla="*/ 123 h 415"/>
                  <a:gd name="T46" fmla="*/ 20 w 216"/>
                  <a:gd name="T47" fmla="*/ 93 h 415"/>
                  <a:gd name="T48" fmla="*/ 25 w 216"/>
                  <a:gd name="T49" fmla="*/ 76 h 415"/>
                  <a:gd name="T50" fmla="*/ 26 w 216"/>
                  <a:gd name="T51" fmla="*/ 58 h 415"/>
                  <a:gd name="T52" fmla="*/ 31 w 216"/>
                  <a:gd name="T53" fmla="*/ 48 h 415"/>
                  <a:gd name="T54" fmla="*/ 34 w 216"/>
                  <a:gd name="T55" fmla="*/ 38 h 415"/>
                  <a:gd name="T56" fmla="*/ 35 w 216"/>
                  <a:gd name="T57" fmla="*/ 30 h 415"/>
                  <a:gd name="T58" fmla="*/ 41 w 216"/>
                  <a:gd name="T59" fmla="*/ 14 h 415"/>
                  <a:gd name="T60" fmla="*/ 46 w 216"/>
                  <a:gd name="T61" fmla="*/ 13 h 415"/>
                  <a:gd name="T62" fmla="*/ 52 w 216"/>
                  <a:gd name="T63" fmla="*/ 18 h 415"/>
                  <a:gd name="T64" fmla="*/ 60 w 216"/>
                  <a:gd name="T65" fmla="*/ 25 h 415"/>
                  <a:gd name="T66" fmla="*/ 64 w 216"/>
                  <a:gd name="T67" fmla="*/ 30 h 415"/>
                  <a:gd name="T68" fmla="*/ 62 w 216"/>
                  <a:gd name="T69" fmla="*/ 31 h 415"/>
                  <a:gd name="T70" fmla="*/ 56 w 216"/>
                  <a:gd name="T71" fmla="*/ 31 h 415"/>
                  <a:gd name="T72" fmla="*/ 55 w 216"/>
                  <a:gd name="T73" fmla="*/ 34 h 415"/>
                  <a:gd name="T74" fmla="*/ 56 w 216"/>
                  <a:gd name="T75" fmla="*/ 38 h 415"/>
                  <a:gd name="T76" fmla="*/ 61 w 216"/>
                  <a:gd name="T77" fmla="*/ 40 h 415"/>
                  <a:gd name="T78" fmla="*/ 69 w 216"/>
                  <a:gd name="T79" fmla="*/ 43 h 415"/>
                  <a:gd name="T80" fmla="*/ 74 w 216"/>
                  <a:gd name="T81" fmla="*/ 39 h 415"/>
                  <a:gd name="T82" fmla="*/ 80 w 216"/>
                  <a:gd name="T83" fmla="*/ 30 h 415"/>
                  <a:gd name="T84" fmla="*/ 85 w 216"/>
                  <a:gd name="T85" fmla="*/ 23 h 415"/>
                  <a:gd name="T86" fmla="*/ 96 w 216"/>
                  <a:gd name="T87" fmla="*/ 15 h 415"/>
                  <a:gd name="T88" fmla="*/ 106 w 216"/>
                  <a:gd name="T89" fmla="*/ 7 h 415"/>
                  <a:gd name="T90" fmla="*/ 116 w 216"/>
                  <a:gd name="T91" fmla="*/ 1 h 4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16" h="415">
                    <a:moveTo>
                      <a:pt x="216" y="0"/>
                    </a:moveTo>
                    <a:lnTo>
                      <a:pt x="200" y="13"/>
                    </a:lnTo>
                    <a:lnTo>
                      <a:pt x="184" y="31"/>
                    </a:lnTo>
                    <a:lnTo>
                      <a:pt x="168" y="51"/>
                    </a:lnTo>
                    <a:lnTo>
                      <a:pt x="152" y="72"/>
                    </a:lnTo>
                    <a:lnTo>
                      <a:pt x="138" y="94"/>
                    </a:lnTo>
                    <a:lnTo>
                      <a:pt x="125" y="115"/>
                    </a:lnTo>
                    <a:lnTo>
                      <a:pt x="116" y="132"/>
                    </a:lnTo>
                    <a:lnTo>
                      <a:pt x="108" y="146"/>
                    </a:lnTo>
                    <a:lnTo>
                      <a:pt x="97" y="177"/>
                    </a:lnTo>
                    <a:lnTo>
                      <a:pt x="87" y="217"/>
                    </a:lnTo>
                    <a:lnTo>
                      <a:pt x="82" y="255"/>
                    </a:lnTo>
                    <a:lnTo>
                      <a:pt x="79" y="282"/>
                    </a:lnTo>
                    <a:lnTo>
                      <a:pt x="77" y="303"/>
                    </a:lnTo>
                    <a:lnTo>
                      <a:pt x="71" y="330"/>
                    </a:lnTo>
                    <a:lnTo>
                      <a:pt x="65" y="353"/>
                    </a:lnTo>
                    <a:lnTo>
                      <a:pt x="62" y="365"/>
                    </a:lnTo>
                    <a:lnTo>
                      <a:pt x="60" y="367"/>
                    </a:lnTo>
                    <a:lnTo>
                      <a:pt x="59" y="369"/>
                    </a:lnTo>
                    <a:lnTo>
                      <a:pt x="56" y="372"/>
                    </a:lnTo>
                    <a:lnTo>
                      <a:pt x="54" y="373"/>
                    </a:lnTo>
                    <a:lnTo>
                      <a:pt x="56" y="374"/>
                    </a:lnTo>
                    <a:lnTo>
                      <a:pt x="59" y="377"/>
                    </a:lnTo>
                    <a:lnTo>
                      <a:pt x="61" y="380"/>
                    </a:lnTo>
                    <a:lnTo>
                      <a:pt x="63" y="382"/>
                    </a:lnTo>
                    <a:lnTo>
                      <a:pt x="53" y="388"/>
                    </a:lnTo>
                    <a:lnTo>
                      <a:pt x="45" y="396"/>
                    </a:lnTo>
                    <a:lnTo>
                      <a:pt x="37" y="406"/>
                    </a:lnTo>
                    <a:lnTo>
                      <a:pt x="30" y="415"/>
                    </a:lnTo>
                    <a:lnTo>
                      <a:pt x="24" y="414"/>
                    </a:lnTo>
                    <a:lnTo>
                      <a:pt x="16" y="413"/>
                    </a:lnTo>
                    <a:lnTo>
                      <a:pt x="8" y="412"/>
                    </a:lnTo>
                    <a:lnTo>
                      <a:pt x="1" y="411"/>
                    </a:lnTo>
                    <a:lnTo>
                      <a:pt x="1" y="396"/>
                    </a:lnTo>
                    <a:lnTo>
                      <a:pt x="0" y="374"/>
                    </a:lnTo>
                    <a:lnTo>
                      <a:pt x="0" y="354"/>
                    </a:lnTo>
                    <a:lnTo>
                      <a:pt x="1" y="342"/>
                    </a:lnTo>
                    <a:lnTo>
                      <a:pt x="3" y="326"/>
                    </a:lnTo>
                    <a:lnTo>
                      <a:pt x="6" y="307"/>
                    </a:lnTo>
                    <a:lnTo>
                      <a:pt x="8" y="291"/>
                    </a:lnTo>
                    <a:lnTo>
                      <a:pt x="10" y="281"/>
                    </a:lnTo>
                    <a:lnTo>
                      <a:pt x="14" y="273"/>
                    </a:lnTo>
                    <a:lnTo>
                      <a:pt x="18" y="262"/>
                    </a:lnTo>
                    <a:lnTo>
                      <a:pt x="22" y="250"/>
                    </a:lnTo>
                    <a:lnTo>
                      <a:pt x="24" y="240"/>
                    </a:lnTo>
                    <a:lnTo>
                      <a:pt x="26" y="224"/>
                    </a:lnTo>
                    <a:lnTo>
                      <a:pt x="30" y="198"/>
                    </a:lnTo>
                    <a:lnTo>
                      <a:pt x="37" y="170"/>
                    </a:lnTo>
                    <a:lnTo>
                      <a:pt x="46" y="149"/>
                    </a:lnTo>
                    <a:lnTo>
                      <a:pt x="46" y="138"/>
                    </a:lnTo>
                    <a:lnTo>
                      <a:pt x="47" y="122"/>
                    </a:lnTo>
                    <a:lnTo>
                      <a:pt x="48" y="106"/>
                    </a:lnTo>
                    <a:lnTo>
                      <a:pt x="52" y="95"/>
                    </a:lnTo>
                    <a:lnTo>
                      <a:pt x="56" y="87"/>
                    </a:lnTo>
                    <a:lnTo>
                      <a:pt x="60" y="78"/>
                    </a:lnTo>
                    <a:lnTo>
                      <a:pt x="62" y="69"/>
                    </a:lnTo>
                    <a:lnTo>
                      <a:pt x="63" y="63"/>
                    </a:lnTo>
                    <a:lnTo>
                      <a:pt x="64" y="54"/>
                    </a:lnTo>
                    <a:lnTo>
                      <a:pt x="69" y="40"/>
                    </a:lnTo>
                    <a:lnTo>
                      <a:pt x="74" y="26"/>
                    </a:lnTo>
                    <a:lnTo>
                      <a:pt x="78" y="19"/>
                    </a:lnTo>
                    <a:lnTo>
                      <a:pt x="84" y="23"/>
                    </a:lnTo>
                    <a:lnTo>
                      <a:pt x="90" y="27"/>
                    </a:lnTo>
                    <a:lnTo>
                      <a:pt x="95" y="33"/>
                    </a:lnTo>
                    <a:lnTo>
                      <a:pt x="102" y="39"/>
                    </a:lnTo>
                    <a:lnTo>
                      <a:pt x="108" y="45"/>
                    </a:lnTo>
                    <a:lnTo>
                      <a:pt x="113" y="50"/>
                    </a:lnTo>
                    <a:lnTo>
                      <a:pt x="117" y="55"/>
                    </a:lnTo>
                    <a:lnTo>
                      <a:pt x="120" y="58"/>
                    </a:lnTo>
                    <a:lnTo>
                      <a:pt x="113" y="57"/>
                    </a:lnTo>
                    <a:lnTo>
                      <a:pt x="106" y="56"/>
                    </a:lnTo>
                    <a:lnTo>
                      <a:pt x="101" y="56"/>
                    </a:lnTo>
                    <a:lnTo>
                      <a:pt x="99" y="57"/>
                    </a:lnTo>
                    <a:lnTo>
                      <a:pt x="99" y="61"/>
                    </a:lnTo>
                    <a:lnTo>
                      <a:pt x="99" y="64"/>
                    </a:lnTo>
                    <a:lnTo>
                      <a:pt x="101" y="69"/>
                    </a:lnTo>
                    <a:lnTo>
                      <a:pt x="105" y="71"/>
                    </a:lnTo>
                    <a:lnTo>
                      <a:pt x="110" y="73"/>
                    </a:lnTo>
                    <a:lnTo>
                      <a:pt x="118" y="76"/>
                    </a:lnTo>
                    <a:lnTo>
                      <a:pt x="125" y="78"/>
                    </a:lnTo>
                    <a:lnTo>
                      <a:pt x="130" y="77"/>
                    </a:lnTo>
                    <a:lnTo>
                      <a:pt x="135" y="71"/>
                    </a:lnTo>
                    <a:lnTo>
                      <a:pt x="141" y="63"/>
                    </a:lnTo>
                    <a:lnTo>
                      <a:pt x="146" y="54"/>
                    </a:lnTo>
                    <a:lnTo>
                      <a:pt x="148" y="46"/>
                    </a:lnTo>
                    <a:lnTo>
                      <a:pt x="155" y="41"/>
                    </a:lnTo>
                    <a:lnTo>
                      <a:pt x="163" y="35"/>
                    </a:lnTo>
                    <a:lnTo>
                      <a:pt x="174" y="28"/>
                    </a:lnTo>
                    <a:lnTo>
                      <a:pt x="184" y="20"/>
                    </a:lnTo>
                    <a:lnTo>
                      <a:pt x="193" y="13"/>
                    </a:lnTo>
                    <a:lnTo>
                      <a:pt x="203" y="7"/>
                    </a:lnTo>
                    <a:lnTo>
                      <a:pt x="211" y="2"/>
                    </a:lnTo>
                    <a:lnTo>
                      <a:pt x="216"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6" name="Freeform 97">
                <a:extLst>
                  <a:ext uri="{FF2B5EF4-FFF2-40B4-BE49-F238E27FC236}">
                    <a16:creationId xmlns:a16="http://schemas.microsoft.com/office/drawing/2014/main" id="{C7A59D48-ECDE-458F-9C1B-4CCF426FB98D}"/>
                  </a:ext>
                </a:extLst>
              </p:cNvPr>
              <p:cNvSpPr>
                <a:spLocks/>
              </p:cNvSpPr>
              <p:nvPr/>
            </p:nvSpPr>
            <p:spPr bwMode="auto">
              <a:xfrm>
                <a:off x="4536" y="3394"/>
                <a:ext cx="136" cy="51"/>
              </a:xfrm>
              <a:custGeom>
                <a:avLst/>
                <a:gdLst>
                  <a:gd name="T0" fmla="*/ 6 w 252"/>
                  <a:gd name="T1" fmla="*/ 33 h 91"/>
                  <a:gd name="T2" fmla="*/ 2 w 252"/>
                  <a:gd name="T3" fmla="*/ 27 h 91"/>
                  <a:gd name="T4" fmla="*/ 7 w 252"/>
                  <a:gd name="T5" fmla="*/ 26 h 91"/>
                  <a:gd name="T6" fmla="*/ 20 w 252"/>
                  <a:gd name="T7" fmla="*/ 26 h 91"/>
                  <a:gd name="T8" fmla="*/ 31 w 252"/>
                  <a:gd name="T9" fmla="*/ 26 h 91"/>
                  <a:gd name="T10" fmla="*/ 39 w 252"/>
                  <a:gd name="T11" fmla="*/ 25 h 91"/>
                  <a:gd name="T12" fmla="*/ 43 w 252"/>
                  <a:gd name="T13" fmla="*/ 25 h 91"/>
                  <a:gd name="T14" fmla="*/ 50 w 252"/>
                  <a:gd name="T15" fmla="*/ 23 h 91"/>
                  <a:gd name="T16" fmla="*/ 57 w 252"/>
                  <a:gd name="T17" fmla="*/ 20 h 91"/>
                  <a:gd name="T18" fmla="*/ 64 w 252"/>
                  <a:gd name="T19" fmla="*/ 17 h 91"/>
                  <a:gd name="T20" fmla="*/ 69 w 252"/>
                  <a:gd name="T21" fmla="*/ 15 h 91"/>
                  <a:gd name="T22" fmla="*/ 75 w 252"/>
                  <a:gd name="T23" fmla="*/ 11 h 91"/>
                  <a:gd name="T24" fmla="*/ 81 w 252"/>
                  <a:gd name="T25" fmla="*/ 7 h 91"/>
                  <a:gd name="T26" fmla="*/ 86 w 252"/>
                  <a:gd name="T27" fmla="*/ 2 h 91"/>
                  <a:gd name="T28" fmla="*/ 91 w 252"/>
                  <a:gd name="T29" fmla="*/ 3 h 91"/>
                  <a:gd name="T30" fmla="*/ 103 w 252"/>
                  <a:gd name="T31" fmla="*/ 7 h 91"/>
                  <a:gd name="T32" fmla="*/ 117 w 252"/>
                  <a:gd name="T33" fmla="*/ 12 h 91"/>
                  <a:gd name="T34" fmla="*/ 131 w 252"/>
                  <a:gd name="T35" fmla="*/ 15 h 91"/>
                  <a:gd name="T36" fmla="*/ 134 w 252"/>
                  <a:gd name="T37" fmla="*/ 18 h 91"/>
                  <a:gd name="T38" fmla="*/ 130 w 252"/>
                  <a:gd name="T39" fmla="*/ 23 h 91"/>
                  <a:gd name="T40" fmla="*/ 125 w 252"/>
                  <a:gd name="T41" fmla="*/ 24 h 91"/>
                  <a:gd name="T42" fmla="*/ 113 w 252"/>
                  <a:gd name="T43" fmla="*/ 21 h 91"/>
                  <a:gd name="T44" fmla="*/ 98 w 252"/>
                  <a:gd name="T45" fmla="*/ 20 h 91"/>
                  <a:gd name="T46" fmla="*/ 86 w 252"/>
                  <a:gd name="T47" fmla="*/ 17 h 91"/>
                  <a:gd name="T48" fmla="*/ 79 w 252"/>
                  <a:gd name="T49" fmla="*/ 17 h 91"/>
                  <a:gd name="T50" fmla="*/ 79 w 252"/>
                  <a:gd name="T51" fmla="*/ 25 h 91"/>
                  <a:gd name="T52" fmla="*/ 84 w 252"/>
                  <a:gd name="T53" fmla="*/ 30 h 91"/>
                  <a:gd name="T54" fmla="*/ 91 w 252"/>
                  <a:gd name="T55" fmla="*/ 34 h 91"/>
                  <a:gd name="T56" fmla="*/ 99 w 252"/>
                  <a:gd name="T57" fmla="*/ 38 h 91"/>
                  <a:gd name="T58" fmla="*/ 105 w 252"/>
                  <a:gd name="T59" fmla="*/ 41 h 91"/>
                  <a:gd name="T60" fmla="*/ 106 w 252"/>
                  <a:gd name="T61" fmla="*/ 43 h 91"/>
                  <a:gd name="T62" fmla="*/ 105 w 252"/>
                  <a:gd name="T63" fmla="*/ 45 h 91"/>
                  <a:gd name="T64" fmla="*/ 101 w 252"/>
                  <a:gd name="T65" fmla="*/ 46 h 91"/>
                  <a:gd name="T66" fmla="*/ 95 w 252"/>
                  <a:gd name="T67" fmla="*/ 47 h 91"/>
                  <a:gd name="T68" fmla="*/ 89 w 252"/>
                  <a:gd name="T69" fmla="*/ 47 h 91"/>
                  <a:gd name="T70" fmla="*/ 81 w 252"/>
                  <a:gd name="T71" fmla="*/ 47 h 91"/>
                  <a:gd name="T72" fmla="*/ 76 w 252"/>
                  <a:gd name="T73" fmla="*/ 46 h 91"/>
                  <a:gd name="T74" fmla="*/ 67 w 252"/>
                  <a:gd name="T75" fmla="*/ 43 h 91"/>
                  <a:gd name="T76" fmla="*/ 60 w 252"/>
                  <a:gd name="T77" fmla="*/ 40 h 91"/>
                  <a:gd name="T78" fmla="*/ 55 w 252"/>
                  <a:gd name="T79" fmla="*/ 38 h 91"/>
                  <a:gd name="T80" fmla="*/ 50 w 252"/>
                  <a:gd name="T81" fmla="*/ 38 h 91"/>
                  <a:gd name="T82" fmla="*/ 42 w 252"/>
                  <a:gd name="T83" fmla="*/ 38 h 91"/>
                  <a:gd name="T84" fmla="*/ 36 w 252"/>
                  <a:gd name="T85" fmla="*/ 41 h 91"/>
                  <a:gd name="T86" fmla="*/ 30 w 252"/>
                  <a:gd name="T87" fmla="*/ 49 h 91"/>
                  <a:gd name="T88" fmla="*/ 25 w 252"/>
                  <a:gd name="T89" fmla="*/ 49 h 91"/>
                  <a:gd name="T90" fmla="*/ 19 w 252"/>
                  <a:gd name="T91" fmla="*/ 44 h 91"/>
                  <a:gd name="T92" fmla="*/ 14 w 252"/>
                  <a:gd name="T93" fmla="*/ 39 h 91"/>
                  <a:gd name="T94" fmla="*/ 9 w 252"/>
                  <a:gd name="T95" fmla="*/ 36 h 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2" h="91">
                    <a:moveTo>
                      <a:pt x="14" y="61"/>
                    </a:moveTo>
                    <a:lnTo>
                      <a:pt x="11" y="58"/>
                    </a:lnTo>
                    <a:lnTo>
                      <a:pt x="7" y="53"/>
                    </a:lnTo>
                    <a:lnTo>
                      <a:pt x="4" y="49"/>
                    </a:lnTo>
                    <a:lnTo>
                      <a:pt x="0" y="46"/>
                    </a:lnTo>
                    <a:lnTo>
                      <a:pt x="13" y="46"/>
                    </a:lnTo>
                    <a:lnTo>
                      <a:pt x="26" y="46"/>
                    </a:lnTo>
                    <a:lnTo>
                      <a:pt x="37" y="46"/>
                    </a:lnTo>
                    <a:lnTo>
                      <a:pt x="49" y="46"/>
                    </a:lnTo>
                    <a:lnTo>
                      <a:pt x="58" y="46"/>
                    </a:lnTo>
                    <a:lnTo>
                      <a:pt x="66" y="46"/>
                    </a:lnTo>
                    <a:lnTo>
                      <a:pt x="72" y="45"/>
                    </a:lnTo>
                    <a:lnTo>
                      <a:pt x="75" y="45"/>
                    </a:lnTo>
                    <a:lnTo>
                      <a:pt x="80" y="44"/>
                    </a:lnTo>
                    <a:lnTo>
                      <a:pt x="86" y="43"/>
                    </a:lnTo>
                    <a:lnTo>
                      <a:pt x="93" y="41"/>
                    </a:lnTo>
                    <a:lnTo>
                      <a:pt x="100" y="38"/>
                    </a:lnTo>
                    <a:lnTo>
                      <a:pt x="106" y="36"/>
                    </a:lnTo>
                    <a:lnTo>
                      <a:pt x="113" y="34"/>
                    </a:lnTo>
                    <a:lnTo>
                      <a:pt x="119" y="31"/>
                    </a:lnTo>
                    <a:lnTo>
                      <a:pt x="124" y="29"/>
                    </a:lnTo>
                    <a:lnTo>
                      <a:pt x="128" y="27"/>
                    </a:lnTo>
                    <a:lnTo>
                      <a:pt x="133" y="23"/>
                    </a:lnTo>
                    <a:lnTo>
                      <a:pt x="139" y="20"/>
                    </a:lnTo>
                    <a:lnTo>
                      <a:pt x="144" y="16"/>
                    </a:lnTo>
                    <a:lnTo>
                      <a:pt x="150" y="13"/>
                    </a:lnTo>
                    <a:lnTo>
                      <a:pt x="155" y="8"/>
                    </a:lnTo>
                    <a:lnTo>
                      <a:pt x="159" y="4"/>
                    </a:lnTo>
                    <a:lnTo>
                      <a:pt x="162" y="0"/>
                    </a:lnTo>
                    <a:lnTo>
                      <a:pt x="169" y="5"/>
                    </a:lnTo>
                    <a:lnTo>
                      <a:pt x="179" y="8"/>
                    </a:lnTo>
                    <a:lnTo>
                      <a:pt x="191" y="13"/>
                    </a:lnTo>
                    <a:lnTo>
                      <a:pt x="203" y="17"/>
                    </a:lnTo>
                    <a:lnTo>
                      <a:pt x="217" y="21"/>
                    </a:lnTo>
                    <a:lnTo>
                      <a:pt x="230" y="24"/>
                    </a:lnTo>
                    <a:lnTo>
                      <a:pt x="242" y="26"/>
                    </a:lnTo>
                    <a:lnTo>
                      <a:pt x="252" y="27"/>
                    </a:lnTo>
                    <a:lnTo>
                      <a:pt x="248" y="32"/>
                    </a:lnTo>
                    <a:lnTo>
                      <a:pt x="245" y="37"/>
                    </a:lnTo>
                    <a:lnTo>
                      <a:pt x="240" y="41"/>
                    </a:lnTo>
                    <a:lnTo>
                      <a:pt x="235" y="42"/>
                    </a:lnTo>
                    <a:lnTo>
                      <a:pt x="231" y="42"/>
                    </a:lnTo>
                    <a:lnTo>
                      <a:pt x="222" y="41"/>
                    </a:lnTo>
                    <a:lnTo>
                      <a:pt x="210" y="38"/>
                    </a:lnTo>
                    <a:lnTo>
                      <a:pt x="196" y="37"/>
                    </a:lnTo>
                    <a:lnTo>
                      <a:pt x="182" y="35"/>
                    </a:lnTo>
                    <a:lnTo>
                      <a:pt x="169" y="32"/>
                    </a:lnTo>
                    <a:lnTo>
                      <a:pt x="159" y="31"/>
                    </a:lnTo>
                    <a:lnTo>
                      <a:pt x="153" y="30"/>
                    </a:lnTo>
                    <a:lnTo>
                      <a:pt x="147" y="31"/>
                    </a:lnTo>
                    <a:lnTo>
                      <a:pt x="144" y="37"/>
                    </a:lnTo>
                    <a:lnTo>
                      <a:pt x="146" y="45"/>
                    </a:lnTo>
                    <a:lnTo>
                      <a:pt x="150" y="51"/>
                    </a:lnTo>
                    <a:lnTo>
                      <a:pt x="155" y="53"/>
                    </a:lnTo>
                    <a:lnTo>
                      <a:pt x="162" y="57"/>
                    </a:lnTo>
                    <a:lnTo>
                      <a:pt x="169" y="60"/>
                    </a:lnTo>
                    <a:lnTo>
                      <a:pt x="176" y="64"/>
                    </a:lnTo>
                    <a:lnTo>
                      <a:pt x="184" y="67"/>
                    </a:lnTo>
                    <a:lnTo>
                      <a:pt x="189" y="70"/>
                    </a:lnTo>
                    <a:lnTo>
                      <a:pt x="194" y="74"/>
                    </a:lnTo>
                    <a:lnTo>
                      <a:pt x="197" y="76"/>
                    </a:lnTo>
                    <a:lnTo>
                      <a:pt x="197" y="77"/>
                    </a:lnTo>
                    <a:lnTo>
                      <a:pt x="196" y="79"/>
                    </a:lnTo>
                    <a:lnTo>
                      <a:pt x="194" y="81"/>
                    </a:lnTo>
                    <a:lnTo>
                      <a:pt x="193" y="82"/>
                    </a:lnTo>
                    <a:lnTo>
                      <a:pt x="187" y="82"/>
                    </a:lnTo>
                    <a:lnTo>
                      <a:pt x="182" y="82"/>
                    </a:lnTo>
                    <a:lnTo>
                      <a:pt x="176" y="83"/>
                    </a:lnTo>
                    <a:lnTo>
                      <a:pt x="170" y="83"/>
                    </a:lnTo>
                    <a:lnTo>
                      <a:pt x="164" y="83"/>
                    </a:lnTo>
                    <a:lnTo>
                      <a:pt x="158" y="83"/>
                    </a:lnTo>
                    <a:lnTo>
                      <a:pt x="151" y="83"/>
                    </a:lnTo>
                    <a:lnTo>
                      <a:pt x="146" y="83"/>
                    </a:lnTo>
                    <a:lnTo>
                      <a:pt x="140" y="82"/>
                    </a:lnTo>
                    <a:lnTo>
                      <a:pt x="133" y="80"/>
                    </a:lnTo>
                    <a:lnTo>
                      <a:pt x="125" y="77"/>
                    </a:lnTo>
                    <a:lnTo>
                      <a:pt x="118" y="75"/>
                    </a:lnTo>
                    <a:lnTo>
                      <a:pt x="111" y="72"/>
                    </a:lnTo>
                    <a:lnTo>
                      <a:pt x="105" y="69"/>
                    </a:lnTo>
                    <a:lnTo>
                      <a:pt x="101" y="68"/>
                    </a:lnTo>
                    <a:lnTo>
                      <a:pt x="98" y="67"/>
                    </a:lnTo>
                    <a:lnTo>
                      <a:pt x="93" y="67"/>
                    </a:lnTo>
                    <a:lnTo>
                      <a:pt x="86" y="67"/>
                    </a:lnTo>
                    <a:lnTo>
                      <a:pt x="78" y="68"/>
                    </a:lnTo>
                    <a:lnTo>
                      <a:pt x="72" y="68"/>
                    </a:lnTo>
                    <a:lnTo>
                      <a:pt x="66" y="73"/>
                    </a:lnTo>
                    <a:lnTo>
                      <a:pt x="60" y="80"/>
                    </a:lnTo>
                    <a:lnTo>
                      <a:pt x="55" y="87"/>
                    </a:lnTo>
                    <a:lnTo>
                      <a:pt x="51" y="91"/>
                    </a:lnTo>
                    <a:lnTo>
                      <a:pt x="47" y="88"/>
                    </a:lnTo>
                    <a:lnTo>
                      <a:pt x="42" y="83"/>
                    </a:lnTo>
                    <a:lnTo>
                      <a:pt x="36" y="79"/>
                    </a:lnTo>
                    <a:lnTo>
                      <a:pt x="32" y="74"/>
                    </a:lnTo>
                    <a:lnTo>
                      <a:pt x="26" y="70"/>
                    </a:lnTo>
                    <a:lnTo>
                      <a:pt x="21" y="67"/>
                    </a:lnTo>
                    <a:lnTo>
                      <a:pt x="17" y="64"/>
                    </a:lnTo>
                    <a:lnTo>
                      <a:pt x="14" y="6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7" name="Freeform 98">
                <a:extLst>
                  <a:ext uri="{FF2B5EF4-FFF2-40B4-BE49-F238E27FC236}">
                    <a16:creationId xmlns:a16="http://schemas.microsoft.com/office/drawing/2014/main" id="{8AF3C7E2-89B6-4871-BC02-FDDC8E589EAF}"/>
                  </a:ext>
                </a:extLst>
              </p:cNvPr>
              <p:cNvSpPr>
                <a:spLocks/>
              </p:cNvSpPr>
              <p:nvPr/>
            </p:nvSpPr>
            <p:spPr bwMode="auto">
              <a:xfrm>
                <a:off x="4560" y="3459"/>
                <a:ext cx="40" cy="33"/>
              </a:xfrm>
              <a:custGeom>
                <a:avLst/>
                <a:gdLst>
                  <a:gd name="T0" fmla="*/ 2 w 74"/>
                  <a:gd name="T1" fmla="*/ 20 h 59"/>
                  <a:gd name="T2" fmla="*/ 1 w 74"/>
                  <a:gd name="T3" fmla="*/ 15 h 59"/>
                  <a:gd name="T4" fmla="*/ 0 w 74"/>
                  <a:gd name="T5" fmla="*/ 10 h 59"/>
                  <a:gd name="T6" fmla="*/ 0 w 74"/>
                  <a:gd name="T7" fmla="*/ 4 h 59"/>
                  <a:gd name="T8" fmla="*/ 2 w 74"/>
                  <a:gd name="T9" fmla="*/ 0 h 59"/>
                  <a:gd name="T10" fmla="*/ 4 w 74"/>
                  <a:gd name="T11" fmla="*/ 1 h 59"/>
                  <a:gd name="T12" fmla="*/ 8 w 74"/>
                  <a:gd name="T13" fmla="*/ 4 h 59"/>
                  <a:gd name="T14" fmla="*/ 11 w 74"/>
                  <a:gd name="T15" fmla="*/ 6 h 59"/>
                  <a:gd name="T16" fmla="*/ 15 w 74"/>
                  <a:gd name="T17" fmla="*/ 9 h 59"/>
                  <a:gd name="T18" fmla="*/ 19 w 74"/>
                  <a:gd name="T19" fmla="*/ 12 h 59"/>
                  <a:gd name="T20" fmla="*/ 22 w 74"/>
                  <a:gd name="T21" fmla="*/ 14 h 59"/>
                  <a:gd name="T22" fmla="*/ 25 w 74"/>
                  <a:gd name="T23" fmla="*/ 16 h 59"/>
                  <a:gd name="T24" fmla="*/ 27 w 74"/>
                  <a:gd name="T25" fmla="*/ 17 h 59"/>
                  <a:gd name="T26" fmla="*/ 31 w 74"/>
                  <a:gd name="T27" fmla="*/ 20 h 59"/>
                  <a:gd name="T28" fmla="*/ 35 w 74"/>
                  <a:gd name="T29" fmla="*/ 25 h 59"/>
                  <a:gd name="T30" fmla="*/ 38 w 74"/>
                  <a:gd name="T31" fmla="*/ 29 h 59"/>
                  <a:gd name="T32" fmla="*/ 40 w 74"/>
                  <a:gd name="T33" fmla="*/ 31 h 59"/>
                  <a:gd name="T34" fmla="*/ 38 w 74"/>
                  <a:gd name="T35" fmla="*/ 32 h 59"/>
                  <a:gd name="T36" fmla="*/ 36 w 74"/>
                  <a:gd name="T37" fmla="*/ 32 h 59"/>
                  <a:gd name="T38" fmla="*/ 34 w 74"/>
                  <a:gd name="T39" fmla="*/ 33 h 59"/>
                  <a:gd name="T40" fmla="*/ 32 w 74"/>
                  <a:gd name="T41" fmla="*/ 33 h 59"/>
                  <a:gd name="T42" fmla="*/ 30 w 74"/>
                  <a:gd name="T43" fmla="*/ 31 h 59"/>
                  <a:gd name="T44" fmla="*/ 27 w 74"/>
                  <a:gd name="T45" fmla="*/ 30 h 59"/>
                  <a:gd name="T46" fmla="*/ 23 w 74"/>
                  <a:gd name="T47" fmla="*/ 27 h 59"/>
                  <a:gd name="T48" fmla="*/ 19 w 74"/>
                  <a:gd name="T49" fmla="*/ 26 h 59"/>
                  <a:gd name="T50" fmla="*/ 15 w 74"/>
                  <a:gd name="T51" fmla="*/ 25 h 59"/>
                  <a:gd name="T52" fmla="*/ 10 w 74"/>
                  <a:gd name="T53" fmla="*/ 22 h 59"/>
                  <a:gd name="T54" fmla="*/ 6 w 74"/>
                  <a:gd name="T55" fmla="*/ 21 h 59"/>
                  <a:gd name="T56" fmla="*/ 2 w 74"/>
                  <a:gd name="T57" fmla="*/ 20 h 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59">
                    <a:moveTo>
                      <a:pt x="4" y="36"/>
                    </a:moveTo>
                    <a:lnTo>
                      <a:pt x="2" y="27"/>
                    </a:lnTo>
                    <a:lnTo>
                      <a:pt x="0" y="17"/>
                    </a:lnTo>
                    <a:lnTo>
                      <a:pt x="0" y="7"/>
                    </a:lnTo>
                    <a:lnTo>
                      <a:pt x="3" y="0"/>
                    </a:lnTo>
                    <a:lnTo>
                      <a:pt x="7" y="2"/>
                    </a:lnTo>
                    <a:lnTo>
                      <a:pt x="14" y="7"/>
                    </a:lnTo>
                    <a:lnTo>
                      <a:pt x="21" y="11"/>
                    </a:lnTo>
                    <a:lnTo>
                      <a:pt x="28" y="16"/>
                    </a:lnTo>
                    <a:lnTo>
                      <a:pt x="35" y="21"/>
                    </a:lnTo>
                    <a:lnTo>
                      <a:pt x="41" y="25"/>
                    </a:lnTo>
                    <a:lnTo>
                      <a:pt x="46" y="29"/>
                    </a:lnTo>
                    <a:lnTo>
                      <a:pt x="50" y="31"/>
                    </a:lnTo>
                    <a:lnTo>
                      <a:pt x="57" y="36"/>
                    </a:lnTo>
                    <a:lnTo>
                      <a:pt x="64" y="44"/>
                    </a:lnTo>
                    <a:lnTo>
                      <a:pt x="71" y="51"/>
                    </a:lnTo>
                    <a:lnTo>
                      <a:pt x="74" y="56"/>
                    </a:lnTo>
                    <a:lnTo>
                      <a:pt x="70" y="57"/>
                    </a:lnTo>
                    <a:lnTo>
                      <a:pt x="66" y="57"/>
                    </a:lnTo>
                    <a:lnTo>
                      <a:pt x="63" y="59"/>
                    </a:lnTo>
                    <a:lnTo>
                      <a:pt x="60" y="59"/>
                    </a:lnTo>
                    <a:lnTo>
                      <a:pt x="56" y="56"/>
                    </a:lnTo>
                    <a:lnTo>
                      <a:pt x="50" y="53"/>
                    </a:lnTo>
                    <a:lnTo>
                      <a:pt x="42" y="48"/>
                    </a:lnTo>
                    <a:lnTo>
                      <a:pt x="36" y="46"/>
                    </a:lnTo>
                    <a:lnTo>
                      <a:pt x="28" y="44"/>
                    </a:lnTo>
                    <a:lnTo>
                      <a:pt x="19" y="40"/>
                    </a:lnTo>
                    <a:lnTo>
                      <a:pt x="11" y="38"/>
                    </a:lnTo>
                    <a:lnTo>
                      <a:pt x="4"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8" name="Freeform 99">
                <a:extLst>
                  <a:ext uri="{FF2B5EF4-FFF2-40B4-BE49-F238E27FC236}">
                    <a16:creationId xmlns:a16="http://schemas.microsoft.com/office/drawing/2014/main" id="{FEF5ED99-7356-4D49-9239-692026BD933B}"/>
                  </a:ext>
                </a:extLst>
              </p:cNvPr>
              <p:cNvSpPr>
                <a:spLocks/>
              </p:cNvSpPr>
              <p:nvPr/>
            </p:nvSpPr>
            <p:spPr bwMode="auto">
              <a:xfrm>
                <a:off x="4767" y="3223"/>
                <a:ext cx="42" cy="201"/>
              </a:xfrm>
              <a:custGeom>
                <a:avLst/>
                <a:gdLst>
                  <a:gd name="T0" fmla="*/ 42 w 76"/>
                  <a:gd name="T1" fmla="*/ 201 h 367"/>
                  <a:gd name="T2" fmla="*/ 42 w 76"/>
                  <a:gd name="T3" fmla="*/ 188 h 367"/>
                  <a:gd name="T4" fmla="*/ 41 w 76"/>
                  <a:gd name="T5" fmla="*/ 168 h 367"/>
                  <a:gd name="T6" fmla="*/ 40 w 76"/>
                  <a:gd name="T7" fmla="*/ 148 h 367"/>
                  <a:gd name="T8" fmla="*/ 39 w 76"/>
                  <a:gd name="T9" fmla="*/ 136 h 367"/>
                  <a:gd name="T10" fmla="*/ 36 w 76"/>
                  <a:gd name="T11" fmla="*/ 124 h 367"/>
                  <a:gd name="T12" fmla="*/ 34 w 76"/>
                  <a:gd name="T13" fmla="*/ 105 h 367"/>
                  <a:gd name="T14" fmla="*/ 32 w 76"/>
                  <a:gd name="T15" fmla="*/ 84 h 367"/>
                  <a:gd name="T16" fmla="*/ 31 w 76"/>
                  <a:gd name="T17" fmla="*/ 71 h 367"/>
                  <a:gd name="T18" fmla="*/ 29 w 76"/>
                  <a:gd name="T19" fmla="*/ 65 h 367"/>
                  <a:gd name="T20" fmla="*/ 27 w 76"/>
                  <a:gd name="T21" fmla="*/ 56 h 367"/>
                  <a:gd name="T22" fmla="*/ 23 w 76"/>
                  <a:gd name="T23" fmla="*/ 45 h 367"/>
                  <a:gd name="T24" fmla="*/ 18 w 76"/>
                  <a:gd name="T25" fmla="*/ 34 h 367"/>
                  <a:gd name="T26" fmla="*/ 13 w 76"/>
                  <a:gd name="T27" fmla="*/ 23 h 367"/>
                  <a:gd name="T28" fmla="*/ 8 w 76"/>
                  <a:gd name="T29" fmla="*/ 13 h 367"/>
                  <a:gd name="T30" fmla="*/ 3 w 76"/>
                  <a:gd name="T31" fmla="*/ 5 h 367"/>
                  <a:gd name="T32" fmla="*/ 0 w 76"/>
                  <a:gd name="T33" fmla="*/ 0 h 367"/>
                  <a:gd name="T34" fmla="*/ 3 w 76"/>
                  <a:gd name="T35" fmla="*/ 6 h 367"/>
                  <a:gd name="T36" fmla="*/ 6 w 76"/>
                  <a:gd name="T37" fmla="*/ 14 h 367"/>
                  <a:gd name="T38" fmla="*/ 8 w 76"/>
                  <a:gd name="T39" fmla="*/ 22 h 367"/>
                  <a:gd name="T40" fmla="*/ 12 w 76"/>
                  <a:gd name="T41" fmla="*/ 31 h 367"/>
                  <a:gd name="T42" fmla="*/ 14 w 76"/>
                  <a:gd name="T43" fmla="*/ 39 h 367"/>
                  <a:gd name="T44" fmla="*/ 16 w 76"/>
                  <a:gd name="T45" fmla="*/ 48 h 367"/>
                  <a:gd name="T46" fmla="*/ 17 w 76"/>
                  <a:gd name="T47" fmla="*/ 55 h 367"/>
                  <a:gd name="T48" fmla="*/ 17 w 76"/>
                  <a:gd name="T49" fmla="*/ 61 h 367"/>
                  <a:gd name="T50" fmla="*/ 13 w 76"/>
                  <a:gd name="T51" fmla="*/ 59 h 367"/>
                  <a:gd name="T52" fmla="*/ 9 w 76"/>
                  <a:gd name="T53" fmla="*/ 55 h 367"/>
                  <a:gd name="T54" fmla="*/ 4 w 76"/>
                  <a:gd name="T55" fmla="*/ 53 h 367"/>
                  <a:gd name="T56" fmla="*/ 1 w 76"/>
                  <a:gd name="T57" fmla="*/ 50 h 367"/>
                  <a:gd name="T58" fmla="*/ 6 w 76"/>
                  <a:gd name="T59" fmla="*/ 58 h 367"/>
                  <a:gd name="T60" fmla="*/ 11 w 76"/>
                  <a:gd name="T61" fmla="*/ 64 h 367"/>
                  <a:gd name="T62" fmla="*/ 15 w 76"/>
                  <a:gd name="T63" fmla="*/ 69 h 367"/>
                  <a:gd name="T64" fmla="*/ 19 w 76"/>
                  <a:gd name="T65" fmla="*/ 74 h 367"/>
                  <a:gd name="T66" fmla="*/ 21 w 76"/>
                  <a:gd name="T67" fmla="*/ 80 h 367"/>
                  <a:gd name="T68" fmla="*/ 24 w 76"/>
                  <a:gd name="T69" fmla="*/ 85 h 367"/>
                  <a:gd name="T70" fmla="*/ 25 w 76"/>
                  <a:gd name="T71" fmla="*/ 91 h 367"/>
                  <a:gd name="T72" fmla="*/ 28 w 76"/>
                  <a:gd name="T73" fmla="*/ 97 h 367"/>
                  <a:gd name="T74" fmla="*/ 32 w 76"/>
                  <a:gd name="T75" fmla="*/ 117 h 367"/>
                  <a:gd name="T76" fmla="*/ 36 w 76"/>
                  <a:gd name="T77" fmla="*/ 146 h 367"/>
                  <a:gd name="T78" fmla="*/ 40 w 76"/>
                  <a:gd name="T79" fmla="*/ 177 h 367"/>
                  <a:gd name="T80" fmla="*/ 42 w 76"/>
                  <a:gd name="T81" fmla="*/ 201 h 3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6" h="367">
                    <a:moveTo>
                      <a:pt x="76" y="367"/>
                    </a:moveTo>
                    <a:lnTo>
                      <a:pt x="76" y="344"/>
                    </a:lnTo>
                    <a:lnTo>
                      <a:pt x="74" y="307"/>
                    </a:lnTo>
                    <a:lnTo>
                      <a:pt x="72" y="270"/>
                    </a:lnTo>
                    <a:lnTo>
                      <a:pt x="70" y="249"/>
                    </a:lnTo>
                    <a:lnTo>
                      <a:pt x="66" y="227"/>
                    </a:lnTo>
                    <a:lnTo>
                      <a:pt x="61" y="191"/>
                    </a:lnTo>
                    <a:lnTo>
                      <a:pt x="58" y="154"/>
                    </a:lnTo>
                    <a:lnTo>
                      <a:pt x="56" y="129"/>
                    </a:lnTo>
                    <a:lnTo>
                      <a:pt x="53" y="118"/>
                    </a:lnTo>
                    <a:lnTo>
                      <a:pt x="49" y="102"/>
                    </a:lnTo>
                    <a:lnTo>
                      <a:pt x="42" y="83"/>
                    </a:lnTo>
                    <a:lnTo>
                      <a:pt x="33" y="62"/>
                    </a:lnTo>
                    <a:lnTo>
                      <a:pt x="23" y="42"/>
                    </a:lnTo>
                    <a:lnTo>
                      <a:pt x="14" y="24"/>
                    </a:lnTo>
                    <a:lnTo>
                      <a:pt x="6" y="9"/>
                    </a:lnTo>
                    <a:lnTo>
                      <a:pt x="0" y="0"/>
                    </a:lnTo>
                    <a:lnTo>
                      <a:pt x="5" y="11"/>
                    </a:lnTo>
                    <a:lnTo>
                      <a:pt x="10" y="25"/>
                    </a:lnTo>
                    <a:lnTo>
                      <a:pt x="15" y="41"/>
                    </a:lnTo>
                    <a:lnTo>
                      <a:pt x="21" y="57"/>
                    </a:lnTo>
                    <a:lnTo>
                      <a:pt x="26" y="72"/>
                    </a:lnTo>
                    <a:lnTo>
                      <a:pt x="29" y="87"/>
                    </a:lnTo>
                    <a:lnTo>
                      <a:pt x="30" y="101"/>
                    </a:lnTo>
                    <a:lnTo>
                      <a:pt x="30" y="111"/>
                    </a:lnTo>
                    <a:lnTo>
                      <a:pt x="23" y="107"/>
                    </a:lnTo>
                    <a:lnTo>
                      <a:pt x="17" y="101"/>
                    </a:lnTo>
                    <a:lnTo>
                      <a:pt x="8" y="96"/>
                    </a:lnTo>
                    <a:lnTo>
                      <a:pt x="2" y="92"/>
                    </a:lnTo>
                    <a:lnTo>
                      <a:pt x="11" y="105"/>
                    </a:lnTo>
                    <a:lnTo>
                      <a:pt x="20" y="116"/>
                    </a:lnTo>
                    <a:lnTo>
                      <a:pt x="27" y="126"/>
                    </a:lnTo>
                    <a:lnTo>
                      <a:pt x="34" y="136"/>
                    </a:lnTo>
                    <a:lnTo>
                      <a:pt x="38" y="146"/>
                    </a:lnTo>
                    <a:lnTo>
                      <a:pt x="43" y="155"/>
                    </a:lnTo>
                    <a:lnTo>
                      <a:pt x="46" y="166"/>
                    </a:lnTo>
                    <a:lnTo>
                      <a:pt x="50" y="177"/>
                    </a:lnTo>
                    <a:lnTo>
                      <a:pt x="57" y="214"/>
                    </a:lnTo>
                    <a:lnTo>
                      <a:pt x="65" y="267"/>
                    </a:lnTo>
                    <a:lnTo>
                      <a:pt x="72" y="323"/>
                    </a:lnTo>
                    <a:lnTo>
                      <a:pt x="76" y="36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9" name="Freeform 100">
                <a:extLst>
                  <a:ext uri="{FF2B5EF4-FFF2-40B4-BE49-F238E27FC236}">
                    <a16:creationId xmlns:a16="http://schemas.microsoft.com/office/drawing/2014/main" id="{78462470-7053-416F-84C1-44715C6A6E98}"/>
                  </a:ext>
                </a:extLst>
              </p:cNvPr>
              <p:cNvSpPr>
                <a:spLocks/>
              </p:cNvSpPr>
              <p:nvPr/>
            </p:nvSpPr>
            <p:spPr bwMode="auto">
              <a:xfrm>
                <a:off x="4632" y="3363"/>
                <a:ext cx="49" cy="36"/>
              </a:xfrm>
              <a:custGeom>
                <a:avLst/>
                <a:gdLst>
                  <a:gd name="T0" fmla="*/ 9 w 89"/>
                  <a:gd name="T1" fmla="*/ 0 h 65"/>
                  <a:gd name="T2" fmla="*/ 7 w 89"/>
                  <a:gd name="T3" fmla="*/ 5 h 65"/>
                  <a:gd name="T4" fmla="*/ 4 w 89"/>
                  <a:gd name="T5" fmla="*/ 11 h 65"/>
                  <a:gd name="T6" fmla="*/ 2 w 89"/>
                  <a:gd name="T7" fmla="*/ 15 h 65"/>
                  <a:gd name="T8" fmla="*/ 0 w 89"/>
                  <a:gd name="T9" fmla="*/ 18 h 65"/>
                  <a:gd name="T10" fmla="*/ 4 w 89"/>
                  <a:gd name="T11" fmla="*/ 20 h 65"/>
                  <a:gd name="T12" fmla="*/ 10 w 89"/>
                  <a:gd name="T13" fmla="*/ 22 h 65"/>
                  <a:gd name="T14" fmla="*/ 17 w 89"/>
                  <a:gd name="T15" fmla="*/ 25 h 65"/>
                  <a:gd name="T16" fmla="*/ 24 w 89"/>
                  <a:gd name="T17" fmla="*/ 28 h 65"/>
                  <a:gd name="T18" fmla="*/ 31 w 89"/>
                  <a:gd name="T19" fmla="*/ 30 h 65"/>
                  <a:gd name="T20" fmla="*/ 37 w 89"/>
                  <a:gd name="T21" fmla="*/ 33 h 65"/>
                  <a:gd name="T22" fmla="*/ 42 w 89"/>
                  <a:gd name="T23" fmla="*/ 35 h 65"/>
                  <a:gd name="T24" fmla="*/ 46 w 89"/>
                  <a:gd name="T25" fmla="*/ 36 h 65"/>
                  <a:gd name="T26" fmla="*/ 47 w 89"/>
                  <a:gd name="T27" fmla="*/ 35 h 65"/>
                  <a:gd name="T28" fmla="*/ 49 w 89"/>
                  <a:gd name="T29" fmla="*/ 34 h 65"/>
                  <a:gd name="T30" fmla="*/ 49 w 89"/>
                  <a:gd name="T31" fmla="*/ 33 h 65"/>
                  <a:gd name="T32" fmla="*/ 49 w 89"/>
                  <a:gd name="T33" fmla="*/ 32 h 65"/>
                  <a:gd name="T34" fmla="*/ 47 w 89"/>
                  <a:gd name="T35" fmla="*/ 29 h 65"/>
                  <a:gd name="T36" fmla="*/ 43 w 89"/>
                  <a:gd name="T37" fmla="*/ 27 h 65"/>
                  <a:gd name="T38" fmla="*/ 41 w 89"/>
                  <a:gd name="T39" fmla="*/ 25 h 65"/>
                  <a:gd name="T40" fmla="*/ 38 w 89"/>
                  <a:gd name="T41" fmla="*/ 22 h 65"/>
                  <a:gd name="T42" fmla="*/ 34 w 89"/>
                  <a:gd name="T43" fmla="*/ 20 h 65"/>
                  <a:gd name="T44" fmla="*/ 31 w 89"/>
                  <a:gd name="T45" fmla="*/ 18 h 65"/>
                  <a:gd name="T46" fmla="*/ 29 w 89"/>
                  <a:gd name="T47" fmla="*/ 17 h 65"/>
                  <a:gd name="T48" fmla="*/ 26 w 89"/>
                  <a:gd name="T49" fmla="*/ 15 h 65"/>
                  <a:gd name="T50" fmla="*/ 21 w 89"/>
                  <a:gd name="T51" fmla="*/ 13 h 65"/>
                  <a:gd name="T52" fmla="*/ 17 w 89"/>
                  <a:gd name="T53" fmla="*/ 8 h 65"/>
                  <a:gd name="T54" fmla="*/ 12 w 89"/>
                  <a:gd name="T55" fmla="*/ 4 h 65"/>
                  <a:gd name="T56" fmla="*/ 9 w 89"/>
                  <a:gd name="T57" fmla="*/ 0 h 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9" h="65">
                    <a:moveTo>
                      <a:pt x="17" y="0"/>
                    </a:moveTo>
                    <a:lnTo>
                      <a:pt x="13" y="9"/>
                    </a:lnTo>
                    <a:lnTo>
                      <a:pt x="8" y="19"/>
                    </a:lnTo>
                    <a:lnTo>
                      <a:pt x="3" y="27"/>
                    </a:lnTo>
                    <a:lnTo>
                      <a:pt x="0" y="33"/>
                    </a:lnTo>
                    <a:lnTo>
                      <a:pt x="7" y="36"/>
                    </a:lnTo>
                    <a:lnTo>
                      <a:pt x="18" y="40"/>
                    </a:lnTo>
                    <a:lnTo>
                      <a:pt x="30" y="46"/>
                    </a:lnTo>
                    <a:lnTo>
                      <a:pt x="44" y="50"/>
                    </a:lnTo>
                    <a:lnTo>
                      <a:pt x="56" y="55"/>
                    </a:lnTo>
                    <a:lnTo>
                      <a:pt x="68" y="59"/>
                    </a:lnTo>
                    <a:lnTo>
                      <a:pt x="77" y="63"/>
                    </a:lnTo>
                    <a:lnTo>
                      <a:pt x="83" y="65"/>
                    </a:lnTo>
                    <a:lnTo>
                      <a:pt x="86" y="63"/>
                    </a:lnTo>
                    <a:lnTo>
                      <a:pt x="89" y="61"/>
                    </a:lnTo>
                    <a:lnTo>
                      <a:pt x="89" y="59"/>
                    </a:lnTo>
                    <a:lnTo>
                      <a:pt x="89" y="57"/>
                    </a:lnTo>
                    <a:lnTo>
                      <a:pt x="85" y="53"/>
                    </a:lnTo>
                    <a:lnTo>
                      <a:pt x="79" y="49"/>
                    </a:lnTo>
                    <a:lnTo>
                      <a:pt x="75" y="45"/>
                    </a:lnTo>
                    <a:lnTo>
                      <a:pt x="69" y="40"/>
                    </a:lnTo>
                    <a:lnTo>
                      <a:pt x="62" y="36"/>
                    </a:lnTo>
                    <a:lnTo>
                      <a:pt x="57" y="32"/>
                    </a:lnTo>
                    <a:lnTo>
                      <a:pt x="52" y="30"/>
                    </a:lnTo>
                    <a:lnTo>
                      <a:pt x="48" y="27"/>
                    </a:lnTo>
                    <a:lnTo>
                      <a:pt x="39" y="23"/>
                    </a:lnTo>
                    <a:lnTo>
                      <a:pt x="30" y="15"/>
                    </a:lnTo>
                    <a:lnTo>
                      <a:pt x="22" y="7"/>
                    </a:lnTo>
                    <a:lnTo>
                      <a:pt x="17"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0" name="Freeform 101">
                <a:extLst>
                  <a:ext uri="{FF2B5EF4-FFF2-40B4-BE49-F238E27FC236}">
                    <a16:creationId xmlns:a16="http://schemas.microsoft.com/office/drawing/2014/main" id="{74B0AA87-D133-4F45-B94E-46A3BE8B2B37}"/>
                  </a:ext>
                </a:extLst>
              </p:cNvPr>
              <p:cNvSpPr>
                <a:spLocks/>
              </p:cNvSpPr>
              <p:nvPr/>
            </p:nvSpPr>
            <p:spPr bwMode="auto">
              <a:xfrm>
                <a:off x="4510" y="3118"/>
                <a:ext cx="50" cy="208"/>
              </a:xfrm>
              <a:custGeom>
                <a:avLst/>
                <a:gdLst>
                  <a:gd name="T0" fmla="*/ 23 w 88"/>
                  <a:gd name="T1" fmla="*/ 62 h 378"/>
                  <a:gd name="T2" fmla="*/ 23 w 88"/>
                  <a:gd name="T3" fmla="*/ 56 h 378"/>
                  <a:gd name="T4" fmla="*/ 23 w 88"/>
                  <a:gd name="T5" fmla="*/ 47 h 378"/>
                  <a:gd name="T6" fmla="*/ 24 w 88"/>
                  <a:gd name="T7" fmla="*/ 38 h 378"/>
                  <a:gd name="T8" fmla="*/ 26 w 88"/>
                  <a:gd name="T9" fmla="*/ 32 h 378"/>
                  <a:gd name="T10" fmla="*/ 31 w 88"/>
                  <a:gd name="T11" fmla="*/ 29 h 378"/>
                  <a:gd name="T12" fmla="*/ 35 w 88"/>
                  <a:gd name="T13" fmla="*/ 25 h 378"/>
                  <a:gd name="T14" fmla="*/ 37 w 88"/>
                  <a:gd name="T15" fmla="*/ 21 h 378"/>
                  <a:gd name="T16" fmla="*/ 39 w 88"/>
                  <a:gd name="T17" fmla="*/ 18 h 378"/>
                  <a:gd name="T18" fmla="*/ 39 w 88"/>
                  <a:gd name="T19" fmla="*/ 14 h 378"/>
                  <a:gd name="T20" fmla="*/ 40 w 88"/>
                  <a:gd name="T21" fmla="*/ 8 h 378"/>
                  <a:gd name="T22" fmla="*/ 41 w 88"/>
                  <a:gd name="T23" fmla="*/ 3 h 378"/>
                  <a:gd name="T24" fmla="*/ 42 w 88"/>
                  <a:gd name="T25" fmla="*/ 0 h 378"/>
                  <a:gd name="T26" fmla="*/ 45 w 88"/>
                  <a:gd name="T27" fmla="*/ 1 h 378"/>
                  <a:gd name="T28" fmla="*/ 47 w 88"/>
                  <a:gd name="T29" fmla="*/ 2 h 378"/>
                  <a:gd name="T30" fmla="*/ 49 w 88"/>
                  <a:gd name="T31" fmla="*/ 3 h 378"/>
                  <a:gd name="T32" fmla="*/ 49 w 88"/>
                  <a:gd name="T33" fmla="*/ 5 h 378"/>
                  <a:gd name="T34" fmla="*/ 49 w 88"/>
                  <a:gd name="T35" fmla="*/ 7 h 378"/>
                  <a:gd name="T36" fmla="*/ 50 w 88"/>
                  <a:gd name="T37" fmla="*/ 11 h 378"/>
                  <a:gd name="T38" fmla="*/ 49 w 88"/>
                  <a:gd name="T39" fmla="*/ 16 h 378"/>
                  <a:gd name="T40" fmla="*/ 49 w 88"/>
                  <a:gd name="T41" fmla="*/ 21 h 378"/>
                  <a:gd name="T42" fmla="*/ 47 w 88"/>
                  <a:gd name="T43" fmla="*/ 28 h 378"/>
                  <a:gd name="T44" fmla="*/ 44 w 88"/>
                  <a:gd name="T45" fmla="*/ 36 h 378"/>
                  <a:gd name="T46" fmla="*/ 41 w 88"/>
                  <a:gd name="T47" fmla="*/ 44 h 378"/>
                  <a:gd name="T48" fmla="*/ 39 w 88"/>
                  <a:gd name="T49" fmla="*/ 50 h 378"/>
                  <a:gd name="T50" fmla="*/ 37 w 88"/>
                  <a:gd name="T51" fmla="*/ 55 h 378"/>
                  <a:gd name="T52" fmla="*/ 35 w 88"/>
                  <a:gd name="T53" fmla="*/ 63 h 378"/>
                  <a:gd name="T54" fmla="*/ 33 w 88"/>
                  <a:gd name="T55" fmla="*/ 72 h 378"/>
                  <a:gd name="T56" fmla="*/ 32 w 88"/>
                  <a:gd name="T57" fmla="*/ 80 h 378"/>
                  <a:gd name="T58" fmla="*/ 32 w 88"/>
                  <a:gd name="T59" fmla="*/ 86 h 378"/>
                  <a:gd name="T60" fmla="*/ 32 w 88"/>
                  <a:gd name="T61" fmla="*/ 92 h 378"/>
                  <a:gd name="T62" fmla="*/ 32 w 88"/>
                  <a:gd name="T63" fmla="*/ 99 h 378"/>
                  <a:gd name="T64" fmla="*/ 30 w 88"/>
                  <a:gd name="T65" fmla="*/ 105 h 378"/>
                  <a:gd name="T66" fmla="*/ 27 w 88"/>
                  <a:gd name="T67" fmla="*/ 114 h 378"/>
                  <a:gd name="T68" fmla="*/ 23 w 88"/>
                  <a:gd name="T69" fmla="*/ 129 h 378"/>
                  <a:gd name="T70" fmla="*/ 19 w 88"/>
                  <a:gd name="T71" fmla="*/ 143 h 378"/>
                  <a:gd name="T72" fmla="*/ 18 w 88"/>
                  <a:gd name="T73" fmla="*/ 154 h 378"/>
                  <a:gd name="T74" fmla="*/ 16 w 88"/>
                  <a:gd name="T75" fmla="*/ 164 h 378"/>
                  <a:gd name="T76" fmla="*/ 14 w 88"/>
                  <a:gd name="T77" fmla="*/ 179 h 378"/>
                  <a:gd name="T78" fmla="*/ 13 w 88"/>
                  <a:gd name="T79" fmla="*/ 195 h 378"/>
                  <a:gd name="T80" fmla="*/ 14 w 88"/>
                  <a:gd name="T81" fmla="*/ 208 h 378"/>
                  <a:gd name="T82" fmla="*/ 11 w 88"/>
                  <a:gd name="T83" fmla="*/ 207 h 378"/>
                  <a:gd name="T84" fmla="*/ 7 w 88"/>
                  <a:gd name="T85" fmla="*/ 207 h 378"/>
                  <a:gd name="T86" fmla="*/ 3 w 88"/>
                  <a:gd name="T87" fmla="*/ 206 h 378"/>
                  <a:gd name="T88" fmla="*/ 0 w 88"/>
                  <a:gd name="T89" fmla="*/ 206 h 378"/>
                  <a:gd name="T90" fmla="*/ 0 w 88"/>
                  <a:gd name="T91" fmla="*/ 198 h 378"/>
                  <a:gd name="T92" fmla="*/ 0 w 88"/>
                  <a:gd name="T93" fmla="*/ 188 h 378"/>
                  <a:gd name="T94" fmla="*/ 0 w 88"/>
                  <a:gd name="T95" fmla="*/ 178 h 378"/>
                  <a:gd name="T96" fmla="*/ 1 w 88"/>
                  <a:gd name="T97" fmla="*/ 171 h 378"/>
                  <a:gd name="T98" fmla="*/ 2 w 88"/>
                  <a:gd name="T99" fmla="*/ 165 h 378"/>
                  <a:gd name="T100" fmla="*/ 5 w 88"/>
                  <a:gd name="T101" fmla="*/ 157 h 378"/>
                  <a:gd name="T102" fmla="*/ 6 w 88"/>
                  <a:gd name="T103" fmla="*/ 149 h 378"/>
                  <a:gd name="T104" fmla="*/ 7 w 88"/>
                  <a:gd name="T105" fmla="*/ 144 h 378"/>
                  <a:gd name="T106" fmla="*/ 9 w 88"/>
                  <a:gd name="T107" fmla="*/ 136 h 378"/>
                  <a:gd name="T108" fmla="*/ 10 w 88"/>
                  <a:gd name="T109" fmla="*/ 124 h 378"/>
                  <a:gd name="T110" fmla="*/ 11 w 88"/>
                  <a:gd name="T111" fmla="*/ 112 h 378"/>
                  <a:gd name="T112" fmla="*/ 13 w 88"/>
                  <a:gd name="T113" fmla="*/ 103 h 378"/>
                  <a:gd name="T114" fmla="*/ 16 w 88"/>
                  <a:gd name="T115" fmla="*/ 97 h 378"/>
                  <a:gd name="T116" fmla="*/ 20 w 88"/>
                  <a:gd name="T117" fmla="*/ 88 h 378"/>
                  <a:gd name="T118" fmla="*/ 23 w 88"/>
                  <a:gd name="T119" fmla="*/ 76 h 378"/>
                  <a:gd name="T120" fmla="*/ 23 w 88"/>
                  <a:gd name="T121" fmla="*/ 62 h 3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 h="378">
                    <a:moveTo>
                      <a:pt x="40" y="112"/>
                    </a:moveTo>
                    <a:lnTo>
                      <a:pt x="40" y="101"/>
                    </a:lnTo>
                    <a:lnTo>
                      <a:pt x="41" y="85"/>
                    </a:lnTo>
                    <a:lnTo>
                      <a:pt x="42" y="69"/>
                    </a:lnTo>
                    <a:lnTo>
                      <a:pt x="46" y="58"/>
                    </a:lnTo>
                    <a:lnTo>
                      <a:pt x="54" y="53"/>
                    </a:lnTo>
                    <a:lnTo>
                      <a:pt x="61" y="46"/>
                    </a:lnTo>
                    <a:lnTo>
                      <a:pt x="65" y="39"/>
                    </a:lnTo>
                    <a:lnTo>
                      <a:pt x="68" y="32"/>
                    </a:lnTo>
                    <a:lnTo>
                      <a:pt x="69" y="25"/>
                    </a:lnTo>
                    <a:lnTo>
                      <a:pt x="71" y="14"/>
                    </a:lnTo>
                    <a:lnTo>
                      <a:pt x="73" y="5"/>
                    </a:lnTo>
                    <a:lnTo>
                      <a:pt x="74" y="0"/>
                    </a:lnTo>
                    <a:lnTo>
                      <a:pt x="79" y="1"/>
                    </a:lnTo>
                    <a:lnTo>
                      <a:pt x="83" y="3"/>
                    </a:lnTo>
                    <a:lnTo>
                      <a:pt x="86" y="5"/>
                    </a:lnTo>
                    <a:lnTo>
                      <a:pt x="87" y="9"/>
                    </a:lnTo>
                    <a:lnTo>
                      <a:pt x="87" y="12"/>
                    </a:lnTo>
                    <a:lnTo>
                      <a:pt x="88" y="20"/>
                    </a:lnTo>
                    <a:lnTo>
                      <a:pt x="87" y="29"/>
                    </a:lnTo>
                    <a:lnTo>
                      <a:pt x="86" y="39"/>
                    </a:lnTo>
                    <a:lnTo>
                      <a:pt x="83" y="50"/>
                    </a:lnTo>
                    <a:lnTo>
                      <a:pt x="78" y="65"/>
                    </a:lnTo>
                    <a:lnTo>
                      <a:pt x="72" y="80"/>
                    </a:lnTo>
                    <a:lnTo>
                      <a:pt x="69" y="91"/>
                    </a:lnTo>
                    <a:lnTo>
                      <a:pt x="65" y="100"/>
                    </a:lnTo>
                    <a:lnTo>
                      <a:pt x="61" y="115"/>
                    </a:lnTo>
                    <a:lnTo>
                      <a:pt x="58" y="131"/>
                    </a:lnTo>
                    <a:lnTo>
                      <a:pt x="57" y="145"/>
                    </a:lnTo>
                    <a:lnTo>
                      <a:pt x="57" y="156"/>
                    </a:lnTo>
                    <a:lnTo>
                      <a:pt x="57" y="168"/>
                    </a:lnTo>
                    <a:lnTo>
                      <a:pt x="56" y="180"/>
                    </a:lnTo>
                    <a:lnTo>
                      <a:pt x="53" y="191"/>
                    </a:lnTo>
                    <a:lnTo>
                      <a:pt x="47" y="208"/>
                    </a:lnTo>
                    <a:lnTo>
                      <a:pt x="40" y="234"/>
                    </a:lnTo>
                    <a:lnTo>
                      <a:pt x="34" y="260"/>
                    </a:lnTo>
                    <a:lnTo>
                      <a:pt x="31" y="279"/>
                    </a:lnTo>
                    <a:lnTo>
                      <a:pt x="28" y="298"/>
                    </a:lnTo>
                    <a:lnTo>
                      <a:pt x="25" y="325"/>
                    </a:lnTo>
                    <a:lnTo>
                      <a:pt x="23" y="354"/>
                    </a:lnTo>
                    <a:lnTo>
                      <a:pt x="24" y="378"/>
                    </a:lnTo>
                    <a:lnTo>
                      <a:pt x="19" y="377"/>
                    </a:lnTo>
                    <a:lnTo>
                      <a:pt x="13" y="376"/>
                    </a:lnTo>
                    <a:lnTo>
                      <a:pt x="6" y="375"/>
                    </a:lnTo>
                    <a:lnTo>
                      <a:pt x="0" y="374"/>
                    </a:lnTo>
                    <a:lnTo>
                      <a:pt x="0" y="360"/>
                    </a:lnTo>
                    <a:lnTo>
                      <a:pt x="0" y="342"/>
                    </a:lnTo>
                    <a:lnTo>
                      <a:pt x="0" y="323"/>
                    </a:lnTo>
                    <a:lnTo>
                      <a:pt x="1" y="311"/>
                    </a:lnTo>
                    <a:lnTo>
                      <a:pt x="3" y="299"/>
                    </a:lnTo>
                    <a:lnTo>
                      <a:pt x="8" y="285"/>
                    </a:lnTo>
                    <a:lnTo>
                      <a:pt x="11" y="271"/>
                    </a:lnTo>
                    <a:lnTo>
                      <a:pt x="13" y="262"/>
                    </a:lnTo>
                    <a:lnTo>
                      <a:pt x="15" y="248"/>
                    </a:lnTo>
                    <a:lnTo>
                      <a:pt x="17" y="226"/>
                    </a:lnTo>
                    <a:lnTo>
                      <a:pt x="19" y="203"/>
                    </a:lnTo>
                    <a:lnTo>
                      <a:pt x="23" y="188"/>
                    </a:lnTo>
                    <a:lnTo>
                      <a:pt x="28" y="177"/>
                    </a:lnTo>
                    <a:lnTo>
                      <a:pt x="35" y="160"/>
                    </a:lnTo>
                    <a:lnTo>
                      <a:pt x="40" y="138"/>
                    </a:lnTo>
                    <a:lnTo>
                      <a:pt x="40" y="11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1" name="Freeform 102">
                <a:extLst>
                  <a:ext uri="{FF2B5EF4-FFF2-40B4-BE49-F238E27FC236}">
                    <a16:creationId xmlns:a16="http://schemas.microsoft.com/office/drawing/2014/main" id="{857FE848-684D-4150-A80E-B4630F4C9508}"/>
                  </a:ext>
                </a:extLst>
              </p:cNvPr>
              <p:cNvSpPr>
                <a:spLocks/>
              </p:cNvSpPr>
              <p:nvPr/>
            </p:nvSpPr>
            <p:spPr bwMode="auto">
              <a:xfrm>
                <a:off x="4463" y="2854"/>
                <a:ext cx="243" cy="287"/>
              </a:xfrm>
              <a:custGeom>
                <a:avLst/>
                <a:gdLst>
                  <a:gd name="T0" fmla="*/ 96 w 444"/>
                  <a:gd name="T1" fmla="*/ 262 h 525"/>
                  <a:gd name="T2" fmla="*/ 108 w 444"/>
                  <a:gd name="T3" fmla="*/ 274 h 525"/>
                  <a:gd name="T4" fmla="*/ 100 w 444"/>
                  <a:gd name="T5" fmla="*/ 275 h 525"/>
                  <a:gd name="T6" fmla="*/ 100 w 444"/>
                  <a:gd name="T7" fmla="*/ 282 h 525"/>
                  <a:gd name="T8" fmla="*/ 113 w 444"/>
                  <a:gd name="T9" fmla="*/ 287 h 525"/>
                  <a:gd name="T10" fmla="*/ 124 w 444"/>
                  <a:gd name="T11" fmla="*/ 274 h 525"/>
                  <a:gd name="T12" fmla="*/ 140 w 444"/>
                  <a:gd name="T13" fmla="*/ 260 h 525"/>
                  <a:gd name="T14" fmla="*/ 160 w 444"/>
                  <a:gd name="T15" fmla="*/ 245 h 525"/>
                  <a:gd name="T16" fmla="*/ 175 w 444"/>
                  <a:gd name="T17" fmla="*/ 241 h 525"/>
                  <a:gd name="T18" fmla="*/ 200 w 444"/>
                  <a:gd name="T19" fmla="*/ 234 h 525"/>
                  <a:gd name="T20" fmla="*/ 197 w 444"/>
                  <a:gd name="T21" fmla="*/ 222 h 525"/>
                  <a:gd name="T22" fmla="*/ 183 w 444"/>
                  <a:gd name="T23" fmla="*/ 205 h 525"/>
                  <a:gd name="T24" fmla="*/ 195 w 444"/>
                  <a:gd name="T25" fmla="*/ 204 h 525"/>
                  <a:gd name="T26" fmla="*/ 209 w 444"/>
                  <a:gd name="T27" fmla="*/ 187 h 525"/>
                  <a:gd name="T28" fmla="*/ 221 w 444"/>
                  <a:gd name="T29" fmla="*/ 182 h 525"/>
                  <a:gd name="T30" fmla="*/ 221 w 444"/>
                  <a:gd name="T31" fmla="*/ 175 h 525"/>
                  <a:gd name="T32" fmla="*/ 229 w 444"/>
                  <a:gd name="T33" fmla="*/ 168 h 525"/>
                  <a:gd name="T34" fmla="*/ 241 w 444"/>
                  <a:gd name="T35" fmla="*/ 154 h 525"/>
                  <a:gd name="T36" fmla="*/ 242 w 444"/>
                  <a:gd name="T37" fmla="*/ 109 h 525"/>
                  <a:gd name="T38" fmla="*/ 231 w 444"/>
                  <a:gd name="T39" fmla="*/ 80 h 525"/>
                  <a:gd name="T40" fmla="*/ 216 w 444"/>
                  <a:gd name="T41" fmla="*/ 75 h 525"/>
                  <a:gd name="T42" fmla="*/ 215 w 444"/>
                  <a:gd name="T43" fmla="*/ 60 h 525"/>
                  <a:gd name="T44" fmla="*/ 206 w 444"/>
                  <a:gd name="T45" fmla="*/ 46 h 525"/>
                  <a:gd name="T46" fmla="*/ 194 w 444"/>
                  <a:gd name="T47" fmla="*/ 39 h 525"/>
                  <a:gd name="T48" fmla="*/ 191 w 444"/>
                  <a:gd name="T49" fmla="*/ 27 h 525"/>
                  <a:gd name="T50" fmla="*/ 175 w 444"/>
                  <a:gd name="T51" fmla="*/ 14 h 525"/>
                  <a:gd name="T52" fmla="*/ 155 w 444"/>
                  <a:gd name="T53" fmla="*/ 12 h 525"/>
                  <a:gd name="T54" fmla="*/ 142 w 444"/>
                  <a:gd name="T55" fmla="*/ 10 h 525"/>
                  <a:gd name="T56" fmla="*/ 132 w 444"/>
                  <a:gd name="T57" fmla="*/ 13 h 525"/>
                  <a:gd name="T58" fmla="*/ 120 w 444"/>
                  <a:gd name="T59" fmla="*/ 9 h 525"/>
                  <a:gd name="T60" fmla="*/ 119 w 444"/>
                  <a:gd name="T61" fmla="*/ 4 h 525"/>
                  <a:gd name="T62" fmla="*/ 105 w 444"/>
                  <a:gd name="T63" fmla="*/ 1 h 525"/>
                  <a:gd name="T64" fmla="*/ 80 w 444"/>
                  <a:gd name="T65" fmla="*/ 2 h 525"/>
                  <a:gd name="T66" fmla="*/ 70 w 444"/>
                  <a:gd name="T67" fmla="*/ 13 h 525"/>
                  <a:gd name="T68" fmla="*/ 61 w 444"/>
                  <a:gd name="T69" fmla="*/ 19 h 525"/>
                  <a:gd name="T70" fmla="*/ 45 w 444"/>
                  <a:gd name="T71" fmla="*/ 19 h 525"/>
                  <a:gd name="T72" fmla="*/ 30 w 444"/>
                  <a:gd name="T73" fmla="*/ 23 h 525"/>
                  <a:gd name="T74" fmla="*/ 23 w 444"/>
                  <a:gd name="T75" fmla="*/ 40 h 525"/>
                  <a:gd name="T76" fmla="*/ 11 w 444"/>
                  <a:gd name="T77" fmla="*/ 54 h 525"/>
                  <a:gd name="T78" fmla="*/ 1 w 444"/>
                  <a:gd name="T79" fmla="*/ 74 h 525"/>
                  <a:gd name="T80" fmla="*/ 4 w 444"/>
                  <a:gd name="T81" fmla="*/ 96 h 525"/>
                  <a:gd name="T82" fmla="*/ 0 w 444"/>
                  <a:gd name="T83" fmla="*/ 108 h 525"/>
                  <a:gd name="T84" fmla="*/ 10 w 444"/>
                  <a:gd name="T85" fmla="*/ 120 h 525"/>
                  <a:gd name="T86" fmla="*/ 15 w 444"/>
                  <a:gd name="T87" fmla="*/ 133 h 525"/>
                  <a:gd name="T88" fmla="*/ 16 w 444"/>
                  <a:gd name="T89" fmla="*/ 143 h 525"/>
                  <a:gd name="T90" fmla="*/ 11 w 444"/>
                  <a:gd name="T91" fmla="*/ 172 h 525"/>
                  <a:gd name="T92" fmla="*/ 17 w 444"/>
                  <a:gd name="T93" fmla="*/ 180 h 525"/>
                  <a:gd name="T94" fmla="*/ 24 w 444"/>
                  <a:gd name="T95" fmla="*/ 183 h 525"/>
                  <a:gd name="T96" fmla="*/ 23 w 444"/>
                  <a:gd name="T97" fmla="*/ 194 h 525"/>
                  <a:gd name="T98" fmla="*/ 28 w 444"/>
                  <a:gd name="T99" fmla="*/ 201 h 525"/>
                  <a:gd name="T100" fmla="*/ 25 w 444"/>
                  <a:gd name="T101" fmla="*/ 207 h 525"/>
                  <a:gd name="T102" fmla="*/ 30 w 444"/>
                  <a:gd name="T103" fmla="*/ 215 h 525"/>
                  <a:gd name="T104" fmla="*/ 30 w 444"/>
                  <a:gd name="T105" fmla="*/ 233 h 525"/>
                  <a:gd name="T106" fmla="*/ 40 w 444"/>
                  <a:gd name="T107" fmla="*/ 239 h 525"/>
                  <a:gd name="T108" fmla="*/ 53 w 444"/>
                  <a:gd name="T109" fmla="*/ 238 h 525"/>
                  <a:gd name="T110" fmla="*/ 70 w 444"/>
                  <a:gd name="T111" fmla="*/ 235 h 525"/>
                  <a:gd name="T112" fmla="*/ 79 w 444"/>
                  <a:gd name="T113" fmla="*/ 242 h 525"/>
                  <a:gd name="T114" fmla="*/ 86 w 444"/>
                  <a:gd name="T115" fmla="*/ 253 h 52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44" h="525">
                    <a:moveTo>
                      <a:pt x="159" y="466"/>
                    </a:moveTo>
                    <a:lnTo>
                      <a:pt x="165" y="470"/>
                    </a:lnTo>
                    <a:lnTo>
                      <a:pt x="171" y="474"/>
                    </a:lnTo>
                    <a:lnTo>
                      <a:pt x="176" y="480"/>
                    </a:lnTo>
                    <a:lnTo>
                      <a:pt x="183" y="486"/>
                    </a:lnTo>
                    <a:lnTo>
                      <a:pt x="189" y="492"/>
                    </a:lnTo>
                    <a:lnTo>
                      <a:pt x="194" y="497"/>
                    </a:lnTo>
                    <a:lnTo>
                      <a:pt x="198" y="502"/>
                    </a:lnTo>
                    <a:lnTo>
                      <a:pt x="201" y="505"/>
                    </a:lnTo>
                    <a:lnTo>
                      <a:pt x="194" y="504"/>
                    </a:lnTo>
                    <a:lnTo>
                      <a:pt x="187" y="503"/>
                    </a:lnTo>
                    <a:lnTo>
                      <a:pt x="182" y="503"/>
                    </a:lnTo>
                    <a:lnTo>
                      <a:pt x="180" y="504"/>
                    </a:lnTo>
                    <a:lnTo>
                      <a:pt x="180" y="508"/>
                    </a:lnTo>
                    <a:lnTo>
                      <a:pt x="180" y="511"/>
                    </a:lnTo>
                    <a:lnTo>
                      <a:pt x="182" y="516"/>
                    </a:lnTo>
                    <a:lnTo>
                      <a:pt x="186" y="518"/>
                    </a:lnTo>
                    <a:lnTo>
                      <a:pt x="191" y="520"/>
                    </a:lnTo>
                    <a:lnTo>
                      <a:pt x="199" y="523"/>
                    </a:lnTo>
                    <a:lnTo>
                      <a:pt x="206" y="525"/>
                    </a:lnTo>
                    <a:lnTo>
                      <a:pt x="211" y="524"/>
                    </a:lnTo>
                    <a:lnTo>
                      <a:pt x="216" y="518"/>
                    </a:lnTo>
                    <a:lnTo>
                      <a:pt x="222" y="510"/>
                    </a:lnTo>
                    <a:lnTo>
                      <a:pt x="227" y="501"/>
                    </a:lnTo>
                    <a:lnTo>
                      <a:pt x="229" y="493"/>
                    </a:lnTo>
                    <a:lnTo>
                      <a:pt x="236" y="488"/>
                    </a:lnTo>
                    <a:lnTo>
                      <a:pt x="244" y="482"/>
                    </a:lnTo>
                    <a:lnTo>
                      <a:pt x="255" y="475"/>
                    </a:lnTo>
                    <a:lnTo>
                      <a:pt x="265" y="467"/>
                    </a:lnTo>
                    <a:lnTo>
                      <a:pt x="274" y="460"/>
                    </a:lnTo>
                    <a:lnTo>
                      <a:pt x="284" y="454"/>
                    </a:lnTo>
                    <a:lnTo>
                      <a:pt x="292" y="449"/>
                    </a:lnTo>
                    <a:lnTo>
                      <a:pt x="297" y="447"/>
                    </a:lnTo>
                    <a:lnTo>
                      <a:pt x="303" y="444"/>
                    </a:lnTo>
                    <a:lnTo>
                      <a:pt x="311" y="442"/>
                    </a:lnTo>
                    <a:lnTo>
                      <a:pt x="320" y="440"/>
                    </a:lnTo>
                    <a:lnTo>
                      <a:pt x="332" y="436"/>
                    </a:lnTo>
                    <a:lnTo>
                      <a:pt x="342" y="433"/>
                    </a:lnTo>
                    <a:lnTo>
                      <a:pt x="354" y="431"/>
                    </a:lnTo>
                    <a:lnTo>
                      <a:pt x="365" y="428"/>
                    </a:lnTo>
                    <a:lnTo>
                      <a:pt x="375" y="427"/>
                    </a:lnTo>
                    <a:lnTo>
                      <a:pt x="371" y="422"/>
                    </a:lnTo>
                    <a:lnTo>
                      <a:pt x="365" y="416"/>
                    </a:lnTo>
                    <a:lnTo>
                      <a:pt x="360" y="407"/>
                    </a:lnTo>
                    <a:lnTo>
                      <a:pt x="353" y="398"/>
                    </a:lnTo>
                    <a:lnTo>
                      <a:pt x="346" y="390"/>
                    </a:lnTo>
                    <a:lnTo>
                      <a:pt x="340" y="382"/>
                    </a:lnTo>
                    <a:lnTo>
                      <a:pt x="335" y="375"/>
                    </a:lnTo>
                    <a:lnTo>
                      <a:pt x="333" y="369"/>
                    </a:lnTo>
                    <a:lnTo>
                      <a:pt x="341" y="372"/>
                    </a:lnTo>
                    <a:lnTo>
                      <a:pt x="349" y="373"/>
                    </a:lnTo>
                    <a:lnTo>
                      <a:pt x="356" y="373"/>
                    </a:lnTo>
                    <a:lnTo>
                      <a:pt x="363" y="369"/>
                    </a:lnTo>
                    <a:lnTo>
                      <a:pt x="370" y="361"/>
                    </a:lnTo>
                    <a:lnTo>
                      <a:pt x="377" y="352"/>
                    </a:lnTo>
                    <a:lnTo>
                      <a:pt x="381" y="342"/>
                    </a:lnTo>
                    <a:lnTo>
                      <a:pt x="385" y="334"/>
                    </a:lnTo>
                    <a:lnTo>
                      <a:pt x="391" y="335"/>
                    </a:lnTo>
                    <a:lnTo>
                      <a:pt x="398" y="335"/>
                    </a:lnTo>
                    <a:lnTo>
                      <a:pt x="404" y="333"/>
                    </a:lnTo>
                    <a:lnTo>
                      <a:pt x="410" y="329"/>
                    </a:lnTo>
                    <a:lnTo>
                      <a:pt x="407" y="327"/>
                    </a:lnTo>
                    <a:lnTo>
                      <a:pt x="404" y="323"/>
                    </a:lnTo>
                    <a:lnTo>
                      <a:pt x="403" y="320"/>
                    </a:lnTo>
                    <a:lnTo>
                      <a:pt x="404" y="318"/>
                    </a:lnTo>
                    <a:lnTo>
                      <a:pt x="407" y="315"/>
                    </a:lnTo>
                    <a:lnTo>
                      <a:pt x="411" y="312"/>
                    </a:lnTo>
                    <a:lnTo>
                      <a:pt x="418" y="307"/>
                    </a:lnTo>
                    <a:lnTo>
                      <a:pt x="425" y="300"/>
                    </a:lnTo>
                    <a:lnTo>
                      <a:pt x="432" y="295"/>
                    </a:lnTo>
                    <a:lnTo>
                      <a:pt x="438" y="288"/>
                    </a:lnTo>
                    <a:lnTo>
                      <a:pt x="441" y="282"/>
                    </a:lnTo>
                    <a:lnTo>
                      <a:pt x="444" y="276"/>
                    </a:lnTo>
                    <a:lnTo>
                      <a:pt x="444" y="258"/>
                    </a:lnTo>
                    <a:lnTo>
                      <a:pt x="444" y="229"/>
                    </a:lnTo>
                    <a:lnTo>
                      <a:pt x="443" y="200"/>
                    </a:lnTo>
                    <a:lnTo>
                      <a:pt x="440" y="181"/>
                    </a:lnTo>
                    <a:lnTo>
                      <a:pt x="436" y="169"/>
                    </a:lnTo>
                    <a:lnTo>
                      <a:pt x="429" y="158"/>
                    </a:lnTo>
                    <a:lnTo>
                      <a:pt x="422" y="147"/>
                    </a:lnTo>
                    <a:lnTo>
                      <a:pt x="414" y="141"/>
                    </a:lnTo>
                    <a:lnTo>
                      <a:pt x="407" y="139"/>
                    </a:lnTo>
                    <a:lnTo>
                      <a:pt x="400" y="138"/>
                    </a:lnTo>
                    <a:lnTo>
                      <a:pt x="395" y="138"/>
                    </a:lnTo>
                    <a:lnTo>
                      <a:pt x="390" y="138"/>
                    </a:lnTo>
                    <a:lnTo>
                      <a:pt x="391" y="130"/>
                    </a:lnTo>
                    <a:lnTo>
                      <a:pt x="392" y="120"/>
                    </a:lnTo>
                    <a:lnTo>
                      <a:pt x="392" y="110"/>
                    </a:lnTo>
                    <a:lnTo>
                      <a:pt x="391" y="101"/>
                    </a:lnTo>
                    <a:lnTo>
                      <a:pt x="387" y="94"/>
                    </a:lnTo>
                    <a:lnTo>
                      <a:pt x="383" y="88"/>
                    </a:lnTo>
                    <a:lnTo>
                      <a:pt x="376" y="84"/>
                    </a:lnTo>
                    <a:lnTo>
                      <a:pt x="369" y="83"/>
                    </a:lnTo>
                    <a:lnTo>
                      <a:pt x="362" y="82"/>
                    </a:lnTo>
                    <a:lnTo>
                      <a:pt x="357" y="77"/>
                    </a:lnTo>
                    <a:lnTo>
                      <a:pt x="355" y="72"/>
                    </a:lnTo>
                    <a:lnTo>
                      <a:pt x="354" y="67"/>
                    </a:lnTo>
                    <a:lnTo>
                      <a:pt x="354" y="63"/>
                    </a:lnTo>
                    <a:lnTo>
                      <a:pt x="352" y="57"/>
                    </a:lnTo>
                    <a:lnTo>
                      <a:pt x="349" y="50"/>
                    </a:lnTo>
                    <a:lnTo>
                      <a:pt x="345" y="42"/>
                    </a:lnTo>
                    <a:lnTo>
                      <a:pt x="339" y="35"/>
                    </a:lnTo>
                    <a:lnTo>
                      <a:pt x="330" y="30"/>
                    </a:lnTo>
                    <a:lnTo>
                      <a:pt x="319" y="26"/>
                    </a:lnTo>
                    <a:lnTo>
                      <a:pt x="305" y="26"/>
                    </a:lnTo>
                    <a:lnTo>
                      <a:pt x="296" y="26"/>
                    </a:lnTo>
                    <a:lnTo>
                      <a:pt x="289" y="24"/>
                    </a:lnTo>
                    <a:lnTo>
                      <a:pt x="284" y="22"/>
                    </a:lnTo>
                    <a:lnTo>
                      <a:pt x="278" y="19"/>
                    </a:lnTo>
                    <a:lnTo>
                      <a:pt x="272" y="18"/>
                    </a:lnTo>
                    <a:lnTo>
                      <a:pt x="266" y="18"/>
                    </a:lnTo>
                    <a:lnTo>
                      <a:pt x="259" y="18"/>
                    </a:lnTo>
                    <a:lnTo>
                      <a:pt x="254" y="20"/>
                    </a:lnTo>
                    <a:lnTo>
                      <a:pt x="249" y="22"/>
                    </a:lnTo>
                    <a:lnTo>
                      <a:pt x="246" y="23"/>
                    </a:lnTo>
                    <a:lnTo>
                      <a:pt x="241" y="24"/>
                    </a:lnTo>
                    <a:lnTo>
                      <a:pt x="236" y="23"/>
                    </a:lnTo>
                    <a:lnTo>
                      <a:pt x="231" y="20"/>
                    </a:lnTo>
                    <a:lnTo>
                      <a:pt x="226" y="18"/>
                    </a:lnTo>
                    <a:lnTo>
                      <a:pt x="219" y="17"/>
                    </a:lnTo>
                    <a:lnTo>
                      <a:pt x="212" y="17"/>
                    </a:lnTo>
                    <a:lnTo>
                      <a:pt x="213" y="14"/>
                    </a:lnTo>
                    <a:lnTo>
                      <a:pt x="216" y="10"/>
                    </a:lnTo>
                    <a:lnTo>
                      <a:pt x="218" y="8"/>
                    </a:lnTo>
                    <a:lnTo>
                      <a:pt x="220" y="8"/>
                    </a:lnTo>
                    <a:lnTo>
                      <a:pt x="213" y="5"/>
                    </a:lnTo>
                    <a:lnTo>
                      <a:pt x="204" y="3"/>
                    </a:lnTo>
                    <a:lnTo>
                      <a:pt x="191" y="1"/>
                    </a:lnTo>
                    <a:lnTo>
                      <a:pt x="180" y="0"/>
                    </a:lnTo>
                    <a:lnTo>
                      <a:pt x="167" y="0"/>
                    </a:lnTo>
                    <a:lnTo>
                      <a:pt x="156" y="1"/>
                    </a:lnTo>
                    <a:lnTo>
                      <a:pt x="146" y="3"/>
                    </a:lnTo>
                    <a:lnTo>
                      <a:pt x="140" y="8"/>
                    </a:lnTo>
                    <a:lnTo>
                      <a:pt x="135" y="14"/>
                    </a:lnTo>
                    <a:lnTo>
                      <a:pt x="131" y="19"/>
                    </a:lnTo>
                    <a:lnTo>
                      <a:pt x="128" y="24"/>
                    </a:lnTo>
                    <a:lnTo>
                      <a:pt x="125" y="29"/>
                    </a:lnTo>
                    <a:lnTo>
                      <a:pt x="121" y="32"/>
                    </a:lnTo>
                    <a:lnTo>
                      <a:pt x="117" y="34"/>
                    </a:lnTo>
                    <a:lnTo>
                      <a:pt x="111" y="35"/>
                    </a:lnTo>
                    <a:lnTo>
                      <a:pt x="105" y="35"/>
                    </a:lnTo>
                    <a:lnTo>
                      <a:pt x="98" y="34"/>
                    </a:lnTo>
                    <a:lnTo>
                      <a:pt x="90" y="34"/>
                    </a:lnTo>
                    <a:lnTo>
                      <a:pt x="82" y="34"/>
                    </a:lnTo>
                    <a:lnTo>
                      <a:pt x="74" y="35"/>
                    </a:lnTo>
                    <a:lnTo>
                      <a:pt x="67" y="37"/>
                    </a:lnTo>
                    <a:lnTo>
                      <a:pt x="60" y="39"/>
                    </a:lnTo>
                    <a:lnTo>
                      <a:pt x="54" y="42"/>
                    </a:lnTo>
                    <a:lnTo>
                      <a:pt x="50" y="47"/>
                    </a:lnTo>
                    <a:lnTo>
                      <a:pt x="45" y="55"/>
                    </a:lnTo>
                    <a:lnTo>
                      <a:pt x="43" y="64"/>
                    </a:lnTo>
                    <a:lnTo>
                      <a:pt x="42" y="73"/>
                    </a:lnTo>
                    <a:lnTo>
                      <a:pt x="42" y="83"/>
                    </a:lnTo>
                    <a:lnTo>
                      <a:pt x="36" y="87"/>
                    </a:lnTo>
                    <a:lnTo>
                      <a:pt x="28" y="92"/>
                    </a:lnTo>
                    <a:lnTo>
                      <a:pt x="21" y="99"/>
                    </a:lnTo>
                    <a:lnTo>
                      <a:pt x="14" y="107"/>
                    </a:lnTo>
                    <a:lnTo>
                      <a:pt x="7" y="115"/>
                    </a:lnTo>
                    <a:lnTo>
                      <a:pt x="4" y="125"/>
                    </a:lnTo>
                    <a:lnTo>
                      <a:pt x="2" y="135"/>
                    </a:lnTo>
                    <a:lnTo>
                      <a:pt x="4" y="145"/>
                    </a:lnTo>
                    <a:lnTo>
                      <a:pt x="8" y="159"/>
                    </a:lnTo>
                    <a:lnTo>
                      <a:pt x="8" y="168"/>
                    </a:lnTo>
                    <a:lnTo>
                      <a:pt x="7" y="176"/>
                    </a:lnTo>
                    <a:lnTo>
                      <a:pt x="4" y="182"/>
                    </a:lnTo>
                    <a:lnTo>
                      <a:pt x="1" y="186"/>
                    </a:lnTo>
                    <a:lnTo>
                      <a:pt x="0" y="191"/>
                    </a:lnTo>
                    <a:lnTo>
                      <a:pt x="0" y="197"/>
                    </a:lnTo>
                    <a:lnTo>
                      <a:pt x="1" y="202"/>
                    </a:lnTo>
                    <a:lnTo>
                      <a:pt x="4" y="209"/>
                    </a:lnTo>
                    <a:lnTo>
                      <a:pt x="9" y="215"/>
                    </a:lnTo>
                    <a:lnTo>
                      <a:pt x="19" y="220"/>
                    </a:lnTo>
                    <a:lnTo>
                      <a:pt x="30" y="223"/>
                    </a:lnTo>
                    <a:lnTo>
                      <a:pt x="29" y="229"/>
                    </a:lnTo>
                    <a:lnTo>
                      <a:pt x="28" y="236"/>
                    </a:lnTo>
                    <a:lnTo>
                      <a:pt x="28" y="244"/>
                    </a:lnTo>
                    <a:lnTo>
                      <a:pt x="29" y="250"/>
                    </a:lnTo>
                    <a:lnTo>
                      <a:pt x="28" y="253"/>
                    </a:lnTo>
                    <a:lnTo>
                      <a:pt x="28" y="258"/>
                    </a:lnTo>
                    <a:lnTo>
                      <a:pt x="30" y="262"/>
                    </a:lnTo>
                    <a:lnTo>
                      <a:pt x="34" y="266"/>
                    </a:lnTo>
                    <a:lnTo>
                      <a:pt x="30" y="277"/>
                    </a:lnTo>
                    <a:lnTo>
                      <a:pt x="24" y="296"/>
                    </a:lnTo>
                    <a:lnTo>
                      <a:pt x="20" y="315"/>
                    </a:lnTo>
                    <a:lnTo>
                      <a:pt x="21" y="327"/>
                    </a:lnTo>
                    <a:lnTo>
                      <a:pt x="24" y="329"/>
                    </a:lnTo>
                    <a:lnTo>
                      <a:pt x="28" y="330"/>
                    </a:lnTo>
                    <a:lnTo>
                      <a:pt x="31" y="330"/>
                    </a:lnTo>
                    <a:lnTo>
                      <a:pt x="34" y="331"/>
                    </a:lnTo>
                    <a:lnTo>
                      <a:pt x="36" y="331"/>
                    </a:lnTo>
                    <a:lnTo>
                      <a:pt x="40" y="334"/>
                    </a:lnTo>
                    <a:lnTo>
                      <a:pt x="44" y="335"/>
                    </a:lnTo>
                    <a:lnTo>
                      <a:pt x="46" y="337"/>
                    </a:lnTo>
                    <a:lnTo>
                      <a:pt x="45" y="342"/>
                    </a:lnTo>
                    <a:lnTo>
                      <a:pt x="44" y="348"/>
                    </a:lnTo>
                    <a:lnTo>
                      <a:pt x="42" y="355"/>
                    </a:lnTo>
                    <a:lnTo>
                      <a:pt x="42" y="359"/>
                    </a:lnTo>
                    <a:lnTo>
                      <a:pt x="44" y="363"/>
                    </a:lnTo>
                    <a:lnTo>
                      <a:pt x="47" y="365"/>
                    </a:lnTo>
                    <a:lnTo>
                      <a:pt x="51" y="367"/>
                    </a:lnTo>
                    <a:lnTo>
                      <a:pt x="55" y="368"/>
                    </a:lnTo>
                    <a:lnTo>
                      <a:pt x="52" y="371"/>
                    </a:lnTo>
                    <a:lnTo>
                      <a:pt x="49" y="374"/>
                    </a:lnTo>
                    <a:lnTo>
                      <a:pt x="46" y="379"/>
                    </a:lnTo>
                    <a:lnTo>
                      <a:pt x="45" y="382"/>
                    </a:lnTo>
                    <a:lnTo>
                      <a:pt x="47" y="386"/>
                    </a:lnTo>
                    <a:lnTo>
                      <a:pt x="51" y="389"/>
                    </a:lnTo>
                    <a:lnTo>
                      <a:pt x="54" y="393"/>
                    </a:lnTo>
                    <a:lnTo>
                      <a:pt x="55" y="396"/>
                    </a:lnTo>
                    <a:lnTo>
                      <a:pt x="54" y="403"/>
                    </a:lnTo>
                    <a:lnTo>
                      <a:pt x="53" y="414"/>
                    </a:lnTo>
                    <a:lnTo>
                      <a:pt x="55" y="426"/>
                    </a:lnTo>
                    <a:lnTo>
                      <a:pt x="61" y="434"/>
                    </a:lnTo>
                    <a:lnTo>
                      <a:pt x="65" y="436"/>
                    </a:lnTo>
                    <a:lnTo>
                      <a:pt x="69" y="437"/>
                    </a:lnTo>
                    <a:lnTo>
                      <a:pt x="73" y="437"/>
                    </a:lnTo>
                    <a:lnTo>
                      <a:pt x="77" y="437"/>
                    </a:lnTo>
                    <a:lnTo>
                      <a:pt x="84" y="437"/>
                    </a:lnTo>
                    <a:lnTo>
                      <a:pt x="91" y="436"/>
                    </a:lnTo>
                    <a:lnTo>
                      <a:pt x="97" y="435"/>
                    </a:lnTo>
                    <a:lnTo>
                      <a:pt x="103" y="434"/>
                    </a:lnTo>
                    <a:lnTo>
                      <a:pt x="111" y="433"/>
                    </a:lnTo>
                    <a:lnTo>
                      <a:pt x="120" y="431"/>
                    </a:lnTo>
                    <a:lnTo>
                      <a:pt x="127" y="429"/>
                    </a:lnTo>
                    <a:lnTo>
                      <a:pt x="133" y="428"/>
                    </a:lnTo>
                    <a:lnTo>
                      <a:pt x="136" y="433"/>
                    </a:lnTo>
                    <a:lnTo>
                      <a:pt x="141" y="437"/>
                    </a:lnTo>
                    <a:lnTo>
                      <a:pt x="145" y="443"/>
                    </a:lnTo>
                    <a:lnTo>
                      <a:pt x="148" y="447"/>
                    </a:lnTo>
                    <a:lnTo>
                      <a:pt x="150" y="452"/>
                    </a:lnTo>
                    <a:lnTo>
                      <a:pt x="153" y="458"/>
                    </a:lnTo>
                    <a:lnTo>
                      <a:pt x="157" y="463"/>
                    </a:lnTo>
                    <a:lnTo>
                      <a:pt x="159" y="46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2" name="Freeform 103">
                <a:extLst>
                  <a:ext uri="{FF2B5EF4-FFF2-40B4-BE49-F238E27FC236}">
                    <a16:creationId xmlns:a16="http://schemas.microsoft.com/office/drawing/2014/main" id="{53A5505D-A2CC-45D9-8471-709D7011341E}"/>
                  </a:ext>
                </a:extLst>
              </p:cNvPr>
              <p:cNvSpPr>
                <a:spLocks/>
              </p:cNvSpPr>
              <p:nvPr/>
            </p:nvSpPr>
            <p:spPr bwMode="auto">
              <a:xfrm>
                <a:off x="4544" y="3059"/>
                <a:ext cx="45" cy="82"/>
              </a:xfrm>
              <a:custGeom>
                <a:avLst/>
                <a:gdLst>
                  <a:gd name="T0" fmla="*/ 44 w 83"/>
                  <a:gd name="T1" fmla="*/ 65 h 151"/>
                  <a:gd name="T2" fmla="*/ 43 w 83"/>
                  <a:gd name="T3" fmla="*/ 69 h 151"/>
                  <a:gd name="T4" fmla="*/ 40 w 83"/>
                  <a:gd name="T5" fmla="*/ 74 h 151"/>
                  <a:gd name="T6" fmla="*/ 37 w 83"/>
                  <a:gd name="T7" fmla="*/ 78 h 151"/>
                  <a:gd name="T8" fmla="*/ 34 w 83"/>
                  <a:gd name="T9" fmla="*/ 81 h 151"/>
                  <a:gd name="T10" fmla="*/ 31 w 83"/>
                  <a:gd name="T11" fmla="*/ 82 h 151"/>
                  <a:gd name="T12" fmla="*/ 28 w 83"/>
                  <a:gd name="T13" fmla="*/ 81 h 151"/>
                  <a:gd name="T14" fmla="*/ 23 w 83"/>
                  <a:gd name="T15" fmla="*/ 79 h 151"/>
                  <a:gd name="T16" fmla="*/ 21 w 83"/>
                  <a:gd name="T17" fmla="*/ 78 h 151"/>
                  <a:gd name="T18" fmla="*/ 18 w 83"/>
                  <a:gd name="T19" fmla="*/ 77 h 151"/>
                  <a:gd name="T20" fmla="*/ 17 w 83"/>
                  <a:gd name="T21" fmla="*/ 74 h 151"/>
                  <a:gd name="T22" fmla="*/ 17 w 83"/>
                  <a:gd name="T23" fmla="*/ 73 h 151"/>
                  <a:gd name="T24" fmla="*/ 17 w 83"/>
                  <a:gd name="T25" fmla="*/ 71 h 151"/>
                  <a:gd name="T26" fmla="*/ 18 w 83"/>
                  <a:gd name="T27" fmla="*/ 70 h 151"/>
                  <a:gd name="T28" fmla="*/ 21 w 83"/>
                  <a:gd name="T29" fmla="*/ 70 h 151"/>
                  <a:gd name="T30" fmla="*/ 25 w 83"/>
                  <a:gd name="T31" fmla="*/ 71 h 151"/>
                  <a:gd name="T32" fmla="*/ 29 w 83"/>
                  <a:gd name="T33" fmla="*/ 71 h 151"/>
                  <a:gd name="T34" fmla="*/ 27 w 83"/>
                  <a:gd name="T35" fmla="*/ 70 h 151"/>
                  <a:gd name="T36" fmla="*/ 25 w 83"/>
                  <a:gd name="T37" fmla="*/ 67 h 151"/>
                  <a:gd name="T38" fmla="*/ 22 w 83"/>
                  <a:gd name="T39" fmla="*/ 64 h 151"/>
                  <a:gd name="T40" fmla="*/ 19 w 83"/>
                  <a:gd name="T41" fmla="*/ 61 h 151"/>
                  <a:gd name="T42" fmla="*/ 15 w 83"/>
                  <a:gd name="T43" fmla="*/ 58 h 151"/>
                  <a:gd name="T44" fmla="*/ 12 w 83"/>
                  <a:gd name="T45" fmla="*/ 54 h 151"/>
                  <a:gd name="T46" fmla="*/ 9 w 83"/>
                  <a:gd name="T47" fmla="*/ 52 h 151"/>
                  <a:gd name="T48" fmla="*/ 6 w 83"/>
                  <a:gd name="T49" fmla="*/ 50 h 151"/>
                  <a:gd name="T50" fmla="*/ 5 w 83"/>
                  <a:gd name="T51" fmla="*/ 48 h 151"/>
                  <a:gd name="T52" fmla="*/ 3 w 83"/>
                  <a:gd name="T53" fmla="*/ 46 h 151"/>
                  <a:gd name="T54" fmla="*/ 1 w 83"/>
                  <a:gd name="T55" fmla="*/ 42 h 151"/>
                  <a:gd name="T56" fmla="*/ 0 w 83"/>
                  <a:gd name="T57" fmla="*/ 40 h 151"/>
                  <a:gd name="T58" fmla="*/ 7 w 83"/>
                  <a:gd name="T59" fmla="*/ 36 h 151"/>
                  <a:gd name="T60" fmla="*/ 12 w 83"/>
                  <a:gd name="T61" fmla="*/ 32 h 151"/>
                  <a:gd name="T62" fmla="*/ 17 w 83"/>
                  <a:gd name="T63" fmla="*/ 28 h 151"/>
                  <a:gd name="T64" fmla="*/ 21 w 83"/>
                  <a:gd name="T65" fmla="*/ 23 h 151"/>
                  <a:gd name="T66" fmla="*/ 24 w 83"/>
                  <a:gd name="T67" fmla="*/ 19 h 151"/>
                  <a:gd name="T68" fmla="*/ 27 w 83"/>
                  <a:gd name="T69" fmla="*/ 15 h 151"/>
                  <a:gd name="T70" fmla="*/ 29 w 83"/>
                  <a:gd name="T71" fmla="*/ 11 h 151"/>
                  <a:gd name="T72" fmla="*/ 30 w 83"/>
                  <a:gd name="T73" fmla="*/ 8 h 151"/>
                  <a:gd name="T74" fmla="*/ 31 w 83"/>
                  <a:gd name="T75" fmla="*/ 5 h 151"/>
                  <a:gd name="T76" fmla="*/ 31 w 83"/>
                  <a:gd name="T77" fmla="*/ 3 h 151"/>
                  <a:gd name="T78" fmla="*/ 33 w 83"/>
                  <a:gd name="T79" fmla="*/ 1 h 151"/>
                  <a:gd name="T80" fmla="*/ 34 w 83"/>
                  <a:gd name="T81" fmla="*/ 0 h 151"/>
                  <a:gd name="T82" fmla="*/ 35 w 83"/>
                  <a:gd name="T83" fmla="*/ 3 h 151"/>
                  <a:gd name="T84" fmla="*/ 37 w 83"/>
                  <a:gd name="T85" fmla="*/ 7 h 151"/>
                  <a:gd name="T86" fmla="*/ 38 w 83"/>
                  <a:gd name="T87" fmla="*/ 11 h 151"/>
                  <a:gd name="T88" fmla="*/ 38 w 83"/>
                  <a:gd name="T89" fmla="*/ 16 h 151"/>
                  <a:gd name="T90" fmla="*/ 38 w 83"/>
                  <a:gd name="T91" fmla="*/ 22 h 151"/>
                  <a:gd name="T92" fmla="*/ 39 w 83"/>
                  <a:gd name="T93" fmla="*/ 29 h 151"/>
                  <a:gd name="T94" fmla="*/ 40 w 83"/>
                  <a:gd name="T95" fmla="*/ 36 h 151"/>
                  <a:gd name="T96" fmla="*/ 42 w 83"/>
                  <a:gd name="T97" fmla="*/ 41 h 151"/>
                  <a:gd name="T98" fmla="*/ 43 w 83"/>
                  <a:gd name="T99" fmla="*/ 46 h 151"/>
                  <a:gd name="T100" fmla="*/ 44 w 83"/>
                  <a:gd name="T101" fmla="*/ 53 h 151"/>
                  <a:gd name="T102" fmla="*/ 45 w 83"/>
                  <a:gd name="T103" fmla="*/ 60 h 151"/>
                  <a:gd name="T104" fmla="*/ 44 w 83"/>
                  <a:gd name="T105" fmla="*/ 65 h 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 h="151">
                    <a:moveTo>
                      <a:pt x="81" y="119"/>
                    </a:moveTo>
                    <a:lnTo>
                      <a:pt x="79" y="127"/>
                    </a:lnTo>
                    <a:lnTo>
                      <a:pt x="74" y="136"/>
                    </a:lnTo>
                    <a:lnTo>
                      <a:pt x="68" y="144"/>
                    </a:lnTo>
                    <a:lnTo>
                      <a:pt x="63" y="150"/>
                    </a:lnTo>
                    <a:lnTo>
                      <a:pt x="58" y="151"/>
                    </a:lnTo>
                    <a:lnTo>
                      <a:pt x="51" y="149"/>
                    </a:lnTo>
                    <a:lnTo>
                      <a:pt x="43" y="146"/>
                    </a:lnTo>
                    <a:lnTo>
                      <a:pt x="38" y="144"/>
                    </a:lnTo>
                    <a:lnTo>
                      <a:pt x="34" y="142"/>
                    </a:lnTo>
                    <a:lnTo>
                      <a:pt x="32" y="137"/>
                    </a:lnTo>
                    <a:lnTo>
                      <a:pt x="32" y="134"/>
                    </a:lnTo>
                    <a:lnTo>
                      <a:pt x="32" y="130"/>
                    </a:lnTo>
                    <a:lnTo>
                      <a:pt x="34" y="129"/>
                    </a:lnTo>
                    <a:lnTo>
                      <a:pt x="39" y="129"/>
                    </a:lnTo>
                    <a:lnTo>
                      <a:pt x="46" y="130"/>
                    </a:lnTo>
                    <a:lnTo>
                      <a:pt x="53" y="131"/>
                    </a:lnTo>
                    <a:lnTo>
                      <a:pt x="50" y="128"/>
                    </a:lnTo>
                    <a:lnTo>
                      <a:pt x="46" y="123"/>
                    </a:lnTo>
                    <a:lnTo>
                      <a:pt x="41" y="118"/>
                    </a:lnTo>
                    <a:lnTo>
                      <a:pt x="35" y="112"/>
                    </a:lnTo>
                    <a:lnTo>
                      <a:pt x="28" y="106"/>
                    </a:lnTo>
                    <a:lnTo>
                      <a:pt x="23" y="100"/>
                    </a:lnTo>
                    <a:lnTo>
                      <a:pt x="17" y="96"/>
                    </a:lnTo>
                    <a:lnTo>
                      <a:pt x="11" y="92"/>
                    </a:lnTo>
                    <a:lnTo>
                      <a:pt x="9" y="89"/>
                    </a:lnTo>
                    <a:lnTo>
                      <a:pt x="5" y="84"/>
                    </a:lnTo>
                    <a:lnTo>
                      <a:pt x="2" y="78"/>
                    </a:lnTo>
                    <a:lnTo>
                      <a:pt x="0" y="73"/>
                    </a:lnTo>
                    <a:lnTo>
                      <a:pt x="12" y="66"/>
                    </a:lnTo>
                    <a:lnTo>
                      <a:pt x="23" y="59"/>
                    </a:lnTo>
                    <a:lnTo>
                      <a:pt x="32" y="51"/>
                    </a:lnTo>
                    <a:lnTo>
                      <a:pt x="39" y="43"/>
                    </a:lnTo>
                    <a:lnTo>
                      <a:pt x="45" y="35"/>
                    </a:lnTo>
                    <a:lnTo>
                      <a:pt x="49" y="28"/>
                    </a:lnTo>
                    <a:lnTo>
                      <a:pt x="53" y="21"/>
                    </a:lnTo>
                    <a:lnTo>
                      <a:pt x="55" y="14"/>
                    </a:lnTo>
                    <a:lnTo>
                      <a:pt x="57" y="9"/>
                    </a:lnTo>
                    <a:lnTo>
                      <a:pt x="58" y="5"/>
                    </a:lnTo>
                    <a:lnTo>
                      <a:pt x="61" y="2"/>
                    </a:lnTo>
                    <a:lnTo>
                      <a:pt x="62" y="0"/>
                    </a:lnTo>
                    <a:lnTo>
                      <a:pt x="65" y="5"/>
                    </a:lnTo>
                    <a:lnTo>
                      <a:pt x="68" y="12"/>
                    </a:lnTo>
                    <a:lnTo>
                      <a:pt x="70" y="20"/>
                    </a:lnTo>
                    <a:lnTo>
                      <a:pt x="70" y="29"/>
                    </a:lnTo>
                    <a:lnTo>
                      <a:pt x="70" y="40"/>
                    </a:lnTo>
                    <a:lnTo>
                      <a:pt x="72" y="54"/>
                    </a:lnTo>
                    <a:lnTo>
                      <a:pt x="74" y="67"/>
                    </a:lnTo>
                    <a:lnTo>
                      <a:pt x="77" y="76"/>
                    </a:lnTo>
                    <a:lnTo>
                      <a:pt x="79" y="85"/>
                    </a:lnTo>
                    <a:lnTo>
                      <a:pt x="81" y="97"/>
                    </a:lnTo>
                    <a:lnTo>
                      <a:pt x="83" y="110"/>
                    </a:lnTo>
                    <a:lnTo>
                      <a:pt x="81" y="1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3" name="Freeform 104">
                <a:extLst>
                  <a:ext uri="{FF2B5EF4-FFF2-40B4-BE49-F238E27FC236}">
                    <a16:creationId xmlns:a16="http://schemas.microsoft.com/office/drawing/2014/main" id="{3E336C7B-07F3-40D7-8DF7-46AA461D67AC}"/>
                  </a:ext>
                </a:extLst>
              </p:cNvPr>
              <p:cNvSpPr>
                <a:spLocks/>
              </p:cNvSpPr>
              <p:nvPr/>
            </p:nvSpPr>
            <p:spPr bwMode="auto">
              <a:xfrm>
                <a:off x="4474" y="2952"/>
                <a:ext cx="47" cy="141"/>
              </a:xfrm>
              <a:custGeom>
                <a:avLst/>
                <a:gdLst>
                  <a:gd name="T0" fmla="*/ 29 w 86"/>
                  <a:gd name="T1" fmla="*/ 141 h 258"/>
                  <a:gd name="T2" fmla="*/ 25 w 86"/>
                  <a:gd name="T3" fmla="*/ 140 h 258"/>
                  <a:gd name="T4" fmla="*/ 20 w 86"/>
                  <a:gd name="T5" fmla="*/ 137 h 258"/>
                  <a:gd name="T6" fmla="*/ 19 w 86"/>
                  <a:gd name="T7" fmla="*/ 128 h 258"/>
                  <a:gd name="T8" fmla="*/ 19 w 86"/>
                  <a:gd name="T9" fmla="*/ 122 h 258"/>
                  <a:gd name="T10" fmla="*/ 19 w 86"/>
                  <a:gd name="T11" fmla="*/ 119 h 258"/>
                  <a:gd name="T12" fmla="*/ 19 w 86"/>
                  <a:gd name="T13" fmla="*/ 117 h 258"/>
                  <a:gd name="T14" fmla="*/ 15 w 86"/>
                  <a:gd name="T15" fmla="*/ 113 h 258"/>
                  <a:gd name="T16" fmla="*/ 14 w 86"/>
                  <a:gd name="T17" fmla="*/ 109 h 258"/>
                  <a:gd name="T18" fmla="*/ 17 w 86"/>
                  <a:gd name="T19" fmla="*/ 105 h 258"/>
                  <a:gd name="T20" fmla="*/ 17 w 86"/>
                  <a:gd name="T21" fmla="*/ 103 h 258"/>
                  <a:gd name="T22" fmla="*/ 13 w 86"/>
                  <a:gd name="T23" fmla="*/ 101 h 258"/>
                  <a:gd name="T24" fmla="*/ 12 w 86"/>
                  <a:gd name="T25" fmla="*/ 96 h 258"/>
                  <a:gd name="T26" fmla="*/ 14 w 86"/>
                  <a:gd name="T27" fmla="*/ 89 h 258"/>
                  <a:gd name="T28" fmla="*/ 13 w 86"/>
                  <a:gd name="T29" fmla="*/ 85 h 258"/>
                  <a:gd name="T30" fmla="*/ 9 w 86"/>
                  <a:gd name="T31" fmla="*/ 83 h 258"/>
                  <a:gd name="T32" fmla="*/ 6 w 86"/>
                  <a:gd name="T33" fmla="*/ 83 h 258"/>
                  <a:gd name="T34" fmla="*/ 2 w 86"/>
                  <a:gd name="T35" fmla="*/ 82 h 258"/>
                  <a:gd name="T36" fmla="*/ 0 w 86"/>
                  <a:gd name="T37" fmla="*/ 74 h 258"/>
                  <a:gd name="T38" fmla="*/ 5 w 86"/>
                  <a:gd name="T39" fmla="*/ 54 h 258"/>
                  <a:gd name="T40" fmla="*/ 5 w 86"/>
                  <a:gd name="T41" fmla="*/ 45 h 258"/>
                  <a:gd name="T42" fmla="*/ 4 w 86"/>
                  <a:gd name="T43" fmla="*/ 40 h 258"/>
                  <a:gd name="T44" fmla="*/ 4 w 86"/>
                  <a:gd name="T45" fmla="*/ 36 h 258"/>
                  <a:gd name="T46" fmla="*/ 5 w 86"/>
                  <a:gd name="T47" fmla="*/ 27 h 258"/>
                  <a:gd name="T48" fmla="*/ 6 w 86"/>
                  <a:gd name="T49" fmla="*/ 21 h 258"/>
                  <a:gd name="T50" fmla="*/ 9 w 86"/>
                  <a:gd name="T51" fmla="*/ 15 h 258"/>
                  <a:gd name="T52" fmla="*/ 15 w 86"/>
                  <a:gd name="T53" fmla="*/ 12 h 258"/>
                  <a:gd name="T54" fmla="*/ 21 w 86"/>
                  <a:gd name="T55" fmla="*/ 9 h 258"/>
                  <a:gd name="T56" fmla="*/ 26 w 86"/>
                  <a:gd name="T57" fmla="*/ 6 h 258"/>
                  <a:gd name="T58" fmla="*/ 31 w 86"/>
                  <a:gd name="T59" fmla="*/ 1 h 258"/>
                  <a:gd name="T60" fmla="*/ 33 w 86"/>
                  <a:gd name="T61" fmla="*/ 3 h 258"/>
                  <a:gd name="T62" fmla="*/ 31 w 86"/>
                  <a:gd name="T63" fmla="*/ 10 h 258"/>
                  <a:gd name="T64" fmla="*/ 30 w 86"/>
                  <a:gd name="T65" fmla="*/ 20 h 258"/>
                  <a:gd name="T66" fmla="*/ 34 w 86"/>
                  <a:gd name="T67" fmla="*/ 32 h 258"/>
                  <a:gd name="T68" fmla="*/ 39 w 86"/>
                  <a:gd name="T69" fmla="*/ 39 h 258"/>
                  <a:gd name="T70" fmla="*/ 46 w 86"/>
                  <a:gd name="T71" fmla="*/ 49 h 258"/>
                  <a:gd name="T72" fmla="*/ 45 w 86"/>
                  <a:gd name="T73" fmla="*/ 60 h 258"/>
                  <a:gd name="T74" fmla="*/ 38 w 86"/>
                  <a:gd name="T75" fmla="*/ 69 h 258"/>
                  <a:gd name="T76" fmla="*/ 31 w 86"/>
                  <a:gd name="T77" fmla="*/ 78 h 258"/>
                  <a:gd name="T78" fmla="*/ 30 w 86"/>
                  <a:gd name="T79" fmla="*/ 91 h 258"/>
                  <a:gd name="T80" fmla="*/ 31 w 86"/>
                  <a:gd name="T81" fmla="*/ 98 h 258"/>
                  <a:gd name="T82" fmla="*/ 33 w 86"/>
                  <a:gd name="T83" fmla="*/ 104 h 258"/>
                  <a:gd name="T84" fmla="*/ 33 w 86"/>
                  <a:gd name="T85" fmla="*/ 111 h 258"/>
                  <a:gd name="T86" fmla="*/ 34 w 86"/>
                  <a:gd name="T87" fmla="*/ 117 h 258"/>
                  <a:gd name="T88" fmla="*/ 37 w 86"/>
                  <a:gd name="T89" fmla="*/ 123 h 258"/>
                  <a:gd name="T90" fmla="*/ 37 w 86"/>
                  <a:gd name="T91" fmla="*/ 138 h 25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6" h="258">
                    <a:moveTo>
                      <a:pt x="57" y="258"/>
                    </a:moveTo>
                    <a:lnTo>
                      <a:pt x="53" y="258"/>
                    </a:lnTo>
                    <a:lnTo>
                      <a:pt x="49" y="258"/>
                    </a:lnTo>
                    <a:lnTo>
                      <a:pt x="45" y="257"/>
                    </a:lnTo>
                    <a:lnTo>
                      <a:pt x="41" y="255"/>
                    </a:lnTo>
                    <a:lnTo>
                      <a:pt x="37" y="250"/>
                    </a:lnTo>
                    <a:lnTo>
                      <a:pt x="34" y="242"/>
                    </a:lnTo>
                    <a:lnTo>
                      <a:pt x="34" y="234"/>
                    </a:lnTo>
                    <a:lnTo>
                      <a:pt x="34" y="226"/>
                    </a:lnTo>
                    <a:lnTo>
                      <a:pt x="34" y="223"/>
                    </a:lnTo>
                    <a:lnTo>
                      <a:pt x="35" y="220"/>
                    </a:lnTo>
                    <a:lnTo>
                      <a:pt x="35" y="218"/>
                    </a:lnTo>
                    <a:lnTo>
                      <a:pt x="35" y="217"/>
                    </a:lnTo>
                    <a:lnTo>
                      <a:pt x="34" y="214"/>
                    </a:lnTo>
                    <a:lnTo>
                      <a:pt x="31" y="210"/>
                    </a:lnTo>
                    <a:lnTo>
                      <a:pt x="27" y="207"/>
                    </a:lnTo>
                    <a:lnTo>
                      <a:pt x="25" y="203"/>
                    </a:lnTo>
                    <a:lnTo>
                      <a:pt x="26" y="200"/>
                    </a:lnTo>
                    <a:lnTo>
                      <a:pt x="29" y="195"/>
                    </a:lnTo>
                    <a:lnTo>
                      <a:pt x="32" y="192"/>
                    </a:lnTo>
                    <a:lnTo>
                      <a:pt x="35" y="189"/>
                    </a:lnTo>
                    <a:lnTo>
                      <a:pt x="31" y="188"/>
                    </a:lnTo>
                    <a:lnTo>
                      <a:pt x="27" y="186"/>
                    </a:lnTo>
                    <a:lnTo>
                      <a:pt x="24" y="184"/>
                    </a:lnTo>
                    <a:lnTo>
                      <a:pt x="22" y="180"/>
                    </a:lnTo>
                    <a:lnTo>
                      <a:pt x="22" y="176"/>
                    </a:lnTo>
                    <a:lnTo>
                      <a:pt x="24" y="169"/>
                    </a:lnTo>
                    <a:lnTo>
                      <a:pt x="25" y="163"/>
                    </a:lnTo>
                    <a:lnTo>
                      <a:pt x="26" y="158"/>
                    </a:lnTo>
                    <a:lnTo>
                      <a:pt x="24" y="156"/>
                    </a:lnTo>
                    <a:lnTo>
                      <a:pt x="20" y="155"/>
                    </a:lnTo>
                    <a:lnTo>
                      <a:pt x="16" y="152"/>
                    </a:lnTo>
                    <a:lnTo>
                      <a:pt x="14" y="152"/>
                    </a:lnTo>
                    <a:lnTo>
                      <a:pt x="11" y="151"/>
                    </a:lnTo>
                    <a:lnTo>
                      <a:pt x="8" y="151"/>
                    </a:lnTo>
                    <a:lnTo>
                      <a:pt x="4" y="150"/>
                    </a:lnTo>
                    <a:lnTo>
                      <a:pt x="1" y="148"/>
                    </a:lnTo>
                    <a:lnTo>
                      <a:pt x="0" y="136"/>
                    </a:lnTo>
                    <a:lnTo>
                      <a:pt x="4" y="117"/>
                    </a:lnTo>
                    <a:lnTo>
                      <a:pt x="10" y="98"/>
                    </a:lnTo>
                    <a:lnTo>
                      <a:pt x="14" y="87"/>
                    </a:lnTo>
                    <a:lnTo>
                      <a:pt x="10" y="83"/>
                    </a:lnTo>
                    <a:lnTo>
                      <a:pt x="8" y="79"/>
                    </a:lnTo>
                    <a:lnTo>
                      <a:pt x="8" y="74"/>
                    </a:lnTo>
                    <a:lnTo>
                      <a:pt x="9" y="71"/>
                    </a:lnTo>
                    <a:lnTo>
                      <a:pt x="8" y="65"/>
                    </a:lnTo>
                    <a:lnTo>
                      <a:pt x="8" y="57"/>
                    </a:lnTo>
                    <a:lnTo>
                      <a:pt x="9" y="50"/>
                    </a:lnTo>
                    <a:lnTo>
                      <a:pt x="10" y="44"/>
                    </a:lnTo>
                    <a:lnTo>
                      <a:pt x="11" y="38"/>
                    </a:lnTo>
                    <a:lnTo>
                      <a:pt x="15" y="33"/>
                    </a:lnTo>
                    <a:lnTo>
                      <a:pt x="17" y="28"/>
                    </a:lnTo>
                    <a:lnTo>
                      <a:pt x="22" y="25"/>
                    </a:lnTo>
                    <a:lnTo>
                      <a:pt x="27" y="22"/>
                    </a:lnTo>
                    <a:lnTo>
                      <a:pt x="33" y="20"/>
                    </a:lnTo>
                    <a:lnTo>
                      <a:pt x="39" y="17"/>
                    </a:lnTo>
                    <a:lnTo>
                      <a:pt x="44" y="14"/>
                    </a:lnTo>
                    <a:lnTo>
                      <a:pt x="47" y="11"/>
                    </a:lnTo>
                    <a:lnTo>
                      <a:pt x="53" y="6"/>
                    </a:lnTo>
                    <a:lnTo>
                      <a:pt x="57" y="2"/>
                    </a:lnTo>
                    <a:lnTo>
                      <a:pt x="62" y="0"/>
                    </a:lnTo>
                    <a:lnTo>
                      <a:pt x="61" y="5"/>
                    </a:lnTo>
                    <a:lnTo>
                      <a:pt x="59" y="11"/>
                    </a:lnTo>
                    <a:lnTo>
                      <a:pt x="56" y="18"/>
                    </a:lnTo>
                    <a:lnTo>
                      <a:pt x="54" y="26"/>
                    </a:lnTo>
                    <a:lnTo>
                      <a:pt x="54" y="36"/>
                    </a:lnTo>
                    <a:lnTo>
                      <a:pt x="57" y="48"/>
                    </a:lnTo>
                    <a:lnTo>
                      <a:pt x="62" y="59"/>
                    </a:lnTo>
                    <a:lnTo>
                      <a:pt x="67" y="65"/>
                    </a:lnTo>
                    <a:lnTo>
                      <a:pt x="72" y="71"/>
                    </a:lnTo>
                    <a:lnTo>
                      <a:pt x="79" y="79"/>
                    </a:lnTo>
                    <a:lnTo>
                      <a:pt x="84" y="90"/>
                    </a:lnTo>
                    <a:lnTo>
                      <a:pt x="86" y="101"/>
                    </a:lnTo>
                    <a:lnTo>
                      <a:pt x="83" y="110"/>
                    </a:lnTo>
                    <a:lnTo>
                      <a:pt x="77" y="118"/>
                    </a:lnTo>
                    <a:lnTo>
                      <a:pt x="69" y="126"/>
                    </a:lnTo>
                    <a:lnTo>
                      <a:pt x="62" y="134"/>
                    </a:lnTo>
                    <a:lnTo>
                      <a:pt x="57" y="143"/>
                    </a:lnTo>
                    <a:lnTo>
                      <a:pt x="55" y="154"/>
                    </a:lnTo>
                    <a:lnTo>
                      <a:pt x="55" y="166"/>
                    </a:lnTo>
                    <a:lnTo>
                      <a:pt x="56" y="177"/>
                    </a:lnTo>
                    <a:lnTo>
                      <a:pt x="57" y="180"/>
                    </a:lnTo>
                    <a:lnTo>
                      <a:pt x="59" y="185"/>
                    </a:lnTo>
                    <a:lnTo>
                      <a:pt x="60" y="190"/>
                    </a:lnTo>
                    <a:lnTo>
                      <a:pt x="60" y="197"/>
                    </a:lnTo>
                    <a:lnTo>
                      <a:pt x="60" y="203"/>
                    </a:lnTo>
                    <a:lnTo>
                      <a:pt x="61" y="209"/>
                    </a:lnTo>
                    <a:lnTo>
                      <a:pt x="63" y="214"/>
                    </a:lnTo>
                    <a:lnTo>
                      <a:pt x="64" y="217"/>
                    </a:lnTo>
                    <a:lnTo>
                      <a:pt x="67" y="225"/>
                    </a:lnTo>
                    <a:lnTo>
                      <a:pt x="69" y="238"/>
                    </a:lnTo>
                    <a:lnTo>
                      <a:pt x="67" y="252"/>
                    </a:lnTo>
                    <a:lnTo>
                      <a:pt x="57" y="25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4" name="Freeform 105">
                <a:extLst>
                  <a:ext uri="{FF2B5EF4-FFF2-40B4-BE49-F238E27FC236}">
                    <a16:creationId xmlns:a16="http://schemas.microsoft.com/office/drawing/2014/main" id="{A51CF4A3-249A-403D-819F-50FE50F87BB2}"/>
                  </a:ext>
                </a:extLst>
              </p:cNvPr>
              <p:cNvSpPr>
                <a:spLocks/>
              </p:cNvSpPr>
              <p:nvPr/>
            </p:nvSpPr>
            <p:spPr bwMode="auto">
              <a:xfrm>
                <a:off x="4563" y="3018"/>
                <a:ext cx="18" cy="37"/>
              </a:xfrm>
              <a:custGeom>
                <a:avLst/>
                <a:gdLst>
                  <a:gd name="T0" fmla="*/ 0 w 34"/>
                  <a:gd name="T1" fmla="*/ 5 h 68"/>
                  <a:gd name="T2" fmla="*/ 4 w 34"/>
                  <a:gd name="T3" fmla="*/ 5 h 68"/>
                  <a:gd name="T4" fmla="*/ 8 w 34"/>
                  <a:gd name="T5" fmla="*/ 5 h 68"/>
                  <a:gd name="T6" fmla="*/ 11 w 34"/>
                  <a:gd name="T7" fmla="*/ 3 h 68"/>
                  <a:gd name="T8" fmla="*/ 13 w 34"/>
                  <a:gd name="T9" fmla="*/ 0 h 68"/>
                  <a:gd name="T10" fmla="*/ 16 w 34"/>
                  <a:gd name="T11" fmla="*/ 7 h 68"/>
                  <a:gd name="T12" fmla="*/ 18 w 34"/>
                  <a:gd name="T13" fmla="*/ 14 h 68"/>
                  <a:gd name="T14" fmla="*/ 18 w 34"/>
                  <a:gd name="T15" fmla="*/ 21 h 68"/>
                  <a:gd name="T16" fmla="*/ 16 w 34"/>
                  <a:gd name="T17" fmla="*/ 26 h 68"/>
                  <a:gd name="T18" fmla="*/ 12 w 34"/>
                  <a:gd name="T19" fmla="*/ 29 h 68"/>
                  <a:gd name="T20" fmla="*/ 8 w 34"/>
                  <a:gd name="T21" fmla="*/ 32 h 68"/>
                  <a:gd name="T22" fmla="*/ 4 w 34"/>
                  <a:gd name="T23" fmla="*/ 34 h 68"/>
                  <a:gd name="T24" fmla="*/ 2 w 34"/>
                  <a:gd name="T25" fmla="*/ 37 h 68"/>
                  <a:gd name="T26" fmla="*/ 3 w 34"/>
                  <a:gd name="T27" fmla="*/ 30 h 68"/>
                  <a:gd name="T28" fmla="*/ 3 w 34"/>
                  <a:gd name="T29" fmla="*/ 21 h 68"/>
                  <a:gd name="T30" fmla="*/ 2 w 34"/>
                  <a:gd name="T31" fmla="*/ 12 h 68"/>
                  <a:gd name="T32" fmla="*/ 0 w 34"/>
                  <a:gd name="T33" fmla="*/ 5 h 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68">
                    <a:moveTo>
                      <a:pt x="0" y="9"/>
                    </a:moveTo>
                    <a:lnTo>
                      <a:pt x="7" y="10"/>
                    </a:lnTo>
                    <a:lnTo>
                      <a:pt x="15" y="9"/>
                    </a:lnTo>
                    <a:lnTo>
                      <a:pt x="21" y="6"/>
                    </a:lnTo>
                    <a:lnTo>
                      <a:pt x="24" y="0"/>
                    </a:lnTo>
                    <a:lnTo>
                      <a:pt x="30" y="12"/>
                    </a:lnTo>
                    <a:lnTo>
                      <a:pt x="34" y="25"/>
                    </a:lnTo>
                    <a:lnTo>
                      <a:pt x="34" y="38"/>
                    </a:lnTo>
                    <a:lnTo>
                      <a:pt x="30" y="47"/>
                    </a:lnTo>
                    <a:lnTo>
                      <a:pt x="23" y="53"/>
                    </a:lnTo>
                    <a:lnTo>
                      <a:pt x="15" y="58"/>
                    </a:lnTo>
                    <a:lnTo>
                      <a:pt x="8" y="62"/>
                    </a:lnTo>
                    <a:lnTo>
                      <a:pt x="4" y="68"/>
                    </a:lnTo>
                    <a:lnTo>
                      <a:pt x="6" y="55"/>
                    </a:lnTo>
                    <a:lnTo>
                      <a:pt x="6" y="38"/>
                    </a:lnTo>
                    <a:lnTo>
                      <a:pt x="4" y="22"/>
                    </a:lnTo>
                    <a:lnTo>
                      <a:pt x="0"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5" name="Freeform 106">
                <a:extLst>
                  <a:ext uri="{FF2B5EF4-FFF2-40B4-BE49-F238E27FC236}">
                    <a16:creationId xmlns:a16="http://schemas.microsoft.com/office/drawing/2014/main" id="{461576C1-91F6-4938-A3BE-0CE7A84D79D3}"/>
                  </a:ext>
                </a:extLst>
              </p:cNvPr>
              <p:cNvSpPr>
                <a:spLocks/>
              </p:cNvSpPr>
              <p:nvPr/>
            </p:nvSpPr>
            <p:spPr bwMode="auto">
              <a:xfrm>
                <a:off x="4631" y="2990"/>
                <a:ext cx="24" cy="18"/>
              </a:xfrm>
              <a:custGeom>
                <a:avLst/>
                <a:gdLst>
                  <a:gd name="T0" fmla="*/ 0 w 44"/>
                  <a:gd name="T1" fmla="*/ 9 h 33"/>
                  <a:gd name="T2" fmla="*/ 4 w 44"/>
                  <a:gd name="T3" fmla="*/ 9 h 33"/>
                  <a:gd name="T4" fmla="*/ 8 w 44"/>
                  <a:gd name="T5" fmla="*/ 9 h 33"/>
                  <a:gd name="T6" fmla="*/ 11 w 44"/>
                  <a:gd name="T7" fmla="*/ 8 h 33"/>
                  <a:gd name="T8" fmla="*/ 15 w 44"/>
                  <a:gd name="T9" fmla="*/ 7 h 33"/>
                  <a:gd name="T10" fmla="*/ 17 w 44"/>
                  <a:gd name="T11" fmla="*/ 5 h 33"/>
                  <a:gd name="T12" fmla="*/ 19 w 44"/>
                  <a:gd name="T13" fmla="*/ 3 h 33"/>
                  <a:gd name="T14" fmla="*/ 20 w 44"/>
                  <a:gd name="T15" fmla="*/ 2 h 33"/>
                  <a:gd name="T16" fmla="*/ 21 w 44"/>
                  <a:gd name="T17" fmla="*/ 0 h 33"/>
                  <a:gd name="T18" fmla="*/ 23 w 44"/>
                  <a:gd name="T19" fmla="*/ 3 h 33"/>
                  <a:gd name="T20" fmla="*/ 24 w 44"/>
                  <a:gd name="T21" fmla="*/ 7 h 33"/>
                  <a:gd name="T22" fmla="*/ 23 w 44"/>
                  <a:gd name="T23" fmla="*/ 10 h 33"/>
                  <a:gd name="T24" fmla="*/ 20 w 44"/>
                  <a:gd name="T25" fmla="*/ 14 h 33"/>
                  <a:gd name="T26" fmla="*/ 15 w 44"/>
                  <a:gd name="T27" fmla="*/ 16 h 33"/>
                  <a:gd name="T28" fmla="*/ 11 w 44"/>
                  <a:gd name="T29" fmla="*/ 18 h 33"/>
                  <a:gd name="T30" fmla="*/ 9 w 44"/>
                  <a:gd name="T31" fmla="*/ 18 h 33"/>
                  <a:gd name="T32" fmla="*/ 7 w 44"/>
                  <a:gd name="T33" fmla="*/ 17 h 33"/>
                  <a:gd name="T34" fmla="*/ 4 w 44"/>
                  <a:gd name="T35" fmla="*/ 15 h 33"/>
                  <a:gd name="T36" fmla="*/ 3 w 44"/>
                  <a:gd name="T37" fmla="*/ 13 h 33"/>
                  <a:gd name="T38" fmla="*/ 2 w 44"/>
                  <a:gd name="T39" fmla="*/ 11 h 33"/>
                  <a:gd name="T40" fmla="*/ 0 w 44"/>
                  <a:gd name="T41" fmla="*/ 9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4" h="33">
                    <a:moveTo>
                      <a:pt x="0" y="16"/>
                    </a:moveTo>
                    <a:lnTo>
                      <a:pt x="7" y="17"/>
                    </a:lnTo>
                    <a:lnTo>
                      <a:pt x="14" y="16"/>
                    </a:lnTo>
                    <a:lnTo>
                      <a:pt x="21" y="15"/>
                    </a:lnTo>
                    <a:lnTo>
                      <a:pt x="27" y="12"/>
                    </a:lnTo>
                    <a:lnTo>
                      <a:pt x="32" y="10"/>
                    </a:lnTo>
                    <a:lnTo>
                      <a:pt x="35" y="6"/>
                    </a:lnTo>
                    <a:lnTo>
                      <a:pt x="37" y="3"/>
                    </a:lnTo>
                    <a:lnTo>
                      <a:pt x="38" y="0"/>
                    </a:lnTo>
                    <a:lnTo>
                      <a:pt x="42" y="6"/>
                    </a:lnTo>
                    <a:lnTo>
                      <a:pt x="44" y="13"/>
                    </a:lnTo>
                    <a:lnTo>
                      <a:pt x="43" y="19"/>
                    </a:lnTo>
                    <a:lnTo>
                      <a:pt x="37" y="25"/>
                    </a:lnTo>
                    <a:lnTo>
                      <a:pt x="28" y="29"/>
                    </a:lnTo>
                    <a:lnTo>
                      <a:pt x="21" y="33"/>
                    </a:lnTo>
                    <a:lnTo>
                      <a:pt x="17" y="33"/>
                    </a:lnTo>
                    <a:lnTo>
                      <a:pt x="12" y="31"/>
                    </a:lnTo>
                    <a:lnTo>
                      <a:pt x="8" y="27"/>
                    </a:lnTo>
                    <a:lnTo>
                      <a:pt x="5" y="24"/>
                    </a:lnTo>
                    <a:lnTo>
                      <a:pt x="3" y="20"/>
                    </a:lnTo>
                    <a:lnTo>
                      <a:pt x="0"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6" name="Freeform 107">
                <a:extLst>
                  <a:ext uri="{FF2B5EF4-FFF2-40B4-BE49-F238E27FC236}">
                    <a16:creationId xmlns:a16="http://schemas.microsoft.com/office/drawing/2014/main" id="{A6296236-02C1-4093-BCC9-09F5C023CA5C}"/>
                  </a:ext>
                </a:extLst>
              </p:cNvPr>
              <p:cNvSpPr>
                <a:spLocks/>
              </p:cNvSpPr>
              <p:nvPr/>
            </p:nvSpPr>
            <p:spPr bwMode="auto">
              <a:xfrm>
                <a:off x="4632" y="2983"/>
                <a:ext cx="11" cy="8"/>
              </a:xfrm>
              <a:custGeom>
                <a:avLst/>
                <a:gdLst>
                  <a:gd name="T0" fmla="*/ 0 w 19"/>
                  <a:gd name="T1" fmla="*/ 1 h 17"/>
                  <a:gd name="T2" fmla="*/ 2 w 19"/>
                  <a:gd name="T3" fmla="*/ 2 h 17"/>
                  <a:gd name="T4" fmla="*/ 6 w 19"/>
                  <a:gd name="T5" fmla="*/ 3 h 17"/>
                  <a:gd name="T6" fmla="*/ 9 w 19"/>
                  <a:gd name="T7" fmla="*/ 2 h 17"/>
                  <a:gd name="T8" fmla="*/ 10 w 19"/>
                  <a:gd name="T9" fmla="*/ 0 h 17"/>
                  <a:gd name="T10" fmla="*/ 11 w 19"/>
                  <a:gd name="T11" fmla="*/ 2 h 17"/>
                  <a:gd name="T12" fmla="*/ 11 w 19"/>
                  <a:gd name="T13" fmla="*/ 5 h 17"/>
                  <a:gd name="T14" fmla="*/ 10 w 19"/>
                  <a:gd name="T15" fmla="*/ 7 h 17"/>
                  <a:gd name="T16" fmla="*/ 8 w 19"/>
                  <a:gd name="T17" fmla="*/ 8 h 17"/>
                  <a:gd name="T18" fmla="*/ 5 w 19"/>
                  <a:gd name="T19" fmla="*/ 8 h 17"/>
                  <a:gd name="T20" fmla="*/ 1 w 19"/>
                  <a:gd name="T21" fmla="*/ 7 h 17"/>
                  <a:gd name="T22" fmla="*/ 0 w 19"/>
                  <a:gd name="T23" fmla="*/ 5 h 17"/>
                  <a:gd name="T24" fmla="*/ 0 w 19"/>
                  <a:gd name="T25" fmla="*/ 1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17">
                    <a:moveTo>
                      <a:pt x="0" y="3"/>
                    </a:moveTo>
                    <a:lnTo>
                      <a:pt x="4" y="5"/>
                    </a:lnTo>
                    <a:lnTo>
                      <a:pt x="10" y="7"/>
                    </a:lnTo>
                    <a:lnTo>
                      <a:pt x="15" y="4"/>
                    </a:lnTo>
                    <a:lnTo>
                      <a:pt x="17" y="0"/>
                    </a:lnTo>
                    <a:lnTo>
                      <a:pt x="19" y="5"/>
                    </a:lnTo>
                    <a:lnTo>
                      <a:pt x="19" y="10"/>
                    </a:lnTo>
                    <a:lnTo>
                      <a:pt x="17" y="15"/>
                    </a:lnTo>
                    <a:lnTo>
                      <a:pt x="14" y="17"/>
                    </a:lnTo>
                    <a:lnTo>
                      <a:pt x="8" y="17"/>
                    </a:lnTo>
                    <a:lnTo>
                      <a:pt x="2" y="15"/>
                    </a:lnTo>
                    <a:lnTo>
                      <a:pt x="0" y="10"/>
                    </a:lnTo>
                    <a:lnTo>
                      <a:pt x="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7" name="Freeform 108">
                <a:extLst>
                  <a:ext uri="{FF2B5EF4-FFF2-40B4-BE49-F238E27FC236}">
                    <a16:creationId xmlns:a16="http://schemas.microsoft.com/office/drawing/2014/main" id="{9151E1C5-81BC-4BCB-8D6C-E3FA558148DC}"/>
                  </a:ext>
                </a:extLst>
              </p:cNvPr>
              <p:cNvSpPr>
                <a:spLocks/>
              </p:cNvSpPr>
              <p:nvPr/>
            </p:nvSpPr>
            <p:spPr bwMode="auto">
              <a:xfrm>
                <a:off x="4567" y="2895"/>
                <a:ext cx="40" cy="19"/>
              </a:xfrm>
              <a:custGeom>
                <a:avLst/>
                <a:gdLst>
                  <a:gd name="T0" fmla="*/ 0 w 73"/>
                  <a:gd name="T1" fmla="*/ 13 h 33"/>
                  <a:gd name="T2" fmla="*/ 7 w 73"/>
                  <a:gd name="T3" fmla="*/ 14 h 33"/>
                  <a:gd name="T4" fmla="*/ 12 w 73"/>
                  <a:gd name="T5" fmla="*/ 12 h 33"/>
                  <a:gd name="T6" fmla="*/ 15 w 73"/>
                  <a:gd name="T7" fmla="*/ 9 h 33"/>
                  <a:gd name="T8" fmla="*/ 19 w 73"/>
                  <a:gd name="T9" fmla="*/ 5 h 33"/>
                  <a:gd name="T10" fmla="*/ 20 w 73"/>
                  <a:gd name="T11" fmla="*/ 3 h 33"/>
                  <a:gd name="T12" fmla="*/ 24 w 73"/>
                  <a:gd name="T13" fmla="*/ 2 h 33"/>
                  <a:gd name="T14" fmla="*/ 27 w 73"/>
                  <a:gd name="T15" fmla="*/ 1 h 33"/>
                  <a:gd name="T16" fmla="*/ 31 w 73"/>
                  <a:gd name="T17" fmla="*/ 0 h 33"/>
                  <a:gd name="T18" fmla="*/ 33 w 73"/>
                  <a:gd name="T19" fmla="*/ 1 h 33"/>
                  <a:gd name="T20" fmla="*/ 37 w 73"/>
                  <a:gd name="T21" fmla="*/ 2 h 33"/>
                  <a:gd name="T22" fmla="*/ 39 w 73"/>
                  <a:gd name="T23" fmla="*/ 6 h 33"/>
                  <a:gd name="T24" fmla="*/ 40 w 73"/>
                  <a:gd name="T25" fmla="*/ 12 h 33"/>
                  <a:gd name="T26" fmla="*/ 36 w 73"/>
                  <a:gd name="T27" fmla="*/ 9 h 33"/>
                  <a:gd name="T28" fmla="*/ 31 w 73"/>
                  <a:gd name="T29" fmla="*/ 7 h 33"/>
                  <a:gd name="T30" fmla="*/ 27 w 73"/>
                  <a:gd name="T31" fmla="*/ 9 h 33"/>
                  <a:gd name="T32" fmla="*/ 21 w 73"/>
                  <a:gd name="T33" fmla="*/ 12 h 33"/>
                  <a:gd name="T34" fmla="*/ 19 w 73"/>
                  <a:gd name="T35" fmla="*/ 15 h 33"/>
                  <a:gd name="T36" fmla="*/ 16 w 73"/>
                  <a:gd name="T37" fmla="*/ 17 h 33"/>
                  <a:gd name="T38" fmla="*/ 14 w 73"/>
                  <a:gd name="T39" fmla="*/ 18 h 33"/>
                  <a:gd name="T40" fmla="*/ 12 w 73"/>
                  <a:gd name="T41" fmla="*/ 19 h 33"/>
                  <a:gd name="T42" fmla="*/ 8 w 73"/>
                  <a:gd name="T43" fmla="*/ 19 h 33"/>
                  <a:gd name="T44" fmla="*/ 6 w 73"/>
                  <a:gd name="T45" fmla="*/ 18 h 33"/>
                  <a:gd name="T46" fmla="*/ 3 w 73"/>
                  <a:gd name="T47" fmla="*/ 16 h 33"/>
                  <a:gd name="T48" fmla="*/ 0 w 73"/>
                  <a:gd name="T49" fmla="*/ 13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 h="33">
                    <a:moveTo>
                      <a:pt x="0" y="23"/>
                    </a:moveTo>
                    <a:lnTo>
                      <a:pt x="12" y="24"/>
                    </a:lnTo>
                    <a:lnTo>
                      <a:pt x="21" y="20"/>
                    </a:lnTo>
                    <a:lnTo>
                      <a:pt x="28" y="15"/>
                    </a:lnTo>
                    <a:lnTo>
                      <a:pt x="34" y="9"/>
                    </a:lnTo>
                    <a:lnTo>
                      <a:pt x="37" y="5"/>
                    </a:lnTo>
                    <a:lnTo>
                      <a:pt x="43" y="3"/>
                    </a:lnTo>
                    <a:lnTo>
                      <a:pt x="49" y="1"/>
                    </a:lnTo>
                    <a:lnTo>
                      <a:pt x="56" y="0"/>
                    </a:lnTo>
                    <a:lnTo>
                      <a:pt x="61" y="1"/>
                    </a:lnTo>
                    <a:lnTo>
                      <a:pt x="67" y="4"/>
                    </a:lnTo>
                    <a:lnTo>
                      <a:pt x="71" y="11"/>
                    </a:lnTo>
                    <a:lnTo>
                      <a:pt x="73" y="21"/>
                    </a:lnTo>
                    <a:lnTo>
                      <a:pt x="66" y="16"/>
                    </a:lnTo>
                    <a:lnTo>
                      <a:pt x="57" y="13"/>
                    </a:lnTo>
                    <a:lnTo>
                      <a:pt x="49" y="15"/>
                    </a:lnTo>
                    <a:lnTo>
                      <a:pt x="39" y="21"/>
                    </a:lnTo>
                    <a:lnTo>
                      <a:pt x="35" y="26"/>
                    </a:lnTo>
                    <a:lnTo>
                      <a:pt x="30" y="30"/>
                    </a:lnTo>
                    <a:lnTo>
                      <a:pt x="26" y="32"/>
                    </a:lnTo>
                    <a:lnTo>
                      <a:pt x="21" y="33"/>
                    </a:lnTo>
                    <a:lnTo>
                      <a:pt x="15" y="33"/>
                    </a:lnTo>
                    <a:lnTo>
                      <a:pt x="11" y="31"/>
                    </a:lnTo>
                    <a:lnTo>
                      <a:pt x="5" y="27"/>
                    </a:lnTo>
                    <a:lnTo>
                      <a:pt x="0" y="2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8" name="Freeform 109">
                <a:extLst>
                  <a:ext uri="{FF2B5EF4-FFF2-40B4-BE49-F238E27FC236}">
                    <a16:creationId xmlns:a16="http://schemas.microsoft.com/office/drawing/2014/main" id="{29160E1C-36AD-454D-9DCB-B9FB4DFFAB9D}"/>
                  </a:ext>
                </a:extLst>
              </p:cNvPr>
              <p:cNvSpPr>
                <a:spLocks/>
              </p:cNvSpPr>
              <p:nvPr/>
            </p:nvSpPr>
            <p:spPr bwMode="auto">
              <a:xfrm>
                <a:off x="4615" y="2865"/>
                <a:ext cx="89" cy="126"/>
              </a:xfrm>
              <a:custGeom>
                <a:avLst/>
                <a:gdLst>
                  <a:gd name="T0" fmla="*/ 60 w 162"/>
                  <a:gd name="T1" fmla="*/ 41 h 232"/>
                  <a:gd name="T2" fmla="*/ 54 w 162"/>
                  <a:gd name="T3" fmla="*/ 35 h 232"/>
                  <a:gd name="T4" fmla="*/ 46 w 162"/>
                  <a:gd name="T5" fmla="*/ 34 h 232"/>
                  <a:gd name="T6" fmla="*/ 42 w 162"/>
                  <a:gd name="T7" fmla="*/ 29 h 232"/>
                  <a:gd name="T8" fmla="*/ 42 w 162"/>
                  <a:gd name="T9" fmla="*/ 24 h 232"/>
                  <a:gd name="T10" fmla="*/ 39 w 162"/>
                  <a:gd name="T11" fmla="*/ 17 h 232"/>
                  <a:gd name="T12" fmla="*/ 34 w 162"/>
                  <a:gd name="T13" fmla="*/ 9 h 232"/>
                  <a:gd name="T14" fmla="*/ 23 w 162"/>
                  <a:gd name="T15" fmla="*/ 4 h 232"/>
                  <a:gd name="T16" fmla="*/ 10 w 162"/>
                  <a:gd name="T17" fmla="*/ 4 h 232"/>
                  <a:gd name="T18" fmla="*/ 3 w 162"/>
                  <a:gd name="T19" fmla="*/ 2 h 232"/>
                  <a:gd name="T20" fmla="*/ 4 w 162"/>
                  <a:gd name="T21" fmla="*/ 3 h 232"/>
                  <a:gd name="T22" fmla="*/ 10 w 162"/>
                  <a:gd name="T23" fmla="*/ 8 h 232"/>
                  <a:gd name="T24" fmla="*/ 14 w 162"/>
                  <a:gd name="T25" fmla="*/ 14 h 232"/>
                  <a:gd name="T26" fmla="*/ 18 w 162"/>
                  <a:gd name="T27" fmla="*/ 18 h 232"/>
                  <a:gd name="T28" fmla="*/ 21 w 162"/>
                  <a:gd name="T29" fmla="*/ 24 h 232"/>
                  <a:gd name="T30" fmla="*/ 29 w 162"/>
                  <a:gd name="T31" fmla="*/ 32 h 232"/>
                  <a:gd name="T32" fmla="*/ 37 w 162"/>
                  <a:gd name="T33" fmla="*/ 37 h 232"/>
                  <a:gd name="T34" fmla="*/ 46 w 162"/>
                  <a:gd name="T35" fmla="*/ 47 h 232"/>
                  <a:gd name="T36" fmla="*/ 44 w 162"/>
                  <a:gd name="T37" fmla="*/ 58 h 232"/>
                  <a:gd name="T38" fmla="*/ 43 w 162"/>
                  <a:gd name="T39" fmla="*/ 70 h 232"/>
                  <a:gd name="T40" fmla="*/ 52 w 162"/>
                  <a:gd name="T41" fmla="*/ 77 h 232"/>
                  <a:gd name="T42" fmla="*/ 57 w 162"/>
                  <a:gd name="T43" fmla="*/ 86 h 232"/>
                  <a:gd name="T44" fmla="*/ 53 w 162"/>
                  <a:gd name="T45" fmla="*/ 98 h 232"/>
                  <a:gd name="T46" fmla="*/ 43 w 162"/>
                  <a:gd name="T47" fmla="*/ 103 h 232"/>
                  <a:gd name="T48" fmla="*/ 38 w 162"/>
                  <a:gd name="T49" fmla="*/ 93 h 232"/>
                  <a:gd name="T50" fmla="*/ 34 w 162"/>
                  <a:gd name="T51" fmla="*/ 85 h 232"/>
                  <a:gd name="T52" fmla="*/ 30 w 162"/>
                  <a:gd name="T53" fmla="*/ 80 h 232"/>
                  <a:gd name="T54" fmla="*/ 23 w 162"/>
                  <a:gd name="T55" fmla="*/ 78 h 232"/>
                  <a:gd name="T56" fmla="*/ 12 w 162"/>
                  <a:gd name="T57" fmla="*/ 84 h 232"/>
                  <a:gd name="T58" fmla="*/ 4 w 162"/>
                  <a:gd name="T59" fmla="*/ 99 h 232"/>
                  <a:gd name="T60" fmla="*/ 9 w 162"/>
                  <a:gd name="T61" fmla="*/ 104 h 232"/>
                  <a:gd name="T62" fmla="*/ 16 w 162"/>
                  <a:gd name="T63" fmla="*/ 105 h 232"/>
                  <a:gd name="T64" fmla="*/ 24 w 162"/>
                  <a:gd name="T65" fmla="*/ 105 h 232"/>
                  <a:gd name="T66" fmla="*/ 32 w 162"/>
                  <a:gd name="T67" fmla="*/ 106 h 232"/>
                  <a:gd name="T68" fmla="*/ 41 w 162"/>
                  <a:gd name="T69" fmla="*/ 109 h 232"/>
                  <a:gd name="T70" fmla="*/ 48 w 162"/>
                  <a:gd name="T71" fmla="*/ 114 h 232"/>
                  <a:gd name="T72" fmla="*/ 51 w 162"/>
                  <a:gd name="T73" fmla="*/ 122 h 232"/>
                  <a:gd name="T74" fmla="*/ 58 w 162"/>
                  <a:gd name="T75" fmla="*/ 126 h 232"/>
                  <a:gd name="T76" fmla="*/ 67 w 162"/>
                  <a:gd name="T77" fmla="*/ 123 h 232"/>
                  <a:gd name="T78" fmla="*/ 73 w 162"/>
                  <a:gd name="T79" fmla="*/ 117 h 232"/>
                  <a:gd name="T80" fmla="*/ 70 w 162"/>
                  <a:gd name="T81" fmla="*/ 111 h 232"/>
                  <a:gd name="T82" fmla="*/ 64 w 162"/>
                  <a:gd name="T83" fmla="*/ 112 h 232"/>
                  <a:gd name="T84" fmla="*/ 60 w 162"/>
                  <a:gd name="T85" fmla="*/ 109 h 232"/>
                  <a:gd name="T86" fmla="*/ 64 w 162"/>
                  <a:gd name="T87" fmla="*/ 95 h 232"/>
                  <a:gd name="T88" fmla="*/ 69 w 162"/>
                  <a:gd name="T89" fmla="*/ 88 h 232"/>
                  <a:gd name="T90" fmla="*/ 75 w 162"/>
                  <a:gd name="T91" fmla="*/ 85 h 232"/>
                  <a:gd name="T92" fmla="*/ 80 w 162"/>
                  <a:gd name="T93" fmla="*/ 84 h 232"/>
                  <a:gd name="T94" fmla="*/ 87 w 162"/>
                  <a:gd name="T95" fmla="*/ 86 h 232"/>
                  <a:gd name="T96" fmla="*/ 87 w 162"/>
                  <a:gd name="T97" fmla="*/ 81 h 232"/>
                  <a:gd name="T98" fmla="*/ 79 w 162"/>
                  <a:gd name="T99" fmla="*/ 70 h 232"/>
                  <a:gd name="T100" fmla="*/ 71 w 162"/>
                  <a:gd name="T101" fmla="*/ 66 h 232"/>
                  <a:gd name="T102" fmla="*/ 66 w 162"/>
                  <a:gd name="T103" fmla="*/ 68 h 232"/>
                  <a:gd name="T104" fmla="*/ 66 w 162"/>
                  <a:gd name="T105" fmla="*/ 72 h 232"/>
                  <a:gd name="T106" fmla="*/ 67 w 162"/>
                  <a:gd name="T107" fmla="*/ 77 h 232"/>
                  <a:gd name="T108" fmla="*/ 64 w 162"/>
                  <a:gd name="T109" fmla="*/ 78 h 232"/>
                  <a:gd name="T110" fmla="*/ 59 w 162"/>
                  <a:gd name="T111" fmla="*/ 75 h 232"/>
                  <a:gd name="T112" fmla="*/ 57 w 162"/>
                  <a:gd name="T113" fmla="*/ 70 h 232"/>
                  <a:gd name="T114" fmla="*/ 54 w 162"/>
                  <a:gd name="T115" fmla="*/ 64 h 232"/>
                  <a:gd name="T116" fmla="*/ 58 w 162"/>
                  <a:gd name="T117" fmla="*/ 55 h 232"/>
                  <a:gd name="T118" fmla="*/ 62 w 162"/>
                  <a:gd name="T119" fmla="*/ 48 h 23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2" h="232">
                    <a:moveTo>
                      <a:pt x="113" y="82"/>
                    </a:moveTo>
                    <a:lnTo>
                      <a:pt x="109" y="75"/>
                    </a:lnTo>
                    <a:lnTo>
                      <a:pt x="105" y="69"/>
                    </a:lnTo>
                    <a:lnTo>
                      <a:pt x="98" y="65"/>
                    </a:lnTo>
                    <a:lnTo>
                      <a:pt x="91" y="64"/>
                    </a:lnTo>
                    <a:lnTo>
                      <a:pt x="84" y="63"/>
                    </a:lnTo>
                    <a:lnTo>
                      <a:pt x="79" y="58"/>
                    </a:lnTo>
                    <a:lnTo>
                      <a:pt x="77" y="53"/>
                    </a:lnTo>
                    <a:lnTo>
                      <a:pt x="76" y="48"/>
                    </a:lnTo>
                    <a:lnTo>
                      <a:pt x="76" y="44"/>
                    </a:lnTo>
                    <a:lnTo>
                      <a:pt x="74" y="38"/>
                    </a:lnTo>
                    <a:lnTo>
                      <a:pt x="71" y="31"/>
                    </a:lnTo>
                    <a:lnTo>
                      <a:pt x="67" y="23"/>
                    </a:lnTo>
                    <a:lnTo>
                      <a:pt x="61" y="16"/>
                    </a:lnTo>
                    <a:lnTo>
                      <a:pt x="52" y="11"/>
                    </a:lnTo>
                    <a:lnTo>
                      <a:pt x="41" y="7"/>
                    </a:lnTo>
                    <a:lnTo>
                      <a:pt x="27" y="7"/>
                    </a:lnTo>
                    <a:lnTo>
                      <a:pt x="18" y="7"/>
                    </a:lnTo>
                    <a:lnTo>
                      <a:pt x="11" y="5"/>
                    </a:lnTo>
                    <a:lnTo>
                      <a:pt x="6" y="3"/>
                    </a:lnTo>
                    <a:lnTo>
                      <a:pt x="0" y="0"/>
                    </a:lnTo>
                    <a:lnTo>
                      <a:pt x="7" y="5"/>
                    </a:lnTo>
                    <a:lnTo>
                      <a:pt x="14" y="11"/>
                    </a:lnTo>
                    <a:lnTo>
                      <a:pt x="18" y="15"/>
                    </a:lnTo>
                    <a:lnTo>
                      <a:pt x="23" y="21"/>
                    </a:lnTo>
                    <a:lnTo>
                      <a:pt x="26" y="26"/>
                    </a:lnTo>
                    <a:lnTo>
                      <a:pt x="30" y="30"/>
                    </a:lnTo>
                    <a:lnTo>
                      <a:pt x="32" y="34"/>
                    </a:lnTo>
                    <a:lnTo>
                      <a:pt x="34" y="38"/>
                    </a:lnTo>
                    <a:lnTo>
                      <a:pt x="39" y="45"/>
                    </a:lnTo>
                    <a:lnTo>
                      <a:pt x="46" y="52"/>
                    </a:lnTo>
                    <a:lnTo>
                      <a:pt x="53" y="59"/>
                    </a:lnTo>
                    <a:lnTo>
                      <a:pt x="60" y="63"/>
                    </a:lnTo>
                    <a:lnTo>
                      <a:pt x="68" y="68"/>
                    </a:lnTo>
                    <a:lnTo>
                      <a:pt x="76" y="75"/>
                    </a:lnTo>
                    <a:lnTo>
                      <a:pt x="83" y="86"/>
                    </a:lnTo>
                    <a:lnTo>
                      <a:pt x="84" y="95"/>
                    </a:lnTo>
                    <a:lnTo>
                      <a:pt x="80" y="106"/>
                    </a:lnTo>
                    <a:lnTo>
                      <a:pt x="78" y="118"/>
                    </a:lnTo>
                    <a:lnTo>
                      <a:pt x="79" y="129"/>
                    </a:lnTo>
                    <a:lnTo>
                      <a:pt x="85" y="136"/>
                    </a:lnTo>
                    <a:lnTo>
                      <a:pt x="94" y="142"/>
                    </a:lnTo>
                    <a:lnTo>
                      <a:pt x="100" y="150"/>
                    </a:lnTo>
                    <a:lnTo>
                      <a:pt x="103" y="159"/>
                    </a:lnTo>
                    <a:lnTo>
                      <a:pt x="102" y="170"/>
                    </a:lnTo>
                    <a:lnTo>
                      <a:pt x="97" y="180"/>
                    </a:lnTo>
                    <a:lnTo>
                      <a:pt x="88" y="187"/>
                    </a:lnTo>
                    <a:lnTo>
                      <a:pt x="79" y="189"/>
                    </a:lnTo>
                    <a:lnTo>
                      <a:pt x="72" y="180"/>
                    </a:lnTo>
                    <a:lnTo>
                      <a:pt x="69" y="172"/>
                    </a:lnTo>
                    <a:lnTo>
                      <a:pt x="65" y="165"/>
                    </a:lnTo>
                    <a:lnTo>
                      <a:pt x="62" y="157"/>
                    </a:lnTo>
                    <a:lnTo>
                      <a:pt x="59" y="151"/>
                    </a:lnTo>
                    <a:lnTo>
                      <a:pt x="54" y="147"/>
                    </a:lnTo>
                    <a:lnTo>
                      <a:pt x="48" y="143"/>
                    </a:lnTo>
                    <a:lnTo>
                      <a:pt x="41" y="143"/>
                    </a:lnTo>
                    <a:lnTo>
                      <a:pt x="34" y="144"/>
                    </a:lnTo>
                    <a:lnTo>
                      <a:pt x="21" y="154"/>
                    </a:lnTo>
                    <a:lnTo>
                      <a:pt x="11" y="168"/>
                    </a:lnTo>
                    <a:lnTo>
                      <a:pt x="8" y="182"/>
                    </a:lnTo>
                    <a:lnTo>
                      <a:pt x="11" y="190"/>
                    </a:lnTo>
                    <a:lnTo>
                      <a:pt x="16" y="192"/>
                    </a:lnTo>
                    <a:lnTo>
                      <a:pt x="22" y="193"/>
                    </a:lnTo>
                    <a:lnTo>
                      <a:pt x="29" y="194"/>
                    </a:lnTo>
                    <a:lnTo>
                      <a:pt x="37" y="194"/>
                    </a:lnTo>
                    <a:lnTo>
                      <a:pt x="44" y="194"/>
                    </a:lnTo>
                    <a:lnTo>
                      <a:pt x="52" y="195"/>
                    </a:lnTo>
                    <a:lnTo>
                      <a:pt x="59" y="196"/>
                    </a:lnTo>
                    <a:lnTo>
                      <a:pt x="64" y="197"/>
                    </a:lnTo>
                    <a:lnTo>
                      <a:pt x="74" y="201"/>
                    </a:lnTo>
                    <a:lnTo>
                      <a:pt x="82" y="205"/>
                    </a:lnTo>
                    <a:lnTo>
                      <a:pt x="87" y="210"/>
                    </a:lnTo>
                    <a:lnTo>
                      <a:pt x="90" y="217"/>
                    </a:lnTo>
                    <a:lnTo>
                      <a:pt x="93" y="224"/>
                    </a:lnTo>
                    <a:lnTo>
                      <a:pt x="99" y="230"/>
                    </a:lnTo>
                    <a:lnTo>
                      <a:pt x="106" y="232"/>
                    </a:lnTo>
                    <a:lnTo>
                      <a:pt x="114" y="231"/>
                    </a:lnTo>
                    <a:lnTo>
                      <a:pt x="122" y="226"/>
                    </a:lnTo>
                    <a:lnTo>
                      <a:pt x="129" y="220"/>
                    </a:lnTo>
                    <a:lnTo>
                      <a:pt x="132" y="215"/>
                    </a:lnTo>
                    <a:lnTo>
                      <a:pt x="132" y="209"/>
                    </a:lnTo>
                    <a:lnTo>
                      <a:pt x="128" y="205"/>
                    </a:lnTo>
                    <a:lnTo>
                      <a:pt x="122" y="205"/>
                    </a:lnTo>
                    <a:lnTo>
                      <a:pt x="116" y="206"/>
                    </a:lnTo>
                    <a:lnTo>
                      <a:pt x="113" y="210"/>
                    </a:lnTo>
                    <a:lnTo>
                      <a:pt x="110" y="200"/>
                    </a:lnTo>
                    <a:lnTo>
                      <a:pt x="112" y="187"/>
                    </a:lnTo>
                    <a:lnTo>
                      <a:pt x="116" y="175"/>
                    </a:lnTo>
                    <a:lnTo>
                      <a:pt x="121" y="167"/>
                    </a:lnTo>
                    <a:lnTo>
                      <a:pt x="125" y="162"/>
                    </a:lnTo>
                    <a:lnTo>
                      <a:pt x="131" y="158"/>
                    </a:lnTo>
                    <a:lnTo>
                      <a:pt x="136" y="156"/>
                    </a:lnTo>
                    <a:lnTo>
                      <a:pt x="140" y="155"/>
                    </a:lnTo>
                    <a:lnTo>
                      <a:pt x="145" y="155"/>
                    </a:lnTo>
                    <a:lnTo>
                      <a:pt x="152" y="156"/>
                    </a:lnTo>
                    <a:lnTo>
                      <a:pt x="159" y="158"/>
                    </a:lnTo>
                    <a:lnTo>
                      <a:pt x="162" y="162"/>
                    </a:lnTo>
                    <a:lnTo>
                      <a:pt x="158" y="150"/>
                    </a:lnTo>
                    <a:lnTo>
                      <a:pt x="151" y="139"/>
                    </a:lnTo>
                    <a:lnTo>
                      <a:pt x="144" y="128"/>
                    </a:lnTo>
                    <a:lnTo>
                      <a:pt x="136" y="122"/>
                    </a:lnTo>
                    <a:lnTo>
                      <a:pt x="130" y="122"/>
                    </a:lnTo>
                    <a:lnTo>
                      <a:pt x="124" y="122"/>
                    </a:lnTo>
                    <a:lnTo>
                      <a:pt x="120" y="125"/>
                    </a:lnTo>
                    <a:lnTo>
                      <a:pt x="118" y="128"/>
                    </a:lnTo>
                    <a:lnTo>
                      <a:pt x="121" y="133"/>
                    </a:lnTo>
                    <a:lnTo>
                      <a:pt x="122" y="137"/>
                    </a:lnTo>
                    <a:lnTo>
                      <a:pt x="122" y="142"/>
                    </a:lnTo>
                    <a:lnTo>
                      <a:pt x="120" y="144"/>
                    </a:lnTo>
                    <a:lnTo>
                      <a:pt x="116" y="144"/>
                    </a:lnTo>
                    <a:lnTo>
                      <a:pt x="112" y="142"/>
                    </a:lnTo>
                    <a:lnTo>
                      <a:pt x="108" y="139"/>
                    </a:lnTo>
                    <a:lnTo>
                      <a:pt x="106" y="134"/>
                    </a:lnTo>
                    <a:lnTo>
                      <a:pt x="103" y="129"/>
                    </a:lnTo>
                    <a:lnTo>
                      <a:pt x="101" y="124"/>
                    </a:lnTo>
                    <a:lnTo>
                      <a:pt x="99" y="117"/>
                    </a:lnTo>
                    <a:lnTo>
                      <a:pt x="101" y="110"/>
                    </a:lnTo>
                    <a:lnTo>
                      <a:pt x="106" y="102"/>
                    </a:lnTo>
                    <a:lnTo>
                      <a:pt x="109" y="95"/>
                    </a:lnTo>
                    <a:lnTo>
                      <a:pt x="112" y="88"/>
                    </a:lnTo>
                    <a:lnTo>
                      <a:pt x="113" y="8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9" name="Freeform 110">
                <a:extLst>
                  <a:ext uri="{FF2B5EF4-FFF2-40B4-BE49-F238E27FC236}">
                    <a16:creationId xmlns:a16="http://schemas.microsoft.com/office/drawing/2014/main" id="{CC55662E-7562-4C08-89E7-7387F16423EB}"/>
                  </a:ext>
                </a:extLst>
              </p:cNvPr>
              <p:cNvSpPr>
                <a:spLocks/>
              </p:cNvSpPr>
              <p:nvPr/>
            </p:nvSpPr>
            <p:spPr bwMode="auto">
              <a:xfrm>
                <a:off x="4479" y="2986"/>
                <a:ext cx="23" cy="13"/>
              </a:xfrm>
              <a:custGeom>
                <a:avLst/>
                <a:gdLst>
                  <a:gd name="T0" fmla="*/ 3 w 41"/>
                  <a:gd name="T1" fmla="*/ 13 h 26"/>
                  <a:gd name="T2" fmla="*/ 1 w 41"/>
                  <a:gd name="T3" fmla="*/ 11 h 26"/>
                  <a:gd name="T4" fmla="*/ 0 w 41"/>
                  <a:gd name="T5" fmla="*/ 9 h 26"/>
                  <a:gd name="T6" fmla="*/ 0 w 41"/>
                  <a:gd name="T7" fmla="*/ 7 h 26"/>
                  <a:gd name="T8" fmla="*/ 1 w 41"/>
                  <a:gd name="T9" fmla="*/ 5 h 26"/>
                  <a:gd name="T10" fmla="*/ 2 w 41"/>
                  <a:gd name="T11" fmla="*/ 3 h 26"/>
                  <a:gd name="T12" fmla="*/ 4 w 41"/>
                  <a:gd name="T13" fmla="*/ 2 h 26"/>
                  <a:gd name="T14" fmla="*/ 7 w 41"/>
                  <a:gd name="T15" fmla="*/ 2 h 26"/>
                  <a:gd name="T16" fmla="*/ 10 w 41"/>
                  <a:gd name="T17" fmla="*/ 1 h 26"/>
                  <a:gd name="T18" fmla="*/ 13 w 41"/>
                  <a:gd name="T19" fmla="*/ 0 h 26"/>
                  <a:gd name="T20" fmla="*/ 16 w 41"/>
                  <a:gd name="T21" fmla="*/ 1 h 26"/>
                  <a:gd name="T22" fmla="*/ 19 w 41"/>
                  <a:gd name="T23" fmla="*/ 1 h 26"/>
                  <a:gd name="T24" fmla="*/ 23 w 41"/>
                  <a:gd name="T25" fmla="*/ 2 h 26"/>
                  <a:gd name="T26" fmla="*/ 17 w 41"/>
                  <a:gd name="T27" fmla="*/ 2 h 26"/>
                  <a:gd name="T28" fmla="*/ 13 w 41"/>
                  <a:gd name="T29" fmla="*/ 3 h 26"/>
                  <a:gd name="T30" fmla="*/ 9 w 41"/>
                  <a:gd name="T31" fmla="*/ 4 h 26"/>
                  <a:gd name="T32" fmla="*/ 6 w 41"/>
                  <a:gd name="T33" fmla="*/ 5 h 26"/>
                  <a:gd name="T34" fmla="*/ 5 w 41"/>
                  <a:gd name="T35" fmla="*/ 7 h 26"/>
                  <a:gd name="T36" fmla="*/ 6 w 41"/>
                  <a:gd name="T37" fmla="*/ 9 h 26"/>
                  <a:gd name="T38" fmla="*/ 6 w 41"/>
                  <a:gd name="T39" fmla="*/ 11 h 26"/>
                  <a:gd name="T40" fmla="*/ 3 w 41"/>
                  <a:gd name="T41" fmla="*/ 13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26">
                    <a:moveTo>
                      <a:pt x="6" y="26"/>
                    </a:moveTo>
                    <a:lnTo>
                      <a:pt x="2" y="22"/>
                    </a:lnTo>
                    <a:lnTo>
                      <a:pt x="0" y="18"/>
                    </a:lnTo>
                    <a:lnTo>
                      <a:pt x="0" y="13"/>
                    </a:lnTo>
                    <a:lnTo>
                      <a:pt x="1" y="10"/>
                    </a:lnTo>
                    <a:lnTo>
                      <a:pt x="4" y="6"/>
                    </a:lnTo>
                    <a:lnTo>
                      <a:pt x="8" y="4"/>
                    </a:lnTo>
                    <a:lnTo>
                      <a:pt x="12" y="3"/>
                    </a:lnTo>
                    <a:lnTo>
                      <a:pt x="17" y="2"/>
                    </a:lnTo>
                    <a:lnTo>
                      <a:pt x="23" y="0"/>
                    </a:lnTo>
                    <a:lnTo>
                      <a:pt x="29" y="2"/>
                    </a:lnTo>
                    <a:lnTo>
                      <a:pt x="34" y="2"/>
                    </a:lnTo>
                    <a:lnTo>
                      <a:pt x="41" y="3"/>
                    </a:lnTo>
                    <a:lnTo>
                      <a:pt x="31" y="4"/>
                    </a:lnTo>
                    <a:lnTo>
                      <a:pt x="23" y="6"/>
                    </a:lnTo>
                    <a:lnTo>
                      <a:pt x="16" y="7"/>
                    </a:lnTo>
                    <a:lnTo>
                      <a:pt x="11" y="10"/>
                    </a:lnTo>
                    <a:lnTo>
                      <a:pt x="9" y="13"/>
                    </a:lnTo>
                    <a:lnTo>
                      <a:pt x="10" y="18"/>
                    </a:lnTo>
                    <a:lnTo>
                      <a:pt x="10" y="22"/>
                    </a:lnTo>
                    <a:lnTo>
                      <a:pt x="6" y="2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0" name="Freeform 111">
                <a:extLst>
                  <a:ext uri="{FF2B5EF4-FFF2-40B4-BE49-F238E27FC236}">
                    <a16:creationId xmlns:a16="http://schemas.microsoft.com/office/drawing/2014/main" id="{1544567A-DB5F-4C2E-8FDF-8BCAA10B6C35}"/>
                  </a:ext>
                </a:extLst>
              </p:cNvPr>
              <p:cNvSpPr>
                <a:spLocks/>
              </p:cNvSpPr>
              <p:nvPr/>
            </p:nvSpPr>
            <p:spPr bwMode="auto">
              <a:xfrm>
                <a:off x="4474" y="3032"/>
                <a:ext cx="18" cy="6"/>
              </a:xfrm>
              <a:custGeom>
                <a:avLst/>
                <a:gdLst>
                  <a:gd name="T0" fmla="*/ 15 w 31"/>
                  <a:gd name="T1" fmla="*/ 6 h 11"/>
                  <a:gd name="T2" fmla="*/ 13 w 31"/>
                  <a:gd name="T3" fmla="*/ 5 h 11"/>
                  <a:gd name="T4" fmla="*/ 11 w 31"/>
                  <a:gd name="T5" fmla="*/ 4 h 11"/>
                  <a:gd name="T6" fmla="*/ 9 w 31"/>
                  <a:gd name="T7" fmla="*/ 3 h 11"/>
                  <a:gd name="T8" fmla="*/ 8 w 31"/>
                  <a:gd name="T9" fmla="*/ 3 h 11"/>
                  <a:gd name="T10" fmla="*/ 6 w 31"/>
                  <a:gd name="T11" fmla="*/ 2 h 11"/>
                  <a:gd name="T12" fmla="*/ 4 w 31"/>
                  <a:gd name="T13" fmla="*/ 2 h 11"/>
                  <a:gd name="T14" fmla="*/ 2 w 31"/>
                  <a:gd name="T15" fmla="*/ 2 h 11"/>
                  <a:gd name="T16" fmla="*/ 0 w 31"/>
                  <a:gd name="T17" fmla="*/ 1 h 11"/>
                  <a:gd name="T18" fmla="*/ 3 w 31"/>
                  <a:gd name="T19" fmla="*/ 0 h 11"/>
                  <a:gd name="T20" fmla="*/ 5 w 31"/>
                  <a:gd name="T21" fmla="*/ 0 h 11"/>
                  <a:gd name="T22" fmla="*/ 6 w 31"/>
                  <a:gd name="T23" fmla="*/ 0 h 11"/>
                  <a:gd name="T24" fmla="*/ 8 w 31"/>
                  <a:gd name="T25" fmla="*/ 1 h 11"/>
                  <a:gd name="T26" fmla="*/ 10 w 31"/>
                  <a:gd name="T27" fmla="*/ 1 h 11"/>
                  <a:gd name="T28" fmla="*/ 13 w 31"/>
                  <a:gd name="T29" fmla="*/ 1 h 11"/>
                  <a:gd name="T30" fmla="*/ 16 w 31"/>
                  <a:gd name="T31" fmla="*/ 1 h 11"/>
                  <a:gd name="T32" fmla="*/ 18 w 31"/>
                  <a:gd name="T33" fmla="*/ 0 h 11"/>
                  <a:gd name="T34" fmla="*/ 18 w 31"/>
                  <a:gd name="T35" fmla="*/ 2 h 11"/>
                  <a:gd name="T36" fmla="*/ 18 w 31"/>
                  <a:gd name="T37" fmla="*/ 4 h 11"/>
                  <a:gd name="T38" fmla="*/ 17 w 31"/>
                  <a:gd name="T39" fmla="*/ 5 h 11"/>
                  <a:gd name="T40" fmla="*/ 15 w 31"/>
                  <a:gd name="T41" fmla="*/ 6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1" h="11">
                    <a:moveTo>
                      <a:pt x="25" y="11"/>
                    </a:moveTo>
                    <a:lnTo>
                      <a:pt x="23" y="9"/>
                    </a:lnTo>
                    <a:lnTo>
                      <a:pt x="19" y="8"/>
                    </a:lnTo>
                    <a:lnTo>
                      <a:pt x="15" y="5"/>
                    </a:lnTo>
                    <a:lnTo>
                      <a:pt x="13" y="5"/>
                    </a:lnTo>
                    <a:lnTo>
                      <a:pt x="10" y="4"/>
                    </a:lnTo>
                    <a:lnTo>
                      <a:pt x="7" y="4"/>
                    </a:lnTo>
                    <a:lnTo>
                      <a:pt x="3" y="3"/>
                    </a:lnTo>
                    <a:lnTo>
                      <a:pt x="0" y="1"/>
                    </a:lnTo>
                    <a:lnTo>
                      <a:pt x="5" y="0"/>
                    </a:lnTo>
                    <a:lnTo>
                      <a:pt x="8" y="0"/>
                    </a:lnTo>
                    <a:lnTo>
                      <a:pt x="11" y="0"/>
                    </a:lnTo>
                    <a:lnTo>
                      <a:pt x="14" y="1"/>
                    </a:lnTo>
                    <a:lnTo>
                      <a:pt x="17" y="2"/>
                    </a:lnTo>
                    <a:lnTo>
                      <a:pt x="23" y="2"/>
                    </a:lnTo>
                    <a:lnTo>
                      <a:pt x="28" y="1"/>
                    </a:lnTo>
                    <a:lnTo>
                      <a:pt x="31" y="0"/>
                    </a:lnTo>
                    <a:lnTo>
                      <a:pt x="31" y="3"/>
                    </a:lnTo>
                    <a:lnTo>
                      <a:pt x="31" y="7"/>
                    </a:lnTo>
                    <a:lnTo>
                      <a:pt x="29" y="10"/>
                    </a:lnTo>
                    <a:lnTo>
                      <a:pt x="25" y="11"/>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1" name="Freeform 112">
                <a:extLst>
                  <a:ext uri="{FF2B5EF4-FFF2-40B4-BE49-F238E27FC236}">
                    <a16:creationId xmlns:a16="http://schemas.microsoft.com/office/drawing/2014/main" id="{A9D9786A-B304-4992-9F57-59746ECA61D7}"/>
                  </a:ext>
                </a:extLst>
              </p:cNvPr>
              <p:cNvSpPr>
                <a:spLocks/>
              </p:cNvSpPr>
              <p:nvPr/>
            </p:nvSpPr>
            <p:spPr bwMode="auto">
              <a:xfrm>
                <a:off x="4486" y="3048"/>
                <a:ext cx="18" cy="9"/>
              </a:xfrm>
              <a:custGeom>
                <a:avLst/>
                <a:gdLst>
                  <a:gd name="T0" fmla="*/ 7 w 32"/>
                  <a:gd name="T1" fmla="*/ 7 h 16"/>
                  <a:gd name="T2" fmla="*/ 5 w 32"/>
                  <a:gd name="T3" fmla="*/ 6 h 16"/>
                  <a:gd name="T4" fmla="*/ 3 w 32"/>
                  <a:gd name="T5" fmla="*/ 5 h 16"/>
                  <a:gd name="T6" fmla="*/ 1 w 32"/>
                  <a:gd name="T7" fmla="*/ 4 h 16"/>
                  <a:gd name="T8" fmla="*/ 0 w 32"/>
                  <a:gd name="T9" fmla="*/ 2 h 16"/>
                  <a:gd name="T10" fmla="*/ 1 w 32"/>
                  <a:gd name="T11" fmla="*/ 1 h 16"/>
                  <a:gd name="T12" fmla="*/ 1 w 32"/>
                  <a:gd name="T13" fmla="*/ 0 h 16"/>
                  <a:gd name="T14" fmla="*/ 2 w 32"/>
                  <a:gd name="T15" fmla="*/ 0 h 16"/>
                  <a:gd name="T16" fmla="*/ 5 w 32"/>
                  <a:gd name="T17" fmla="*/ 1 h 16"/>
                  <a:gd name="T18" fmla="*/ 7 w 32"/>
                  <a:gd name="T19" fmla="*/ 2 h 16"/>
                  <a:gd name="T20" fmla="*/ 11 w 32"/>
                  <a:gd name="T21" fmla="*/ 5 h 16"/>
                  <a:gd name="T22" fmla="*/ 15 w 32"/>
                  <a:gd name="T23" fmla="*/ 7 h 16"/>
                  <a:gd name="T24" fmla="*/ 18 w 32"/>
                  <a:gd name="T25" fmla="*/ 9 h 16"/>
                  <a:gd name="T26" fmla="*/ 15 w 32"/>
                  <a:gd name="T27" fmla="*/ 8 h 16"/>
                  <a:gd name="T28" fmla="*/ 13 w 32"/>
                  <a:gd name="T29" fmla="*/ 7 h 16"/>
                  <a:gd name="T30" fmla="*/ 10 w 32"/>
                  <a:gd name="T31" fmla="*/ 7 h 16"/>
                  <a:gd name="T32" fmla="*/ 7 w 32"/>
                  <a:gd name="T33" fmla="*/ 7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 h="16">
                    <a:moveTo>
                      <a:pt x="13" y="12"/>
                    </a:moveTo>
                    <a:lnTo>
                      <a:pt x="9" y="11"/>
                    </a:lnTo>
                    <a:lnTo>
                      <a:pt x="5" y="9"/>
                    </a:lnTo>
                    <a:lnTo>
                      <a:pt x="2" y="7"/>
                    </a:lnTo>
                    <a:lnTo>
                      <a:pt x="0" y="3"/>
                    </a:lnTo>
                    <a:lnTo>
                      <a:pt x="1" y="1"/>
                    </a:lnTo>
                    <a:lnTo>
                      <a:pt x="2" y="0"/>
                    </a:lnTo>
                    <a:lnTo>
                      <a:pt x="4" y="0"/>
                    </a:lnTo>
                    <a:lnTo>
                      <a:pt x="8" y="1"/>
                    </a:lnTo>
                    <a:lnTo>
                      <a:pt x="12" y="3"/>
                    </a:lnTo>
                    <a:lnTo>
                      <a:pt x="20" y="8"/>
                    </a:lnTo>
                    <a:lnTo>
                      <a:pt x="27" y="12"/>
                    </a:lnTo>
                    <a:lnTo>
                      <a:pt x="32" y="16"/>
                    </a:lnTo>
                    <a:lnTo>
                      <a:pt x="27" y="15"/>
                    </a:lnTo>
                    <a:lnTo>
                      <a:pt x="23" y="13"/>
                    </a:lnTo>
                    <a:lnTo>
                      <a:pt x="17" y="13"/>
                    </a:lnTo>
                    <a:lnTo>
                      <a:pt x="13" y="12"/>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2" name="Freeform 113">
                <a:extLst>
                  <a:ext uri="{FF2B5EF4-FFF2-40B4-BE49-F238E27FC236}">
                    <a16:creationId xmlns:a16="http://schemas.microsoft.com/office/drawing/2014/main" id="{8CE10351-1E27-4DAB-A90A-4E354F4FCF7D}"/>
                  </a:ext>
                </a:extLst>
              </p:cNvPr>
              <p:cNvSpPr>
                <a:spLocks/>
              </p:cNvSpPr>
              <p:nvPr/>
            </p:nvSpPr>
            <p:spPr bwMode="auto">
              <a:xfrm>
                <a:off x="4489" y="3062"/>
                <a:ext cx="11" cy="13"/>
              </a:xfrm>
              <a:custGeom>
                <a:avLst/>
                <a:gdLst>
                  <a:gd name="T0" fmla="*/ 5 w 22"/>
                  <a:gd name="T1" fmla="*/ 13 h 24"/>
                  <a:gd name="T2" fmla="*/ 5 w 22"/>
                  <a:gd name="T3" fmla="*/ 11 h 24"/>
                  <a:gd name="T4" fmla="*/ 5 w 22"/>
                  <a:gd name="T5" fmla="*/ 10 h 24"/>
                  <a:gd name="T6" fmla="*/ 5 w 22"/>
                  <a:gd name="T7" fmla="*/ 9 h 24"/>
                  <a:gd name="T8" fmla="*/ 5 w 22"/>
                  <a:gd name="T9" fmla="*/ 8 h 24"/>
                  <a:gd name="T10" fmla="*/ 5 w 22"/>
                  <a:gd name="T11" fmla="*/ 7 h 24"/>
                  <a:gd name="T12" fmla="*/ 3 w 22"/>
                  <a:gd name="T13" fmla="*/ 4 h 24"/>
                  <a:gd name="T14" fmla="*/ 1 w 22"/>
                  <a:gd name="T15" fmla="*/ 3 h 24"/>
                  <a:gd name="T16" fmla="*/ 0 w 22"/>
                  <a:gd name="T17" fmla="*/ 1 h 24"/>
                  <a:gd name="T18" fmla="*/ 3 w 22"/>
                  <a:gd name="T19" fmla="*/ 0 h 24"/>
                  <a:gd name="T20" fmla="*/ 6 w 22"/>
                  <a:gd name="T21" fmla="*/ 0 h 24"/>
                  <a:gd name="T22" fmla="*/ 8 w 22"/>
                  <a:gd name="T23" fmla="*/ 1 h 24"/>
                  <a:gd name="T24" fmla="*/ 10 w 22"/>
                  <a:gd name="T25" fmla="*/ 2 h 24"/>
                  <a:gd name="T26" fmla="*/ 11 w 22"/>
                  <a:gd name="T27" fmla="*/ 4 h 24"/>
                  <a:gd name="T28" fmla="*/ 11 w 22"/>
                  <a:gd name="T29" fmla="*/ 7 h 24"/>
                  <a:gd name="T30" fmla="*/ 11 w 22"/>
                  <a:gd name="T31" fmla="*/ 10 h 24"/>
                  <a:gd name="T32" fmla="*/ 11 w 22"/>
                  <a:gd name="T33" fmla="*/ 12 h 24"/>
                  <a:gd name="T34" fmla="*/ 9 w 22"/>
                  <a:gd name="T35" fmla="*/ 12 h 24"/>
                  <a:gd name="T36" fmla="*/ 7 w 22"/>
                  <a:gd name="T37" fmla="*/ 12 h 24"/>
                  <a:gd name="T38" fmla="*/ 6 w 22"/>
                  <a:gd name="T39" fmla="*/ 12 h 24"/>
                  <a:gd name="T40" fmla="*/ 5 w 22"/>
                  <a:gd name="T41" fmla="*/ 13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 h="24">
                    <a:moveTo>
                      <a:pt x="9" y="24"/>
                    </a:moveTo>
                    <a:lnTo>
                      <a:pt x="9" y="21"/>
                    </a:lnTo>
                    <a:lnTo>
                      <a:pt x="10" y="18"/>
                    </a:lnTo>
                    <a:lnTo>
                      <a:pt x="10" y="16"/>
                    </a:lnTo>
                    <a:lnTo>
                      <a:pt x="10" y="15"/>
                    </a:lnTo>
                    <a:lnTo>
                      <a:pt x="9" y="12"/>
                    </a:lnTo>
                    <a:lnTo>
                      <a:pt x="6" y="8"/>
                    </a:lnTo>
                    <a:lnTo>
                      <a:pt x="2" y="5"/>
                    </a:lnTo>
                    <a:lnTo>
                      <a:pt x="0" y="1"/>
                    </a:lnTo>
                    <a:lnTo>
                      <a:pt x="5" y="0"/>
                    </a:lnTo>
                    <a:lnTo>
                      <a:pt x="12" y="0"/>
                    </a:lnTo>
                    <a:lnTo>
                      <a:pt x="16" y="1"/>
                    </a:lnTo>
                    <a:lnTo>
                      <a:pt x="20" y="3"/>
                    </a:lnTo>
                    <a:lnTo>
                      <a:pt x="21" y="7"/>
                    </a:lnTo>
                    <a:lnTo>
                      <a:pt x="22" y="13"/>
                    </a:lnTo>
                    <a:lnTo>
                      <a:pt x="22" y="18"/>
                    </a:lnTo>
                    <a:lnTo>
                      <a:pt x="21" y="23"/>
                    </a:lnTo>
                    <a:lnTo>
                      <a:pt x="17" y="22"/>
                    </a:lnTo>
                    <a:lnTo>
                      <a:pt x="14" y="22"/>
                    </a:lnTo>
                    <a:lnTo>
                      <a:pt x="12" y="23"/>
                    </a:lnTo>
                    <a:lnTo>
                      <a:pt x="9" y="24"/>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3" name="Freeform 114">
                <a:extLst>
                  <a:ext uri="{FF2B5EF4-FFF2-40B4-BE49-F238E27FC236}">
                    <a16:creationId xmlns:a16="http://schemas.microsoft.com/office/drawing/2014/main" id="{205F1688-4421-4449-B4EF-78923D95FA60}"/>
                  </a:ext>
                </a:extLst>
              </p:cNvPr>
              <p:cNvSpPr>
                <a:spLocks/>
              </p:cNvSpPr>
              <p:nvPr/>
            </p:nvSpPr>
            <p:spPr bwMode="auto">
              <a:xfrm>
                <a:off x="4486" y="2997"/>
                <a:ext cx="17" cy="21"/>
              </a:xfrm>
              <a:custGeom>
                <a:avLst/>
                <a:gdLst>
                  <a:gd name="T0" fmla="*/ 17 w 29"/>
                  <a:gd name="T1" fmla="*/ 0 h 38"/>
                  <a:gd name="T2" fmla="*/ 14 w 29"/>
                  <a:gd name="T3" fmla="*/ 5 h 38"/>
                  <a:gd name="T4" fmla="*/ 11 w 29"/>
                  <a:gd name="T5" fmla="*/ 11 h 38"/>
                  <a:gd name="T6" fmla="*/ 8 w 29"/>
                  <a:gd name="T7" fmla="*/ 17 h 38"/>
                  <a:gd name="T8" fmla="*/ 6 w 29"/>
                  <a:gd name="T9" fmla="*/ 21 h 38"/>
                  <a:gd name="T10" fmla="*/ 6 w 29"/>
                  <a:gd name="T11" fmla="*/ 17 h 38"/>
                  <a:gd name="T12" fmla="*/ 5 w 29"/>
                  <a:gd name="T13" fmla="*/ 14 h 38"/>
                  <a:gd name="T14" fmla="*/ 2 w 29"/>
                  <a:gd name="T15" fmla="*/ 12 h 38"/>
                  <a:gd name="T16" fmla="*/ 0 w 29"/>
                  <a:gd name="T17" fmla="*/ 9 h 38"/>
                  <a:gd name="T18" fmla="*/ 4 w 29"/>
                  <a:gd name="T19" fmla="*/ 9 h 38"/>
                  <a:gd name="T20" fmla="*/ 9 w 29"/>
                  <a:gd name="T21" fmla="*/ 7 h 38"/>
                  <a:gd name="T22" fmla="*/ 13 w 29"/>
                  <a:gd name="T23" fmla="*/ 3 h 38"/>
                  <a:gd name="T24" fmla="*/ 17 w 29"/>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38">
                    <a:moveTo>
                      <a:pt x="29" y="0"/>
                    </a:moveTo>
                    <a:lnTo>
                      <a:pt x="24" y="9"/>
                    </a:lnTo>
                    <a:lnTo>
                      <a:pt x="18" y="20"/>
                    </a:lnTo>
                    <a:lnTo>
                      <a:pt x="14" y="30"/>
                    </a:lnTo>
                    <a:lnTo>
                      <a:pt x="11" y="38"/>
                    </a:lnTo>
                    <a:lnTo>
                      <a:pt x="10" y="31"/>
                    </a:lnTo>
                    <a:lnTo>
                      <a:pt x="8" y="25"/>
                    </a:lnTo>
                    <a:lnTo>
                      <a:pt x="3" y="21"/>
                    </a:lnTo>
                    <a:lnTo>
                      <a:pt x="0" y="17"/>
                    </a:lnTo>
                    <a:lnTo>
                      <a:pt x="7" y="16"/>
                    </a:lnTo>
                    <a:lnTo>
                      <a:pt x="15" y="12"/>
                    </a:lnTo>
                    <a:lnTo>
                      <a:pt x="23" y="6"/>
                    </a:lnTo>
                    <a:lnTo>
                      <a:pt x="2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4" name="Freeform 115">
                <a:extLst>
                  <a:ext uri="{FF2B5EF4-FFF2-40B4-BE49-F238E27FC236}">
                    <a16:creationId xmlns:a16="http://schemas.microsoft.com/office/drawing/2014/main" id="{40683D5E-9A90-4607-BEBF-F739D9A1CD65}"/>
                  </a:ext>
                </a:extLst>
              </p:cNvPr>
              <p:cNvSpPr>
                <a:spLocks/>
              </p:cNvSpPr>
              <p:nvPr/>
            </p:nvSpPr>
            <p:spPr bwMode="auto">
              <a:xfrm>
                <a:off x="4473" y="3003"/>
                <a:ext cx="51" cy="29"/>
              </a:xfrm>
              <a:custGeom>
                <a:avLst/>
                <a:gdLst>
                  <a:gd name="T0" fmla="*/ 20 w 94"/>
                  <a:gd name="T1" fmla="*/ 25 h 53"/>
                  <a:gd name="T2" fmla="*/ 21 w 94"/>
                  <a:gd name="T3" fmla="*/ 22 h 53"/>
                  <a:gd name="T4" fmla="*/ 22 w 94"/>
                  <a:gd name="T5" fmla="*/ 19 h 53"/>
                  <a:gd name="T6" fmla="*/ 22 w 94"/>
                  <a:gd name="T7" fmla="*/ 16 h 53"/>
                  <a:gd name="T8" fmla="*/ 22 w 94"/>
                  <a:gd name="T9" fmla="*/ 14 h 53"/>
                  <a:gd name="T10" fmla="*/ 24 w 94"/>
                  <a:gd name="T11" fmla="*/ 14 h 53"/>
                  <a:gd name="T12" fmla="*/ 28 w 94"/>
                  <a:gd name="T13" fmla="*/ 13 h 53"/>
                  <a:gd name="T14" fmla="*/ 32 w 94"/>
                  <a:gd name="T15" fmla="*/ 10 h 53"/>
                  <a:gd name="T16" fmla="*/ 36 w 94"/>
                  <a:gd name="T17" fmla="*/ 9 h 53"/>
                  <a:gd name="T18" fmla="*/ 41 w 94"/>
                  <a:gd name="T19" fmla="*/ 8 h 53"/>
                  <a:gd name="T20" fmla="*/ 46 w 94"/>
                  <a:gd name="T21" fmla="*/ 6 h 53"/>
                  <a:gd name="T22" fmla="*/ 49 w 94"/>
                  <a:gd name="T23" fmla="*/ 5 h 53"/>
                  <a:gd name="T24" fmla="*/ 51 w 94"/>
                  <a:gd name="T25" fmla="*/ 4 h 53"/>
                  <a:gd name="T26" fmla="*/ 49 w 94"/>
                  <a:gd name="T27" fmla="*/ 0 h 53"/>
                  <a:gd name="T28" fmla="*/ 47 w 94"/>
                  <a:gd name="T29" fmla="*/ 1 h 53"/>
                  <a:gd name="T30" fmla="*/ 41 w 94"/>
                  <a:gd name="T31" fmla="*/ 2 h 53"/>
                  <a:gd name="T32" fmla="*/ 35 w 94"/>
                  <a:gd name="T33" fmla="*/ 5 h 53"/>
                  <a:gd name="T34" fmla="*/ 28 w 94"/>
                  <a:gd name="T35" fmla="*/ 7 h 53"/>
                  <a:gd name="T36" fmla="*/ 22 w 94"/>
                  <a:gd name="T37" fmla="*/ 9 h 53"/>
                  <a:gd name="T38" fmla="*/ 16 w 94"/>
                  <a:gd name="T39" fmla="*/ 11 h 53"/>
                  <a:gd name="T40" fmla="*/ 11 w 94"/>
                  <a:gd name="T41" fmla="*/ 13 h 53"/>
                  <a:gd name="T42" fmla="*/ 8 w 94"/>
                  <a:gd name="T43" fmla="*/ 13 h 53"/>
                  <a:gd name="T44" fmla="*/ 7 w 94"/>
                  <a:gd name="T45" fmla="*/ 10 h 53"/>
                  <a:gd name="T46" fmla="*/ 6 w 94"/>
                  <a:gd name="T47" fmla="*/ 8 h 53"/>
                  <a:gd name="T48" fmla="*/ 5 w 94"/>
                  <a:gd name="T49" fmla="*/ 4 h 53"/>
                  <a:gd name="T50" fmla="*/ 5 w 94"/>
                  <a:gd name="T51" fmla="*/ 2 h 53"/>
                  <a:gd name="T52" fmla="*/ 3 w 94"/>
                  <a:gd name="T53" fmla="*/ 1 h 53"/>
                  <a:gd name="T54" fmla="*/ 2 w 94"/>
                  <a:gd name="T55" fmla="*/ 2 h 53"/>
                  <a:gd name="T56" fmla="*/ 1 w 94"/>
                  <a:gd name="T57" fmla="*/ 2 h 53"/>
                  <a:gd name="T58" fmla="*/ 0 w 94"/>
                  <a:gd name="T59" fmla="*/ 4 h 53"/>
                  <a:gd name="T60" fmla="*/ 1 w 94"/>
                  <a:gd name="T61" fmla="*/ 6 h 53"/>
                  <a:gd name="T62" fmla="*/ 2 w 94"/>
                  <a:gd name="T63" fmla="*/ 9 h 53"/>
                  <a:gd name="T64" fmla="*/ 3 w 94"/>
                  <a:gd name="T65" fmla="*/ 14 h 53"/>
                  <a:gd name="T66" fmla="*/ 5 w 94"/>
                  <a:gd name="T67" fmla="*/ 18 h 53"/>
                  <a:gd name="T68" fmla="*/ 7 w 94"/>
                  <a:gd name="T69" fmla="*/ 21 h 53"/>
                  <a:gd name="T70" fmla="*/ 10 w 94"/>
                  <a:gd name="T71" fmla="*/ 25 h 53"/>
                  <a:gd name="T72" fmla="*/ 14 w 94"/>
                  <a:gd name="T73" fmla="*/ 27 h 53"/>
                  <a:gd name="T74" fmla="*/ 19 w 94"/>
                  <a:gd name="T75" fmla="*/ 29 h 53"/>
                  <a:gd name="T76" fmla="*/ 20 w 94"/>
                  <a:gd name="T77" fmla="*/ 27 h 53"/>
                  <a:gd name="T78" fmla="*/ 20 w 94"/>
                  <a:gd name="T79" fmla="*/ 27 h 53"/>
                  <a:gd name="T80" fmla="*/ 20 w 94"/>
                  <a:gd name="T81" fmla="*/ 26 h 53"/>
                  <a:gd name="T82" fmla="*/ 20 w 94"/>
                  <a:gd name="T83" fmla="*/ 25 h 53"/>
                  <a:gd name="T84" fmla="*/ 18 w 94"/>
                  <a:gd name="T85" fmla="*/ 24 h 53"/>
                  <a:gd name="T86" fmla="*/ 15 w 94"/>
                  <a:gd name="T87" fmla="*/ 22 h 53"/>
                  <a:gd name="T88" fmla="*/ 12 w 94"/>
                  <a:gd name="T89" fmla="*/ 19 h 53"/>
                  <a:gd name="T90" fmla="*/ 11 w 94"/>
                  <a:gd name="T91" fmla="*/ 18 h 53"/>
                  <a:gd name="T92" fmla="*/ 14 w 94"/>
                  <a:gd name="T93" fmla="*/ 17 h 53"/>
                  <a:gd name="T94" fmla="*/ 15 w 94"/>
                  <a:gd name="T95" fmla="*/ 16 h 53"/>
                  <a:gd name="T96" fmla="*/ 17 w 94"/>
                  <a:gd name="T97" fmla="*/ 16 h 53"/>
                  <a:gd name="T98" fmla="*/ 18 w 94"/>
                  <a:gd name="T99" fmla="*/ 15 h 53"/>
                  <a:gd name="T100" fmla="*/ 19 w 94"/>
                  <a:gd name="T101" fmla="*/ 17 h 53"/>
                  <a:gd name="T102" fmla="*/ 19 w 94"/>
                  <a:gd name="T103" fmla="*/ 19 h 53"/>
                  <a:gd name="T104" fmla="*/ 18 w 94"/>
                  <a:gd name="T105" fmla="*/ 22 h 53"/>
                  <a:gd name="T106" fmla="*/ 18 w 94"/>
                  <a:gd name="T107" fmla="*/ 24 h 53"/>
                  <a:gd name="T108" fmla="*/ 20 w 94"/>
                  <a:gd name="T109" fmla="*/ 25 h 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4" h="53">
                    <a:moveTo>
                      <a:pt x="37" y="45"/>
                    </a:moveTo>
                    <a:lnTo>
                      <a:pt x="38" y="41"/>
                    </a:lnTo>
                    <a:lnTo>
                      <a:pt x="41" y="35"/>
                    </a:lnTo>
                    <a:lnTo>
                      <a:pt x="41" y="30"/>
                    </a:lnTo>
                    <a:lnTo>
                      <a:pt x="41" y="26"/>
                    </a:lnTo>
                    <a:lnTo>
                      <a:pt x="44" y="25"/>
                    </a:lnTo>
                    <a:lnTo>
                      <a:pt x="51" y="23"/>
                    </a:lnTo>
                    <a:lnTo>
                      <a:pt x="59" y="19"/>
                    </a:lnTo>
                    <a:lnTo>
                      <a:pt x="67" y="17"/>
                    </a:lnTo>
                    <a:lnTo>
                      <a:pt x="76" y="14"/>
                    </a:lnTo>
                    <a:lnTo>
                      <a:pt x="85" y="11"/>
                    </a:lnTo>
                    <a:lnTo>
                      <a:pt x="90" y="9"/>
                    </a:lnTo>
                    <a:lnTo>
                      <a:pt x="94" y="8"/>
                    </a:lnTo>
                    <a:lnTo>
                      <a:pt x="91" y="0"/>
                    </a:lnTo>
                    <a:lnTo>
                      <a:pt x="86" y="2"/>
                    </a:lnTo>
                    <a:lnTo>
                      <a:pt x="76" y="4"/>
                    </a:lnTo>
                    <a:lnTo>
                      <a:pt x="65" y="9"/>
                    </a:lnTo>
                    <a:lnTo>
                      <a:pt x="52" y="12"/>
                    </a:lnTo>
                    <a:lnTo>
                      <a:pt x="40" y="17"/>
                    </a:lnTo>
                    <a:lnTo>
                      <a:pt x="29" y="20"/>
                    </a:lnTo>
                    <a:lnTo>
                      <a:pt x="20" y="23"/>
                    </a:lnTo>
                    <a:lnTo>
                      <a:pt x="15" y="24"/>
                    </a:lnTo>
                    <a:lnTo>
                      <a:pt x="13" y="19"/>
                    </a:lnTo>
                    <a:lnTo>
                      <a:pt x="11" y="14"/>
                    </a:lnTo>
                    <a:lnTo>
                      <a:pt x="10" y="8"/>
                    </a:lnTo>
                    <a:lnTo>
                      <a:pt x="9" y="3"/>
                    </a:lnTo>
                    <a:lnTo>
                      <a:pt x="6" y="2"/>
                    </a:lnTo>
                    <a:lnTo>
                      <a:pt x="4" y="3"/>
                    </a:lnTo>
                    <a:lnTo>
                      <a:pt x="2" y="4"/>
                    </a:lnTo>
                    <a:lnTo>
                      <a:pt x="0" y="7"/>
                    </a:lnTo>
                    <a:lnTo>
                      <a:pt x="2" y="11"/>
                    </a:lnTo>
                    <a:lnTo>
                      <a:pt x="3" y="17"/>
                    </a:lnTo>
                    <a:lnTo>
                      <a:pt x="5" y="25"/>
                    </a:lnTo>
                    <a:lnTo>
                      <a:pt x="9" y="32"/>
                    </a:lnTo>
                    <a:lnTo>
                      <a:pt x="13" y="39"/>
                    </a:lnTo>
                    <a:lnTo>
                      <a:pt x="19" y="45"/>
                    </a:lnTo>
                    <a:lnTo>
                      <a:pt x="26" y="50"/>
                    </a:lnTo>
                    <a:lnTo>
                      <a:pt x="35" y="53"/>
                    </a:lnTo>
                    <a:lnTo>
                      <a:pt x="37" y="50"/>
                    </a:lnTo>
                    <a:lnTo>
                      <a:pt x="37" y="49"/>
                    </a:lnTo>
                    <a:lnTo>
                      <a:pt x="37" y="47"/>
                    </a:lnTo>
                    <a:lnTo>
                      <a:pt x="37" y="45"/>
                    </a:lnTo>
                    <a:lnTo>
                      <a:pt x="33" y="43"/>
                    </a:lnTo>
                    <a:lnTo>
                      <a:pt x="27" y="40"/>
                    </a:lnTo>
                    <a:lnTo>
                      <a:pt x="22" y="35"/>
                    </a:lnTo>
                    <a:lnTo>
                      <a:pt x="20" y="32"/>
                    </a:lnTo>
                    <a:lnTo>
                      <a:pt x="25" y="31"/>
                    </a:lnTo>
                    <a:lnTo>
                      <a:pt x="28" y="30"/>
                    </a:lnTo>
                    <a:lnTo>
                      <a:pt x="32" y="29"/>
                    </a:lnTo>
                    <a:lnTo>
                      <a:pt x="34" y="27"/>
                    </a:lnTo>
                    <a:lnTo>
                      <a:pt x="35" y="31"/>
                    </a:lnTo>
                    <a:lnTo>
                      <a:pt x="35" y="35"/>
                    </a:lnTo>
                    <a:lnTo>
                      <a:pt x="34" y="40"/>
                    </a:lnTo>
                    <a:lnTo>
                      <a:pt x="33" y="43"/>
                    </a:lnTo>
                    <a:lnTo>
                      <a:pt x="37" y="4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5" name="Freeform 116">
                <a:extLst>
                  <a:ext uri="{FF2B5EF4-FFF2-40B4-BE49-F238E27FC236}">
                    <a16:creationId xmlns:a16="http://schemas.microsoft.com/office/drawing/2014/main" id="{EB50F556-4FF4-401A-B974-DD95E3FE4D19}"/>
                  </a:ext>
                </a:extLst>
              </p:cNvPr>
              <p:cNvSpPr>
                <a:spLocks/>
              </p:cNvSpPr>
              <p:nvPr/>
            </p:nvSpPr>
            <p:spPr bwMode="auto">
              <a:xfrm>
                <a:off x="3373" y="3238"/>
                <a:ext cx="1475" cy="363"/>
              </a:xfrm>
              <a:custGeom>
                <a:avLst/>
                <a:gdLst>
                  <a:gd name="T0" fmla="*/ 1072 w 2700"/>
                  <a:gd name="T1" fmla="*/ 0 h 663"/>
                  <a:gd name="T2" fmla="*/ 1475 w 2700"/>
                  <a:gd name="T3" fmla="*/ 363 h 663"/>
                  <a:gd name="T4" fmla="*/ 279 w 2700"/>
                  <a:gd name="T5" fmla="*/ 363 h 663"/>
                  <a:gd name="T6" fmla="*/ 80 w 2700"/>
                  <a:gd name="T7" fmla="*/ 363 h 663"/>
                  <a:gd name="T8" fmla="*/ 0 w 2700"/>
                  <a:gd name="T9" fmla="*/ 363 h 663"/>
                  <a:gd name="T10" fmla="*/ 477 w 2700"/>
                  <a:gd name="T11" fmla="*/ 0 h 663"/>
                  <a:gd name="T12" fmla="*/ 1072 w 2700"/>
                  <a:gd name="T13" fmla="*/ 0 h 6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00" h="663">
                    <a:moveTo>
                      <a:pt x="1962" y="0"/>
                    </a:moveTo>
                    <a:lnTo>
                      <a:pt x="2700" y="663"/>
                    </a:lnTo>
                    <a:lnTo>
                      <a:pt x="510" y="663"/>
                    </a:lnTo>
                    <a:lnTo>
                      <a:pt x="147" y="663"/>
                    </a:lnTo>
                    <a:lnTo>
                      <a:pt x="0" y="663"/>
                    </a:lnTo>
                    <a:lnTo>
                      <a:pt x="874" y="0"/>
                    </a:lnTo>
                    <a:lnTo>
                      <a:pt x="1962"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6" name="Freeform 117">
                <a:extLst>
                  <a:ext uri="{FF2B5EF4-FFF2-40B4-BE49-F238E27FC236}">
                    <a16:creationId xmlns:a16="http://schemas.microsoft.com/office/drawing/2014/main" id="{F2D4E3B3-A572-42B6-8532-143D324A52F5}"/>
                  </a:ext>
                </a:extLst>
              </p:cNvPr>
              <p:cNvSpPr>
                <a:spLocks/>
              </p:cNvSpPr>
              <p:nvPr/>
            </p:nvSpPr>
            <p:spPr bwMode="auto">
              <a:xfrm>
                <a:off x="4139" y="3350"/>
                <a:ext cx="296" cy="114"/>
              </a:xfrm>
              <a:custGeom>
                <a:avLst/>
                <a:gdLst>
                  <a:gd name="T0" fmla="*/ 296 w 542"/>
                  <a:gd name="T1" fmla="*/ 5 h 211"/>
                  <a:gd name="T2" fmla="*/ 222 w 542"/>
                  <a:gd name="T3" fmla="*/ 114 h 211"/>
                  <a:gd name="T4" fmla="*/ 0 w 542"/>
                  <a:gd name="T5" fmla="*/ 57 h 211"/>
                  <a:gd name="T6" fmla="*/ 7 w 542"/>
                  <a:gd name="T7" fmla="*/ 44 h 211"/>
                  <a:gd name="T8" fmla="*/ 213 w 542"/>
                  <a:gd name="T9" fmla="*/ 97 h 211"/>
                  <a:gd name="T10" fmla="*/ 279 w 542"/>
                  <a:gd name="T11" fmla="*/ 0 h 211"/>
                  <a:gd name="T12" fmla="*/ 296 w 542"/>
                  <a:gd name="T13" fmla="*/ 5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2" h="211">
                    <a:moveTo>
                      <a:pt x="542" y="9"/>
                    </a:moveTo>
                    <a:lnTo>
                      <a:pt x="406" y="211"/>
                    </a:lnTo>
                    <a:lnTo>
                      <a:pt x="0" y="105"/>
                    </a:lnTo>
                    <a:lnTo>
                      <a:pt x="12" y="82"/>
                    </a:lnTo>
                    <a:lnTo>
                      <a:pt x="390" y="180"/>
                    </a:lnTo>
                    <a:lnTo>
                      <a:pt x="511" y="0"/>
                    </a:lnTo>
                    <a:lnTo>
                      <a:pt x="542"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7" name="Freeform 118">
                <a:extLst>
                  <a:ext uri="{FF2B5EF4-FFF2-40B4-BE49-F238E27FC236}">
                    <a16:creationId xmlns:a16="http://schemas.microsoft.com/office/drawing/2014/main" id="{9FBD75D1-8049-431D-A139-113FE4A2FDD2}"/>
                  </a:ext>
                </a:extLst>
              </p:cNvPr>
              <p:cNvSpPr>
                <a:spLocks/>
              </p:cNvSpPr>
              <p:nvPr/>
            </p:nvSpPr>
            <p:spPr bwMode="auto">
              <a:xfrm>
                <a:off x="3734" y="3301"/>
                <a:ext cx="310" cy="106"/>
              </a:xfrm>
              <a:custGeom>
                <a:avLst/>
                <a:gdLst>
                  <a:gd name="T0" fmla="*/ 305 w 569"/>
                  <a:gd name="T1" fmla="*/ 0 h 195"/>
                  <a:gd name="T2" fmla="*/ 310 w 569"/>
                  <a:gd name="T3" fmla="*/ 1 h 195"/>
                  <a:gd name="T4" fmla="*/ 302 w 569"/>
                  <a:gd name="T5" fmla="*/ 13 h 195"/>
                  <a:gd name="T6" fmla="*/ 308 w 569"/>
                  <a:gd name="T7" fmla="*/ 14 h 195"/>
                  <a:gd name="T8" fmla="*/ 247 w 569"/>
                  <a:gd name="T9" fmla="*/ 106 h 195"/>
                  <a:gd name="T10" fmla="*/ 0 w 569"/>
                  <a:gd name="T11" fmla="*/ 55 h 195"/>
                  <a:gd name="T12" fmla="*/ 10 w 569"/>
                  <a:gd name="T13" fmla="*/ 47 h 195"/>
                  <a:gd name="T14" fmla="*/ 243 w 569"/>
                  <a:gd name="T15" fmla="*/ 95 h 195"/>
                  <a:gd name="T16" fmla="*/ 305 w 569"/>
                  <a:gd name="T17" fmla="*/ 0 h 1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9" h="195">
                    <a:moveTo>
                      <a:pt x="560" y="0"/>
                    </a:moveTo>
                    <a:lnTo>
                      <a:pt x="569" y="2"/>
                    </a:lnTo>
                    <a:lnTo>
                      <a:pt x="555" y="23"/>
                    </a:lnTo>
                    <a:lnTo>
                      <a:pt x="566" y="25"/>
                    </a:lnTo>
                    <a:lnTo>
                      <a:pt x="454" y="195"/>
                    </a:lnTo>
                    <a:lnTo>
                      <a:pt x="0" y="101"/>
                    </a:lnTo>
                    <a:lnTo>
                      <a:pt x="18" y="87"/>
                    </a:lnTo>
                    <a:lnTo>
                      <a:pt x="446" y="174"/>
                    </a:lnTo>
                    <a:lnTo>
                      <a:pt x="56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8" name="Freeform 119">
                <a:extLst>
                  <a:ext uri="{FF2B5EF4-FFF2-40B4-BE49-F238E27FC236}">
                    <a16:creationId xmlns:a16="http://schemas.microsoft.com/office/drawing/2014/main" id="{EFC2EF9F-5AD3-4769-918E-8DCCAC73BDA0}"/>
                  </a:ext>
                </a:extLst>
              </p:cNvPr>
              <p:cNvSpPr>
                <a:spLocks/>
              </p:cNvSpPr>
              <p:nvPr/>
            </p:nvSpPr>
            <p:spPr bwMode="auto">
              <a:xfrm>
                <a:off x="4377" y="3247"/>
                <a:ext cx="131" cy="75"/>
              </a:xfrm>
              <a:custGeom>
                <a:avLst/>
                <a:gdLst>
                  <a:gd name="T0" fmla="*/ 131 w 240"/>
                  <a:gd name="T1" fmla="*/ 70 h 138"/>
                  <a:gd name="T2" fmla="*/ 130 w 240"/>
                  <a:gd name="T3" fmla="*/ 57 h 138"/>
                  <a:gd name="T4" fmla="*/ 130 w 240"/>
                  <a:gd name="T5" fmla="*/ 46 h 138"/>
                  <a:gd name="T6" fmla="*/ 130 w 240"/>
                  <a:gd name="T7" fmla="*/ 39 h 138"/>
                  <a:gd name="T8" fmla="*/ 129 w 240"/>
                  <a:gd name="T9" fmla="*/ 37 h 138"/>
                  <a:gd name="T10" fmla="*/ 126 w 240"/>
                  <a:gd name="T11" fmla="*/ 35 h 138"/>
                  <a:gd name="T12" fmla="*/ 123 w 240"/>
                  <a:gd name="T13" fmla="*/ 34 h 138"/>
                  <a:gd name="T14" fmla="*/ 120 w 240"/>
                  <a:gd name="T15" fmla="*/ 33 h 138"/>
                  <a:gd name="T16" fmla="*/ 115 w 240"/>
                  <a:gd name="T17" fmla="*/ 29 h 138"/>
                  <a:gd name="T18" fmla="*/ 103 w 240"/>
                  <a:gd name="T19" fmla="*/ 21 h 138"/>
                  <a:gd name="T20" fmla="*/ 91 w 240"/>
                  <a:gd name="T21" fmla="*/ 13 h 138"/>
                  <a:gd name="T22" fmla="*/ 82 w 240"/>
                  <a:gd name="T23" fmla="*/ 7 h 138"/>
                  <a:gd name="T24" fmla="*/ 78 w 240"/>
                  <a:gd name="T25" fmla="*/ 3 h 138"/>
                  <a:gd name="T26" fmla="*/ 69 w 240"/>
                  <a:gd name="T27" fmla="*/ 0 h 138"/>
                  <a:gd name="T28" fmla="*/ 61 w 240"/>
                  <a:gd name="T29" fmla="*/ 1 h 138"/>
                  <a:gd name="T30" fmla="*/ 52 w 240"/>
                  <a:gd name="T31" fmla="*/ 2 h 138"/>
                  <a:gd name="T32" fmla="*/ 44 w 240"/>
                  <a:gd name="T33" fmla="*/ 4 h 138"/>
                  <a:gd name="T34" fmla="*/ 37 w 240"/>
                  <a:gd name="T35" fmla="*/ 4 h 138"/>
                  <a:gd name="T36" fmla="*/ 30 w 240"/>
                  <a:gd name="T37" fmla="*/ 5 h 138"/>
                  <a:gd name="T38" fmla="*/ 20 w 240"/>
                  <a:gd name="T39" fmla="*/ 7 h 138"/>
                  <a:gd name="T40" fmla="*/ 15 w 240"/>
                  <a:gd name="T41" fmla="*/ 13 h 138"/>
                  <a:gd name="T42" fmla="*/ 10 w 240"/>
                  <a:gd name="T43" fmla="*/ 25 h 138"/>
                  <a:gd name="T44" fmla="*/ 4 w 240"/>
                  <a:gd name="T45" fmla="*/ 34 h 138"/>
                  <a:gd name="T46" fmla="*/ 0 w 240"/>
                  <a:gd name="T47" fmla="*/ 46 h 138"/>
                  <a:gd name="T48" fmla="*/ 4 w 240"/>
                  <a:gd name="T49" fmla="*/ 49 h 138"/>
                  <a:gd name="T50" fmla="*/ 8 w 240"/>
                  <a:gd name="T51" fmla="*/ 49 h 138"/>
                  <a:gd name="T52" fmla="*/ 13 w 240"/>
                  <a:gd name="T53" fmla="*/ 52 h 138"/>
                  <a:gd name="T54" fmla="*/ 19 w 240"/>
                  <a:gd name="T55" fmla="*/ 59 h 138"/>
                  <a:gd name="T56" fmla="*/ 22 w 240"/>
                  <a:gd name="T57" fmla="*/ 60 h 138"/>
                  <a:gd name="T58" fmla="*/ 25 w 240"/>
                  <a:gd name="T59" fmla="*/ 57 h 138"/>
                  <a:gd name="T60" fmla="*/ 24 w 240"/>
                  <a:gd name="T61" fmla="*/ 52 h 138"/>
                  <a:gd name="T62" fmla="*/ 24 w 240"/>
                  <a:gd name="T63" fmla="*/ 50 h 138"/>
                  <a:gd name="T64" fmla="*/ 26 w 240"/>
                  <a:gd name="T65" fmla="*/ 50 h 138"/>
                  <a:gd name="T66" fmla="*/ 32 w 240"/>
                  <a:gd name="T67" fmla="*/ 53 h 138"/>
                  <a:gd name="T68" fmla="*/ 37 w 240"/>
                  <a:gd name="T69" fmla="*/ 52 h 138"/>
                  <a:gd name="T70" fmla="*/ 39 w 240"/>
                  <a:gd name="T71" fmla="*/ 54 h 138"/>
                  <a:gd name="T72" fmla="*/ 41 w 240"/>
                  <a:gd name="T73" fmla="*/ 54 h 138"/>
                  <a:gd name="T74" fmla="*/ 43 w 240"/>
                  <a:gd name="T75" fmla="*/ 51 h 138"/>
                  <a:gd name="T76" fmla="*/ 45 w 240"/>
                  <a:gd name="T77" fmla="*/ 50 h 138"/>
                  <a:gd name="T78" fmla="*/ 51 w 240"/>
                  <a:gd name="T79" fmla="*/ 51 h 138"/>
                  <a:gd name="T80" fmla="*/ 57 w 240"/>
                  <a:gd name="T81" fmla="*/ 51 h 138"/>
                  <a:gd name="T82" fmla="*/ 63 w 240"/>
                  <a:gd name="T83" fmla="*/ 51 h 138"/>
                  <a:gd name="T84" fmla="*/ 68 w 240"/>
                  <a:gd name="T85" fmla="*/ 51 h 138"/>
                  <a:gd name="T86" fmla="*/ 73 w 240"/>
                  <a:gd name="T87" fmla="*/ 51 h 138"/>
                  <a:gd name="T88" fmla="*/ 75 w 240"/>
                  <a:gd name="T89" fmla="*/ 52 h 138"/>
                  <a:gd name="T90" fmla="*/ 81 w 240"/>
                  <a:gd name="T91" fmla="*/ 57 h 138"/>
                  <a:gd name="T92" fmla="*/ 88 w 240"/>
                  <a:gd name="T93" fmla="*/ 63 h 138"/>
                  <a:gd name="T94" fmla="*/ 95 w 240"/>
                  <a:gd name="T95" fmla="*/ 67 h 138"/>
                  <a:gd name="T96" fmla="*/ 99 w 240"/>
                  <a:gd name="T97" fmla="*/ 68 h 138"/>
                  <a:gd name="T98" fmla="*/ 107 w 240"/>
                  <a:gd name="T99" fmla="*/ 70 h 138"/>
                  <a:gd name="T100" fmla="*/ 118 w 240"/>
                  <a:gd name="T101" fmla="*/ 72 h 138"/>
                  <a:gd name="T102" fmla="*/ 128 w 240"/>
                  <a:gd name="T103" fmla="*/ 74 h 13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40" h="138">
                    <a:moveTo>
                      <a:pt x="240" y="138"/>
                    </a:moveTo>
                    <a:lnTo>
                      <a:pt x="240" y="129"/>
                    </a:lnTo>
                    <a:lnTo>
                      <a:pt x="240" y="117"/>
                    </a:lnTo>
                    <a:lnTo>
                      <a:pt x="239" y="104"/>
                    </a:lnTo>
                    <a:lnTo>
                      <a:pt x="239" y="91"/>
                    </a:lnTo>
                    <a:lnTo>
                      <a:pt x="239" y="84"/>
                    </a:lnTo>
                    <a:lnTo>
                      <a:pt x="239" y="77"/>
                    </a:lnTo>
                    <a:lnTo>
                      <a:pt x="239" y="72"/>
                    </a:lnTo>
                    <a:lnTo>
                      <a:pt x="240" y="69"/>
                    </a:lnTo>
                    <a:lnTo>
                      <a:pt x="237" y="68"/>
                    </a:lnTo>
                    <a:lnTo>
                      <a:pt x="234" y="66"/>
                    </a:lnTo>
                    <a:lnTo>
                      <a:pt x="231" y="65"/>
                    </a:lnTo>
                    <a:lnTo>
                      <a:pt x="228" y="64"/>
                    </a:lnTo>
                    <a:lnTo>
                      <a:pt x="226" y="63"/>
                    </a:lnTo>
                    <a:lnTo>
                      <a:pt x="223" y="62"/>
                    </a:lnTo>
                    <a:lnTo>
                      <a:pt x="220" y="61"/>
                    </a:lnTo>
                    <a:lnTo>
                      <a:pt x="217" y="60"/>
                    </a:lnTo>
                    <a:lnTo>
                      <a:pt x="210" y="54"/>
                    </a:lnTo>
                    <a:lnTo>
                      <a:pt x="201" y="46"/>
                    </a:lnTo>
                    <a:lnTo>
                      <a:pt x="189" y="38"/>
                    </a:lnTo>
                    <a:lnTo>
                      <a:pt x="178" y="31"/>
                    </a:lnTo>
                    <a:lnTo>
                      <a:pt x="167" y="23"/>
                    </a:lnTo>
                    <a:lnTo>
                      <a:pt x="157" y="17"/>
                    </a:lnTo>
                    <a:lnTo>
                      <a:pt x="150" y="12"/>
                    </a:lnTo>
                    <a:lnTo>
                      <a:pt x="147" y="9"/>
                    </a:lnTo>
                    <a:lnTo>
                      <a:pt x="142" y="5"/>
                    </a:lnTo>
                    <a:lnTo>
                      <a:pt x="135" y="2"/>
                    </a:lnTo>
                    <a:lnTo>
                      <a:pt x="127" y="0"/>
                    </a:lnTo>
                    <a:lnTo>
                      <a:pt x="118" y="0"/>
                    </a:lnTo>
                    <a:lnTo>
                      <a:pt x="111" y="1"/>
                    </a:lnTo>
                    <a:lnTo>
                      <a:pt x="104" y="2"/>
                    </a:lnTo>
                    <a:lnTo>
                      <a:pt x="96" y="3"/>
                    </a:lnTo>
                    <a:lnTo>
                      <a:pt x="88" y="4"/>
                    </a:lnTo>
                    <a:lnTo>
                      <a:pt x="80" y="7"/>
                    </a:lnTo>
                    <a:lnTo>
                      <a:pt x="73" y="8"/>
                    </a:lnTo>
                    <a:lnTo>
                      <a:pt x="67" y="8"/>
                    </a:lnTo>
                    <a:lnTo>
                      <a:pt x="63" y="9"/>
                    </a:lnTo>
                    <a:lnTo>
                      <a:pt x="55" y="10"/>
                    </a:lnTo>
                    <a:lnTo>
                      <a:pt x="45" y="11"/>
                    </a:lnTo>
                    <a:lnTo>
                      <a:pt x="36" y="13"/>
                    </a:lnTo>
                    <a:lnTo>
                      <a:pt x="31" y="16"/>
                    </a:lnTo>
                    <a:lnTo>
                      <a:pt x="28" y="23"/>
                    </a:lnTo>
                    <a:lnTo>
                      <a:pt x="23" y="34"/>
                    </a:lnTo>
                    <a:lnTo>
                      <a:pt x="18" y="46"/>
                    </a:lnTo>
                    <a:lnTo>
                      <a:pt x="13" y="54"/>
                    </a:lnTo>
                    <a:lnTo>
                      <a:pt x="8" y="62"/>
                    </a:lnTo>
                    <a:lnTo>
                      <a:pt x="3" y="73"/>
                    </a:lnTo>
                    <a:lnTo>
                      <a:pt x="0" y="85"/>
                    </a:lnTo>
                    <a:lnTo>
                      <a:pt x="3" y="91"/>
                    </a:lnTo>
                    <a:lnTo>
                      <a:pt x="7" y="91"/>
                    </a:lnTo>
                    <a:lnTo>
                      <a:pt x="12" y="91"/>
                    </a:lnTo>
                    <a:lnTo>
                      <a:pt x="15" y="91"/>
                    </a:lnTo>
                    <a:lnTo>
                      <a:pt x="19" y="89"/>
                    </a:lnTo>
                    <a:lnTo>
                      <a:pt x="23" y="95"/>
                    </a:lnTo>
                    <a:lnTo>
                      <a:pt x="29" y="102"/>
                    </a:lnTo>
                    <a:lnTo>
                      <a:pt x="35" y="109"/>
                    </a:lnTo>
                    <a:lnTo>
                      <a:pt x="38" y="111"/>
                    </a:lnTo>
                    <a:lnTo>
                      <a:pt x="41" y="111"/>
                    </a:lnTo>
                    <a:lnTo>
                      <a:pt x="44" y="109"/>
                    </a:lnTo>
                    <a:lnTo>
                      <a:pt x="45" y="104"/>
                    </a:lnTo>
                    <a:lnTo>
                      <a:pt x="45" y="99"/>
                    </a:lnTo>
                    <a:lnTo>
                      <a:pt x="44" y="95"/>
                    </a:lnTo>
                    <a:lnTo>
                      <a:pt x="44" y="93"/>
                    </a:lnTo>
                    <a:lnTo>
                      <a:pt x="44" y="92"/>
                    </a:lnTo>
                    <a:lnTo>
                      <a:pt x="43" y="89"/>
                    </a:lnTo>
                    <a:lnTo>
                      <a:pt x="48" y="92"/>
                    </a:lnTo>
                    <a:lnTo>
                      <a:pt x="53" y="95"/>
                    </a:lnTo>
                    <a:lnTo>
                      <a:pt x="59" y="98"/>
                    </a:lnTo>
                    <a:lnTo>
                      <a:pt x="65" y="95"/>
                    </a:lnTo>
                    <a:lnTo>
                      <a:pt x="67" y="96"/>
                    </a:lnTo>
                    <a:lnTo>
                      <a:pt x="69" y="99"/>
                    </a:lnTo>
                    <a:lnTo>
                      <a:pt x="71" y="100"/>
                    </a:lnTo>
                    <a:lnTo>
                      <a:pt x="73" y="100"/>
                    </a:lnTo>
                    <a:lnTo>
                      <a:pt x="75" y="99"/>
                    </a:lnTo>
                    <a:lnTo>
                      <a:pt x="78" y="96"/>
                    </a:lnTo>
                    <a:lnTo>
                      <a:pt x="79" y="94"/>
                    </a:lnTo>
                    <a:lnTo>
                      <a:pt x="79" y="91"/>
                    </a:lnTo>
                    <a:lnTo>
                      <a:pt x="83" y="92"/>
                    </a:lnTo>
                    <a:lnTo>
                      <a:pt x="88" y="92"/>
                    </a:lnTo>
                    <a:lnTo>
                      <a:pt x="94" y="93"/>
                    </a:lnTo>
                    <a:lnTo>
                      <a:pt x="99" y="93"/>
                    </a:lnTo>
                    <a:lnTo>
                      <a:pt x="105" y="94"/>
                    </a:lnTo>
                    <a:lnTo>
                      <a:pt x="111" y="94"/>
                    </a:lnTo>
                    <a:lnTo>
                      <a:pt x="116" y="94"/>
                    </a:lnTo>
                    <a:lnTo>
                      <a:pt x="119" y="94"/>
                    </a:lnTo>
                    <a:lnTo>
                      <a:pt x="125" y="93"/>
                    </a:lnTo>
                    <a:lnTo>
                      <a:pt x="129" y="93"/>
                    </a:lnTo>
                    <a:lnTo>
                      <a:pt x="133" y="94"/>
                    </a:lnTo>
                    <a:lnTo>
                      <a:pt x="135" y="95"/>
                    </a:lnTo>
                    <a:lnTo>
                      <a:pt x="137" y="96"/>
                    </a:lnTo>
                    <a:lnTo>
                      <a:pt x="142" y="100"/>
                    </a:lnTo>
                    <a:lnTo>
                      <a:pt x="148" y="104"/>
                    </a:lnTo>
                    <a:lnTo>
                      <a:pt x="155" y="110"/>
                    </a:lnTo>
                    <a:lnTo>
                      <a:pt x="162" y="115"/>
                    </a:lnTo>
                    <a:lnTo>
                      <a:pt x="169" y="119"/>
                    </a:lnTo>
                    <a:lnTo>
                      <a:pt x="174" y="123"/>
                    </a:lnTo>
                    <a:lnTo>
                      <a:pt x="178" y="125"/>
                    </a:lnTo>
                    <a:lnTo>
                      <a:pt x="181" y="126"/>
                    </a:lnTo>
                    <a:lnTo>
                      <a:pt x="188" y="126"/>
                    </a:lnTo>
                    <a:lnTo>
                      <a:pt x="196" y="129"/>
                    </a:lnTo>
                    <a:lnTo>
                      <a:pt x="207" y="130"/>
                    </a:lnTo>
                    <a:lnTo>
                      <a:pt x="217" y="132"/>
                    </a:lnTo>
                    <a:lnTo>
                      <a:pt x="226" y="133"/>
                    </a:lnTo>
                    <a:lnTo>
                      <a:pt x="234" y="136"/>
                    </a:lnTo>
                    <a:lnTo>
                      <a:pt x="240" y="13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9" name="Freeform 120">
                <a:extLst>
                  <a:ext uri="{FF2B5EF4-FFF2-40B4-BE49-F238E27FC236}">
                    <a16:creationId xmlns:a16="http://schemas.microsoft.com/office/drawing/2014/main" id="{DA3FF15E-B22C-4AE2-B0C8-B66B04BC60FE}"/>
                  </a:ext>
                </a:extLst>
              </p:cNvPr>
              <p:cNvSpPr>
                <a:spLocks/>
              </p:cNvSpPr>
              <p:nvPr/>
            </p:nvSpPr>
            <p:spPr bwMode="auto">
              <a:xfrm>
                <a:off x="4238" y="3311"/>
                <a:ext cx="253" cy="89"/>
              </a:xfrm>
              <a:custGeom>
                <a:avLst/>
                <a:gdLst>
                  <a:gd name="T0" fmla="*/ 250 w 462"/>
                  <a:gd name="T1" fmla="*/ 17 h 163"/>
                  <a:gd name="T2" fmla="*/ 253 w 462"/>
                  <a:gd name="T3" fmla="*/ 29 h 163"/>
                  <a:gd name="T4" fmla="*/ 252 w 462"/>
                  <a:gd name="T5" fmla="*/ 58 h 163"/>
                  <a:gd name="T6" fmla="*/ 250 w 462"/>
                  <a:gd name="T7" fmla="*/ 82 h 163"/>
                  <a:gd name="T8" fmla="*/ 237 w 462"/>
                  <a:gd name="T9" fmla="*/ 87 h 163"/>
                  <a:gd name="T10" fmla="*/ 221 w 462"/>
                  <a:gd name="T11" fmla="*/ 85 h 163"/>
                  <a:gd name="T12" fmla="*/ 211 w 462"/>
                  <a:gd name="T13" fmla="*/ 83 h 163"/>
                  <a:gd name="T14" fmla="*/ 201 w 462"/>
                  <a:gd name="T15" fmla="*/ 81 h 163"/>
                  <a:gd name="T16" fmla="*/ 189 w 462"/>
                  <a:gd name="T17" fmla="*/ 79 h 163"/>
                  <a:gd name="T18" fmla="*/ 178 w 462"/>
                  <a:gd name="T19" fmla="*/ 79 h 163"/>
                  <a:gd name="T20" fmla="*/ 163 w 462"/>
                  <a:gd name="T21" fmla="*/ 76 h 163"/>
                  <a:gd name="T22" fmla="*/ 151 w 462"/>
                  <a:gd name="T23" fmla="*/ 74 h 163"/>
                  <a:gd name="T24" fmla="*/ 146 w 462"/>
                  <a:gd name="T25" fmla="*/ 73 h 163"/>
                  <a:gd name="T26" fmla="*/ 139 w 462"/>
                  <a:gd name="T27" fmla="*/ 72 h 163"/>
                  <a:gd name="T28" fmla="*/ 130 w 462"/>
                  <a:gd name="T29" fmla="*/ 71 h 163"/>
                  <a:gd name="T30" fmla="*/ 121 w 462"/>
                  <a:gd name="T31" fmla="*/ 70 h 163"/>
                  <a:gd name="T32" fmla="*/ 113 w 462"/>
                  <a:gd name="T33" fmla="*/ 69 h 163"/>
                  <a:gd name="T34" fmla="*/ 104 w 462"/>
                  <a:gd name="T35" fmla="*/ 69 h 163"/>
                  <a:gd name="T36" fmla="*/ 87 w 462"/>
                  <a:gd name="T37" fmla="*/ 69 h 163"/>
                  <a:gd name="T38" fmla="*/ 71 w 462"/>
                  <a:gd name="T39" fmla="*/ 70 h 163"/>
                  <a:gd name="T40" fmla="*/ 60 w 462"/>
                  <a:gd name="T41" fmla="*/ 72 h 163"/>
                  <a:gd name="T42" fmla="*/ 42 w 462"/>
                  <a:gd name="T43" fmla="*/ 74 h 163"/>
                  <a:gd name="T44" fmla="*/ 29 w 462"/>
                  <a:gd name="T45" fmla="*/ 75 h 163"/>
                  <a:gd name="T46" fmla="*/ 25 w 462"/>
                  <a:gd name="T47" fmla="*/ 66 h 163"/>
                  <a:gd name="T48" fmla="*/ 23 w 462"/>
                  <a:gd name="T49" fmla="*/ 61 h 163"/>
                  <a:gd name="T50" fmla="*/ 16 w 462"/>
                  <a:gd name="T51" fmla="*/ 57 h 163"/>
                  <a:gd name="T52" fmla="*/ 9 w 462"/>
                  <a:gd name="T53" fmla="*/ 50 h 163"/>
                  <a:gd name="T54" fmla="*/ 9 w 462"/>
                  <a:gd name="T55" fmla="*/ 44 h 163"/>
                  <a:gd name="T56" fmla="*/ 12 w 462"/>
                  <a:gd name="T57" fmla="*/ 39 h 163"/>
                  <a:gd name="T58" fmla="*/ 8 w 462"/>
                  <a:gd name="T59" fmla="*/ 34 h 163"/>
                  <a:gd name="T60" fmla="*/ 2 w 462"/>
                  <a:gd name="T61" fmla="*/ 29 h 163"/>
                  <a:gd name="T62" fmla="*/ 0 w 462"/>
                  <a:gd name="T63" fmla="*/ 20 h 163"/>
                  <a:gd name="T64" fmla="*/ 8 w 462"/>
                  <a:gd name="T65" fmla="*/ 15 h 163"/>
                  <a:gd name="T66" fmla="*/ 25 w 462"/>
                  <a:gd name="T67" fmla="*/ 10 h 163"/>
                  <a:gd name="T68" fmla="*/ 38 w 462"/>
                  <a:gd name="T69" fmla="*/ 8 h 163"/>
                  <a:gd name="T70" fmla="*/ 46 w 462"/>
                  <a:gd name="T71" fmla="*/ 8 h 163"/>
                  <a:gd name="T72" fmla="*/ 50 w 462"/>
                  <a:gd name="T73" fmla="*/ 4 h 163"/>
                  <a:gd name="T74" fmla="*/ 55 w 462"/>
                  <a:gd name="T75" fmla="*/ 1 h 163"/>
                  <a:gd name="T76" fmla="*/ 63 w 462"/>
                  <a:gd name="T77" fmla="*/ 4 h 163"/>
                  <a:gd name="T78" fmla="*/ 71 w 462"/>
                  <a:gd name="T79" fmla="*/ 9 h 163"/>
                  <a:gd name="T80" fmla="*/ 76 w 462"/>
                  <a:gd name="T81" fmla="*/ 12 h 163"/>
                  <a:gd name="T82" fmla="*/ 83 w 462"/>
                  <a:gd name="T83" fmla="*/ 17 h 163"/>
                  <a:gd name="T84" fmla="*/ 92 w 462"/>
                  <a:gd name="T85" fmla="*/ 21 h 163"/>
                  <a:gd name="T86" fmla="*/ 100 w 462"/>
                  <a:gd name="T87" fmla="*/ 23 h 163"/>
                  <a:gd name="T88" fmla="*/ 111 w 462"/>
                  <a:gd name="T89" fmla="*/ 23 h 163"/>
                  <a:gd name="T90" fmla="*/ 123 w 462"/>
                  <a:gd name="T91" fmla="*/ 24 h 163"/>
                  <a:gd name="T92" fmla="*/ 133 w 462"/>
                  <a:gd name="T93" fmla="*/ 24 h 163"/>
                  <a:gd name="T94" fmla="*/ 137 w 462"/>
                  <a:gd name="T95" fmla="*/ 24 h 163"/>
                  <a:gd name="T96" fmla="*/ 149 w 462"/>
                  <a:gd name="T97" fmla="*/ 23 h 163"/>
                  <a:gd name="T98" fmla="*/ 171 w 462"/>
                  <a:gd name="T99" fmla="*/ 22 h 163"/>
                  <a:gd name="T100" fmla="*/ 196 w 462"/>
                  <a:gd name="T101" fmla="*/ 19 h 163"/>
                  <a:gd name="T102" fmla="*/ 221 w 462"/>
                  <a:gd name="T103" fmla="*/ 16 h 163"/>
                  <a:gd name="T104" fmla="*/ 240 w 462"/>
                  <a:gd name="T105" fmla="*/ 15 h 1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62" h="163">
                    <a:moveTo>
                      <a:pt x="452" y="27"/>
                    </a:moveTo>
                    <a:lnTo>
                      <a:pt x="454" y="29"/>
                    </a:lnTo>
                    <a:lnTo>
                      <a:pt x="456" y="31"/>
                    </a:lnTo>
                    <a:lnTo>
                      <a:pt x="457" y="35"/>
                    </a:lnTo>
                    <a:lnTo>
                      <a:pt x="458" y="37"/>
                    </a:lnTo>
                    <a:lnTo>
                      <a:pt x="462" y="54"/>
                    </a:lnTo>
                    <a:lnTo>
                      <a:pt x="462" y="73"/>
                    </a:lnTo>
                    <a:lnTo>
                      <a:pt x="461" y="90"/>
                    </a:lnTo>
                    <a:lnTo>
                      <a:pt x="461" y="106"/>
                    </a:lnTo>
                    <a:lnTo>
                      <a:pt x="461" y="118"/>
                    </a:lnTo>
                    <a:lnTo>
                      <a:pt x="458" y="134"/>
                    </a:lnTo>
                    <a:lnTo>
                      <a:pt x="456" y="150"/>
                    </a:lnTo>
                    <a:lnTo>
                      <a:pt x="454" y="163"/>
                    </a:lnTo>
                    <a:lnTo>
                      <a:pt x="443" y="161"/>
                    </a:lnTo>
                    <a:lnTo>
                      <a:pt x="433" y="160"/>
                    </a:lnTo>
                    <a:lnTo>
                      <a:pt x="423" y="159"/>
                    </a:lnTo>
                    <a:lnTo>
                      <a:pt x="412" y="157"/>
                    </a:lnTo>
                    <a:lnTo>
                      <a:pt x="403" y="156"/>
                    </a:lnTo>
                    <a:lnTo>
                      <a:pt x="395" y="154"/>
                    </a:lnTo>
                    <a:lnTo>
                      <a:pt x="389" y="153"/>
                    </a:lnTo>
                    <a:lnTo>
                      <a:pt x="385" y="152"/>
                    </a:lnTo>
                    <a:lnTo>
                      <a:pt x="380" y="151"/>
                    </a:lnTo>
                    <a:lnTo>
                      <a:pt x="374" y="150"/>
                    </a:lnTo>
                    <a:lnTo>
                      <a:pt x="367" y="149"/>
                    </a:lnTo>
                    <a:lnTo>
                      <a:pt x="360" y="148"/>
                    </a:lnTo>
                    <a:lnTo>
                      <a:pt x="352" y="146"/>
                    </a:lnTo>
                    <a:lnTo>
                      <a:pt x="345" y="145"/>
                    </a:lnTo>
                    <a:lnTo>
                      <a:pt x="338" y="144"/>
                    </a:lnTo>
                    <a:lnTo>
                      <a:pt x="333" y="144"/>
                    </a:lnTo>
                    <a:lnTo>
                      <a:pt x="325" y="144"/>
                    </a:lnTo>
                    <a:lnTo>
                      <a:pt x="317" y="143"/>
                    </a:lnTo>
                    <a:lnTo>
                      <a:pt x="307" y="142"/>
                    </a:lnTo>
                    <a:lnTo>
                      <a:pt x="298" y="140"/>
                    </a:lnTo>
                    <a:lnTo>
                      <a:pt x="290" y="138"/>
                    </a:lnTo>
                    <a:lnTo>
                      <a:pt x="282" y="137"/>
                    </a:lnTo>
                    <a:lnTo>
                      <a:pt x="276" y="136"/>
                    </a:lnTo>
                    <a:lnTo>
                      <a:pt x="272" y="135"/>
                    </a:lnTo>
                    <a:lnTo>
                      <a:pt x="269" y="135"/>
                    </a:lnTo>
                    <a:lnTo>
                      <a:pt x="267" y="134"/>
                    </a:lnTo>
                    <a:lnTo>
                      <a:pt x="262" y="134"/>
                    </a:lnTo>
                    <a:lnTo>
                      <a:pt x="259" y="133"/>
                    </a:lnTo>
                    <a:lnTo>
                      <a:pt x="254" y="131"/>
                    </a:lnTo>
                    <a:lnTo>
                      <a:pt x="249" y="131"/>
                    </a:lnTo>
                    <a:lnTo>
                      <a:pt x="243" y="130"/>
                    </a:lnTo>
                    <a:lnTo>
                      <a:pt x="237" y="130"/>
                    </a:lnTo>
                    <a:lnTo>
                      <a:pt x="231" y="129"/>
                    </a:lnTo>
                    <a:lnTo>
                      <a:pt x="227" y="129"/>
                    </a:lnTo>
                    <a:lnTo>
                      <a:pt x="221" y="128"/>
                    </a:lnTo>
                    <a:lnTo>
                      <a:pt x="215" y="128"/>
                    </a:lnTo>
                    <a:lnTo>
                      <a:pt x="211" y="127"/>
                    </a:lnTo>
                    <a:lnTo>
                      <a:pt x="207" y="127"/>
                    </a:lnTo>
                    <a:lnTo>
                      <a:pt x="203" y="127"/>
                    </a:lnTo>
                    <a:lnTo>
                      <a:pt x="198" y="126"/>
                    </a:lnTo>
                    <a:lnTo>
                      <a:pt x="189" y="126"/>
                    </a:lnTo>
                    <a:lnTo>
                      <a:pt x="178" y="126"/>
                    </a:lnTo>
                    <a:lnTo>
                      <a:pt x="168" y="126"/>
                    </a:lnTo>
                    <a:lnTo>
                      <a:pt x="158" y="126"/>
                    </a:lnTo>
                    <a:lnTo>
                      <a:pt x="147" y="127"/>
                    </a:lnTo>
                    <a:lnTo>
                      <a:pt x="138" y="128"/>
                    </a:lnTo>
                    <a:lnTo>
                      <a:pt x="130" y="128"/>
                    </a:lnTo>
                    <a:lnTo>
                      <a:pt x="124" y="129"/>
                    </a:lnTo>
                    <a:lnTo>
                      <a:pt x="117" y="130"/>
                    </a:lnTo>
                    <a:lnTo>
                      <a:pt x="109" y="131"/>
                    </a:lnTo>
                    <a:lnTo>
                      <a:pt x="99" y="134"/>
                    </a:lnTo>
                    <a:lnTo>
                      <a:pt x="87" y="135"/>
                    </a:lnTo>
                    <a:lnTo>
                      <a:pt x="77" y="136"/>
                    </a:lnTo>
                    <a:lnTo>
                      <a:pt x="67" y="137"/>
                    </a:lnTo>
                    <a:lnTo>
                      <a:pt x="59" y="137"/>
                    </a:lnTo>
                    <a:lnTo>
                      <a:pt x="53" y="137"/>
                    </a:lnTo>
                    <a:lnTo>
                      <a:pt x="48" y="134"/>
                    </a:lnTo>
                    <a:lnTo>
                      <a:pt x="46" y="128"/>
                    </a:lnTo>
                    <a:lnTo>
                      <a:pt x="46" y="121"/>
                    </a:lnTo>
                    <a:lnTo>
                      <a:pt x="46" y="116"/>
                    </a:lnTo>
                    <a:lnTo>
                      <a:pt x="46" y="113"/>
                    </a:lnTo>
                    <a:lnTo>
                      <a:pt x="42" y="111"/>
                    </a:lnTo>
                    <a:lnTo>
                      <a:pt x="39" y="108"/>
                    </a:lnTo>
                    <a:lnTo>
                      <a:pt x="34" y="106"/>
                    </a:lnTo>
                    <a:lnTo>
                      <a:pt x="30" y="104"/>
                    </a:lnTo>
                    <a:lnTo>
                      <a:pt x="24" y="100"/>
                    </a:lnTo>
                    <a:lnTo>
                      <a:pt x="18" y="96"/>
                    </a:lnTo>
                    <a:lnTo>
                      <a:pt x="16" y="91"/>
                    </a:lnTo>
                    <a:lnTo>
                      <a:pt x="16" y="88"/>
                    </a:lnTo>
                    <a:lnTo>
                      <a:pt x="16" y="83"/>
                    </a:lnTo>
                    <a:lnTo>
                      <a:pt x="17" y="80"/>
                    </a:lnTo>
                    <a:lnTo>
                      <a:pt x="19" y="77"/>
                    </a:lnTo>
                    <a:lnTo>
                      <a:pt x="21" y="75"/>
                    </a:lnTo>
                    <a:lnTo>
                      <a:pt x="22" y="72"/>
                    </a:lnTo>
                    <a:lnTo>
                      <a:pt x="22" y="69"/>
                    </a:lnTo>
                    <a:lnTo>
                      <a:pt x="18" y="66"/>
                    </a:lnTo>
                    <a:lnTo>
                      <a:pt x="14" y="63"/>
                    </a:lnTo>
                    <a:lnTo>
                      <a:pt x="9" y="60"/>
                    </a:lnTo>
                    <a:lnTo>
                      <a:pt x="6" y="57"/>
                    </a:lnTo>
                    <a:lnTo>
                      <a:pt x="3" y="53"/>
                    </a:lnTo>
                    <a:lnTo>
                      <a:pt x="1" y="47"/>
                    </a:lnTo>
                    <a:lnTo>
                      <a:pt x="0" y="42"/>
                    </a:lnTo>
                    <a:lnTo>
                      <a:pt x="0" y="37"/>
                    </a:lnTo>
                    <a:lnTo>
                      <a:pt x="2" y="32"/>
                    </a:lnTo>
                    <a:lnTo>
                      <a:pt x="8" y="29"/>
                    </a:lnTo>
                    <a:lnTo>
                      <a:pt x="15" y="27"/>
                    </a:lnTo>
                    <a:lnTo>
                      <a:pt x="24" y="23"/>
                    </a:lnTo>
                    <a:lnTo>
                      <a:pt x="34" y="21"/>
                    </a:lnTo>
                    <a:lnTo>
                      <a:pt x="45" y="19"/>
                    </a:lnTo>
                    <a:lnTo>
                      <a:pt x="54" y="16"/>
                    </a:lnTo>
                    <a:lnTo>
                      <a:pt x="63" y="15"/>
                    </a:lnTo>
                    <a:lnTo>
                      <a:pt x="70" y="15"/>
                    </a:lnTo>
                    <a:lnTo>
                      <a:pt x="75" y="15"/>
                    </a:lnTo>
                    <a:lnTo>
                      <a:pt x="79" y="15"/>
                    </a:lnTo>
                    <a:lnTo>
                      <a:pt x="84" y="15"/>
                    </a:lnTo>
                    <a:lnTo>
                      <a:pt x="87" y="15"/>
                    </a:lnTo>
                    <a:lnTo>
                      <a:pt x="90" y="12"/>
                    </a:lnTo>
                    <a:lnTo>
                      <a:pt x="92" y="8"/>
                    </a:lnTo>
                    <a:lnTo>
                      <a:pt x="93" y="5"/>
                    </a:lnTo>
                    <a:lnTo>
                      <a:pt x="95" y="0"/>
                    </a:lnTo>
                    <a:lnTo>
                      <a:pt x="100" y="1"/>
                    </a:lnTo>
                    <a:lnTo>
                      <a:pt x="105" y="4"/>
                    </a:lnTo>
                    <a:lnTo>
                      <a:pt x="109" y="6"/>
                    </a:lnTo>
                    <a:lnTo>
                      <a:pt x="115" y="8"/>
                    </a:lnTo>
                    <a:lnTo>
                      <a:pt x="121" y="11"/>
                    </a:lnTo>
                    <a:lnTo>
                      <a:pt x="125" y="14"/>
                    </a:lnTo>
                    <a:lnTo>
                      <a:pt x="129" y="16"/>
                    </a:lnTo>
                    <a:lnTo>
                      <a:pt x="132" y="17"/>
                    </a:lnTo>
                    <a:lnTo>
                      <a:pt x="136" y="20"/>
                    </a:lnTo>
                    <a:lnTo>
                      <a:pt x="139" y="22"/>
                    </a:lnTo>
                    <a:lnTo>
                      <a:pt x="143" y="25"/>
                    </a:lnTo>
                    <a:lnTo>
                      <a:pt x="147" y="29"/>
                    </a:lnTo>
                    <a:lnTo>
                      <a:pt x="151" y="32"/>
                    </a:lnTo>
                    <a:lnTo>
                      <a:pt x="156" y="35"/>
                    </a:lnTo>
                    <a:lnTo>
                      <a:pt x="162" y="37"/>
                    </a:lnTo>
                    <a:lnTo>
                      <a:pt x="168" y="39"/>
                    </a:lnTo>
                    <a:lnTo>
                      <a:pt x="173" y="40"/>
                    </a:lnTo>
                    <a:lnTo>
                      <a:pt x="177" y="40"/>
                    </a:lnTo>
                    <a:lnTo>
                      <a:pt x="183" y="42"/>
                    </a:lnTo>
                    <a:lnTo>
                      <a:pt x="190" y="42"/>
                    </a:lnTo>
                    <a:lnTo>
                      <a:pt x="196" y="43"/>
                    </a:lnTo>
                    <a:lnTo>
                      <a:pt x="203" y="43"/>
                    </a:lnTo>
                    <a:lnTo>
                      <a:pt x="209" y="43"/>
                    </a:lnTo>
                    <a:lnTo>
                      <a:pt x="216" y="43"/>
                    </a:lnTo>
                    <a:lnTo>
                      <a:pt x="224" y="44"/>
                    </a:lnTo>
                    <a:lnTo>
                      <a:pt x="231" y="44"/>
                    </a:lnTo>
                    <a:lnTo>
                      <a:pt x="237" y="44"/>
                    </a:lnTo>
                    <a:lnTo>
                      <a:pt x="243" y="44"/>
                    </a:lnTo>
                    <a:lnTo>
                      <a:pt x="245" y="44"/>
                    </a:lnTo>
                    <a:lnTo>
                      <a:pt x="249" y="44"/>
                    </a:lnTo>
                    <a:lnTo>
                      <a:pt x="251" y="44"/>
                    </a:lnTo>
                    <a:lnTo>
                      <a:pt x="253" y="44"/>
                    </a:lnTo>
                    <a:lnTo>
                      <a:pt x="261" y="44"/>
                    </a:lnTo>
                    <a:lnTo>
                      <a:pt x="272" y="43"/>
                    </a:lnTo>
                    <a:lnTo>
                      <a:pt x="284" y="43"/>
                    </a:lnTo>
                    <a:lnTo>
                      <a:pt x="297" y="42"/>
                    </a:lnTo>
                    <a:lnTo>
                      <a:pt x="312" y="40"/>
                    </a:lnTo>
                    <a:lnTo>
                      <a:pt x="327" y="38"/>
                    </a:lnTo>
                    <a:lnTo>
                      <a:pt x="343" y="37"/>
                    </a:lnTo>
                    <a:lnTo>
                      <a:pt x="358" y="35"/>
                    </a:lnTo>
                    <a:lnTo>
                      <a:pt x="374" y="34"/>
                    </a:lnTo>
                    <a:lnTo>
                      <a:pt x="389" y="32"/>
                    </a:lnTo>
                    <a:lnTo>
                      <a:pt x="404" y="30"/>
                    </a:lnTo>
                    <a:lnTo>
                      <a:pt x="417" y="29"/>
                    </a:lnTo>
                    <a:lnTo>
                      <a:pt x="428" y="28"/>
                    </a:lnTo>
                    <a:lnTo>
                      <a:pt x="439" y="28"/>
                    </a:lnTo>
                    <a:lnTo>
                      <a:pt x="447" y="27"/>
                    </a:lnTo>
                    <a:lnTo>
                      <a:pt x="452" y="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0" name="Freeform 121">
                <a:extLst>
                  <a:ext uri="{FF2B5EF4-FFF2-40B4-BE49-F238E27FC236}">
                    <a16:creationId xmlns:a16="http://schemas.microsoft.com/office/drawing/2014/main" id="{F498BC3E-4A30-4033-93E1-5B0095EA53DE}"/>
                  </a:ext>
                </a:extLst>
              </p:cNvPr>
              <p:cNvSpPr>
                <a:spLocks/>
              </p:cNvSpPr>
              <p:nvPr/>
            </p:nvSpPr>
            <p:spPr bwMode="auto">
              <a:xfrm>
                <a:off x="4277" y="3274"/>
                <a:ext cx="36" cy="46"/>
              </a:xfrm>
              <a:custGeom>
                <a:avLst/>
                <a:gdLst>
                  <a:gd name="T0" fmla="*/ 13 w 67"/>
                  <a:gd name="T1" fmla="*/ 38 h 84"/>
                  <a:gd name="T2" fmla="*/ 12 w 67"/>
                  <a:gd name="T3" fmla="*/ 41 h 84"/>
                  <a:gd name="T4" fmla="*/ 12 w 67"/>
                  <a:gd name="T5" fmla="*/ 42 h 84"/>
                  <a:gd name="T6" fmla="*/ 11 w 67"/>
                  <a:gd name="T7" fmla="*/ 44 h 84"/>
                  <a:gd name="T8" fmla="*/ 9 w 67"/>
                  <a:gd name="T9" fmla="*/ 46 h 84"/>
                  <a:gd name="T10" fmla="*/ 8 w 67"/>
                  <a:gd name="T11" fmla="*/ 46 h 84"/>
                  <a:gd name="T12" fmla="*/ 5 w 67"/>
                  <a:gd name="T13" fmla="*/ 46 h 84"/>
                  <a:gd name="T14" fmla="*/ 3 w 67"/>
                  <a:gd name="T15" fmla="*/ 46 h 84"/>
                  <a:gd name="T16" fmla="*/ 0 w 67"/>
                  <a:gd name="T17" fmla="*/ 46 h 84"/>
                  <a:gd name="T18" fmla="*/ 2 w 67"/>
                  <a:gd name="T19" fmla="*/ 42 h 84"/>
                  <a:gd name="T20" fmla="*/ 5 w 67"/>
                  <a:gd name="T21" fmla="*/ 37 h 84"/>
                  <a:gd name="T22" fmla="*/ 10 w 67"/>
                  <a:gd name="T23" fmla="*/ 30 h 84"/>
                  <a:gd name="T24" fmla="*/ 15 w 67"/>
                  <a:gd name="T25" fmla="*/ 22 h 84"/>
                  <a:gd name="T26" fmla="*/ 19 w 67"/>
                  <a:gd name="T27" fmla="*/ 15 h 84"/>
                  <a:gd name="T28" fmla="*/ 24 w 67"/>
                  <a:gd name="T29" fmla="*/ 8 h 84"/>
                  <a:gd name="T30" fmla="*/ 27 w 67"/>
                  <a:gd name="T31" fmla="*/ 3 h 84"/>
                  <a:gd name="T32" fmla="*/ 28 w 67"/>
                  <a:gd name="T33" fmla="*/ 0 h 84"/>
                  <a:gd name="T34" fmla="*/ 30 w 67"/>
                  <a:gd name="T35" fmla="*/ 0 h 84"/>
                  <a:gd name="T36" fmla="*/ 32 w 67"/>
                  <a:gd name="T37" fmla="*/ 0 h 84"/>
                  <a:gd name="T38" fmla="*/ 34 w 67"/>
                  <a:gd name="T39" fmla="*/ 0 h 84"/>
                  <a:gd name="T40" fmla="*/ 36 w 67"/>
                  <a:gd name="T41" fmla="*/ 0 h 84"/>
                  <a:gd name="T42" fmla="*/ 34 w 67"/>
                  <a:gd name="T43" fmla="*/ 3 h 84"/>
                  <a:gd name="T44" fmla="*/ 32 w 67"/>
                  <a:gd name="T45" fmla="*/ 8 h 84"/>
                  <a:gd name="T46" fmla="*/ 28 w 67"/>
                  <a:gd name="T47" fmla="*/ 14 h 84"/>
                  <a:gd name="T48" fmla="*/ 24 w 67"/>
                  <a:gd name="T49" fmla="*/ 20 h 84"/>
                  <a:gd name="T50" fmla="*/ 20 w 67"/>
                  <a:gd name="T51" fmla="*/ 26 h 84"/>
                  <a:gd name="T52" fmla="*/ 17 w 67"/>
                  <a:gd name="T53" fmla="*/ 32 h 84"/>
                  <a:gd name="T54" fmla="*/ 15 w 67"/>
                  <a:gd name="T55" fmla="*/ 36 h 84"/>
                  <a:gd name="T56" fmla="*/ 13 w 67"/>
                  <a:gd name="T57" fmla="*/ 38 h 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4">
                    <a:moveTo>
                      <a:pt x="25" y="69"/>
                    </a:moveTo>
                    <a:lnTo>
                      <a:pt x="23" y="74"/>
                    </a:lnTo>
                    <a:lnTo>
                      <a:pt x="22" y="77"/>
                    </a:lnTo>
                    <a:lnTo>
                      <a:pt x="20" y="81"/>
                    </a:lnTo>
                    <a:lnTo>
                      <a:pt x="17" y="84"/>
                    </a:lnTo>
                    <a:lnTo>
                      <a:pt x="14" y="84"/>
                    </a:lnTo>
                    <a:lnTo>
                      <a:pt x="9" y="84"/>
                    </a:lnTo>
                    <a:lnTo>
                      <a:pt x="5" y="84"/>
                    </a:lnTo>
                    <a:lnTo>
                      <a:pt x="0" y="84"/>
                    </a:lnTo>
                    <a:lnTo>
                      <a:pt x="4" y="77"/>
                    </a:lnTo>
                    <a:lnTo>
                      <a:pt x="10" y="67"/>
                    </a:lnTo>
                    <a:lnTo>
                      <a:pt x="18" y="54"/>
                    </a:lnTo>
                    <a:lnTo>
                      <a:pt x="27" y="40"/>
                    </a:lnTo>
                    <a:lnTo>
                      <a:pt x="36" y="27"/>
                    </a:lnTo>
                    <a:lnTo>
                      <a:pt x="44" y="15"/>
                    </a:lnTo>
                    <a:lnTo>
                      <a:pt x="50" y="6"/>
                    </a:lnTo>
                    <a:lnTo>
                      <a:pt x="53" y="0"/>
                    </a:lnTo>
                    <a:lnTo>
                      <a:pt x="56" y="0"/>
                    </a:lnTo>
                    <a:lnTo>
                      <a:pt x="60" y="0"/>
                    </a:lnTo>
                    <a:lnTo>
                      <a:pt x="63" y="0"/>
                    </a:lnTo>
                    <a:lnTo>
                      <a:pt x="67" y="0"/>
                    </a:lnTo>
                    <a:lnTo>
                      <a:pt x="63" y="6"/>
                    </a:lnTo>
                    <a:lnTo>
                      <a:pt x="59" y="15"/>
                    </a:lnTo>
                    <a:lnTo>
                      <a:pt x="52" y="25"/>
                    </a:lnTo>
                    <a:lnTo>
                      <a:pt x="45" y="37"/>
                    </a:lnTo>
                    <a:lnTo>
                      <a:pt x="38" y="48"/>
                    </a:lnTo>
                    <a:lnTo>
                      <a:pt x="32" y="59"/>
                    </a:lnTo>
                    <a:lnTo>
                      <a:pt x="28" y="66"/>
                    </a:lnTo>
                    <a:lnTo>
                      <a:pt x="25" y="6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1" name="Freeform 122">
                <a:extLst>
                  <a:ext uri="{FF2B5EF4-FFF2-40B4-BE49-F238E27FC236}">
                    <a16:creationId xmlns:a16="http://schemas.microsoft.com/office/drawing/2014/main" id="{2A14E152-B434-4342-9B7A-CF494E504EBD}"/>
                  </a:ext>
                </a:extLst>
              </p:cNvPr>
              <p:cNvSpPr>
                <a:spLocks/>
              </p:cNvSpPr>
              <p:nvPr/>
            </p:nvSpPr>
            <p:spPr bwMode="auto">
              <a:xfrm>
                <a:off x="4286" y="3316"/>
                <a:ext cx="203" cy="37"/>
              </a:xfrm>
              <a:custGeom>
                <a:avLst/>
                <a:gdLst>
                  <a:gd name="T0" fmla="*/ 202 w 371"/>
                  <a:gd name="T1" fmla="*/ 20 h 67"/>
                  <a:gd name="T2" fmla="*/ 197 w 371"/>
                  <a:gd name="T3" fmla="*/ 29 h 67"/>
                  <a:gd name="T4" fmla="*/ 185 w 371"/>
                  <a:gd name="T5" fmla="*/ 34 h 67"/>
                  <a:gd name="T6" fmla="*/ 168 w 371"/>
                  <a:gd name="T7" fmla="*/ 36 h 67"/>
                  <a:gd name="T8" fmla="*/ 150 w 371"/>
                  <a:gd name="T9" fmla="*/ 37 h 67"/>
                  <a:gd name="T10" fmla="*/ 133 w 371"/>
                  <a:gd name="T11" fmla="*/ 36 h 67"/>
                  <a:gd name="T12" fmla="*/ 118 w 371"/>
                  <a:gd name="T13" fmla="*/ 36 h 67"/>
                  <a:gd name="T14" fmla="*/ 104 w 371"/>
                  <a:gd name="T15" fmla="*/ 34 h 67"/>
                  <a:gd name="T16" fmla="*/ 94 w 371"/>
                  <a:gd name="T17" fmla="*/ 33 h 67"/>
                  <a:gd name="T18" fmla="*/ 86 w 371"/>
                  <a:gd name="T19" fmla="*/ 31 h 67"/>
                  <a:gd name="T20" fmla="*/ 79 w 371"/>
                  <a:gd name="T21" fmla="*/ 30 h 67"/>
                  <a:gd name="T22" fmla="*/ 62 w 371"/>
                  <a:gd name="T23" fmla="*/ 28 h 67"/>
                  <a:gd name="T24" fmla="*/ 40 w 371"/>
                  <a:gd name="T25" fmla="*/ 25 h 67"/>
                  <a:gd name="T26" fmla="*/ 24 w 371"/>
                  <a:gd name="T27" fmla="*/ 24 h 67"/>
                  <a:gd name="T28" fmla="*/ 20 w 371"/>
                  <a:gd name="T29" fmla="*/ 23 h 67"/>
                  <a:gd name="T30" fmla="*/ 20 w 371"/>
                  <a:gd name="T31" fmla="*/ 17 h 67"/>
                  <a:gd name="T32" fmla="*/ 20 w 371"/>
                  <a:gd name="T33" fmla="*/ 14 h 67"/>
                  <a:gd name="T34" fmla="*/ 16 w 371"/>
                  <a:gd name="T35" fmla="*/ 12 h 67"/>
                  <a:gd name="T36" fmla="*/ 10 w 371"/>
                  <a:gd name="T37" fmla="*/ 9 h 67"/>
                  <a:gd name="T38" fmla="*/ 3 w 371"/>
                  <a:gd name="T39" fmla="*/ 6 h 67"/>
                  <a:gd name="T40" fmla="*/ 1 w 371"/>
                  <a:gd name="T41" fmla="*/ 3 h 67"/>
                  <a:gd name="T42" fmla="*/ 2 w 371"/>
                  <a:gd name="T43" fmla="*/ 1 h 67"/>
                  <a:gd name="T44" fmla="*/ 4 w 371"/>
                  <a:gd name="T45" fmla="*/ 0 h 67"/>
                  <a:gd name="T46" fmla="*/ 10 w 371"/>
                  <a:gd name="T47" fmla="*/ 1 h 67"/>
                  <a:gd name="T48" fmla="*/ 16 w 371"/>
                  <a:gd name="T49" fmla="*/ 2 h 67"/>
                  <a:gd name="T50" fmla="*/ 22 w 371"/>
                  <a:gd name="T51" fmla="*/ 4 h 67"/>
                  <a:gd name="T52" fmla="*/ 27 w 371"/>
                  <a:gd name="T53" fmla="*/ 7 h 67"/>
                  <a:gd name="T54" fmla="*/ 31 w 371"/>
                  <a:gd name="T55" fmla="*/ 9 h 67"/>
                  <a:gd name="T56" fmla="*/ 35 w 371"/>
                  <a:gd name="T57" fmla="*/ 13 h 67"/>
                  <a:gd name="T58" fmla="*/ 41 w 371"/>
                  <a:gd name="T59" fmla="*/ 16 h 67"/>
                  <a:gd name="T60" fmla="*/ 47 w 371"/>
                  <a:gd name="T61" fmla="*/ 18 h 67"/>
                  <a:gd name="T62" fmla="*/ 54 w 371"/>
                  <a:gd name="T63" fmla="*/ 20 h 67"/>
                  <a:gd name="T64" fmla="*/ 62 w 371"/>
                  <a:gd name="T65" fmla="*/ 23 h 67"/>
                  <a:gd name="T66" fmla="*/ 68 w 371"/>
                  <a:gd name="T67" fmla="*/ 25 h 67"/>
                  <a:gd name="T68" fmla="*/ 70 w 371"/>
                  <a:gd name="T69" fmla="*/ 24 h 67"/>
                  <a:gd name="T70" fmla="*/ 70 w 371"/>
                  <a:gd name="T71" fmla="*/ 20 h 67"/>
                  <a:gd name="T72" fmla="*/ 75 w 371"/>
                  <a:gd name="T73" fmla="*/ 20 h 67"/>
                  <a:gd name="T74" fmla="*/ 82 w 371"/>
                  <a:gd name="T75" fmla="*/ 20 h 67"/>
                  <a:gd name="T76" fmla="*/ 85 w 371"/>
                  <a:gd name="T77" fmla="*/ 21 h 67"/>
                  <a:gd name="T78" fmla="*/ 85 w 371"/>
                  <a:gd name="T79" fmla="*/ 24 h 67"/>
                  <a:gd name="T80" fmla="*/ 88 w 371"/>
                  <a:gd name="T81" fmla="*/ 25 h 67"/>
                  <a:gd name="T82" fmla="*/ 98 w 371"/>
                  <a:gd name="T83" fmla="*/ 23 h 67"/>
                  <a:gd name="T84" fmla="*/ 113 w 371"/>
                  <a:gd name="T85" fmla="*/ 20 h 67"/>
                  <a:gd name="T86" fmla="*/ 126 w 371"/>
                  <a:gd name="T87" fmla="*/ 18 h 67"/>
                  <a:gd name="T88" fmla="*/ 136 w 371"/>
                  <a:gd name="T89" fmla="*/ 17 h 67"/>
                  <a:gd name="T90" fmla="*/ 149 w 371"/>
                  <a:gd name="T91" fmla="*/ 15 h 67"/>
                  <a:gd name="T92" fmla="*/ 161 w 371"/>
                  <a:gd name="T93" fmla="*/ 14 h 67"/>
                  <a:gd name="T94" fmla="*/ 173 w 371"/>
                  <a:gd name="T95" fmla="*/ 13 h 67"/>
                  <a:gd name="T96" fmla="*/ 182 w 371"/>
                  <a:gd name="T97" fmla="*/ 12 h 67"/>
                  <a:gd name="T98" fmla="*/ 188 w 371"/>
                  <a:gd name="T99" fmla="*/ 13 h 67"/>
                  <a:gd name="T100" fmla="*/ 195 w 371"/>
                  <a:gd name="T101" fmla="*/ 14 h 67"/>
                  <a:gd name="T102" fmla="*/ 201 w 371"/>
                  <a:gd name="T103" fmla="*/ 15 h 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1" h="67">
                    <a:moveTo>
                      <a:pt x="371" y="29"/>
                    </a:moveTo>
                    <a:lnTo>
                      <a:pt x="369" y="36"/>
                    </a:lnTo>
                    <a:lnTo>
                      <a:pt x="364" y="44"/>
                    </a:lnTo>
                    <a:lnTo>
                      <a:pt x="360" y="53"/>
                    </a:lnTo>
                    <a:lnTo>
                      <a:pt x="355" y="59"/>
                    </a:lnTo>
                    <a:lnTo>
                      <a:pt x="339" y="62"/>
                    </a:lnTo>
                    <a:lnTo>
                      <a:pt x="323" y="65"/>
                    </a:lnTo>
                    <a:lnTo>
                      <a:pt x="307" y="66"/>
                    </a:lnTo>
                    <a:lnTo>
                      <a:pt x="291" y="67"/>
                    </a:lnTo>
                    <a:lnTo>
                      <a:pt x="274" y="67"/>
                    </a:lnTo>
                    <a:lnTo>
                      <a:pt x="260" y="67"/>
                    </a:lnTo>
                    <a:lnTo>
                      <a:pt x="243" y="66"/>
                    </a:lnTo>
                    <a:lnTo>
                      <a:pt x="230" y="66"/>
                    </a:lnTo>
                    <a:lnTo>
                      <a:pt x="216" y="65"/>
                    </a:lnTo>
                    <a:lnTo>
                      <a:pt x="203" y="62"/>
                    </a:lnTo>
                    <a:lnTo>
                      <a:pt x="190" y="61"/>
                    </a:lnTo>
                    <a:lnTo>
                      <a:pt x="180" y="60"/>
                    </a:lnTo>
                    <a:lnTo>
                      <a:pt x="171" y="59"/>
                    </a:lnTo>
                    <a:lnTo>
                      <a:pt x="164" y="58"/>
                    </a:lnTo>
                    <a:lnTo>
                      <a:pt x="157" y="57"/>
                    </a:lnTo>
                    <a:lnTo>
                      <a:pt x="154" y="55"/>
                    </a:lnTo>
                    <a:lnTo>
                      <a:pt x="145" y="54"/>
                    </a:lnTo>
                    <a:lnTo>
                      <a:pt x="132" y="52"/>
                    </a:lnTo>
                    <a:lnTo>
                      <a:pt x="113" y="51"/>
                    </a:lnTo>
                    <a:lnTo>
                      <a:pt x="94" y="49"/>
                    </a:lnTo>
                    <a:lnTo>
                      <a:pt x="74" y="46"/>
                    </a:lnTo>
                    <a:lnTo>
                      <a:pt x="57" y="44"/>
                    </a:lnTo>
                    <a:lnTo>
                      <a:pt x="44" y="43"/>
                    </a:lnTo>
                    <a:lnTo>
                      <a:pt x="38" y="43"/>
                    </a:lnTo>
                    <a:lnTo>
                      <a:pt x="36" y="41"/>
                    </a:lnTo>
                    <a:lnTo>
                      <a:pt x="36" y="36"/>
                    </a:lnTo>
                    <a:lnTo>
                      <a:pt x="37" y="31"/>
                    </a:lnTo>
                    <a:lnTo>
                      <a:pt x="38" y="27"/>
                    </a:lnTo>
                    <a:lnTo>
                      <a:pt x="37" y="26"/>
                    </a:lnTo>
                    <a:lnTo>
                      <a:pt x="35" y="23"/>
                    </a:lnTo>
                    <a:lnTo>
                      <a:pt x="30" y="21"/>
                    </a:lnTo>
                    <a:lnTo>
                      <a:pt x="25" y="19"/>
                    </a:lnTo>
                    <a:lnTo>
                      <a:pt x="19" y="16"/>
                    </a:lnTo>
                    <a:lnTo>
                      <a:pt x="12" y="13"/>
                    </a:lnTo>
                    <a:lnTo>
                      <a:pt x="6" y="11"/>
                    </a:lnTo>
                    <a:lnTo>
                      <a:pt x="0" y="7"/>
                    </a:lnTo>
                    <a:lnTo>
                      <a:pt x="1" y="5"/>
                    </a:lnTo>
                    <a:lnTo>
                      <a:pt x="3" y="4"/>
                    </a:lnTo>
                    <a:lnTo>
                      <a:pt x="3" y="1"/>
                    </a:lnTo>
                    <a:lnTo>
                      <a:pt x="4" y="0"/>
                    </a:lnTo>
                    <a:lnTo>
                      <a:pt x="8" y="0"/>
                    </a:lnTo>
                    <a:lnTo>
                      <a:pt x="13" y="1"/>
                    </a:lnTo>
                    <a:lnTo>
                      <a:pt x="19" y="1"/>
                    </a:lnTo>
                    <a:lnTo>
                      <a:pt x="25" y="3"/>
                    </a:lnTo>
                    <a:lnTo>
                      <a:pt x="30" y="4"/>
                    </a:lnTo>
                    <a:lnTo>
                      <a:pt x="36" y="6"/>
                    </a:lnTo>
                    <a:lnTo>
                      <a:pt x="41" y="7"/>
                    </a:lnTo>
                    <a:lnTo>
                      <a:pt x="45" y="9"/>
                    </a:lnTo>
                    <a:lnTo>
                      <a:pt x="49" y="12"/>
                    </a:lnTo>
                    <a:lnTo>
                      <a:pt x="52" y="14"/>
                    </a:lnTo>
                    <a:lnTo>
                      <a:pt x="56" y="17"/>
                    </a:lnTo>
                    <a:lnTo>
                      <a:pt x="60" y="21"/>
                    </a:lnTo>
                    <a:lnTo>
                      <a:pt x="64" y="24"/>
                    </a:lnTo>
                    <a:lnTo>
                      <a:pt x="69" y="27"/>
                    </a:lnTo>
                    <a:lnTo>
                      <a:pt x="75" y="29"/>
                    </a:lnTo>
                    <a:lnTo>
                      <a:pt x="81" y="31"/>
                    </a:lnTo>
                    <a:lnTo>
                      <a:pt x="86" y="32"/>
                    </a:lnTo>
                    <a:lnTo>
                      <a:pt x="92" y="35"/>
                    </a:lnTo>
                    <a:lnTo>
                      <a:pt x="99" y="36"/>
                    </a:lnTo>
                    <a:lnTo>
                      <a:pt x="106" y="38"/>
                    </a:lnTo>
                    <a:lnTo>
                      <a:pt x="113" y="42"/>
                    </a:lnTo>
                    <a:lnTo>
                      <a:pt x="119" y="43"/>
                    </a:lnTo>
                    <a:lnTo>
                      <a:pt x="125" y="45"/>
                    </a:lnTo>
                    <a:lnTo>
                      <a:pt x="128" y="46"/>
                    </a:lnTo>
                    <a:lnTo>
                      <a:pt x="128" y="44"/>
                    </a:lnTo>
                    <a:lnTo>
                      <a:pt x="128" y="41"/>
                    </a:lnTo>
                    <a:lnTo>
                      <a:pt x="128" y="37"/>
                    </a:lnTo>
                    <a:lnTo>
                      <a:pt x="129" y="35"/>
                    </a:lnTo>
                    <a:lnTo>
                      <a:pt x="137" y="36"/>
                    </a:lnTo>
                    <a:lnTo>
                      <a:pt x="144" y="36"/>
                    </a:lnTo>
                    <a:lnTo>
                      <a:pt x="150" y="36"/>
                    </a:lnTo>
                    <a:lnTo>
                      <a:pt x="156" y="36"/>
                    </a:lnTo>
                    <a:lnTo>
                      <a:pt x="156" y="38"/>
                    </a:lnTo>
                    <a:lnTo>
                      <a:pt x="156" y="41"/>
                    </a:lnTo>
                    <a:lnTo>
                      <a:pt x="156" y="44"/>
                    </a:lnTo>
                    <a:lnTo>
                      <a:pt x="156" y="46"/>
                    </a:lnTo>
                    <a:lnTo>
                      <a:pt x="160" y="45"/>
                    </a:lnTo>
                    <a:lnTo>
                      <a:pt x="170" y="44"/>
                    </a:lnTo>
                    <a:lnTo>
                      <a:pt x="180" y="42"/>
                    </a:lnTo>
                    <a:lnTo>
                      <a:pt x="193" y="39"/>
                    </a:lnTo>
                    <a:lnTo>
                      <a:pt x="207" y="37"/>
                    </a:lnTo>
                    <a:lnTo>
                      <a:pt x="218" y="35"/>
                    </a:lnTo>
                    <a:lnTo>
                      <a:pt x="230" y="32"/>
                    </a:lnTo>
                    <a:lnTo>
                      <a:pt x="236" y="31"/>
                    </a:lnTo>
                    <a:lnTo>
                      <a:pt x="248" y="30"/>
                    </a:lnTo>
                    <a:lnTo>
                      <a:pt x="261" y="29"/>
                    </a:lnTo>
                    <a:lnTo>
                      <a:pt x="272" y="28"/>
                    </a:lnTo>
                    <a:lnTo>
                      <a:pt x="284" y="27"/>
                    </a:lnTo>
                    <a:lnTo>
                      <a:pt x="295" y="26"/>
                    </a:lnTo>
                    <a:lnTo>
                      <a:pt x="307" y="24"/>
                    </a:lnTo>
                    <a:lnTo>
                      <a:pt x="317" y="23"/>
                    </a:lnTo>
                    <a:lnTo>
                      <a:pt x="327" y="22"/>
                    </a:lnTo>
                    <a:lnTo>
                      <a:pt x="332" y="22"/>
                    </a:lnTo>
                    <a:lnTo>
                      <a:pt x="337" y="23"/>
                    </a:lnTo>
                    <a:lnTo>
                      <a:pt x="344" y="23"/>
                    </a:lnTo>
                    <a:lnTo>
                      <a:pt x="351" y="24"/>
                    </a:lnTo>
                    <a:lnTo>
                      <a:pt x="356" y="26"/>
                    </a:lnTo>
                    <a:lnTo>
                      <a:pt x="363" y="27"/>
                    </a:lnTo>
                    <a:lnTo>
                      <a:pt x="368" y="28"/>
                    </a:lnTo>
                    <a:lnTo>
                      <a:pt x="371" y="29"/>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2" name="Freeform 123">
                <a:extLst>
                  <a:ext uri="{FF2B5EF4-FFF2-40B4-BE49-F238E27FC236}">
                    <a16:creationId xmlns:a16="http://schemas.microsoft.com/office/drawing/2014/main" id="{D28E0F7F-5455-42D6-BBA8-B25FE19D0AAC}"/>
                  </a:ext>
                </a:extLst>
              </p:cNvPr>
              <p:cNvSpPr>
                <a:spLocks/>
              </p:cNvSpPr>
              <p:nvPr/>
            </p:nvSpPr>
            <p:spPr bwMode="auto">
              <a:xfrm>
                <a:off x="4348" y="3334"/>
                <a:ext cx="29" cy="48"/>
              </a:xfrm>
              <a:custGeom>
                <a:avLst/>
                <a:gdLst>
                  <a:gd name="T0" fmla="*/ 23 w 54"/>
                  <a:gd name="T1" fmla="*/ 6 h 87"/>
                  <a:gd name="T2" fmla="*/ 23 w 54"/>
                  <a:gd name="T3" fmla="*/ 5 h 87"/>
                  <a:gd name="T4" fmla="*/ 23 w 54"/>
                  <a:gd name="T5" fmla="*/ 3 h 87"/>
                  <a:gd name="T6" fmla="*/ 23 w 54"/>
                  <a:gd name="T7" fmla="*/ 2 h 87"/>
                  <a:gd name="T8" fmla="*/ 23 w 54"/>
                  <a:gd name="T9" fmla="*/ 1 h 87"/>
                  <a:gd name="T10" fmla="*/ 22 w 54"/>
                  <a:gd name="T11" fmla="*/ 1 h 87"/>
                  <a:gd name="T12" fmla="*/ 21 w 54"/>
                  <a:gd name="T13" fmla="*/ 1 h 87"/>
                  <a:gd name="T14" fmla="*/ 20 w 54"/>
                  <a:gd name="T15" fmla="*/ 1 h 87"/>
                  <a:gd name="T16" fmla="*/ 19 w 54"/>
                  <a:gd name="T17" fmla="*/ 1 h 87"/>
                  <a:gd name="T18" fmla="*/ 16 w 54"/>
                  <a:gd name="T19" fmla="*/ 1 h 87"/>
                  <a:gd name="T20" fmla="*/ 14 w 54"/>
                  <a:gd name="T21" fmla="*/ 1 h 87"/>
                  <a:gd name="T22" fmla="*/ 11 w 54"/>
                  <a:gd name="T23" fmla="*/ 1 h 87"/>
                  <a:gd name="T24" fmla="*/ 9 w 54"/>
                  <a:gd name="T25" fmla="*/ 0 h 87"/>
                  <a:gd name="T26" fmla="*/ 8 w 54"/>
                  <a:gd name="T27" fmla="*/ 1 h 87"/>
                  <a:gd name="T28" fmla="*/ 8 w 54"/>
                  <a:gd name="T29" fmla="*/ 3 h 87"/>
                  <a:gd name="T30" fmla="*/ 8 w 54"/>
                  <a:gd name="T31" fmla="*/ 5 h 87"/>
                  <a:gd name="T32" fmla="*/ 8 w 54"/>
                  <a:gd name="T33" fmla="*/ 6 h 87"/>
                  <a:gd name="T34" fmla="*/ 8 w 54"/>
                  <a:gd name="T35" fmla="*/ 8 h 87"/>
                  <a:gd name="T36" fmla="*/ 8 w 54"/>
                  <a:gd name="T37" fmla="*/ 10 h 87"/>
                  <a:gd name="T38" fmla="*/ 8 w 54"/>
                  <a:gd name="T39" fmla="*/ 13 h 87"/>
                  <a:gd name="T40" fmla="*/ 9 w 54"/>
                  <a:gd name="T41" fmla="*/ 15 h 87"/>
                  <a:gd name="T42" fmla="*/ 5 w 54"/>
                  <a:gd name="T43" fmla="*/ 18 h 87"/>
                  <a:gd name="T44" fmla="*/ 2 w 54"/>
                  <a:gd name="T45" fmla="*/ 22 h 87"/>
                  <a:gd name="T46" fmla="*/ 1 w 54"/>
                  <a:gd name="T47" fmla="*/ 26 h 87"/>
                  <a:gd name="T48" fmla="*/ 0 w 54"/>
                  <a:gd name="T49" fmla="*/ 29 h 87"/>
                  <a:gd name="T50" fmla="*/ 1 w 54"/>
                  <a:gd name="T51" fmla="*/ 31 h 87"/>
                  <a:gd name="T52" fmla="*/ 2 w 54"/>
                  <a:gd name="T53" fmla="*/ 35 h 87"/>
                  <a:gd name="T54" fmla="*/ 4 w 54"/>
                  <a:gd name="T55" fmla="*/ 38 h 87"/>
                  <a:gd name="T56" fmla="*/ 8 w 54"/>
                  <a:gd name="T57" fmla="*/ 41 h 87"/>
                  <a:gd name="T58" fmla="*/ 8 w 54"/>
                  <a:gd name="T59" fmla="*/ 42 h 87"/>
                  <a:gd name="T60" fmla="*/ 8 w 54"/>
                  <a:gd name="T61" fmla="*/ 44 h 87"/>
                  <a:gd name="T62" fmla="*/ 8 w 54"/>
                  <a:gd name="T63" fmla="*/ 46 h 87"/>
                  <a:gd name="T64" fmla="*/ 8 w 54"/>
                  <a:gd name="T65" fmla="*/ 47 h 87"/>
                  <a:gd name="T66" fmla="*/ 11 w 54"/>
                  <a:gd name="T67" fmla="*/ 47 h 87"/>
                  <a:gd name="T68" fmla="*/ 15 w 54"/>
                  <a:gd name="T69" fmla="*/ 47 h 87"/>
                  <a:gd name="T70" fmla="*/ 17 w 54"/>
                  <a:gd name="T71" fmla="*/ 47 h 87"/>
                  <a:gd name="T72" fmla="*/ 20 w 54"/>
                  <a:gd name="T73" fmla="*/ 48 h 87"/>
                  <a:gd name="T74" fmla="*/ 20 w 54"/>
                  <a:gd name="T75" fmla="*/ 46 h 87"/>
                  <a:gd name="T76" fmla="*/ 20 w 54"/>
                  <a:gd name="T77" fmla="*/ 44 h 87"/>
                  <a:gd name="T78" fmla="*/ 20 w 54"/>
                  <a:gd name="T79" fmla="*/ 42 h 87"/>
                  <a:gd name="T80" fmla="*/ 20 w 54"/>
                  <a:gd name="T81" fmla="*/ 41 h 87"/>
                  <a:gd name="T82" fmla="*/ 25 w 54"/>
                  <a:gd name="T83" fmla="*/ 39 h 87"/>
                  <a:gd name="T84" fmla="*/ 27 w 54"/>
                  <a:gd name="T85" fmla="*/ 36 h 87"/>
                  <a:gd name="T86" fmla="*/ 28 w 54"/>
                  <a:gd name="T87" fmla="*/ 33 h 87"/>
                  <a:gd name="T88" fmla="*/ 29 w 54"/>
                  <a:gd name="T89" fmla="*/ 28 h 87"/>
                  <a:gd name="T90" fmla="*/ 29 w 54"/>
                  <a:gd name="T91" fmla="*/ 24 h 87"/>
                  <a:gd name="T92" fmla="*/ 28 w 54"/>
                  <a:gd name="T93" fmla="*/ 20 h 87"/>
                  <a:gd name="T94" fmla="*/ 26 w 54"/>
                  <a:gd name="T95" fmla="*/ 18 h 87"/>
                  <a:gd name="T96" fmla="*/ 24 w 54"/>
                  <a:gd name="T97" fmla="*/ 16 h 87"/>
                  <a:gd name="T98" fmla="*/ 24 w 54"/>
                  <a:gd name="T99" fmla="*/ 13 h 87"/>
                  <a:gd name="T100" fmla="*/ 24 w 54"/>
                  <a:gd name="T101" fmla="*/ 10 h 87"/>
                  <a:gd name="T102" fmla="*/ 23 w 54"/>
                  <a:gd name="T103" fmla="*/ 8 h 87"/>
                  <a:gd name="T104" fmla="*/ 23 w 54"/>
                  <a:gd name="T105" fmla="*/ 6 h 8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4" h="87">
                    <a:moveTo>
                      <a:pt x="43" y="11"/>
                    </a:moveTo>
                    <a:lnTo>
                      <a:pt x="43" y="9"/>
                    </a:lnTo>
                    <a:lnTo>
                      <a:pt x="43" y="6"/>
                    </a:lnTo>
                    <a:lnTo>
                      <a:pt x="43" y="3"/>
                    </a:lnTo>
                    <a:lnTo>
                      <a:pt x="43" y="1"/>
                    </a:lnTo>
                    <a:lnTo>
                      <a:pt x="41" y="1"/>
                    </a:lnTo>
                    <a:lnTo>
                      <a:pt x="39" y="1"/>
                    </a:lnTo>
                    <a:lnTo>
                      <a:pt x="37" y="1"/>
                    </a:lnTo>
                    <a:lnTo>
                      <a:pt x="35" y="1"/>
                    </a:lnTo>
                    <a:lnTo>
                      <a:pt x="30" y="1"/>
                    </a:lnTo>
                    <a:lnTo>
                      <a:pt x="26" y="1"/>
                    </a:lnTo>
                    <a:lnTo>
                      <a:pt x="21" y="1"/>
                    </a:lnTo>
                    <a:lnTo>
                      <a:pt x="16" y="0"/>
                    </a:lnTo>
                    <a:lnTo>
                      <a:pt x="15" y="2"/>
                    </a:lnTo>
                    <a:lnTo>
                      <a:pt x="15" y="6"/>
                    </a:lnTo>
                    <a:lnTo>
                      <a:pt x="15" y="9"/>
                    </a:lnTo>
                    <a:lnTo>
                      <a:pt x="15" y="11"/>
                    </a:lnTo>
                    <a:lnTo>
                      <a:pt x="15" y="15"/>
                    </a:lnTo>
                    <a:lnTo>
                      <a:pt x="15" y="19"/>
                    </a:lnTo>
                    <a:lnTo>
                      <a:pt x="15" y="24"/>
                    </a:lnTo>
                    <a:lnTo>
                      <a:pt x="16" y="27"/>
                    </a:lnTo>
                    <a:lnTo>
                      <a:pt x="9" y="32"/>
                    </a:lnTo>
                    <a:lnTo>
                      <a:pt x="4" y="39"/>
                    </a:lnTo>
                    <a:lnTo>
                      <a:pt x="1" y="47"/>
                    </a:lnTo>
                    <a:lnTo>
                      <a:pt x="0" y="52"/>
                    </a:lnTo>
                    <a:lnTo>
                      <a:pt x="1" y="56"/>
                    </a:lnTo>
                    <a:lnTo>
                      <a:pt x="3" y="63"/>
                    </a:lnTo>
                    <a:lnTo>
                      <a:pt x="7" y="69"/>
                    </a:lnTo>
                    <a:lnTo>
                      <a:pt x="14" y="75"/>
                    </a:lnTo>
                    <a:lnTo>
                      <a:pt x="14" y="77"/>
                    </a:lnTo>
                    <a:lnTo>
                      <a:pt x="15" y="79"/>
                    </a:lnTo>
                    <a:lnTo>
                      <a:pt x="15" y="83"/>
                    </a:lnTo>
                    <a:lnTo>
                      <a:pt x="15" y="85"/>
                    </a:lnTo>
                    <a:lnTo>
                      <a:pt x="21" y="85"/>
                    </a:lnTo>
                    <a:lnTo>
                      <a:pt x="27" y="86"/>
                    </a:lnTo>
                    <a:lnTo>
                      <a:pt x="31" y="86"/>
                    </a:lnTo>
                    <a:lnTo>
                      <a:pt x="37" y="87"/>
                    </a:lnTo>
                    <a:lnTo>
                      <a:pt x="37" y="83"/>
                    </a:lnTo>
                    <a:lnTo>
                      <a:pt x="38" y="79"/>
                    </a:lnTo>
                    <a:lnTo>
                      <a:pt x="38" y="77"/>
                    </a:lnTo>
                    <a:lnTo>
                      <a:pt x="38" y="75"/>
                    </a:lnTo>
                    <a:lnTo>
                      <a:pt x="46" y="71"/>
                    </a:lnTo>
                    <a:lnTo>
                      <a:pt x="51" y="65"/>
                    </a:lnTo>
                    <a:lnTo>
                      <a:pt x="53" y="59"/>
                    </a:lnTo>
                    <a:lnTo>
                      <a:pt x="54" y="50"/>
                    </a:lnTo>
                    <a:lnTo>
                      <a:pt x="54" y="44"/>
                    </a:lnTo>
                    <a:lnTo>
                      <a:pt x="52" y="37"/>
                    </a:lnTo>
                    <a:lnTo>
                      <a:pt x="49" y="32"/>
                    </a:lnTo>
                    <a:lnTo>
                      <a:pt x="44" y="29"/>
                    </a:lnTo>
                    <a:lnTo>
                      <a:pt x="44" y="24"/>
                    </a:lnTo>
                    <a:lnTo>
                      <a:pt x="44" y="19"/>
                    </a:lnTo>
                    <a:lnTo>
                      <a:pt x="43" y="15"/>
                    </a:lnTo>
                    <a:lnTo>
                      <a:pt x="43" y="1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3" name="Freeform 124">
                <a:extLst>
                  <a:ext uri="{FF2B5EF4-FFF2-40B4-BE49-F238E27FC236}">
                    <a16:creationId xmlns:a16="http://schemas.microsoft.com/office/drawing/2014/main" id="{B3524898-EC89-4515-989F-602F1D192D29}"/>
                  </a:ext>
                </a:extLst>
              </p:cNvPr>
              <p:cNvSpPr>
                <a:spLocks/>
              </p:cNvSpPr>
              <p:nvPr/>
            </p:nvSpPr>
            <p:spPr bwMode="auto">
              <a:xfrm>
                <a:off x="4366" y="3335"/>
                <a:ext cx="6" cy="16"/>
              </a:xfrm>
              <a:custGeom>
                <a:avLst/>
                <a:gdLst>
                  <a:gd name="T0" fmla="*/ 6 w 9"/>
                  <a:gd name="T1" fmla="*/ 16 h 28"/>
                  <a:gd name="T2" fmla="*/ 6 w 9"/>
                  <a:gd name="T3" fmla="*/ 13 h 28"/>
                  <a:gd name="T4" fmla="*/ 6 w 9"/>
                  <a:gd name="T5" fmla="*/ 10 h 28"/>
                  <a:gd name="T6" fmla="*/ 5 w 9"/>
                  <a:gd name="T7" fmla="*/ 8 h 28"/>
                  <a:gd name="T8" fmla="*/ 5 w 9"/>
                  <a:gd name="T9" fmla="*/ 6 h 28"/>
                  <a:gd name="T10" fmla="*/ 5 w 9"/>
                  <a:gd name="T11" fmla="*/ 5 h 28"/>
                  <a:gd name="T12" fmla="*/ 5 w 9"/>
                  <a:gd name="T13" fmla="*/ 3 h 28"/>
                  <a:gd name="T14" fmla="*/ 5 w 9"/>
                  <a:gd name="T15" fmla="*/ 1 h 28"/>
                  <a:gd name="T16" fmla="*/ 5 w 9"/>
                  <a:gd name="T17" fmla="*/ 0 h 28"/>
                  <a:gd name="T18" fmla="*/ 4 w 9"/>
                  <a:gd name="T19" fmla="*/ 0 h 28"/>
                  <a:gd name="T20" fmla="*/ 3 w 9"/>
                  <a:gd name="T21" fmla="*/ 0 h 28"/>
                  <a:gd name="T22" fmla="*/ 1 w 9"/>
                  <a:gd name="T23" fmla="*/ 0 h 28"/>
                  <a:gd name="T24" fmla="*/ 0 w 9"/>
                  <a:gd name="T25" fmla="*/ 0 h 28"/>
                  <a:gd name="T26" fmla="*/ 0 w 9"/>
                  <a:gd name="T27" fmla="*/ 3 h 28"/>
                  <a:gd name="T28" fmla="*/ 1 w 9"/>
                  <a:gd name="T29" fmla="*/ 9 h 28"/>
                  <a:gd name="T30" fmla="*/ 1 w 9"/>
                  <a:gd name="T31" fmla="*/ 13 h 28"/>
                  <a:gd name="T32" fmla="*/ 1 w 9"/>
                  <a:gd name="T33" fmla="*/ 15 h 28"/>
                  <a:gd name="T34" fmla="*/ 2 w 9"/>
                  <a:gd name="T35" fmla="*/ 15 h 28"/>
                  <a:gd name="T36" fmla="*/ 3 w 9"/>
                  <a:gd name="T37" fmla="*/ 15 h 28"/>
                  <a:gd name="T38" fmla="*/ 5 w 9"/>
                  <a:gd name="T39" fmla="*/ 16 h 28"/>
                  <a:gd name="T40" fmla="*/ 5 w 9"/>
                  <a:gd name="T41" fmla="*/ 16 h 28"/>
                  <a:gd name="T42" fmla="*/ 6 w 9"/>
                  <a:gd name="T43" fmla="*/ 16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 h="28">
                    <a:moveTo>
                      <a:pt x="9" y="28"/>
                    </a:moveTo>
                    <a:lnTo>
                      <a:pt x="9" y="23"/>
                    </a:lnTo>
                    <a:lnTo>
                      <a:pt x="9" y="18"/>
                    </a:lnTo>
                    <a:lnTo>
                      <a:pt x="8" y="14"/>
                    </a:lnTo>
                    <a:lnTo>
                      <a:pt x="8" y="10"/>
                    </a:lnTo>
                    <a:lnTo>
                      <a:pt x="8" y="8"/>
                    </a:lnTo>
                    <a:lnTo>
                      <a:pt x="8" y="5"/>
                    </a:lnTo>
                    <a:lnTo>
                      <a:pt x="8" y="2"/>
                    </a:lnTo>
                    <a:lnTo>
                      <a:pt x="8" y="0"/>
                    </a:lnTo>
                    <a:lnTo>
                      <a:pt x="6" y="0"/>
                    </a:lnTo>
                    <a:lnTo>
                      <a:pt x="4" y="0"/>
                    </a:lnTo>
                    <a:lnTo>
                      <a:pt x="2" y="0"/>
                    </a:lnTo>
                    <a:lnTo>
                      <a:pt x="0" y="0"/>
                    </a:lnTo>
                    <a:lnTo>
                      <a:pt x="0" y="6"/>
                    </a:lnTo>
                    <a:lnTo>
                      <a:pt x="1" y="15"/>
                    </a:lnTo>
                    <a:lnTo>
                      <a:pt x="1" y="22"/>
                    </a:lnTo>
                    <a:lnTo>
                      <a:pt x="1" y="26"/>
                    </a:lnTo>
                    <a:lnTo>
                      <a:pt x="3" y="26"/>
                    </a:lnTo>
                    <a:lnTo>
                      <a:pt x="4" y="26"/>
                    </a:lnTo>
                    <a:lnTo>
                      <a:pt x="7" y="28"/>
                    </a:lnTo>
                    <a:lnTo>
                      <a:pt x="8" y="28"/>
                    </a:lnTo>
                    <a:lnTo>
                      <a:pt x="9" y="2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4" name="Freeform 125">
                <a:extLst>
                  <a:ext uri="{FF2B5EF4-FFF2-40B4-BE49-F238E27FC236}">
                    <a16:creationId xmlns:a16="http://schemas.microsoft.com/office/drawing/2014/main" id="{DF3264BE-227F-4DDF-BA8C-FCB62A63B72A}"/>
                  </a:ext>
                </a:extLst>
              </p:cNvPr>
              <p:cNvSpPr>
                <a:spLocks/>
              </p:cNvSpPr>
              <p:nvPr/>
            </p:nvSpPr>
            <p:spPr bwMode="auto">
              <a:xfrm>
                <a:off x="4485" y="3097"/>
                <a:ext cx="202" cy="324"/>
              </a:xfrm>
              <a:custGeom>
                <a:avLst/>
                <a:gdLst>
                  <a:gd name="T0" fmla="*/ 114 w 370"/>
                  <a:gd name="T1" fmla="*/ 29 h 590"/>
                  <a:gd name="T2" fmla="*/ 86 w 370"/>
                  <a:gd name="T3" fmla="*/ 73 h 590"/>
                  <a:gd name="T4" fmla="*/ 67 w 370"/>
                  <a:gd name="T5" fmla="*/ 141 h 590"/>
                  <a:gd name="T6" fmla="*/ 58 w 370"/>
                  <a:gd name="T7" fmla="*/ 194 h 590"/>
                  <a:gd name="T8" fmla="*/ 53 w 370"/>
                  <a:gd name="T9" fmla="*/ 205 h 590"/>
                  <a:gd name="T10" fmla="*/ 56 w 370"/>
                  <a:gd name="T11" fmla="*/ 209 h 590"/>
                  <a:gd name="T12" fmla="*/ 43 w 370"/>
                  <a:gd name="T13" fmla="*/ 224 h 590"/>
                  <a:gd name="T14" fmla="*/ 27 w 370"/>
                  <a:gd name="T15" fmla="*/ 227 h 590"/>
                  <a:gd name="T16" fmla="*/ 14 w 370"/>
                  <a:gd name="T17" fmla="*/ 227 h 590"/>
                  <a:gd name="T18" fmla="*/ 2 w 370"/>
                  <a:gd name="T19" fmla="*/ 228 h 590"/>
                  <a:gd name="T20" fmla="*/ 5 w 370"/>
                  <a:gd name="T21" fmla="*/ 263 h 590"/>
                  <a:gd name="T22" fmla="*/ 2 w 370"/>
                  <a:gd name="T23" fmla="*/ 297 h 590"/>
                  <a:gd name="T24" fmla="*/ 8 w 370"/>
                  <a:gd name="T25" fmla="*/ 319 h 590"/>
                  <a:gd name="T26" fmla="*/ 28 w 370"/>
                  <a:gd name="T27" fmla="*/ 322 h 590"/>
                  <a:gd name="T28" fmla="*/ 48 w 370"/>
                  <a:gd name="T29" fmla="*/ 323 h 590"/>
                  <a:gd name="T30" fmla="*/ 70 w 370"/>
                  <a:gd name="T31" fmla="*/ 323 h 590"/>
                  <a:gd name="T32" fmla="*/ 89 w 370"/>
                  <a:gd name="T33" fmla="*/ 323 h 590"/>
                  <a:gd name="T34" fmla="*/ 100 w 370"/>
                  <a:gd name="T35" fmla="*/ 321 h 590"/>
                  <a:gd name="T36" fmla="*/ 115 w 370"/>
                  <a:gd name="T37" fmla="*/ 315 h 590"/>
                  <a:gd name="T38" fmla="*/ 126 w 370"/>
                  <a:gd name="T39" fmla="*/ 309 h 590"/>
                  <a:gd name="T40" fmla="*/ 136 w 370"/>
                  <a:gd name="T41" fmla="*/ 300 h 590"/>
                  <a:gd name="T42" fmla="*/ 145 w 370"/>
                  <a:gd name="T43" fmla="*/ 288 h 590"/>
                  <a:gd name="T44" fmla="*/ 154 w 370"/>
                  <a:gd name="T45" fmla="*/ 272 h 590"/>
                  <a:gd name="T46" fmla="*/ 165 w 370"/>
                  <a:gd name="T47" fmla="*/ 243 h 590"/>
                  <a:gd name="T48" fmla="*/ 182 w 370"/>
                  <a:gd name="T49" fmla="*/ 195 h 590"/>
                  <a:gd name="T50" fmla="*/ 195 w 370"/>
                  <a:gd name="T51" fmla="*/ 113 h 590"/>
                  <a:gd name="T52" fmla="*/ 193 w 370"/>
                  <a:gd name="T53" fmla="*/ 92 h 590"/>
                  <a:gd name="T54" fmla="*/ 184 w 370"/>
                  <a:gd name="T55" fmla="*/ 102 h 590"/>
                  <a:gd name="T56" fmla="*/ 157 w 370"/>
                  <a:gd name="T57" fmla="*/ 115 h 590"/>
                  <a:gd name="T58" fmla="*/ 143 w 370"/>
                  <a:gd name="T59" fmla="*/ 105 h 590"/>
                  <a:gd name="T60" fmla="*/ 130 w 370"/>
                  <a:gd name="T61" fmla="*/ 98 h 590"/>
                  <a:gd name="T62" fmla="*/ 114 w 370"/>
                  <a:gd name="T63" fmla="*/ 99 h 590"/>
                  <a:gd name="T64" fmla="*/ 103 w 370"/>
                  <a:gd name="T65" fmla="*/ 96 h 590"/>
                  <a:gd name="T66" fmla="*/ 116 w 370"/>
                  <a:gd name="T67" fmla="*/ 72 h 590"/>
                  <a:gd name="T68" fmla="*/ 146 w 370"/>
                  <a:gd name="T69" fmla="*/ 59 h 590"/>
                  <a:gd name="T70" fmla="*/ 197 w 370"/>
                  <a:gd name="T71" fmla="*/ 37 h 590"/>
                  <a:gd name="T72" fmla="*/ 192 w 370"/>
                  <a:gd name="T73" fmla="*/ 27 h 590"/>
                  <a:gd name="T74" fmla="*/ 175 w 370"/>
                  <a:gd name="T75" fmla="*/ 17 h 590"/>
                  <a:gd name="T76" fmla="*/ 167 w 370"/>
                  <a:gd name="T77" fmla="*/ 11 h 590"/>
                  <a:gd name="T78" fmla="*/ 177 w 370"/>
                  <a:gd name="T79" fmla="*/ 9 h 590"/>
                  <a:gd name="T80" fmla="*/ 188 w 370"/>
                  <a:gd name="T81" fmla="*/ 9 h 590"/>
                  <a:gd name="T82" fmla="*/ 185 w 370"/>
                  <a:gd name="T83" fmla="*/ 2 h 590"/>
                  <a:gd name="T84" fmla="*/ 172 w 370"/>
                  <a:gd name="T85" fmla="*/ 1 h 590"/>
                  <a:gd name="T86" fmla="*/ 156 w 370"/>
                  <a:gd name="T87" fmla="*/ 5 h 590"/>
                  <a:gd name="T88" fmla="*/ 145 w 370"/>
                  <a:gd name="T89" fmla="*/ 16 h 590"/>
                  <a:gd name="T90" fmla="*/ 135 w 370"/>
                  <a:gd name="T91" fmla="*/ 27 h 590"/>
                  <a:gd name="T92" fmla="*/ 125 w 370"/>
                  <a:gd name="T93" fmla="*/ 36 h 590"/>
                  <a:gd name="T94" fmla="*/ 114 w 370"/>
                  <a:gd name="T95" fmla="*/ 43 h 590"/>
                  <a:gd name="T96" fmla="*/ 122 w 370"/>
                  <a:gd name="T97" fmla="*/ 31 h 590"/>
                  <a:gd name="T98" fmla="*/ 138 w 370"/>
                  <a:gd name="T99" fmla="*/ 15 h 590"/>
                  <a:gd name="T100" fmla="*/ 144 w 370"/>
                  <a:gd name="T101" fmla="*/ 0 h 5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70" h="590">
                    <a:moveTo>
                      <a:pt x="257" y="1"/>
                    </a:move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9" y="509"/>
                    </a:lnTo>
                    <a:lnTo>
                      <a:pt x="6" y="525"/>
                    </a:lnTo>
                    <a:lnTo>
                      <a:pt x="4" y="541"/>
                    </a:lnTo>
                    <a:lnTo>
                      <a:pt x="2" y="554"/>
                    </a:lnTo>
                    <a:lnTo>
                      <a:pt x="6" y="560"/>
                    </a:lnTo>
                    <a:lnTo>
                      <a:pt x="12" y="570"/>
                    </a:lnTo>
                    <a:lnTo>
                      <a:pt x="15" y="580"/>
                    </a:lnTo>
                    <a:lnTo>
                      <a:pt x="18" y="590"/>
                    </a:lnTo>
                    <a:lnTo>
                      <a:pt x="28" y="588"/>
                    </a:lnTo>
                    <a:lnTo>
                      <a:pt x="41" y="587"/>
                    </a:lnTo>
                    <a:lnTo>
                      <a:pt x="52" y="586"/>
                    </a:lnTo>
                    <a:lnTo>
                      <a:pt x="64" y="586"/>
                    </a:lnTo>
                    <a:lnTo>
                      <a:pt x="73" y="587"/>
                    </a:lnTo>
                    <a:lnTo>
                      <a:pt x="82" y="588"/>
                    </a:lnTo>
                    <a:lnTo>
                      <a:pt x="88" y="588"/>
                    </a:lnTo>
                    <a:lnTo>
                      <a:pt x="91" y="589"/>
                    </a:lnTo>
                    <a:lnTo>
                      <a:pt x="104" y="589"/>
                    </a:lnTo>
                    <a:lnTo>
                      <a:pt x="117" y="589"/>
                    </a:lnTo>
                    <a:lnTo>
                      <a:pt x="128" y="589"/>
                    </a:lnTo>
                    <a:lnTo>
                      <a:pt x="140" y="589"/>
                    </a:lnTo>
                    <a:lnTo>
                      <a:pt x="149" y="589"/>
                    </a:lnTo>
                    <a:lnTo>
                      <a:pt x="157" y="589"/>
                    </a:lnTo>
                    <a:lnTo>
                      <a:pt x="163" y="588"/>
                    </a:lnTo>
                    <a:lnTo>
                      <a:pt x="166" y="588"/>
                    </a:lnTo>
                    <a:lnTo>
                      <a:pt x="171" y="587"/>
                    </a:lnTo>
                    <a:lnTo>
                      <a:pt x="177" y="586"/>
                    </a:lnTo>
                    <a:lnTo>
                      <a:pt x="184" y="584"/>
                    </a:lnTo>
                    <a:lnTo>
                      <a:pt x="191" y="581"/>
                    </a:lnTo>
                    <a:lnTo>
                      <a:pt x="197" y="579"/>
                    </a:lnTo>
                    <a:lnTo>
                      <a:pt x="204" y="577"/>
                    </a:lnTo>
                    <a:lnTo>
                      <a:pt x="210" y="574"/>
                    </a:lnTo>
                    <a:lnTo>
                      <a:pt x="215" y="572"/>
                    </a:lnTo>
                    <a:lnTo>
                      <a:pt x="219" y="570"/>
                    </a:lnTo>
                    <a:lnTo>
                      <a:pt x="224" y="566"/>
                    </a:lnTo>
                    <a:lnTo>
                      <a:pt x="230" y="563"/>
                    </a:lnTo>
                    <a:lnTo>
                      <a:pt x="235" y="559"/>
                    </a:lnTo>
                    <a:lnTo>
                      <a:pt x="241" y="556"/>
                    </a:lnTo>
                    <a:lnTo>
                      <a:pt x="246" y="551"/>
                    </a:lnTo>
                    <a:lnTo>
                      <a:pt x="250" y="547"/>
                    </a:lnTo>
                    <a:lnTo>
                      <a:pt x="253" y="543"/>
                    </a:lnTo>
                    <a:lnTo>
                      <a:pt x="256" y="539"/>
                    </a:lnTo>
                    <a:lnTo>
                      <a:pt x="261" y="532"/>
                    </a:lnTo>
                    <a:lnTo>
                      <a:pt x="265" y="525"/>
                    </a:lnTo>
                    <a:lnTo>
                      <a:pt x="269" y="519"/>
                    </a:lnTo>
                    <a:lnTo>
                      <a:pt x="272" y="513"/>
                    </a:lnTo>
                    <a:lnTo>
                      <a:pt x="277" y="505"/>
                    </a:lnTo>
                    <a:lnTo>
                      <a:pt x="282" y="495"/>
                    </a:lnTo>
                    <a:lnTo>
                      <a:pt x="286" y="486"/>
                    </a:lnTo>
                    <a:lnTo>
                      <a:pt x="290" y="478"/>
                    </a:lnTo>
                    <a:lnTo>
                      <a:pt x="295" y="463"/>
                    </a:lnTo>
                    <a:lnTo>
                      <a:pt x="303" y="442"/>
                    </a:lnTo>
                    <a:lnTo>
                      <a:pt x="312" y="420"/>
                    </a:lnTo>
                    <a:lnTo>
                      <a:pt x="320" y="396"/>
                    </a:lnTo>
                    <a:lnTo>
                      <a:pt x="328" y="374"/>
                    </a:lnTo>
                    <a:lnTo>
                      <a:pt x="333" y="355"/>
                    </a:lnTo>
                    <a:lnTo>
                      <a:pt x="337" y="342"/>
                    </a:lnTo>
                    <a:lnTo>
                      <a:pt x="343" y="307"/>
                    </a:lnTo>
                    <a:lnTo>
                      <a:pt x="351" y="254"/>
                    </a:lnTo>
                    <a:lnTo>
                      <a:pt x="358" y="205"/>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5" name="Freeform 126">
                <a:extLst>
                  <a:ext uri="{FF2B5EF4-FFF2-40B4-BE49-F238E27FC236}">
                    <a16:creationId xmlns:a16="http://schemas.microsoft.com/office/drawing/2014/main" id="{EB45DE3E-7E59-4DA2-BF60-F5FCEA7567EF}"/>
                  </a:ext>
                </a:extLst>
              </p:cNvPr>
              <p:cNvSpPr>
                <a:spLocks/>
              </p:cNvSpPr>
              <p:nvPr/>
            </p:nvSpPr>
            <p:spPr bwMode="auto">
              <a:xfrm>
                <a:off x="4485" y="3097"/>
                <a:ext cx="202" cy="272"/>
              </a:xfrm>
              <a:custGeom>
                <a:avLst/>
                <a:gdLst>
                  <a:gd name="T0" fmla="*/ 121 w 370"/>
                  <a:gd name="T1" fmla="*/ 69 h 497"/>
                  <a:gd name="T2" fmla="*/ 174 w 370"/>
                  <a:gd name="T3" fmla="*/ 47 h 497"/>
                  <a:gd name="T4" fmla="*/ 197 w 370"/>
                  <a:gd name="T5" fmla="*/ 30 h 497"/>
                  <a:gd name="T6" fmla="*/ 175 w 370"/>
                  <a:gd name="T7" fmla="*/ 17 h 497"/>
                  <a:gd name="T8" fmla="*/ 169 w 370"/>
                  <a:gd name="T9" fmla="*/ 10 h 497"/>
                  <a:gd name="T10" fmla="*/ 183 w 370"/>
                  <a:gd name="T11" fmla="*/ 9 h 497"/>
                  <a:gd name="T12" fmla="*/ 187 w 370"/>
                  <a:gd name="T13" fmla="*/ 3 h 497"/>
                  <a:gd name="T14" fmla="*/ 172 w 370"/>
                  <a:gd name="T15" fmla="*/ 1 h 497"/>
                  <a:gd name="T16" fmla="*/ 153 w 370"/>
                  <a:gd name="T17" fmla="*/ 7 h 497"/>
                  <a:gd name="T18" fmla="*/ 139 w 370"/>
                  <a:gd name="T19" fmla="*/ 22 h 497"/>
                  <a:gd name="T20" fmla="*/ 128 w 370"/>
                  <a:gd name="T21" fmla="*/ 33 h 497"/>
                  <a:gd name="T22" fmla="*/ 114 w 370"/>
                  <a:gd name="T23" fmla="*/ 43 h 497"/>
                  <a:gd name="T24" fmla="*/ 127 w 370"/>
                  <a:gd name="T25" fmla="*/ 27 h 497"/>
                  <a:gd name="T26" fmla="*/ 144 w 370"/>
                  <a:gd name="T27" fmla="*/ 5 h 497"/>
                  <a:gd name="T28" fmla="*/ 123 w 370"/>
                  <a:gd name="T29" fmla="*/ 18 h 497"/>
                  <a:gd name="T30" fmla="*/ 86 w 370"/>
                  <a:gd name="T31" fmla="*/ 73 h 497"/>
                  <a:gd name="T32" fmla="*/ 66 w 370"/>
                  <a:gd name="T33" fmla="*/ 155 h 497"/>
                  <a:gd name="T34" fmla="*/ 55 w 370"/>
                  <a:gd name="T35" fmla="*/ 201 h 497"/>
                  <a:gd name="T36" fmla="*/ 55 w 370"/>
                  <a:gd name="T37" fmla="*/ 207 h 497"/>
                  <a:gd name="T38" fmla="*/ 43 w 370"/>
                  <a:gd name="T39" fmla="*/ 223 h 497"/>
                  <a:gd name="T40" fmla="*/ 23 w 370"/>
                  <a:gd name="T41" fmla="*/ 225 h 497"/>
                  <a:gd name="T42" fmla="*/ 8 w 370"/>
                  <a:gd name="T43" fmla="*/ 227 h 497"/>
                  <a:gd name="T44" fmla="*/ 5 w 370"/>
                  <a:gd name="T45" fmla="*/ 250 h 497"/>
                  <a:gd name="T46" fmla="*/ 17 w 370"/>
                  <a:gd name="T47" fmla="*/ 271 h 497"/>
                  <a:gd name="T48" fmla="*/ 37 w 370"/>
                  <a:gd name="T49" fmla="*/ 271 h 497"/>
                  <a:gd name="T50" fmla="*/ 43 w 370"/>
                  <a:gd name="T51" fmla="*/ 257 h 497"/>
                  <a:gd name="T52" fmla="*/ 45 w 370"/>
                  <a:gd name="T53" fmla="*/ 246 h 497"/>
                  <a:gd name="T54" fmla="*/ 50 w 370"/>
                  <a:gd name="T55" fmla="*/ 238 h 497"/>
                  <a:gd name="T56" fmla="*/ 56 w 370"/>
                  <a:gd name="T57" fmla="*/ 233 h 497"/>
                  <a:gd name="T58" fmla="*/ 82 w 370"/>
                  <a:gd name="T59" fmla="*/ 244 h 497"/>
                  <a:gd name="T60" fmla="*/ 103 w 370"/>
                  <a:gd name="T61" fmla="*/ 254 h 497"/>
                  <a:gd name="T62" fmla="*/ 122 w 370"/>
                  <a:gd name="T63" fmla="*/ 248 h 497"/>
                  <a:gd name="T64" fmla="*/ 109 w 370"/>
                  <a:gd name="T65" fmla="*/ 230 h 497"/>
                  <a:gd name="T66" fmla="*/ 93 w 370"/>
                  <a:gd name="T67" fmla="*/ 209 h 497"/>
                  <a:gd name="T68" fmla="*/ 107 w 370"/>
                  <a:gd name="T69" fmla="*/ 197 h 497"/>
                  <a:gd name="T70" fmla="*/ 138 w 370"/>
                  <a:gd name="T71" fmla="*/ 193 h 497"/>
                  <a:gd name="T72" fmla="*/ 157 w 370"/>
                  <a:gd name="T73" fmla="*/ 184 h 497"/>
                  <a:gd name="T74" fmla="*/ 136 w 370"/>
                  <a:gd name="T75" fmla="*/ 161 h 497"/>
                  <a:gd name="T76" fmla="*/ 116 w 370"/>
                  <a:gd name="T77" fmla="*/ 159 h 497"/>
                  <a:gd name="T78" fmla="*/ 105 w 370"/>
                  <a:gd name="T79" fmla="*/ 155 h 497"/>
                  <a:gd name="T80" fmla="*/ 121 w 370"/>
                  <a:gd name="T81" fmla="*/ 144 h 497"/>
                  <a:gd name="T82" fmla="*/ 171 w 370"/>
                  <a:gd name="T83" fmla="*/ 128 h 497"/>
                  <a:gd name="T84" fmla="*/ 194 w 370"/>
                  <a:gd name="T85" fmla="*/ 90 h 497"/>
                  <a:gd name="T86" fmla="*/ 184 w 370"/>
                  <a:gd name="T87" fmla="*/ 101 h 497"/>
                  <a:gd name="T88" fmla="*/ 148 w 370"/>
                  <a:gd name="T89" fmla="*/ 115 h 497"/>
                  <a:gd name="T90" fmla="*/ 136 w 370"/>
                  <a:gd name="T91" fmla="*/ 100 h 497"/>
                  <a:gd name="T92" fmla="*/ 118 w 370"/>
                  <a:gd name="T93" fmla="*/ 98 h 497"/>
                  <a:gd name="T94" fmla="*/ 103 w 370"/>
                  <a:gd name="T95" fmla="*/ 96 h 497"/>
                  <a:gd name="T96" fmla="*/ 95 w 370"/>
                  <a:gd name="T97" fmla="*/ 117 h 497"/>
                  <a:gd name="T98" fmla="*/ 118 w 370"/>
                  <a:gd name="T99" fmla="*/ 110 h 497"/>
                  <a:gd name="T100" fmla="*/ 135 w 370"/>
                  <a:gd name="T101" fmla="*/ 117 h 497"/>
                  <a:gd name="T102" fmla="*/ 122 w 370"/>
                  <a:gd name="T103" fmla="*/ 115 h 497"/>
                  <a:gd name="T104" fmla="*/ 110 w 370"/>
                  <a:gd name="T105" fmla="*/ 125 h 497"/>
                  <a:gd name="T106" fmla="*/ 95 w 370"/>
                  <a:gd name="T107" fmla="*/ 135 h 497"/>
                  <a:gd name="T108" fmla="*/ 82 w 370"/>
                  <a:gd name="T109" fmla="*/ 171 h 497"/>
                  <a:gd name="T110" fmla="*/ 73 w 370"/>
                  <a:gd name="T111" fmla="*/ 205 h 497"/>
                  <a:gd name="T112" fmla="*/ 81 w 370"/>
                  <a:gd name="T113" fmla="*/ 160 h 497"/>
                  <a:gd name="T114" fmla="*/ 86 w 370"/>
                  <a:gd name="T115" fmla="*/ 125 h 497"/>
                  <a:gd name="T116" fmla="*/ 95 w 370"/>
                  <a:gd name="T117" fmla="*/ 100 h 49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70" h="497">
                    <a:moveTo>
                      <a:pt x="188" y="170"/>
                    </a:move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15" y="497"/>
                    </a:lnTo>
                    <a:lnTo>
                      <a:pt x="24" y="496"/>
                    </a:lnTo>
                    <a:lnTo>
                      <a:pt x="32" y="495"/>
                    </a:lnTo>
                    <a:lnTo>
                      <a:pt x="41" y="494"/>
                    </a:lnTo>
                    <a:lnTo>
                      <a:pt x="49" y="494"/>
                    </a:lnTo>
                    <a:lnTo>
                      <a:pt x="57" y="494"/>
                    </a:lnTo>
                    <a:lnTo>
                      <a:pt x="63" y="494"/>
                    </a:lnTo>
                    <a:lnTo>
                      <a:pt x="68" y="495"/>
                    </a:lnTo>
                    <a:lnTo>
                      <a:pt x="73" y="488"/>
                    </a:lnTo>
                    <a:lnTo>
                      <a:pt x="77" y="482"/>
                    </a:lnTo>
                    <a:lnTo>
                      <a:pt x="79" y="478"/>
                    </a:lnTo>
                    <a:lnTo>
                      <a:pt x="79" y="474"/>
                    </a:lnTo>
                    <a:lnTo>
                      <a:pt x="78" y="469"/>
                    </a:lnTo>
                    <a:lnTo>
                      <a:pt x="77" y="463"/>
                    </a:lnTo>
                    <a:lnTo>
                      <a:pt x="75" y="456"/>
                    </a:lnTo>
                    <a:lnTo>
                      <a:pt x="74" y="451"/>
                    </a:lnTo>
                    <a:lnTo>
                      <a:pt x="78" y="451"/>
                    </a:lnTo>
                    <a:lnTo>
                      <a:pt x="82" y="449"/>
                    </a:lnTo>
                    <a:lnTo>
                      <a:pt x="86" y="446"/>
                    </a:lnTo>
                    <a:lnTo>
                      <a:pt x="88" y="445"/>
                    </a:lnTo>
                    <a:lnTo>
                      <a:pt x="90" y="443"/>
                    </a:lnTo>
                    <a:lnTo>
                      <a:pt x="91" y="438"/>
                    </a:lnTo>
                    <a:lnTo>
                      <a:pt x="91" y="434"/>
                    </a:lnTo>
                    <a:lnTo>
                      <a:pt x="90" y="430"/>
                    </a:lnTo>
                    <a:lnTo>
                      <a:pt x="94" y="428"/>
                    </a:lnTo>
                    <a:lnTo>
                      <a:pt x="97" y="427"/>
                    </a:lnTo>
                    <a:lnTo>
                      <a:pt x="101" y="425"/>
                    </a:lnTo>
                    <a:lnTo>
                      <a:pt x="103" y="425"/>
                    </a:lnTo>
                    <a:lnTo>
                      <a:pt x="110" y="427"/>
                    </a:lnTo>
                    <a:lnTo>
                      <a:pt x="119" y="431"/>
                    </a:lnTo>
                    <a:lnTo>
                      <a:pt x="130" y="436"/>
                    </a:lnTo>
                    <a:lnTo>
                      <a:pt x="140" y="441"/>
                    </a:lnTo>
                    <a:lnTo>
                      <a:pt x="150" y="445"/>
                    </a:lnTo>
                    <a:lnTo>
                      <a:pt x="161" y="450"/>
                    </a:lnTo>
                    <a:lnTo>
                      <a:pt x="169" y="454"/>
                    </a:lnTo>
                    <a:lnTo>
                      <a:pt x="174" y="458"/>
                    </a:lnTo>
                    <a:lnTo>
                      <a:pt x="182" y="463"/>
                    </a:lnTo>
                    <a:lnTo>
                      <a:pt x="188" y="465"/>
                    </a:lnTo>
                    <a:lnTo>
                      <a:pt x="194" y="466"/>
                    </a:lnTo>
                    <a:lnTo>
                      <a:pt x="200" y="465"/>
                    </a:lnTo>
                    <a:lnTo>
                      <a:pt x="208" y="461"/>
                    </a:lnTo>
                    <a:lnTo>
                      <a:pt x="217" y="458"/>
                    </a:lnTo>
                    <a:lnTo>
                      <a:pt x="223" y="454"/>
                    </a:lnTo>
                    <a:lnTo>
                      <a:pt x="224" y="450"/>
                    </a:lnTo>
                    <a:lnTo>
                      <a:pt x="221" y="446"/>
                    </a:lnTo>
                    <a:lnTo>
                      <a:pt x="215" y="440"/>
                    </a:lnTo>
                    <a:lnTo>
                      <a:pt x="207" y="430"/>
                    </a:lnTo>
                    <a:lnTo>
                      <a:pt x="199" y="421"/>
                    </a:lnTo>
                    <a:lnTo>
                      <a:pt x="191" y="411"/>
                    </a:lnTo>
                    <a:lnTo>
                      <a:pt x="182" y="402"/>
                    </a:lnTo>
                    <a:lnTo>
                      <a:pt x="177" y="393"/>
                    </a:lnTo>
                    <a:lnTo>
                      <a:pt x="173" y="389"/>
                    </a:lnTo>
                    <a:lnTo>
                      <a:pt x="171" y="381"/>
                    </a:lnTo>
                    <a:lnTo>
                      <a:pt x="170" y="373"/>
                    </a:lnTo>
                    <a:lnTo>
                      <a:pt x="173" y="366"/>
                    </a:lnTo>
                    <a:lnTo>
                      <a:pt x="180" y="362"/>
                    </a:lnTo>
                    <a:lnTo>
                      <a:pt x="187" y="361"/>
                    </a:lnTo>
                    <a:lnTo>
                      <a:pt x="196" y="360"/>
                    </a:lnTo>
                    <a:lnTo>
                      <a:pt x="207" y="358"/>
                    </a:lnTo>
                    <a:lnTo>
                      <a:pt x="219" y="357"/>
                    </a:lnTo>
                    <a:lnTo>
                      <a:pt x="232" y="355"/>
                    </a:lnTo>
                    <a:lnTo>
                      <a:pt x="242" y="354"/>
                    </a:lnTo>
                    <a:lnTo>
                      <a:pt x="252" y="353"/>
                    </a:lnTo>
                    <a:lnTo>
                      <a:pt x="259" y="353"/>
                    </a:lnTo>
                    <a:lnTo>
                      <a:pt x="269" y="353"/>
                    </a:lnTo>
                    <a:lnTo>
                      <a:pt x="278" y="350"/>
                    </a:lnTo>
                    <a:lnTo>
                      <a:pt x="285" y="343"/>
                    </a:lnTo>
                    <a:lnTo>
                      <a:pt x="288" y="336"/>
                    </a:lnTo>
                    <a:lnTo>
                      <a:pt x="285" y="325"/>
                    </a:lnTo>
                    <a:lnTo>
                      <a:pt x="277" y="312"/>
                    </a:lnTo>
                    <a:lnTo>
                      <a:pt x="267" y="301"/>
                    </a:lnTo>
                    <a:lnTo>
                      <a:pt x="256" y="296"/>
                    </a:lnTo>
                    <a:lnTo>
                      <a:pt x="250" y="294"/>
                    </a:lnTo>
                    <a:lnTo>
                      <a:pt x="244" y="294"/>
                    </a:lnTo>
                    <a:lnTo>
                      <a:pt x="235" y="293"/>
                    </a:lnTo>
                    <a:lnTo>
                      <a:pt x="227" y="292"/>
                    </a:lnTo>
                    <a:lnTo>
                      <a:pt x="219" y="291"/>
                    </a:lnTo>
                    <a:lnTo>
                      <a:pt x="212" y="290"/>
                    </a:lnTo>
                    <a:lnTo>
                      <a:pt x="207" y="289"/>
                    </a:lnTo>
                    <a:lnTo>
                      <a:pt x="203" y="289"/>
                    </a:lnTo>
                    <a:lnTo>
                      <a:pt x="199" y="287"/>
                    </a:lnTo>
                    <a:lnTo>
                      <a:pt x="194" y="286"/>
                    </a:lnTo>
                    <a:lnTo>
                      <a:pt x="193" y="283"/>
                    </a:lnTo>
                    <a:lnTo>
                      <a:pt x="195" y="278"/>
                    </a:lnTo>
                    <a:lnTo>
                      <a:pt x="201" y="274"/>
                    </a:lnTo>
                    <a:lnTo>
                      <a:pt x="208" y="269"/>
                    </a:lnTo>
                    <a:lnTo>
                      <a:pt x="214" y="266"/>
                    </a:lnTo>
                    <a:lnTo>
                      <a:pt x="221" y="264"/>
                    </a:lnTo>
                    <a:lnTo>
                      <a:pt x="229" y="263"/>
                    </a:lnTo>
                    <a:lnTo>
                      <a:pt x="244" y="260"/>
                    </a:lnTo>
                    <a:lnTo>
                      <a:pt x="264" y="254"/>
                    </a:lnTo>
                    <a:lnTo>
                      <a:pt x="288" y="245"/>
                    </a:lnTo>
                    <a:lnTo>
                      <a:pt x="313" y="233"/>
                    </a:lnTo>
                    <a:lnTo>
                      <a:pt x="333" y="217"/>
                    </a:lnTo>
                    <a:lnTo>
                      <a:pt x="351" y="199"/>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81" y="184"/>
                    </a:lnTo>
                    <a:lnTo>
                      <a:pt x="179" y="192"/>
                    </a:lnTo>
                    <a:lnTo>
                      <a:pt x="176" y="203"/>
                    </a:lnTo>
                    <a:lnTo>
                      <a:pt x="174" y="214"/>
                    </a:lnTo>
                    <a:lnTo>
                      <a:pt x="178" y="216"/>
                    </a:lnTo>
                    <a:lnTo>
                      <a:pt x="184" y="214"/>
                    </a:lnTo>
                    <a:lnTo>
                      <a:pt x="193" y="209"/>
                    </a:lnTo>
                    <a:lnTo>
                      <a:pt x="204" y="206"/>
                    </a:lnTo>
                    <a:lnTo>
                      <a:pt x="216" y="201"/>
                    </a:lnTo>
                    <a:lnTo>
                      <a:pt x="229" y="200"/>
                    </a:lnTo>
                    <a:lnTo>
                      <a:pt x="239" y="200"/>
                    </a:lnTo>
                    <a:lnTo>
                      <a:pt x="248" y="206"/>
                    </a:lnTo>
                    <a:lnTo>
                      <a:pt x="253" y="215"/>
                    </a:lnTo>
                    <a:lnTo>
                      <a:pt x="248" y="214"/>
                    </a:lnTo>
                    <a:lnTo>
                      <a:pt x="242" y="213"/>
                    </a:lnTo>
                    <a:lnTo>
                      <a:pt x="238" y="211"/>
                    </a:lnTo>
                    <a:lnTo>
                      <a:pt x="232" y="211"/>
                    </a:lnTo>
                    <a:lnTo>
                      <a:pt x="227" y="211"/>
                    </a:lnTo>
                    <a:lnTo>
                      <a:pt x="223" y="211"/>
                    </a:lnTo>
                    <a:lnTo>
                      <a:pt x="219" y="211"/>
                    </a:lnTo>
                    <a:lnTo>
                      <a:pt x="215" y="213"/>
                    </a:lnTo>
                    <a:lnTo>
                      <a:pt x="211" y="217"/>
                    </a:lnTo>
                    <a:lnTo>
                      <a:pt x="207" y="222"/>
                    </a:lnTo>
                    <a:lnTo>
                      <a:pt x="201" y="228"/>
                    </a:lnTo>
                    <a:lnTo>
                      <a:pt x="195" y="233"/>
                    </a:lnTo>
                    <a:lnTo>
                      <a:pt x="188" y="238"/>
                    </a:lnTo>
                    <a:lnTo>
                      <a:pt x="182" y="243"/>
                    </a:lnTo>
                    <a:lnTo>
                      <a:pt x="178" y="245"/>
                    </a:lnTo>
                    <a:lnTo>
                      <a:pt x="174" y="246"/>
                    </a:lnTo>
                    <a:lnTo>
                      <a:pt x="168" y="261"/>
                    </a:lnTo>
                    <a:lnTo>
                      <a:pt x="162" y="275"/>
                    </a:lnTo>
                    <a:lnTo>
                      <a:pt x="157" y="287"/>
                    </a:lnTo>
                    <a:lnTo>
                      <a:pt x="155" y="297"/>
                    </a:lnTo>
                    <a:lnTo>
                      <a:pt x="151" y="313"/>
                    </a:lnTo>
                    <a:lnTo>
                      <a:pt x="147" y="337"/>
                    </a:lnTo>
                    <a:lnTo>
                      <a:pt x="141" y="359"/>
                    </a:lnTo>
                    <a:lnTo>
                      <a:pt x="139" y="370"/>
                    </a:lnTo>
                    <a:lnTo>
                      <a:pt x="136" y="373"/>
                    </a:lnTo>
                    <a:lnTo>
                      <a:pt x="134" y="374"/>
                    </a:lnTo>
                    <a:lnTo>
                      <a:pt x="131" y="376"/>
                    </a:lnTo>
                    <a:lnTo>
                      <a:pt x="128" y="377"/>
                    </a:lnTo>
                    <a:lnTo>
                      <a:pt x="135" y="353"/>
                    </a:lnTo>
                    <a:lnTo>
                      <a:pt x="143" y="321"/>
                    </a:lnTo>
                    <a:lnTo>
                      <a:pt x="149" y="292"/>
                    </a:lnTo>
                    <a:lnTo>
                      <a:pt x="151" y="274"/>
                    </a:lnTo>
                    <a:lnTo>
                      <a:pt x="151" y="262"/>
                    </a:lnTo>
                    <a:lnTo>
                      <a:pt x="153" y="249"/>
                    </a:lnTo>
                    <a:lnTo>
                      <a:pt x="154" y="237"/>
                    </a:lnTo>
                    <a:lnTo>
                      <a:pt x="157" y="228"/>
                    </a:lnTo>
                    <a:lnTo>
                      <a:pt x="162" y="218"/>
                    </a:lnTo>
                    <a:lnTo>
                      <a:pt x="166" y="207"/>
                    </a:lnTo>
                    <a:lnTo>
                      <a:pt x="171" y="196"/>
                    </a:lnTo>
                    <a:lnTo>
                      <a:pt x="172" y="188"/>
                    </a:lnTo>
                    <a:lnTo>
                      <a:pt x="174" y="183"/>
                    </a:lnTo>
                    <a:lnTo>
                      <a:pt x="177" y="180"/>
                    </a:lnTo>
                    <a:lnTo>
                      <a:pt x="179" y="180"/>
                    </a:lnTo>
                    <a:lnTo>
                      <a:pt x="181" y="184"/>
                    </a:lnTo>
                    <a:lnTo>
                      <a:pt x="188" y="17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6" name="Freeform 127">
                <a:extLst>
                  <a:ext uri="{FF2B5EF4-FFF2-40B4-BE49-F238E27FC236}">
                    <a16:creationId xmlns:a16="http://schemas.microsoft.com/office/drawing/2014/main" id="{5B4818F7-904A-400D-8F75-608923FCBFBA}"/>
                  </a:ext>
                </a:extLst>
              </p:cNvPr>
              <p:cNvSpPr>
                <a:spLocks/>
              </p:cNvSpPr>
              <p:nvPr/>
            </p:nvSpPr>
            <p:spPr bwMode="auto">
              <a:xfrm>
                <a:off x="3865" y="3068"/>
                <a:ext cx="95" cy="109"/>
              </a:xfrm>
              <a:custGeom>
                <a:avLst/>
                <a:gdLst>
                  <a:gd name="T0" fmla="*/ 36 w 173"/>
                  <a:gd name="T1" fmla="*/ 107 h 200"/>
                  <a:gd name="T2" fmla="*/ 25 w 173"/>
                  <a:gd name="T3" fmla="*/ 105 h 200"/>
                  <a:gd name="T4" fmla="*/ 14 w 173"/>
                  <a:gd name="T5" fmla="*/ 101 h 200"/>
                  <a:gd name="T6" fmla="*/ 4 w 173"/>
                  <a:gd name="T7" fmla="*/ 98 h 200"/>
                  <a:gd name="T8" fmla="*/ 1 w 173"/>
                  <a:gd name="T9" fmla="*/ 89 h 200"/>
                  <a:gd name="T10" fmla="*/ 6 w 173"/>
                  <a:gd name="T11" fmla="*/ 77 h 200"/>
                  <a:gd name="T12" fmla="*/ 10 w 173"/>
                  <a:gd name="T13" fmla="*/ 72 h 200"/>
                  <a:gd name="T14" fmla="*/ 13 w 173"/>
                  <a:gd name="T15" fmla="*/ 68 h 200"/>
                  <a:gd name="T16" fmla="*/ 14 w 173"/>
                  <a:gd name="T17" fmla="*/ 59 h 200"/>
                  <a:gd name="T18" fmla="*/ 17 w 173"/>
                  <a:gd name="T19" fmla="*/ 44 h 200"/>
                  <a:gd name="T20" fmla="*/ 21 w 173"/>
                  <a:gd name="T21" fmla="*/ 33 h 200"/>
                  <a:gd name="T22" fmla="*/ 29 w 173"/>
                  <a:gd name="T23" fmla="*/ 22 h 200"/>
                  <a:gd name="T24" fmla="*/ 35 w 173"/>
                  <a:gd name="T25" fmla="*/ 14 h 200"/>
                  <a:gd name="T26" fmla="*/ 38 w 173"/>
                  <a:gd name="T27" fmla="*/ 11 h 200"/>
                  <a:gd name="T28" fmla="*/ 42 w 173"/>
                  <a:gd name="T29" fmla="*/ 8 h 200"/>
                  <a:gd name="T30" fmla="*/ 47 w 173"/>
                  <a:gd name="T31" fmla="*/ 5 h 200"/>
                  <a:gd name="T32" fmla="*/ 52 w 173"/>
                  <a:gd name="T33" fmla="*/ 4 h 200"/>
                  <a:gd name="T34" fmla="*/ 57 w 173"/>
                  <a:gd name="T35" fmla="*/ 2 h 200"/>
                  <a:gd name="T36" fmla="*/ 63 w 173"/>
                  <a:gd name="T37" fmla="*/ 0 h 200"/>
                  <a:gd name="T38" fmla="*/ 67 w 173"/>
                  <a:gd name="T39" fmla="*/ 1 h 200"/>
                  <a:gd name="T40" fmla="*/ 71 w 173"/>
                  <a:gd name="T41" fmla="*/ 3 h 200"/>
                  <a:gd name="T42" fmla="*/ 72 w 173"/>
                  <a:gd name="T43" fmla="*/ 4 h 200"/>
                  <a:gd name="T44" fmla="*/ 73 w 173"/>
                  <a:gd name="T45" fmla="*/ 7 h 200"/>
                  <a:gd name="T46" fmla="*/ 73 w 173"/>
                  <a:gd name="T47" fmla="*/ 10 h 200"/>
                  <a:gd name="T48" fmla="*/ 75 w 173"/>
                  <a:gd name="T49" fmla="*/ 11 h 200"/>
                  <a:gd name="T50" fmla="*/ 77 w 173"/>
                  <a:gd name="T51" fmla="*/ 15 h 200"/>
                  <a:gd name="T52" fmla="*/ 80 w 173"/>
                  <a:gd name="T53" fmla="*/ 17 h 200"/>
                  <a:gd name="T54" fmla="*/ 84 w 173"/>
                  <a:gd name="T55" fmla="*/ 19 h 200"/>
                  <a:gd name="T56" fmla="*/ 86 w 173"/>
                  <a:gd name="T57" fmla="*/ 23 h 200"/>
                  <a:gd name="T58" fmla="*/ 86 w 173"/>
                  <a:gd name="T59" fmla="*/ 28 h 200"/>
                  <a:gd name="T60" fmla="*/ 90 w 173"/>
                  <a:gd name="T61" fmla="*/ 32 h 200"/>
                  <a:gd name="T62" fmla="*/ 94 w 173"/>
                  <a:gd name="T63" fmla="*/ 38 h 200"/>
                  <a:gd name="T64" fmla="*/ 94 w 173"/>
                  <a:gd name="T65" fmla="*/ 44 h 200"/>
                  <a:gd name="T66" fmla="*/ 90 w 173"/>
                  <a:gd name="T67" fmla="*/ 53 h 200"/>
                  <a:gd name="T68" fmla="*/ 81 w 173"/>
                  <a:gd name="T69" fmla="*/ 62 h 200"/>
                  <a:gd name="T70" fmla="*/ 72 w 173"/>
                  <a:gd name="T71" fmla="*/ 75 h 200"/>
                  <a:gd name="T72" fmla="*/ 68 w 173"/>
                  <a:gd name="T73" fmla="*/ 82 h 200"/>
                  <a:gd name="T74" fmla="*/ 61 w 173"/>
                  <a:gd name="T75" fmla="*/ 89 h 200"/>
                  <a:gd name="T76" fmla="*/ 53 w 173"/>
                  <a:gd name="T77" fmla="*/ 94 h 200"/>
                  <a:gd name="T78" fmla="*/ 47 w 173"/>
                  <a:gd name="T79" fmla="*/ 104 h 200"/>
                  <a:gd name="T80" fmla="*/ 40 w 173"/>
                  <a:gd name="T81" fmla="*/ 107 h 2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3" h="200">
                    <a:moveTo>
                      <a:pt x="73" y="197"/>
                    </a:moveTo>
                    <a:lnTo>
                      <a:pt x="65" y="196"/>
                    </a:lnTo>
                    <a:lnTo>
                      <a:pt x="56" y="194"/>
                    </a:lnTo>
                    <a:lnTo>
                      <a:pt x="46" y="192"/>
                    </a:lnTo>
                    <a:lnTo>
                      <a:pt x="36" y="189"/>
                    </a:lnTo>
                    <a:lnTo>
                      <a:pt x="26" y="186"/>
                    </a:lnTo>
                    <a:lnTo>
                      <a:pt x="17" y="182"/>
                    </a:lnTo>
                    <a:lnTo>
                      <a:pt x="8" y="179"/>
                    </a:lnTo>
                    <a:lnTo>
                      <a:pt x="0" y="174"/>
                    </a:lnTo>
                    <a:lnTo>
                      <a:pt x="2" y="164"/>
                    </a:lnTo>
                    <a:lnTo>
                      <a:pt x="6" y="152"/>
                    </a:lnTo>
                    <a:lnTo>
                      <a:pt x="11" y="142"/>
                    </a:lnTo>
                    <a:lnTo>
                      <a:pt x="15" y="136"/>
                    </a:lnTo>
                    <a:lnTo>
                      <a:pt x="18" y="133"/>
                    </a:lnTo>
                    <a:lnTo>
                      <a:pt x="21" y="128"/>
                    </a:lnTo>
                    <a:lnTo>
                      <a:pt x="24" y="124"/>
                    </a:lnTo>
                    <a:lnTo>
                      <a:pt x="25" y="118"/>
                    </a:lnTo>
                    <a:lnTo>
                      <a:pt x="25" y="109"/>
                    </a:lnTo>
                    <a:lnTo>
                      <a:pt x="27" y="95"/>
                    </a:lnTo>
                    <a:lnTo>
                      <a:pt x="31" y="80"/>
                    </a:lnTo>
                    <a:lnTo>
                      <a:pt x="34" y="68"/>
                    </a:lnTo>
                    <a:lnTo>
                      <a:pt x="38" y="61"/>
                    </a:lnTo>
                    <a:lnTo>
                      <a:pt x="44" y="51"/>
                    </a:lnTo>
                    <a:lnTo>
                      <a:pt x="53" y="40"/>
                    </a:lnTo>
                    <a:lnTo>
                      <a:pt x="62" y="28"/>
                    </a:lnTo>
                    <a:lnTo>
                      <a:pt x="64" y="26"/>
                    </a:lnTo>
                    <a:lnTo>
                      <a:pt x="68" y="23"/>
                    </a:lnTo>
                    <a:lnTo>
                      <a:pt x="70" y="21"/>
                    </a:lnTo>
                    <a:lnTo>
                      <a:pt x="72" y="19"/>
                    </a:lnTo>
                    <a:lnTo>
                      <a:pt x="77" y="15"/>
                    </a:lnTo>
                    <a:lnTo>
                      <a:pt x="81" y="12"/>
                    </a:lnTo>
                    <a:lnTo>
                      <a:pt x="86" y="10"/>
                    </a:lnTo>
                    <a:lnTo>
                      <a:pt x="91" y="8"/>
                    </a:lnTo>
                    <a:lnTo>
                      <a:pt x="95" y="7"/>
                    </a:lnTo>
                    <a:lnTo>
                      <a:pt x="100" y="5"/>
                    </a:lnTo>
                    <a:lnTo>
                      <a:pt x="103" y="4"/>
                    </a:lnTo>
                    <a:lnTo>
                      <a:pt x="107" y="3"/>
                    </a:lnTo>
                    <a:lnTo>
                      <a:pt x="114" y="0"/>
                    </a:lnTo>
                    <a:lnTo>
                      <a:pt x="118" y="0"/>
                    </a:lnTo>
                    <a:lnTo>
                      <a:pt x="122" y="2"/>
                    </a:lnTo>
                    <a:lnTo>
                      <a:pt x="126" y="4"/>
                    </a:lnTo>
                    <a:lnTo>
                      <a:pt x="129" y="5"/>
                    </a:lnTo>
                    <a:lnTo>
                      <a:pt x="130" y="7"/>
                    </a:lnTo>
                    <a:lnTo>
                      <a:pt x="131" y="8"/>
                    </a:lnTo>
                    <a:lnTo>
                      <a:pt x="132" y="11"/>
                    </a:lnTo>
                    <a:lnTo>
                      <a:pt x="133" y="13"/>
                    </a:lnTo>
                    <a:lnTo>
                      <a:pt x="133" y="16"/>
                    </a:lnTo>
                    <a:lnTo>
                      <a:pt x="133" y="19"/>
                    </a:lnTo>
                    <a:lnTo>
                      <a:pt x="133" y="20"/>
                    </a:lnTo>
                    <a:lnTo>
                      <a:pt x="137" y="21"/>
                    </a:lnTo>
                    <a:lnTo>
                      <a:pt x="139" y="25"/>
                    </a:lnTo>
                    <a:lnTo>
                      <a:pt x="140" y="28"/>
                    </a:lnTo>
                    <a:lnTo>
                      <a:pt x="141" y="31"/>
                    </a:lnTo>
                    <a:lnTo>
                      <a:pt x="145" y="31"/>
                    </a:lnTo>
                    <a:lnTo>
                      <a:pt x="148" y="33"/>
                    </a:lnTo>
                    <a:lnTo>
                      <a:pt x="153" y="35"/>
                    </a:lnTo>
                    <a:lnTo>
                      <a:pt x="155" y="37"/>
                    </a:lnTo>
                    <a:lnTo>
                      <a:pt x="156" y="42"/>
                    </a:lnTo>
                    <a:lnTo>
                      <a:pt x="157" y="46"/>
                    </a:lnTo>
                    <a:lnTo>
                      <a:pt x="157" y="52"/>
                    </a:lnTo>
                    <a:lnTo>
                      <a:pt x="156" y="57"/>
                    </a:lnTo>
                    <a:lnTo>
                      <a:pt x="163" y="59"/>
                    </a:lnTo>
                    <a:lnTo>
                      <a:pt x="169" y="63"/>
                    </a:lnTo>
                    <a:lnTo>
                      <a:pt x="172" y="69"/>
                    </a:lnTo>
                    <a:lnTo>
                      <a:pt x="173" y="75"/>
                    </a:lnTo>
                    <a:lnTo>
                      <a:pt x="172" y="81"/>
                    </a:lnTo>
                    <a:lnTo>
                      <a:pt x="169" y="89"/>
                    </a:lnTo>
                    <a:lnTo>
                      <a:pt x="163" y="97"/>
                    </a:lnTo>
                    <a:lnTo>
                      <a:pt x="155" y="106"/>
                    </a:lnTo>
                    <a:lnTo>
                      <a:pt x="147" y="114"/>
                    </a:lnTo>
                    <a:lnTo>
                      <a:pt x="139" y="126"/>
                    </a:lnTo>
                    <a:lnTo>
                      <a:pt x="132" y="137"/>
                    </a:lnTo>
                    <a:lnTo>
                      <a:pt x="127" y="144"/>
                    </a:lnTo>
                    <a:lnTo>
                      <a:pt x="123" y="150"/>
                    </a:lnTo>
                    <a:lnTo>
                      <a:pt x="118" y="156"/>
                    </a:lnTo>
                    <a:lnTo>
                      <a:pt x="111" y="163"/>
                    </a:lnTo>
                    <a:lnTo>
                      <a:pt x="102" y="169"/>
                    </a:lnTo>
                    <a:lnTo>
                      <a:pt x="97" y="173"/>
                    </a:lnTo>
                    <a:lnTo>
                      <a:pt x="92" y="181"/>
                    </a:lnTo>
                    <a:lnTo>
                      <a:pt x="86" y="190"/>
                    </a:lnTo>
                    <a:lnTo>
                      <a:pt x="81" y="200"/>
                    </a:lnTo>
                    <a:lnTo>
                      <a:pt x="73" y="19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7" name="Freeform 128">
                <a:extLst>
                  <a:ext uri="{FF2B5EF4-FFF2-40B4-BE49-F238E27FC236}">
                    <a16:creationId xmlns:a16="http://schemas.microsoft.com/office/drawing/2014/main" id="{C76FC702-ABDA-4E31-8498-D3F7CDD833BF}"/>
                  </a:ext>
                </a:extLst>
              </p:cNvPr>
              <p:cNvSpPr>
                <a:spLocks/>
              </p:cNvSpPr>
              <p:nvPr/>
            </p:nvSpPr>
            <p:spPr bwMode="auto">
              <a:xfrm>
                <a:off x="3893" y="3022"/>
                <a:ext cx="31" cy="56"/>
              </a:xfrm>
              <a:custGeom>
                <a:avLst/>
                <a:gdLst>
                  <a:gd name="T0" fmla="*/ 21 w 56"/>
                  <a:gd name="T1" fmla="*/ 51 h 103"/>
                  <a:gd name="T2" fmla="*/ 22 w 56"/>
                  <a:gd name="T3" fmla="*/ 52 h 103"/>
                  <a:gd name="T4" fmla="*/ 22 w 56"/>
                  <a:gd name="T5" fmla="*/ 53 h 103"/>
                  <a:gd name="T6" fmla="*/ 23 w 56"/>
                  <a:gd name="T7" fmla="*/ 55 h 103"/>
                  <a:gd name="T8" fmla="*/ 23 w 56"/>
                  <a:gd name="T9" fmla="*/ 56 h 103"/>
                  <a:gd name="T10" fmla="*/ 25 w 56"/>
                  <a:gd name="T11" fmla="*/ 54 h 103"/>
                  <a:gd name="T12" fmla="*/ 27 w 56"/>
                  <a:gd name="T13" fmla="*/ 53 h 103"/>
                  <a:gd name="T14" fmla="*/ 29 w 56"/>
                  <a:gd name="T15" fmla="*/ 53 h 103"/>
                  <a:gd name="T16" fmla="*/ 31 w 56"/>
                  <a:gd name="T17" fmla="*/ 52 h 103"/>
                  <a:gd name="T18" fmla="*/ 30 w 56"/>
                  <a:gd name="T19" fmla="*/ 48 h 103"/>
                  <a:gd name="T20" fmla="*/ 27 w 56"/>
                  <a:gd name="T21" fmla="*/ 42 h 103"/>
                  <a:gd name="T22" fmla="*/ 23 w 56"/>
                  <a:gd name="T23" fmla="*/ 35 h 103"/>
                  <a:gd name="T24" fmla="*/ 18 w 56"/>
                  <a:gd name="T25" fmla="*/ 27 h 103"/>
                  <a:gd name="T26" fmla="*/ 14 w 56"/>
                  <a:gd name="T27" fmla="*/ 18 h 103"/>
                  <a:gd name="T28" fmla="*/ 10 w 56"/>
                  <a:gd name="T29" fmla="*/ 11 h 103"/>
                  <a:gd name="T30" fmla="*/ 7 w 56"/>
                  <a:gd name="T31" fmla="*/ 5 h 103"/>
                  <a:gd name="T32" fmla="*/ 6 w 56"/>
                  <a:gd name="T33" fmla="*/ 2 h 103"/>
                  <a:gd name="T34" fmla="*/ 3 w 56"/>
                  <a:gd name="T35" fmla="*/ 0 h 103"/>
                  <a:gd name="T36" fmla="*/ 1 w 56"/>
                  <a:gd name="T37" fmla="*/ 0 h 103"/>
                  <a:gd name="T38" fmla="*/ 0 w 56"/>
                  <a:gd name="T39" fmla="*/ 1 h 103"/>
                  <a:gd name="T40" fmla="*/ 1 w 56"/>
                  <a:gd name="T41" fmla="*/ 4 h 103"/>
                  <a:gd name="T42" fmla="*/ 2 w 56"/>
                  <a:gd name="T43" fmla="*/ 8 h 103"/>
                  <a:gd name="T44" fmla="*/ 4 w 56"/>
                  <a:gd name="T45" fmla="*/ 14 h 103"/>
                  <a:gd name="T46" fmla="*/ 7 w 56"/>
                  <a:gd name="T47" fmla="*/ 21 h 103"/>
                  <a:gd name="T48" fmla="*/ 11 w 56"/>
                  <a:gd name="T49" fmla="*/ 29 h 103"/>
                  <a:gd name="T50" fmla="*/ 14 w 56"/>
                  <a:gd name="T51" fmla="*/ 36 h 103"/>
                  <a:gd name="T52" fmla="*/ 17 w 56"/>
                  <a:gd name="T53" fmla="*/ 43 h 103"/>
                  <a:gd name="T54" fmla="*/ 19 w 56"/>
                  <a:gd name="T55" fmla="*/ 48 h 103"/>
                  <a:gd name="T56" fmla="*/ 21 w 56"/>
                  <a:gd name="T57" fmla="*/ 51 h 10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6" h="103">
                    <a:moveTo>
                      <a:pt x="38" y="93"/>
                    </a:moveTo>
                    <a:lnTo>
                      <a:pt x="39" y="96"/>
                    </a:lnTo>
                    <a:lnTo>
                      <a:pt x="40" y="98"/>
                    </a:lnTo>
                    <a:lnTo>
                      <a:pt x="41" y="101"/>
                    </a:lnTo>
                    <a:lnTo>
                      <a:pt x="42" y="103"/>
                    </a:lnTo>
                    <a:lnTo>
                      <a:pt x="46" y="100"/>
                    </a:lnTo>
                    <a:lnTo>
                      <a:pt x="49" y="98"/>
                    </a:lnTo>
                    <a:lnTo>
                      <a:pt x="53" y="97"/>
                    </a:lnTo>
                    <a:lnTo>
                      <a:pt x="56" y="95"/>
                    </a:lnTo>
                    <a:lnTo>
                      <a:pt x="54" y="89"/>
                    </a:lnTo>
                    <a:lnTo>
                      <a:pt x="48" y="78"/>
                    </a:lnTo>
                    <a:lnTo>
                      <a:pt x="41" y="65"/>
                    </a:lnTo>
                    <a:lnTo>
                      <a:pt x="33" y="50"/>
                    </a:lnTo>
                    <a:lnTo>
                      <a:pt x="25" y="34"/>
                    </a:lnTo>
                    <a:lnTo>
                      <a:pt x="18" y="20"/>
                    </a:lnTo>
                    <a:lnTo>
                      <a:pt x="12" y="9"/>
                    </a:lnTo>
                    <a:lnTo>
                      <a:pt x="10" y="4"/>
                    </a:lnTo>
                    <a:lnTo>
                      <a:pt x="6" y="0"/>
                    </a:lnTo>
                    <a:lnTo>
                      <a:pt x="2" y="0"/>
                    </a:lnTo>
                    <a:lnTo>
                      <a:pt x="0" y="2"/>
                    </a:lnTo>
                    <a:lnTo>
                      <a:pt x="1" y="8"/>
                    </a:lnTo>
                    <a:lnTo>
                      <a:pt x="3" y="14"/>
                    </a:lnTo>
                    <a:lnTo>
                      <a:pt x="8" y="25"/>
                    </a:lnTo>
                    <a:lnTo>
                      <a:pt x="13" y="38"/>
                    </a:lnTo>
                    <a:lnTo>
                      <a:pt x="19" y="53"/>
                    </a:lnTo>
                    <a:lnTo>
                      <a:pt x="26" y="67"/>
                    </a:lnTo>
                    <a:lnTo>
                      <a:pt x="31" y="80"/>
                    </a:lnTo>
                    <a:lnTo>
                      <a:pt x="35" y="89"/>
                    </a:lnTo>
                    <a:lnTo>
                      <a:pt x="38" y="9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8" name="Freeform 129">
                <a:extLst>
                  <a:ext uri="{FF2B5EF4-FFF2-40B4-BE49-F238E27FC236}">
                    <a16:creationId xmlns:a16="http://schemas.microsoft.com/office/drawing/2014/main" id="{9146278C-B550-42A2-9D57-DD5D57C72D8C}"/>
                  </a:ext>
                </a:extLst>
              </p:cNvPr>
              <p:cNvSpPr>
                <a:spLocks/>
              </p:cNvSpPr>
              <p:nvPr/>
            </p:nvSpPr>
            <p:spPr bwMode="auto">
              <a:xfrm>
                <a:off x="3905" y="3142"/>
                <a:ext cx="20" cy="35"/>
              </a:xfrm>
              <a:custGeom>
                <a:avLst/>
                <a:gdLst>
                  <a:gd name="T0" fmla="*/ 16 w 37"/>
                  <a:gd name="T1" fmla="*/ 18 h 65"/>
                  <a:gd name="T2" fmla="*/ 13 w 37"/>
                  <a:gd name="T3" fmla="*/ 20 h 65"/>
                  <a:gd name="T4" fmla="*/ 10 w 37"/>
                  <a:gd name="T5" fmla="*/ 25 h 65"/>
                  <a:gd name="T6" fmla="*/ 7 w 37"/>
                  <a:gd name="T7" fmla="*/ 30 h 65"/>
                  <a:gd name="T8" fmla="*/ 4 w 37"/>
                  <a:gd name="T9" fmla="*/ 35 h 65"/>
                  <a:gd name="T10" fmla="*/ 3 w 37"/>
                  <a:gd name="T11" fmla="*/ 35 h 65"/>
                  <a:gd name="T12" fmla="*/ 3 w 37"/>
                  <a:gd name="T13" fmla="*/ 34 h 65"/>
                  <a:gd name="T14" fmla="*/ 2 w 37"/>
                  <a:gd name="T15" fmla="*/ 34 h 65"/>
                  <a:gd name="T16" fmla="*/ 0 w 37"/>
                  <a:gd name="T17" fmla="*/ 33 h 65"/>
                  <a:gd name="T18" fmla="*/ 0 w 37"/>
                  <a:gd name="T19" fmla="*/ 30 h 65"/>
                  <a:gd name="T20" fmla="*/ 1 w 37"/>
                  <a:gd name="T21" fmla="*/ 25 h 65"/>
                  <a:gd name="T22" fmla="*/ 2 w 37"/>
                  <a:gd name="T23" fmla="*/ 20 h 65"/>
                  <a:gd name="T24" fmla="*/ 3 w 37"/>
                  <a:gd name="T25" fmla="*/ 17 h 65"/>
                  <a:gd name="T26" fmla="*/ 6 w 37"/>
                  <a:gd name="T27" fmla="*/ 13 h 65"/>
                  <a:gd name="T28" fmla="*/ 10 w 37"/>
                  <a:gd name="T29" fmla="*/ 7 h 65"/>
                  <a:gd name="T30" fmla="*/ 14 w 37"/>
                  <a:gd name="T31" fmla="*/ 1 h 65"/>
                  <a:gd name="T32" fmla="*/ 18 w 37"/>
                  <a:gd name="T33" fmla="*/ 0 h 65"/>
                  <a:gd name="T34" fmla="*/ 20 w 37"/>
                  <a:gd name="T35" fmla="*/ 3 h 65"/>
                  <a:gd name="T36" fmla="*/ 20 w 37"/>
                  <a:gd name="T37" fmla="*/ 6 h 65"/>
                  <a:gd name="T38" fmla="*/ 18 w 37"/>
                  <a:gd name="T39" fmla="*/ 12 h 65"/>
                  <a:gd name="T40" fmla="*/ 16 w 37"/>
                  <a:gd name="T41" fmla="*/ 18 h 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65">
                    <a:moveTo>
                      <a:pt x="29" y="34"/>
                    </a:moveTo>
                    <a:lnTo>
                      <a:pt x="24" y="38"/>
                    </a:lnTo>
                    <a:lnTo>
                      <a:pt x="19" y="46"/>
                    </a:lnTo>
                    <a:lnTo>
                      <a:pt x="13" y="55"/>
                    </a:lnTo>
                    <a:lnTo>
                      <a:pt x="8" y="65"/>
                    </a:lnTo>
                    <a:lnTo>
                      <a:pt x="6" y="65"/>
                    </a:lnTo>
                    <a:lnTo>
                      <a:pt x="5" y="63"/>
                    </a:lnTo>
                    <a:lnTo>
                      <a:pt x="3" y="63"/>
                    </a:lnTo>
                    <a:lnTo>
                      <a:pt x="0" y="62"/>
                    </a:lnTo>
                    <a:lnTo>
                      <a:pt x="0" y="55"/>
                    </a:lnTo>
                    <a:lnTo>
                      <a:pt x="1" y="46"/>
                    </a:lnTo>
                    <a:lnTo>
                      <a:pt x="4" y="38"/>
                    </a:lnTo>
                    <a:lnTo>
                      <a:pt x="6" y="32"/>
                    </a:lnTo>
                    <a:lnTo>
                      <a:pt x="11" y="24"/>
                    </a:lnTo>
                    <a:lnTo>
                      <a:pt x="18" y="13"/>
                    </a:lnTo>
                    <a:lnTo>
                      <a:pt x="26" y="2"/>
                    </a:lnTo>
                    <a:lnTo>
                      <a:pt x="34" y="0"/>
                    </a:lnTo>
                    <a:lnTo>
                      <a:pt x="37" y="5"/>
                    </a:lnTo>
                    <a:lnTo>
                      <a:pt x="37" y="12"/>
                    </a:lnTo>
                    <a:lnTo>
                      <a:pt x="34" y="22"/>
                    </a:lnTo>
                    <a:lnTo>
                      <a:pt x="29" y="3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9" name="Freeform 130">
                <a:extLst>
                  <a:ext uri="{FF2B5EF4-FFF2-40B4-BE49-F238E27FC236}">
                    <a16:creationId xmlns:a16="http://schemas.microsoft.com/office/drawing/2014/main" id="{55E62697-0C5B-4860-B4DC-0A1E19F51DA7}"/>
                  </a:ext>
                </a:extLst>
              </p:cNvPr>
              <p:cNvSpPr>
                <a:spLocks/>
              </p:cNvSpPr>
              <p:nvPr/>
            </p:nvSpPr>
            <p:spPr bwMode="auto">
              <a:xfrm>
                <a:off x="3899" y="3068"/>
                <a:ext cx="61" cy="56"/>
              </a:xfrm>
              <a:custGeom>
                <a:avLst/>
                <a:gdLst>
                  <a:gd name="T0" fmla="*/ 17 w 111"/>
                  <a:gd name="T1" fmla="*/ 11 h 103"/>
                  <a:gd name="T2" fmla="*/ 14 w 111"/>
                  <a:gd name="T3" fmla="*/ 14 h 103"/>
                  <a:gd name="T4" fmla="*/ 10 w 111"/>
                  <a:gd name="T5" fmla="*/ 14 h 103"/>
                  <a:gd name="T6" fmla="*/ 8 w 111"/>
                  <a:gd name="T7" fmla="*/ 11 h 103"/>
                  <a:gd name="T8" fmla="*/ 4 w 111"/>
                  <a:gd name="T9" fmla="*/ 11 h 103"/>
                  <a:gd name="T10" fmla="*/ 1 w 111"/>
                  <a:gd name="T11" fmla="*/ 14 h 103"/>
                  <a:gd name="T12" fmla="*/ 2 w 111"/>
                  <a:gd name="T13" fmla="*/ 17 h 103"/>
                  <a:gd name="T14" fmla="*/ 8 w 111"/>
                  <a:gd name="T15" fmla="*/ 22 h 103"/>
                  <a:gd name="T16" fmla="*/ 14 w 111"/>
                  <a:gd name="T17" fmla="*/ 20 h 103"/>
                  <a:gd name="T18" fmla="*/ 21 w 111"/>
                  <a:gd name="T19" fmla="*/ 16 h 103"/>
                  <a:gd name="T20" fmla="*/ 25 w 111"/>
                  <a:gd name="T21" fmla="*/ 20 h 103"/>
                  <a:gd name="T22" fmla="*/ 25 w 111"/>
                  <a:gd name="T23" fmla="*/ 30 h 103"/>
                  <a:gd name="T24" fmla="*/ 29 w 111"/>
                  <a:gd name="T25" fmla="*/ 34 h 103"/>
                  <a:gd name="T26" fmla="*/ 34 w 111"/>
                  <a:gd name="T27" fmla="*/ 39 h 103"/>
                  <a:gd name="T28" fmla="*/ 34 w 111"/>
                  <a:gd name="T29" fmla="*/ 43 h 103"/>
                  <a:gd name="T30" fmla="*/ 35 w 111"/>
                  <a:gd name="T31" fmla="*/ 47 h 103"/>
                  <a:gd name="T32" fmla="*/ 39 w 111"/>
                  <a:gd name="T33" fmla="*/ 49 h 103"/>
                  <a:gd name="T34" fmla="*/ 44 w 111"/>
                  <a:gd name="T35" fmla="*/ 53 h 103"/>
                  <a:gd name="T36" fmla="*/ 48 w 111"/>
                  <a:gd name="T37" fmla="*/ 53 h 103"/>
                  <a:gd name="T38" fmla="*/ 58 w 111"/>
                  <a:gd name="T39" fmla="*/ 45 h 103"/>
                  <a:gd name="T40" fmla="*/ 60 w 111"/>
                  <a:gd name="T41" fmla="*/ 38 h 103"/>
                  <a:gd name="T42" fmla="*/ 56 w 111"/>
                  <a:gd name="T43" fmla="*/ 32 h 103"/>
                  <a:gd name="T44" fmla="*/ 50 w 111"/>
                  <a:gd name="T45" fmla="*/ 33 h 103"/>
                  <a:gd name="T46" fmla="*/ 44 w 111"/>
                  <a:gd name="T47" fmla="*/ 36 h 103"/>
                  <a:gd name="T48" fmla="*/ 43 w 111"/>
                  <a:gd name="T49" fmla="*/ 34 h 103"/>
                  <a:gd name="T50" fmla="*/ 50 w 111"/>
                  <a:gd name="T51" fmla="*/ 24 h 103"/>
                  <a:gd name="T52" fmla="*/ 50 w 111"/>
                  <a:gd name="T53" fmla="*/ 19 h 103"/>
                  <a:gd name="T54" fmla="*/ 46 w 111"/>
                  <a:gd name="T55" fmla="*/ 17 h 103"/>
                  <a:gd name="T56" fmla="*/ 43 w 111"/>
                  <a:gd name="T57" fmla="*/ 15 h 103"/>
                  <a:gd name="T58" fmla="*/ 41 w 111"/>
                  <a:gd name="T59" fmla="*/ 11 h 103"/>
                  <a:gd name="T60" fmla="*/ 38 w 111"/>
                  <a:gd name="T61" fmla="*/ 14 h 103"/>
                  <a:gd name="T62" fmla="*/ 34 w 111"/>
                  <a:gd name="T63" fmla="*/ 19 h 103"/>
                  <a:gd name="T64" fmla="*/ 32 w 111"/>
                  <a:gd name="T65" fmla="*/ 18 h 103"/>
                  <a:gd name="T66" fmla="*/ 37 w 111"/>
                  <a:gd name="T67" fmla="*/ 9 h 103"/>
                  <a:gd name="T68" fmla="*/ 38 w 111"/>
                  <a:gd name="T69" fmla="*/ 4 h 103"/>
                  <a:gd name="T70" fmla="*/ 37 w 111"/>
                  <a:gd name="T71" fmla="*/ 3 h 103"/>
                  <a:gd name="T72" fmla="*/ 33 w 111"/>
                  <a:gd name="T73" fmla="*/ 1 h 103"/>
                  <a:gd name="T74" fmla="*/ 29 w 111"/>
                  <a:gd name="T75" fmla="*/ 0 h 103"/>
                  <a:gd name="T76" fmla="*/ 23 w 111"/>
                  <a:gd name="T77" fmla="*/ 2 h 103"/>
                  <a:gd name="T78" fmla="*/ 18 w 111"/>
                  <a:gd name="T79" fmla="*/ 4 h 103"/>
                  <a:gd name="T80" fmla="*/ 16 w 111"/>
                  <a:gd name="T81" fmla="*/ 6 h 103"/>
                  <a:gd name="T82" fmla="*/ 18 w 111"/>
                  <a:gd name="T83" fmla="*/ 9 h 1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1" h="103">
                    <a:moveTo>
                      <a:pt x="33" y="18"/>
                    </a:moveTo>
                    <a:lnTo>
                      <a:pt x="31" y="20"/>
                    </a:lnTo>
                    <a:lnTo>
                      <a:pt x="29" y="22"/>
                    </a:lnTo>
                    <a:lnTo>
                      <a:pt x="25" y="25"/>
                    </a:lnTo>
                    <a:lnTo>
                      <a:pt x="20" y="27"/>
                    </a:lnTo>
                    <a:lnTo>
                      <a:pt x="19" y="26"/>
                    </a:lnTo>
                    <a:lnTo>
                      <a:pt x="16" y="23"/>
                    </a:lnTo>
                    <a:lnTo>
                      <a:pt x="14" y="21"/>
                    </a:lnTo>
                    <a:lnTo>
                      <a:pt x="10" y="19"/>
                    </a:lnTo>
                    <a:lnTo>
                      <a:pt x="8" y="21"/>
                    </a:lnTo>
                    <a:lnTo>
                      <a:pt x="6" y="23"/>
                    </a:lnTo>
                    <a:lnTo>
                      <a:pt x="2" y="26"/>
                    </a:lnTo>
                    <a:lnTo>
                      <a:pt x="0" y="28"/>
                    </a:lnTo>
                    <a:lnTo>
                      <a:pt x="4" y="31"/>
                    </a:lnTo>
                    <a:lnTo>
                      <a:pt x="10" y="36"/>
                    </a:lnTo>
                    <a:lnTo>
                      <a:pt x="15" y="40"/>
                    </a:lnTo>
                    <a:lnTo>
                      <a:pt x="19" y="41"/>
                    </a:lnTo>
                    <a:lnTo>
                      <a:pt x="25" y="37"/>
                    </a:lnTo>
                    <a:lnTo>
                      <a:pt x="32" y="33"/>
                    </a:lnTo>
                    <a:lnTo>
                      <a:pt x="39" y="30"/>
                    </a:lnTo>
                    <a:lnTo>
                      <a:pt x="45" y="31"/>
                    </a:lnTo>
                    <a:lnTo>
                      <a:pt x="46" y="37"/>
                    </a:lnTo>
                    <a:lnTo>
                      <a:pt x="45" y="46"/>
                    </a:lnTo>
                    <a:lnTo>
                      <a:pt x="45" y="55"/>
                    </a:lnTo>
                    <a:lnTo>
                      <a:pt x="48" y="59"/>
                    </a:lnTo>
                    <a:lnTo>
                      <a:pt x="53" y="63"/>
                    </a:lnTo>
                    <a:lnTo>
                      <a:pt x="57" y="67"/>
                    </a:lnTo>
                    <a:lnTo>
                      <a:pt x="61" y="72"/>
                    </a:lnTo>
                    <a:lnTo>
                      <a:pt x="62" y="76"/>
                    </a:lnTo>
                    <a:lnTo>
                      <a:pt x="62" y="80"/>
                    </a:lnTo>
                    <a:lnTo>
                      <a:pt x="62" y="83"/>
                    </a:lnTo>
                    <a:lnTo>
                      <a:pt x="64" y="87"/>
                    </a:lnTo>
                    <a:lnTo>
                      <a:pt x="67" y="89"/>
                    </a:lnTo>
                    <a:lnTo>
                      <a:pt x="71" y="91"/>
                    </a:lnTo>
                    <a:lnTo>
                      <a:pt x="76" y="94"/>
                    </a:lnTo>
                    <a:lnTo>
                      <a:pt x="80" y="97"/>
                    </a:lnTo>
                    <a:lnTo>
                      <a:pt x="82" y="103"/>
                    </a:lnTo>
                    <a:lnTo>
                      <a:pt x="88" y="97"/>
                    </a:lnTo>
                    <a:lnTo>
                      <a:pt x="98" y="90"/>
                    </a:lnTo>
                    <a:lnTo>
                      <a:pt x="106" y="82"/>
                    </a:lnTo>
                    <a:lnTo>
                      <a:pt x="111" y="75"/>
                    </a:lnTo>
                    <a:lnTo>
                      <a:pt x="110" y="69"/>
                    </a:lnTo>
                    <a:lnTo>
                      <a:pt x="107" y="63"/>
                    </a:lnTo>
                    <a:lnTo>
                      <a:pt x="101" y="59"/>
                    </a:lnTo>
                    <a:lnTo>
                      <a:pt x="94" y="57"/>
                    </a:lnTo>
                    <a:lnTo>
                      <a:pt x="91" y="60"/>
                    </a:lnTo>
                    <a:lnTo>
                      <a:pt x="86" y="64"/>
                    </a:lnTo>
                    <a:lnTo>
                      <a:pt x="80" y="67"/>
                    </a:lnTo>
                    <a:lnTo>
                      <a:pt x="76" y="68"/>
                    </a:lnTo>
                    <a:lnTo>
                      <a:pt x="79" y="63"/>
                    </a:lnTo>
                    <a:lnTo>
                      <a:pt x="85" y="53"/>
                    </a:lnTo>
                    <a:lnTo>
                      <a:pt x="91" y="44"/>
                    </a:lnTo>
                    <a:lnTo>
                      <a:pt x="93" y="37"/>
                    </a:lnTo>
                    <a:lnTo>
                      <a:pt x="91" y="35"/>
                    </a:lnTo>
                    <a:lnTo>
                      <a:pt x="86" y="33"/>
                    </a:lnTo>
                    <a:lnTo>
                      <a:pt x="83" y="31"/>
                    </a:lnTo>
                    <a:lnTo>
                      <a:pt x="79" y="31"/>
                    </a:lnTo>
                    <a:lnTo>
                      <a:pt x="78" y="28"/>
                    </a:lnTo>
                    <a:lnTo>
                      <a:pt x="77" y="25"/>
                    </a:lnTo>
                    <a:lnTo>
                      <a:pt x="75" y="21"/>
                    </a:lnTo>
                    <a:lnTo>
                      <a:pt x="71" y="20"/>
                    </a:lnTo>
                    <a:lnTo>
                      <a:pt x="69" y="25"/>
                    </a:lnTo>
                    <a:lnTo>
                      <a:pt x="65" y="30"/>
                    </a:lnTo>
                    <a:lnTo>
                      <a:pt x="62" y="35"/>
                    </a:lnTo>
                    <a:lnTo>
                      <a:pt x="58" y="36"/>
                    </a:lnTo>
                    <a:lnTo>
                      <a:pt x="58" y="33"/>
                    </a:lnTo>
                    <a:lnTo>
                      <a:pt x="62" y="25"/>
                    </a:lnTo>
                    <a:lnTo>
                      <a:pt x="67" y="16"/>
                    </a:lnTo>
                    <a:lnTo>
                      <a:pt x="70" y="11"/>
                    </a:lnTo>
                    <a:lnTo>
                      <a:pt x="69" y="8"/>
                    </a:lnTo>
                    <a:lnTo>
                      <a:pt x="68" y="7"/>
                    </a:lnTo>
                    <a:lnTo>
                      <a:pt x="67" y="5"/>
                    </a:lnTo>
                    <a:lnTo>
                      <a:pt x="64" y="4"/>
                    </a:lnTo>
                    <a:lnTo>
                      <a:pt x="60" y="2"/>
                    </a:lnTo>
                    <a:lnTo>
                      <a:pt x="56" y="0"/>
                    </a:lnTo>
                    <a:lnTo>
                      <a:pt x="52" y="0"/>
                    </a:lnTo>
                    <a:lnTo>
                      <a:pt x="45" y="3"/>
                    </a:lnTo>
                    <a:lnTo>
                      <a:pt x="41" y="4"/>
                    </a:lnTo>
                    <a:lnTo>
                      <a:pt x="38" y="5"/>
                    </a:lnTo>
                    <a:lnTo>
                      <a:pt x="33" y="7"/>
                    </a:lnTo>
                    <a:lnTo>
                      <a:pt x="29" y="8"/>
                    </a:lnTo>
                    <a:lnTo>
                      <a:pt x="30" y="11"/>
                    </a:lnTo>
                    <a:lnTo>
                      <a:pt x="31" y="13"/>
                    </a:lnTo>
                    <a:lnTo>
                      <a:pt x="32" y="16"/>
                    </a:lnTo>
                    <a:lnTo>
                      <a:pt x="33"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0" name="Freeform 131">
                <a:extLst>
                  <a:ext uri="{FF2B5EF4-FFF2-40B4-BE49-F238E27FC236}">
                    <a16:creationId xmlns:a16="http://schemas.microsoft.com/office/drawing/2014/main" id="{111127C2-DF08-4898-84B2-99FA1706BF21}"/>
                  </a:ext>
                </a:extLst>
              </p:cNvPr>
              <p:cNvSpPr>
                <a:spLocks/>
              </p:cNvSpPr>
              <p:nvPr/>
            </p:nvSpPr>
            <p:spPr bwMode="auto">
              <a:xfrm>
                <a:off x="3736" y="3048"/>
                <a:ext cx="178" cy="309"/>
              </a:xfrm>
              <a:custGeom>
                <a:avLst/>
                <a:gdLst>
                  <a:gd name="T0" fmla="*/ 40 w 324"/>
                  <a:gd name="T1" fmla="*/ 276 h 564"/>
                  <a:gd name="T2" fmla="*/ 56 w 324"/>
                  <a:gd name="T3" fmla="*/ 285 h 564"/>
                  <a:gd name="T4" fmla="*/ 66 w 324"/>
                  <a:gd name="T5" fmla="*/ 295 h 564"/>
                  <a:gd name="T6" fmla="*/ 73 w 324"/>
                  <a:gd name="T7" fmla="*/ 306 h 564"/>
                  <a:gd name="T8" fmla="*/ 80 w 324"/>
                  <a:gd name="T9" fmla="*/ 304 h 564"/>
                  <a:gd name="T10" fmla="*/ 86 w 324"/>
                  <a:gd name="T11" fmla="*/ 301 h 564"/>
                  <a:gd name="T12" fmla="*/ 89 w 324"/>
                  <a:gd name="T13" fmla="*/ 304 h 564"/>
                  <a:gd name="T14" fmla="*/ 110 w 324"/>
                  <a:gd name="T15" fmla="*/ 308 h 564"/>
                  <a:gd name="T16" fmla="*/ 131 w 324"/>
                  <a:gd name="T17" fmla="*/ 309 h 564"/>
                  <a:gd name="T18" fmla="*/ 142 w 324"/>
                  <a:gd name="T19" fmla="*/ 306 h 564"/>
                  <a:gd name="T20" fmla="*/ 153 w 324"/>
                  <a:gd name="T21" fmla="*/ 295 h 564"/>
                  <a:gd name="T22" fmla="*/ 161 w 324"/>
                  <a:gd name="T23" fmla="*/ 284 h 564"/>
                  <a:gd name="T24" fmla="*/ 162 w 324"/>
                  <a:gd name="T25" fmla="*/ 259 h 564"/>
                  <a:gd name="T26" fmla="*/ 168 w 324"/>
                  <a:gd name="T27" fmla="*/ 220 h 564"/>
                  <a:gd name="T28" fmla="*/ 173 w 324"/>
                  <a:gd name="T29" fmla="*/ 186 h 564"/>
                  <a:gd name="T30" fmla="*/ 178 w 324"/>
                  <a:gd name="T31" fmla="*/ 144 h 564"/>
                  <a:gd name="T32" fmla="*/ 176 w 324"/>
                  <a:gd name="T33" fmla="*/ 129 h 564"/>
                  <a:gd name="T34" fmla="*/ 173 w 324"/>
                  <a:gd name="T35" fmla="*/ 129 h 564"/>
                  <a:gd name="T36" fmla="*/ 169 w 324"/>
                  <a:gd name="T37" fmla="*/ 127 h 564"/>
                  <a:gd name="T38" fmla="*/ 154 w 324"/>
                  <a:gd name="T39" fmla="*/ 124 h 564"/>
                  <a:gd name="T40" fmla="*/ 138 w 324"/>
                  <a:gd name="T41" fmla="*/ 119 h 564"/>
                  <a:gd name="T42" fmla="*/ 127 w 324"/>
                  <a:gd name="T43" fmla="*/ 113 h 564"/>
                  <a:gd name="T44" fmla="*/ 122 w 324"/>
                  <a:gd name="T45" fmla="*/ 110 h 564"/>
                  <a:gd name="T46" fmla="*/ 118 w 324"/>
                  <a:gd name="T47" fmla="*/ 135 h 564"/>
                  <a:gd name="T48" fmla="*/ 114 w 324"/>
                  <a:gd name="T49" fmla="*/ 158 h 564"/>
                  <a:gd name="T50" fmla="*/ 104 w 324"/>
                  <a:gd name="T51" fmla="*/ 170 h 564"/>
                  <a:gd name="T52" fmla="*/ 98 w 324"/>
                  <a:gd name="T53" fmla="*/ 180 h 564"/>
                  <a:gd name="T54" fmla="*/ 88 w 324"/>
                  <a:gd name="T55" fmla="*/ 149 h 564"/>
                  <a:gd name="T56" fmla="*/ 81 w 324"/>
                  <a:gd name="T57" fmla="*/ 134 h 564"/>
                  <a:gd name="T58" fmla="*/ 72 w 324"/>
                  <a:gd name="T59" fmla="*/ 121 h 564"/>
                  <a:gd name="T60" fmla="*/ 71 w 324"/>
                  <a:gd name="T61" fmla="*/ 99 h 564"/>
                  <a:gd name="T62" fmla="*/ 64 w 324"/>
                  <a:gd name="T63" fmla="*/ 72 h 564"/>
                  <a:gd name="T64" fmla="*/ 65 w 324"/>
                  <a:gd name="T65" fmla="*/ 46 h 564"/>
                  <a:gd name="T66" fmla="*/ 61 w 324"/>
                  <a:gd name="T67" fmla="*/ 21 h 564"/>
                  <a:gd name="T68" fmla="*/ 52 w 324"/>
                  <a:gd name="T69" fmla="*/ 5 h 564"/>
                  <a:gd name="T70" fmla="*/ 50 w 324"/>
                  <a:gd name="T71" fmla="*/ 1 h 564"/>
                  <a:gd name="T72" fmla="*/ 43 w 324"/>
                  <a:gd name="T73" fmla="*/ 5 h 564"/>
                  <a:gd name="T74" fmla="*/ 34 w 324"/>
                  <a:gd name="T75" fmla="*/ 13 h 564"/>
                  <a:gd name="T76" fmla="*/ 27 w 324"/>
                  <a:gd name="T77" fmla="*/ 27 h 564"/>
                  <a:gd name="T78" fmla="*/ 13 w 324"/>
                  <a:gd name="T79" fmla="*/ 40 h 564"/>
                  <a:gd name="T80" fmla="*/ 3 w 324"/>
                  <a:gd name="T81" fmla="*/ 60 h 564"/>
                  <a:gd name="T82" fmla="*/ 1 w 324"/>
                  <a:gd name="T83" fmla="*/ 92 h 564"/>
                  <a:gd name="T84" fmla="*/ 8 w 324"/>
                  <a:gd name="T85" fmla="*/ 110 h 564"/>
                  <a:gd name="T86" fmla="*/ 10 w 324"/>
                  <a:gd name="T87" fmla="*/ 122 h 564"/>
                  <a:gd name="T88" fmla="*/ 13 w 324"/>
                  <a:gd name="T89" fmla="*/ 146 h 564"/>
                  <a:gd name="T90" fmla="*/ 14 w 324"/>
                  <a:gd name="T91" fmla="*/ 188 h 564"/>
                  <a:gd name="T92" fmla="*/ 20 w 324"/>
                  <a:gd name="T93" fmla="*/ 227 h 564"/>
                  <a:gd name="T94" fmla="*/ 29 w 324"/>
                  <a:gd name="T95" fmla="*/ 264 h 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24" h="564">
                    <a:moveTo>
                      <a:pt x="57" y="495"/>
                    </a:moveTo>
                    <a:lnTo>
                      <a:pt x="64" y="498"/>
                    </a:lnTo>
                    <a:lnTo>
                      <a:pt x="72" y="503"/>
                    </a:lnTo>
                    <a:lnTo>
                      <a:pt x="82" y="509"/>
                    </a:lnTo>
                    <a:lnTo>
                      <a:pt x="93" y="516"/>
                    </a:lnTo>
                    <a:lnTo>
                      <a:pt x="102" y="521"/>
                    </a:lnTo>
                    <a:lnTo>
                      <a:pt x="110" y="528"/>
                    </a:lnTo>
                    <a:lnTo>
                      <a:pt x="117" y="533"/>
                    </a:lnTo>
                    <a:lnTo>
                      <a:pt x="121" y="538"/>
                    </a:lnTo>
                    <a:lnTo>
                      <a:pt x="124" y="544"/>
                    </a:lnTo>
                    <a:lnTo>
                      <a:pt x="129" y="551"/>
                    </a:lnTo>
                    <a:lnTo>
                      <a:pt x="133" y="558"/>
                    </a:lnTo>
                    <a:lnTo>
                      <a:pt x="137" y="563"/>
                    </a:lnTo>
                    <a:lnTo>
                      <a:pt x="141" y="559"/>
                    </a:lnTo>
                    <a:lnTo>
                      <a:pt x="146" y="555"/>
                    </a:lnTo>
                    <a:lnTo>
                      <a:pt x="150" y="550"/>
                    </a:lnTo>
                    <a:lnTo>
                      <a:pt x="154" y="548"/>
                    </a:lnTo>
                    <a:lnTo>
                      <a:pt x="156" y="549"/>
                    </a:lnTo>
                    <a:lnTo>
                      <a:pt x="159" y="551"/>
                    </a:lnTo>
                    <a:lnTo>
                      <a:pt x="160" y="553"/>
                    </a:lnTo>
                    <a:lnTo>
                      <a:pt x="162" y="555"/>
                    </a:lnTo>
                    <a:lnTo>
                      <a:pt x="173" y="557"/>
                    </a:lnTo>
                    <a:lnTo>
                      <a:pt x="186" y="559"/>
                    </a:lnTo>
                    <a:lnTo>
                      <a:pt x="200" y="562"/>
                    </a:lnTo>
                    <a:lnTo>
                      <a:pt x="214" y="563"/>
                    </a:lnTo>
                    <a:lnTo>
                      <a:pt x="226" y="563"/>
                    </a:lnTo>
                    <a:lnTo>
                      <a:pt x="239" y="564"/>
                    </a:lnTo>
                    <a:lnTo>
                      <a:pt x="248" y="563"/>
                    </a:lnTo>
                    <a:lnTo>
                      <a:pt x="254" y="562"/>
                    </a:lnTo>
                    <a:lnTo>
                      <a:pt x="259" y="558"/>
                    </a:lnTo>
                    <a:lnTo>
                      <a:pt x="264" y="553"/>
                    </a:lnTo>
                    <a:lnTo>
                      <a:pt x="271" y="547"/>
                    </a:lnTo>
                    <a:lnTo>
                      <a:pt x="278" y="539"/>
                    </a:lnTo>
                    <a:lnTo>
                      <a:pt x="284" y="531"/>
                    </a:lnTo>
                    <a:lnTo>
                      <a:pt x="290" y="524"/>
                    </a:lnTo>
                    <a:lnTo>
                      <a:pt x="293" y="518"/>
                    </a:lnTo>
                    <a:lnTo>
                      <a:pt x="294" y="513"/>
                    </a:lnTo>
                    <a:lnTo>
                      <a:pt x="294" y="498"/>
                    </a:lnTo>
                    <a:lnTo>
                      <a:pt x="294" y="473"/>
                    </a:lnTo>
                    <a:lnTo>
                      <a:pt x="296" y="445"/>
                    </a:lnTo>
                    <a:lnTo>
                      <a:pt x="298" y="422"/>
                    </a:lnTo>
                    <a:lnTo>
                      <a:pt x="305" y="402"/>
                    </a:lnTo>
                    <a:lnTo>
                      <a:pt x="312" y="377"/>
                    </a:lnTo>
                    <a:lnTo>
                      <a:pt x="316" y="356"/>
                    </a:lnTo>
                    <a:lnTo>
                      <a:pt x="314" y="339"/>
                    </a:lnTo>
                    <a:lnTo>
                      <a:pt x="319" y="321"/>
                    </a:lnTo>
                    <a:lnTo>
                      <a:pt x="322" y="293"/>
                    </a:lnTo>
                    <a:lnTo>
                      <a:pt x="324" y="262"/>
                    </a:lnTo>
                    <a:lnTo>
                      <a:pt x="323" y="237"/>
                    </a:lnTo>
                    <a:lnTo>
                      <a:pt x="322" y="237"/>
                    </a:lnTo>
                    <a:lnTo>
                      <a:pt x="321" y="236"/>
                    </a:lnTo>
                    <a:lnTo>
                      <a:pt x="319" y="236"/>
                    </a:lnTo>
                    <a:lnTo>
                      <a:pt x="316" y="235"/>
                    </a:lnTo>
                    <a:lnTo>
                      <a:pt x="314" y="235"/>
                    </a:lnTo>
                    <a:lnTo>
                      <a:pt x="313" y="233"/>
                    </a:lnTo>
                    <a:lnTo>
                      <a:pt x="311" y="233"/>
                    </a:lnTo>
                    <a:lnTo>
                      <a:pt x="308" y="232"/>
                    </a:lnTo>
                    <a:lnTo>
                      <a:pt x="300" y="231"/>
                    </a:lnTo>
                    <a:lnTo>
                      <a:pt x="291" y="229"/>
                    </a:lnTo>
                    <a:lnTo>
                      <a:pt x="281" y="227"/>
                    </a:lnTo>
                    <a:lnTo>
                      <a:pt x="271" y="224"/>
                    </a:lnTo>
                    <a:lnTo>
                      <a:pt x="261" y="221"/>
                    </a:lnTo>
                    <a:lnTo>
                      <a:pt x="252" y="217"/>
                    </a:lnTo>
                    <a:lnTo>
                      <a:pt x="243" y="214"/>
                    </a:lnTo>
                    <a:lnTo>
                      <a:pt x="235" y="209"/>
                    </a:lnTo>
                    <a:lnTo>
                      <a:pt x="231" y="207"/>
                    </a:lnTo>
                    <a:lnTo>
                      <a:pt x="228" y="205"/>
                    </a:lnTo>
                    <a:lnTo>
                      <a:pt x="224" y="202"/>
                    </a:lnTo>
                    <a:lnTo>
                      <a:pt x="222" y="200"/>
                    </a:lnTo>
                    <a:lnTo>
                      <a:pt x="218" y="216"/>
                    </a:lnTo>
                    <a:lnTo>
                      <a:pt x="216" y="232"/>
                    </a:lnTo>
                    <a:lnTo>
                      <a:pt x="215" y="247"/>
                    </a:lnTo>
                    <a:lnTo>
                      <a:pt x="214" y="260"/>
                    </a:lnTo>
                    <a:lnTo>
                      <a:pt x="212" y="274"/>
                    </a:lnTo>
                    <a:lnTo>
                      <a:pt x="208" y="288"/>
                    </a:lnTo>
                    <a:lnTo>
                      <a:pt x="201" y="299"/>
                    </a:lnTo>
                    <a:lnTo>
                      <a:pt x="195" y="305"/>
                    </a:lnTo>
                    <a:lnTo>
                      <a:pt x="190" y="310"/>
                    </a:lnTo>
                    <a:lnTo>
                      <a:pt x="184" y="316"/>
                    </a:lnTo>
                    <a:lnTo>
                      <a:pt x="180" y="323"/>
                    </a:lnTo>
                    <a:lnTo>
                      <a:pt x="178" y="329"/>
                    </a:lnTo>
                    <a:lnTo>
                      <a:pt x="172" y="312"/>
                    </a:lnTo>
                    <a:lnTo>
                      <a:pt x="165" y="291"/>
                    </a:lnTo>
                    <a:lnTo>
                      <a:pt x="160" y="272"/>
                    </a:lnTo>
                    <a:lnTo>
                      <a:pt x="156" y="261"/>
                    </a:lnTo>
                    <a:lnTo>
                      <a:pt x="153" y="253"/>
                    </a:lnTo>
                    <a:lnTo>
                      <a:pt x="147" y="244"/>
                    </a:lnTo>
                    <a:lnTo>
                      <a:pt x="140" y="235"/>
                    </a:lnTo>
                    <a:lnTo>
                      <a:pt x="134" y="229"/>
                    </a:lnTo>
                    <a:lnTo>
                      <a:pt x="131" y="221"/>
                    </a:lnTo>
                    <a:lnTo>
                      <a:pt x="130" y="208"/>
                    </a:lnTo>
                    <a:lnTo>
                      <a:pt x="130" y="194"/>
                    </a:lnTo>
                    <a:lnTo>
                      <a:pt x="129" y="181"/>
                    </a:lnTo>
                    <a:lnTo>
                      <a:pt x="125" y="166"/>
                    </a:lnTo>
                    <a:lnTo>
                      <a:pt x="121" y="148"/>
                    </a:lnTo>
                    <a:lnTo>
                      <a:pt x="116" y="132"/>
                    </a:lnTo>
                    <a:lnTo>
                      <a:pt x="115" y="121"/>
                    </a:lnTo>
                    <a:lnTo>
                      <a:pt x="117" y="106"/>
                    </a:lnTo>
                    <a:lnTo>
                      <a:pt x="119" y="84"/>
                    </a:lnTo>
                    <a:lnTo>
                      <a:pt x="119" y="61"/>
                    </a:lnTo>
                    <a:lnTo>
                      <a:pt x="116" y="46"/>
                    </a:lnTo>
                    <a:lnTo>
                      <a:pt x="111" y="38"/>
                    </a:lnTo>
                    <a:lnTo>
                      <a:pt x="106" y="28"/>
                    </a:lnTo>
                    <a:lnTo>
                      <a:pt x="101" y="18"/>
                    </a:lnTo>
                    <a:lnTo>
                      <a:pt x="95" y="9"/>
                    </a:lnTo>
                    <a:lnTo>
                      <a:pt x="94" y="7"/>
                    </a:lnTo>
                    <a:lnTo>
                      <a:pt x="92" y="4"/>
                    </a:lnTo>
                    <a:lnTo>
                      <a:pt x="91" y="2"/>
                    </a:lnTo>
                    <a:lnTo>
                      <a:pt x="88" y="0"/>
                    </a:lnTo>
                    <a:lnTo>
                      <a:pt x="85" y="5"/>
                    </a:lnTo>
                    <a:lnTo>
                      <a:pt x="79" y="10"/>
                    </a:lnTo>
                    <a:lnTo>
                      <a:pt x="71" y="13"/>
                    </a:lnTo>
                    <a:lnTo>
                      <a:pt x="63" y="13"/>
                    </a:lnTo>
                    <a:lnTo>
                      <a:pt x="62" y="23"/>
                    </a:lnTo>
                    <a:lnTo>
                      <a:pt x="58" y="31"/>
                    </a:lnTo>
                    <a:lnTo>
                      <a:pt x="54" y="40"/>
                    </a:lnTo>
                    <a:lnTo>
                      <a:pt x="49" y="49"/>
                    </a:lnTo>
                    <a:lnTo>
                      <a:pt x="41" y="60"/>
                    </a:lnTo>
                    <a:lnTo>
                      <a:pt x="33" y="68"/>
                    </a:lnTo>
                    <a:lnTo>
                      <a:pt x="24" y="73"/>
                    </a:lnTo>
                    <a:lnTo>
                      <a:pt x="16" y="77"/>
                    </a:lnTo>
                    <a:lnTo>
                      <a:pt x="11" y="91"/>
                    </a:lnTo>
                    <a:lnTo>
                      <a:pt x="6" y="110"/>
                    </a:lnTo>
                    <a:lnTo>
                      <a:pt x="2" y="132"/>
                    </a:lnTo>
                    <a:lnTo>
                      <a:pt x="0" y="154"/>
                    </a:lnTo>
                    <a:lnTo>
                      <a:pt x="2" y="168"/>
                    </a:lnTo>
                    <a:lnTo>
                      <a:pt x="8" y="181"/>
                    </a:lnTo>
                    <a:lnTo>
                      <a:pt x="12" y="191"/>
                    </a:lnTo>
                    <a:lnTo>
                      <a:pt x="15" y="200"/>
                    </a:lnTo>
                    <a:lnTo>
                      <a:pt x="13" y="210"/>
                    </a:lnTo>
                    <a:lnTo>
                      <a:pt x="16" y="219"/>
                    </a:lnTo>
                    <a:lnTo>
                      <a:pt x="19" y="223"/>
                    </a:lnTo>
                    <a:lnTo>
                      <a:pt x="25" y="227"/>
                    </a:lnTo>
                    <a:lnTo>
                      <a:pt x="25" y="243"/>
                    </a:lnTo>
                    <a:lnTo>
                      <a:pt x="24" y="266"/>
                    </a:lnTo>
                    <a:lnTo>
                      <a:pt x="21" y="295"/>
                    </a:lnTo>
                    <a:lnTo>
                      <a:pt x="23" y="326"/>
                    </a:lnTo>
                    <a:lnTo>
                      <a:pt x="25" y="343"/>
                    </a:lnTo>
                    <a:lnTo>
                      <a:pt x="28" y="365"/>
                    </a:lnTo>
                    <a:lnTo>
                      <a:pt x="32" y="390"/>
                    </a:lnTo>
                    <a:lnTo>
                      <a:pt x="36" y="415"/>
                    </a:lnTo>
                    <a:lnTo>
                      <a:pt x="42" y="441"/>
                    </a:lnTo>
                    <a:lnTo>
                      <a:pt x="47" y="463"/>
                    </a:lnTo>
                    <a:lnTo>
                      <a:pt x="53" y="482"/>
                    </a:lnTo>
                    <a:lnTo>
                      <a:pt x="57" y="49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1" name="Freeform 132">
                <a:extLst>
                  <a:ext uri="{FF2B5EF4-FFF2-40B4-BE49-F238E27FC236}">
                    <a16:creationId xmlns:a16="http://schemas.microsoft.com/office/drawing/2014/main" id="{258B122C-3886-4AC9-84DC-E1FF930C0643}"/>
                  </a:ext>
                </a:extLst>
              </p:cNvPr>
              <p:cNvSpPr>
                <a:spLocks/>
              </p:cNvSpPr>
              <p:nvPr/>
            </p:nvSpPr>
            <p:spPr bwMode="auto">
              <a:xfrm>
                <a:off x="3744" y="3156"/>
                <a:ext cx="33" cy="41"/>
              </a:xfrm>
              <a:custGeom>
                <a:avLst/>
                <a:gdLst>
                  <a:gd name="T0" fmla="*/ 1 w 61"/>
                  <a:gd name="T1" fmla="*/ 2 h 73"/>
                  <a:gd name="T2" fmla="*/ 0 w 61"/>
                  <a:gd name="T3" fmla="*/ 7 h 73"/>
                  <a:gd name="T4" fmla="*/ 2 w 61"/>
                  <a:gd name="T5" fmla="*/ 12 h 73"/>
                  <a:gd name="T6" fmla="*/ 3 w 61"/>
                  <a:gd name="T7" fmla="*/ 15 h 73"/>
                  <a:gd name="T8" fmla="*/ 6 w 61"/>
                  <a:gd name="T9" fmla="*/ 17 h 73"/>
                  <a:gd name="T10" fmla="*/ 10 w 61"/>
                  <a:gd name="T11" fmla="*/ 19 h 73"/>
                  <a:gd name="T12" fmla="*/ 12 w 61"/>
                  <a:gd name="T13" fmla="*/ 21 h 73"/>
                  <a:gd name="T14" fmla="*/ 15 w 61"/>
                  <a:gd name="T15" fmla="*/ 24 h 73"/>
                  <a:gd name="T16" fmla="*/ 15 w 61"/>
                  <a:gd name="T17" fmla="*/ 28 h 73"/>
                  <a:gd name="T18" fmla="*/ 16 w 61"/>
                  <a:gd name="T19" fmla="*/ 34 h 73"/>
                  <a:gd name="T20" fmla="*/ 19 w 61"/>
                  <a:gd name="T21" fmla="*/ 38 h 73"/>
                  <a:gd name="T22" fmla="*/ 24 w 61"/>
                  <a:gd name="T23" fmla="*/ 41 h 73"/>
                  <a:gd name="T24" fmla="*/ 33 w 61"/>
                  <a:gd name="T25" fmla="*/ 40 h 73"/>
                  <a:gd name="T26" fmla="*/ 29 w 61"/>
                  <a:gd name="T27" fmla="*/ 37 h 73"/>
                  <a:gd name="T28" fmla="*/ 24 w 61"/>
                  <a:gd name="T29" fmla="*/ 33 h 73"/>
                  <a:gd name="T30" fmla="*/ 22 w 61"/>
                  <a:gd name="T31" fmla="*/ 28 h 73"/>
                  <a:gd name="T32" fmla="*/ 22 w 61"/>
                  <a:gd name="T33" fmla="*/ 23 h 73"/>
                  <a:gd name="T34" fmla="*/ 23 w 61"/>
                  <a:gd name="T35" fmla="*/ 19 h 73"/>
                  <a:gd name="T36" fmla="*/ 23 w 61"/>
                  <a:gd name="T37" fmla="*/ 15 h 73"/>
                  <a:gd name="T38" fmla="*/ 22 w 61"/>
                  <a:gd name="T39" fmla="*/ 11 h 73"/>
                  <a:gd name="T40" fmla="*/ 18 w 61"/>
                  <a:gd name="T41" fmla="*/ 10 h 73"/>
                  <a:gd name="T42" fmla="*/ 14 w 61"/>
                  <a:gd name="T43" fmla="*/ 9 h 73"/>
                  <a:gd name="T44" fmla="*/ 10 w 61"/>
                  <a:gd name="T45" fmla="*/ 7 h 73"/>
                  <a:gd name="T46" fmla="*/ 6 w 61"/>
                  <a:gd name="T47" fmla="*/ 6 h 73"/>
                  <a:gd name="T48" fmla="*/ 5 w 61"/>
                  <a:gd name="T49" fmla="*/ 4 h 73"/>
                  <a:gd name="T50" fmla="*/ 4 w 61"/>
                  <a:gd name="T51" fmla="*/ 1 h 73"/>
                  <a:gd name="T52" fmla="*/ 3 w 61"/>
                  <a:gd name="T53" fmla="*/ 0 h 73"/>
                  <a:gd name="T54" fmla="*/ 2 w 61"/>
                  <a:gd name="T55" fmla="*/ 1 h 73"/>
                  <a:gd name="T56" fmla="*/ 1 w 61"/>
                  <a:gd name="T57" fmla="*/ 2 h 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1" h="73">
                    <a:moveTo>
                      <a:pt x="2" y="3"/>
                    </a:moveTo>
                    <a:lnTo>
                      <a:pt x="0" y="13"/>
                    </a:lnTo>
                    <a:lnTo>
                      <a:pt x="3" y="22"/>
                    </a:lnTo>
                    <a:lnTo>
                      <a:pt x="6" y="26"/>
                    </a:lnTo>
                    <a:lnTo>
                      <a:pt x="12" y="30"/>
                    </a:lnTo>
                    <a:lnTo>
                      <a:pt x="18" y="33"/>
                    </a:lnTo>
                    <a:lnTo>
                      <a:pt x="23" y="38"/>
                    </a:lnTo>
                    <a:lnTo>
                      <a:pt x="27" y="43"/>
                    </a:lnTo>
                    <a:lnTo>
                      <a:pt x="28" y="50"/>
                    </a:lnTo>
                    <a:lnTo>
                      <a:pt x="30" y="60"/>
                    </a:lnTo>
                    <a:lnTo>
                      <a:pt x="35" y="68"/>
                    </a:lnTo>
                    <a:lnTo>
                      <a:pt x="45" y="73"/>
                    </a:lnTo>
                    <a:lnTo>
                      <a:pt x="61" y="72"/>
                    </a:lnTo>
                    <a:lnTo>
                      <a:pt x="53" y="66"/>
                    </a:lnTo>
                    <a:lnTo>
                      <a:pt x="45" y="58"/>
                    </a:lnTo>
                    <a:lnTo>
                      <a:pt x="40" y="49"/>
                    </a:lnTo>
                    <a:lnTo>
                      <a:pt x="40" y="41"/>
                    </a:lnTo>
                    <a:lnTo>
                      <a:pt x="43" y="33"/>
                    </a:lnTo>
                    <a:lnTo>
                      <a:pt x="43" y="26"/>
                    </a:lnTo>
                    <a:lnTo>
                      <a:pt x="40" y="20"/>
                    </a:lnTo>
                    <a:lnTo>
                      <a:pt x="34" y="17"/>
                    </a:lnTo>
                    <a:lnTo>
                      <a:pt x="26" y="16"/>
                    </a:lnTo>
                    <a:lnTo>
                      <a:pt x="19" y="13"/>
                    </a:lnTo>
                    <a:lnTo>
                      <a:pt x="12" y="11"/>
                    </a:lnTo>
                    <a:lnTo>
                      <a:pt x="10" y="7"/>
                    </a:lnTo>
                    <a:lnTo>
                      <a:pt x="8" y="2"/>
                    </a:lnTo>
                    <a:lnTo>
                      <a:pt x="6" y="0"/>
                    </a:lnTo>
                    <a:lnTo>
                      <a:pt x="3" y="1"/>
                    </a:lnTo>
                    <a:lnTo>
                      <a:pt x="2"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2" name="Freeform 133">
                <a:extLst>
                  <a:ext uri="{FF2B5EF4-FFF2-40B4-BE49-F238E27FC236}">
                    <a16:creationId xmlns:a16="http://schemas.microsoft.com/office/drawing/2014/main" id="{7C2CF8D1-577E-440A-A5AE-41546FDF96CE}"/>
                  </a:ext>
                </a:extLst>
              </p:cNvPr>
              <p:cNvSpPr>
                <a:spLocks/>
              </p:cNvSpPr>
              <p:nvPr/>
            </p:nvSpPr>
            <p:spPr bwMode="auto">
              <a:xfrm>
                <a:off x="3736" y="3127"/>
                <a:ext cx="52" cy="49"/>
              </a:xfrm>
              <a:custGeom>
                <a:avLst/>
                <a:gdLst>
                  <a:gd name="T0" fmla="*/ 0 w 95"/>
                  <a:gd name="T1" fmla="*/ 6 h 88"/>
                  <a:gd name="T2" fmla="*/ 3 w 95"/>
                  <a:gd name="T3" fmla="*/ 3 h 88"/>
                  <a:gd name="T4" fmla="*/ 9 w 95"/>
                  <a:gd name="T5" fmla="*/ 1 h 88"/>
                  <a:gd name="T6" fmla="*/ 13 w 95"/>
                  <a:gd name="T7" fmla="*/ 0 h 88"/>
                  <a:gd name="T8" fmla="*/ 17 w 95"/>
                  <a:gd name="T9" fmla="*/ 1 h 88"/>
                  <a:gd name="T10" fmla="*/ 19 w 95"/>
                  <a:gd name="T11" fmla="*/ 2 h 88"/>
                  <a:gd name="T12" fmla="*/ 21 w 95"/>
                  <a:gd name="T13" fmla="*/ 4 h 88"/>
                  <a:gd name="T14" fmla="*/ 24 w 95"/>
                  <a:gd name="T15" fmla="*/ 6 h 88"/>
                  <a:gd name="T16" fmla="*/ 27 w 95"/>
                  <a:gd name="T17" fmla="*/ 9 h 88"/>
                  <a:gd name="T18" fmla="*/ 30 w 95"/>
                  <a:gd name="T19" fmla="*/ 11 h 88"/>
                  <a:gd name="T20" fmla="*/ 32 w 95"/>
                  <a:gd name="T21" fmla="*/ 13 h 88"/>
                  <a:gd name="T22" fmla="*/ 35 w 95"/>
                  <a:gd name="T23" fmla="*/ 16 h 88"/>
                  <a:gd name="T24" fmla="*/ 37 w 95"/>
                  <a:gd name="T25" fmla="*/ 17 h 88"/>
                  <a:gd name="T26" fmla="*/ 41 w 95"/>
                  <a:gd name="T27" fmla="*/ 19 h 88"/>
                  <a:gd name="T28" fmla="*/ 44 w 95"/>
                  <a:gd name="T29" fmla="*/ 23 h 88"/>
                  <a:gd name="T30" fmla="*/ 47 w 95"/>
                  <a:gd name="T31" fmla="*/ 28 h 88"/>
                  <a:gd name="T32" fmla="*/ 48 w 95"/>
                  <a:gd name="T33" fmla="*/ 32 h 88"/>
                  <a:gd name="T34" fmla="*/ 50 w 95"/>
                  <a:gd name="T35" fmla="*/ 37 h 88"/>
                  <a:gd name="T36" fmla="*/ 51 w 95"/>
                  <a:gd name="T37" fmla="*/ 42 h 88"/>
                  <a:gd name="T38" fmla="*/ 52 w 95"/>
                  <a:gd name="T39" fmla="*/ 47 h 88"/>
                  <a:gd name="T40" fmla="*/ 51 w 95"/>
                  <a:gd name="T41" fmla="*/ 49 h 88"/>
                  <a:gd name="T42" fmla="*/ 48 w 95"/>
                  <a:gd name="T43" fmla="*/ 45 h 88"/>
                  <a:gd name="T44" fmla="*/ 42 w 95"/>
                  <a:gd name="T45" fmla="*/ 36 h 88"/>
                  <a:gd name="T46" fmla="*/ 36 w 95"/>
                  <a:gd name="T47" fmla="*/ 26 h 88"/>
                  <a:gd name="T48" fmla="*/ 33 w 95"/>
                  <a:gd name="T49" fmla="*/ 21 h 88"/>
                  <a:gd name="T50" fmla="*/ 30 w 95"/>
                  <a:gd name="T51" fmla="*/ 18 h 88"/>
                  <a:gd name="T52" fmla="*/ 26 w 95"/>
                  <a:gd name="T53" fmla="*/ 16 h 88"/>
                  <a:gd name="T54" fmla="*/ 22 w 95"/>
                  <a:gd name="T55" fmla="*/ 13 h 88"/>
                  <a:gd name="T56" fmla="*/ 18 w 95"/>
                  <a:gd name="T57" fmla="*/ 11 h 88"/>
                  <a:gd name="T58" fmla="*/ 13 w 95"/>
                  <a:gd name="T59" fmla="*/ 9 h 88"/>
                  <a:gd name="T60" fmla="*/ 8 w 95"/>
                  <a:gd name="T61" fmla="*/ 7 h 88"/>
                  <a:gd name="T62" fmla="*/ 3 w 95"/>
                  <a:gd name="T63" fmla="*/ 6 h 88"/>
                  <a:gd name="T64" fmla="*/ 0 w 95"/>
                  <a:gd name="T65" fmla="*/ 6 h 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5" h="88">
                    <a:moveTo>
                      <a:pt x="0" y="10"/>
                    </a:moveTo>
                    <a:lnTo>
                      <a:pt x="6" y="5"/>
                    </a:lnTo>
                    <a:lnTo>
                      <a:pt x="16" y="2"/>
                    </a:lnTo>
                    <a:lnTo>
                      <a:pt x="24" y="0"/>
                    </a:lnTo>
                    <a:lnTo>
                      <a:pt x="31" y="1"/>
                    </a:lnTo>
                    <a:lnTo>
                      <a:pt x="34" y="3"/>
                    </a:lnTo>
                    <a:lnTo>
                      <a:pt x="39" y="7"/>
                    </a:lnTo>
                    <a:lnTo>
                      <a:pt x="43" y="11"/>
                    </a:lnTo>
                    <a:lnTo>
                      <a:pt x="49" y="16"/>
                    </a:lnTo>
                    <a:lnTo>
                      <a:pt x="54" y="20"/>
                    </a:lnTo>
                    <a:lnTo>
                      <a:pt x="59" y="24"/>
                    </a:lnTo>
                    <a:lnTo>
                      <a:pt x="64" y="28"/>
                    </a:lnTo>
                    <a:lnTo>
                      <a:pt x="68" y="31"/>
                    </a:lnTo>
                    <a:lnTo>
                      <a:pt x="74" y="35"/>
                    </a:lnTo>
                    <a:lnTo>
                      <a:pt x="80" y="42"/>
                    </a:lnTo>
                    <a:lnTo>
                      <a:pt x="85" y="50"/>
                    </a:lnTo>
                    <a:lnTo>
                      <a:pt x="88" y="57"/>
                    </a:lnTo>
                    <a:lnTo>
                      <a:pt x="91" y="66"/>
                    </a:lnTo>
                    <a:lnTo>
                      <a:pt x="93" y="76"/>
                    </a:lnTo>
                    <a:lnTo>
                      <a:pt x="95" y="85"/>
                    </a:lnTo>
                    <a:lnTo>
                      <a:pt x="94" y="88"/>
                    </a:lnTo>
                    <a:lnTo>
                      <a:pt x="87" y="81"/>
                    </a:lnTo>
                    <a:lnTo>
                      <a:pt x="76" y="65"/>
                    </a:lnTo>
                    <a:lnTo>
                      <a:pt x="66" y="47"/>
                    </a:lnTo>
                    <a:lnTo>
                      <a:pt x="61" y="37"/>
                    </a:lnTo>
                    <a:lnTo>
                      <a:pt x="55" y="33"/>
                    </a:lnTo>
                    <a:lnTo>
                      <a:pt x="48" y="28"/>
                    </a:lnTo>
                    <a:lnTo>
                      <a:pt x="41" y="24"/>
                    </a:lnTo>
                    <a:lnTo>
                      <a:pt x="32" y="19"/>
                    </a:lnTo>
                    <a:lnTo>
                      <a:pt x="23" y="16"/>
                    </a:lnTo>
                    <a:lnTo>
                      <a:pt x="15" y="12"/>
                    </a:lnTo>
                    <a:lnTo>
                      <a:pt x="6" y="10"/>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3" name="Freeform 134">
                <a:extLst>
                  <a:ext uri="{FF2B5EF4-FFF2-40B4-BE49-F238E27FC236}">
                    <a16:creationId xmlns:a16="http://schemas.microsoft.com/office/drawing/2014/main" id="{98C8E63B-B7DC-4418-B170-5A210620963C}"/>
                  </a:ext>
                </a:extLst>
              </p:cNvPr>
              <p:cNvSpPr>
                <a:spLocks/>
              </p:cNvSpPr>
              <p:nvPr/>
            </p:nvSpPr>
            <p:spPr bwMode="auto">
              <a:xfrm>
                <a:off x="3867" y="3173"/>
                <a:ext cx="11" cy="12"/>
              </a:xfrm>
              <a:custGeom>
                <a:avLst/>
                <a:gdLst>
                  <a:gd name="T0" fmla="*/ 6 w 20"/>
                  <a:gd name="T1" fmla="*/ 12 h 20"/>
                  <a:gd name="T2" fmla="*/ 8 w 20"/>
                  <a:gd name="T3" fmla="*/ 11 h 20"/>
                  <a:gd name="T4" fmla="*/ 9 w 20"/>
                  <a:gd name="T5" fmla="*/ 10 h 20"/>
                  <a:gd name="T6" fmla="*/ 11 w 20"/>
                  <a:gd name="T7" fmla="*/ 8 h 20"/>
                  <a:gd name="T8" fmla="*/ 11 w 20"/>
                  <a:gd name="T9" fmla="*/ 6 h 20"/>
                  <a:gd name="T10" fmla="*/ 10 w 20"/>
                  <a:gd name="T11" fmla="*/ 3 h 20"/>
                  <a:gd name="T12" fmla="*/ 9 w 20"/>
                  <a:gd name="T13" fmla="*/ 2 h 20"/>
                  <a:gd name="T14" fmla="*/ 8 w 20"/>
                  <a:gd name="T15" fmla="*/ 1 h 20"/>
                  <a:gd name="T16" fmla="*/ 5 w 20"/>
                  <a:gd name="T17" fmla="*/ 0 h 20"/>
                  <a:gd name="T18" fmla="*/ 3 w 20"/>
                  <a:gd name="T19" fmla="*/ 1 h 20"/>
                  <a:gd name="T20" fmla="*/ 1 w 20"/>
                  <a:gd name="T21" fmla="*/ 2 h 20"/>
                  <a:gd name="T22" fmla="*/ 0 w 20"/>
                  <a:gd name="T23" fmla="*/ 3 h 20"/>
                  <a:gd name="T24" fmla="*/ 0 w 20"/>
                  <a:gd name="T25" fmla="*/ 6 h 20"/>
                  <a:gd name="T26" fmla="*/ 1 w 20"/>
                  <a:gd name="T27" fmla="*/ 9 h 20"/>
                  <a:gd name="T28" fmla="*/ 2 w 20"/>
                  <a:gd name="T29" fmla="*/ 10 h 20"/>
                  <a:gd name="T30" fmla="*/ 3 w 20"/>
                  <a:gd name="T31" fmla="*/ 11 h 20"/>
                  <a:gd name="T32" fmla="*/ 6 w 20"/>
                  <a:gd name="T33" fmla="*/ 12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0">
                    <a:moveTo>
                      <a:pt x="11" y="20"/>
                    </a:moveTo>
                    <a:lnTo>
                      <a:pt x="15" y="19"/>
                    </a:lnTo>
                    <a:lnTo>
                      <a:pt x="17" y="17"/>
                    </a:lnTo>
                    <a:lnTo>
                      <a:pt x="20" y="14"/>
                    </a:lnTo>
                    <a:lnTo>
                      <a:pt x="20" y="10"/>
                    </a:lnTo>
                    <a:lnTo>
                      <a:pt x="19" y="5"/>
                    </a:lnTo>
                    <a:lnTo>
                      <a:pt x="16" y="3"/>
                    </a:lnTo>
                    <a:lnTo>
                      <a:pt x="14" y="1"/>
                    </a:lnTo>
                    <a:lnTo>
                      <a:pt x="9" y="0"/>
                    </a:lnTo>
                    <a:lnTo>
                      <a:pt x="6" y="1"/>
                    </a:lnTo>
                    <a:lnTo>
                      <a:pt x="2" y="3"/>
                    </a:lnTo>
                    <a:lnTo>
                      <a:pt x="0" y="5"/>
                    </a:lnTo>
                    <a:lnTo>
                      <a:pt x="0" y="10"/>
                    </a:lnTo>
                    <a:lnTo>
                      <a:pt x="1" y="15"/>
                    </a:lnTo>
                    <a:lnTo>
                      <a:pt x="4" y="17"/>
                    </a:lnTo>
                    <a:lnTo>
                      <a:pt x="6" y="19"/>
                    </a:lnTo>
                    <a:lnTo>
                      <a:pt x="11"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4" name="Freeform 135">
                <a:extLst>
                  <a:ext uri="{FF2B5EF4-FFF2-40B4-BE49-F238E27FC236}">
                    <a16:creationId xmlns:a16="http://schemas.microsoft.com/office/drawing/2014/main" id="{DA4EA19D-498D-4473-994A-831D176803E0}"/>
                  </a:ext>
                </a:extLst>
              </p:cNvPr>
              <p:cNvSpPr>
                <a:spLocks/>
              </p:cNvSpPr>
              <p:nvPr/>
            </p:nvSpPr>
            <p:spPr bwMode="auto">
              <a:xfrm>
                <a:off x="3865" y="3191"/>
                <a:ext cx="11" cy="11"/>
              </a:xfrm>
              <a:custGeom>
                <a:avLst/>
                <a:gdLst>
                  <a:gd name="T0" fmla="*/ 6 w 20"/>
                  <a:gd name="T1" fmla="*/ 11 h 21"/>
                  <a:gd name="T2" fmla="*/ 8 w 20"/>
                  <a:gd name="T3" fmla="*/ 10 h 21"/>
                  <a:gd name="T4" fmla="*/ 10 w 20"/>
                  <a:gd name="T5" fmla="*/ 9 h 21"/>
                  <a:gd name="T6" fmla="*/ 10 w 20"/>
                  <a:gd name="T7" fmla="*/ 7 h 21"/>
                  <a:gd name="T8" fmla="*/ 11 w 20"/>
                  <a:gd name="T9" fmla="*/ 5 h 21"/>
                  <a:gd name="T10" fmla="*/ 10 w 20"/>
                  <a:gd name="T11" fmla="*/ 3 h 21"/>
                  <a:gd name="T12" fmla="*/ 9 w 20"/>
                  <a:gd name="T13" fmla="*/ 1 h 21"/>
                  <a:gd name="T14" fmla="*/ 8 w 20"/>
                  <a:gd name="T15" fmla="*/ 1 h 21"/>
                  <a:gd name="T16" fmla="*/ 6 w 20"/>
                  <a:gd name="T17" fmla="*/ 0 h 21"/>
                  <a:gd name="T18" fmla="*/ 3 w 20"/>
                  <a:gd name="T19" fmla="*/ 1 h 21"/>
                  <a:gd name="T20" fmla="*/ 2 w 20"/>
                  <a:gd name="T21" fmla="*/ 2 h 21"/>
                  <a:gd name="T22" fmla="*/ 1 w 20"/>
                  <a:gd name="T23" fmla="*/ 3 h 21"/>
                  <a:gd name="T24" fmla="*/ 0 w 20"/>
                  <a:gd name="T25" fmla="*/ 6 h 21"/>
                  <a:gd name="T26" fmla="*/ 1 w 20"/>
                  <a:gd name="T27" fmla="*/ 8 h 21"/>
                  <a:gd name="T28" fmla="*/ 2 w 20"/>
                  <a:gd name="T29" fmla="*/ 9 h 21"/>
                  <a:gd name="T30" fmla="*/ 3 w 20"/>
                  <a:gd name="T31" fmla="*/ 10 h 21"/>
                  <a:gd name="T32" fmla="*/ 6 w 20"/>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1">
                    <a:moveTo>
                      <a:pt x="11" y="21"/>
                    </a:moveTo>
                    <a:lnTo>
                      <a:pt x="15" y="20"/>
                    </a:lnTo>
                    <a:lnTo>
                      <a:pt x="18" y="17"/>
                    </a:lnTo>
                    <a:lnTo>
                      <a:pt x="19" y="14"/>
                    </a:lnTo>
                    <a:lnTo>
                      <a:pt x="20" y="9"/>
                    </a:lnTo>
                    <a:lnTo>
                      <a:pt x="19" y="6"/>
                    </a:lnTo>
                    <a:lnTo>
                      <a:pt x="17" y="2"/>
                    </a:lnTo>
                    <a:lnTo>
                      <a:pt x="15" y="1"/>
                    </a:lnTo>
                    <a:lnTo>
                      <a:pt x="10" y="0"/>
                    </a:lnTo>
                    <a:lnTo>
                      <a:pt x="5" y="1"/>
                    </a:lnTo>
                    <a:lnTo>
                      <a:pt x="3" y="4"/>
                    </a:lnTo>
                    <a:lnTo>
                      <a:pt x="1" y="6"/>
                    </a:lnTo>
                    <a:lnTo>
                      <a:pt x="0" y="11"/>
                    </a:lnTo>
                    <a:lnTo>
                      <a:pt x="1" y="15"/>
                    </a:lnTo>
                    <a:lnTo>
                      <a:pt x="4" y="17"/>
                    </a:lnTo>
                    <a:lnTo>
                      <a:pt x="6" y="20"/>
                    </a:lnTo>
                    <a:lnTo>
                      <a:pt x="11"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5" name="Freeform 136">
                <a:extLst>
                  <a:ext uri="{FF2B5EF4-FFF2-40B4-BE49-F238E27FC236}">
                    <a16:creationId xmlns:a16="http://schemas.microsoft.com/office/drawing/2014/main" id="{1D2ACD10-ADC9-491C-A2AB-6358B0AB6172}"/>
                  </a:ext>
                </a:extLst>
              </p:cNvPr>
              <p:cNvSpPr>
                <a:spLocks/>
              </p:cNvSpPr>
              <p:nvPr/>
            </p:nvSpPr>
            <p:spPr bwMode="auto">
              <a:xfrm>
                <a:off x="3863" y="3213"/>
                <a:ext cx="11" cy="11"/>
              </a:xfrm>
              <a:custGeom>
                <a:avLst/>
                <a:gdLst>
                  <a:gd name="T0" fmla="*/ 5 w 21"/>
                  <a:gd name="T1" fmla="*/ 11 h 21"/>
                  <a:gd name="T2" fmla="*/ 8 w 21"/>
                  <a:gd name="T3" fmla="*/ 10 h 21"/>
                  <a:gd name="T4" fmla="*/ 9 w 21"/>
                  <a:gd name="T5" fmla="*/ 9 h 21"/>
                  <a:gd name="T6" fmla="*/ 10 w 21"/>
                  <a:gd name="T7" fmla="*/ 7 h 21"/>
                  <a:gd name="T8" fmla="*/ 11 w 21"/>
                  <a:gd name="T9" fmla="*/ 5 h 21"/>
                  <a:gd name="T10" fmla="*/ 10 w 21"/>
                  <a:gd name="T11" fmla="*/ 3 h 21"/>
                  <a:gd name="T12" fmla="*/ 9 w 21"/>
                  <a:gd name="T13" fmla="*/ 2 h 21"/>
                  <a:gd name="T14" fmla="*/ 8 w 21"/>
                  <a:gd name="T15" fmla="*/ 1 h 21"/>
                  <a:gd name="T16" fmla="*/ 5 w 21"/>
                  <a:gd name="T17" fmla="*/ 0 h 21"/>
                  <a:gd name="T18" fmla="*/ 3 w 21"/>
                  <a:gd name="T19" fmla="*/ 1 h 21"/>
                  <a:gd name="T20" fmla="*/ 2 w 21"/>
                  <a:gd name="T21" fmla="*/ 2 h 21"/>
                  <a:gd name="T22" fmla="*/ 1 w 21"/>
                  <a:gd name="T23" fmla="*/ 3 h 21"/>
                  <a:gd name="T24" fmla="*/ 0 w 21"/>
                  <a:gd name="T25" fmla="*/ 6 h 21"/>
                  <a:gd name="T26" fmla="*/ 1 w 21"/>
                  <a:gd name="T27" fmla="*/ 8 h 21"/>
                  <a:gd name="T28" fmla="*/ 2 w 21"/>
                  <a:gd name="T29" fmla="*/ 9 h 21"/>
                  <a:gd name="T30" fmla="*/ 3 w 21"/>
                  <a:gd name="T31" fmla="*/ 10 h 21"/>
                  <a:gd name="T32" fmla="*/ 5 w 21"/>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21">
                    <a:moveTo>
                      <a:pt x="10" y="21"/>
                    </a:moveTo>
                    <a:lnTo>
                      <a:pt x="15" y="20"/>
                    </a:lnTo>
                    <a:lnTo>
                      <a:pt x="17" y="18"/>
                    </a:lnTo>
                    <a:lnTo>
                      <a:pt x="20" y="14"/>
                    </a:lnTo>
                    <a:lnTo>
                      <a:pt x="21" y="10"/>
                    </a:lnTo>
                    <a:lnTo>
                      <a:pt x="20" y="6"/>
                    </a:lnTo>
                    <a:lnTo>
                      <a:pt x="17" y="3"/>
                    </a:lnTo>
                    <a:lnTo>
                      <a:pt x="15" y="1"/>
                    </a:lnTo>
                    <a:lnTo>
                      <a:pt x="10" y="0"/>
                    </a:lnTo>
                    <a:lnTo>
                      <a:pt x="6" y="1"/>
                    </a:lnTo>
                    <a:lnTo>
                      <a:pt x="4" y="4"/>
                    </a:lnTo>
                    <a:lnTo>
                      <a:pt x="1" y="6"/>
                    </a:lnTo>
                    <a:lnTo>
                      <a:pt x="0" y="11"/>
                    </a:lnTo>
                    <a:lnTo>
                      <a:pt x="1" y="15"/>
                    </a:lnTo>
                    <a:lnTo>
                      <a:pt x="4" y="18"/>
                    </a:lnTo>
                    <a:lnTo>
                      <a:pt x="6" y="20"/>
                    </a:lnTo>
                    <a:lnTo>
                      <a:pt x="10"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6" name="Freeform 137">
                <a:extLst>
                  <a:ext uri="{FF2B5EF4-FFF2-40B4-BE49-F238E27FC236}">
                    <a16:creationId xmlns:a16="http://schemas.microsoft.com/office/drawing/2014/main" id="{6E8F3EA1-757A-4E0A-8498-B4EEEA5FA7BB}"/>
                  </a:ext>
                </a:extLst>
              </p:cNvPr>
              <p:cNvSpPr>
                <a:spLocks/>
              </p:cNvSpPr>
              <p:nvPr/>
            </p:nvSpPr>
            <p:spPr bwMode="auto">
              <a:xfrm>
                <a:off x="3745" y="3048"/>
                <a:ext cx="65" cy="126"/>
              </a:xfrm>
              <a:custGeom>
                <a:avLst/>
                <a:gdLst>
                  <a:gd name="T0" fmla="*/ 42 w 118"/>
                  <a:gd name="T1" fmla="*/ 80 h 229"/>
                  <a:gd name="T2" fmla="*/ 45 w 118"/>
                  <a:gd name="T3" fmla="*/ 94 h 229"/>
                  <a:gd name="T4" fmla="*/ 47 w 118"/>
                  <a:gd name="T5" fmla="*/ 101 h 229"/>
                  <a:gd name="T6" fmla="*/ 52 w 118"/>
                  <a:gd name="T7" fmla="*/ 107 h 229"/>
                  <a:gd name="T8" fmla="*/ 57 w 118"/>
                  <a:gd name="T9" fmla="*/ 117 h 229"/>
                  <a:gd name="T10" fmla="*/ 63 w 118"/>
                  <a:gd name="T11" fmla="*/ 123 h 229"/>
                  <a:gd name="T12" fmla="*/ 63 w 118"/>
                  <a:gd name="T13" fmla="*/ 122 h 229"/>
                  <a:gd name="T14" fmla="*/ 63 w 118"/>
                  <a:gd name="T15" fmla="*/ 107 h 229"/>
                  <a:gd name="T16" fmla="*/ 60 w 118"/>
                  <a:gd name="T17" fmla="*/ 91 h 229"/>
                  <a:gd name="T18" fmla="*/ 55 w 118"/>
                  <a:gd name="T19" fmla="*/ 73 h 229"/>
                  <a:gd name="T20" fmla="*/ 53 w 118"/>
                  <a:gd name="T21" fmla="*/ 58 h 229"/>
                  <a:gd name="T22" fmla="*/ 51 w 118"/>
                  <a:gd name="T23" fmla="*/ 43 h 229"/>
                  <a:gd name="T24" fmla="*/ 48 w 118"/>
                  <a:gd name="T25" fmla="*/ 31 h 229"/>
                  <a:gd name="T26" fmla="*/ 45 w 118"/>
                  <a:gd name="T27" fmla="*/ 13 h 229"/>
                  <a:gd name="T28" fmla="*/ 43 w 118"/>
                  <a:gd name="T29" fmla="*/ 4 h 229"/>
                  <a:gd name="T30" fmla="*/ 41 w 118"/>
                  <a:gd name="T31" fmla="*/ 1 h 229"/>
                  <a:gd name="T32" fmla="*/ 38 w 118"/>
                  <a:gd name="T33" fmla="*/ 3 h 229"/>
                  <a:gd name="T34" fmla="*/ 30 w 118"/>
                  <a:gd name="T35" fmla="*/ 7 h 229"/>
                  <a:gd name="T36" fmla="*/ 29 w 118"/>
                  <a:gd name="T37" fmla="*/ 15 h 229"/>
                  <a:gd name="T38" fmla="*/ 34 w 118"/>
                  <a:gd name="T39" fmla="*/ 28 h 229"/>
                  <a:gd name="T40" fmla="*/ 35 w 118"/>
                  <a:gd name="T41" fmla="*/ 40 h 229"/>
                  <a:gd name="T42" fmla="*/ 40 w 118"/>
                  <a:gd name="T43" fmla="*/ 54 h 229"/>
                  <a:gd name="T44" fmla="*/ 39 w 118"/>
                  <a:gd name="T45" fmla="*/ 57 h 229"/>
                  <a:gd name="T46" fmla="*/ 34 w 118"/>
                  <a:gd name="T47" fmla="*/ 48 h 229"/>
                  <a:gd name="T48" fmla="*/ 27 w 118"/>
                  <a:gd name="T49" fmla="*/ 39 h 229"/>
                  <a:gd name="T50" fmla="*/ 21 w 118"/>
                  <a:gd name="T51" fmla="*/ 30 h 229"/>
                  <a:gd name="T52" fmla="*/ 14 w 118"/>
                  <a:gd name="T53" fmla="*/ 33 h 229"/>
                  <a:gd name="T54" fmla="*/ 4 w 118"/>
                  <a:gd name="T55" fmla="*/ 40 h 229"/>
                  <a:gd name="T56" fmla="*/ 3 w 118"/>
                  <a:gd name="T57" fmla="*/ 44 h 229"/>
                  <a:gd name="T58" fmla="*/ 10 w 118"/>
                  <a:gd name="T59" fmla="*/ 48 h 229"/>
                  <a:gd name="T60" fmla="*/ 18 w 118"/>
                  <a:gd name="T61" fmla="*/ 51 h 229"/>
                  <a:gd name="T62" fmla="*/ 28 w 118"/>
                  <a:gd name="T63" fmla="*/ 58 h 229"/>
                  <a:gd name="T64" fmla="*/ 31 w 118"/>
                  <a:gd name="T65" fmla="*/ 64 h 229"/>
                  <a:gd name="T66" fmla="*/ 36 w 118"/>
                  <a:gd name="T67" fmla="*/ 72 h 2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8" h="229">
                    <a:moveTo>
                      <a:pt x="76" y="131"/>
                    </a:moveTo>
                    <a:lnTo>
                      <a:pt x="77" y="145"/>
                    </a:lnTo>
                    <a:lnTo>
                      <a:pt x="79" y="160"/>
                    </a:lnTo>
                    <a:lnTo>
                      <a:pt x="81" y="171"/>
                    </a:lnTo>
                    <a:lnTo>
                      <a:pt x="84" y="178"/>
                    </a:lnTo>
                    <a:lnTo>
                      <a:pt x="86" y="183"/>
                    </a:lnTo>
                    <a:lnTo>
                      <a:pt x="90" y="189"/>
                    </a:lnTo>
                    <a:lnTo>
                      <a:pt x="94" y="195"/>
                    </a:lnTo>
                    <a:lnTo>
                      <a:pt x="99" y="204"/>
                    </a:lnTo>
                    <a:lnTo>
                      <a:pt x="103" y="212"/>
                    </a:lnTo>
                    <a:lnTo>
                      <a:pt x="109" y="219"/>
                    </a:lnTo>
                    <a:lnTo>
                      <a:pt x="114" y="224"/>
                    </a:lnTo>
                    <a:lnTo>
                      <a:pt x="118" y="229"/>
                    </a:lnTo>
                    <a:lnTo>
                      <a:pt x="115" y="221"/>
                    </a:lnTo>
                    <a:lnTo>
                      <a:pt x="114" y="208"/>
                    </a:lnTo>
                    <a:lnTo>
                      <a:pt x="114" y="194"/>
                    </a:lnTo>
                    <a:lnTo>
                      <a:pt x="113" y="181"/>
                    </a:lnTo>
                    <a:lnTo>
                      <a:pt x="109" y="166"/>
                    </a:lnTo>
                    <a:lnTo>
                      <a:pt x="105" y="148"/>
                    </a:lnTo>
                    <a:lnTo>
                      <a:pt x="100" y="132"/>
                    </a:lnTo>
                    <a:lnTo>
                      <a:pt x="99" y="121"/>
                    </a:lnTo>
                    <a:lnTo>
                      <a:pt x="96" y="106"/>
                    </a:lnTo>
                    <a:lnTo>
                      <a:pt x="94" y="91"/>
                    </a:lnTo>
                    <a:lnTo>
                      <a:pt x="92" y="78"/>
                    </a:lnTo>
                    <a:lnTo>
                      <a:pt x="91" y="69"/>
                    </a:lnTo>
                    <a:lnTo>
                      <a:pt x="88" y="57"/>
                    </a:lnTo>
                    <a:lnTo>
                      <a:pt x="85" y="41"/>
                    </a:lnTo>
                    <a:lnTo>
                      <a:pt x="81" y="24"/>
                    </a:lnTo>
                    <a:lnTo>
                      <a:pt x="79" y="9"/>
                    </a:lnTo>
                    <a:lnTo>
                      <a:pt x="78" y="7"/>
                    </a:lnTo>
                    <a:lnTo>
                      <a:pt x="76" y="4"/>
                    </a:lnTo>
                    <a:lnTo>
                      <a:pt x="75" y="2"/>
                    </a:lnTo>
                    <a:lnTo>
                      <a:pt x="72" y="0"/>
                    </a:lnTo>
                    <a:lnTo>
                      <a:pt x="69" y="5"/>
                    </a:lnTo>
                    <a:lnTo>
                      <a:pt x="63" y="10"/>
                    </a:lnTo>
                    <a:lnTo>
                      <a:pt x="55" y="13"/>
                    </a:lnTo>
                    <a:lnTo>
                      <a:pt x="47" y="13"/>
                    </a:lnTo>
                    <a:lnTo>
                      <a:pt x="53" y="27"/>
                    </a:lnTo>
                    <a:lnTo>
                      <a:pt x="57" y="40"/>
                    </a:lnTo>
                    <a:lnTo>
                      <a:pt x="61" y="51"/>
                    </a:lnTo>
                    <a:lnTo>
                      <a:pt x="62" y="62"/>
                    </a:lnTo>
                    <a:lnTo>
                      <a:pt x="64" y="72"/>
                    </a:lnTo>
                    <a:lnTo>
                      <a:pt x="68" y="85"/>
                    </a:lnTo>
                    <a:lnTo>
                      <a:pt x="72" y="98"/>
                    </a:lnTo>
                    <a:lnTo>
                      <a:pt x="73" y="108"/>
                    </a:lnTo>
                    <a:lnTo>
                      <a:pt x="71" y="103"/>
                    </a:lnTo>
                    <a:lnTo>
                      <a:pt x="66" y="96"/>
                    </a:lnTo>
                    <a:lnTo>
                      <a:pt x="62" y="88"/>
                    </a:lnTo>
                    <a:lnTo>
                      <a:pt x="55" y="79"/>
                    </a:lnTo>
                    <a:lnTo>
                      <a:pt x="49" y="70"/>
                    </a:lnTo>
                    <a:lnTo>
                      <a:pt x="43" y="62"/>
                    </a:lnTo>
                    <a:lnTo>
                      <a:pt x="38" y="55"/>
                    </a:lnTo>
                    <a:lnTo>
                      <a:pt x="33" y="49"/>
                    </a:lnTo>
                    <a:lnTo>
                      <a:pt x="25" y="60"/>
                    </a:lnTo>
                    <a:lnTo>
                      <a:pt x="17" y="68"/>
                    </a:lnTo>
                    <a:lnTo>
                      <a:pt x="8" y="73"/>
                    </a:lnTo>
                    <a:lnTo>
                      <a:pt x="0" y="77"/>
                    </a:lnTo>
                    <a:lnTo>
                      <a:pt x="5" y="80"/>
                    </a:lnTo>
                    <a:lnTo>
                      <a:pt x="11" y="84"/>
                    </a:lnTo>
                    <a:lnTo>
                      <a:pt x="18" y="87"/>
                    </a:lnTo>
                    <a:lnTo>
                      <a:pt x="25" y="90"/>
                    </a:lnTo>
                    <a:lnTo>
                      <a:pt x="33" y="93"/>
                    </a:lnTo>
                    <a:lnTo>
                      <a:pt x="42" y="99"/>
                    </a:lnTo>
                    <a:lnTo>
                      <a:pt x="50" y="106"/>
                    </a:lnTo>
                    <a:lnTo>
                      <a:pt x="55" y="111"/>
                    </a:lnTo>
                    <a:lnTo>
                      <a:pt x="56" y="117"/>
                    </a:lnTo>
                    <a:lnTo>
                      <a:pt x="61" y="125"/>
                    </a:lnTo>
                    <a:lnTo>
                      <a:pt x="66" y="131"/>
                    </a:lnTo>
                    <a:lnTo>
                      <a:pt x="76" y="13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7" name="Freeform 138">
                <a:extLst>
                  <a:ext uri="{FF2B5EF4-FFF2-40B4-BE49-F238E27FC236}">
                    <a16:creationId xmlns:a16="http://schemas.microsoft.com/office/drawing/2014/main" id="{E648055F-A895-4413-B33D-F0110EA2B639}"/>
                  </a:ext>
                </a:extLst>
              </p:cNvPr>
              <p:cNvSpPr>
                <a:spLocks/>
              </p:cNvSpPr>
              <p:nvPr/>
            </p:nvSpPr>
            <p:spPr bwMode="auto">
              <a:xfrm>
                <a:off x="3749" y="3311"/>
                <a:ext cx="108" cy="93"/>
              </a:xfrm>
              <a:custGeom>
                <a:avLst/>
                <a:gdLst>
                  <a:gd name="T0" fmla="*/ 67 w 197"/>
                  <a:gd name="T1" fmla="*/ 5 h 169"/>
                  <a:gd name="T2" fmla="*/ 61 w 197"/>
                  <a:gd name="T3" fmla="*/ 2 h 169"/>
                  <a:gd name="T4" fmla="*/ 56 w 197"/>
                  <a:gd name="T5" fmla="*/ 0 h 169"/>
                  <a:gd name="T6" fmla="*/ 51 w 197"/>
                  <a:gd name="T7" fmla="*/ 1 h 169"/>
                  <a:gd name="T8" fmla="*/ 46 w 197"/>
                  <a:gd name="T9" fmla="*/ 3 h 169"/>
                  <a:gd name="T10" fmla="*/ 40 w 197"/>
                  <a:gd name="T11" fmla="*/ 7 h 169"/>
                  <a:gd name="T12" fmla="*/ 34 w 197"/>
                  <a:gd name="T13" fmla="*/ 10 h 169"/>
                  <a:gd name="T14" fmla="*/ 25 w 197"/>
                  <a:gd name="T15" fmla="*/ 15 h 169"/>
                  <a:gd name="T16" fmla="*/ 15 w 197"/>
                  <a:gd name="T17" fmla="*/ 20 h 169"/>
                  <a:gd name="T18" fmla="*/ 5 w 197"/>
                  <a:gd name="T19" fmla="*/ 24 h 169"/>
                  <a:gd name="T20" fmla="*/ 2 w 197"/>
                  <a:gd name="T21" fmla="*/ 28 h 169"/>
                  <a:gd name="T22" fmla="*/ 4 w 197"/>
                  <a:gd name="T23" fmla="*/ 31 h 169"/>
                  <a:gd name="T24" fmla="*/ 9 w 197"/>
                  <a:gd name="T25" fmla="*/ 51 h 169"/>
                  <a:gd name="T26" fmla="*/ 8 w 197"/>
                  <a:gd name="T27" fmla="*/ 79 h 169"/>
                  <a:gd name="T28" fmla="*/ 2 w 197"/>
                  <a:gd name="T29" fmla="*/ 91 h 169"/>
                  <a:gd name="T30" fmla="*/ 8 w 197"/>
                  <a:gd name="T31" fmla="*/ 87 h 169"/>
                  <a:gd name="T32" fmla="*/ 13 w 197"/>
                  <a:gd name="T33" fmla="*/ 85 h 169"/>
                  <a:gd name="T34" fmla="*/ 18 w 197"/>
                  <a:gd name="T35" fmla="*/ 84 h 169"/>
                  <a:gd name="T36" fmla="*/ 22 w 197"/>
                  <a:gd name="T37" fmla="*/ 86 h 169"/>
                  <a:gd name="T38" fmla="*/ 29 w 197"/>
                  <a:gd name="T39" fmla="*/ 87 h 169"/>
                  <a:gd name="T40" fmla="*/ 35 w 197"/>
                  <a:gd name="T41" fmla="*/ 87 h 169"/>
                  <a:gd name="T42" fmla="*/ 42 w 197"/>
                  <a:gd name="T43" fmla="*/ 86 h 169"/>
                  <a:gd name="T44" fmla="*/ 48 w 197"/>
                  <a:gd name="T45" fmla="*/ 82 h 169"/>
                  <a:gd name="T46" fmla="*/ 59 w 197"/>
                  <a:gd name="T47" fmla="*/ 75 h 169"/>
                  <a:gd name="T48" fmla="*/ 69 w 197"/>
                  <a:gd name="T49" fmla="*/ 69 h 169"/>
                  <a:gd name="T50" fmla="*/ 77 w 197"/>
                  <a:gd name="T51" fmla="*/ 65 h 169"/>
                  <a:gd name="T52" fmla="*/ 82 w 197"/>
                  <a:gd name="T53" fmla="*/ 65 h 169"/>
                  <a:gd name="T54" fmla="*/ 88 w 197"/>
                  <a:gd name="T55" fmla="*/ 64 h 169"/>
                  <a:gd name="T56" fmla="*/ 94 w 197"/>
                  <a:gd name="T57" fmla="*/ 64 h 169"/>
                  <a:gd name="T58" fmla="*/ 99 w 197"/>
                  <a:gd name="T59" fmla="*/ 64 h 169"/>
                  <a:gd name="T60" fmla="*/ 104 w 197"/>
                  <a:gd name="T61" fmla="*/ 58 h 169"/>
                  <a:gd name="T62" fmla="*/ 107 w 197"/>
                  <a:gd name="T63" fmla="*/ 44 h 169"/>
                  <a:gd name="T64" fmla="*/ 108 w 197"/>
                  <a:gd name="T65" fmla="*/ 34 h 169"/>
                  <a:gd name="T66" fmla="*/ 104 w 197"/>
                  <a:gd name="T67" fmla="*/ 28 h 169"/>
                  <a:gd name="T68" fmla="*/ 100 w 197"/>
                  <a:gd name="T69" fmla="*/ 21 h 169"/>
                  <a:gd name="T70" fmla="*/ 98 w 197"/>
                  <a:gd name="T71" fmla="*/ 12 h 169"/>
                  <a:gd name="T72" fmla="*/ 94 w 197"/>
                  <a:gd name="T73" fmla="*/ 7 h 169"/>
                  <a:gd name="T74" fmla="*/ 88 w 197"/>
                  <a:gd name="T75" fmla="*/ 7 h 169"/>
                  <a:gd name="T76" fmla="*/ 81 w 197"/>
                  <a:gd name="T77" fmla="*/ 7 h 169"/>
                  <a:gd name="T78" fmla="*/ 74 w 197"/>
                  <a:gd name="T79" fmla="*/ 6 h 16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7" h="169">
                    <a:moveTo>
                      <a:pt x="125" y="13"/>
                    </a:moveTo>
                    <a:lnTo>
                      <a:pt x="122" y="9"/>
                    </a:lnTo>
                    <a:lnTo>
                      <a:pt x="117" y="7"/>
                    </a:lnTo>
                    <a:lnTo>
                      <a:pt x="111" y="4"/>
                    </a:lnTo>
                    <a:lnTo>
                      <a:pt x="106" y="1"/>
                    </a:lnTo>
                    <a:lnTo>
                      <a:pt x="102" y="0"/>
                    </a:lnTo>
                    <a:lnTo>
                      <a:pt x="98" y="1"/>
                    </a:lnTo>
                    <a:lnTo>
                      <a:pt x="93" y="2"/>
                    </a:lnTo>
                    <a:lnTo>
                      <a:pt x="88" y="4"/>
                    </a:lnTo>
                    <a:lnTo>
                      <a:pt x="83" y="6"/>
                    </a:lnTo>
                    <a:lnTo>
                      <a:pt x="78" y="9"/>
                    </a:lnTo>
                    <a:lnTo>
                      <a:pt x="73" y="12"/>
                    </a:lnTo>
                    <a:lnTo>
                      <a:pt x="69" y="15"/>
                    </a:lnTo>
                    <a:lnTo>
                      <a:pt x="62" y="19"/>
                    </a:lnTo>
                    <a:lnTo>
                      <a:pt x="55" y="23"/>
                    </a:lnTo>
                    <a:lnTo>
                      <a:pt x="46" y="28"/>
                    </a:lnTo>
                    <a:lnTo>
                      <a:pt x="37" y="32"/>
                    </a:lnTo>
                    <a:lnTo>
                      <a:pt x="27" y="37"/>
                    </a:lnTo>
                    <a:lnTo>
                      <a:pt x="18" y="40"/>
                    </a:lnTo>
                    <a:lnTo>
                      <a:pt x="10" y="43"/>
                    </a:lnTo>
                    <a:lnTo>
                      <a:pt x="3" y="45"/>
                    </a:lnTo>
                    <a:lnTo>
                      <a:pt x="4" y="50"/>
                    </a:lnTo>
                    <a:lnTo>
                      <a:pt x="6" y="53"/>
                    </a:lnTo>
                    <a:lnTo>
                      <a:pt x="7" y="57"/>
                    </a:lnTo>
                    <a:lnTo>
                      <a:pt x="8" y="61"/>
                    </a:lnTo>
                    <a:lnTo>
                      <a:pt x="16" y="93"/>
                    </a:lnTo>
                    <a:lnTo>
                      <a:pt x="19" y="119"/>
                    </a:lnTo>
                    <a:lnTo>
                      <a:pt x="14" y="143"/>
                    </a:lnTo>
                    <a:lnTo>
                      <a:pt x="0" y="169"/>
                    </a:lnTo>
                    <a:lnTo>
                      <a:pt x="4" y="166"/>
                    </a:lnTo>
                    <a:lnTo>
                      <a:pt x="9" y="163"/>
                    </a:lnTo>
                    <a:lnTo>
                      <a:pt x="14" y="159"/>
                    </a:lnTo>
                    <a:lnTo>
                      <a:pt x="18" y="156"/>
                    </a:lnTo>
                    <a:lnTo>
                      <a:pt x="24" y="154"/>
                    </a:lnTo>
                    <a:lnTo>
                      <a:pt x="29" y="153"/>
                    </a:lnTo>
                    <a:lnTo>
                      <a:pt x="32" y="152"/>
                    </a:lnTo>
                    <a:lnTo>
                      <a:pt x="37" y="153"/>
                    </a:lnTo>
                    <a:lnTo>
                      <a:pt x="41" y="156"/>
                    </a:lnTo>
                    <a:lnTo>
                      <a:pt x="46" y="157"/>
                    </a:lnTo>
                    <a:lnTo>
                      <a:pt x="52" y="158"/>
                    </a:lnTo>
                    <a:lnTo>
                      <a:pt x="57" y="159"/>
                    </a:lnTo>
                    <a:lnTo>
                      <a:pt x="63" y="159"/>
                    </a:lnTo>
                    <a:lnTo>
                      <a:pt x="69" y="158"/>
                    </a:lnTo>
                    <a:lnTo>
                      <a:pt x="76" y="157"/>
                    </a:lnTo>
                    <a:lnTo>
                      <a:pt x="82" y="153"/>
                    </a:lnTo>
                    <a:lnTo>
                      <a:pt x="88" y="149"/>
                    </a:lnTo>
                    <a:lnTo>
                      <a:pt x="98" y="143"/>
                    </a:lnTo>
                    <a:lnTo>
                      <a:pt x="107" y="137"/>
                    </a:lnTo>
                    <a:lnTo>
                      <a:pt x="117" y="131"/>
                    </a:lnTo>
                    <a:lnTo>
                      <a:pt x="126" y="126"/>
                    </a:lnTo>
                    <a:lnTo>
                      <a:pt x="135" y="122"/>
                    </a:lnTo>
                    <a:lnTo>
                      <a:pt x="141" y="119"/>
                    </a:lnTo>
                    <a:lnTo>
                      <a:pt x="146" y="118"/>
                    </a:lnTo>
                    <a:lnTo>
                      <a:pt x="149" y="118"/>
                    </a:lnTo>
                    <a:lnTo>
                      <a:pt x="155" y="118"/>
                    </a:lnTo>
                    <a:lnTo>
                      <a:pt x="160" y="116"/>
                    </a:lnTo>
                    <a:lnTo>
                      <a:pt x="166" y="116"/>
                    </a:lnTo>
                    <a:lnTo>
                      <a:pt x="171" y="116"/>
                    </a:lnTo>
                    <a:lnTo>
                      <a:pt x="176" y="116"/>
                    </a:lnTo>
                    <a:lnTo>
                      <a:pt x="181" y="116"/>
                    </a:lnTo>
                    <a:lnTo>
                      <a:pt x="184" y="118"/>
                    </a:lnTo>
                    <a:lnTo>
                      <a:pt x="190" y="106"/>
                    </a:lnTo>
                    <a:lnTo>
                      <a:pt x="193" y="93"/>
                    </a:lnTo>
                    <a:lnTo>
                      <a:pt x="196" y="80"/>
                    </a:lnTo>
                    <a:lnTo>
                      <a:pt x="197" y="70"/>
                    </a:lnTo>
                    <a:lnTo>
                      <a:pt x="197" y="62"/>
                    </a:lnTo>
                    <a:lnTo>
                      <a:pt x="194" y="55"/>
                    </a:lnTo>
                    <a:lnTo>
                      <a:pt x="190" y="51"/>
                    </a:lnTo>
                    <a:lnTo>
                      <a:pt x="182" y="52"/>
                    </a:lnTo>
                    <a:lnTo>
                      <a:pt x="182" y="39"/>
                    </a:lnTo>
                    <a:lnTo>
                      <a:pt x="182" y="29"/>
                    </a:lnTo>
                    <a:lnTo>
                      <a:pt x="179" y="21"/>
                    </a:lnTo>
                    <a:lnTo>
                      <a:pt x="176" y="15"/>
                    </a:lnTo>
                    <a:lnTo>
                      <a:pt x="171" y="13"/>
                    </a:lnTo>
                    <a:lnTo>
                      <a:pt x="166" y="13"/>
                    </a:lnTo>
                    <a:lnTo>
                      <a:pt x="160" y="13"/>
                    </a:lnTo>
                    <a:lnTo>
                      <a:pt x="155" y="14"/>
                    </a:lnTo>
                    <a:lnTo>
                      <a:pt x="148" y="12"/>
                    </a:lnTo>
                    <a:lnTo>
                      <a:pt x="141" y="11"/>
                    </a:lnTo>
                    <a:lnTo>
                      <a:pt x="135" y="11"/>
                    </a:lnTo>
                    <a:lnTo>
                      <a:pt x="125" y="1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8" name="Freeform 139">
                <a:extLst>
                  <a:ext uri="{FF2B5EF4-FFF2-40B4-BE49-F238E27FC236}">
                    <a16:creationId xmlns:a16="http://schemas.microsoft.com/office/drawing/2014/main" id="{7CBBA0BA-CCDB-454E-A98F-FCF8FD030BE5}"/>
                  </a:ext>
                </a:extLst>
              </p:cNvPr>
              <p:cNvSpPr>
                <a:spLocks/>
              </p:cNvSpPr>
              <p:nvPr/>
            </p:nvSpPr>
            <p:spPr bwMode="auto">
              <a:xfrm>
                <a:off x="3751" y="3311"/>
                <a:ext cx="106" cy="65"/>
              </a:xfrm>
              <a:custGeom>
                <a:avLst/>
                <a:gdLst>
                  <a:gd name="T0" fmla="*/ 80 w 194"/>
                  <a:gd name="T1" fmla="*/ 65 h 118"/>
                  <a:gd name="T2" fmla="*/ 86 w 194"/>
                  <a:gd name="T3" fmla="*/ 64 h 118"/>
                  <a:gd name="T4" fmla="*/ 92 w 194"/>
                  <a:gd name="T5" fmla="*/ 64 h 118"/>
                  <a:gd name="T6" fmla="*/ 97 w 194"/>
                  <a:gd name="T7" fmla="*/ 64 h 118"/>
                  <a:gd name="T8" fmla="*/ 101 w 194"/>
                  <a:gd name="T9" fmla="*/ 62 h 118"/>
                  <a:gd name="T10" fmla="*/ 103 w 194"/>
                  <a:gd name="T11" fmla="*/ 54 h 118"/>
                  <a:gd name="T12" fmla="*/ 105 w 194"/>
                  <a:gd name="T13" fmla="*/ 46 h 118"/>
                  <a:gd name="T14" fmla="*/ 106 w 194"/>
                  <a:gd name="T15" fmla="*/ 41 h 118"/>
                  <a:gd name="T16" fmla="*/ 106 w 194"/>
                  <a:gd name="T17" fmla="*/ 34 h 118"/>
                  <a:gd name="T18" fmla="*/ 102 w 194"/>
                  <a:gd name="T19" fmla="*/ 28 h 118"/>
                  <a:gd name="T20" fmla="*/ 98 w 194"/>
                  <a:gd name="T21" fmla="*/ 21 h 118"/>
                  <a:gd name="T22" fmla="*/ 96 w 194"/>
                  <a:gd name="T23" fmla="*/ 12 h 118"/>
                  <a:gd name="T24" fmla="*/ 92 w 194"/>
                  <a:gd name="T25" fmla="*/ 7 h 118"/>
                  <a:gd name="T26" fmla="*/ 86 w 194"/>
                  <a:gd name="T27" fmla="*/ 7 h 118"/>
                  <a:gd name="T28" fmla="*/ 79 w 194"/>
                  <a:gd name="T29" fmla="*/ 7 h 118"/>
                  <a:gd name="T30" fmla="*/ 72 w 194"/>
                  <a:gd name="T31" fmla="*/ 6 h 118"/>
                  <a:gd name="T32" fmla="*/ 65 w 194"/>
                  <a:gd name="T33" fmla="*/ 5 h 118"/>
                  <a:gd name="T34" fmla="*/ 59 w 194"/>
                  <a:gd name="T35" fmla="*/ 2 h 118"/>
                  <a:gd name="T36" fmla="*/ 54 w 194"/>
                  <a:gd name="T37" fmla="*/ 0 h 118"/>
                  <a:gd name="T38" fmla="*/ 49 w 194"/>
                  <a:gd name="T39" fmla="*/ 1 h 118"/>
                  <a:gd name="T40" fmla="*/ 44 w 194"/>
                  <a:gd name="T41" fmla="*/ 3 h 118"/>
                  <a:gd name="T42" fmla="*/ 38 w 194"/>
                  <a:gd name="T43" fmla="*/ 7 h 118"/>
                  <a:gd name="T44" fmla="*/ 32 w 194"/>
                  <a:gd name="T45" fmla="*/ 10 h 118"/>
                  <a:gd name="T46" fmla="*/ 23 w 194"/>
                  <a:gd name="T47" fmla="*/ 15 h 118"/>
                  <a:gd name="T48" fmla="*/ 13 w 194"/>
                  <a:gd name="T49" fmla="*/ 20 h 118"/>
                  <a:gd name="T50" fmla="*/ 4 w 194"/>
                  <a:gd name="T51" fmla="*/ 24 h 118"/>
                  <a:gd name="T52" fmla="*/ 1 w 194"/>
                  <a:gd name="T53" fmla="*/ 28 h 118"/>
                  <a:gd name="T54" fmla="*/ 2 w 194"/>
                  <a:gd name="T55" fmla="*/ 31 h 118"/>
                  <a:gd name="T56" fmla="*/ 9 w 194"/>
                  <a:gd name="T57" fmla="*/ 30 h 118"/>
                  <a:gd name="T58" fmla="*/ 25 w 194"/>
                  <a:gd name="T59" fmla="*/ 20 h 118"/>
                  <a:gd name="T60" fmla="*/ 40 w 194"/>
                  <a:gd name="T61" fmla="*/ 12 h 118"/>
                  <a:gd name="T62" fmla="*/ 52 w 194"/>
                  <a:gd name="T63" fmla="*/ 7 h 118"/>
                  <a:gd name="T64" fmla="*/ 61 w 194"/>
                  <a:gd name="T65" fmla="*/ 13 h 118"/>
                  <a:gd name="T66" fmla="*/ 69 w 194"/>
                  <a:gd name="T67" fmla="*/ 19 h 118"/>
                  <a:gd name="T68" fmla="*/ 76 w 194"/>
                  <a:gd name="T69" fmla="*/ 19 h 118"/>
                  <a:gd name="T70" fmla="*/ 83 w 194"/>
                  <a:gd name="T71" fmla="*/ 18 h 118"/>
                  <a:gd name="T72" fmla="*/ 86 w 194"/>
                  <a:gd name="T73" fmla="*/ 21 h 118"/>
                  <a:gd name="T74" fmla="*/ 86 w 194"/>
                  <a:gd name="T75" fmla="*/ 26 h 118"/>
                  <a:gd name="T76" fmla="*/ 85 w 194"/>
                  <a:gd name="T77" fmla="*/ 30 h 118"/>
                  <a:gd name="T78" fmla="*/ 87 w 194"/>
                  <a:gd name="T79" fmla="*/ 34 h 118"/>
                  <a:gd name="T80" fmla="*/ 91 w 194"/>
                  <a:gd name="T81" fmla="*/ 36 h 118"/>
                  <a:gd name="T82" fmla="*/ 93 w 194"/>
                  <a:gd name="T83" fmla="*/ 40 h 118"/>
                  <a:gd name="T84" fmla="*/ 95 w 194"/>
                  <a:gd name="T85" fmla="*/ 42 h 118"/>
                  <a:gd name="T86" fmla="*/ 96 w 194"/>
                  <a:gd name="T87" fmla="*/ 46 h 118"/>
                  <a:gd name="T88" fmla="*/ 98 w 194"/>
                  <a:gd name="T89" fmla="*/ 48 h 118"/>
                  <a:gd name="T90" fmla="*/ 98 w 194"/>
                  <a:gd name="T91" fmla="*/ 53 h 118"/>
                  <a:gd name="T92" fmla="*/ 95 w 194"/>
                  <a:gd name="T93" fmla="*/ 59 h 118"/>
                  <a:gd name="T94" fmla="*/ 86 w 194"/>
                  <a:gd name="T95" fmla="*/ 63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4" h="118">
                    <a:moveTo>
                      <a:pt x="143" y="118"/>
                    </a:moveTo>
                    <a:lnTo>
                      <a:pt x="146" y="118"/>
                    </a:lnTo>
                    <a:lnTo>
                      <a:pt x="152" y="118"/>
                    </a:lnTo>
                    <a:lnTo>
                      <a:pt x="157" y="116"/>
                    </a:lnTo>
                    <a:lnTo>
                      <a:pt x="163" y="116"/>
                    </a:lnTo>
                    <a:lnTo>
                      <a:pt x="168" y="116"/>
                    </a:lnTo>
                    <a:lnTo>
                      <a:pt x="173" y="116"/>
                    </a:lnTo>
                    <a:lnTo>
                      <a:pt x="178" y="116"/>
                    </a:lnTo>
                    <a:lnTo>
                      <a:pt x="181" y="118"/>
                    </a:lnTo>
                    <a:lnTo>
                      <a:pt x="185" y="112"/>
                    </a:lnTo>
                    <a:lnTo>
                      <a:pt x="187" y="105"/>
                    </a:lnTo>
                    <a:lnTo>
                      <a:pt x="189" y="98"/>
                    </a:lnTo>
                    <a:lnTo>
                      <a:pt x="191" y="90"/>
                    </a:lnTo>
                    <a:lnTo>
                      <a:pt x="193" y="84"/>
                    </a:lnTo>
                    <a:lnTo>
                      <a:pt x="193" y="78"/>
                    </a:lnTo>
                    <a:lnTo>
                      <a:pt x="194" y="74"/>
                    </a:lnTo>
                    <a:lnTo>
                      <a:pt x="194" y="70"/>
                    </a:lnTo>
                    <a:lnTo>
                      <a:pt x="194" y="62"/>
                    </a:lnTo>
                    <a:lnTo>
                      <a:pt x="191" y="55"/>
                    </a:lnTo>
                    <a:lnTo>
                      <a:pt x="187" y="51"/>
                    </a:lnTo>
                    <a:lnTo>
                      <a:pt x="179" y="52"/>
                    </a:lnTo>
                    <a:lnTo>
                      <a:pt x="179" y="39"/>
                    </a:lnTo>
                    <a:lnTo>
                      <a:pt x="179" y="29"/>
                    </a:lnTo>
                    <a:lnTo>
                      <a:pt x="176" y="21"/>
                    </a:lnTo>
                    <a:lnTo>
                      <a:pt x="173" y="15"/>
                    </a:lnTo>
                    <a:lnTo>
                      <a:pt x="168" y="13"/>
                    </a:lnTo>
                    <a:lnTo>
                      <a:pt x="163" y="13"/>
                    </a:lnTo>
                    <a:lnTo>
                      <a:pt x="157" y="13"/>
                    </a:lnTo>
                    <a:lnTo>
                      <a:pt x="152" y="14"/>
                    </a:lnTo>
                    <a:lnTo>
                      <a:pt x="145" y="12"/>
                    </a:lnTo>
                    <a:lnTo>
                      <a:pt x="138" y="11"/>
                    </a:lnTo>
                    <a:lnTo>
                      <a:pt x="132" y="11"/>
                    </a:lnTo>
                    <a:lnTo>
                      <a:pt x="122" y="13"/>
                    </a:lnTo>
                    <a:lnTo>
                      <a:pt x="119" y="9"/>
                    </a:lnTo>
                    <a:lnTo>
                      <a:pt x="114" y="7"/>
                    </a:lnTo>
                    <a:lnTo>
                      <a:pt x="108" y="4"/>
                    </a:lnTo>
                    <a:lnTo>
                      <a:pt x="103" y="1"/>
                    </a:lnTo>
                    <a:lnTo>
                      <a:pt x="99" y="0"/>
                    </a:lnTo>
                    <a:lnTo>
                      <a:pt x="95" y="1"/>
                    </a:lnTo>
                    <a:lnTo>
                      <a:pt x="90" y="2"/>
                    </a:lnTo>
                    <a:lnTo>
                      <a:pt x="85" y="4"/>
                    </a:lnTo>
                    <a:lnTo>
                      <a:pt x="80" y="6"/>
                    </a:lnTo>
                    <a:lnTo>
                      <a:pt x="75" y="9"/>
                    </a:lnTo>
                    <a:lnTo>
                      <a:pt x="70" y="12"/>
                    </a:lnTo>
                    <a:lnTo>
                      <a:pt x="66" y="15"/>
                    </a:lnTo>
                    <a:lnTo>
                      <a:pt x="59" y="19"/>
                    </a:lnTo>
                    <a:lnTo>
                      <a:pt x="52" y="23"/>
                    </a:lnTo>
                    <a:lnTo>
                      <a:pt x="43" y="28"/>
                    </a:lnTo>
                    <a:lnTo>
                      <a:pt x="34" y="32"/>
                    </a:lnTo>
                    <a:lnTo>
                      <a:pt x="24" y="37"/>
                    </a:lnTo>
                    <a:lnTo>
                      <a:pt x="15" y="40"/>
                    </a:lnTo>
                    <a:lnTo>
                      <a:pt x="7" y="43"/>
                    </a:lnTo>
                    <a:lnTo>
                      <a:pt x="0" y="45"/>
                    </a:lnTo>
                    <a:lnTo>
                      <a:pt x="1" y="50"/>
                    </a:lnTo>
                    <a:lnTo>
                      <a:pt x="3" y="53"/>
                    </a:lnTo>
                    <a:lnTo>
                      <a:pt x="4" y="57"/>
                    </a:lnTo>
                    <a:lnTo>
                      <a:pt x="5" y="61"/>
                    </a:lnTo>
                    <a:lnTo>
                      <a:pt x="16" y="54"/>
                    </a:lnTo>
                    <a:lnTo>
                      <a:pt x="30" y="45"/>
                    </a:lnTo>
                    <a:lnTo>
                      <a:pt x="45" y="37"/>
                    </a:lnTo>
                    <a:lnTo>
                      <a:pt x="60" y="28"/>
                    </a:lnTo>
                    <a:lnTo>
                      <a:pt x="74" y="21"/>
                    </a:lnTo>
                    <a:lnTo>
                      <a:pt x="87" y="15"/>
                    </a:lnTo>
                    <a:lnTo>
                      <a:pt x="96" y="13"/>
                    </a:lnTo>
                    <a:lnTo>
                      <a:pt x="103" y="15"/>
                    </a:lnTo>
                    <a:lnTo>
                      <a:pt x="111" y="23"/>
                    </a:lnTo>
                    <a:lnTo>
                      <a:pt x="119" y="30"/>
                    </a:lnTo>
                    <a:lnTo>
                      <a:pt x="126" y="35"/>
                    </a:lnTo>
                    <a:lnTo>
                      <a:pt x="133" y="36"/>
                    </a:lnTo>
                    <a:lnTo>
                      <a:pt x="140" y="34"/>
                    </a:lnTo>
                    <a:lnTo>
                      <a:pt x="145" y="32"/>
                    </a:lnTo>
                    <a:lnTo>
                      <a:pt x="152" y="32"/>
                    </a:lnTo>
                    <a:lnTo>
                      <a:pt x="157" y="35"/>
                    </a:lnTo>
                    <a:lnTo>
                      <a:pt x="158" y="38"/>
                    </a:lnTo>
                    <a:lnTo>
                      <a:pt x="158" y="43"/>
                    </a:lnTo>
                    <a:lnTo>
                      <a:pt x="157" y="47"/>
                    </a:lnTo>
                    <a:lnTo>
                      <a:pt x="156" y="51"/>
                    </a:lnTo>
                    <a:lnTo>
                      <a:pt x="155" y="54"/>
                    </a:lnTo>
                    <a:lnTo>
                      <a:pt x="156" y="58"/>
                    </a:lnTo>
                    <a:lnTo>
                      <a:pt x="159" y="61"/>
                    </a:lnTo>
                    <a:lnTo>
                      <a:pt x="163" y="62"/>
                    </a:lnTo>
                    <a:lnTo>
                      <a:pt x="166" y="65"/>
                    </a:lnTo>
                    <a:lnTo>
                      <a:pt x="168" y="67"/>
                    </a:lnTo>
                    <a:lnTo>
                      <a:pt x="171" y="72"/>
                    </a:lnTo>
                    <a:lnTo>
                      <a:pt x="172" y="75"/>
                    </a:lnTo>
                    <a:lnTo>
                      <a:pt x="173" y="77"/>
                    </a:lnTo>
                    <a:lnTo>
                      <a:pt x="174" y="81"/>
                    </a:lnTo>
                    <a:lnTo>
                      <a:pt x="175" y="83"/>
                    </a:lnTo>
                    <a:lnTo>
                      <a:pt x="178" y="85"/>
                    </a:lnTo>
                    <a:lnTo>
                      <a:pt x="179" y="88"/>
                    </a:lnTo>
                    <a:lnTo>
                      <a:pt x="180" y="91"/>
                    </a:lnTo>
                    <a:lnTo>
                      <a:pt x="179" y="96"/>
                    </a:lnTo>
                    <a:lnTo>
                      <a:pt x="178" y="102"/>
                    </a:lnTo>
                    <a:lnTo>
                      <a:pt x="174" y="107"/>
                    </a:lnTo>
                    <a:lnTo>
                      <a:pt x="167" y="112"/>
                    </a:lnTo>
                    <a:lnTo>
                      <a:pt x="157" y="115"/>
                    </a:lnTo>
                    <a:lnTo>
                      <a:pt x="143" y="1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9" name="Freeform 140">
                <a:extLst>
                  <a:ext uri="{FF2B5EF4-FFF2-40B4-BE49-F238E27FC236}">
                    <a16:creationId xmlns:a16="http://schemas.microsoft.com/office/drawing/2014/main" id="{AAEE810D-E642-48B5-A368-5A33E530D2FD}"/>
                  </a:ext>
                </a:extLst>
              </p:cNvPr>
              <p:cNvSpPr>
                <a:spLocks/>
              </p:cNvSpPr>
              <p:nvPr/>
            </p:nvSpPr>
            <p:spPr bwMode="auto">
              <a:xfrm>
                <a:off x="3446" y="3279"/>
                <a:ext cx="314" cy="191"/>
              </a:xfrm>
              <a:custGeom>
                <a:avLst/>
                <a:gdLst>
                  <a:gd name="T0" fmla="*/ 122 w 573"/>
                  <a:gd name="T1" fmla="*/ 36 h 350"/>
                  <a:gd name="T2" fmla="*/ 142 w 573"/>
                  <a:gd name="T3" fmla="*/ 52 h 350"/>
                  <a:gd name="T4" fmla="*/ 162 w 573"/>
                  <a:gd name="T5" fmla="*/ 57 h 350"/>
                  <a:gd name="T6" fmla="*/ 173 w 573"/>
                  <a:gd name="T7" fmla="*/ 53 h 350"/>
                  <a:gd name="T8" fmla="*/ 184 w 573"/>
                  <a:gd name="T9" fmla="*/ 56 h 350"/>
                  <a:gd name="T10" fmla="*/ 192 w 573"/>
                  <a:gd name="T11" fmla="*/ 64 h 350"/>
                  <a:gd name="T12" fmla="*/ 202 w 573"/>
                  <a:gd name="T13" fmla="*/ 67 h 350"/>
                  <a:gd name="T14" fmla="*/ 212 w 573"/>
                  <a:gd name="T15" fmla="*/ 67 h 350"/>
                  <a:gd name="T16" fmla="*/ 222 w 573"/>
                  <a:gd name="T17" fmla="*/ 65 h 350"/>
                  <a:gd name="T18" fmla="*/ 233 w 573"/>
                  <a:gd name="T19" fmla="*/ 61 h 350"/>
                  <a:gd name="T20" fmla="*/ 242 w 573"/>
                  <a:gd name="T21" fmla="*/ 63 h 350"/>
                  <a:gd name="T22" fmla="*/ 251 w 573"/>
                  <a:gd name="T23" fmla="*/ 67 h 350"/>
                  <a:gd name="T24" fmla="*/ 260 w 573"/>
                  <a:gd name="T25" fmla="*/ 68 h 350"/>
                  <a:gd name="T26" fmla="*/ 272 w 573"/>
                  <a:gd name="T27" fmla="*/ 68 h 350"/>
                  <a:gd name="T28" fmla="*/ 282 w 573"/>
                  <a:gd name="T29" fmla="*/ 67 h 350"/>
                  <a:gd name="T30" fmla="*/ 290 w 573"/>
                  <a:gd name="T31" fmla="*/ 64 h 350"/>
                  <a:gd name="T32" fmla="*/ 300 w 573"/>
                  <a:gd name="T33" fmla="*/ 61 h 350"/>
                  <a:gd name="T34" fmla="*/ 311 w 573"/>
                  <a:gd name="T35" fmla="*/ 79 h 350"/>
                  <a:gd name="T36" fmla="*/ 304 w 573"/>
                  <a:gd name="T37" fmla="*/ 126 h 350"/>
                  <a:gd name="T38" fmla="*/ 290 w 573"/>
                  <a:gd name="T39" fmla="*/ 138 h 350"/>
                  <a:gd name="T40" fmla="*/ 272 w 573"/>
                  <a:gd name="T41" fmla="*/ 150 h 350"/>
                  <a:gd name="T42" fmla="*/ 263 w 573"/>
                  <a:gd name="T43" fmla="*/ 157 h 350"/>
                  <a:gd name="T44" fmla="*/ 250 w 573"/>
                  <a:gd name="T45" fmla="*/ 161 h 350"/>
                  <a:gd name="T46" fmla="*/ 234 w 573"/>
                  <a:gd name="T47" fmla="*/ 164 h 350"/>
                  <a:gd name="T48" fmla="*/ 219 w 573"/>
                  <a:gd name="T49" fmla="*/ 166 h 350"/>
                  <a:gd name="T50" fmla="*/ 202 w 573"/>
                  <a:gd name="T51" fmla="*/ 172 h 350"/>
                  <a:gd name="T52" fmla="*/ 187 w 573"/>
                  <a:gd name="T53" fmla="*/ 178 h 350"/>
                  <a:gd name="T54" fmla="*/ 172 w 573"/>
                  <a:gd name="T55" fmla="*/ 185 h 350"/>
                  <a:gd name="T56" fmla="*/ 156 w 573"/>
                  <a:gd name="T57" fmla="*/ 190 h 350"/>
                  <a:gd name="T58" fmla="*/ 138 w 573"/>
                  <a:gd name="T59" fmla="*/ 189 h 350"/>
                  <a:gd name="T60" fmla="*/ 113 w 573"/>
                  <a:gd name="T61" fmla="*/ 182 h 350"/>
                  <a:gd name="T62" fmla="*/ 93 w 573"/>
                  <a:gd name="T63" fmla="*/ 177 h 350"/>
                  <a:gd name="T64" fmla="*/ 79 w 573"/>
                  <a:gd name="T65" fmla="*/ 165 h 350"/>
                  <a:gd name="T66" fmla="*/ 57 w 573"/>
                  <a:gd name="T67" fmla="*/ 132 h 350"/>
                  <a:gd name="T68" fmla="*/ 32 w 573"/>
                  <a:gd name="T69" fmla="*/ 89 h 350"/>
                  <a:gd name="T70" fmla="*/ 10 w 573"/>
                  <a:gd name="T71" fmla="*/ 46 h 350"/>
                  <a:gd name="T72" fmla="*/ 0 w 573"/>
                  <a:gd name="T73" fmla="*/ 15 h 350"/>
                  <a:gd name="T74" fmla="*/ 8 w 573"/>
                  <a:gd name="T75" fmla="*/ 0 h 350"/>
                  <a:gd name="T76" fmla="*/ 31 w 573"/>
                  <a:gd name="T77" fmla="*/ 8 h 350"/>
                  <a:gd name="T78" fmla="*/ 53 w 573"/>
                  <a:gd name="T79" fmla="*/ 22 h 350"/>
                  <a:gd name="T80" fmla="*/ 65 w 573"/>
                  <a:gd name="T81" fmla="*/ 29 h 350"/>
                  <a:gd name="T82" fmla="*/ 82 w 573"/>
                  <a:gd name="T83" fmla="*/ 32 h 350"/>
                  <a:gd name="T84" fmla="*/ 101 w 573"/>
                  <a:gd name="T85" fmla="*/ 32 h 350"/>
                  <a:gd name="T86" fmla="*/ 110 w 573"/>
                  <a:gd name="T87" fmla="*/ 28 h 35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3" h="350">
                    <a:moveTo>
                      <a:pt x="207" y="47"/>
                    </a:moveTo>
                    <a:lnTo>
                      <a:pt x="214" y="55"/>
                    </a:lnTo>
                    <a:lnTo>
                      <a:pt x="223" y="66"/>
                    </a:lnTo>
                    <a:lnTo>
                      <a:pt x="234" y="76"/>
                    </a:lnTo>
                    <a:lnTo>
                      <a:pt x="246" y="86"/>
                    </a:lnTo>
                    <a:lnTo>
                      <a:pt x="260" y="96"/>
                    </a:lnTo>
                    <a:lnTo>
                      <a:pt x="273" y="103"/>
                    </a:lnTo>
                    <a:lnTo>
                      <a:pt x="285" y="106"/>
                    </a:lnTo>
                    <a:lnTo>
                      <a:pt x="296" y="105"/>
                    </a:lnTo>
                    <a:lnTo>
                      <a:pt x="301" y="103"/>
                    </a:lnTo>
                    <a:lnTo>
                      <a:pt x="308" y="99"/>
                    </a:lnTo>
                    <a:lnTo>
                      <a:pt x="315" y="97"/>
                    </a:lnTo>
                    <a:lnTo>
                      <a:pt x="322" y="97"/>
                    </a:lnTo>
                    <a:lnTo>
                      <a:pt x="329" y="99"/>
                    </a:lnTo>
                    <a:lnTo>
                      <a:pt x="335" y="103"/>
                    </a:lnTo>
                    <a:lnTo>
                      <a:pt x="341" y="107"/>
                    </a:lnTo>
                    <a:lnTo>
                      <a:pt x="346" y="114"/>
                    </a:lnTo>
                    <a:lnTo>
                      <a:pt x="350" y="118"/>
                    </a:lnTo>
                    <a:lnTo>
                      <a:pt x="356" y="120"/>
                    </a:lnTo>
                    <a:lnTo>
                      <a:pt x="361" y="121"/>
                    </a:lnTo>
                    <a:lnTo>
                      <a:pt x="368" y="122"/>
                    </a:lnTo>
                    <a:lnTo>
                      <a:pt x="375" y="123"/>
                    </a:lnTo>
                    <a:lnTo>
                      <a:pt x="381" y="123"/>
                    </a:lnTo>
                    <a:lnTo>
                      <a:pt x="387" y="123"/>
                    </a:lnTo>
                    <a:lnTo>
                      <a:pt x="390" y="123"/>
                    </a:lnTo>
                    <a:lnTo>
                      <a:pt x="396" y="122"/>
                    </a:lnTo>
                    <a:lnTo>
                      <a:pt x="405" y="119"/>
                    </a:lnTo>
                    <a:lnTo>
                      <a:pt x="414" y="114"/>
                    </a:lnTo>
                    <a:lnTo>
                      <a:pt x="421" y="112"/>
                    </a:lnTo>
                    <a:lnTo>
                      <a:pt x="425" y="112"/>
                    </a:lnTo>
                    <a:lnTo>
                      <a:pt x="429" y="113"/>
                    </a:lnTo>
                    <a:lnTo>
                      <a:pt x="434" y="114"/>
                    </a:lnTo>
                    <a:lnTo>
                      <a:pt x="441" y="116"/>
                    </a:lnTo>
                    <a:lnTo>
                      <a:pt x="447" y="119"/>
                    </a:lnTo>
                    <a:lnTo>
                      <a:pt x="452" y="121"/>
                    </a:lnTo>
                    <a:lnTo>
                      <a:pt x="458" y="122"/>
                    </a:lnTo>
                    <a:lnTo>
                      <a:pt x="464" y="123"/>
                    </a:lnTo>
                    <a:lnTo>
                      <a:pt x="470" y="123"/>
                    </a:lnTo>
                    <a:lnTo>
                      <a:pt x="475" y="124"/>
                    </a:lnTo>
                    <a:lnTo>
                      <a:pt x="482" y="124"/>
                    </a:lnTo>
                    <a:lnTo>
                      <a:pt x="489" y="124"/>
                    </a:lnTo>
                    <a:lnTo>
                      <a:pt x="497" y="124"/>
                    </a:lnTo>
                    <a:lnTo>
                      <a:pt x="503" y="124"/>
                    </a:lnTo>
                    <a:lnTo>
                      <a:pt x="510" y="124"/>
                    </a:lnTo>
                    <a:lnTo>
                      <a:pt x="515" y="123"/>
                    </a:lnTo>
                    <a:lnTo>
                      <a:pt x="519" y="122"/>
                    </a:lnTo>
                    <a:lnTo>
                      <a:pt x="524" y="120"/>
                    </a:lnTo>
                    <a:lnTo>
                      <a:pt x="530" y="118"/>
                    </a:lnTo>
                    <a:lnTo>
                      <a:pt x="536" y="115"/>
                    </a:lnTo>
                    <a:lnTo>
                      <a:pt x="542" y="113"/>
                    </a:lnTo>
                    <a:lnTo>
                      <a:pt x="548" y="111"/>
                    </a:lnTo>
                    <a:lnTo>
                      <a:pt x="554" y="108"/>
                    </a:lnTo>
                    <a:lnTo>
                      <a:pt x="557" y="106"/>
                    </a:lnTo>
                    <a:lnTo>
                      <a:pt x="568" y="145"/>
                    </a:lnTo>
                    <a:lnTo>
                      <a:pt x="573" y="175"/>
                    </a:lnTo>
                    <a:lnTo>
                      <a:pt x="569" y="202"/>
                    </a:lnTo>
                    <a:lnTo>
                      <a:pt x="554" y="230"/>
                    </a:lnTo>
                    <a:lnTo>
                      <a:pt x="548" y="236"/>
                    </a:lnTo>
                    <a:lnTo>
                      <a:pt x="540" y="244"/>
                    </a:lnTo>
                    <a:lnTo>
                      <a:pt x="530" y="252"/>
                    </a:lnTo>
                    <a:lnTo>
                      <a:pt x="519" y="260"/>
                    </a:lnTo>
                    <a:lnTo>
                      <a:pt x="508" y="268"/>
                    </a:lnTo>
                    <a:lnTo>
                      <a:pt x="497" y="275"/>
                    </a:lnTo>
                    <a:lnTo>
                      <a:pt x="489" y="281"/>
                    </a:lnTo>
                    <a:lnTo>
                      <a:pt x="485" y="285"/>
                    </a:lnTo>
                    <a:lnTo>
                      <a:pt x="480" y="287"/>
                    </a:lnTo>
                    <a:lnTo>
                      <a:pt x="474" y="290"/>
                    </a:lnTo>
                    <a:lnTo>
                      <a:pt x="466" y="293"/>
                    </a:lnTo>
                    <a:lnTo>
                      <a:pt x="457" y="295"/>
                    </a:lnTo>
                    <a:lnTo>
                      <a:pt x="447" y="297"/>
                    </a:lnTo>
                    <a:lnTo>
                      <a:pt x="436" y="300"/>
                    </a:lnTo>
                    <a:lnTo>
                      <a:pt x="427" y="301"/>
                    </a:lnTo>
                    <a:lnTo>
                      <a:pt x="418" y="302"/>
                    </a:lnTo>
                    <a:lnTo>
                      <a:pt x="409" y="303"/>
                    </a:lnTo>
                    <a:lnTo>
                      <a:pt x="399" y="304"/>
                    </a:lnTo>
                    <a:lnTo>
                      <a:pt x="390" y="308"/>
                    </a:lnTo>
                    <a:lnTo>
                      <a:pt x="380" y="311"/>
                    </a:lnTo>
                    <a:lnTo>
                      <a:pt x="369" y="316"/>
                    </a:lnTo>
                    <a:lnTo>
                      <a:pt x="360" y="319"/>
                    </a:lnTo>
                    <a:lnTo>
                      <a:pt x="351" y="324"/>
                    </a:lnTo>
                    <a:lnTo>
                      <a:pt x="342" y="327"/>
                    </a:lnTo>
                    <a:lnTo>
                      <a:pt x="334" y="331"/>
                    </a:lnTo>
                    <a:lnTo>
                      <a:pt x="325" y="335"/>
                    </a:lnTo>
                    <a:lnTo>
                      <a:pt x="314" y="339"/>
                    </a:lnTo>
                    <a:lnTo>
                      <a:pt x="305" y="343"/>
                    </a:lnTo>
                    <a:lnTo>
                      <a:pt x="295" y="347"/>
                    </a:lnTo>
                    <a:lnTo>
                      <a:pt x="284" y="349"/>
                    </a:lnTo>
                    <a:lnTo>
                      <a:pt x="274" y="350"/>
                    </a:lnTo>
                    <a:lnTo>
                      <a:pt x="263" y="349"/>
                    </a:lnTo>
                    <a:lnTo>
                      <a:pt x="252" y="347"/>
                    </a:lnTo>
                    <a:lnTo>
                      <a:pt x="238" y="343"/>
                    </a:lnTo>
                    <a:lnTo>
                      <a:pt x="223" y="339"/>
                    </a:lnTo>
                    <a:lnTo>
                      <a:pt x="207" y="334"/>
                    </a:lnTo>
                    <a:lnTo>
                      <a:pt x="192" y="330"/>
                    </a:lnTo>
                    <a:lnTo>
                      <a:pt x="179" y="326"/>
                    </a:lnTo>
                    <a:lnTo>
                      <a:pt x="169" y="324"/>
                    </a:lnTo>
                    <a:lnTo>
                      <a:pt x="162" y="324"/>
                    </a:lnTo>
                    <a:lnTo>
                      <a:pt x="155" y="316"/>
                    </a:lnTo>
                    <a:lnTo>
                      <a:pt x="145" y="302"/>
                    </a:lnTo>
                    <a:lnTo>
                      <a:pt x="132" y="285"/>
                    </a:lnTo>
                    <a:lnTo>
                      <a:pt x="119" y="264"/>
                    </a:lnTo>
                    <a:lnTo>
                      <a:pt x="104" y="241"/>
                    </a:lnTo>
                    <a:lnTo>
                      <a:pt x="90" y="217"/>
                    </a:lnTo>
                    <a:lnTo>
                      <a:pt x="73" y="190"/>
                    </a:lnTo>
                    <a:lnTo>
                      <a:pt x="58" y="163"/>
                    </a:lnTo>
                    <a:lnTo>
                      <a:pt x="45" y="136"/>
                    </a:lnTo>
                    <a:lnTo>
                      <a:pt x="31" y="110"/>
                    </a:lnTo>
                    <a:lnTo>
                      <a:pt x="19" y="85"/>
                    </a:lnTo>
                    <a:lnTo>
                      <a:pt x="10" y="62"/>
                    </a:lnTo>
                    <a:lnTo>
                      <a:pt x="3" y="43"/>
                    </a:lnTo>
                    <a:lnTo>
                      <a:pt x="0" y="27"/>
                    </a:lnTo>
                    <a:lnTo>
                      <a:pt x="0" y="14"/>
                    </a:lnTo>
                    <a:lnTo>
                      <a:pt x="4" y="6"/>
                    </a:lnTo>
                    <a:lnTo>
                      <a:pt x="15" y="0"/>
                    </a:lnTo>
                    <a:lnTo>
                      <a:pt x="27" y="1"/>
                    </a:lnTo>
                    <a:lnTo>
                      <a:pt x="41" y="6"/>
                    </a:lnTo>
                    <a:lnTo>
                      <a:pt x="57" y="14"/>
                    </a:lnTo>
                    <a:lnTo>
                      <a:pt x="72" y="23"/>
                    </a:lnTo>
                    <a:lnTo>
                      <a:pt x="86" y="32"/>
                    </a:lnTo>
                    <a:lnTo>
                      <a:pt x="96" y="40"/>
                    </a:lnTo>
                    <a:lnTo>
                      <a:pt x="104" y="46"/>
                    </a:lnTo>
                    <a:lnTo>
                      <a:pt x="111" y="50"/>
                    </a:lnTo>
                    <a:lnTo>
                      <a:pt x="119" y="53"/>
                    </a:lnTo>
                    <a:lnTo>
                      <a:pt x="129" y="54"/>
                    </a:lnTo>
                    <a:lnTo>
                      <a:pt x="139" y="57"/>
                    </a:lnTo>
                    <a:lnTo>
                      <a:pt x="149" y="58"/>
                    </a:lnTo>
                    <a:lnTo>
                      <a:pt x="161" y="59"/>
                    </a:lnTo>
                    <a:lnTo>
                      <a:pt x="172" y="59"/>
                    </a:lnTo>
                    <a:lnTo>
                      <a:pt x="184" y="59"/>
                    </a:lnTo>
                    <a:lnTo>
                      <a:pt x="190" y="57"/>
                    </a:lnTo>
                    <a:lnTo>
                      <a:pt x="195" y="53"/>
                    </a:lnTo>
                    <a:lnTo>
                      <a:pt x="201" y="51"/>
                    </a:lnTo>
                    <a:lnTo>
                      <a:pt x="207" y="4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0" name="Freeform 141">
                <a:extLst>
                  <a:ext uri="{FF2B5EF4-FFF2-40B4-BE49-F238E27FC236}">
                    <a16:creationId xmlns:a16="http://schemas.microsoft.com/office/drawing/2014/main" id="{5AA0F8AB-4812-4DBA-BDD9-1CEEA5614B8A}"/>
                  </a:ext>
                </a:extLst>
              </p:cNvPr>
              <p:cNvSpPr>
                <a:spLocks/>
              </p:cNvSpPr>
              <p:nvPr/>
            </p:nvSpPr>
            <p:spPr bwMode="auto">
              <a:xfrm>
                <a:off x="3561" y="3104"/>
                <a:ext cx="297" cy="233"/>
              </a:xfrm>
              <a:custGeom>
                <a:avLst/>
                <a:gdLst>
                  <a:gd name="T0" fmla="*/ 56 w 545"/>
                  <a:gd name="T1" fmla="*/ 200 h 425"/>
                  <a:gd name="T2" fmla="*/ 45 w 545"/>
                  <a:gd name="T3" fmla="*/ 186 h 425"/>
                  <a:gd name="T4" fmla="*/ 35 w 545"/>
                  <a:gd name="T5" fmla="*/ 177 h 425"/>
                  <a:gd name="T6" fmla="*/ 27 w 545"/>
                  <a:gd name="T7" fmla="*/ 132 h 425"/>
                  <a:gd name="T8" fmla="*/ 15 w 545"/>
                  <a:gd name="T9" fmla="*/ 116 h 425"/>
                  <a:gd name="T10" fmla="*/ 16 w 545"/>
                  <a:gd name="T11" fmla="*/ 105 h 425"/>
                  <a:gd name="T12" fmla="*/ 24 w 545"/>
                  <a:gd name="T13" fmla="*/ 109 h 425"/>
                  <a:gd name="T14" fmla="*/ 33 w 545"/>
                  <a:gd name="T15" fmla="*/ 119 h 425"/>
                  <a:gd name="T16" fmla="*/ 32 w 545"/>
                  <a:gd name="T17" fmla="*/ 97 h 425"/>
                  <a:gd name="T18" fmla="*/ 21 w 545"/>
                  <a:gd name="T19" fmla="*/ 75 h 425"/>
                  <a:gd name="T20" fmla="*/ 22 w 545"/>
                  <a:gd name="T21" fmla="*/ 62 h 425"/>
                  <a:gd name="T22" fmla="*/ 20 w 545"/>
                  <a:gd name="T23" fmla="*/ 51 h 425"/>
                  <a:gd name="T24" fmla="*/ 9 w 545"/>
                  <a:gd name="T25" fmla="*/ 35 h 425"/>
                  <a:gd name="T26" fmla="*/ 1 w 545"/>
                  <a:gd name="T27" fmla="*/ 20 h 425"/>
                  <a:gd name="T28" fmla="*/ 1 w 545"/>
                  <a:gd name="T29" fmla="*/ 13 h 425"/>
                  <a:gd name="T30" fmla="*/ 3 w 545"/>
                  <a:gd name="T31" fmla="*/ 4 h 425"/>
                  <a:gd name="T32" fmla="*/ 14 w 545"/>
                  <a:gd name="T33" fmla="*/ 4 h 425"/>
                  <a:gd name="T34" fmla="*/ 21 w 545"/>
                  <a:gd name="T35" fmla="*/ 15 h 425"/>
                  <a:gd name="T36" fmla="*/ 34 w 545"/>
                  <a:gd name="T37" fmla="*/ 22 h 425"/>
                  <a:gd name="T38" fmla="*/ 53 w 545"/>
                  <a:gd name="T39" fmla="*/ 33 h 425"/>
                  <a:gd name="T40" fmla="*/ 74 w 545"/>
                  <a:gd name="T41" fmla="*/ 48 h 425"/>
                  <a:gd name="T42" fmla="*/ 89 w 545"/>
                  <a:gd name="T43" fmla="*/ 56 h 425"/>
                  <a:gd name="T44" fmla="*/ 102 w 545"/>
                  <a:gd name="T45" fmla="*/ 67 h 425"/>
                  <a:gd name="T46" fmla="*/ 111 w 545"/>
                  <a:gd name="T47" fmla="*/ 78 h 425"/>
                  <a:gd name="T48" fmla="*/ 126 w 545"/>
                  <a:gd name="T49" fmla="*/ 88 h 425"/>
                  <a:gd name="T50" fmla="*/ 157 w 545"/>
                  <a:gd name="T51" fmla="*/ 110 h 425"/>
                  <a:gd name="T52" fmla="*/ 179 w 545"/>
                  <a:gd name="T53" fmla="*/ 125 h 425"/>
                  <a:gd name="T54" fmla="*/ 186 w 545"/>
                  <a:gd name="T55" fmla="*/ 130 h 425"/>
                  <a:gd name="T56" fmla="*/ 198 w 545"/>
                  <a:gd name="T57" fmla="*/ 132 h 425"/>
                  <a:gd name="T58" fmla="*/ 208 w 545"/>
                  <a:gd name="T59" fmla="*/ 135 h 425"/>
                  <a:gd name="T60" fmla="*/ 235 w 545"/>
                  <a:gd name="T61" fmla="*/ 146 h 425"/>
                  <a:gd name="T62" fmla="*/ 261 w 545"/>
                  <a:gd name="T63" fmla="*/ 158 h 425"/>
                  <a:gd name="T64" fmla="*/ 272 w 545"/>
                  <a:gd name="T65" fmla="*/ 173 h 425"/>
                  <a:gd name="T66" fmla="*/ 281 w 545"/>
                  <a:gd name="T67" fmla="*/ 182 h 425"/>
                  <a:gd name="T68" fmla="*/ 289 w 545"/>
                  <a:gd name="T69" fmla="*/ 186 h 425"/>
                  <a:gd name="T70" fmla="*/ 296 w 545"/>
                  <a:gd name="T71" fmla="*/ 191 h 425"/>
                  <a:gd name="T72" fmla="*/ 286 w 545"/>
                  <a:gd name="T73" fmla="*/ 193 h 425"/>
                  <a:gd name="T74" fmla="*/ 270 w 545"/>
                  <a:gd name="T75" fmla="*/ 202 h 425"/>
                  <a:gd name="T76" fmla="*/ 257 w 545"/>
                  <a:gd name="T77" fmla="*/ 215 h 425"/>
                  <a:gd name="T78" fmla="*/ 249 w 545"/>
                  <a:gd name="T79" fmla="*/ 211 h 425"/>
                  <a:gd name="T80" fmla="*/ 242 w 545"/>
                  <a:gd name="T81" fmla="*/ 209 h 425"/>
                  <a:gd name="T82" fmla="*/ 234 w 545"/>
                  <a:gd name="T83" fmla="*/ 212 h 425"/>
                  <a:gd name="T84" fmla="*/ 226 w 545"/>
                  <a:gd name="T85" fmla="*/ 217 h 425"/>
                  <a:gd name="T86" fmla="*/ 214 w 545"/>
                  <a:gd name="T87" fmla="*/ 224 h 425"/>
                  <a:gd name="T88" fmla="*/ 198 w 545"/>
                  <a:gd name="T89" fmla="*/ 230 h 425"/>
                  <a:gd name="T90" fmla="*/ 185 w 545"/>
                  <a:gd name="T91" fmla="*/ 230 h 425"/>
                  <a:gd name="T92" fmla="*/ 156 w 545"/>
                  <a:gd name="T93" fmla="*/ 225 h 425"/>
                  <a:gd name="T94" fmla="*/ 131 w 545"/>
                  <a:gd name="T95" fmla="*/ 225 h 425"/>
                  <a:gd name="T96" fmla="*/ 121 w 545"/>
                  <a:gd name="T97" fmla="*/ 219 h 425"/>
                  <a:gd name="T98" fmla="*/ 112 w 545"/>
                  <a:gd name="T99" fmla="*/ 209 h 425"/>
                  <a:gd name="T100" fmla="*/ 100 w 545"/>
                  <a:gd name="T101" fmla="*/ 207 h 425"/>
                  <a:gd name="T102" fmla="*/ 87 w 545"/>
                  <a:gd name="T103" fmla="*/ 206 h 425"/>
                  <a:gd name="T104" fmla="*/ 81 w 545"/>
                  <a:gd name="T105" fmla="*/ 207 h 425"/>
                  <a:gd name="T106" fmla="*/ 71 w 545"/>
                  <a:gd name="T107" fmla="*/ 209 h 425"/>
                  <a:gd name="T108" fmla="*/ 60 w 545"/>
                  <a:gd name="T109" fmla="*/ 211 h 4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45" h="425">
                    <a:moveTo>
                      <a:pt x="111" y="384"/>
                    </a:moveTo>
                    <a:lnTo>
                      <a:pt x="107" y="374"/>
                    </a:lnTo>
                    <a:lnTo>
                      <a:pt x="103" y="365"/>
                    </a:lnTo>
                    <a:lnTo>
                      <a:pt x="97" y="356"/>
                    </a:lnTo>
                    <a:lnTo>
                      <a:pt x="90" y="348"/>
                    </a:lnTo>
                    <a:lnTo>
                      <a:pt x="83" y="340"/>
                    </a:lnTo>
                    <a:lnTo>
                      <a:pt x="76" y="332"/>
                    </a:lnTo>
                    <a:lnTo>
                      <a:pt x="69" y="326"/>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6" y="332"/>
                    </a:lnTo>
                    <a:lnTo>
                      <a:pt x="522" y="334"/>
                    </a:lnTo>
                    <a:lnTo>
                      <a:pt x="527" y="338"/>
                    </a:lnTo>
                    <a:lnTo>
                      <a:pt x="531" y="340"/>
                    </a:lnTo>
                    <a:lnTo>
                      <a:pt x="536" y="342"/>
                    </a:lnTo>
                    <a:lnTo>
                      <a:pt x="539" y="346"/>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08" y="399"/>
                    </a:lnTo>
                    <a:lnTo>
                      <a:pt x="401" y="403"/>
                    </a:lnTo>
                    <a:lnTo>
                      <a:pt x="392" y="408"/>
                    </a:lnTo>
                    <a:lnTo>
                      <a:pt x="383" y="412"/>
                    </a:lnTo>
                    <a:lnTo>
                      <a:pt x="373" y="417"/>
                    </a:lnTo>
                    <a:lnTo>
                      <a:pt x="364" y="420"/>
                    </a:lnTo>
                    <a:lnTo>
                      <a:pt x="356" y="423"/>
                    </a:lnTo>
                    <a:lnTo>
                      <a:pt x="349" y="425"/>
                    </a:lnTo>
                    <a:lnTo>
                      <a:pt x="339" y="419"/>
                    </a:lnTo>
                    <a:lnTo>
                      <a:pt x="324" y="416"/>
                    </a:lnTo>
                    <a:lnTo>
                      <a:pt x="305" y="412"/>
                    </a:lnTo>
                    <a:lnTo>
                      <a:pt x="287" y="411"/>
                    </a:lnTo>
                    <a:lnTo>
                      <a:pt x="269" y="410"/>
                    </a:lnTo>
                    <a:lnTo>
                      <a:pt x="252" y="410"/>
                    </a:lnTo>
                    <a:lnTo>
                      <a:pt x="241" y="410"/>
                    </a:lnTo>
                    <a:lnTo>
                      <a:pt x="235" y="410"/>
                    </a:lnTo>
                    <a:lnTo>
                      <a:pt x="229" y="407"/>
                    </a:lnTo>
                    <a:lnTo>
                      <a:pt x="222" y="400"/>
                    </a:lnTo>
                    <a:lnTo>
                      <a:pt x="217" y="392"/>
                    </a:lnTo>
                    <a:lnTo>
                      <a:pt x="210" y="384"/>
                    </a:lnTo>
                    <a:lnTo>
                      <a:pt x="205" y="381"/>
                    </a:lnTo>
                    <a:lnTo>
                      <a:pt x="199" y="379"/>
                    </a:lnTo>
                    <a:lnTo>
                      <a:pt x="191" y="377"/>
                    </a:lnTo>
                    <a:lnTo>
                      <a:pt x="183" y="377"/>
                    </a:lnTo>
                    <a:lnTo>
                      <a:pt x="175" y="376"/>
                    </a:lnTo>
                    <a:lnTo>
                      <a:pt x="167" y="376"/>
                    </a:lnTo>
                    <a:lnTo>
                      <a:pt x="160" y="376"/>
                    </a:lnTo>
                    <a:lnTo>
                      <a:pt x="156" y="377"/>
                    </a:lnTo>
                    <a:lnTo>
                      <a:pt x="152" y="378"/>
                    </a:lnTo>
                    <a:lnTo>
                      <a:pt x="148" y="378"/>
                    </a:lnTo>
                    <a:lnTo>
                      <a:pt x="143" y="379"/>
                    </a:lnTo>
                    <a:lnTo>
                      <a:pt x="137" y="380"/>
                    </a:lnTo>
                    <a:lnTo>
                      <a:pt x="131" y="381"/>
                    </a:lnTo>
                    <a:lnTo>
                      <a:pt x="126" y="382"/>
                    </a:lnTo>
                    <a:lnTo>
                      <a:pt x="119" y="384"/>
                    </a:lnTo>
                    <a:lnTo>
                      <a:pt x="111" y="38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1" name="Freeform 142">
                <a:extLst>
                  <a:ext uri="{FF2B5EF4-FFF2-40B4-BE49-F238E27FC236}">
                    <a16:creationId xmlns:a16="http://schemas.microsoft.com/office/drawing/2014/main" id="{EF9818A4-1165-4A7A-B9F8-42E0CA25AB68}"/>
                  </a:ext>
                </a:extLst>
              </p:cNvPr>
              <p:cNvSpPr>
                <a:spLocks/>
              </p:cNvSpPr>
              <p:nvPr/>
            </p:nvSpPr>
            <p:spPr bwMode="auto">
              <a:xfrm>
                <a:off x="3446" y="3279"/>
                <a:ext cx="314" cy="152"/>
              </a:xfrm>
              <a:custGeom>
                <a:avLst/>
                <a:gdLst>
                  <a:gd name="T0" fmla="*/ 107 w 573"/>
                  <a:gd name="T1" fmla="*/ 29 h 280"/>
                  <a:gd name="T2" fmla="*/ 94 w 573"/>
                  <a:gd name="T3" fmla="*/ 32 h 280"/>
                  <a:gd name="T4" fmla="*/ 76 w 573"/>
                  <a:gd name="T5" fmla="*/ 31 h 280"/>
                  <a:gd name="T6" fmla="*/ 61 w 573"/>
                  <a:gd name="T7" fmla="*/ 27 h 280"/>
                  <a:gd name="T8" fmla="*/ 47 w 573"/>
                  <a:gd name="T9" fmla="*/ 17 h 280"/>
                  <a:gd name="T10" fmla="*/ 22 w 573"/>
                  <a:gd name="T11" fmla="*/ 3 h 280"/>
                  <a:gd name="T12" fmla="*/ 2 w 573"/>
                  <a:gd name="T13" fmla="*/ 3 h 280"/>
                  <a:gd name="T14" fmla="*/ 8 w 573"/>
                  <a:gd name="T15" fmla="*/ 28 h 280"/>
                  <a:gd name="T16" fmla="*/ 38 w 573"/>
                  <a:gd name="T17" fmla="*/ 53 h 280"/>
                  <a:gd name="T18" fmla="*/ 67 w 573"/>
                  <a:gd name="T19" fmla="*/ 60 h 280"/>
                  <a:gd name="T20" fmla="*/ 83 w 573"/>
                  <a:gd name="T21" fmla="*/ 58 h 280"/>
                  <a:gd name="T22" fmla="*/ 94 w 573"/>
                  <a:gd name="T23" fmla="*/ 56 h 280"/>
                  <a:gd name="T24" fmla="*/ 100 w 573"/>
                  <a:gd name="T25" fmla="*/ 60 h 280"/>
                  <a:gd name="T26" fmla="*/ 100 w 573"/>
                  <a:gd name="T27" fmla="*/ 71 h 280"/>
                  <a:gd name="T28" fmla="*/ 98 w 573"/>
                  <a:gd name="T29" fmla="*/ 86 h 280"/>
                  <a:gd name="T30" fmla="*/ 107 w 573"/>
                  <a:gd name="T31" fmla="*/ 96 h 280"/>
                  <a:gd name="T32" fmla="*/ 115 w 573"/>
                  <a:gd name="T33" fmla="*/ 91 h 280"/>
                  <a:gd name="T34" fmla="*/ 122 w 573"/>
                  <a:gd name="T35" fmla="*/ 87 h 280"/>
                  <a:gd name="T36" fmla="*/ 124 w 573"/>
                  <a:gd name="T37" fmla="*/ 95 h 280"/>
                  <a:gd name="T38" fmla="*/ 130 w 573"/>
                  <a:gd name="T39" fmla="*/ 130 h 280"/>
                  <a:gd name="T40" fmla="*/ 148 w 573"/>
                  <a:gd name="T41" fmla="*/ 126 h 280"/>
                  <a:gd name="T42" fmla="*/ 152 w 573"/>
                  <a:gd name="T43" fmla="*/ 102 h 280"/>
                  <a:gd name="T44" fmla="*/ 162 w 573"/>
                  <a:gd name="T45" fmla="*/ 84 h 280"/>
                  <a:gd name="T46" fmla="*/ 176 w 573"/>
                  <a:gd name="T47" fmla="*/ 74 h 280"/>
                  <a:gd name="T48" fmla="*/ 190 w 573"/>
                  <a:gd name="T49" fmla="*/ 91 h 280"/>
                  <a:gd name="T50" fmla="*/ 175 w 573"/>
                  <a:gd name="T51" fmla="*/ 122 h 280"/>
                  <a:gd name="T52" fmla="*/ 170 w 573"/>
                  <a:gd name="T53" fmla="*/ 152 h 280"/>
                  <a:gd name="T54" fmla="*/ 184 w 573"/>
                  <a:gd name="T55" fmla="*/ 145 h 280"/>
                  <a:gd name="T56" fmla="*/ 202 w 573"/>
                  <a:gd name="T57" fmla="*/ 127 h 280"/>
                  <a:gd name="T58" fmla="*/ 215 w 573"/>
                  <a:gd name="T59" fmla="*/ 118 h 280"/>
                  <a:gd name="T60" fmla="*/ 239 w 573"/>
                  <a:gd name="T61" fmla="*/ 125 h 280"/>
                  <a:gd name="T62" fmla="*/ 262 w 573"/>
                  <a:gd name="T63" fmla="*/ 127 h 280"/>
                  <a:gd name="T64" fmla="*/ 276 w 573"/>
                  <a:gd name="T65" fmla="*/ 112 h 280"/>
                  <a:gd name="T66" fmla="*/ 287 w 573"/>
                  <a:gd name="T67" fmla="*/ 115 h 280"/>
                  <a:gd name="T68" fmla="*/ 282 w 573"/>
                  <a:gd name="T69" fmla="*/ 134 h 280"/>
                  <a:gd name="T70" fmla="*/ 289 w 573"/>
                  <a:gd name="T71" fmla="*/ 131 h 280"/>
                  <a:gd name="T72" fmla="*/ 299 w 573"/>
                  <a:gd name="T73" fmla="*/ 126 h 280"/>
                  <a:gd name="T74" fmla="*/ 312 w 573"/>
                  <a:gd name="T75" fmla="*/ 110 h 280"/>
                  <a:gd name="T76" fmla="*/ 305 w 573"/>
                  <a:gd name="T77" fmla="*/ 58 h 280"/>
                  <a:gd name="T78" fmla="*/ 297 w 573"/>
                  <a:gd name="T79" fmla="*/ 61 h 280"/>
                  <a:gd name="T80" fmla="*/ 287 w 573"/>
                  <a:gd name="T81" fmla="*/ 65 h 280"/>
                  <a:gd name="T82" fmla="*/ 279 w 573"/>
                  <a:gd name="T83" fmla="*/ 67 h 280"/>
                  <a:gd name="T84" fmla="*/ 268 w 573"/>
                  <a:gd name="T85" fmla="*/ 67 h 280"/>
                  <a:gd name="T86" fmla="*/ 258 w 573"/>
                  <a:gd name="T87" fmla="*/ 67 h 280"/>
                  <a:gd name="T88" fmla="*/ 248 w 573"/>
                  <a:gd name="T89" fmla="*/ 66 h 280"/>
                  <a:gd name="T90" fmla="*/ 238 w 573"/>
                  <a:gd name="T91" fmla="*/ 62 h 280"/>
                  <a:gd name="T92" fmla="*/ 231 w 573"/>
                  <a:gd name="T93" fmla="*/ 61 h 280"/>
                  <a:gd name="T94" fmla="*/ 217 w 573"/>
                  <a:gd name="T95" fmla="*/ 66 h 280"/>
                  <a:gd name="T96" fmla="*/ 209 w 573"/>
                  <a:gd name="T97" fmla="*/ 67 h 280"/>
                  <a:gd name="T98" fmla="*/ 198 w 573"/>
                  <a:gd name="T99" fmla="*/ 66 h 280"/>
                  <a:gd name="T100" fmla="*/ 190 w 573"/>
                  <a:gd name="T101" fmla="*/ 62 h 280"/>
                  <a:gd name="T102" fmla="*/ 180 w 573"/>
                  <a:gd name="T103" fmla="*/ 54 h 280"/>
                  <a:gd name="T104" fmla="*/ 169 w 573"/>
                  <a:gd name="T105" fmla="*/ 54 h 280"/>
                  <a:gd name="T106" fmla="*/ 156 w 573"/>
                  <a:gd name="T107" fmla="*/ 58 h 280"/>
                  <a:gd name="T108" fmla="*/ 135 w 573"/>
                  <a:gd name="T109" fmla="*/ 47 h 280"/>
                  <a:gd name="T110" fmla="*/ 117 w 573"/>
                  <a:gd name="T111" fmla="*/ 30 h 2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3" h="280">
                    <a:moveTo>
                      <a:pt x="207" y="47"/>
                    </a:moveTo>
                    <a:lnTo>
                      <a:pt x="201" y="51"/>
                    </a:lnTo>
                    <a:lnTo>
                      <a:pt x="195" y="53"/>
                    </a:lnTo>
                    <a:lnTo>
                      <a:pt x="190" y="57"/>
                    </a:lnTo>
                    <a:lnTo>
                      <a:pt x="184" y="59"/>
                    </a:lnTo>
                    <a:lnTo>
                      <a:pt x="172" y="59"/>
                    </a:lnTo>
                    <a:lnTo>
                      <a:pt x="161" y="59"/>
                    </a:lnTo>
                    <a:lnTo>
                      <a:pt x="149" y="58"/>
                    </a:lnTo>
                    <a:lnTo>
                      <a:pt x="139" y="57"/>
                    </a:lnTo>
                    <a:lnTo>
                      <a:pt x="129" y="54"/>
                    </a:lnTo>
                    <a:lnTo>
                      <a:pt x="119" y="53"/>
                    </a:lnTo>
                    <a:lnTo>
                      <a:pt x="111" y="50"/>
                    </a:lnTo>
                    <a:lnTo>
                      <a:pt x="104" y="46"/>
                    </a:lnTo>
                    <a:lnTo>
                      <a:pt x="96" y="40"/>
                    </a:lnTo>
                    <a:lnTo>
                      <a:pt x="86" y="32"/>
                    </a:lnTo>
                    <a:lnTo>
                      <a:pt x="72" y="23"/>
                    </a:lnTo>
                    <a:lnTo>
                      <a:pt x="57" y="14"/>
                    </a:lnTo>
                    <a:lnTo>
                      <a:pt x="41" y="6"/>
                    </a:lnTo>
                    <a:lnTo>
                      <a:pt x="27" y="1"/>
                    </a:lnTo>
                    <a:lnTo>
                      <a:pt x="15" y="0"/>
                    </a:lnTo>
                    <a:lnTo>
                      <a:pt x="4" y="6"/>
                    </a:lnTo>
                    <a:lnTo>
                      <a:pt x="0" y="19"/>
                    </a:lnTo>
                    <a:lnTo>
                      <a:pt x="3" y="33"/>
                    </a:lnTo>
                    <a:lnTo>
                      <a:pt x="15" y="51"/>
                    </a:lnTo>
                    <a:lnTo>
                      <a:pt x="31" y="68"/>
                    </a:lnTo>
                    <a:lnTo>
                      <a:pt x="49" y="85"/>
                    </a:lnTo>
                    <a:lnTo>
                      <a:pt x="70" y="98"/>
                    </a:lnTo>
                    <a:lnTo>
                      <a:pt x="91" y="107"/>
                    </a:lnTo>
                    <a:lnTo>
                      <a:pt x="109" y="111"/>
                    </a:lnTo>
                    <a:lnTo>
                      <a:pt x="122" y="110"/>
                    </a:lnTo>
                    <a:lnTo>
                      <a:pt x="133" y="110"/>
                    </a:lnTo>
                    <a:lnTo>
                      <a:pt x="144" y="108"/>
                    </a:lnTo>
                    <a:lnTo>
                      <a:pt x="152" y="106"/>
                    </a:lnTo>
                    <a:lnTo>
                      <a:pt x="160" y="105"/>
                    </a:lnTo>
                    <a:lnTo>
                      <a:pt x="166" y="104"/>
                    </a:lnTo>
                    <a:lnTo>
                      <a:pt x="171" y="103"/>
                    </a:lnTo>
                    <a:lnTo>
                      <a:pt x="175" y="101"/>
                    </a:lnTo>
                    <a:lnTo>
                      <a:pt x="179" y="105"/>
                    </a:lnTo>
                    <a:lnTo>
                      <a:pt x="183" y="110"/>
                    </a:lnTo>
                    <a:lnTo>
                      <a:pt x="184" y="115"/>
                    </a:lnTo>
                    <a:lnTo>
                      <a:pt x="186" y="119"/>
                    </a:lnTo>
                    <a:lnTo>
                      <a:pt x="182" y="131"/>
                    </a:lnTo>
                    <a:lnTo>
                      <a:pt x="178" y="142"/>
                    </a:lnTo>
                    <a:lnTo>
                      <a:pt x="177" y="152"/>
                    </a:lnTo>
                    <a:lnTo>
                      <a:pt x="179" y="158"/>
                    </a:lnTo>
                    <a:lnTo>
                      <a:pt x="184" y="164"/>
                    </a:lnTo>
                    <a:lnTo>
                      <a:pt x="190" y="171"/>
                    </a:lnTo>
                    <a:lnTo>
                      <a:pt x="195" y="176"/>
                    </a:lnTo>
                    <a:lnTo>
                      <a:pt x="200" y="179"/>
                    </a:lnTo>
                    <a:lnTo>
                      <a:pt x="206" y="173"/>
                    </a:lnTo>
                    <a:lnTo>
                      <a:pt x="210" y="167"/>
                    </a:lnTo>
                    <a:lnTo>
                      <a:pt x="215" y="164"/>
                    </a:lnTo>
                    <a:lnTo>
                      <a:pt x="217" y="159"/>
                    </a:lnTo>
                    <a:lnTo>
                      <a:pt x="222" y="161"/>
                    </a:lnTo>
                    <a:lnTo>
                      <a:pt x="224" y="166"/>
                    </a:lnTo>
                    <a:lnTo>
                      <a:pt x="227" y="171"/>
                    </a:lnTo>
                    <a:lnTo>
                      <a:pt x="227" y="175"/>
                    </a:lnTo>
                    <a:lnTo>
                      <a:pt x="227" y="189"/>
                    </a:lnTo>
                    <a:lnTo>
                      <a:pt x="229" y="214"/>
                    </a:lnTo>
                    <a:lnTo>
                      <a:pt x="237" y="239"/>
                    </a:lnTo>
                    <a:lnTo>
                      <a:pt x="253" y="250"/>
                    </a:lnTo>
                    <a:lnTo>
                      <a:pt x="266" y="244"/>
                    </a:lnTo>
                    <a:lnTo>
                      <a:pt x="270" y="232"/>
                    </a:lnTo>
                    <a:lnTo>
                      <a:pt x="272" y="214"/>
                    </a:lnTo>
                    <a:lnTo>
                      <a:pt x="275" y="196"/>
                    </a:lnTo>
                    <a:lnTo>
                      <a:pt x="278" y="187"/>
                    </a:lnTo>
                    <a:lnTo>
                      <a:pt x="283" y="176"/>
                    </a:lnTo>
                    <a:lnTo>
                      <a:pt x="289" y="165"/>
                    </a:lnTo>
                    <a:lnTo>
                      <a:pt x="295" y="154"/>
                    </a:lnTo>
                    <a:lnTo>
                      <a:pt x="303" y="146"/>
                    </a:lnTo>
                    <a:lnTo>
                      <a:pt x="312" y="139"/>
                    </a:lnTo>
                    <a:lnTo>
                      <a:pt x="321" y="137"/>
                    </a:lnTo>
                    <a:lnTo>
                      <a:pt x="331" y="139"/>
                    </a:lnTo>
                    <a:lnTo>
                      <a:pt x="345" y="152"/>
                    </a:lnTo>
                    <a:lnTo>
                      <a:pt x="346" y="168"/>
                    </a:lnTo>
                    <a:lnTo>
                      <a:pt x="338" y="187"/>
                    </a:lnTo>
                    <a:lnTo>
                      <a:pt x="329" y="204"/>
                    </a:lnTo>
                    <a:lnTo>
                      <a:pt x="319" y="225"/>
                    </a:lnTo>
                    <a:lnTo>
                      <a:pt x="311" y="248"/>
                    </a:lnTo>
                    <a:lnTo>
                      <a:pt x="306" y="268"/>
                    </a:lnTo>
                    <a:lnTo>
                      <a:pt x="311" y="280"/>
                    </a:lnTo>
                    <a:lnTo>
                      <a:pt x="318" y="280"/>
                    </a:lnTo>
                    <a:lnTo>
                      <a:pt x="326" y="275"/>
                    </a:lnTo>
                    <a:lnTo>
                      <a:pt x="336" y="267"/>
                    </a:lnTo>
                    <a:lnTo>
                      <a:pt x="348" y="257"/>
                    </a:lnTo>
                    <a:lnTo>
                      <a:pt x="358" y="245"/>
                    </a:lnTo>
                    <a:lnTo>
                      <a:pt x="368" y="234"/>
                    </a:lnTo>
                    <a:lnTo>
                      <a:pt x="376" y="224"/>
                    </a:lnTo>
                    <a:lnTo>
                      <a:pt x="382" y="214"/>
                    </a:lnTo>
                    <a:lnTo>
                      <a:pt x="392" y="218"/>
                    </a:lnTo>
                    <a:lnTo>
                      <a:pt x="406" y="222"/>
                    </a:lnTo>
                    <a:lnTo>
                      <a:pt x="421" y="226"/>
                    </a:lnTo>
                    <a:lnTo>
                      <a:pt x="437" y="230"/>
                    </a:lnTo>
                    <a:lnTo>
                      <a:pt x="454" y="234"/>
                    </a:lnTo>
                    <a:lnTo>
                      <a:pt x="467" y="235"/>
                    </a:lnTo>
                    <a:lnTo>
                      <a:pt x="479" y="234"/>
                    </a:lnTo>
                    <a:lnTo>
                      <a:pt x="486" y="229"/>
                    </a:lnTo>
                    <a:lnTo>
                      <a:pt x="495" y="217"/>
                    </a:lnTo>
                    <a:lnTo>
                      <a:pt x="503" y="206"/>
                    </a:lnTo>
                    <a:lnTo>
                      <a:pt x="511" y="201"/>
                    </a:lnTo>
                    <a:lnTo>
                      <a:pt x="519" y="201"/>
                    </a:lnTo>
                    <a:lnTo>
                      <a:pt x="523" y="211"/>
                    </a:lnTo>
                    <a:lnTo>
                      <a:pt x="519" y="225"/>
                    </a:lnTo>
                    <a:lnTo>
                      <a:pt x="513" y="239"/>
                    </a:lnTo>
                    <a:lnTo>
                      <a:pt x="515" y="247"/>
                    </a:lnTo>
                    <a:lnTo>
                      <a:pt x="518" y="247"/>
                    </a:lnTo>
                    <a:lnTo>
                      <a:pt x="523" y="244"/>
                    </a:lnTo>
                    <a:lnTo>
                      <a:pt x="528" y="242"/>
                    </a:lnTo>
                    <a:lnTo>
                      <a:pt x="534" y="239"/>
                    </a:lnTo>
                    <a:lnTo>
                      <a:pt x="540" y="235"/>
                    </a:lnTo>
                    <a:lnTo>
                      <a:pt x="546" y="232"/>
                    </a:lnTo>
                    <a:lnTo>
                      <a:pt x="550" y="230"/>
                    </a:lnTo>
                    <a:lnTo>
                      <a:pt x="554" y="230"/>
                    </a:lnTo>
                    <a:lnTo>
                      <a:pt x="569" y="202"/>
                    </a:lnTo>
                    <a:lnTo>
                      <a:pt x="573" y="175"/>
                    </a:lnTo>
                    <a:lnTo>
                      <a:pt x="568" y="145"/>
                    </a:lnTo>
                    <a:lnTo>
                      <a:pt x="557" y="106"/>
                    </a:lnTo>
                    <a:lnTo>
                      <a:pt x="554" y="108"/>
                    </a:lnTo>
                    <a:lnTo>
                      <a:pt x="548" y="111"/>
                    </a:lnTo>
                    <a:lnTo>
                      <a:pt x="542" y="113"/>
                    </a:lnTo>
                    <a:lnTo>
                      <a:pt x="536" y="115"/>
                    </a:lnTo>
                    <a:lnTo>
                      <a:pt x="530" y="118"/>
                    </a:lnTo>
                    <a:lnTo>
                      <a:pt x="524" y="120"/>
                    </a:lnTo>
                    <a:lnTo>
                      <a:pt x="519" y="122"/>
                    </a:lnTo>
                    <a:lnTo>
                      <a:pt x="515" y="123"/>
                    </a:lnTo>
                    <a:lnTo>
                      <a:pt x="510" y="124"/>
                    </a:lnTo>
                    <a:lnTo>
                      <a:pt x="503" y="124"/>
                    </a:lnTo>
                    <a:lnTo>
                      <a:pt x="497" y="124"/>
                    </a:lnTo>
                    <a:lnTo>
                      <a:pt x="489" y="124"/>
                    </a:lnTo>
                    <a:lnTo>
                      <a:pt x="482" y="124"/>
                    </a:lnTo>
                    <a:lnTo>
                      <a:pt x="475" y="124"/>
                    </a:lnTo>
                    <a:lnTo>
                      <a:pt x="470" y="123"/>
                    </a:lnTo>
                    <a:lnTo>
                      <a:pt x="464" y="123"/>
                    </a:lnTo>
                    <a:lnTo>
                      <a:pt x="458" y="122"/>
                    </a:lnTo>
                    <a:lnTo>
                      <a:pt x="452" y="121"/>
                    </a:lnTo>
                    <a:lnTo>
                      <a:pt x="447" y="119"/>
                    </a:lnTo>
                    <a:lnTo>
                      <a:pt x="441" y="116"/>
                    </a:lnTo>
                    <a:lnTo>
                      <a:pt x="434" y="114"/>
                    </a:lnTo>
                    <a:lnTo>
                      <a:pt x="429" y="113"/>
                    </a:lnTo>
                    <a:lnTo>
                      <a:pt x="425" y="112"/>
                    </a:lnTo>
                    <a:lnTo>
                      <a:pt x="421" y="112"/>
                    </a:lnTo>
                    <a:lnTo>
                      <a:pt x="414" y="114"/>
                    </a:lnTo>
                    <a:lnTo>
                      <a:pt x="405" y="119"/>
                    </a:lnTo>
                    <a:lnTo>
                      <a:pt x="396" y="122"/>
                    </a:lnTo>
                    <a:lnTo>
                      <a:pt x="390" y="123"/>
                    </a:lnTo>
                    <a:lnTo>
                      <a:pt x="387" y="123"/>
                    </a:lnTo>
                    <a:lnTo>
                      <a:pt x="381" y="123"/>
                    </a:lnTo>
                    <a:lnTo>
                      <a:pt x="375" y="123"/>
                    </a:lnTo>
                    <a:lnTo>
                      <a:pt x="368" y="122"/>
                    </a:lnTo>
                    <a:lnTo>
                      <a:pt x="361" y="121"/>
                    </a:lnTo>
                    <a:lnTo>
                      <a:pt x="356" y="120"/>
                    </a:lnTo>
                    <a:lnTo>
                      <a:pt x="350" y="118"/>
                    </a:lnTo>
                    <a:lnTo>
                      <a:pt x="346" y="114"/>
                    </a:lnTo>
                    <a:lnTo>
                      <a:pt x="341" y="107"/>
                    </a:lnTo>
                    <a:lnTo>
                      <a:pt x="335" y="103"/>
                    </a:lnTo>
                    <a:lnTo>
                      <a:pt x="329" y="99"/>
                    </a:lnTo>
                    <a:lnTo>
                      <a:pt x="322" y="97"/>
                    </a:lnTo>
                    <a:lnTo>
                      <a:pt x="315" y="97"/>
                    </a:lnTo>
                    <a:lnTo>
                      <a:pt x="308" y="99"/>
                    </a:lnTo>
                    <a:lnTo>
                      <a:pt x="301" y="103"/>
                    </a:lnTo>
                    <a:lnTo>
                      <a:pt x="296" y="105"/>
                    </a:lnTo>
                    <a:lnTo>
                      <a:pt x="285" y="106"/>
                    </a:lnTo>
                    <a:lnTo>
                      <a:pt x="273" y="103"/>
                    </a:lnTo>
                    <a:lnTo>
                      <a:pt x="260" y="96"/>
                    </a:lnTo>
                    <a:lnTo>
                      <a:pt x="246" y="86"/>
                    </a:lnTo>
                    <a:lnTo>
                      <a:pt x="234" y="76"/>
                    </a:lnTo>
                    <a:lnTo>
                      <a:pt x="223" y="66"/>
                    </a:lnTo>
                    <a:lnTo>
                      <a:pt x="214" y="55"/>
                    </a:lnTo>
                    <a:lnTo>
                      <a:pt x="207" y="4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2" name="Freeform 143">
                <a:extLst>
                  <a:ext uri="{FF2B5EF4-FFF2-40B4-BE49-F238E27FC236}">
                    <a16:creationId xmlns:a16="http://schemas.microsoft.com/office/drawing/2014/main" id="{6B702223-BC27-4EB8-8A2D-26A33BF832A3}"/>
                  </a:ext>
                </a:extLst>
              </p:cNvPr>
              <p:cNvSpPr>
                <a:spLocks/>
              </p:cNvSpPr>
              <p:nvPr/>
            </p:nvSpPr>
            <p:spPr bwMode="auto">
              <a:xfrm>
                <a:off x="3561" y="3104"/>
                <a:ext cx="297" cy="216"/>
              </a:xfrm>
              <a:custGeom>
                <a:avLst/>
                <a:gdLst>
                  <a:gd name="T0" fmla="*/ 152 w 545"/>
                  <a:gd name="T1" fmla="*/ 131 h 395"/>
                  <a:gd name="T2" fmla="*/ 131 w 545"/>
                  <a:gd name="T3" fmla="*/ 157 h 395"/>
                  <a:gd name="T4" fmla="*/ 118 w 545"/>
                  <a:gd name="T5" fmla="*/ 113 h 395"/>
                  <a:gd name="T6" fmla="*/ 100 w 545"/>
                  <a:gd name="T7" fmla="*/ 120 h 395"/>
                  <a:gd name="T8" fmla="*/ 92 w 545"/>
                  <a:gd name="T9" fmla="*/ 143 h 395"/>
                  <a:gd name="T10" fmla="*/ 74 w 545"/>
                  <a:gd name="T11" fmla="*/ 155 h 395"/>
                  <a:gd name="T12" fmla="*/ 53 w 545"/>
                  <a:gd name="T13" fmla="*/ 132 h 395"/>
                  <a:gd name="T14" fmla="*/ 58 w 545"/>
                  <a:gd name="T15" fmla="*/ 104 h 395"/>
                  <a:gd name="T16" fmla="*/ 62 w 545"/>
                  <a:gd name="T17" fmla="*/ 79 h 395"/>
                  <a:gd name="T18" fmla="*/ 50 w 545"/>
                  <a:gd name="T19" fmla="*/ 57 h 395"/>
                  <a:gd name="T20" fmla="*/ 46 w 545"/>
                  <a:gd name="T21" fmla="*/ 87 h 395"/>
                  <a:gd name="T22" fmla="*/ 43 w 545"/>
                  <a:gd name="T23" fmla="*/ 112 h 395"/>
                  <a:gd name="T24" fmla="*/ 41 w 545"/>
                  <a:gd name="T25" fmla="*/ 162 h 395"/>
                  <a:gd name="T26" fmla="*/ 27 w 545"/>
                  <a:gd name="T27" fmla="*/ 132 h 395"/>
                  <a:gd name="T28" fmla="*/ 13 w 545"/>
                  <a:gd name="T29" fmla="*/ 111 h 395"/>
                  <a:gd name="T30" fmla="*/ 21 w 545"/>
                  <a:gd name="T31" fmla="*/ 106 h 395"/>
                  <a:gd name="T32" fmla="*/ 33 w 545"/>
                  <a:gd name="T33" fmla="*/ 119 h 395"/>
                  <a:gd name="T34" fmla="*/ 28 w 545"/>
                  <a:gd name="T35" fmla="*/ 85 h 395"/>
                  <a:gd name="T36" fmla="*/ 21 w 545"/>
                  <a:gd name="T37" fmla="*/ 66 h 395"/>
                  <a:gd name="T38" fmla="*/ 20 w 545"/>
                  <a:gd name="T39" fmla="*/ 51 h 395"/>
                  <a:gd name="T40" fmla="*/ 5 w 545"/>
                  <a:gd name="T41" fmla="*/ 29 h 395"/>
                  <a:gd name="T42" fmla="*/ 1 w 545"/>
                  <a:gd name="T43" fmla="*/ 15 h 395"/>
                  <a:gd name="T44" fmla="*/ 3 w 545"/>
                  <a:gd name="T45" fmla="*/ 4 h 395"/>
                  <a:gd name="T46" fmla="*/ 16 w 545"/>
                  <a:gd name="T47" fmla="*/ 8 h 395"/>
                  <a:gd name="T48" fmla="*/ 28 w 545"/>
                  <a:gd name="T49" fmla="*/ 20 h 395"/>
                  <a:gd name="T50" fmla="*/ 53 w 545"/>
                  <a:gd name="T51" fmla="*/ 33 h 395"/>
                  <a:gd name="T52" fmla="*/ 79 w 545"/>
                  <a:gd name="T53" fmla="*/ 51 h 395"/>
                  <a:gd name="T54" fmla="*/ 98 w 545"/>
                  <a:gd name="T55" fmla="*/ 63 h 395"/>
                  <a:gd name="T56" fmla="*/ 111 w 545"/>
                  <a:gd name="T57" fmla="*/ 78 h 395"/>
                  <a:gd name="T58" fmla="*/ 136 w 545"/>
                  <a:gd name="T59" fmla="*/ 95 h 395"/>
                  <a:gd name="T60" fmla="*/ 174 w 545"/>
                  <a:gd name="T61" fmla="*/ 121 h 395"/>
                  <a:gd name="T62" fmla="*/ 186 w 545"/>
                  <a:gd name="T63" fmla="*/ 130 h 395"/>
                  <a:gd name="T64" fmla="*/ 201 w 545"/>
                  <a:gd name="T65" fmla="*/ 132 h 395"/>
                  <a:gd name="T66" fmla="*/ 225 w 545"/>
                  <a:gd name="T67" fmla="*/ 142 h 395"/>
                  <a:gd name="T68" fmla="*/ 261 w 545"/>
                  <a:gd name="T69" fmla="*/ 158 h 395"/>
                  <a:gd name="T70" fmla="*/ 276 w 545"/>
                  <a:gd name="T71" fmla="*/ 177 h 395"/>
                  <a:gd name="T72" fmla="*/ 288 w 545"/>
                  <a:gd name="T73" fmla="*/ 185 h 395"/>
                  <a:gd name="T74" fmla="*/ 296 w 545"/>
                  <a:gd name="T75" fmla="*/ 190 h 395"/>
                  <a:gd name="T76" fmla="*/ 281 w 545"/>
                  <a:gd name="T77" fmla="*/ 195 h 395"/>
                  <a:gd name="T78" fmla="*/ 260 w 545"/>
                  <a:gd name="T79" fmla="*/ 211 h 395"/>
                  <a:gd name="T80" fmla="*/ 249 w 545"/>
                  <a:gd name="T81" fmla="*/ 210 h 395"/>
                  <a:gd name="T82" fmla="*/ 239 w 545"/>
                  <a:gd name="T83" fmla="*/ 209 h 395"/>
                  <a:gd name="T84" fmla="*/ 228 w 545"/>
                  <a:gd name="T85" fmla="*/ 214 h 395"/>
                  <a:gd name="T86" fmla="*/ 227 w 545"/>
                  <a:gd name="T87" fmla="*/ 198 h 395"/>
                  <a:gd name="T88" fmla="*/ 240 w 545"/>
                  <a:gd name="T89" fmla="*/ 177 h 395"/>
                  <a:gd name="T90" fmla="*/ 239 w 545"/>
                  <a:gd name="T91" fmla="*/ 172 h 395"/>
                  <a:gd name="T92" fmla="*/ 222 w 545"/>
                  <a:gd name="T93" fmla="*/ 187 h 395"/>
                  <a:gd name="T94" fmla="*/ 203 w 545"/>
                  <a:gd name="T95" fmla="*/ 181 h 395"/>
                  <a:gd name="T96" fmla="*/ 193 w 545"/>
                  <a:gd name="T97" fmla="*/ 165 h 395"/>
                  <a:gd name="T98" fmla="*/ 184 w 545"/>
                  <a:gd name="T99" fmla="*/ 164 h 395"/>
                  <a:gd name="T100" fmla="*/ 173 w 545"/>
                  <a:gd name="T101" fmla="*/ 173 h 395"/>
                  <a:gd name="T102" fmla="*/ 163 w 545"/>
                  <a:gd name="T103" fmla="*/ 179 h 395"/>
                  <a:gd name="T104" fmla="*/ 163 w 545"/>
                  <a:gd name="T105" fmla="*/ 164 h 395"/>
                  <a:gd name="T106" fmla="*/ 175 w 545"/>
                  <a:gd name="T107" fmla="*/ 148 h 395"/>
                  <a:gd name="T108" fmla="*/ 165 w 545"/>
                  <a:gd name="T109" fmla="*/ 145 h 395"/>
                  <a:gd name="T110" fmla="*/ 151 w 545"/>
                  <a:gd name="T111" fmla="*/ 159 h 395"/>
                  <a:gd name="T112" fmla="*/ 140 w 545"/>
                  <a:gd name="T113" fmla="*/ 172 h 395"/>
                  <a:gd name="T114" fmla="*/ 140 w 545"/>
                  <a:gd name="T115" fmla="*/ 153 h 395"/>
                  <a:gd name="T116" fmla="*/ 166 w 545"/>
                  <a:gd name="T117" fmla="*/ 129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5" h="395">
                    <a:moveTo>
                      <a:pt x="328" y="228"/>
                    </a:moveTo>
                    <a:lnTo>
                      <a:pt x="310" y="228"/>
                    </a:lnTo>
                    <a:lnTo>
                      <a:pt x="294" y="232"/>
                    </a:lnTo>
                    <a:lnTo>
                      <a:pt x="279" y="240"/>
                    </a:lnTo>
                    <a:lnTo>
                      <a:pt x="266" y="249"/>
                    </a:lnTo>
                    <a:lnTo>
                      <a:pt x="255" y="261"/>
                    </a:lnTo>
                    <a:lnTo>
                      <a:pt x="247" y="274"/>
                    </a:lnTo>
                    <a:lnTo>
                      <a:pt x="240" y="288"/>
                    </a:lnTo>
                    <a:lnTo>
                      <a:pt x="235" y="302"/>
                    </a:lnTo>
                    <a:lnTo>
                      <a:pt x="231" y="273"/>
                    </a:lnTo>
                    <a:lnTo>
                      <a:pt x="225" y="237"/>
                    </a:lnTo>
                    <a:lnTo>
                      <a:pt x="217" y="207"/>
                    </a:lnTo>
                    <a:lnTo>
                      <a:pt x="203" y="194"/>
                    </a:lnTo>
                    <a:lnTo>
                      <a:pt x="195" y="197"/>
                    </a:lnTo>
                    <a:lnTo>
                      <a:pt x="188" y="206"/>
                    </a:lnTo>
                    <a:lnTo>
                      <a:pt x="183" y="220"/>
                    </a:lnTo>
                    <a:lnTo>
                      <a:pt x="180" y="234"/>
                    </a:lnTo>
                    <a:lnTo>
                      <a:pt x="178" y="242"/>
                    </a:lnTo>
                    <a:lnTo>
                      <a:pt x="174" y="251"/>
                    </a:lnTo>
                    <a:lnTo>
                      <a:pt x="168" y="261"/>
                    </a:lnTo>
                    <a:lnTo>
                      <a:pt x="163" y="271"/>
                    </a:lnTo>
                    <a:lnTo>
                      <a:pt x="155" y="279"/>
                    </a:lnTo>
                    <a:lnTo>
                      <a:pt x="145" y="283"/>
                    </a:lnTo>
                    <a:lnTo>
                      <a:pt x="135" y="283"/>
                    </a:lnTo>
                    <a:lnTo>
                      <a:pt x="122" y="278"/>
                    </a:lnTo>
                    <a:lnTo>
                      <a:pt x="110" y="266"/>
                    </a:lnTo>
                    <a:lnTo>
                      <a:pt x="103" y="255"/>
                    </a:lnTo>
                    <a:lnTo>
                      <a:pt x="98" y="242"/>
                    </a:lnTo>
                    <a:lnTo>
                      <a:pt x="98" y="228"/>
                    </a:lnTo>
                    <a:lnTo>
                      <a:pt x="100" y="214"/>
                    </a:lnTo>
                    <a:lnTo>
                      <a:pt x="104" y="202"/>
                    </a:lnTo>
                    <a:lnTo>
                      <a:pt x="107" y="190"/>
                    </a:lnTo>
                    <a:lnTo>
                      <a:pt x="112" y="179"/>
                    </a:lnTo>
                    <a:lnTo>
                      <a:pt x="114" y="168"/>
                    </a:lnTo>
                    <a:lnTo>
                      <a:pt x="114" y="157"/>
                    </a:lnTo>
                    <a:lnTo>
                      <a:pt x="113" y="145"/>
                    </a:lnTo>
                    <a:lnTo>
                      <a:pt x="110" y="135"/>
                    </a:lnTo>
                    <a:lnTo>
                      <a:pt x="105" y="124"/>
                    </a:lnTo>
                    <a:lnTo>
                      <a:pt x="99" y="114"/>
                    </a:lnTo>
                    <a:lnTo>
                      <a:pt x="92" y="105"/>
                    </a:lnTo>
                    <a:lnTo>
                      <a:pt x="84" y="96"/>
                    </a:lnTo>
                    <a:lnTo>
                      <a:pt x="89" y="116"/>
                    </a:lnTo>
                    <a:lnTo>
                      <a:pt x="89" y="139"/>
                    </a:lnTo>
                    <a:lnTo>
                      <a:pt x="85" y="159"/>
                    </a:lnTo>
                    <a:lnTo>
                      <a:pt x="82" y="173"/>
                    </a:lnTo>
                    <a:lnTo>
                      <a:pt x="80" y="182"/>
                    </a:lnTo>
                    <a:lnTo>
                      <a:pt x="78" y="194"/>
                    </a:lnTo>
                    <a:lnTo>
                      <a:pt x="78" y="205"/>
                    </a:lnTo>
                    <a:lnTo>
                      <a:pt x="80" y="218"/>
                    </a:lnTo>
                    <a:lnTo>
                      <a:pt x="82" y="248"/>
                    </a:lnTo>
                    <a:lnTo>
                      <a:pt x="81" y="273"/>
                    </a:lnTo>
                    <a:lnTo>
                      <a:pt x="75" y="297"/>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7" y="332"/>
                    </a:lnTo>
                    <a:lnTo>
                      <a:pt x="523" y="335"/>
                    </a:lnTo>
                    <a:lnTo>
                      <a:pt x="529" y="339"/>
                    </a:lnTo>
                    <a:lnTo>
                      <a:pt x="535" y="342"/>
                    </a:lnTo>
                    <a:lnTo>
                      <a:pt x="538" y="344"/>
                    </a:lnTo>
                    <a:lnTo>
                      <a:pt x="540" y="347"/>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14" y="384"/>
                    </a:lnTo>
                    <a:lnTo>
                      <a:pt x="415" y="372"/>
                    </a:lnTo>
                    <a:lnTo>
                      <a:pt x="416" y="362"/>
                    </a:lnTo>
                    <a:lnTo>
                      <a:pt x="418" y="351"/>
                    </a:lnTo>
                    <a:lnTo>
                      <a:pt x="424" y="341"/>
                    </a:lnTo>
                    <a:lnTo>
                      <a:pt x="431" y="332"/>
                    </a:lnTo>
                    <a:lnTo>
                      <a:pt x="441" y="323"/>
                    </a:lnTo>
                    <a:lnTo>
                      <a:pt x="455" y="316"/>
                    </a:lnTo>
                    <a:lnTo>
                      <a:pt x="451" y="314"/>
                    </a:lnTo>
                    <a:lnTo>
                      <a:pt x="446" y="313"/>
                    </a:lnTo>
                    <a:lnTo>
                      <a:pt x="439" y="314"/>
                    </a:lnTo>
                    <a:lnTo>
                      <a:pt x="432" y="316"/>
                    </a:lnTo>
                    <a:lnTo>
                      <a:pt x="425" y="321"/>
                    </a:lnTo>
                    <a:lnTo>
                      <a:pt x="417" y="329"/>
                    </a:lnTo>
                    <a:lnTo>
                      <a:pt x="408" y="342"/>
                    </a:lnTo>
                    <a:lnTo>
                      <a:pt x="400" y="361"/>
                    </a:lnTo>
                    <a:lnTo>
                      <a:pt x="390" y="354"/>
                    </a:lnTo>
                    <a:lnTo>
                      <a:pt x="381" y="343"/>
                    </a:lnTo>
                    <a:lnTo>
                      <a:pt x="373" y="331"/>
                    </a:lnTo>
                    <a:lnTo>
                      <a:pt x="366" y="318"/>
                    </a:lnTo>
                    <a:lnTo>
                      <a:pt x="363" y="311"/>
                    </a:lnTo>
                    <a:lnTo>
                      <a:pt x="358" y="306"/>
                    </a:lnTo>
                    <a:lnTo>
                      <a:pt x="354" y="302"/>
                    </a:lnTo>
                    <a:lnTo>
                      <a:pt x="350" y="300"/>
                    </a:lnTo>
                    <a:lnTo>
                      <a:pt x="346" y="298"/>
                    </a:lnTo>
                    <a:lnTo>
                      <a:pt x="341" y="298"/>
                    </a:lnTo>
                    <a:lnTo>
                      <a:pt x="337" y="300"/>
                    </a:lnTo>
                    <a:lnTo>
                      <a:pt x="332" y="303"/>
                    </a:lnTo>
                    <a:lnTo>
                      <a:pt x="327" y="308"/>
                    </a:lnTo>
                    <a:lnTo>
                      <a:pt x="323" y="312"/>
                    </a:lnTo>
                    <a:lnTo>
                      <a:pt x="317" y="317"/>
                    </a:lnTo>
                    <a:lnTo>
                      <a:pt x="312" y="321"/>
                    </a:lnTo>
                    <a:lnTo>
                      <a:pt x="308" y="325"/>
                    </a:lnTo>
                    <a:lnTo>
                      <a:pt x="303" y="327"/>
                    </a:lnTo>
                    <a:lnTo>
                      <a:pt x="300" y="327"/>
                    </a:lnTo>
                    <a:lnTo>
                      <a:pt x="295" y="326"/>
                    </a:lnTo>
                    <a:lnTo>
                      <a:pt x="292" y="318"/>
                    </a:lnTo>
                    <a:lnTo>
                      <a:pt x="294" y="309"/>
                    </a:lnTo>
                    <a:lnTo>
                      <a:pt x="299" y="300"/>
                    </a:lnTo>
                    <a:lnTo>
                      <a:pt x="305" y="293"/>
                    </a:lnTo>
                    <a:lnTo>
                      <a:pt x="312" y="286"/>
                    </a:lnTo>
                    <a:lnTo>
                      <a:pt x="319" y="279"/>
                    </a:lnTo>
                    <a:lnTo>
                      <a:pt x="322" y="271"/>
                    </a:lnTo>
                    <a:lnTo>
                      <a:pt x="318" y="264"/>
                    </a:lnTo>
                    <a:lnTo>
                      <a:pt x="313" y="261"/>
                    </a:lnTo>
                    <a:lnTo>
                      <a:pt x="308" y="263"/>
                    </a:lnTo>
                    <a:lnTo>
                      <a:pt x="302" y="266"/>
                    </a:lnTo>
                    <a:lnTo>
                      <a:pt x="296" y="271"/>
                    </a:lnTo>
                    <a:lnTo>
                      <a:pt x="289" y="278"/>
                    </a:lnTo>
                    <a:lnTo>
                      <a:pt x="284" y="285"/>
                    </a:lnTo>
                    <a:lnTo>
                      <a:pt x="278" y="291"/>
                    </a:lnTo>
                    <a:lnTo>
                      <a:pt x="273" y="298"/>
                    </a:lnTo>
                    <a:lnTo>
                      <a:pt x="266" y="309"/>
                    </a:lnTo>
                    <a:lnTo>
                      <a:pt x="262" y="313"/>
                    </a:lnTo>
                    <a:lnTo>
                      <a:pt x="257" y="314"/>
                    </a:lnTo>
                    <a:lnTo>
                      <a:pt x="252" y="314"/>
                    </a:lnTo>
                    <a:lnTo>
                      <a:pt x="251" y="304"/>
                    </a:lnTo>
                    <a:lnTo>
                      <a:pt x="252" y="293"/>
                    </a:lnTo>
                    <a:lnTo>
                      <a:pt x="256" y="280"/>
                    </a:lnTo>
                    <a:lnTo>
                      <a:pt x="263" y="268"/>
                    </a:lnTo>
                    <a:lnTo>
                      <a:pt x="273" y="257"/>
                    </a:lnTo>
                    <a:lnTo>
                      <a:pt x="287" y="245"/>
                    </a:lnTo>
                    <a:lnTo>
                      <a:pt x="305" y="236"/>
                    </a:lnTo>
                    <a:lnTo>
                      <a:pt x="328" y="22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3" name="Freeform 144">
                <a:extLst>
                  <a:ext uri="{FF2B5EF4-FFF2-40B4-BE49-F238E27FC236}">
                    <a16:creationId xmlns:a16="http://schemas.microsoft.com/office/drawing/2014/main" id="{5F5536AB-A8EF-4FD8-A350-44FDD260ABD6}"/>
                  </a:ext>
                </a:extLst>
              </p:cNvPr>
              <p:cNvSpPr>
                <a:spLocks/>
              </p:cNvSpPr>
              <p:nvPr/>
            </p:nvSpPr>
            <p:spPr bwMode="auto">
              <a:xfrm>
                <a:off x="3637" y="3341"/>
                <a:ext cx="24" cy="13"/>
              </a:xfrm>
              <a:custGeom>
                <a:avLst/>
                <a:gdLst>
                  <a:gd name="T0" fmla="*/ 24 w 44"/>
                  <a:gd name="T1" fmla="*/ 5 h 24"/>
                  <a:gd name="T2" fmla="*/ 22 w 44"/>
                  <a:gd name="T3" fmla="*/ 5 h 24"/>
                  <a:gd name="T4" fmla="*/ 19 w 44"/>
                  <a:gd name="T5" fmla="*/ 5 h 24"/>
                  <a:gd name="T6" fmla="*/ 16 w 44"/>
                  <a:gd name="T7" fmla="*/ 5 h 24"/>
                  <a:gd name="T8" fmla="*/ 12 w 44"/>
                  <a:gd name="T9" fmla="*/ 4 h 24"/>
                  <a:gd name="T10" fmla="*/ 8 w 44"/>
                  <a:gd name="T11" fmla="*/ 4 h 24"/>
                  <a:gd name="T12" fmla="*/ 5 w 44"/>
                  <a:gd name="T13" fmla="*/ 3 h 24"/>
                  <a:gd name="T14" fmla="*/ 2 w 44"/>
                  <a:gd name="T15" fmla="*/ 2 h 24"/>
                  <a:gd name="T16" fmla="*/ 0 w 44"/>
                  <a:gd name="T17" fmla="*/ 0 h 24"/>
                  <a:gd name="T18" fmla="*/ 4 w 44"/>
                  <a:gd name="T19" fmla="*/ 4 h 24"/>
                  <a:gd name="T20" fmla="*/ 9 w 44"/>
                  <a:gd name="T21" fmla="*/ 8 h 24"/>
                  <a:gd name="T22" fmla="*/ 13 w 44"/>
                  <a:gd name="T23" fmla="*/ 11 h 24"/>
                  <a:gd name="T24" fmla="*/ 15 w 44"/>
                  <a:gd name="T25" fmla="*/ 13 h 24"/>
                  <a:gd name="T26" fmla="*/ 17 w 44"/>
                  <a:gd name="T27" fmla="*/ 11 h 24"/>
                  <a:gd name="T28" fmla="*/ 20 w 44"/>
                  <a:gd name="T29" fmla="*/ 8 h 24"/>
                  <a:gd name="T30" fmla="*/ 22 w 44"/>
                  <a:gd name="T31" fmla="*/ 7 h 24"/>
                  <a:gd name="T32" fmla="*/ 24 w 44"/>
                  <a:gd name="T33" fmla="*/ 5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4" h="24">
                    <a:moveTo>
                      <a:pt x="44" y="9"/>
                    </a:moveTo>
                    <a:lnTo>
                      <a:pt x="41" y="9"/>
                    </a:lnTo>
                    <a:lnTo>
                      <a:pt x="35" y="9"/>
                    </a:lnTo>
                    <a:lnTo>
                      <a:pt x="29" y="9"/>
                    </a:lnTo>
                    <a:lnTo>
                      <a:pt x="22" y="8"/>
                    </a:lnTo>
                    <a:lnTo>
                      <a:pt x="15" y="7"/>
                    </a:lnTo>
                    <a:lnTo>
                      <a:pt x="10" y="6"/>
                    </a:lnTo>
                    <a:lnTo>
                      <a:pt x="4" y="4"/>
                    </a:lnTo>
                    <a:lnTo>
                      <a:pt x="0" y="0"/>
                    </a:lnTo>
                    <a:lnTo>
                      <a:pt x="8" y="8"/>
                    </a:lnTo>
                    <a:lnTo>
                      <a:pt x="17" y="15"/>
                    </a:lnTo>
                    <a:lnTo>
                      <a:pt x="23" y="21"/>
                    </a:lnTo>
                    <a:lnTo>
                      <a:pt x="27" y="24"/>
                    </a:lnTo>
                    <a:lnTo>
                      <a:pt x="31" y="20"/>
                    </a:lnTo>
                    <a:lnTo>
                      <a:pt x="36" y="15"/>
                    </a:lnTo>
                    <a:lnTo>
                      <a:pt x="41" y="12"/>
                    </a:lnTo>
                    <a:lnTo>
                      <a:pt x="44" y="9"/>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4" name="Freeform 145">
                <a:extLst>
                  <a:ext uri="{FF2B5EF4-FFF2-40B4-BE49-F238E27FC236}">
                    <a16:creationId xmlns:a16="http://schemas.microsoft.com/office/drawing/2014/main" id="{F0641073-CD30-4108-90DE-7ED17A3804BE}"/>
                  </a:ext>
                </a:extLst>
              </p:cNvPr>
              <p:cNvSpPr>
                <a:spLocks/>
              </p:cNvSpPr>
              <p:nvPr/>
            </p:nvSpPr>
            <p:spPr bwMode="auto">
              <a:xfrm>
                <a:off x="3681" y="3345"/>
                <a:ext cx="47" cy="15"/>
              </a:xfrm>
              <a:custGeom>
                <a:avLst/>
                <a:gdLst>
                  <a:gd name="T0" fmla="*/ 47 w 87"/>
                  <a:gd name="T1" fmla="*/ 0 h 26"/>
                  <a:gd name="T2" fmla="*/ 44 w 87"/>
                  <a:gd name="T3" fmla="*/ 1 h 26"/>
                  <a:gd name="T4" fmla="*/ 41 w 87"/>
                  <a:gd name="T5" fmla="*/ 1 h 26"/>
                  <a:gd name="T6" fmla="*/ 37 w 87"/>
                  <a:gd name="T7" fmla="*/ 1 h 26"/>
                  <a:gd name="T8" fmla="*/ 33 w 87"/>
                  <a:gd name="T9" fmla="*/ 1 h 26"/>
                  <a:gd name="T10" fmla="*/ 29 w 87"/>
                  <a:gd name="T11" fmla="*/ 1 h 26"/>
                  <a:gd name="T12" fmla="*/ 25 w 87"/>
                  <a:gd name="T13" fmla="*/ 1 h 26"/>
                  <a:gd name="T14" fmla="*/ 23 w 87"/>
                  <a:gd name="T15" fmla="*/ 0 h 26"/>
                  <a:gd name="T16" fmla="*/ 19 w 87"/>
                  <a:gd name="T17" fmla="*/ 0 h 26"/>
                  <a:gd name="T18" fmla="*/ 18 w 87"/>
                  <a:gd name="T19" fmla="*/ 2 h 26"/>
                  <a:gd name="T20" fmla="*/ 16 w 87"/>
                  <a:gd name="T21" fmla="*/ 3 h 26"/>
                  <a:gd name="T22" fmla="*/ 13 w 87"/>
                  <a:gd name="T23" fmla="*/ 4 h 26"/>
                  <a:gd name="T24" fmla="*/ 10 w 87"/>
                  <a:gd name="T25" fmla="*/ 6 h 26"/>
                  <a:gd name="T26" fmla="*/ 7 w 87"/>
                  <a:gd name="T27" fmla="*/ 6 h 26"/>
                  <a:gd name="T28" fmla="*/ 4 w 87"/>
                  <a:gd name="T29" fmla="*/ 7 h 26"/>
                  <a:gd name="T30" fmla="*/ 2 w 87"/>
                  <a:gd name="T31" fmla="*/ 8 h 26"/>
                  <a:gd name="T32" fmla="*/ 0 w 87"/>
                  <a:gd name="T33" fmla="*/ 9 h 26"/>
                  <a:gd name="T34" fmla="*/ 0 w 87"/>
                  <a:gd name="T35" fmla="*/ 11 h 26"/>
                  <a:gd name="T36" fmla="*/ 1 w 87"/>
                  <a:gd name="T37" fmla="*/ 12 h 26"/>
                  <a:gd name="T38" fmla="*/ 1 w 87"/>
                  <a:gd name="T39" fmla="*/ 14 h 26"/>
                  <a:gd name="T40" fmla="*/ 3 w 87"/>
                  <a:gd name="T41" fmla="*/ 15 h 26"/>
                  <a:gd name="T42" fmla="*/ 6 w 87"/>
                  <a:gd name="T43" fmla="*/ 13 h 26"/>
                  <a:gd name="T44" fmla="*/ 12 w 87"/>
                  <a:gd name="T45" fmla="*/ 12 h 26"/>
                  <a:gd name="T46" fmla="*/ 18 w 87"/>
                  <a:gd name="T47" fmla="*/ 9 h 26"/>
                  <a:gd name="T48" fmla="*/ 25 w 87"/>
                  <a:gd name="T49" fmla="*/ 7 h 26"/>
                  <a:gd name="T50" fmla="*/ 31 w 87"/>
                  <a:gd name="T51" fmla="*/ 5 h 26"/>
                  <a:gd name="T52" fmla="*/ 37 w 87"/>
                  <a:gd name="T53" fmla="*/ 3 h 26"/>
                  <a:gd name="T54" fmla="*/ 43 w 87"/>
                  <a:gd name="T55" fmla="*/ 2 h 26"/>
                  <a:gd name="T56" fmla="*/ 47 w 87"/>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7" h="26">
                    <a:moveTo>
                      <a:pt x="87" y="0"/>
                    </a:moveTo>
                    <a:lnTo>
                      <a:pt x="82" y="1"/>
                    </a:lnTo>
                    <a:lnTo>
                      <a:pt x="75" y="1"/>
                    </a:lnTo>
                    <a:lnTo>
                      <a:pt x="69" y="1"/>
                    </a:lnTo>
                    <a:lnTo>
                      <a:pt x="61" y="1"/>
                    </a:lnTo>
                    <a:lnTo>
                      <a:pt x="54" y="1"/>
                    </a:lnTo>
                    <a:lnTo>
                      <a:pt x="47" y="1"/>
                    </a:lnTo>
                    <a:lnTo>
                      <a:pt x="42" y="0"/>
                    </a:lnTo>
                    <a:lnTo>
                      <a:pt x="36" y="0"/>
                    </a:lnTo>
                    <a:lnTo>
                      <a:pt x="34" y="3"/>
                    </a:lnTo>
                    <a:lnTo>
                      <a:pt x="29" y="5"/>
                    </a:lnTo>
                    <a:lnTo>
                      <a:pt x="24" y="7"/>
                    </a:lnTo>
                    <a:lnTo>
                      <a:pt x="19" y="10"/>
                    </a:lnTo>
                    <a:lnTo>
                      <a:pt x="13" y="11"/>
                    </a:lnTo>
                    <a:lnTo>
                      <a:pt x="7" y="13"/>
                    </a:lnTo>
                    <a:lnTo>
                      <a:pt x="4" y="14"/>
                    </a:lnTo>
                    <a:lnTo>
                      <a:pt x="0" y="15"/>
                    </a:lnTo>
                    <a:lnTo>
                      <a:pt x="0" y="19"/>
                    </a:lnTo>
                    <a:lnTo>
                      <a:pt x="1" y="21"/>
                    </a:lnTo>
                    <a:lnTo>
                      <a:pt x="2" y="25"/>
                    </a:lnTo>
                    <a:lnTo>
                      <a:pt x="5" y="26"/>
                    </a:lnTo>
                    <a:lnTo>
                      <a:pt x="12" y="23"/>
                    </a:lnTo>
                    <a:lnTo>
                      <a:pt x="22" y="20"/>
                    </a:lnTo>
                    <a:lnTo>
                      <a:pt x="34" y="16"/>
                    </a:lnTo>
                    <a:lnTo>
                      <a:pt x="46" y="13"/>
                    </a:lnTo>
                    <a:lnTo>
                      <a:pt x="58" y="8"/>
                    </a:lnTo>
                    <a:lnTo>
                      <a:pt x="69" y="5"/>
                    </a:lnTo>
                    <a:lnTo>
                      <a:pt x="80" y="3"/>
                    </a:lnTo>
                    <a:lnTo>
                      <a:pt x="87"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5" name="Freeform 146">
                <a:extLst>
                  <a:ext uri="{FF2B5EF4-FFF2-40B4-BE49-F238E27FC236}">
                    <a16:creationId xmlns:a16="http://schemas.microsoft.com/office/drawing/2014/main" id="{4EB93812-C9B6-46EF-911F-85EF4A3598E1}"/>
                  </a:ext>
                </a:extLst>
              </p:cNvPr>
              <p:cNvSpPr>
                <a:spLocks/>
              </p:cNvSpPr>
              <p:nvPr/>
            </p:nvSpPr>
            <p:spPr bwMode="auto">
              <a:xfrm>
                <a:off x="3818" y="3291"/>
                <a:ext cx="40" cy="27"/>
              </a:xfrm>
              <a:custGeom>
                <a:avLst/>
                <a:gdLst>
                  <a:gd name="T0" fmla="*/ 35 w 74"/>
                  <a:gd name="T1" fmla="*/ 0 h 51"/>
                  <a:gd name="T2" fmla="*/ 36 w 74"/>
                  <a:gd name="T3" fmla="*/ 1 h 51"/>
                  <a:gd name="T4" fmla="*/ 37 w 74"/>
                  <a:gd name="T5" fmla="*/ 3 h 51"/>
                  <a:gd name="T6" fmla="*/ 39 w 74"/>
                  <a:gd name="T7" fmla="*/ 3 h 51"/>
                  <a:gd name="T8" fmla="*/ 40 w 74"/>
                  <a:gd name="T9" fmla="*/ 4 h 51"/>
                  <a:gd name="T10" fmla="*/ 35 w 74"/>
                  <a:gd name="T11" fmla="*/ 4 h 51"/>
                  <a:gd name="T12" fmla="*/ 29 w 74"/>
                  <a:gd name="T13" fmla="*/ 5 h 51"/>
                  <a:gd name="T14" fmla="*/ 24 w 74"/>
                  <a:gd name="T15" fmla="*/ 7 h 51"/>
                  <a:gd name="T16" fmla="*/ 18 w 74"/>
                  <a:gd name="T17" fmla="*/ 11 h 51"/>
                  <a:gd name="T18" fmla="*/ 13 w 74"/>
                  <a:gd name="T19" fmla="*/ 14 h 51"/>
                  <a:gd name="T20" fmla="*/ 8 w 74"/>
                  <a:gd name="T21" fmla="*/ 19 h 51"/>
                  <a:gd name="T22" fmla="*/ 4 w 74"/>
                  <a:gd name="T23" fmla="*/ 23 h 51"/>
                  <a:gd name="T24" fmla="*/ 0 w 74"/>
                  <a:gd name="T25" fmla="*/ 27 h 51"/>
                  <a:gd name="T26" fmla="*/ 1 w 74"/>
                  <a:gd name="T27" fmla="*/ 23 h 51"/>
                  <a:gd name="T28" fmla="*/ 3 w 74"/>
                  <a:gd name="T29" fmla="*/ 19 h 51"/>
                  <a:gd name="T30" fmla="*/ 6 w 74"/>
                  <a:gd name="T31" fmla="*/ 13 h 51"/>
                  <a:gd name="T32" fmla="*/ 11 w 74"/>
                  <a:gd name="T33" fmla="*/ 10 h 51"/>
                  <a:gd name="T34" fmla="*/ 16 w 74"/>
                  <a:gd name="T35" fmla="*/ 6 h 51"/>
                  <a:gd name="T36" fmla="*/ 21 w 74"/>
                  <a:gd name="T37" fmla="*/ 3 h 51"/>
                  <a:gd name="T38" fmla="*/ 28 w 74"/>
                  <a:gd name="T39" fmla="*/ 1 h 51"/>
                  <a:gd name="T40" fmla="*/ 35 w 74"/>
                  <a:gd name="T41" fmla="*/ 0 h 5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 h="51">
                    <a:moveTo>
                      <a:pt x="64" y="0"/>
                    </a:moveTo>
                    <a:lnTo>
                      <a:pt x="67" y="2"/>
                    </a:lnTo>
                    <a:lnTo>
                      <a:pt x="69" y="5"/>
                    </a:lnTo>
                    <a:lnTo>
                      <a:pt x="72" y="6"/>
                    </a:lnTo>
                    <a:lnTo>
                      <a:pt x="74" y="8"/>
                    </a:lnTo>
                    <a:lnTo>
                      <a:pt x="65" y="8"/>
                    </a:lnTo>
                    <a:lnTo>
                      <a:pt x="54" y="10"/>
                    </a:lnTo>
                    <a:lnTo>
                      <a:pt x="44" y="14"/>
                    </a:lnTo>
                    <a:lnTo>
                      <a:pt x="34" y="20"/>
                    </a:lnTo>
                    <a:lnTo>
                      <a:pt x="24" y="27"/>
                    </a:lnTo>
                    <a:lnTo>
                      <a:pt x="15" y="35"/>
                    </a:lnTo>
                    <a:lnTo>
                      <a:pt x="7" y="43"/>
                    </a:lnTo>
                    <a:lnTo>
                      <a:pt x="0" y="51"/>
                    </a:lnTo>
                    <a:lnTo>
                      <a:pt x="1" y="43"/>
                    </a:lnTo>
                    <a:lnTo>
                      <a:pt x="6" y="35"/>
                    </a:lnTo>
                    <a:lnTo>
                      <a:pt x="12" y="25"/>
                    </a:lnTo>
                    <a:lnTo>
                      <a:pt x="20" y="19"/>
                    </a:lnTo>
                    <a:lnTo>
                      <a:pt x="29" y="12"/>
                    </a:lnTo>
                    <a:lnTo>
                      <a:pt x="39" y="6"/>
                    </a:lnTo>
                    <a:lnTo>
                      <a:pt x="51" y="1"/>
                    </a:lnTo>
                    <a:lnTo>
                      <a:pt x="64"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6" name="Freeform 147">
                <a:extLst>
                  <a:ext uri="{FF2B5EF4-FFF2-40B4-BE49-F238E27FC236}">
                    <a16:creationId xmlns:a16="http://schemas.microsoft.com/office/drawing/2014/main" id="{16EF8A53-A68C-4DF3-9F4A-EC230A35B3B1}"/>
                  </a:ext>
                </a:extLst>
              </p:cNvPr>
              <p:cNvSpPr>
                <a:spLocks/>
              </p:cNvSpPr>
              <p:nvPr/>
            </p:nvSpPr>
            <p:spPr bwMode="auto">
              <a:xfrm>
                <a:off x="3750" y="3234"/>
                <a:ext cx="32" cy="25"/>
              </a:xfrm>
              <a:custGeom>
                <a:avLst/>
                <a:gdLst>
                  <a:gd name="T0" fmla="*/ 14 w 59"/>
                  <a:gd name="T1" fmla="*/ 3 h 45"/>
                  <a:gd name="T2" fmla="*/ 12 w 59"/>
                  <a:gd name="T3" fmla="*/ 2 h 45"/>
                  <a:gd name="T4" fmla="*/ 9 w 59"/>
                  <a:gd name="T5" fmla="*/ 1 h 45"/>
                  <a:gd name="T6" fmla="*/ 5 w 59"/>
                  <a:gd name="T7" fmla="*/ 1 h 45"/>
                  <a:gd name="T8" fmla="*/ 0 w 59"/>
                  <a:gd name="T9" fmla="*/ 0 h 45"/>
                  <a:gd name="T10" fmla="*/ 4 w 59"/>
                  <a:gd name="T11" fmla="*/ 3 h 45"/>
                  <a:gd name="T12" fmla="*/ 8 w 59"/>
                  <a:gd name="T13" fmla="*/ 6 h 45"/>
                  <a:gd name="T14" fmla="*/ 12 w 59"/>
                  <a:gd name="T15" fmla="*/ 9 h 45"/>
                  <a:gd name="T16" fmla="*/ 16 w 59"/>
                  <a:gd name="T17" fmla="*/ 12 h 45"/>
                  <a:gd name="T18" fmla="*/ 20 w 59"/>
                  <a:gd name="T19" fmla="*/ 16 h 45"/>
                  <a:gd name="T20" fmla="*/ 23 w 59"/>
                  <a:gd name="T21" fmla="*/ 20 h 45"/>
                  <a:gd name="T22" fmla="*/ 25 w 59"/>
                  <a:gd name="T23" fmla="*/ 23 h 45"/>
                  <a:gd name="T24" fmla="*/ 27 w 59"/>
                  <a:gd name="T25" fmla="*/ 25 h 45"/>
                  <a:gd name="T26" fmla="*/ 29 w 59"/>
                  <a:gd name="T27" fmla="*/ 24 h 45"/>
                  <a:gd name="T28" fmla="*/ 31 w 59"/>
                  <a:gd name="T29" fmla="*/ 22 h 45"/>
                  <a:gd name="T30" fmla="*/ 32 w 59"/>
                  <a:gd name="T31" fmla="*/ 19 h 45"/>
                  <a:gd name="T32" fmla="*/ 30 w 59"/>
                  <a:gd name="T33" fmla="*/ 17 h 45"/>
                  <a:gd name="T34" fmla="*/ 25 w 59"/>
                  <a:gd name="T35" fmla="*/ 14 h 45"/>
                  <a:gd name="T36" fmla="*/ 21 w 59"/>
                  <a:gd name="T37" fmla="*/ 10 h 45"/>
                  <a:gd name="T38" fmla="*/ 17 w 59"/>
                  <a:gd name="T39" fmla="*/ 6 h 45"/>
                  <a:gd name="T40" fmla="*/ 14 w 59"/>
                  <a:gd name="T41" fmla="*/ 3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9" h="45">
                    <a:moveTo>
                      <a:pt x="26" y="5"/>
                    </a:moveTo>
                    <a:lnTo>
                      <a:pt x="22" y="3"/>
                    </a:lnTo>
                    <a:lnTo>
                      <a:pt x="16" y="2"/>
                    </a:lnTo>
                    <a:lnTo>
                      <a:pt x="9" y="2"/>
                    </a:lnTo>
                    <a:lnTo>
                      <a:pt x="0" y="0"/>
                    </a:lnTo>
                    <a:lnTo>
                      <a:pt x="7" y="5"/>
                    </a:lnTo>
                    <a:lnTo>
                      <a:pt x="14" y="10"/>
                    </a:lnTo>
                    <a:lnTo>
                      <a:pt x="22" y="17"/>
                    </a:lnTo>
                    <a:lnTo>
                      <a:pt x="30" y="22"/>
                    </a:lnTo>
                    <a:lnTo>
                      <a:pt x="37" y="29"/>
                    </a:lnTo>
                    <a:lnTo>
                      <a:pt x="43" y="36"/>
                    </a:lnTo>
                    <a:lnTo>
                      <a:pt x="47" y="41"/>
                    </a:lnTo>
                    <a:lnTo>
                      <a:pt x="49" y="45"/>
                    </a:lnTo>
                    <a:lnTo>
                      <a:pt x="54" y="43"/>
                    </a:lnTo>
                    <a:lnTo>
                      <a:pt x="57" y="40"/>
                    </a:lnTo>
                    <a:lnTo>
                      <a:pt x="59" y="35"/>
                    </a:lnTo>
                    <a:lnTo>
                      <a:pt x="55" y="30"/>
                    </a:lnTo>
                    <a:lnTo>
                      <a:pt x="47" y="25"/>
                    </a:lnTo>
                    <a:lnTo>
                      <a:pt x="39" y="18"/>
                    </a:lnTo>
                    <a:lnTo>
                      <a:pt x="31" y="11"/>
                    </a:lnTo>
                    <a:lnTo>
                      <a:pt x="26"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7" name="Freeform 148">
                <a:extLst>
                  <a:ext uri="{FF2B5EF4-FFF2-40B4-BE49-F238E27FC236}">
                    <a16:creationId xmlns:a16="http://schemas.microsoft.com/office/drawing/2014/main" id="{D314FD2D-FEC9-456D-A988-1832038E66B5}"/>
                  </a:ext>
                </a:extLst>
              </p:cNvPr>
              <p:cNvSpPr>
                <a:spLocks/>
              </p:cNvSpPr>
              <p:nvPr/>
            </p:nvSpPr>
            <p:spPr bwMode="auto">
              <a:xfrm>
                <a:off x="3644" y="3157"/>
                <a:ext cx="42" cy="43"/>
              </a:xfrm>
              <a:custGeom>
                <a:avLst/>
                <a:gdLst>
                  <a:gd name="T0" fmla="*/ 31 w 75"/>
                  <a:gd name="T1" fmla="*/ 26 h 78"/>
                  <a:gd name="T2" fmla="*/ 28 w 75"/>
                  <a:gd name="T3" fmla="*/ 24 h 78"/>
                  <a:gd name="T4" fmla="*/ 25 w 75"/>
                  <a:gd name="T5" fmla="*/ 21 h 78"/>
                  <a:gd name="T6" fmla="*/ 22 w 75"/>
                  <a:gd name="T7" fmla="*/ 18 h 78"/>
                  <a:gd name="T8" fmla="*/ 19 w 75"/>
                  <a:gd name="T9" fmla="*/ 14 h 78"/>
                  <a:gd name="T10" fmla="*/ 15 w 75"/>
                  <a:gd name="T11" fmla="*/ 10 h 78"/>
                  <a:gd name="T12" fmla="*/ 11 w 75"/>
                  <a:gd name="T13" fmla="*/ 6 h 78"/>
                  <a:gd name="T14" fmla="*/ 6 w 75"/>
                  <a:gd name="T15" fmla="*/ 3 h 78"/>
                  <a:gd name="T16" fmla="*/ 0 w 75"/>
                  <a:gd name="T17" fmla="*/ 0 h 78"/>
                  <a:gd name="T18" fmla="*/ 4 w 75"/>
                  <a:gd name="T19" fmla="*/ 4 h 78"/>
                  <a:gd name="T20" fmla="*/ 8 w 75"/>
                  <a:gd name="T21" fmla="*/ 9 h 78"/>
                  <a:gd name="T22" fmla="*/ 13 w 75"/>
                  <a:gd name="T23" fmla="*/ 14 h 78"/>
                  <a:gd name="T24" fmla="*/ 17 w 75"/>
                  <a:gd name="T25" fmla="*/ 20 h 78"/>
                  <a:gd name="T26" fmla="*/ 21 w 75"/>
                  <a:gd name="T27" fmla="*/ 26 h 78"/>
                  <a:gd name="T28" fmla="*/ 25 w 75"/>
                  <a:gd name="T29" fmla="*/ 30 h 78"/>
                  <a:gd name="T30" fmla="*/ 28 w 75"/>
                  <a:gd name="T31" fmla="*/ 35 h 78"/>
                  <a:gd name="T32" fmla="*/ 30 w 75"/>
                  <a:gd name="T33" fmla="*/ 37 h 78"/>
                  <a:gd name="T34" fmla="*/ 33 w 75"/>
                  <a:gd name="T35" fmla="*/ 39 h 78"/>
                  <a:gd name="T36" fmla="*/ 36 w 75"/>
                  <a:gd name="T37" fmla="*/ 40 h 78"/>
                  <a:gd name="T38" fmla="*/ 40 w 75"/>
                  <a:gd name="T39" fmla="*/ 42 h 78"/>
                  <a:gd name="T40" fmla="*/ 42 w 75"/>
                  <a:gd name="T41" fmla="*/ 43 h 78"/>
                  <a:gd name="T42" fmla="*/ 39 w 75"/>
                  <a:gd name="T43" fmla="*/ 39 h 78"/>
                  <a:gd name="T44" fmla="*/ 36 w 75"/>
                  <a:gd name="T45" fmla="*/ 35 h 78"/>
                  <a:gd name="T46" fmla="*/ 34 w 75"/>
                  <a:gd name="T47" fmla="*/ 30 h 78"/>
                  <a:gd name="T48" fmla="*/ 31 w 75"/>
                  <a:gd name="T49" fmla="*/ 26 h 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8">
                    <a:moveTo>
                      <a:pt x="56" y="48"/>
                    </a:moveTo>
                    <a:lnTo>
                      <a:pt x="50" y="44"/>
                    </a:lnTo>
                    <a:lnTo>
                      <a:pt x="45" y="38"/>
                    </a:lnTo>
                    <a:lnTo>
                      <a:pt x="40" y="32"/>
                    </a:lnTo>
                    <a:lnTo>
                      <a:pt x="34" y="25"/>
                    </a:lnTo>
                    <a:lnTo>
                      <a:pt x="27" y="18"/>
                    </a:lnTo>
                    <a:lnTo>
                      <a:pt x="20" y="11"/>
                    </a:lnTo>
                    <a:lnTo>
                      <a:pt x="11" y="5"/>
                    </a:lnTo>
                    <a:lnTo>
                      <a:pt x="0" y="0"/>
                    </a:lnTo>
                    <a:lnTo>
                      <a:pt x="7" y="8"/>
                    </a:lnTo>
                    <a:lnTo>
                      <a:pt x="15" y="17"/>
                    </a:lnTo>
                    <a:lnTo>
                      <a:pt x="23" y="26"/>
                    </a:lnTo>
                    <a:lnTo>
                      <a:pt x="31" y="37"/>
                    </a:lnTo>
                    <a:lnTo>
                      <a:pt x="38" y="47"/>
                    </a:lnTo>
                    <a:lnTo>
                      <a:pt x="45" y="55"/>
                    </a:lnTo>
                    <a:lnTo>
                      <a:pt x="50" y="63"/>
                    </a:lnTo>
                    <a:lnTo>
                      <a:pt x="53" y="68"/>
                    </a:lnTo>
                    <a:lnTo>
                      <a:pt x="59" y="70"/>
                    </a:lnTo>
                    <a:lnTo>
                      <a:pt x="65" y="73"/>
                    </a:lnTo>
                    <a:lnTo>
                      <a:pt x="71" y="76"/>
                    </a:lnTo>
                    <a:lnTo>
                      <a:pt x="75" y="78"/>
                    </a:lnTo>
                    <a:lnTo>
                      <a:pt x="69" y="71"/>
                    </a:lnTo>
                    <a:lnTo>
                      <a:pt x="65" y="63"/>
                    </a:lnTo>
                    <a:lnTo>
                      <a:pt x="60" y="55"/>
                    </a:lnTo>
                    <a:lnTo>
                      <a:pt x="56" y="4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8" name="Freeform 149">
                <a:extLst>
                  <a:ext uri="{FF2B5EF4-FFF2-40B4-BE49-F238E27FC236}">
                    <a16:creationId xmlns:a16="http://schemas.microsoft.com/office/drawing/2014/main" id="{61153BD0-AA35-426E-BC00-FF053F876BE2}"/>
                  </a:ext>
                </a:extLst>
              </p:cNvPr>
              <p:cNvSpPr>
                <a:spLocks/>
              </p:cNvSpPr>
              <p:nvPr/>
            </p:nvSpPr>
            <p:spPr bwMode="auto">
              <a:xfrm>
                <a:off x="3629" y="3167"/>
                <a:ext cx="24" cy="77"/>
              </a:xfrm>
              <a:custGeom>
                <a:avLst/>
                <a:gdLst>
                  <a:gd name="T0" fmla="*/ 0 w 42"/>
                  <a:gd name="T1" fmla="*/ 0 h 140"/>
                  <a:gd name="T2" fmla="*/ 3 w 42"/>
                  <a:gd name="T3" fmla="*/ 14 h 140"/>
                  <a:gd name="T4" fmla="*/ 5 w 42"/>
                  <a:gd name="T5" fmla="*/ 28 h 140"/>
                  <a:gd name="T6" fmla="*/ 5 w 42"/>
                  <a:gd name="T7" fmla="*/ 41 h 140"/>
                  <a:gd name="T8" fmla="*/ 4 w 42"/>
                  <a:gd name="T9" fmla="*/ 51 h 140"/>
                  <a:gd name="T10" fmla="*/ 3 w 42"/>
                  <a:gd name="T11" fmla="*/ 58 h 140"/>
                  <a:gd name="T12" fmla="*/ 4 w 42"/>
                  <a:gd name="T13" fmla="*/ 67 h 140"/>
                  <a:gd name="T14" fmla="*/ 6 w 42"/>
                  <a:gd name="T15" fmla="*/ 74 h 140"/>
                  <a:gd name="T16" fmla="*/ 13 w 42"/>
                  <a:gd name="T17" fmla="*/ 77 h 140"/>
                  <a:gd name="T18" fmla="*/ 19 w 42"/>
                  <a:gd name="T19" fmla="*/ 73 h 140"/>
                  <a:gd name="T20" fmla="*/ 23 w 42"/>
                  <a:gd name="T21" fmla="*/ 64 h 140"/>
                  <a:gd name="T22" fmla="*/ 24 w 42"/>
                  <a:gd name="T23" fmla="*/ 53 h 140"/>
                  <a:gd name="T24" fmla="*/ 22 w 42"/>
                  <a:gd name="T25" fmla="*/ 45 h 140"/>
                  <a:gd name="T26" fmla="*/ 20 w 42"/>
                  <a:gd name="T27" fmla="*/ 41 h 140"/>
                  <a:gd name="T28" fmla="*/ 18 w 42"/>
                  <a:gd name="T29" fmla="*/ 36 h 140"/>
                  <a:gd name="T30" fmla="*/ 15 w 42"/>
                  <a:gd name="T31" fmla="*/ 29 h 140"/>
                  <a:gd name="T32" fmla="*/ 11 w 42"/>
                  <a:gd name="T33" fmla="*/ 23 h 140"/>
                  <a:gd name="T34" fmla="*/ 8 w 42"/>
                  <a:gd name="T35" fmla="*/ 16 h 140"/>
                  <a:gd name="T36" fmla="*/ 5 w 42"/>
                  <a:gd name="T37" fmla="*/ 10 h 140"/>
                  <a:gd name="T38" fmla="*/ 2 w 42"/>
                  <a:gd name="T39" fmla="*/ 4 h 140"/>
                  <a:gd name="T40" fmla="*/ 0 w 42"/>
                  <a:gd name="T41" fmla="*/ 0 h 1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40">
                    <a:moveTo>
                      <a:pt x="0" y="0"/>
                    </a:moveTo>
                    <a:lnTo>
                      <a:pt x="5" y="25"/>
                    </a:lnTo>
                    <a:lnTo>
                      <a:pt x="9" y="50"/>
                    </a:lnTo>
                    <a:lnTo>
                      <a:pt x="8" y="75"/>
                    </a:lnTo>
                    <a:lnTo>
                      <a:pt x="7" y="93"/>
                    </a:lnTo>
                    <a:lnTo>
                      <a:pt x="5" y="106"/>
                    </a:lnTo>
                    <a:lnTo>
                      <a:pt x="7" y="122"/>
                    </a:lnTo>
                    <a:lnTo>
                      <a:pt x="11" y="135"/>
                    </a:lnTo>
                    <a:lnTo>
                      <a:pt x="23" y="140"/>
                    </a:lnTo>
                    <a:lnTo>
                      <a:pt x="34" y="133"/>
                    </a:lnTo>
                    <a:lnTo>
                      <a:pt x="40" y="116"/>
                    </a:lnTo>
                    <a:lnTo>
                      <a:pt x="42" y="96"/>
                    </a:lnTo>
                    <a:lnTo>
                      <a:pt x="39" y="81"/>
                    </a:lnTo>
                    <a:lnTo>
                      <a:pt x="35" y="74"/>
                    </a:lnTo>
                    <a:lnTo>
                      <a:pt x="31" y="65"/>
                    </a:lnTo>
                    <a:lnTo>
                      <a:pt x="26" y="53"/>
                    </a:lnTo>
                    <a:lnTo>
                      <a:pt x="19" y="42"/>
                    </a:lnTo>
                    <a:lnTo>
                      <a:pt x="14" y="29"/>
                    </a:lnTo>
                    <a:lnTo>
                      <a:pt x="8" y="18"/>
                    </a:lnTo>
                    <a:lnTo>
                      <a:pt x="3"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9" name="Freeform 150">
                <a:extLst>
                  <a:ext uri="{FF2B5EF4-FFF2-40B4-BE49-F238E27FC236}">
                    <a16:creationId xmlns:a16="http://schemas.microsoft.com/office/drawing/2014/main" id="{10304A62-4255-4CB6-BD31-750257AE4E4F}"/>
                  </a:ext>
                </a:extLst>
              </p:cNvPr>
              <p:cNvSpPr>
                <a:spLocks/>
              </p:cNvSpPr>
              <p:nvPr/>
            </p:nvSpPr>
            <p:spPr bwMode="auto">
              <a:xfrm>
                <a:off x="3818" y="3295"/>
                <a:ext cx="127" cy="96"/>
              </a:xfrm>
              <a:custGeom>
                <a:avLst/>
                <a:gdLst>
                  <a:gd name="T0" fmla="*/ 36 w 232"/>
                  <a:gd name="T1" fmla="*/ 0 h 175"/>
                  <a:gd name="T2" fmla="*/ 24 w 232"/>
                  <a:gd name="T3" fmla="*/ 3 h 175"/>
                  <a:gd name="T4" fmla="*/ 13 w 232"/>
                  <a:gd name="T5" fmla="*/ 10 h 175"/>
                  <a:gd name="T6" fmla="*/ 4 w 232"/>
                  <a:gd name="T7" fmla="*/ 19 h 175"/>
                  <a:gd name="T8" fmla="*/ 5 w 232"/>
                  <a:gd name="T9" fmla="*/ 22 h 175"/>
                  <a:gd name="T10" fmla="*/ 13 w 232"/>
                  <a:gd name="T11" fmla="*/ 23 h 175"/>
                  <a:gd name="T12" fmla="*/ 19 w 232"/>
                  <a:gd name="T13" fmla="*/ 24 h 175"/>
                  <a:gd name="T14" fmla="*/ 25 w 232"/>
                  <a:gd name="T15" fmla="*/ 24 h 175"/>
                  <a:gd name="T16" fmla="*/ 30 w 232"/>
                  <a:gd name="T17" fmla="*/ 28 h 175"/>
                  <a:gd name="T18" fmla="*/ 31 w 232"/>
                  <a:gd name="T19" fmla="*/ 38 h 175"/>
                  <a:gd name="T20" fmla="*/ 36 w 232"/>
                  <a:gd name="T21" fmla="*/ 44 h 175"/>
                  <a:gd name="T22" fmla="*/ 39 w 232"/>
                  <a:gd name="T23" fmla="*/ 50 h 175"/>
                  <a:gd name="T24" fmla="*/ 39 w 232"/>
                  <a:gd name="T25" fmla="*/ 57 h 175"/>
                  <a:gd name="T26" fmla="*/ 39 w 232"/>
                  <a:gd name="T27" fmla="*/ 63 h 175"/>
                  <a:gd name="T28" fmla="*/ 42 w 232"/>
                  <a:gd name="T29" fmla="*/ 67 h 175"/>
                  <a:gd name="T30" fmla="*/ 50 w 232"/>
                  <a:gd name="T31" fmla="*/ 72 h 175"/>
                  <a:gd name="T32" fmla="*/ 57 w 232"/>
                  <a:gd name="T33" fmla="*/ 79 h 175"/>
                  <a:gd name="T34" fmla="*/ 63 w 232"/>
                  <a:gd name="T35" fmla="*/ 85 h 175"/>
                  <a:gd name="T36" fmla="*/ 69 w 232"/>
                  <a:gd name="T37" fmla="*/ 85 h 175"/>
                  <a:gd name="T38" fmla="*/ 73 w 232"/>
                  <a:gd name="T39" fmla="*/ 76 h 175"/>
                  <a:gd name="T40" fmla="*/ 71 w 232"/>
                  <a:gd name="T41" fmla="*/ 70 h 175"/>
                  <a:gd name="T42" fmla="*/ 65 w 232"/>
                  <a:gd name="T43" fmla="*/ 64 h 175"/>
                  <a:gd name="T44" fmla="*/ 60 w 232"/>
                  <a:gd name="T45" fmla="*/ 57 h 175"/>
                  <a:gd name="T46" fmla="*/ 58 w 232"/>
                  <a:gd name="T47" fmla="*/ 49 h 175"/>
                  <a:gd name="T48" fmla="*/ 66 w 232"/>
                  <a:gd name="T49" fmla="*/ 44 h 175"/>
                  <a:gd name="T50" fmla="*/ 78 w 232"/>
                  <a:gd name="T51" fmla="*/ 52 h 175"/>
                  <a:gd name="T52" fmla="*/ 89 w 232"/>
                  <a:gd name="T53" fmla="*/ 69 h 175"/>
                  <a:gd name="T54" fmla="*/ 96 w 232"/>
                  <a:gd name="T55" fmla="*/ 85 h 175"/>
                  <a:gd name="T56" fmla="*/ 99 w 232"/>
                  <a:gd name="T57" fmla="*/ 94 h 175"/>
                  <a:gd name="T58" fmla="*/ 107 w 232"/>
                  <a:gd name="T59" fmla="*/ 96 h 175"/>
                  <a:gd name="T60" fmla="*/ 112 w 232"/>
                  <a:gd name="T61" fmla="*/ 94 h 175"/>
                  <a:gd name="T62" fmla="*/ 112 w 232"/>
                  <a:gd name="T63" fmla="*/ 88 h 175"/>
                  <a:gd name="T64" fmla="*/ 114 w 232"/>
                  <a:gd name="T65" fmla="*/ 85 h 175"/>
                  <a:gd name="T66" fmla="*/ 119 w 232"/>
                  <a:gd name="T67" fmla="*/ 80 h 175"/>
                  <a:gd name="T68" fmla="*/ 124 w 232"/>
                  <a:gd name="T69" fmla="*/ 70 h 175"/>
                  <a:gd name="T70" fmla="*/ 127 w 232"/>
                  <a:gd name="T71" fmla="*/ 55 h 175"/>
                  <a:gd name="T72" fmla="*/ 127 w 232"/>
                  <a:gd name="T73" fmla="*/ 44 h 175"/>
                  <a:gd name="T74" fmla="*/ 126 w 232"/>
                  <a:gd name="T75" fmla="*/ 33 h 175"/>
                  <a:gd name="T76" fmla="*/ 122 w 232"/>
                  <a:gd name="T77" fmla="*/ 27 h 175"/>
                  <a:gd name="T78" fmla="*/ 114 w 232"/>
                  <a:gd name="T79" fmla="*/ 20 h 175"/>
                  <a:gd name="T80" fmla="*/ 107 w 232"/>
                  <a:gd name="T81" fmla="*/ 16 h 175"/>
                  <a:gd name="T82" fmla="*/ 99 w 232"/>
                  <a:gd name="T83" fmla="*/ 14 h 175"/>
                  <a:gd name="T84" fmla="*/ 89 w 232"/>
                  <a:gd name="T85" fmla="*/ 11 h 175"/>
                  <a:gd name="T86" fmla="*/ 78 w 232"/>
                  <a:gd name="T87" fmla="*/ 8 h 175"/>
                  <a:gd name="T88" fmla="*/ 71 w 232"/>
                  <a:gd name="T89" fmla="*/ 7 h 175"/>
                  <a:gd name="T90" fmla="*/ 61 w 232"/>
                  <a:gd name="T91" fmla="*/ 4 h 175"/>
                  <a:gd name="T92" fmla="*/ 52 w 232"/>
                  <a:gd name="T93" fmla="*/ 2 h 175"/>
                  <a:gd name="T94" fmla="*/ 44 w 232"/>
                  <a:gd name="T95" fmla="*/ 0 h 17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 h="175">
                    <a:moveTo>
                      <a:pt x="74" y="0"/>
                    </a:moveTo>
                    <a:lnTo>
                      <a:pt x="65" y="0"/>
                    </a:lnTo>
                    <a:lnTo>
                      <a:pt x="54" y="2"/>
                    </a:lnTo>
                    <a:lnTo>
                      <a:pt x="44" y="6"/>
                    </a:lnTo>
                    <a:lnTo>
                      <a:pt x="34" y="12"/>
                    </a:lnTo>
                    <a:lnTo>
                      <a:pt x="24" y="19"/>
                    </a:lnTo>
                    <a:lnTo>
                      <a:pt x="15" y="27"/>
                    </a:lnTo>
                    <a:lnTo>
                      <a:pt x="7" y="35"/>
                    </a:lnTo>
                    <a:lnTo>
                      <a:pt x="0" y="43"/>
                    </a:lnTo>
                    <a:lnTo>
                      <a:pt x="10" y="41"/>
                    </a:lnTo>
                    <a:lnTo>
                      <a:pt x="16" y="41"/>
                    </a:lnTo>
                    <a:lnTo>
                      <a:pt x="23" y="42"/>
                    </a:lnTo>
                    <a:lnTo>
                      <a:pt x="30" y="44"/>
                    </a:lnTo>
                    <a:lnTo>
                      <a:pt x="35" y="43"/>
                    </a:lnTo>
                    <a:lnTo>
                      <a:pt x="41" y="43"/>
                    </a:lnTo>
                    <a:lnTo>
                      <a:pt x="46" y="43"/>
                    </a:lnTo>
                    <a:lnTo>
                      <a:pt x="51" y="45"/>
                    </a:lnTo>
                    <a:lnTo>
                      <a:pt x="54" y="51"/>
                    </a:lnTo>
                    <a:lnTo>
                      <a:pt x="57" y="59"/>
                    </a:lnTo>
                    <a:lnTo>
                      <a:pt x="57" y="69"/>
                    </a:lnTo>
                    <a:lnTo>
                      <a:pt x="57" y="82"/>
                    </a:lnTo>
                    <a:lnTo>
                      <a:pt x="65" y="81"/>
                    </a:lnTo>
                    <a:lnTo>
                      <a:pt x="69" y="85"/>
                    </a:lnTo>
                    <a:lnTo>
                      <a:pt x="72" y="92"/>
                    </a:lnTo>
                    <a:lnTo>
                      <a:pt x="72" y="100"/>
                    </a:lnTo>
                    <a:lnTo>
                      <a:pt x="72" y="104"/>
                    </a:lnTo>
                    <a:lnTo>
                      <a:pt x="71" y="108"/>
                    </a:lnTo>
                    <a:lnTo>
                      <a:pt x="71" y="114"/>
                    </a:lnTo>
                    <a:lnTo>
                      <a:pt x="69" y="120"/>
                    </a:lnTo>
                    <a:lnTo>
                      <a:pt x="76" y="122"/>
                    </a:lnTo>
                    <a:lnTo>
                      <a:pt x="83" y="127"/>
                    </a:lnTo>
                    <a:lnTo>
                      <a:pt x="91" y="132"/>
                    </a:lnTo>
                    <a:lnTo>
                      <a:pt x="98" y="137"/>
                    </a:lnTo>
                    <a:lnTo>
                      <a:pt x="105" y="144"/>
                    </a:lnTo>
                    <a:lnTo>
                      <a:pt x="111" y="150"/>
                    </a:lnTo>
                    <a:lnTo>
                      <a:pt x="115" y="155"/>
                    </a:lnTo>
                    <a:lnTo>
                      <a:pt x="118" y="159"/>
                    </a:lnTo>
                    <a:lnTo>
                      <a:pt x="126" y="155"/>
                    </a:lnTo>
                    <a:lnTo>
                      <a:pt x="130" y="146"/>
                    </a:lnTo>
                    <a:lnTo>
                      <a:pt x="133" y="138"/>
                    </a:lnTo>
                    <a:lnTo>
                      <a:pt x="132" y="132"/>
                    </a:lnTo>
                    <a:lnTo>
                      <a:pt x="129" y="128"/>
                    </a:lnTo>
                    <a:lnTo>
                      <a:pt x="125" y="123"/>
                    </a:lnTo>
                    <a:lnTo>
                      <a:pt x="119" y="117"/>
                    </a:lnTo>
                    <a:lnTo>
                      <a:pt x="113" y="110"/>
                    </a:lnTo>
                    <a:lnTo>
                      <a:pt x="109" y="103"/>
                    </a:lnTo>
                    <a:lnTo>
                      <a:pt x="106" y="96"/>
                    </a:lnTo>
                    <a:lnTo>
                      <a:pt x="106" y="89"/>
                    </a:lnTo>
                    <a:lnTo>
                      <a:pt x="111" y="83"/>
                    </a:lnTo>
                    <a:lnTo>
                      <a:pt x="120" y="80"/>
                    </a:lnTo>
                    <a:lnTo>
                      <a:pt x="132" y="84"/>
                    </a:lnTo>
                    <a:lnTo>
                      <a:pt x="142" y="95"/>
                    </a:lnTo>
                    <a:lnTo>
                      <a:pt x="152" y="108"/>
                    </a:lnTo>
                    <a:lnTo>
                      <a:pt x="163" y="125"/>
                    </a:lnTo>
                    <a:lnTo>
                      <a:pt x="170" y="141"/>
                    </a:lnTo>
                    <a:lnTo>
                      <a:pt x="175" y="155"/>
                    </a:lnTo>
                    <a:lnTo>
                      <a:pt x="179" y="165"/>
                    </a:lnTo>
                    <a:lnTo>
                      <a:pt x="181" y="172"/>
                    </a:lnTo>
                    <a:lnTo>
                      <a:pt x="188" y="174"/>
                    </a:lnTo>
                    <a:lnTo>
                      <a:pt x="195" y="175"/>
                    </a:lnTo>
                    <a:lnTo>
                      <a:pt x="203" y="174"/>
                    </a:lnTo>
                    <a:lnTo>
                      <a:pt x="205" y="171"/>
                    </a:lnTo>
                    <a:lnTo>
                      <a:pt x="205" y="165"/>
                    </a:lnTo>
                    <a:lnTo>
                      <a:pt x="204" y="160"/>
                    </a:lnTo>
                    <a:lnTo>
                      <a:pt x="203" y="157"/>
                    </a:lnTo>
                    <a:lnTo>
                      <a:pt x="209" y="155"/>
                    </a:lnTo>
                    <a:lnTo>
                      <a:pt x="215" y="150"/>
                    </a:lnTo>
                    <a:lnTo>
                      <a:pt x="218" y="145"/>
                    </a:lnTo>
                    <a:lnTo>
                      <a:pt x="223" y="140"/>
                    </a:lnTo>
                    <a:lnTo>
                      <a:pt x="227" y="128"/>
                    </a:lnTo>
                    <a:lnTo>
                      <a:pt x="231" y="114"/>
                    </a:lnTo>
                    <a:lnTo>
                      <a:pt x="232" y="100"/>
                    </a:lnTo>
                    <a:lnTo>
                      <a:pt x="232" y="88"/>
                    </a:lnTo>
                    <a:lnTo>
                      <a:pt x="232" y="80"/>
                    </a:lnTo>
                    <a:lnTo>
                      <a:pt x="232" y="69"/>
                    </a:lnTo>
                    <a:lnTo>
                      <a:pt x="230" y="60"/>
                    </a:lnTo>
                    <a:lnTo>
                      <a:pt x="227" y="53"/>
                    </a:lnTo>
                    <a:lnTo>
                      <a:pt x="223" y="49"/>
                    </a:lnTo>
                    <a:lnTo>
                      <a:pt x="217" y="43"/>
                    </a:lnTo>
                    <a:lnTo>
                      <a:pt x="209" y="37"/>
                    </a:lnTo>
                    <a:lnTo>
                      <a:pt x="201" y="32"/>
                    </a:lnTo>
                    <a:lnTo>
                      <a:pt x="195" y="30"/>
                    </a:lnTo>
                    <a:lnTo>
                      <a:pt x="188" y="28"/>
                    </a:lnTo>
                    <a:lnTo>
                      <a:pt x="180" y="26"/>
                    </a:lnTo>
                    <a:lnTo>
                      <a:pt x="171" y="22"/>
                    </a:lnTo>
                    <a:lnTo>
                      <a:pt x="162" y="20"/>
                    </a:lnTo>
                    <a:lnTo>
                      <a:pt x="152" y="16"/>
                    </a:lnTo>
                    <a:lnTo>
                      <a:pt x="143" y="14"/>
                    </a:lnTo>
                    <a:lnTo>
                      <a:pt x="136" y="13"/>
                    </a:lnTo>
                    <a:lnTo>
                      <a:pt x="129" y="12"/>
                    </a:lnTo>
                    <a:lnTo>
                      <a:pt x="121" y="9"/>
                    </a:lnTo>
                    <a:lnTo>
                      <a:pt x="112" y="7"/>
                    </a:lnTo>
                    <a:lnTo>
                      <a:pt x="104" y="5"/>
                    </a:lnTo>
                    <a:lnTo>
                      <a:pt x="95" y="4"/>
                    </a:lnTo>
                    <a:lnTo>
                      <a:pt x="87" y="1"/>
                    </a:lnTo>
                    <a:lnTo>
                      <a:pt x="80" y="0"/>
                    </a:lnTo>
                    <a:lnTo>
                      <a:pt x="74"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0" name="Freeform 151">
                <a:extLst>
                  <a:ext uri="{FF2B5EF4-FFF2-40B4-BE49-F238E27FC236}">
                    <a16:creationId xmlns:a16="http://schemas.microsoft.com/office/drawing/2014/main" id="{D7CA5A2A-BC5C-4E28-8D8D-427CA8CC5F45}"/>
                  </a:ext>
                </a:extLst>
              </p:cNvPr>
              <p:cNvSpPr>
                <a:spLocks/>
              </p:cNvSpPr>
              <p:nvPr/>
            </p:nvSpPr>
            <p:spPr bwMode="auto">
              <a:xfrm>
                <a:off x="3834" y="3302"/>
                <a:ext cx="96" cy="89"/>
              </a:xfrm>
              <a:custGeom>
                <a:avLst/>
                <a:gdLst>
                  <a:gd name="T0" fmla="*/ 95 w 175"/>
                  <a:gd name="T1" fmla="*/ 81 h 162"/>
                  <a:gd name="T2" fmla="*/ 96 w 175"/>
                  <a:gd name="T3" fmla="*/ 87 h 162"/>
                  <a:gd name="T4" fmla="*/ 91 w 175"/>
                  <a:gd name="T5" fmla="*/ 89 h 162"/>
                  <a:gd name="T6" fmla="*/ 83 w 175"/>
                  <a:gd name="T7" fmla="*/ 87 h 162"/>
                  <a:gd name="T8" fmla="*/ 80 w 175"/>
                  <a:gd name="T9" fmla="*/ 78 h 162"/>
                  <a:gd name="T10" fmla="*/ 73 w 175"/>
                  <a:gd name="T11" fmla="*/ 62 h 162"/>
                  <a:gd name="T12" fmla="*/ 61 w 175"/>
                  <a:gd name="T13" fmla="*/ 45 h 162"/>
                  <a:gd name="T14" fmla="*/ 49 w 175"/>
                  <a:gd name="T15" fmla="*/ 37 h 162"/>
                  <a:gd name="T16" fmla="*/ 42 w 175"/>
                  <a:gd name="T17" fmla="*/ 42 h 162"/>
                  <a:gd name="T18" fmla="*/ 43 w 175"/>
                  <a:gd name="T19" fmla="*/ 49 h 162"/>
                  <a:gd name="T20" fmla="*/ 49 w 175"/>
                  <a:gd name="T21" fmla="*/ 57 h 162"/>
                  <a:gd name="T22" fmla="*/ 54 w 175"/>
                  <a:gd name="T23" fmla="*/ 63 h 162"/>
                  <a:gd name="T24" fmla="*/ 57 w 175"/>
                  <a:gd name="T25" fmla="*/ 69 h 162"/>
                  <a:gd name="T26" fmla="*/ 53 w 175"/>
                  <a:gd name="T27" fmla="*/ 78 h 162"/>
                  <a:gd name="T28" fmla="*/ 47 w 175"/>
                  <a:gd name="T29" fmla="*/ 78 h 162"/>
                  <a:gd name="T30" fmla="*/ 41 w 175"/>
                  <a:gd name="T31" fmla="*/ 72 h 162"/>
                  <a:gd name="T32" fmla="*/ 33 w 175"/>
                  <a:gd name="T33" fmla="*/ 65 h 162"/>
                  <a:gd name="T34" fmla="*/ 25 w 175"/>
                  <a:gd name="T35" fmla="*/ 60 h 162"/>
                  <a:gd name="T36" fmla="*/ 22 w 175"/>
                  <a:gd name="T37" fmla="*/ 55 h 162"/>
                  <a:gd name="T38" fmla="*/ 23 w 175"/>
                  <a:gd name="T39" fmla="*/ 50 h 162"/>
                  <a:gd name="T40" fmla="*/ 23 w 175"/>
                  <a:gd name="T41" fmla="*/ 43 h 162"/>
                  <a:gd name="T42" fmla="*/ 19 w 175"/>
                  <a:gd name="T43" fmla="*/ 37 h 162"/>
                  <a:gd name="T44" fmla="*/ 15 w 175"/>
                  <a:gd name="T45" fmla="*/ 31 h 162"/>
                  <a:gd name="T46" fmla="*/ 13 w 175"/>
                  <a:gd name="T47" fmla="*/ 21 h 162"/>
                  <a:gd name="T48" fmla="*/ 9 w 175"/>
                  <a:gd name="T49" fmla="*/ 16 h 162"/>
                  <a:gd name="T50" fmla="*/ 3 w 175"/>
                  <a:gd name="T51" fmla="*/ 16 h 162"/>
                  <a:gd name="T52" fmla="*/ 2 w 175"/>
                  <a:gd name="T53" fmla="*/ 13 h 162"/>
                  <a:gd name="T54" fmla="*/ 8 w 175"/>
                  <a:gd name="T55" fmla="*/ 7 h 162"/>
                  <a:gd name="T56" fmla="*/ 16 w 175"/>
                  <a:gd name="T57" fmla="*/ 2 h 162"/>
                  <a:gd name="T58" fmla="*/ 25 w 175"/>
                  <a:gd name="T59" fmla="*/ 0 h 162"/>
                  <a:gd name="T60" fmla="*/ 36 w 175"/>
                  <a:gd name="T61" fmla="*/ 3 h 162"/>
                  <a:gd name="T62" fmla="*/ 45 w 175"/>
                  <a:gd name="T63" fmla="*/ 8 h 162"/>
                  <a:gd name="T64" fmla="*/ 53 w 175"/>
                  <a:gd name="T65" fmla="*/ 13 h 162"/>
                  <a:gd name="T66" fmla="*/ 60 w 175"/>
                  <a:gd name="T67" fmla="*/ 20 h 162"/>
                  <a:gd name="T68" fmla="*/ 67 w 175"/>
                  <a:gd name="T69" fmla="*/ 31 h 162"/>
                  <a:gd name="T70" fmla="*/ 75 w 175"/>
                  <a:gd name="T71" fmla="*/ 41 h 162"/>
                  <a:gd name="T72" fmla="*/ 81 w 175"/>
                  <a:gd name="T73" fmla="*/ 46 h 162"/>
                  <a:gd name="T74" fmla="*/ 87 w 175"/>
                  <a:gd name="T75" fmla="*/ 57 h 162"/>
                  <a:gd name="T76" fmla="*/ 89 w 175"/>
                  <a:gd name="T77" fmla="*/ 65 h 162"/>
                  <a:gd name="T78" fmla="*/ 92 w 175"/>
                  <a:gd name="T79" fmla="*/ 75 h 1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75" h="162">
                    <a:moveTo>
                      <a:pt x="173" y="144"/>
                    </a:moveTo>
                    <a:lnTo>
                      <a:pt x="174" y="147"/>
                    </a:lnTo>
                    <a:lnTo>
                      <a:pt x="175" y="152"/>
                    </a:lnTo>
                    <a:lnTo>
                      <a:pt x="175" y="158"/>
                    </a:lnTo>
                    <a:lnTo>
                      <a:pt x="173" y="161"/>
                    </a:lnTo>
                    <a:lnTo>
                      <a:pt x="165" y="162"/>
                    </a:lnTo>
                    <a:lnTo>
                      <a:pt x="158" y="161"/>
                    </a:lnTo>
                    <a:lnTo>
                      <a:pt x="151" y="159"/>
                    </a:lnTo>
                    <a:lnTo>
                      <a:pt x="149" y="152"/>
                    </a:lnTo>
                    <a:lnTo>
                      <a:pt x="145" y="142"/>
                    </a:lnTo>
                    <a:lnTo>
                      <a:pt x="140" y="128"/>
                    </a:lnTo>
                    <a:lnTo>
                      <a:pt x="133" y="112"/>
                    </a:lnTo>
                    <a:lnTo>
                      <a:pt x="122" y="95"/>
                    </a:lnTo>
                    <a:lnTo>
                      <a:pt x="112" y="82"/>
                    </a:lnTo>
                    <a:lnTo>
                      <a:pt x="102" y="71"/>
                    </a:lnTo>
                    <a:lnTo>
                      <a:pt x="90" y="67"/>
                    </a:lnTo>
                    <a:lnTo>
                      <a:pt x="81" y="70"/>
                    </a:lnTo>
                    <a:lnTo>
                      <a:pt x="76" y="76"/>
                    </a:lnTo>
                    <a:lnTo>
                      <a:pt x="76" y="83"/>
                    </a:lnTo>
                    <a:lnTo>
                      <a:pt x="79" y="90"/>
                    </a:lnTo>
                    <a:lnTo>
                      <a:pt x="83" y="97"/>
                    </a:lnTo>
                    <a:lnTo>
                      <a:pt x="89" y="104"/>
                    </a:lnTo>
                    <a:lnTo>
                      <a:pt x="95" y="110"/>
                    </a:lnTo>
                    <a:lnTo>
                      <a:pt x="99" y="115"/>
                    </a:lnTo>
                    <a:lnTo>
                      <a:pt x="102" y="119"/>
                    </a:lnTo>
                    <a:lnTo>
                      <a:pt x="103" y="125"/>
                    </a:lnTo>
                    <a:lnTo>
                      <a:pt x="100" y="133"/>
                    </a:lnTo>
                    <a:lnTo>
                      <a:pt x="96" y="142"/>
                    </a:lnTo>
                    <a:lnTo>
                      <a:pt x="88" y="146"/>
                    </a:lnTo>
                    <a:lnTo>
                      <a:pt x="85" y="142"/>
                    </a:lnTo>
                    <a:lnTo>
                      <a:pt x="81" y="137"/>
                    </a:lnTo>
                    <a:lnTo>
                      <a:pt x="75" y="131"/>
                    </a:lnTo>
                    <a:lnTo>
                      <a:pt x="68" y="124"/>
                    </a:lnTo>
                    <a:lnTo>
                      <a:pt x="61" y="119"/>
                    </a:lnTo>
                    <a:lnTo>
                      <a:pt x="53" y="114"/>
                    </a:lnTo>
                    <a:lnTo>
                      <a:pt x="46" y="109"/>
                    </a:lnTo>
                    <a:lnTo>
                      <a:pt x="39" y="107"/>
                    </a:lnTo>
                    <a:lnTo>
                      <a:pt x="41" y="101"/>
                    </a:lnTo>
                    <a:lnTo>
                      <a:pt x="41" y="95"/>
                    </a:lnTo>
                    <a:lnTo>
                      <a:pt x="42" y="91"/>
                    </a:lnTo>
                    <a:lnTo>
                      <a:pt x="42" y="87"/>
                    </a:lnTo>
                    <a:lnTo>
                      <a:pt x="42" y="79"/>
                    </a:lnTo>
                    <a:lnTo>
                      <a:pt x="39" y="72"/>
                    </a:lnTo>
                    <a:lnTo>
                      <a:pt x="35" y="68"/>
                    </a:lnTo>
                    <a:lnTo>
                      <a:pt x="27" y="69"/>
                    </a:lnTo>
                    <a:lnTo>
                      <a:pt x="27" y="56"/>
                    </a:lnTo>
                    <a:lnTo>
                      <a:pt x="27" y="46"/>
                    </a:lnTo>
                    <a:lnTo>
                      <a:pt x="24" y="38"/>
                    </a:lnTo>
                    <a:lnTo>
                      <a:pt x="21" y="32"/>
                    </a:lnTo>
                    <a:lnTo>
                      <a:pt x="16" y="30"/>
                    </a:lnTo>
                    <a:lnTo>
                      <a:pt x="11" y="30"/>
                    </a:lnTo>
                    <a:lnTo>
                      <a:pt x="5" y="30"/>
                    </a:lnTo>
                    <a:lnTo>
                      <a:pt x="0" y="31"/>
                    </a:lnTo>
                    <a:lnTo>
                      <a:pt x="4" y="24"/>
                    </a:lnTo>
                    <a:lnTo>
                      <a:pt x="8" y="18"/>
                    </a:lnTo>
                    <a:lnTo>
                      <a:pt x="15" y="13"/>
                    </a:lnTo>
                    <a:lnTo>
                      <a:pt x="22" y="7"/>
                    </a:lnTo>
                    <a:lnTo>
                      <a:pt x="30" y="3"/>
                    </a:lnTo>
                    <a:lnTo>
                      <a:pt x="38" y="1"/>
                    </a:lnTo>
                    <a:lnTo>
                      <a:pt x="46" y="0"/>
                    </a:lnTo>
                    <a:lnTo>
                      <a:pt x="56" y="2"/>
                    </a:lnTo>
                    <a:lnTo>
                      <a:pt x="65" y="6"/>
                    </a:lnTo>
                    <a:lnTo>
                      <a:pt x="73" y="9"/>
                    </a:lnTo>
                    <a:lnTo>
                      <a:pt x="82" y="14"/>
                    </a:lnTo>
                    <a:lnTo>
                      <a:pt x="90" y="18"/>
                    </a:lnTo>
                    <a:lnTo>
                      <a:pt x="97" y="24"/>
                    </a:lnTo>
                    <a:lnTo>
                      <a:pt x="104" y="30"/>
                    </a:lnTo>
                    <a:lnTo>
                      <a:pt x="110" y="37"/>
                    </a:lnTo>
                    <a:lnTo>
                      <a:pt x="114" y="44"/>
                    </a:lnTo>
                    <a:lnTo>
                      <a:pt x="122" y="56"/>
                    </a:lnTo>
                    <a:lnTo>
                      <a:pt x="130" y="67"/>
                    </a:lnTo>
                    <a:lnTo>
                      <a:pt x="136" y="74"/>
                    </a:lnTo>
                    <a:lnTo>
                      <a:pt x="142" y="78"/>
                    </a:lnTo>
                    <a:lnTo>
                      <a:pt x="148" y="84"/>
                    </a:lnTo>
                    <a:lnTo>
                      <a:pt x="153" y="93"/>
                    </a:lnTo>
                    <a:lnTo>
                      <a:pt x="158" y="104"/>
                    </a:lnTo>
                    <a:lnTo>
                      <a:pt x="160" y="112"/>
                    </a:lnTo>
                    <a:lnTo>
                      <a:pt x="162" y="119"/>
                    </a:lnTo>
                    <a:lnTo>
                      <a:pt x="165" y="128"/>
                    </a:lnTo>
                    <a:lnTo>
                      <a:pt x="168" y="137"/>
                    </a:lnTo>
                    <a:lnTo>
                      <a:pt x="173"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1" name="Freeform 152">
                <a:extLst>
                  <a:ext uri="{FF2B5EF4-FFF2-40B4-BE49-F238E27FC236}">
                    <a16:creationId xmlns:a16="http://schemas.microsoft.com/office/drawing/2014/main" id="{678177BC-F2CF-46DA-B03D-FAAAC73DA83E}"/>
                  </a:ext>
                </a:extLst>
              </p:cNvPr>
              <p:cNvSpPr>
                <a:spLocks/>
              </p:cNvSpPr>
              <p:nvPr/>
            </p:nvSpPr>
            <p:spPr bwMode="auto">
              <a:xfrm>
                <a:off x="3927" y="3313"/>
                <a:ext cx="18" cy="30"/>
              </a:xfrm>
              <a:custGeom>
                <a:avLst/>
                <a:gdLst>
                  <a:gd name="T0" fmla="*/ 18 w 31"/>
                  <a:gd name="T1" fmla="*/ 30 h 56"/>
                  <a:gd name="T2" fmla="*/ 18 w 31"/>
                  <a:gd name="T3" fmla="*/ 26 h 56"/>
                  <a:gd name="T4" fmla="*/ 18 w 31"/>
                  <a:gd name="T5" fmla="*/ 20 h 56"/>
                  <a:gd name="T6" fmla="*/ 17 w 31"/>
                  <a:gd name="T7" fmla="*/ 15 h 56"/>
                  <a:gd name="T8" fmla="*/ 15 w 31"/>
                  <a:gd name="T9" fmla="*/ 11 h 56"/>
                  <a:gd name="T10" fmla="*/ 13 w 31"/>
                  <a:gd name="T11" fmla="*/ 9 h 56"/>
                  <a:gd name="T12" fmla="*/ 9 w 31"/>
                  <a:gd name="T13" fmla="*/ 6 h 56"/>
                  <a:gd name="T14" fmla="*/ 5 w 31"/>
                  <a:gd name="T15" fmla="*/ 3 h 56"/>
                  <a:gd name="T16" fmla="*/ 0 w 31"/>
                  <a:gd name="T17" fmla="*/ 0 h 56"/>
                  <a:gd name="T18" fmla="*/ 2 w 31"/>
                  <a:gd name="T19" fmla="*/ 5 h 56"/>
                  <a:gd name="T20" fmla="*/ 6 w 31"/>
                  <a:gd name="T21" fmla="*/ 11 h 56"/>
                  <a:gd name="T22" fmla="*/ 9 w 31"/>
                  <a:gd name="T23" fmla="*/ 16 h 56"/>
                  <a:gd name="T24" fmla="*/ 11 w 31"/>
                  <a:gd name="T25" fmla="*/ 20 h 56"/>
                  <a:gd name="T26" fmla="*/ 13 w 31"/>
                  <a:gd name="T27" fmla="*/ 23 h 56"/>
                  <a:gd name="T28" fmla="*/ 15 w 31"/>
                  <a:gd name="T29" fmla="*/ 26 h 56"/>
                  <a:gd name="T30" fmla="*/ 17 w 31"/>
                  <a:gd name="T31" fmla="*/ 28 h 56"/>
                  <a:gd name="T32" fmla="*/ 18 w 31"/>
                  <a:gd name="T33" fmla="*/ 3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1" h="56">
                    <a:moveTo>
                      <a:pt x="31" y="56"/>
                    </a:moveTo>
                    <a:lnTo>
                      <a:pt x="31" y="48"/>
                    </a:lnTo>
                    <a:lnTo>
                      <a:pt x="31" y="37"/>
                    </a:lnTo>
                    <a:lnTo>
                      <a:pt x="29" y="28"/>
                    </a:lnTo>
                    <a:lnTo>
                      <a:pt x="26" y="21"/>
                    </a:lnTo>
                    <a:lnTo>
                      <a:pt x="22" y="17"/>
                    </a:lnTo>
                    <a:lnTo>
                      <a:pt x="16" y="11"/>
                    </a:lnTo>
                    <a:lnTo>
                      <a:pt x="8" y="5"/>
                    </a:lnTo>
                    <a:lnTo>
                      <a:pt x="0" y="0"/>
                    </a:lnTo>
                    <a:lnTo>
                      <a:pt x="4" y="10"/>
                    </a:lnTo>
                    <a:lnTo>
                      <a:pt x="10" y="20"/>
                    </a:lnTo>
                    <a:lnTo>
                      <a:pt x="16" y="30"/>
                    </a:lnTo>
                    <a:lnTo>
                      <a:pt x="19" y="37"/>
                    </a:lnTo>
                    <a:lnTo>
                      <a:pt x="23" y="43"/>
                    </a:lnTo>
                    <a:lnTo>
                      <a:pt x="26" y="48"/>
                    </a:lnTo>
                    <a:lnTo>
                      <a:pt x="29" y="52"/>
                    </a:lnTo>
                    <a:lnTo>
                      <a:pt x="31" y="5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2" name="Freeform 153">
                <a:extLst>
                  <a:ext uri="{FF2B5EF4-FFF2-40B4-BE49-F238E27FC236}">
                    <a16:creationId xmlns:a16="http://schemas.microsoft.com/office/drawing/2014/main" id="{9B7B257A-304D-46D3-A6F1-87BA485CE1D0}"/>
                  </a:ext>
                </a:extLst>
              </p:cNvPr>
              <p:cNvSpPr>
                <a:spLocks/>
              </p:cNvSpPr>
              <p:nvPr/>
            </p:nvSpPr>
            <p:spPr bwMode="auto">
              <a:xfrm>
                <a:off x="3904" y="3319"/>
                <a:ext cx="27" cy="53"/>
              </a:xfrm>
              <a:custGeom>
                <a:avLst/>
                <a:gdLst>
                  <a:gd name="T0" fmla="*/ 0 w 50"/>
                  <a:gd name="T1" fmla="*/ 0 h 96"/>
                  <a:gd name="T2" fmla="*/ 4 w 50"/>
                  <a:gd name="T3" fmla="*/ 2 h 96"/>
                  <a:gd name="T4" fmla="*/ 8 w 50"/>
                  <a:gd name="T5" fmla="*/ 5 h 96"/>
                  <a:gd name="T6" fmla="*/ 12 w 50"/>
                  <a:gd name="T7" fmla="*/ 9 h 96"/>
                  <a:gd name="T8" fmla="*/ 16 w 50"/>
                  <a:gd name="T9" fmla="*/ 14 h 96"/>
                  <a:gd name="T10" fmla="*/ 20 w 50"/>
                  <a:gd name="T11" fmla="*/ 19 h 96"/>
                  <a:gd name="T12" fmla="*/ 24 w 50"/>
                  <a:gd name="T13" fmla="*/ 23 h 96"/>
                  <a:gd name="T14" fmla="*/ 25 w 50"/>
                  <a:gd name="T15" fmla="*/ 26 h 96"/>
                  <a:gd name="T16" fmla="*/ 27 w 50"/>
                  <a:gd name="T17" fmla="*/ 28 h 96"/>
                  <a:gd name="T18" fmla="*/ 27 w 50"/>
                  <a:gd name="T19" fmla="*/ 33 h 96"/>
                  <a:gd name="T20" fmla="*/ 27 w 50"/>
                  <a:gd name="T21" fmla="*/ 39 h 96"/>
                  <a:gd name="T22" fmla="*/ 26 w 50"/>
                  <a:gd name="T23" fmla="*/ 47 h 96"/>
                  <a:gd name="T24" fmla="*/ 25 w 50"/>
                  <a:gd name="T25" fmla="*/ 53 h 96"/>
                  <a:gd name="T26" fmla="*/ 23 w 50"/>
                  <a:gd name="T27" fmla="*/ 45 h 96"/>
                  <a:gd name="T28" fmla="*/ 21 w 50"/>
                  <a:gd name="T29" fmla="*/ 36 h 96"/>
                  <a:gd name="T30" fmla="*/ 17 w 50"/>
                  <a:gd name="T31" fmla="*/ 29 h 96"/>
                  <a:gd name="T32" fmla="*/ 16 w 50"/>
                  <a:gd name="T33" fmla="*/ 25 h 96"/>
                  <a:gd name="T34" fmla="*/ 13 w 50"/>
                  <a:gd name="T35" fmla="*/ 22 h 96"/>
                  <a:gd name="T36" fmla="*/ 9 w 50"/>
                  <a:gd name="T37" fmla="*/ 17 h 96"/>
                  <a:gd name="T38" fmla="*/ 5 w 50"/>
                  <a:gd name="T39" fmla="*/ 13 h 96"/>
                  <a:gd name="T40" fmla="*/ 3 w 50"/>
                  <a:gd name="T41" fmla="*/ 9 h 96"/>
                  <a:gd name="T42" fmla="*/ 3 w 50"/>
                  <a:gd name="T43" fmla="*/ 8 h 96"/>
                  <a:gd name="T44" fmla="*/ 2 w 50"/>
                  <a:gd name="T45" fmla="*/ 6 h 96"/>
                  <a:gd name="T46" fmla="*/ 1 w 50"/>
                  <a:gd name="T47" fmla="*/ 3 h 96"/>
                  <a:gd name="T48" fmla="*/ 0 w 50"/>
                  <a:gd name="T49" fmla="*/ 0 h 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 h="96">
                    <a:moveTo>
                      <a:pt x="0" y="0"/>
                    </a:moveTo>
                    <a:lnTo>
                      <a:pt x="7" y="3"/>
                    </a:lnTo>
                    <a:lnTo>
                      <a:pt x="14" y="9"/>
                    </a:lnTo>
                    <a:lnTo>
                      <a:pt x="22" y="17"/>
                    </a:lnTo>
                    <a:lnTo>
                      <a:pt x="30" y="25"/>
                    </a:lnTo>
                    <a:lnTo>
                      <a:pt x="37" y="35"/>
                    </a:lnTo>
                    <a:lnTo>
                      <a:pt x="44" y="41"/>
                    </a:lnTo>
                    <a:lnTo>
                      <a:pt x="47" y="47"/>
                    </a:lnTo>
                    <a:lnTo>
                      <a:pt x="50" y="51"/>
                    </a:lnTo>
                    <a:lnTo>
                      <a:pt x="50" y="59"/>
                    </a:lnTo>
                    <a:lnTo>
                      <a:pt x="50" y="71"/>
                    </a:lnTo>
                    <a:lnTo>
                      <a:pt x="48" y="86"/>
                    </a:lnTo>
                    <a:lnTo>
                      <a:pt x="46" y="96"/>
                    </a:lnTo>
                    <a:lnTo>
                      <a:pt x="43" y="81"/>
                    </a:lnTo>
                    <a:lnTo>
                      <a:pt x="38" y="66"/>
                    </a:lnTo>
                    <a:lnTo>
                      <a:pt x="32" y="53"/>
                    </a:lnTo>
                    <a:lnTo>
                      <a:pt x="29" y="46"/>
                    </a:lnTo>
                    <a:lnTo>
                      <a:pt x="24" y="40"/>
                    </a:lnTo>
                    <a:lnTo>
                      <a:pt x="17" y="31"/>
                    </a:lnTo>
                    <a:lnTo>
                      <a:pt x="10" y="23"/>
                    </a:lnTo>
                    <a:lnTo>
                      <a:pt x="6" y="17"/>
                    </a:lnTo>
                    <a:lnTo>
                      <a:pt x="5" y="14"/>
                    </a:lnTo>
                    <a:lnTo>
                      <a:pt x="4" y="10"/>
                    </a:lnTo>
                    <a:lnTo>
                      <a:pt x="2" y="6"/>
                    </a:lnTo>
                    <a:lnTo>
                      <a:pt x="0"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27653" name="Group 154">
            <a:extLst>
              <a:ext uri="{FF2B5EF4-FFF2-40B4-BE49-F238E27FC236}">
                <a16:creationId xmlns:a16="http://schemas.microsoft.com/office/drawing/2014/main" id="{F0D19267-577F-473C-A0B2-C3FF98FE46D2}"/>
              </a:ext>
            </a:extLst>
          </p:cNvPr>
          <p:cNvGrpSpPr>
            <a:grpSpLocks/>
          </p:cNvGrpSpPr>
          <p:nvPr/>
        </p:nvGrpSpPr>
        <p:grpSpPr bwMode="auto">
          <a:xfrm>
            <a:off x="1660525" y="5184775"/>
            <a:ext cx="1676400" cy="1117600"/>
            <a:chOff x="1521" y="3414"/>
            <a:chExt cx="1071" cy="714"/>
          </a:xfrm>
        </p:grpSpPr>
        <p:sp>
          <p:nvSpPr>
            <p:cNvPr id="27654" name="Rectangle 155" descr="PP_blue_background">
              <a:extLst>
                <a:ext uri="{FF2B5EF4-FFF2-40B4-BE49-F238E27FC236}">
                  <a16:creationId xmlns:a16="http://schemas.microsoft.com/office/drawing/2014/main" id="{14F7A331-0D72-4DFF-90FF-311322B1347F}"/>
                </a:ext>
              </a:extLst>
            </p:cNvPr>
            <p:cNvSpPr>
              <a:spLocks noChangeArrowheads="1"/>
            </p:cNvSpPr>
            <p:nvPr/>
          </p:nvSpPr>
          <p:spPr bwMode="auto">
            <a:xfrm>
              <a:off x="1521" y="3414"/>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5" name="AutoShape 156">
              <a:extLst>
                <a:ext uri="{FF2B5EF4-FFF2-40B4-BE49-F238E27FC236}">
                  <a16:creationId xmlns:a16="http://schemas.microsoft.com/office/drawing/2014/main" id="{F5D70F78-9B44-4CE6-BCD3-DE3D76587960}"/>
                </a:ext>
              </a:extLst>
            </p:cNvPr>
            <p:cNvSpPr>
              <a:spLocks noChangeArrowheads="1"/>
            </p:cNvSpPr>
            <p:nvPr/>
          </p:nvSpPr>
          <p:spPr bwMode="auto">
            <a:xfrm flipH="1">
              <a:off x="2171" y="3677"/>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6" name="Rectangle 157">
              <a:extLst>
                <a:ext uri="{FF2B5EF4-FFF2-40B4-BE49-F238E27FC236}">
                  <a16:creationId xmlns:a16="http://schemas.microsoft.com/office/drawing/2014/main" id="{D80E6316-835F-46CB-9D1B-0D14B9A155C5}"/>
                </a:ext>
              </a:extLst>
            </p:cNvPr>
            <p:cNvSpPr>
              <a:spLocks noChangeArrowheads="1"/>
            </p:cNvSpPr>
            <p:nvPr/>
          </p:nvSpPr>
          <p:spPr bwMode="auto">
            <a:xfrm>
              <a:off x="1544" y="3429"/>
              <a:ext cx="943"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Task Demo/Exercise</a:t>
              </a:r>
            </a:p>
          </p:txBody>
        </p:sp>
        <p:grpSp>
          <p:nvGrpSpPr>
            <p:cNvPr id="27657" name="Group 158">
              <a:extLst>
                <a:ext uri="{FF2B5EF4-FFF2-40B4-BE49-F238E27FC236}">
                  <a16:creationId xmlns:a16="http://schemas.microsoft.com/office/drawing/2014/main" id="{A443341A-56A2-4412-8E6F-0F93D10EFA93}"/>
                </a:ext>
              </a:extLst>
            </p:cNvPr>
            <p:cNvGrpSpPr>
              <a:grpSpLocks/>
            </p:cNvGrpSpPr>
            <p:nvPr/>
          </p:nvGrpSpPr>
          <p:grpSpPr bwMode="auto">
            <a:xfrm>
              <a:off x="2228" y="3739"/>
              <a:ext cx="334" cy="348"/>
              <a:chOff x="3456" y="2208"/>
              <a:chExt cx="1331" cy="1392"/>
            </a:xfrm>
          </p:grpSpPr>
          <p:sp>
            <p:nvSpPr>
              <p:cNvPr id="27658" name="Rectangle 159">
                <a:extLst>
                  <a:ext uri="{FF2B5EF4-FFF2-40B4-BE49-F238E27FC236}">
                    <a16:creationId xmlns:a16="http://schemas.microsoft.com/office/drawing/2014/main" id="{2BEF049D-F3D6-44EE-AAB2-750FE6E9C56B}"/>
                  </a:ext>
                </a:extLst>
              </p:cNvPr>
              <p:cNvSpPr>
                <a:spLocks noChangeArrowheads="1"/>
              </p:cNvSpPr>
              <p:nvPr/>
            </p:nvSpPr>
            <p:spPr bwMode="auto">
              <a:xfrm>
                <a:off x="3984" y="2304"/>
                <a:ext cx="576" cy="432"/>
              </a:xfrm>
              <a:prstGeom prst="rect">
                <a:avLst/>
              </a:prstGeom>
              <a:solidFill>
                <a:srgbClr val="9900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9" name="Rectangle 160">
                <a:extLst>
                  <a:ext uri="{FF2B5EF4-FFF2-40B4-BE49-F238E27FC236}">
                    <a16:creationId xmlns:a16="http://schemas.microsoft.com/office/drawing/2014/main" id="{8B7FAA24-F515-4A9A-87C1-939075221561}"/>
                  </a:ext>
                </a:extLst>
              </p:cNvPr>
              <p:cNvSpPr>
                <a:spLocks noChangeArrowheads="1"/>
              </p:cNvSpPr>
              <p:nvPr/>
            </p:nvSpPr>
            <p:spPr bwMode="auto">
              <a:xfrm>
                <a:off x="3552" y="3264"/>
                <a:ext cx="1056" cy="3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60" name="Freeform 161">
                <a:extLst>
                  <a:ext uri="{FF2B5EF4-FFF2-40B4-BE49-F238E27FC236}">
                    <a16:creationId xmlns:a16="http://schemas.microsoft.com/office/drawing/2014/main" id="{7E728DD5-E3AE-4CA4-87C5-082471B74CD5}"/>
                  </a:ext>
                </a:extLst>
              </p:cNvPr>
              <p:cNvSpPr>
                <a:spLocks/>
              </p:cNvSpPr>
              <p:nvPr/>
            </p:nvSpPr>
            <p:spPr bwMode="auto">
              <a:xfrm>
                <a:off x="3654" y="3073"/>
                <a:ext cx="167" cy="178"/>
              </a:xfrm>
              <a:custGeom>
                <a:avLst/>
                <a:gdLst>
                  <a:gd name="T0" fmla="*/ 155 w 1628"/>
                  <a:gd name="T1" fmla="*/ 0 h 1748"/>
                  <a:gd name="T2" fmla="*/ 107 w 1628"/>
                  <a:gd name="T3" fmla="*/ 44 h 1748"/>
                  <a:gd name="T4" fmla="*/ 54 w 1628"/>
                  <a:gd name="T5" fmla="*/ 86 h 1748"/>
                  <a:gd name="T6" fmla="*/ 18 w 1628"/>
                  <a:gd name="T7" fmla="*/ 126 h 1748"/>
                  <a:gd name="T8" fmla="*/ 0 w 1628"/>
                  <a:gd name="T9" fmla="*/ 176 h 1748"/>
                  <a:gd name="T10" fmla="*/ 30 w 1628"/>
                  <a:gd name="T11" fmla="*/ 178 h 1748"/>
                  <a:gd name="T12" fmla="*/ 67 w 1628"/>
                  <a:gd name="T13" fmla="*/ 114 h 1748"/>
                  <a:gd name="T14" fmla="*/ 167 w 1628"/>
                  <a:gd name="T15" fmla="*/ 28 h 1748"/>
                  <a:gd name="T16" fmla="*/ 155 w 1628"/>
                  <a:gd name="T17" fmla="*/ 0 h 1748"/>
                  <a:gd name="T18" fmla="*/ 155 w 1628"/>
                  <a:gd name="T19" fmla="*/ 0 h 1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8" h="1748">
                    <a:moveTo>
                      <a:pt x="1508" y="0"/>
                    </a:moveTo>
                    <a:lnTo>
                      <a:pt x="1039" y="433"/>
                    </a:lnTo>
                    <a:lnTo>
                      <a:pt x="528" y="847"/>
                    </a:lnTo>
                    <a:lnTo>
                      <a:pt x="174" y="1237"/>
                    </a:lnTo>
                    <a:lnTo>
                      <a:pt x="0" y="1730"/>
                    </a:lnTo>
                    <a:lnTo>
                      <a:pt x="294" y="1748"/>
                    </a:lnTo>
                    <a:lnTo>
                      <a:pt x="649" y="1123"/>
                    </a:lnTo>
                    <a:lnTo>
                      <a:pt x="1628" y="277"/>
                    </a:lnTo>
                    <a:lnTo>
                      <a:pt x="1508" y="0"/>
                    </a:lnTo>
                    <a:close/>
                  </a:path>
                </a:pathLst>
              </a:custGeom>
              <a:solidFill>
                <a:srgbClr val="B9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1" name="Freeform 162">
                <a:extLst>
                  <a:ext uri="{FF2B5EF4-FFF2-40B4-BE49-F238E27FC236}">
                    <a16:creationId xmlns:a16="http://schemas.microsoft.com/office/drawing/2014/main" id="{5ACB9772-8294-495B-B0A1-2D72547AD19E}"/>
                  </a:ext>
                </a:extLst>
              </p:cNvPr>
              <p:cNvSpPr>
                <a:spLocks/>
              </p:cNvSpPr>
              <p:nvPr/>
            </p:nvSpPr>
            <p:spPr bwMode="auto">
              <a:xfrm>
                <a:off x="4049" y="2775"/>
                <a:ext cx="712" cy="504"/>
              </a:xfrm>
              <a:custGeom>
                <a:avLst/>
                <a:gdLst>
                  <a:gd name="T0" fmla="*/ 0 w 6902"/>
                  <a:gd name="T1" fmla="*/ 40 h 4965"/>
                  <a:gd name="T2" fmla="*/ 615 w 6902"/>
                  <a:gd name="T3" fmla="*/ 36 h 4965"/>
                  <a:gd name="T4" fmla="*/ 712 w 6902"/>
                  <a:gd name="T5" fmla="*/ 0 h 4965"/>
                  <a:gd name="T6" fmla="*/ 708 w 6902"/>
                  <a:gd name="T7" fmla="*/ 203 h 4965"/>
                  <a:gd name="T8" fmla="*/ 540 w 6902"/>
                  <a:gd name="T9" fmla="*/ 504 h 4965"/>
                  <a:gd name="T10" fmla="*/ 479 w 6902"/>
                  <a:gd name="T11" fmla="*/ 494 h 4965"/>
                  <a:gd name="T12" fmla="*/ 485 w 6902"/>
                  <a:gd name="T13" fmla="*/ 331 h 4965"/>
                  <a:gd name="T14" fmla="*/ 599 w 6902"/>
                  <a:gd name="T15" fmla="*/ 140 h 4965"/>
                  <a:gd name="T16" fmla="*/ 4 w 6902"/>
                  <a:gd name="T17" fmla="*/ 91 h 4965"/>
                  <a:gd name="T18" fmla="*/ 0 w 6902"/>
                  <a:gd name="T19" fmla="*/ 40 h 4965"/>
                  <a:gd name="T20" fmla="*/ 0 w 6902"/>
                  <a:gd name="T21" fmla="*/ 40 h 49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02" h="4965">
                    <a:moveTo>
                      <a:pt x="0" y="390"/>
                    </a:moveTo>
                    <a:lnTo>
                      <a:pt x="5960" y="354"/>
                    </a:lnTo>
                    <a:lnTo>
                      <a:pt x="6902" y="0"/>
                    </a:lnTo>
                    <a:lnTo>
                      <a:pt x="6861" y="1999"/>
                    </a:lnTo>
                    <a:lnTo>
                      <a:pt x="5233" y="4965"/>
                    </a:lnTo>
                    <a:lnTo>
                      <a:pt x="4643" y="4868"/>
                    </a:lnTo>
                    <a:lnTo>
                      <a:pt x="4704" y="3259"/>
                    </a:lnTo>
                    <a:lnTo>
                      <a:pt x="5803" y="1375"/>
                    </a:lnTo>
                    <a:lnTo>
                      <a:pt x="36" y="901"/>
                    </a:lnTo>
                    <a:lnTo>
                      <a:pt x="0" y="39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2" name="Freeform 163">
                <a:extLst>
                  <a:ext uri="{FF2B5EF4-FFF2-40B4-BE49-F238E27FC236}">
                    <a16:creationId xmlns:a16="http://schemas.microsoft.com/office/drawing/2014/main" id="{A9DF693A-4AE2-440E-9348-A346A46FFCAD}"/>
                  </a:ext>
                </a:extLst>
              </p:cNvPr>
              <p:cNvSpPr>
                <a:spLocks/>
              </p:cNvSpPr>
              <p:nvPr/>
            </p:nvSpPr>
            <p:spPr bwMode="auto">
              <a:xfrm>
                <a:off x="3965" y="2208"/>
                <a:ext cx="689" cy="500"/>
              </a:xfrm>
              <a:custGeom>
                <a:avLst/>
                <a:gdLst>
                  <a:gd name="T0" fmla="*/ 681 w 6692"/>
                  <a:gd name="T1" fmla="*/ 7 h 4929"/>
                  <a:gd name="T2" fmla="*/ 687 w 6692"/>
                  <a:gd name="T3" fmla="*/ 15 h 4929"/>
                  <a:gd name="T4" fmla="*/ 688 w 6692"/>
                  <a:gd name="T5" fmla="*/ 105 h 4929"/>
                  <a:gd name="T6" fmla="*/ 689 w 6692"/>
                  <a:gd name="T7" fmla="*/ 200 h 4929"/>
                  <a:gd name="T8" fmla="*/ 687 w 6692"/>
                  <a:gd name="T9" fmla="*/ 265 h 4929"/>
                  <a:gd name="T10" fmla="*/ 687 w 6692"/>
                  <a:gd name="T11" fmla="*/ 399 h 4929"/>
                  <a:gd name="T12" fmla="*/ 684 w 6692"/>
                  <a:gd name="T13" fmla="*/ 500 h 4929"/>
                  <a:gd name="T14" fmla="*/ 682 w 6692"/>
                  <a:gd name="T15" fmla="*/ 500 h 4929"/>
                  <a:gd name="T16" fmla="*/ 681 w 6692"/>
                  <a:gd name="T17" fmla="*/ 403 h 4929"/>
                  <a:gd name="T18" fmla="*/ 677 w 6692"/>
                  <a:gd name="T19" fmla="*/ 389 h 4929"/>
                  <a:gd name="T20" fmla="*/ 672 w 6692"/>
                  <a:gd name="T21" fmla="*/ 358 h 4929"/>
                  <a:gd name="T22" fmla="*/ 658 w 6692"/>
                  <a:gd name="T23" fmla="*/ 297 h 4929"/>
                  <a:gd name="T24" fmla="*/ 654 w 6692"/>
                  <a:gd name="T25" fmla="*/ 278 h 4929"/>
                  <a:gd name="T26" fmla="*/ 651 w 6692"/>
                  <a:gd name="T27" fmla="*/ 272 h 4929"/>
                  <a:gd name="T28" fmla="*/ 648 w 6692"/>
                  <a:gd name="T29" fmla="*/ 173 h 4929"/>
                  <a:gd name="T30" fmla="*/ 645 w 6692"/>
                  <a:gd name="T31" fmla="*/ 125 h 4929"/>
                  <a:gd name="T32" fmla="*/ 640 w 6692"/>
                  <a:gd name="T33" fmla="*/ 89 h 4929"/>
                  <a:gd name="T34" fmla="*/ 633 w 6692"/>
                  <a:gd name="T35" fmla="*/ 71 h 4929"/>
                  <a:gd name="T36" fmla="*/ 624 w 6692"/>
                  <a:gd name="T37" fmla="*/ 63 h 4929"/>
                  <a:gd name="T38" fmla="*/ 367 w 6692"/>
                  <a:gd name="T39" fmla="*/ 65 h 4929"/>
                  <a:gd name="T40" fmla="*/ 138 w 6692"/>
                  <a:gd name="T41" fmla="*/ 65 h 4929"/>
                  <a:gd name="T42" fmla="*/ 138 w 6692"/>
                  <a:gd name="T43" fmla="*/ 64 h 4929"/>
                  <a:gd name="T44" fmla="*/ 474 w 6692"/>
                  <a:gd name="T45" fmla="*/ 55 h 4929"/>
                  <a:gd name="T46" fmla="*/ 476 w 6692"/>
                  <a:gd name="T47" fmla="*/ 55 h 4929"/>
                  <a:gd name="T48" fmla="*/ 476 w 6692"/>
                  <a:gd name="T49" fmla="*/ 52 h 4929"/>
                  <a:gd name="T50" fmla="*/ 467 w 6692"/>
                  <a:gd name="T51" fmla="*/ 49 h 4929"/>
                  <a:gd name="T52" fmla="*/ 429 w 6692"/>
                  <a:gd name="T53" fmla="*/ 43 h 4929"/>
                  <a:gd name="T54" fmla="*/ 405 w 6692"/>
                  <a:gd name="T55" fmla="*/ 40 h 4929"/>
                  <a:gd name="T56" fmla="*/ 317 w 6692"/>
                  <a:gd name="T57" fmla="*/ 27 h 4929"/>
                  <a:gd name="T58" fmla="*/ 151 w 6692"/>
                  <a:gd name="T59" fmla="*/ 14 h 4929"/>
                  <a:gd name="T60" fmla="*/ 9 w 6692"/>
                  <a:gd name="T61" fmla="*/ 12 h 4929"/>
                  <a:gd name="T62" fmla="*/ 0 w 6692"/>
                  <a:gd name="T63" fmla="*/ 13 h 4929"/>
                  <a:gd name="T64" fmla="*/ 0 w 6692"/>
                  <a:gd name="T65" fmla="*/ 10 h 4929"/>
                  <a:gd name="T66" fmla="*/ 596 w 6692"/>
                  <a:gd name="T67" fmla="*/ 1 h 4929"/>
                  <a:gd name="T68" fmla="*/ 597 w 6692"/>
                  <a:gd name="T69" fmla="*/ 0 h 4929"/>
                  <a:gd name="T70" fmla="*/ 671 w 6692"/>
                  <a:gd name="T71" fmla="*/ 2 h 4929"/>
                  <a:gd name="T72" fmla="*/ 681 w 6692"/>
                  <a:gd name="T73" fmla="*/ 7 h 4929"/>
                  <a:gd name="T74" fmla="*/ 681 w 6692"/>
                  <a:gd name="T75" fmla="*/ 7 h 492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692" h="4929">
                    <a:moveTo>
                      <a:pt x="6615" y="66"/>
                    </a:moveTo>
                    <a:lnTo>
                      <a:pt x="6669" y="150"/>
                    </a:lnTo>
                    <a:lnTo>
                      <a:pt x="6680" y="1033"/>
                    </a:lnTo>
                    <a:lnTo>
                      <a:pt x="6692" y="1970"/>
                    </a:lnTo>
                    <a:lnTo>
                      <a:pt x="6669" y="2612"/>
                    </a:lnTo>
                    <a:lnTo>
                      <a:pt x="6669" y="3933"/>
                    </a:lnTo>
                    <a:lnTo>
                      <a:pt x="6644" y="4929"/>
                    </a:lnTo>
                    <a:lnTo>
                      <a:pt x="6620" y="4929"/>
                    </a:lnTo>
                    <a:lnTo>
                      <a:pt x="6615" y="3969"/>
                    </a:lnTo>
                    <a:lnTo>
                      <a:pt x="6579" y="3830"/>
                    </a:lnTo>
                    <a:lnTo>
                      <a:pt x="6530" y="3530"/>
                    </a:lnTo>
                    <a:lnTo>
                      <a:pt x="6392" y="2924"/>
                    </a:lnTo>
                    <a:lnTo>
                      <a:pt x="6350" y="2737"/>
                    </a:lnTo>
                    <a:lnTo>
                      <a:pt x="6325" y="2684"/>
                    </a:lnTo>
                    <a:lnTo>
                      <a:pt x="6289" y="1705"/>
                    </a:lnTo>
                    <a:lnTo>
                      <a:pt x="6266" y="1236"/>
                    </a:lnTo>
                    <a:lnTo>
                      <a:pt x="6212" y="882"/>
                    </a:lnTo>
                    <a:lnTo>
                      <a:pt x="6152" y="697"/>
                    </a:lnTo>
                    <a:lnTo>
                      <a:pt x="6061" y="618"/>
                    </a:lnTo>
                    <a:lnTo>
                      <a:pt x="3562" y="643"/>
                    </a:lnTo>
                    <a:lnTo>
                      <a:pt x="1339" y="643"/>
                    </a:lnTo>
                    <a:lnTo>
                      <a:pt x="1339" y="630"/>
                    </a:lnTo>
                    <a:lnTo>
                      <a:pt x="4607" y="546"/>
                    </a:lnTo>
                    <a:lnTo>
                      <a:pt x="4620" y="541"/>
                    </a:lnTo>
                    <a:lnTo>
                      <a:pt x="4620" y="517"/>
                    </a:lnTo>
                    <a:lnTo>
                      <a:pt x="4535" y="481"/>
                    </a:lnTo>
                    <a:lnTo>
                      <a:pt x="4169" y="427"/>
                    </a:lnTo>
                    <a:lnTo>
                      <a:pt x="3929" y="391"/>
                    </a:lnTo>
                    <a:lnTo>
                      <a:pt x="3082" y="264"/>
                    </a:lnTo>
                    <a:lnTo>
                      <a:pt x="1465" y="138"/>
                    </a:lnTo>
                    <a:lnTo>
                      <a:pt x="90" y="114"/>
                    </a:lnTo>
                    <a:lnTo>
                      <a:pt x="0" y="127"/>
                    </a:lnTo>
                    <a:lnTo>
                      <a:pt x="0" y="102"/>
                    </a:lnTo>
                    <a:lnTo>
                      <a:pt x="5785" y="12"/>
                    </a:lnTo>
                    <a:lnTo>
                      <a:pt x="5797" y="0"/>
                    </a:lnTo>
                    <a:lnTo>
                      <a:pt x="6518" y="24"/>
                    </a:lnTo>
                    <a:lnTo>
                      <a:pt x="661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3" name="Freeform 164">
                <a:extLst>
                  <a:ext uri="{FF2B5EF4-FFF2-40B4-BE49-F238E27FC236}">
                    <a16:creationId xmlns:a16="http://schemas.microsoft.com/office/drawing/2014/main" id="{C2840720-850A-43AD-A2F8-5196B398CAD7}"/>
                  </a:ext>
                </a:extLst>
              </p:cNvPr>
              <p:cNvSpPr>
                <a:spLocks/>
              </p:cNvSpPr>
              <p:nvPr/>
            </p:nvSpPr>
            <p:spPr bwMode="auto">
              <a:xfrm>
                <a:off x="3963" y="2277"/>
                <a:ext cx="622" cy="459"/>
              </a:xfrm>
              <a:custGeom>
                <a:avLst/>
                <a:gdLst>
                  <a:gd name="T0" fmla="*/ 622 w 6038"/>
                  <a:gd name="T1" fmla="*/ 3 h 4534"/>
                  <a:gd name="T2" fmla="*/ 622 w 6038"/>
                  <a:gd name="T3" fmla="*/ 7 h 4534"/>
                  <a:gd name="T4" fmla="*/ 608 w 6038"/>
                  <a:gd name="T5" fmla="*/ 37 h 4534"/>
                  <a:gd name="T6" fmla="*/ 615 w 6038"/>
                  <a:gd name="T7" fmla="*/ 204 h 4534"/>
                  <a:gd name="T8" fmla="*/ 614 w 6038"/>
                  <a:gd name="T9" fmla="*/ 370 h 4534"/>
                  <a:gd name="T10" fmla="*/ 608 w 6038"/>
                  <a:gd name="T11" fmla="*/ 427 h 4534"/>
                  <a:gd name="T12" fmla="*/ 605 w 6038"/>
                  <a:gd name="T13" fmla="*/ 435 h 4534"/>
                  <a:gd name="T14" fmla="*/ 594 w 6038"/>
                  <a:gd name="T15" fmla="*/ 441 h 4534"/>
                  <a:gd name="T16" fmla="*/ 392 w 6038"/>
                  <a:gd name="T17" fmla="*/ 454 h 4534"/>
                  <a:gd name="T18" fmla="*/ 185 w 6038"/>
                  <a:gd name="T19" fmla="*/ 454 h 4534"/>
                  <a:gd name="T20" fmla="*/ 67 w 6038"/>
                  <a:gd name="T21" fmla="*/ 450 h 4534"/>
                  <a:gd name="T22" fmla="*/ 54 w 6038"/>
                  <a:gd name="T23" fmla="*/ 447 h 4534"/>
                  <a:gd name="T24" fmla="*/ 58 w 6038"/>
                  <a:gd name="T25" fmla="*/ 441 h 4534"/>
                  <a:gd name="T26" fmla="*/ 569 w 6038"/>
                  <a:gd name="T27" fmla="*/ 431 h 4534"/>
                  <a:gd name="T28" fmla="*/ 590 w 6038"/>
                  <a:gd name="T29" fmla="*/ 429 h 4534"/>
                  <a:gd name="T30" fmla="*/ 593 w 6038"/>
                  <a:gd name="T31" fmla="*/ 427 h 4534"/>
                  <a:gd name="T32" fmla="*/ 589 w 6038"/>
                  <a:gd name="T33" fmla="*/ 55 h 4534"/>
                  <a:gd name="T34" fmla="*/ 587 w 6038"/>
                  <a:gd name="T35" fmla="*/ 29 h 4534"/>
                  <a:gd name="T36" fmla="*/ 584 w 6038"/>
                  <a:gd name="T37" fmla="*/ 27 h 4534"/>
                  <a:gd name="T38" fmla="*/ 45 w 6038"/>
                  <a:gd name="T39" fmla="*/ 38 h 4534"/>
                  <a:gd name="T40" fmla="*/ 41 w 6038"/>
                  <a:gd name="T41" fmla="*/ 40 h 4534"/>
                  <a:gd name="T42" fmla="*/ 43 w 6038"/>
                  <a:gd name="T43" fmla="*/ 243 h 4534"/>
                  <a:gd name="T44" fmla="*/ 46 w 6038"/>
                  <a:gd name="T45" fmla="*/ 433 h 4534"/>
                  <a:gd name="T46" fmla="*/ 39 w 6038"/>
                  <a:gd name="T47" fmla="*/ 444 h 4534"/>
                  <a:gd name="T48" fmla="*/ 39 w 6038"/>
                  <a:gd name="T49" fmla="*/ 446 h 4534"/>
                  <a:gd name="T50" fmla="*/ 32 w 6038"/>
                  <a:gd name="T51" fmla="*/ 441 h 4534"/>
                  <a:gd name="T52" fmla="*/ 9 w 6038"/>
                  <a:gd name="T53" fmla="*/ 459 h 4534"/>
                  <a:gd name="T54" fmla="*/ 7 w 6038"/>
                  <a:gd name="T55" fmla="*/ 459 h 4534"/>
                  <a:gd name="T56" fmla="*/ 4 w 6038"/>
                  <a:gd name="T57" fmla="*/ 455 h 4534"/>
                  <a:gd name="T58" fmla="*/ 2 w 6038"/>
                  <a:gd name="T59" fmla="*/ 316 h 4534"/>
                  <a:gd name="T60" fmla="*/ 0 w 6038"/>
                  <a:gd name="T61" fmla="*/ 204 h 4534"/>
                  <a:gd name="T62" fmla="*/ 1 w 6038"/>
                  <a:gd name="T63" fmla="*/ 14 h 4534"/>
                  <a:gd name="T64" fmla="*/ 7 w 6038"/>
                  <a:gd name="T65" fmla="*/ 10 h 4534"/>
                  <a:gd name="T66" fmla="*/ 48 w 6038"/>
                  <a:gd name="T67" fmla="*/ 7 h 4534"/>
                  <a:gd name="T68" fmla="*/ 84 w 6038"/>
                  <a:gd name="T69" fmla="*/ 7 h 4534"/>
                  <a:gd name="T70" fmla="*/ 566 w 6038"/>
                  <a:gd name="T71" fmla="*/ 0 h 4534"/>
                  <a:gd name="T72" fmla="*/ 619 w 6038"/>
                  <a:gd name="T73" fmla="*/ 0 h 4534"/>
                  <a:gd name="T74" fmla="*/ 622 w 6038"/>
                  <a:gd name="T75" fmla="*/ 3 h 4534"/>
                  <a:gd name="T76" fmla="*/ 622 w 6038"/>
                  <a:gd name="T77" fmla="*/ 3 h 453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38" h="4534">
                    <a:moveTo>
                      <a:pt x="6038" y="25"/>
                    </a:moveTo>
                    <a:lnTo>
                      <a:pt x="6038" y="72"/>
                    </a:lnTo>
                    <a:lnTo>
                      <a:pt x="5899" y="361"/>
                    </a:lnTo>
                    <a:lnTo>
                      <a:pt x="5971" y="2012"/>
                    </a:lnTo>
                    <a:lnTo>
                      <a:pt x="5959" y="3651"/>
                    </a:lnTo>
                    <a:lnTo>
                      <a:pt x="5899" y="4221"/>
                    </a:lnTo>
                    <a:lnTo>
                      <a:pt x="5869" y="4293"/>
                    </a:lnTo>
                    <a:lnTo>
                      <a:pt x="5767" y="4360"/>
                    </a:lnTo>
                    <a:lnTo>
                      <a:pt x="3802" y="4485"/>
                    </a:lnTo>
                    <a:lnTo>
                      <a:pt x="1796" y="4485"/>
                    </a:lnTo>
                    <a:lnTo>
                      <a:pt x="654" y="4444"/>
                    </a:lnTo>
                    <a:lnTo>
                      <a:pt x="528" y="4419"/>
                    </a:lnTo>
                    <a:lnTo>
                      <a:pt x="559" y="4360"/>
                    </a:lnTo>
                    <a:lnTo>
                      <a:pt x="5527" y="4257"/>
                    </a:lnTo>
                    <a:lnTo>
                      <a:pt x="5731" y="4234"/>
                    </a:lnTo>
                    <a:lnTo>
                      <a:pt x="5755" y="4216"/>
                    </a:lnTo>
                    <a:lnTo>
                      <a:pt x="5719" y="541"/>
                    </a:lnTo>
                    <a:lnTo>
                      <a:pt x="5695" y="288"/>
                    </a:lnTo>
                    <a:lnTo>
                      <a:pt x="5671" y="265"/>
                    </a:lnTo>
                    <a:lnTo>
                      <a:pt x="433" y="373"/>
                    </a:lnTo>
                    <a:lnTo>
                      <a:pt x="402" y="391"/>
                    </a:lnTo>
                    <a:lnTo>
                      <a:pt x="415" y="2402"/>
                    </a:lnTo>
                    <a:lnTo>
                      <a:pt x="444" y="4281"/>
                    </a:lnTo>
                    <a:lnTo>
                      <a:pt x="379" y="4383"/>
                    </a:lnTo>
                    <a:lnTo>
                      <a:pt x="379" y="4408"/>
                    </a:lnTo>
                    <a:lnTo>
                      <a:pt x="307" y="4360"/>
                    </a:lnTo>
                    <a:lnTo>
                      <a:pt x="90" y="4534"/>
                    </a:lnTo>
                    <a:lnTo>
                      <a:pt x="66" y="4534"/>
                    </a:lnTo>
                    <a:lnTo>
                      <a:pt x="42" y="4498"/>
                    </a:lnTo>
                    <a:lnTo>
                      <a:pt x="24" y="3123"/>
                    </a:lnTo>
                    <a:lnTo>
                      <a:pt x="0" y="2012"/>
                    </a:lnTo>
                    <a:lnTo>
                      <a:pt x="12" y="139"/>
                    </a:lnTo>
                    <a:lnTo>
                      <a:pt x="66" y="97"/>
                    </a:lnTo>
                    <a:lnTo>
                      <a:pt x="469" y="72"/>
                    </a:lnTo>
                    <a:lnTo>
                      <a:pt x="811" y="72"/>
                    </a:lnTo>
                    <a:lnTo>
                      <a:pt x="5491" y="0"/>
                    </a:lnTo>
                    <a:lnTo>
                      <a:pt x="6007" y="0"/>
                    </a:lnTo>
                    <a:lnTo>
                      <a:pt x="6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4" name="Freeform 165">
                <a:extLst>
                  <a:ext uri="{FF2B5EF4-FFF2-40B4-BE49-F238E27FC236}">
                    <a16:creationId xmlns:a16="http://schemas.microsoft.com/office/drawing/2014/main" id="{F650D32F-7FAF-4126-B56E-615C2017561C}"/>
                  </a:ext>
                </a:extLst>
              </p:cNvPr>
              <p:cNvSpPr>
                <a:spLocks/>
              </p:cNvSpPr>
              <p:nvPr/>
            </p:nvSpPr>
            <p:spPr bwMode="auto">
              <a:xfrm>
                <a:off x="3904" y="2764"/>
                <a:ext cx="857" cy="279"/>
              </a:xfrm>
              <a:custGeom>
                <a:avLst/>
                <a:gdLst>
                  <a:gd name="T0" fmla="*/ 857 w 8326"/>
                  <a:gd name="T1" fmla="*/ 12 h 2756"/>
                  <a:gd name="T2" fmla="*/ 710 w 8326"/>
                  <a:gd name="T3" fmla="*/ 219 h 2756"/>
                  <a:gd name="T4" fmla="*/ 579 w 8326"/>
                  <a:gd name="T5" fmla="*/ 227 h 2756"/>
                  <a:gd name="T6" fmla="*/ 492 w 8326"/>
                  <a:gd name="T7" fmla="*/ 279 h 2756"/>
                  <a:gd name="T8" fmla="*/ 66 w 8326"/>
                  <a:gd name="T9" fmla="*/ 222 h 2756"/>
                  <a:gd name="T10" fmla="*/ 61 w 8326"/>
                  <a:gd name="T11" fmla="*/ 209 h 2756"/>
                  <a:gd name="T12" fmla="*/ 64 w 8326"/>
                  <a:gd name="T13" fmla="*/ 208 h 2756"/>
                  <a:gd name="T14" fmla="*/ 86 w 8326"/>
                  <a:gd name="T15" fmla="*/ 218 h 2756"/>
                  <a:gd name="T16" fmla="*/ 514 w 8326"/>
                  <a:gd name="T17" fmla="*/ 270 h 2756"/>
                  <a:gd name="T18" fmla="*/ 545 w 8326"/>
                  <a:gd name="T19" fmla="*/ 233 h 2756"/>
                  <a:gd name="T20" fmla="*/ 537 w 8326"/>
                  <a:gd name="T21" fmla="*/ 236 h 2756"/>
                  <a:gd name="T22" fmla="*/ 511 w 8326"/>
                  <a:gd name="T23" fmla="*/ 252 h 2756"/>
                  <a:gd name="T24" fmla="*/ 543 w 8326"/>
                  <a:gd name="T25" fmla="*/ 205 h 2756"/>
                  <a:gd name="T26" fmla="*/ 539 w 8326"/>
                  <a:gd name="T27" fmla="*/ 199 h 2756"/>
                  <a:gd name="T28" fmla="*/ 172 w 8326"/>
                  <a:gd name="T29" fmla="*/ 199 h 2756"/>
                  <a:gd name="T30" fmla="*/ 105 w 8326"/>
                  <a:gd name="T31" fmla="*/ 176 h 2756"/>
                  <a:gd name="T32" fmla="*/ 96 w 8326"/>
                  <a:gd name="T33" fmla="*/ 154 h 2756"/>
                  <a:gd name="T34" fmla="*/ 179 w 8326"/>
                  <a:gd name="T35" fmla="*/ 92 h 2756"/>
                  <a:gd name="T36" fmla="*/ 261 w 8326"/>
                  <a:gd name="T37" fmla="*/ 98 h 2756"/>
                  <a:gd name="T38" fmla="*/ 412 w 8326"/>
                  <a:gd name="T39" fmla="*/ 108 h 2756"/>
                  <a:gd name="T40" fmla="*/ 482 w 8326"/>
                  <a:gd name="T41" fmla="*/ 100 h 2756"/>
                  <a:gd name="T42" fmla="*/ 505 w 8326"/>
                  <a:gd name="T43" fmla="*/ 87 h 2756"/>
                  <a:gd name="T44" fmla="*/ 562 w 8326"/>
                  <a:gd name="T45" fmla="*/ 83 h 2756"/>
                  <a:gd name="T46" fmla="*/ 736 w 8326"/>
                  <a:gd name="T47" fmla="*/ 75 h 2756"/>
                  <a:gd name="T48" fmla="*/ 738 w 8326"/>
                  <a:gd name="T49" fmla="*/ 72 h 2756"/>
                  <a:gd name="T50" fmla="*/ 57 w 8326"/>
                  <a:gd name="T51" fmla="*/ 84 h 2756"/>
                  <a:gd name="T52" fmla="*/ 52 w 8326"/>
                  <a:gd name="T53" fmla="*/ 78 h 2756"/>
                  <a:gd name="T54" fmla="*/ 9 w 8326"/>
                  <a:gd name="T55" fmla="*/ 75 h 2756"/>
                  <a:gd name="T56" fmla="*/ 0 w 8326"/>
                  <a:gd name="T57" fmla="*/ 55 h 2756"/>
                  <a:gd name="T58" fmla="*/ 2 w 8326"/>
                  <a:gd name="T59" fmla="*/ 52 h 2756"/>
                  <a:gd name="T60" fmla="*/ 12 w 8326"/>
                  <a:gd name="T61" fmla="*/ 67 h 2756"/>
                  <a:gd name="T62" fmla="*/ 607 w 8326"/>
                  <a:gd name="T63" fmla="*/ 56 h 2756"/>
                  <a:gd name="T64" fmla="*/ 702 w 8326"/>
                  <a:gd name="T65" fmla="*/ 58 h 2756"/>
                  <a:gd name="T66" fmla="*/ 747 w 8326"/>
                  <a:gd name="T67" fmla="*/ 47 h 2756"/>
                  <a:gd name="T68" fmla="*/ 751 w 8326"/>
                  <a:gd name="T69" fmla="*/ 0 h 2756"/>
                  <a:gd name="T70" fmla="*/ 854 w 8326"/>
                  <a:gd name="T71" fmla="*/ 8 h 27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326" h="2756">
                    <a:moveTo>
                      <a:pt x="8301" y="78"/>
                    </a:moveTo>
                    <a:lnTo>
                      <a:pt x="8326" y="114"/>
                    </a:lnTo>
                    <a:lnTo>
                      <a:pt x="7809" y="870"/>
                    </a:lnTo>
                    <a:lnTo>
                      <a:pt x="6902" y="2167"/>
                    </a:lnTo>
                    <a:lnTo>
                      <a:pt x="6878" y="2191"/>
                    </a:lnTo>
                    <a:lnTo>
                      <a:pt x="5628" y="2239"/>
                    </a:lnTo>
                    <a:lnTo>
                      <a:pt x="5135" y="2695"/>
                    </a:lnTo>
                    <a:lnTo>
                      <a:pt x="4781" y="2756"/>
                    </a:lnTo>
                    <a:lnTo>
                      <a:pt x="4463" y="2731"/>
                    </a:lnTo>
                    <a:lnTo>
                      <a:pt x="642" y="2191"/>
                    </a:lnTo>
                    <a:lnTo>
                      <a:pt x="588" y="2095"/>
                    </a:lnTo>
                    <a:lnTo>
                      <a:pt x="588" y="2065"/>
                    </a:lnTo>
                    <a:lnTo>
                      <a:pt x="600" y="2053"/>
                    </a:lnTo>
                    <a:lnTo>
                      <a:pt x="618" y="2053"/>
                    </a:lnTo>
                    <a:lnTo>
                      <a:pt x="666" y="2107"/>
                    </a:lnTo>
                    <a:lnTo>
                      <a:pt x="840" y="2155"/>
                    </a:lnTo>
                    <a:lnTo>
                      <a:pt x="4847" y="2695"/>
                    </a:lnTo>
                    <a:lnTo>
                      <a:pt x="4997" y="2671"/>
                    </a:lnTo>
                    <a:lnTo>
                      <a:pt x="5081" y="2623"/>
                    </a:lnTo>
                    <a:lnTo>
                      <a:pt x="5297" y="2305"/>
                    </a:lnTo>
                    <a:lnTo>
                      <a:pt x="5286" y="2294"/>
                    </a:lnTo>
                    <a:lnTo>
                      <a:pt x="5220" y="2330"/>
                    </a:lnTo>
                    <a:lnTo>
                      <a:pt x="4968" y="2546"/>
                    </a:lnTo>
                    <a:lnTo>
                      <a:pt x="4968" y="2485"/>
                    </a:lnTo>
                    <a:lnTo>
                      <a:pt x="5250" y="2089"/>
                    </a:lnTo>
                    <a:lnTo>
                      <a:pt x="5274" y="2029"/>
                    </a:lnTo>
                    <a:lnTo>
                      <a:pt x="5274" y="2005"/>
                    </a:lnTo>
                    <a:lnTo>
                      <a:pt x="5232" y="1963"/>
                    </a:lnTo>
                    <a:lnTo>
                      <a:pt x="3633" y="1976"/>
                    </a:lnTo>
                    <a:lnTo>
                      <a:pt x="1675" y="1963"/>
                    </a:lnTo>
                    <a:lnTo>
                      <a:pt x="1135" y="1938"/>
                    </a:lnTo>
                    <a:lnTo>
                      <a:pt x="1020" y="1741"/>
                    </a:lnTo>
                    <a:lnTo>
                      <a:pt x="930" y="1597"/>
                    </a:lnTo>
                    <a:lnTo>
                      <a:pt x="930" y="1525"/>
                    </a:lnTo>
                    <a:lnTo>
                      <a:pt x="1423" y="930"/>
                    </a:lnTo>
                    <a:lnTo>
                      <a:pt x="1735" y="906"/>
                    </a:lnTo>
                    <a:lnTo>
                      <a:pt x="2421" y="906"/>
                    </a:lnTo>
                    <a:lnTo>
                      <a:pt x="2534" y="966"/>
                    </a:lnTo>
                    <a:lnTo>
                      <a:pt x="3123" y="1045"/>
                    </a:lnTo>
                    <a:lnTo>
                      <a:pt x="4000" y="1068"/>
                    </a:lnTo>
                    <a:lnTo>
                      <a:pt x="4517" y="1032"/>
                    </a:lnTo>
                    <a:lnTo>
                      <a:pt x="4679" y="984"/>
                    </a:lnTo>
                    <a:lnTo>
                      <a:pt x="4793" y="870"/>
                    </a:lnTo>
                    <a:lnTo>
                      <a:pt x="4907" y="858"/>
                    </a:lnTo>
                    <a:lnTo>
                      <a:pt x="4932" y="834"/>
                    </a:lnTo>
                    <a:lnTo>
                      <a:pt x="5459" y="816"/>
                    </a:lnTo>
                    <a:lnTo>
                      <a:pt x="7118" y="768"/>
                    </a:lnTo>
                    <a:lnTo>
                      <a:pt x="7154" y="744"/>
                    </a:lnTo>
                    <a:lnTo>
                      <a:pt x="7166" y="732"/>
                    </a:lnTo>
                    <a:lnTo>
                      <a:pt x="7166" y="708"/>
                    </a:lnTo>
                    <a:lnTo>
                      <a:pt x="7143" y="690"/>
                    </a:lnTo>
                    <a:lnTo>
                      <a:pt x="552" y="829"/>
                    </a:lnTo>
                    <a:lnTo>
                      <a:pt x="527" y="793"/>
                    </a:lnTo>
                    <a:lnTo>
                      <a:pt x="504" y="768"/>
                    </a:lnTo>
                    <a:lnTo>
                      <a:pt x="149" y="768"/>
                    </a:lnTo>
                    <a:lnTo>
                      <a:pt x="83" y="744"/>
                    </a:lnTo>
                    <a:lnTo>
                      <a:pt x="11" y="666"/>
                    </a:lnTo>
                    <a:lnTo>
                      <a:pt x="0" y="540"/>
                    </a:lnTo>
                    <a:lnTo>
                      <a:pt x="0" y="516"/>
                    </a:lnTo>
                    <a:lnTo>
                      <a:pt x="23" y="516"/>
                    </a:lnTo>
                    <a:lnTo>
                      <a:pt x="36" y="594"/>
                    </a:lnTo>
                    <a:lnTo>
                      <a:pt x="113" y="666"/>
                    </a:lnTo>
                    <a:lnTo>
                      <a:pt x="5749" y="576"/>
                    </a:lnTo>
                    <a:lnTo>
                      <a:pt x="5893" y="552"/>
                    </a:lnTo>
                    <a:lnTo>
                      <a:pt x="6331" y="576"/>
                    </a:lnTo>
                    <a:lnTo>
                      <a:pt x="6824" y="576"/>
                    </a:lnTo>
                    <a:lnTo>
                      <a:pt x="7190" y="564"/>
                    </a:lnTo>
                    <a:lnTo>
                      <a:pt x="7256" y="468"/>
                    </a:lnTo>
                    <a:lnTo>
                      <a:pt x="7269" y="24"/>
                    </a:lnTo>
                    <a:lnTo>
                      <a:pt x="7292" y="0"/>
                    </a:lnTo>
                    <a:lnTo>
                      <a:pt x="8037" y="47"/>
                    </a:lnTo>
                    <a:lnTo>
                      <a:pt x="830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5" name="Freeform 166">
                <a:extLst>
                  <a:ext uri="{FF2B5EF4-FFF2-40B4-BE49-F238E27FC236}">
                    <a16:creationId xmlns:a16="http://schemas.microsoft.com/office/drawing/2014/main" id="{EF697AAC-1C77-4C2F-9C51-A17985AF7D8B}"/>
                  </a:ext>
                </a:extLst>
              </p:cNvPr>
              <p:cNvSpPr>
                <a:spLocks/>
              </p:cNvSpPr>
              <p:nvPr/>
            </p:nvSpPr>
            <p:spPr bwMode="auto">
              <a:xfrm>
                <a:off x="4002" y="2793"/>
                <a:ext cx="762" cy="462"/>
              </a:xfrm>
              <a:custGeom>
                <a:avLst/>
                <a:gdLst>
                  <a:gd name="T0" fmla="*/ 762 w 7408"/>
                  <a:gd name="T1" fmla="*/ 21 h 4575"/>
                  <a:gd name="T2" fmla="*/ 762 w 7408"/>
                  <a:gd name="T3" fmla="*/ 27 h 4575"/>
                  <a:gd name="T4" fmla="*/ 761 w 7408"/>
                  <a:gd name="T5" fmla="*/ 117 h 4575"/>
                  <a:gd name="T6" fmla="*/ 758 w 7408"/>
                  <a:gd name="T7" fmla="*/ 135 h 4575"/>
                  <a:gd name="T8" fmla="*/ 756 w 7408"/>
                  <a:gd name="T9" fmla="*/ 135 h 4575"/>
                  <a:gd name="T10" fmla="*/ 751 w 7408"/>
                  <a:gd name="T11" fmla="*/ 114 h 4575"/>
                  <a:gd name="T12" fmla="*/ 748 w 7408"/>
                  <a:gd name="T13" fmla="*/ 106 h 4575"/>
                  <a:gd name="T14" fmla="*/ 744 w 7408"/>
                  <a:gd name="T15" fmla="*/ 102 h 4575"/>
                  <a:gd name="T16" fmla="*/ 738 w 7408"/>
                  <a:gd name="T17" fmla="*/ 102 h 4575"/>
                  <a:gd name="T18" fmla="*/ 722 w 7408"/>
                  <a:gd name="T19" fmla="*/ 124 h 4575"/>
                  <a:gd name="T20" fmla="*/ 687 w 7408"/>
                  <a:gd name="T21" fmla="*/ 203 h 4575"/>
                  <a:gd name="T22" fmla="*/ 678 w 7408"/>
                  <a:gd name="T23" fmla="*/ 221 h 4575"/>
                  <a:gd name="T24" fmla="*/ 638 w 7408"/>
                  <a:gd name="T25" fmla="*/ 299 h 4575"/>
                  <a:gd name="T26" fmla="*/ 629 w 7408"/>
                  <a:gd name="T27" fmla="*/ 315 h 4575"/>
                  <a:gd name="T28" fmla="*/ 611 w 7408"/>
                  <a:gd name="T29" fmla="*/ 353 h 4575"/>
                  <a:gd name="T30" fmla="*/ 609 w 7408"/>
                  <a:gd name="T31" fmla="*/ 360 h 4575"/>
                  <a:gd name="T32" fmla="*/ 609 w 7408"/>
                  <a:gd name="T33" fmla="*/ 361 h 4575"/>
                  <a:gd name="T34" fmla="*/ 606 w 7408"/>
                  <a:gd name="T35" fmla="*/ 361 h 4575"/>
                  <a:gd name="T36" fmla="*/ 606 w 7408"/>
                  <a:gd name="T37" fmla="*/ 350 h 4575"/>
                  <a:gd name="T38" fmla="*/ 612 w 7408"/>
                  <a:gd name="T39" fmla="*/ 312 h 4575"/>
                  <a:gd name="T40" fmla="*/ 612 w 7408"/>
                  <a:gd name="T41" fmla="*/ 295 h 4575"/>
                  <a:gd name="T42" fmla="*/ 611 w 7408"/>
                  <a:gd name="T43" fmla="*/ 294 h 4575"/>
                  <a:gd name="T44" fmla="*/ 609 w 7408"/>
                  <a:gd name="T45" fmla="*/ 294 h 4575"/>
                  <a:gd name="T46" fmla="*/ 590 w 7408"/>
                  <a:gd name="T47" fmla="*/ 334 h 4575"/>
                  <a:gd name="T48" fmla="*/ 572 w 7408"/>
                  <a:gd name="T49" fmla="*/ 386 h 4575"/>
                  <a:gd name="T50" fmla="*/ 564 w 7408"/>
                  <a:gd name="T51" fmla="*/ 415 h 4575"/>
                  <a:gd name="T52" fmla="*/ 560 w 7408"/>
                  <a:gd name="T53" fmla="*/ 455 h 4575"/>
                  <a:gd name="T54" fmla="*/ 561 w 7408"/>
                  <a:gd name="T55" fmla="*/ 457 h 4575"/>
                  <a:gd name="T56" fmla="*/ 561 w 7408"/>
                  <a:gd name="T57" fmla="*/ 458 h 4575"/>
                  <a:gd name="T58" fmla="*/ 557 w 7408"/>
                  <a:gd name="T59" fmla="*/ 462 h 4575"/>
                  <a:gd name="T60" fmla="*/ 454 w 7408"/>
                  <a:gd name="T61" fmla="*/ 461 h 4575"/>
                  <a:gd name="T62" fmla="*/ 442 w 7408"/>
                  <a:gd name="T63" fmla="*/ 458 h 4575"/>
                  <a:gd name="T64" fmla="*/ 373 w 7408"/>
                  <a:gd name="T65" fmla="*/ 437 h 4575"/>
                  <a:gd name="T66" fmla="*/ 305 w 7408"/>
                  <a:gd name="T67" fmla="*/ 420 h 4575"/>
                  <a:gd name="T68" fmla="*/ 289 w 7408"/>
                  <a:gd name="T69" fmla="*/ 417 h 4575"/>
                  <a:gd name="T70" fmla="*/ 221 w 7408"/>
                  <a:gd name="T71" fmla="*/ 404 h 4575"/>
                  <a:gd name="T72" fmla="*/ 101 w 7408"/>
                  <a:gd name="T73" fmla="*/ 383 h 4575"/>
                  <a:gd name="T74" fmla="*/ 2 w 7408"/>
                  <a:gd name="T75" fmla="*/ 366 h 4575"/>
                  <a:gd name="T76" fmla="*/ 0 w 7408"/>
                  <a:gd name="T77" fmla="*/ 366 h 4575"/>
                  <a:gd name="T78" fmla="*/ 0 w 7408"/>
                  <a:gd name="T79" fmla="*/ 364 h 4575"/>
                  <a:gd name="T80" fmla="*/ 121 w 7408"/>
                  <a:gd name="T81" fmla="*/ 380 h 4575"/>
                  <a:gd name="T82" fmla="*/ 522 w 7408"/>
                  <a:gd name="T83" fmla="*/ 434 h 4575"/>
                  <a:gd name="T84" fmla="*/ 526 w 7408"/>
                  <a:gd name="T85" fmla="*/ 433 h 4575"/>
                  <a:gd name="T86" fmla="*/ 530 w 7408"/>
                  <a:gd name="T87" fmla="*/ 429 h 4575"/>
                  <a:gd name="T88" fmla="*/ 533 w 7408"/>
                  <a:gd name="T89" fmla="*/ 416 h 4575"/>
                  <a:gd name="T90" fmla="*/ 534 w 7408"/>
                  <a:gd name="T91" fmla="*/ 307 h 4575"/>
                  <a:gd name="T92" fmla="*/ 540 w 7408"/>
                  <a:gd name="T93" fmla="*/ 294 h 4575"/>
                  <a:gd name="T94" fmla="*/ 561 w 7408"/>
                  <a:gd name="T95" fmla="*/ 265 h 4575"/>
                  <a:gd name="T96" fmla="*/ 595 w 7408"/>
                  <a:gd name="T97" fmla="*/ 218 h 4575"/>
                  <a:gd name="T98" fmla="*/ 604 w 7408"/>
                  <a:gd name="T99" fmla="*/ 212 h 4575"/>
                  <a:gd name="T100" fmla="*/ 646 w 7408"/>
                  <a:gd name="T101" fmla="*/ 158 h 4575"/>
                  <a:gd name="T102" fmla="*/ 696 w 7408"/>
                  <a:gd name="T103" fmla="*/ 86 h 4575"/>
                  <a:gd name="T104" fmla="*/ 721 w 7408"/>
                  <a:gd name="T105" fmla="*/ 50 h 4575"/>
                  <a:gd name="T106" fmla="*/ 751 w 7408"/>
                  <a:gd name="T107" fmla="*/ 8 h 4575"/>
                  <a:gd name="T108" fmla="*/ 757 w 7408"/>
                  <a:gd name="T109" fmla="*/ 0 h 4575"/>
                  <a:gd name="T110" fmla="*/ 760 w 7408"/>
                  <a:gd name="T111" fmla="*/ 0 h 4575"/>
                  <a:gd name="T112" fmla="*/ 762 w 7408"/>
                  <a:gd name="T113" fmla="*/ 21 h 4575"/>
                  <a:gd name="T114" fmla="*/ 762 w 7408"/>
                  <a:gd name="T115" fmla="*/ 21 h 45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7408" h="4575">
                    <a:moveTo>
                      <a:pt x="7408" y="205"/>
                    </a:moveTo>
                    <a:lnTo>
                      <a:pt x="7408" y="265"/>
                    </a:lnTo>
                    <a:lnTo>
                      <a:pt x="7395" y="1160"/>
                    </a:lnTo>
                    <a:lnTo>
                      <a:pt x="7372" y="1340"/>
                    </a:lnTo>
                    <a:lnTo>
                      <a:pt x="7348" y="1340"/>
                    </a:lnTo>
                    <a:lnTo>
                      <a:pt x="7300" y="1124"/>
                    </a:lnTo>
                    <a:lnTo>
                      <a:pt x="7269" y="1045"/>
                    </a:lnTo>
                    <a:lnTo>
                      <a:pt x="7233" y="1009"/>
                    </a:lnTo>
                    <a:lnTo>
                      <a:pt x="7174" y="1009"/>
                    </a:lnTo>
                    <a:lnTo>
                      <a:pt x="7023" y="1226"/>
                    </a:lnTo>
                    <a:lnTo>
                      <a:pt x="6681" y="2006"/>
                    </a:lnTo>
                    <a:lnTo>
                      <a:pt x="6591" y="2192"/>
                    </a:lnTo>
                    <a:lnTo>
                      <a:pt x="6201" y="2961"/>
                    </a:lnTo>
                    <a:lnTo>
                      <a:pt x="6111" y="3123"/>
                    </a:lnTo>
                    <a:lnTo>
                      <a:pt x="5936" y="3495"/>
                    </a:lnTo>
                    <a:lnTo>
                      <a:pt x="5924" y="3567"/>
                    </a:lnTo>
                    <a:lnTo>
                      <a:pt x="5918" y="3579"/>
                    </a:lnTo>
                    <a:lnTo>
                      <a:pt x="5893" y="3579"/>
                    </a:lnTo>
                    <a:lnTo>
                      <a:pt x="5893" y="3465"/>
                    </a:lnTo>
                    <a:lnTo>
                      <a:pt x="5947" y="3087"/>
                    </a:lnTo>
                    <a:lnTo>
                      <a:pt x="5947" y="2925"/>
                    </a:lnTo>
                    <a:lnTo>
                      <a:pt x="5936" y="2913"/>
                    </a:lnTo>
                    <a:lnTo>
                      <a:pt x="5918" y="2913"/>
                    </a:lnTo>
                    <a:lnTo>
                      <a:pt x="5731" y="3303"/>
                    </a:lnTo>
                    <a:lnTo>
                      <a:pt x="5557" y="3819"/>
                    </a:lnTo>
                    <a:lnTo>
                      <a:pt x="5479" y="4108"/>
                    </a:lnTo>
                    <a:lnTo>
                      <a:pt x="5443" y="4510"/>
                    </a:lnTo>
                    <a:lnTo>
                      <a:pt x="5455" y="4522"/>
                    </a:lnTo>
                    <a:lnTo>
                      <a:pt x="5455" y="4539"/>
                    </a:lnTo>
                    <a:lnTo>
                      <a:pt x="5419" y="4575"/>
                    </a:lnTo>
                    <a:lnTo>
                      <a:pt x="4416" y="4564"/>
                    </a:lnTo>
                    <a:lnTo>
                      <a:pt x="4296" y="4539"/>
                    </a:lnTo>
                    <a:lnTo>
                      <a:pt x="3623" y="4324"/>
                    </a:lnTo>
                    <a:lnTo>
                      <a:pt x="2968" y="4162"/>
                    </a:lnTo>
                    <a:lnTo>
                      <a:pt x="2806" y="4131"/>
                    </a:lnTo>
                    <a:lnTo>
                      <a:pt x="2145" y="4005"/>
                    </a:lnTo>
                    <a:lnTo>
                      <a:pt x="986" y="3795"/>
                    </a:lnTo>
                    <a:lnTo>
                      <a:pt x="24" y="3628"/>
                    </a:lnTo>
                    <a:lnTo>
                      <a:pt x="0" y="3628"/>
                    </a:lnTo>
                    <a:lnTo>
                      <a:pt x="0" y="3603"/>
                    </a:lnTo>
                    <a:lnTo>
                      <a:pt x="1178" y="3759"/>
                    </a:lnTo>
                    <a:lnTo>
                      <a:pt x="5077" y="4300"/>
                    </a:lnTo>
                    <a:lnTo>
                      <a:pt x="5113" y="4288"/>
                    </a:lnTo>
                    <a:lnTo>
                      <a:pt x="5149" y="4246"/>
                    </a:lnTo>
                    <a:lnTo>
                      <a:pt x="5179" y="4119"/>
                    </a:lnTo>
                    <a:lnTo>
                      <a:pt x="5191" y="3038"/>
                    </a:lnTo>
                    <a:lnTo>
                      <a:pt x="5251" y="2913"/>
                    </a:lnTo>
                    <a:lnTo>
                      <a:pt x="5455" y="2625"/>
                    </a:lnTo>
                    <a:lnTo>
                      <a:pt x="5780" y="2156"/>
                    </a:lnTo>
                    <a:lnTo>
                      <a:pt x="5870" y="2096"/>
                    </a:lnTo>
                    <a:lnTo>
                      <a:pt x="6278" y="1562"/>
                    </a:lnTo>
                    <a:lnTo>
                      <a:pt x="6765" y="847"/>
                    </a:lnTo>
                    <a:lnTo>
                      <a:pt x="7005" y="493"/>
                    </a:lnTo>
                    <a:lnTo>
                      <a:pt x="7300" y="79"/>
                    </a:lnTo>
                    <a:lnTo>
                      <a:pt x="7359" y="0"/>
                    </a:lnTo>
                    <a:lnTo>
                      <a:pt x="7384" y="0"/>
                    </a:lnTo>
                    <a:lnTo>
                      <a:pt x="7408" y="2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6" name="Freeform 167">
                <a:extLst>
                  <a:ext uri="{FF2B5EF4-FFF2-40B4-BE49-F238E27FC236}">
                    <a16:creationId xmlns:a16="http://schemas.microsoft.com/office/drawing/2014/main" id="{9E8D7052-0578-45C1-A5CE-61D7F418E65A}"/>
                  </a:ext>
                </a:extLst>
              </p:cNvPr>
              <p:cNvSpPr>
                <a:spLocks/>
              </p:cNvSpPr>
              <p:nvPr/>
            </p:nvSpPr>
            <p:spPr bwMode="auto">
              <a:xfrm>
                <a:off x="4575" y="2985"/>
                <a:ext cx="212" cy="317"/>
              </a:xfrm>
              <a:custGeom>
                <a:avLst/>
                <a:gdLst>
                  <a:gd name="T0" fmla="*/ 174 w 2067"/>
                  <a:gd name="T1" fmla="*/ 18 h 3134"/>
                  <a:gd name="T2" fmla="*/ 113 w 2067"/>
                  <a:gd name="T3" fmla="*/ 129 h 3134"/>
                  <a:gd name="T4" fmla="*/ 92 w 2067"/>
                  <a:gd name="T5" fmla="*/ 165 h 3134"/>
                  <a:gd name="T6" fmla="*/ 54 w 2067"/>
                  <a:gd name="T7" fmla="*/ 240 h 3134"/>
                  <a:gd name="T8" fmla="*/ 54 w 2067"/>
                  <a:gd name="T9" fmla="*/ 242 h 3134"/>
                  <a:gd name="T10" fmla="*/ 56 w 2067"/>
                  <a:gd name="T11" fmla="*/ 243 h 3134"/>
                  <a:gd name="T12" fmla="*/ 79 w 2067"/>
                  <a:gd name="T13" fmla="*/ 218 h 3134"/>
                  <a:gd name="T14" fmla="*/ 117 w 2067"/>
                  <a:gd name="T15" fmla="*/ 179 h 3134"/>
                  <a:gd name="T16" fmla="*/ 131 w 2067"/>
                  <a:gd name="T17" fmla="*/ 166 h 3134"/>
                  <a:gd name="T18" fmla="*/ 137 w 2067"/>
                  <a:gd name="T19" fmla="*/ 161 h 3134"/>
                  <a:gd name="T20" fmla="*/ 160 w 2067"/>
                  <a:gd name="T21" fmla="*/ 155 h 3134"/>
                  <a:gd name="T22" fmla="*/ 212 w 2067"/>
                  <a:gd name="T23" fmla="*/ 151 h 3134"/>
                  <a:gd name="T24" fmla="*/ 187 w 2067"/>
                  <a:gd name="T25" fmla="*/ 179 h 3134"/>
                  <a:gd name="T26" fmla="*/ 165 w 2067"/>
                  <a:gd name="T27" fmla="*/ 185 h 3134"/>
                  <a:gd name="T28" fmla="*/ 153 w 2067"/>
                  <a:gd name="T29" fmla="*/ 195 h 3134"/>
                  <a:gd name="T30" fmla="*/ 142 w 2067"/>
                  <a:gd name="T31" fmla="*/ 209 h 3134"/>
                  <a:gd name="T32" fmla="*/ 118 w 2067"/>
                  <a:gd name="T33" fmla="*/ 267 h 3134"/>
                  <a:gd name="T34" fmla="*/ 99 w 2067"/>
                  <a:gd name="T35" fmla="*/ 282 h 3134"/>
                  <a:gd name="T36" fmla="*/ 36 w 2067"/>
                  <a:gd name="T37" fmla="*/ 313 h 3134"/>
                  <a:gd name="T38" fmla="*/ 31 w 2067"/>
                  <a:gd name="T39" fmla="*/ 317 h 3134"/>
                  <a:gd name="T40" fmla="*/ 27 w 2067"/>
                  <a:gd name="T41" fmla="*/ 311 h 3134"/>
                  <a:gd name="T42" fmla="*/ 30 w 2067"/>
                  <a:gd name="T43" fmla="*/ 274 h 3134"/>
                  <a:gd name="T44" fmla="*/ 22 w 2067"/>
                  <a:gd name="T45" fmla="*/ 269 h 3134"/>
                  <a:gd name="T46" fmla="*/ 2 w 2067"/>
                  <a:gd name="T47" fmla="*/ 270 h 3134"/>
                  <a:gd name="T48" fmla="*/ 0 w 2067"/>
                  <a:gd name="T49" fmla="*/ 268 h 3134"/>
                  <a:gd name="T50" fmla="*/ 1 w 2067"/>
                  <a:gd name="T51" fmla="*/ 262 h 3134"/>
                  <a:gd name="T52" fmla="*/ 26 w 2067"/>
                  <a:gd name="T53" fmla="*/ 228 h 3134"/>
                  <a:gd name="T54" fmla="*/ 49 w 2067"/>
                  <a:gd name="T55" fmla="*/ 193 h 3134"/>
                  <a:gd name="T56" fmla="*/ 94 w 2067"/>
                  <a:gd name="T57" fmla="*/ 123 h 3134"/>
                  <a:gd name="T58" fmla="*/ 165 w 2067"/>
                  <a:gd name="T59" fmla="*/ 10 h 3134"/>
                  <a:gd name="T60" fmla="*/ 172 w 2067"/>
                  <a:gd name="T61" fmla="*/ 0 h 3134"/>
                  <a:gd name="T62" fmla="*/ 174 w 2067"/>
                  <a:gd name="T63" fmla="*/ 0 h 3134"/>
                  <a:gd name="T64" fmla="*/ 174 w 2067"/>
                  <a:gd name="T65" fmla="*/ 18 h 3134"/>
                  <a:gd name="T66" fmla="*/ 174 w 2067"/>
                  <a:gd name="T67" fmla="*/ 18 h 31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67" h="3134">
                    <a:moveTo>
                      <a:pt x="1700" y="180"/>
                    </a:moveTo>
                    <a:lnTo>
                      <a:pt x="1100" y="1273"/>
                    </a:lnTo>
                    <a:lnTo>
                      <a:pt x="896" y="1627"/>
                    </a:lnTo>
                    <a:lnTo>
                      <a:pt x="529" y="2371"/>
                    </a:lnTo>
                    <a:lnTo>
                      <a:pt x="529" y="2396"/>
                    </a:lnTo>
                    <a:lnTo>
                      <a:pt x="542" y="2407"/>
                    </a:lnTo>
                    <a:lnTo>
                      <a:pt x="769" y="2155"/>
                    </a:lnTo>
                    <a:lnTo>
                      <a:pt x="1136" y="1765"/>
                    </a:lnTo>
                    <a:lnTo>
                      <a:pt x="1274" y="1639"/>
                    </a:lnTo>
                    <a:lnTo>
                      <a:pt x="1340" y="1591"/>
                    </a:lnTo>
                    <a:lnTo>
                      <a:pt x="1562" y="1537"/>
                    </a:lnTo>
                    <a:lnTo>
                      <a:pt x="2067" y="1489"/>
                    </a:lnTo>
                    <a:lnTo>
                      <a:pt x="1826" y="1765"/>
                    </a:lnTo>
                    <a:lnTo>
                      <a:pt x="1605" y="1825"/>
                    </a:lnTo>
                    <a:lnTo>
                      <a:pt x="1490" y="1927"/>
                    </a:lnTo>
                    <a:lnTo>
                      <a:pt x="1388" y="2065"/>
                    </a:lnTo>
                    <a:lnTo>
                      <a:pt x="1148" y="2635"/>
                    </a:lnTo>
                    <a:lnTo>
                      <a:pt x="968" y="2786"/>
                    </a:lnTo>
                    <a:lnTo>
                      <a:pt x="355" y="3098"/>
                    </a:lnTo>
                    <a:lnTo>
                      <a:pt x="301" y="3134"/>
                    </a:lnTo>
                    <a:lnTo>
                      <a:pt x="265" y="3074"/>
                    </a:lnTo>
                    <a:lnTo>
                      <a:pt x="288" y="2707"/>
                    </a:lnTo>
                    <a:lnTo>
                      <a:pt x="216" y="2660"/>
                    </a:lnTo>
                    <a:lnTo>
                      <a:pt x="24" y="2671"/>
                    </a:lnTo>
                    <a:lnTo>
                      <a:pt x="0" y="2648"/>
                    </a:lnTo>
                    <a:lnTo>
                      <a:pt x="13" y="2594"/>
                    </a:lnTo>
                    <a:lnTo>
                      <a:pt x="252" y="2258"/>
                    </a:lnTo>
                    <a:lnTo>
                      <a:pt x="475" y="1904"/>
                    </a:lnTo>
                    <a:lnTo>
                      <a:pt x="920" y="1219"/>
                    </a:lnTo>
                    <a:lnTo>
                      <a:pt x="1605" y="102"/>
                    </a:lnTo>
                    <a:lnTo>
                      <a:pt x="1677" y="0"/>
                    </a:lnTo>
                    <a:lnTo>
                      <a:pt x="1700" y="0"/>
                    </a:lnTo>
                    <a:lnTo>
                      <a:pt x="170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7" name="Freeform 168">
                <a:extLst>
                  <a:ext uri="{FF2B5EF4-FFF2-40B4-BE49-F238E27FC236}">
                    <a16:creationId xmlns:a16="http://schemas.microsoft.com/office/drawing/2014/main" id="{44A3A6C1-B690-487F-8A02-9F375265BA66}"/>
                  </a:ext>
                </a:extLst>
              </p:cNvPr>
              <p:cNvSpPr>
                <a:spLocks/>
              </p:cNvSpPr>
              <p:nvPr/>
            </p:nvSpPr>
            <p:spPr bwMode="auto">
              <a:xfrm>
                <a:off x="3839" y="2995"/>
                <a:ext cx="77" cy="117"/>
              </a:xfrm>
              <a:custGeom>
                <a:avLst/>
                <a:gdLst>
                  <a:gd name="T0" fmla="*/ 77 w 745"/>
                  <a:gd name="T1" fmla="*/ 9 h 1147"/>
                  <a:gd name="T2" fmla="*/ 77 w 745"/>
                  <a:gd name="T3" fmla="*/ 12 h 1147"/>
                  <a:gd name="T4" fmla="*/ 20 w 745"/>
                  <a:gd name="T5" fmla="*/ 5 h 1147"/>
                  <a:gd name="T6" fmla="*/ 16 w 745"/>
                  <a:gd name="T7" fmla="*/ 11 h 1147"/>
                  <a:gd name="T8" fmla="*/ 17 w 745"/>
                  <a:gd name="T9" fmla="*/ 82 h 1147"/>
                  <a:gd name="T10" fmla="*/ 17 w 745"/>
                  <a:gd name="T11" fmla="*/ 103 h 1147"/>
                  <a:gd name="T12" fmla="*/ 9 w 745"/>
                  <a:gd name="T13" fmla="*/ 114 h 1147"/>
                  <a:gd name="T14" fmla="*/ 6 w 745"/>
                  <a:gd name="T15" fmla="*/ 117 h 1147"/>
                  <a:gd name="T16" fmla="*/ 4 w 745"/>
                  <a:gd name="T17" fmla="*/ 114 h 1147"/>
                  <a:gd name="T18" fmla="*/ 1 w 745"/>
                  <a:gd name="T19" fmla="*/ 15 h 1147"/>
                  <a:gd name="T20" fmla="*/ 0 w 745"/>
                  <a:gd name="T21" fmla="*/ 7 h 1147"/>
                  <a:gd name="T22" fmla="*/ 5 w 745"/>
                  <a:gd name="T23" fmla="*/ 0 h 1147"/>
                  <a:gd name="T24" fmla="*/ 22 w 745"/>
                  <a:gd name="T25" fmla="*/ 1 h 1147"/>
                  <a:gd name="T26" fmla="*/ 77 w 745"/>
                  <a:gd name="T27" fmla="*/ 9 h 1147"/>
                  <a:gd name="T28" fmla="*/ 77 w 745"/>
                  <a:gd name="T29" fmla="*/ 9 h 11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5" h="1147">
                    <a:moveTo>
                      <a:pt x="745" y="90"/>
                    </a:moveTo>
                    <a:lnTo>
                      <a:pt x="745" y="114"/>
                    </a:lnTo>
                    <a:lnTo>
                      <a:pt x="198" y="49"/>
                    </a:lnTo>
                    <a:lnTo>
                      <a:pt x="150" y="103"/>
                    </a:lnTo>
                    <a:lnTo>
                      <a:pt x="162" y="804"/>
                    </a:lnTo>
                    <a:lnTo>
                      <a:pt x="162" y="1009"/>
                    </a:lnTo>
                    <a:lnTo>
                      <a:pt x="85" y="1122"/>
                    </a:lnTo>
                    <a:lnTo>
                      <a:pt x="60" y="1147"/>
                    </a:lnTo>
                    <a:lnTo>
                      <a:pt x="36" y="1122"/>
                    </a:lnTo>
                    <a:lnTo>
                      <a:pt x="13" y="150"/>
                    </a:lnTo>
                    <a:lnTo>
                      <a:pt x="0" y="72"/>
                    </a:lnTo>
                    <a:lnTo>
                      <a:pt x="49" y="0"/>
                    </a:lnTo>
                    <a:lnTo>
                      <a:pt x="211" y="13"/>
                    </a:lnTo>
                    <a:lnTo>
                      <a:pt x="74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8" name="Freeform 169">
                <a:extLst>
                  <a:ext uri="{FF2B5EF4-FFF2-40B4-BE49-F238E27FC236}">
                    <a16:creationId xmlns:a16="http://schemas.microsoft.com/office/drawing/2014/main" id="{7B588090-70F5-435F-8020-B36F69740E60}"/>
                  </a:ext>
                </a:extLst>
              </p:cNvPr>
              <p:cNvSpPr>
                <a:spLocks/>
              </p:cNvSpPr>
              <p:nvPr/>
            </p:nvSpPr>
            <p:spPr bwMode="auto">
              <a:xfrm>
                <a:off x="3921" y="3005"/>
                <a:ext cx="2" cy="4"/>
              </a:xfrm>
              <a:custGeom>
                <a:avLst/>
                <a:gdLst>
                  <a:gd name="T0" fmla="*/ 2 w 23"/>
                  <a:gd name="T1" fmla="*/ 4 h 23"/>
                  <a:gd name="T2" fmla="*/ 0 w 23"/>
                  <a:gd name="T3" fmla="*/ 4 h 23"/>
                  <a:gd name="T4" fmla="*/ 0 w 23"/>
                  <a:gd name="T5" fmla="*/ 0 h 23"/>
                  <a:gd name="T6" fmla="*/ 2 w 23"/>
                  <a:gd name="T7" fmla="*/ 0 h 23"/>
                  <a:gd name="T8" fmla="*/ 2 w 23"/>
                  <a:gd name="T9" fmla="*/ 4 h 23"/>
                  <a:gd name="T10" fmla="*/ 2 w 23"/>
                  <a:gd name="T11" fmla="*/ 4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23">
                    <a:moveTo>
                      <a:pt x="23" y="23"/>
                    </a:moveTo>
                    <a:lnTo>
                      <a:pt x="0" y="23"/>
                    </a:lnTo>
                    <a:lnTo>
                      <a:pt x="0" y="0"/>
                    </a:lnTo>
                    <a:lnTo>
                      <a:pt x="23" y="0"/>
                    </a:lnTo>
                    <a:lnTo>
                      <a:pt x="2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9" name="Freeform 170">
                <a:extLst>
                  <a:ext uri="{FF2B5EF4-FFF2-40B4-BE49-F238E27FC236}">
                    <a16:creationId xmlns:a16="http://schemas.microsoft.com/office/drawing/2014/main" id="{EF803484-F6A5-459D-A0DE-EF677F0532B2}"/>
                  </a:ext>
                </a:extLst>
              </p:cNvPr>
              <p:cNvSpPr>
                <a:spLocks/>
              </p:cNvSpPr>
              <p:nvPr/>
            </p:nvSpPr>
            <p:spPr bwMode="auto">
              <a:xfrm>
                <a:off x="3980" y="3039"/>
                <a:ext cx="195" cy="70"/>
              </a:xfrm>
              <a:custGeom>
                <a:avLst/>
                <a:gdLst>
                  <a:gd name="T0" fmla="*/ 192 w 1911"/>
                  <a:gd name="T1" fmla="*/ 26 h 691"/>
                  <a:gd name="T2" fmla="*/ 195 w 1911"/>
                  <a:gd name="T3" fmla="*/ 32 h 691"/>
                  <a:gd name="T4" fmla="*/ 195 w 1911"/>
                  <a:gd name="T5" fmla="*/ 38 h 691"/>
                  <a:gd name="T6" fmla="*/ 192 w 1911"/>
                  <a:gd name="T7" fmla="*/ 41 h 691"/>
                  <a:gd name="T8" fmla="*/ 134 w 1911"/>
                  <a:gd name="T9" fmla="*/ 32 h 691"/>
                  <a:gd name="T10" fmla="*/ 129 w 1911"/>
                  <a:gd name="T11" fmla="*/ 38 h 691"/>
                  <a:gd name="T12" fmla="*/ 83 w 1911"/>
                  <a:gd name="T13" fmla="*/ 32 h 691"/>
                  <a:gd name="T14" fmla="*/ 76 w 1911"/>
                  <a:gd name="T15" fmla="*/ 41 h 691"/>
                  <a:gd name="T16" fmla="*/ 75 w 1911"/>
                  <a:gd name="T17" fmla="*/ 41 h 691"/>
                  <a:gd name="T18" fmla="*/ 71 w 1911"/>
                  <a:gd name="T19" fmla="*/ 27 h 691"/>
                  <a:gd name="T20" fmla="*/ 66 w 1911"/>
                  <a:gd name="T21" fmla="*/ 23 h 691"/>
                  <a:gd name="T22" fmla="*/ 17 w 1911"/>
                  <a:gd name="T23" fmla="*/ 17 h 691"/>
                  <a:gd name="T24" fmla="*/ 13 w 1911"/>
                  <a:gd name="T25" fmla="*/ 21 h 691"/>
                  <a:gd name="T26" fmla="*/ 15 w 1911"/>
                  <a:gd name="T27" fmla="*/ 37 h 691"/>
                  <a:gd name="T28" fmla="*/ 22 w 1911"/>
                  <a:gd name="T29" fmla="*/ 42 h 691"/>
                  <a:gd name="T30" fmla="*/ 143 w 1911"/>
                  <a:gd name="T31" fmla="*/ 58 h 691"/>
                  <a:gd name="T32" fmla="*/ 147 w 1911"/>
                  <a:gd name="T33" fmla="*/ 56 h 691"/>
                  <a:gd name="T34" fmla="*/ 166 w 1911"/>
                  <a:gd name="T35" fmla="*/ 56 h 691"/>
                  <a:gd name="T36" fmla="*/ 169 w 1911"/>
                  <a:gd name="T37" fmla="*/ 50 h 691"/>
                  <a:gd name="T38" fmla="*/ 170 w 1911"/>
                  <a:gd name="T39" fmla="*/ 50 h 691"/>
                  <a:gd name="T40" fmla="*/ 173 w 1911"/>
                  <a:gd name="T41" fmla="*/ 59 h 691"/>
                  <a:gd name="T42" fmla="*/ 180 w 1911"/>
                  <a:gd name="T43" fmla="*/ 63 h 691"/>
                  <a:gd name="T44" fmla="*/ 194 w 1911"/>
                  <a:gd name="T45" fmla="*/ 64 h 691"/>
                  <a:gd name="T46" fmla="*/ 195 w 1911"/>
                  <a:gd name="T47" fmla="*/ 65 h 691"/>
                  <a:gd name="T48" fmla="*/ 195 w 1911"/>
                  <a:gd name="T49" fmla="*/ 68 h 691"/>
                  <a:gd name="T50" fmla="*/ 192 w 1911"/>
                  <a:gd name="T51" fmla="*/ 70 h 691"/>
                  <a:gd name="T52" fmla="*/ 6 w 1911"/>
                  <a:gd name="T53" fmla="*/ 46 h 691"/>
                  <a:gd name="T54" fmla="*/ 4 w 1911"/>
                  <a:gd name="T55" fmla="*/ 46 h 691"/>
                  <a:gd name="T56" fmla="*/ 2 w 1911"/>
                  <a:gd name="T57" fmla="*/ 46 h 691"/>
                  <a:gd name="T58" fmla="*/ 0 w 1911"/>
                  <a:gd name="T59" fmla="*/ 2 h 691"/>
                  <a:gd name="T60" fmla="*/ 2 w 1911"/>
                  <a:gd name="T61" fmla="*/ 0 h 691"/>
                  <a:gd name="T62" fmla="*/ 56 w 1911"/>
                  <a:gd name="T63" fmla="*/ 6 h 691"/>
                  <a:gd name="T64" fmla="*/ 192 w 1911"/>
                  <a:gd name="T65" fmla="*/ 26 h 691"/>
                  <a:gd name="T66" fmla="*/ 192 w 1911"/>
                  <a:gd name="T67" fmla="*/ 26 h 6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11" h="691">
                    <a:moveTo>
                      <a:pt x="1880" y="252"/>
                    </a:moveTo>
                    <a:lnTo>
                      <a:pt x="1911" y="319"/>
                    </a:lnTo>
                    <a:lnTo>
                      <a:pt x="1911" y="378"/>
                    </a:lnTo>
                    <a:lnTo>
                      <a:pt x="1886" y="403"/>
                    </a:lnTo>
                    <a:lnTo>
                      <a:pt x="1316" y="319"/>
                    </a:lnTo>
                    <a:lnTo>
                      <a:pt x="1267" y="378"/>
                    </a:lnTo>
                    <a:lnTo>
                      <a:pt x="811" y="319"/>
                    </a:lnTo>
                    <a:lnTo>
                      <a:pt x="745" y="403"/>
                    </a:lnTo>
                    <a:lnTo>
                      <a:pt x="733" y="403"/>
                    </a:lnTo>
                    <a:lnTo>
                      <a:pt x="697" y="265"/>
                    </a:lnTo>
                    <a:lnTo>
                      <a:pt x="648" y="229"/>
                    </a:lnTo>
                    <a:lnTo>
                      <a:pt x="168" y="168"/>
                    </a:lnTo>
                    <a:lnTo>
                      <a:pt x="132" y="205"/>
                    </a:lnTo>
                    <a:lnTo>
                      <a:pt x="144" y="367"/>
                    </a:lnTo>
                    <a:lnTo>
                      <a:pt x="216" y="414"/>
                    </a:lnTo>
                    <a:lnTo>
                      <a:pt x="1406" y="571"/>
                    </a:lnTo>
                    <a:lnTo>
                      <a:pt x="1442" y="553"/>
                    </a:lnTo>
                    <a:lnTo>
                      <a:pt x="1628" y="553"/>
                    </a:lnTo>
                    <a:lnTo>
                      <a:pt x="1658" y="493"/>
                    </a:lnTo>
                    <a:lnTo>
                      <a:pt x="1670" y="493"/>
                    </a:lnTo>
                    <a:lnTo>
                      <a:pt x="1695" y="583"/>
                    </a:lnTo>
                    <a:lnTo>
                      <a:pt x="1760" y="619"/>
                    </a:lnTo>
                    <a:lnTo>
                      <a:pt x="1898" y="631"/>
                    </a:lnTo>
                    <a:lnTo>
                      <a:pt x="1911" y="642"/>
                    </a:lnTo>
                    <a:lnTo>
                      <a:pt x="1911" y="667"/>
                    </a:lnTo>
                    <a:lnTo>
                      <a:pt x="1880" y="691"/>
                    </a:lnTo>
                    <a:lnTo>
                      <a:pt x="54" y="450"/>
                    </a:lnTo>
                    <a:lnTo>
                      <a:pt x="42" y="457"/>
                    </a:lnTo>
                    <a:lnTo>
                      <a:pt x="24" y="457"/>
                    </a:lnTo>
                    <a:lnTo>
                      <a:pt x="0" y="24"/>
                    </a:lnTo>
                    <a:lnTo>
                      <a:pt x="24" y="0"/>
                    </a:lnTo>
                    <a:lnTo>
                      <a:pt x="547" y="60"/>
                    </a:lnTo>
                    <a:lnTo>
                      <a:pt x="188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171">
                <a:extLst>
                  <a:ext uri="{FF2B5EF4-FFF2-40B4-BE49-F238E27FC236}">
                    <a16:creationId xmlns:a16="http://schemas.microsoft.com/office/drawing/2014/main" id="{6F23B2C0-DE9D-40E5-9042-40CE556EC511}"/>
                  </a:ext>
                </a:extLst>
              </p:cNvPr>
              <p:cNvSpPr>
                <a:spLocks/>
              </p:cNvSpPr>
              <p:nvPr/>
            </p:nvSpPr>
            <p:spPr bwMode="auto">
              <a:xfrm>
                <a:off x="4202" y="3061"/>
                <a:ext cx="299" cy="78"/>
              </a:xfrm>
              <a:custGeom>
                <a:avLst/>
                <a:gdLst>
                  <a:gd name="T0" fmla="*/ 299 w 2901"/>
                  <a:gd name="T1" fmla="*/ 46 h 769"/>
                  <a:gd name="T2" fmla="*/ 298 w 2901"/>
                  <a:gd name="T3" fmla="*/ 50 h 769"/>
                  <a:gd name="T4" fmla="*/ 282 w 2901"/>
                  <a:gd name="T5" fmla="*/ 50 h 769"/>
                  <a:gd name="T6" fmla="*/ 131 w 2901"/>
                  <a:gd name="T7" fmla="*/ 32 h 769"/>
                  <a:gd name="T8" fmla="*/ 13 w 2901"/>
                  <a:gd name="T9" fmla="*/ 16 h 769"/>
                  <a:gd name="T10" fmla="*/ 9 w 2901"/>
                  <a:gd name="T11" fmla="*/ 20 h 769"/>
                  <a:gd name="T12" fmla="*/ 6 w 2901"/>
                  <a:gd name="T13" fmla="*/ 76 h 769"/>
                  <a:gd name="T14" fmla="*/ 4 w 2901"/>
                  <a:gd name="T15" fmla="*/ 78 h 769"/>
                  <a:gd name="T16" fmla="*/ 0 w 2901"/>
                  <a:gd name="T17" fmla="*/ 77 h 769"/>
                  <a:gd name="T18" fmla="*/ 0 w 2901"/>
                  <a:gd name="T19" fmla="*/ 1 h 769"/>
                  <a:gd name="T20" fmla="*/ 1 w 2901"/>
                  <a:gd name="T21" fmla="*/ 0 h 769"/>
                  <a:gd name="T22" fmla="*/ 297 w 2901"/>
                  <a:gd name="T23" fmla="*/ 43 h 769"/>
                  <a:gd name="T24" fmla="*/ 299 w 2901"/>
                  <a:gd name="T25" fmla="*/ 46 h 769"/>
                  <a:gd name="T26" fmla="*/ 299 w 2901"/>
                  <a:gd name="T27" fmla="*/ 46 h 7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01" h="769">
                    <a:moveTo>
                      <a:pt x="2901" y="451"/>
                    </a:moveTo>
                    <a:lnTo>
                      <a:pt x="2889" y="493"/>
                    </a:lnTo>
                    <a:lnTo>
                      <a:pt x="2739" y="493"/>
                    </a:lnTo>
                    <a:lnTo>
                      <a:pt x="1273" y="313"/>
                    </a:lnTo>
                    <a:lnTo>
                      <a:pt x="126" y="162"/>
                    </a:lnTo>
                    <a:lnTo>
                      <a:pt x="90" y="198"/>
                    </a:lnTo>
                    <a:lnTo>
                      <a:pt x="59" y="745"/>
                    </a:lnTo>
                    <a:lnTo>
                      <a:pt x="36" y="769"/>
                    </a:lnTo>
                    <a:lnTo>
                      <a:pt x="0" y="757"/>
                    </a:lnTo>
                    <a:lnTo>
                      <a:pt x="0" y="13"/>
                    </a:lnTo>
                    <a:lnTo>
                      <a:pt x="12" y="0"/>
                    </a:lnTo>
                    <a:lnTo>
                      <a:pt x="2878" y="426"/>
                    </a:lnTo>
                    <a:lnTo>
                      <a:pt x="2901" y="4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172">
                <a:extLst>
                  <a:ext uri="{FF2B5EF4-FFF2-40B4-BE49-F238E27FC236}">
                    <a16:creationId xmlns:a16="http://schemas.microsoft.com/office/drawing/2014/main" id="{A6F8388B-5245-4481-B23D-B5607BCD15BD}"/>
                  </a:ext>
                </a:extLst>
              </p:cNvPr>
              <p:cNvSpPr>
                <a:spLocks/>
              </p:cNvSpPr>
              <p:nvPr/>
            </p:nvSpPr>
            <p:spPr bwMode="auto">
              <a:xfrm>
                <a:off x="3659" y="3079"/>
                <a:ext cx="151" cy="164"/>
              </a:xfrm>
              <a:custGeom>
                <a:avLst/>
                <a:gdLst>
                  <a:gd name="T0" fmla="*/ 149 w 1460"/>
                  <a:gd name="T1" fmla="*/ 44 h 1615"/>
                  <a:gd name="T2" fmla="*/ 107 w 1460"/>
                  <a:gd name="T3" fmla="*/ 79 h 1615"/>
                  <a:gd name="T4" fmla="*/ 74 w 1460"/>
                  <a:gd name="T5" fmla="*/ 111 h 1615"/>
                  <a:gd name="T6" fmla="*/ 38 w 1460"/>
                  <a:gd name="T7" fmla="*/ 159 h 1615"/>
                  <a:gd name="T8" fmla="*/ 1 w 1460"/>
                  <a:gd name="T9" fmla="*/ 152 h 1615"/>
                  <a:gd name="T10" fmla="*/ 10 w 1460"/>
                  <a:gd name="T11" fmla="*/ 150 h 1615"/>
                  <a:gd name="T12" fmla="*/ 18 w 1460"/>
                  <a:gd name="T13" fmla="*/ 157 h 1615"/>
                  <a:gd name="T14" fmla="*/ 14 w 1460"/>
                  <a:gd name="T15" fmla="*/ 142 h 1615"/>
                  <a:gd name="T16" fmla="*/ 13 w 1460"/>
                  <a:gd name="T17" fmla="*/ 136 h 1615"/>
                  <a:gd name="T18" fmla="*/ 34 w 1460"/>
                  <a:gd name="T19" fmla="*/ 148 h 1615"/>
                  <a:gd name="T20" fmla="*/ 22 w 1460"/>
                  <a:gd name="T21" fmla="*/ 128 h 1615"/>
                  <a:gd name="T22" fmla="*/ 21 w 1460"/>
                  <a:gd name="T23" fmla="*/ 122 h 1615"/>
                  <a:gd name="T24" fmla="*/ 34 w 1460"/>
                  <a:gd name="T25" fmla="*/ 127 h 1615"/>
                  <a:gd name="T26" fmla="*/ 27 w 1460"/>
                  <a:gd name="T27" fmla="*/ 113 h 1615"/>
                  <a:gd name="T28" fmla="*/ 23 w 1460"/>
                  <a:gd name="T29" fmla="*/ 110 h 1615"/>
                  <a:gd name="T30" fmla="*/ 38 w 1460"/>
                  <a:gd name="T31" fmla="*/ 113 h 1615"/>
                  <a:gd name="T32" fmla="*/ 43 w 1460"/>
                  <a:gd name="T33" fmla="*/ 107 h 1615"/>
                  <a:gd name="T34" fmla="*/ 34 w 1460"/>
                  <a:gd name="T35" fmla="*/ 97 h 1615"/>
                  <a:gd name="T36" fmla="*/ 50 w 1460"/>
                  <a:gd name="T37" fmla="*/ 105 h 1615"/>
                  <a:gd name="T38" fmla="*/ 44 w 1460"/>
                  <a:gd name="T39" fmla="*/ 88 h 1615"/>
                  <a:gd name="T40" fmla="*/ 60 w 1460"/>
                  <a:gd name="T41" fmla="*/ 96 h 1615"/>
                  <a:gd name="T42" fmla="*/ 52 w 1460"/>
                  <a:gd name="T43" fmla="*/ 81 h 1615"/>
                  <a:gd name="T44" fmla="*/ 60 w 1460"/>
                  <a:gd name="T45" fmla="*/ 81 h 1615"/>
                  <a:gd name="T46" fmla="*/ 71 w 1460"/>
                  <a:gd name="T47" fmla="*/ 81 h 1615"/>
                  <a:gd name="T48" fmla="*/ 61 w 1460"/>
                  <a:gd name="T49" fmla="*/ 73 h 1615"/>
                  <a:gd name="T50" fmla="*/ 83 w 1460"/>
                  <a:gd name="T51" fmla="*/ 81 h 1615"/>
                  <a:gd name="T52" fmla="*/ 76 w 1460"/>
                  <a:gd name="T53" fmla="*/ 63 h 1615"/>
                  <a:gd name="T54" fmla="*/ 83 w 1460"/>
                  <a:gd name="T55" fmla="*/ 60 h 1615"/>
                  <a:gd name="T56" fmla="*/ 96 w 1460"/>
                  <a:gd name="T57" fmla="*/ 62 h 1615"/>
                  <a:gd name="T58" fmla="*/ 83 w 1460"/>
                  <a:gd name="T59" fmla="*/ 51 h 1615"/>
                  <a:gd name="T60" fmla="*/ 101 w 1460"/>
                  <a:gd name="T61" fmla="*/ 55 h 1615"/>
                  <a:gd name="T62" fmla="*/ 95 w 1460"/>
                  <a:gd name="T63" fmla="*/ 44 h 1615"/>
                  <a:gd name="T64" fmla="*/ 111 w 1460"/>
                  <a:gd name="T65" fmla="*/ 50 h 1615"/>
                  <a:gd name="T66" fmla="*/ 116 w 1460"/>
                  <a:gd name="T67" fmla="*/ 45 h 1615"/>
                  <a:gd name="T68" fmla="*/ 104 w 1460"/>
                  <a:gd name="T69" fmla="*/ 33 h 1615"/>
                  <a:gd name="T70" fmla="*/ 122 w 1460"/>
                  <a:gd name="T71" fmla="*/ 43 h 1615"/>
                  <a:gd name="T72" fmla="*/ 116 w 1460"/>
                  <a:gd name="T73" fmla="*/ 27 h 1615"/>
                  <a:gd name="T74" fmla="*/ 131 w 1460"/>
                  <a:gd name="T75" fmla="*/ 26 h 1615"/>
                  <a:gd name="T76" fmla="*/ 134 w 1460"/>
                  <a:gd name="T77" fmla="*/ 21 h 1615"/>
                  <a:gd name="T78" fmla="*/ 134 w 1460"/>
                  <a:gd name="T79" fmla="*/ 13 h 1615"/>
                  <a:gd name="T80" fmla="*/ 142 w 1460"/>
                  <a:gd name="T81" fmla="*/ 14 h 1615"/>
                  <a:gd name="T82" fmla="*/ 144 w 1460"/>
                  <a:gd name="T83" fmla="*/ 0 h 1615"/>
                  <a:gd name="T84" fmla="*/ 151 w 1460"/>
                  <a:gd name="T85" fmla="*/ 9 h 16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60" h="1615">
                    <a:moveTo>
                      <a:pt x="1460" y="90"/>
                    </a:moveTo>
                    <a:lnTo>
                      <a:pt x="1448" y="378"/>
                    </a:lnTo>
                    <a:lnTo>
                      <a:pt x="1436" y="432"/>
                    </a:lnTo>
                    <a:lnTo>
                      <a:pt x="1232" y="642"/>
                    </a:lnTo>
                    <a:lnTo>
                      <a:pt x="1147" y="708"/>
                    </a:lnTo>
                    <a:lnTo>
                      <a:pt x="1034" y="780"/>
                    </a:lnTo>
                    <a:lnTo>
                      <a:pt x="908" y="924"/>
                    </a:lnTo>
                    <a:lnTo>
                      <a:pt x="780" y="1032"/>
                    </a:lnTo>
                    <a:lnTo>
                      <a:pt x="715" y="1098"/>
                    </a:lnTo>
                    <a:lnTo>
                      <a:pt x="564" y="1248"/>
                    </a:lnTo>
                    <a:lnTo>
                      <a:pt x="462" y="1411"/>
                    </a:lnTo>
                    <a:lnTo>
                      <a:pt x="372" y="1566"/>
                    </a:lnTo>
                    <a:lnTo>
                      <a:pt x="312" y="1615"/>
                    </a:lnTo>
                    <a:lnTo>
                      <a:pt x="72" y="1602"/>
                    </a:lnTo>
                    <a:lnTo>
                      <a:pt x="12" y="1501"/>
                    </a:lnTo>
                    <a:lnTo>
                      <a:pt x="0" y="1489"/>
                    </a:lnTo>
                    <a:lnTo>
                      <a:pt x="60" y="1476"/>
                    </a:lnTo>
                    <a:lnTo>
                      <a:pt x="96" y="1476"/>
                    </a:lnTo>
                    <a:lnTo>
                      <a:pt x="138" y="1537"/>
                    </a:lnTo>
                    <a:lnTo>
                      <a:pt x="150" y="1548"/>
                    </a:lnTo>
                    <a:lnTo>
                      <a:pt x="174" y="1548"/>
                    </a:lnTo>
                    <a:lnTo>
                      <a:pt x="222" y="1489"/>
                    </a:lnTo>
                    <a:lnTo>
                      <a:pt x="222" y="1465"/>
                    </a:lnTo>
                    <a:lnTo>
                      <a:pt x="138" y="1399"/>
                    </a:lnTo>
                    <a:lnTo>
                      <a:pt x="114" y="1399"/>
                    </a:lnTo>
                    <a:lnTo>
                      <a:pt x="96" y="1375"/>
                    </a:lnTo>
                    <a:lnTo>
                      <a:pt x="126" y="1339"/>
                    </a:lnTo>
                    <a:lnTo>
                      <a:pt x="186" y="1339"/>
                    </a:lnTo>
                    <a:lnTo>
                      <a:pt x="300" y="1453"/>
                    </a:lnTo>
                    <a:lnTo>
                      <a:pt x="325" y="1453"/>
                    </a:lnTo>
                    <a:lnTo>
                      <a:pt x="325" y="1375"/>
                    </a:lnTo>
                    <a:lnTo>
                      <a:pt x="289" y="1314"/>
                    </a:lnTo>
                    <a:lnTo>
                      <a:pt x="210" y="1260"/>
                    </a:lnTo>
                    <a:lnTo>
                      <a:pt x="186" y="1260"/>
                    </a:lnTo>
                    <a:lnTo>
                      <a:pt x="162" y="1237"/>
                    </a:lnTo>
                    <a:lnTo>
                      <a:pt x="199" y="1201"/>
                    </a:lnTo>
                    <a:lnTo>
                      <a:pt x="289" y="1224"/>
                    </a:lnTo>
                    <a:lnTo>
                      <a:pt x="312" y="1248"/>
                    </a:lnTo>
                    <a:lnTo>
                      <a:pt x="325" y="1248"/>
                    </a:lnTo>
                    <a:lnTo>
                      <a:pt x="348" y="1224"/>
                    </a:lnTo>
                    <a:lnTo>
                      <a:pt x="312" y="1147"/>
                    </a:lnTo>
                    <a:lnTo>
                      <a:pt x="264" y="1111"/>
                    </a:lnTo>
                    <a:lnTo>
                      <a:pt x="235" y="1111"/>
                    </a:lnTo>
                    <a:lnTo>
                      <a:pt x="222" y="1098"/>
                    </a:lnTo>
                    <a:lnTo>
                      <a:pt x="222" y="1086"/>
                    </a:lnTo>
                    <a:lnTo>
                      <a:pt x="246" y="1062"/>
                    </a:lnTo>
                    <a:lnTo>
                      <a:pt x="325" y="1075"/>
                    </a:lnTo>
                    <a:lnTo>
                      <a:pt x="372" y="1111"/>
                    </a:lnTo>
                    <a:lnTo>
                      <a:pt x="402" y="1147"/>
                    </a:lnTo>
                    <a:lnTo>
                      <a:pt x="415" y="1147"/>
                    </a:lnTo>
                    <a:lnTo>
                      <a:pt x="415" y="1050"/>
                    </a:lnTo>
                    <a:lnTo>
                      <a:pt x="390" y="1021"/>
                    </a:lnTo>
                    <a:lnTo>
                      <a:pt x="325" y="973"/>
                    </a:lnTo>
                    <a:lnTo>
                      <a:pt x="325" y="960"/>
                    </a:lnTo>
                    <a:lnTo>
                      <a:pt x="372" y="948"/>
                    </a:lnTo>
                    <a:lnTo>
                      <a:pt x="402" y="948"/>
                    </a:lnTo>
                    <a:lnTo>
                      <a:pt x="487" y="1032"/>
                    </a:lnTo>
                    <a:lnTo>
                      <a:pt x="505" y="1009"/>
                    </a:lnTo>
                    <a:lnTo>
                      <a:pt x="487" y="924"/>
                    </a:lnTo>
                    <a:lnTo>
                      <a:pt x="426" y="870"/>
                    </a:lnTo>
                    <a:lnTo>
                      <a:pt x="426" y="858"/>
                    </a:lnTo>
                    <a:lnTo>
                      <a:pt x="499" y="858"/>
                    </a:lnTo>
                    <a:lnTo>
                      <a:pt x="577" y="948"/>
                    </a:lnTo>
                    <a:lnTo>
                      <a:pt x="600" y="948"/>
                    </a:lnTo>
                    <a:lnTo>
                      <a:pt x="600" y="894"/>
                    </a:lnTo>
                    <a:lnTo>
                      <a:pt x="505" y="798"/>
                    </a:lnTo>
                    <a:lnTo>
                      <a:pt x="499" y="798"/>
                    </a:lnTo>
                    <a:lnTo>
                      <a:pt x="499" y="780"/>
                    </a:lnTo>
                    <a:lnTo>
                      <a:pt x="577" y="793"/>
                    </a:lnTo>
                    <a:lnTo>
                      <a:pt x="679" y="883"/>
                    </a:lnTo>
                    <a:lnTo>
                      <a:pt x="703" y="858"/>
                    </a:lnTo>
                    <a:lnTo>
                      <a:pt x="690" y="798"/>
                    </a:lnTo>
                    <a:lnTo>
                      <a:pt x="625" y="732"/>
                    </a:lnTo>
                    <a:lnTo>
                      <a:pt x="600" y="732"/>
                    </a:lnTo>
                    <a:lnTo>
                      <a:pt x="589" y="721"/>
                    </a:lnTo>
                    <a:lnTo>
                      <a:pt x="589" y="696"/>
                    </a:lnTo>
                    <a:lnTo>
                      <a:pt x="715" y="696"/>
                    </a:lnTo>
                    <a:lnTo>
                      <a:pt x="805" y="793"/>
                    </a:lnTo>
                    <a:lnTo>
                      <a:pt x="818" y="793"/>
                    </a:lnTo>
                    <a:lnTo>
                      <a:pt x="818" y="696"/>
                    </a:lnTo>
                    <a:lnTo>
                      <a:pt x="739" y="618"/>
                    </a:lnTo>
                    <a:lnTo>
                      <a:pt x="726" y="618"/>
                    </a:lnTo>
                    <a:lnTo>
                      <a:pt x="726" y="594"/>
                    </a:lnTo>
                    <a:lnTo>
                      <a:pt x="805" y="594"/>
                    </a:lnTo>
                    <a:lnTo>
                      <a:pt x="919" y="672"/>
                    </a:lnTo>
                    <a:lnTo>
                      <a:pt x="931" y="672"/>
                    </a:lnTo>
                    <a:lnTo>
                      <a:pt x="931" y="606"/>
                    </a:lnTo>
                    <a:lnTo>
                      <a:pt x="854" y="528"/>
                    </a:lnTo>
                    <a:lnTo>
                      <a:pt x="829" y="528"/>
                    </a:lnTo>
                    <a:lnTo>
                      <a:pt x="805" y="504"/>
                    </a:lnTo>
                    <a:lnTo>
                      <a:pt x="919" y="504"/>
                    </a:lnTo>
                    <a:lnTo>
                      <a:pt x="967" y="546"/>
                    </a:lnTo>
                    <a:lnTo>
                      <a:pt x="980" y="546"/>
                    </a:lnTo>
                    <a:lnTo>
                      <a:pt x="991" y="534"/>
                    </a:lnTo>
                    <a:lnTo>
                      <a:pt x="991" y="504"/>
                    </a:lnTo>
                    <a:lnTo>
                      <a:pt x="919" y="432"/>
                    </a:lnTo>
                    <a:lnTo>
                      <a:pt x="919" y="408"/>
                    </a:lnTo>
                    <a:lnTo>
                      <a:pt x="991" y="420"/>
                    </a:lnTo>
                    <a:lnTo>
                      <a:pt x="1070" y="492"/>
                    </a:lnTo>
                    <a:lnTo>
                      <a:pt x="1106" y="528"/>
                    </a:lnTo>
                    <a:lnTo>
                      <a:pt x="1118" y="528"/>
                    </a:lnTo>
                    <a:lnTo>
                      <a:pt x="1118" y="444"/>
                    </a:lnTo>
                    <a:lnTo>
                      <a:pt x="1081" y="390"/>
                    </a:lnTo>
                    <a:lnTo>
                      <a:pt x="1009" y="354"/>
                    </a:lnTo>
                    <a:lnTo>
                      <a:pt x="1009" y="329"/>
                    </a:lnTo>
                    <a:lnTo>
                      <a:pt x="1106" y="329"/>
                    </a:lnTo>
                    <a:lnTo>
                      <a:pt x="1172" y="420"/>
                    </a:lnTo>
                    <a:lnTo>
                      <a:pt x="1183" y="420"/>
                    </a:lnTo>
                    <a:lnTo>
                      <a:pt x="1183" y="342"/>
                    </a:lnTo>
                    <a:lnTo>
                      <a:pt x="1118" y="288"/>
                    </a:lnTo>
                    <a:lnTo>
                      <a:pt x="1118" y="264"/>
                    </a:lnTo>
                    <a:lnTo>
                      <a:pt x="1208" y="275"/>
                    </a:lnTo>
                    <a:lnTo>
                      <a:pt x="1262" y="329"/>
                    </a:lnTo>
                    <a:lnTo>
                      <a:pt x="1262" y="252"/>
                    </a:lnTo>
                    <a:lnTo>
                      <a:pt x="1244" y="228"/>
                    </a:lnTo>
                    <a:lnTo>
                      <a:pt x="1244" y="192"/>
                    </a:lnTo>
                    <a:lnTo>
                      <a:pt x="1298" y="203"/>
                    </a:lnTo>
                    <a:lnTo>
                      <a:pt x="1334" y="239"/>
                    </a:lnTo>
                    <a:lnTo>
                      <a:pt x="1334" y="156"/>
                    </a:lnTo>
                    <a:lnTo>
                      <a:pt x="1298" y="126"/>
                    </a:lnTo>
                    <a:lnTo>
                      <a:pt x="1298" y="114"/>
                    </a:lnTo>
                    <a:lnTo>
                      <a:pt x="1345" y="114"/>
                    </a:lnTo>
                    <a:lnTo>
                      <a:pt x="1376" y="138"/>
                    </a:lnTo>
                    <a:lnTo>
                      <a:pt x="1399" y="114"/>
                    </a:lnTo>
                    <a:lnTo>
                      <a:pt x="1352" y="36"/>
                    </a:lnTo>
                    <a:lnTo>
                      <a:pt x="1388" y="0"/>
                    </a:lnTo>
                    <a:lnTo>
                      <a:pt x="1424" y="11"/>
                    </a:lnTo>
                    <a:lnTo>
                      <a:pt x="146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173">
                <a:extLst>
                  <a:ext uri="{FF2B5EF4-FFF2-40B4-BE49-F238E27FC236}">
                    <a16:creationId xmlns:a16="http://schemas.microsoft.com/office/drawing/2014/main" id="{AB5716FE-4A8F-41E6-85A8-495E68522A04}"/>
                  </a:ext>
                </a:extLst>
              </p:cNvPr>
              <p:cNvSpPr>
                <a:spLocks/>
              </p:cNvSpPr>
              <p:nvPr/>
            </p:nvSpPr>
            <p:spPr bwMode="auto">
              <a:xfrm>
                <a:off x="4215" y="3128"/>
                <a:ext cx="286" cy="58"/>
              </a:xfrm>
              <a:custGeom>
                <a:avLst/>
                <a:gdLst>
                  <a:gd name="T0" fmla="*/ 286 w 2776"/>
                  <a:gd name="T1" fmla="*/ 57 h 558"/>
                  <a:gd name="T2" fmla="*/ 286 w 2776"/>
                  <a:gd name="T3" fmla="*/ 58 h 558"/>
                  <a:gd name="T4" fmla="*/ 275 w 2776"/>
                  <a:gd name="T5" fmla="*/ 58 h 558"/>
                  <a:gd name="T6" fmla="*/ 181 w 2776"/>
                  <a:gd name="T7" fmla="*/ 43 h 558"/>
                  <a:gd name="T8" fmla="*/ 34 w 2776"/>
                  <a:gd name="T9" fmla="*/ 21 h 558"/>
                  <a:gd name="T10" fmla="*/ 0 w 2776"/>
                  <a:gd name="T11" fmla="*/ 14 h 558"/>
                  <a:gd name="T12" fmla="*/ 0 w 2776"/>
                  <a:gd name="T13" fmla="*/ 12 h 558"/>
                  <a:gd name="T14" fmla="*/ 23 w 2776"/>
                  <a:gd name="T15" fmla="*/ 12 h 558"/>
                  <a:gd name="T16" fmla="*/ 199 w 2776"/>
                  <a:gd name="T17" fmla="*/ 37 h 558"/>
                  <a:gd name="T18" fmla="*/ 275 w 2776"/>
                  <a:gd name="T19" fmla="*/ 47 h 558"/>
                  <a:gd name="T20" fmla="*/ 277 w 2776"/>
                  <a:gd name="T21" fmla="*/ 47 h 558"/>
                  <a:gd name="T22" fmla="*/ 279 w 2776"/>
                  <a:gd name="T23" fmla="*/ 44 h 558"/>
                  <a:gd name="T24" fmla="*/ 280 w 2776"/>
                  <a:gd name="T25" fmla="*/ 14 h 558"/>
                  <a:gd name="T26" fmla="*/ 283 w 2776"/>
                  <a:gd name="T27" fmla="*/ 0 h 558"/>
                  <a:gd name="T28" fmla="*/ 286 w 2776"/>
                  <a:gd name="T29" fmla="*/ 0 h 558"/>
                  <a:gd name="T30" fmla="*/ 286 w 2776"/>
                  <a:gd name="T31" fmla="*/ 57 h 558"/>
                  <a:gd name="T32" fmla="*/ 286 w 2776"/>
                  <a:gd name="T33" fmla="*/ 57 h 5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76" h="558">
                    <a:moveTo>
                      <a:pt x="2776" y="552"/>
                    </a:moveTo>
                    <a:lnTo>
                      <a:pt x="2776" y="558"/>
                    </a:lnTo>
                    <a:lnTo>
                      <a:pt x="2673" y="558"/>
                    </a:lnTo>
                    <a:lnTo>
                      <a:pt x="1754" y="414"/>
                    </a:lnTo>
                    <a:lnTo>
                      <a:pt x="331" y="204"/>
                    </a:lnTo>
                    <a:lnTo>
                      <a:pt x="0" y="138"/>
                    </a:lnTo>
                    <a:lnTo>
                      <a:pt x="0" y="114"/>
                    </a:lnTo>
                    <a:lnTo>
                      <a:pt x="228" y="114"/>
                    </a:lnTo>
                    <a:lnTo>
                      <a:pt x="1928" y="355"/>
                    </a:lnTo>
                    <a:lnTo>
                      <a:pt x="2673" y="450"/>
                    </a:lnTo>
                    <a:lnTo>
                      <a:pt x="2686" y="450"/>
                    </a:lnTo>
                    <a:lnTo>
                      <a:pt x="2704" y="427"/>
                    </a:lnTo>
                    <a:lnTo>
                      <a:pt x="2722" y="138"/>
                    </a:lnTo>
                    <a:lnTo>
                      <a:pt x="2751" y="0"/>
                    </a:lnTo>
                    <a:lnTo>
                      <a:pt x="2776" y="0"/>
                    </a:lnTo>
                    <a:lnTo>
                      <a:pt x="2776" y="5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174">
                <a:extLst>
                  <a:ext uri="{FF2B5EF4-FFF2-40B4-BE49-F238E27FC236}">
                    <a16:creationId xmlns:a16="http://schemas.microsoft.com/office/drawing/2014/main" id="{879308FF-78A8-4023-960F-3BE85F47CED2}"/>
                  </a:ext>
                </a:extLst>
              </p:cNvPr>
              <p:cNvSpPr>
                <a:spLocks/>
              </p:cNvSpPr>
              <p:nvPr/>
            </p:nvSpPr>
            <p:spPr bwMode="auto">
              <a:xfrm>
                <a:off x="3812" y="3161"/>
                <a:ext cx="613" cy="93"/>
              </a:xfrm>
              <a:custGeom>
                <a:avLst/>
                <a:gdLst>
                  <a:gd name="T0" fmla="*/ 542 w 5948"/>
                  <a:gd name="T1" fmla="*/ 78 h 918"/>
                  <a:gd name="T2" fmla="*/ 610 w 5948"/>
                  <a:gd name="T3" fmla="*/ 89 h 918"/>
                  <a:gd name="T4" fmla="*/ 613 w 5948"/>
                  <a:gd name="T5" fmla="*/ 90 h 918"/>
                  <a:gd name="T6" fmla="*/ 599 w 5948"/>
                  <a:gd name="T7" fmla="*/ 93 h 918"/>
                  <a:gd name="T8" fmla="*/ 514 w 5948"/>
                  <a:gd name="T9" fmla="*/ 92 h 918"/>
                  <a:gd name="T10" fmla="*/ 496 w 5948"/>
                  <a:gd name="T11" fmla="*/ 89 h 918"/>
                  <a:gd name="T12" fmla="*/ 476 w 5948"/>
                  <a:gd name="T13" fmla="*/ 86 h 918"/>
                  <a:gd name="T14" fmla="*/ 464 w 5948"/>
                  <a:gd name="T15" fmla="*/ 75 h 918"/>
                  <a:gd name="T16" fmla="*/ 452 w 5948"/>
                  <a:gd name="T17" fmla="*/ 75 h 918"/>
                  <a:gd name="T18" fmla="*/ 446 w 5948"/>
                  <a:gd name="T19" fmla="*/ 80 h 918"/>
                  <a:gd name="T20" fmla="*/ 405 w 5948"/>
                  <a:gd name="T21" fmla="*/ 76 h 918"/>
                  <a:gd name="T22" fmla="*/ 402 w 5948"/>
                  <a:gd name="T23" fmla="*/ 78 h 918"/>
                  <a:gd name="T24" fmla="*/ 402 w 5948"/>
                  <a:gd name="T25" fmla="*/ 90 h 918"/>
                  <a:gd name="T26" fmla="*/ 401 w 5948"/>
                  <a:gd name="T27" fmla="*/ 92 h 918"/>
                  <a:gd name="T28" fmla="*/ 397 w 5948"/>
                  <a:gd name="T29" fmla="*/ 92 h 918"/>
                  <a:gd name="T30" fmla="*/ 394 w 5948"/>
                  <a:gd name="T31" fmla="*/ 89 h 918"/>
                  <a:gd name="T32" fmla="*/ 394 w 5948"/>
                  <a:gd name="T33" fmla="*/ 72 h 918"/>
                  <a:gd name="T34" fmla="*/ 388 w 5948"/>
                  <a:gd name="T35" fmla="*/ 67 h 918"/>
                  <a:gd name="T36" fmla="*/ 379 w 5948"/>
                  <a:gd name="T37" fmla="*/ 72 h 918"/>
                  <a:gd name="T38" fmla="*/ 212 w 5948"/>
                  <a:gd name="T39" fmla="*/ 49 h 918"/>
                  <a:gd name="T40" fmla="*/ 210 w 5948"/>
                  <a:gd name="T41" fmla="*/ 51 h 918"/>
                  <a:gd name="T42" fmla="*/ 211 w 5948"/>
                  <a:gd name="T43" fmla="*/ 66 h 918"/>
                  <a:gd name="T44" fmla="*/ 215 w 5948"/>
                  <a:gd name="T45" fmla="*/ 70 h 918"/>
                  <a:gd name="T46" fmla="*/ 285 w 5948"/>
                  <a:gd name="T47" fmla="*/ 80 h 918"/>
                  <a:gd name="T48" fmla="*/ 336 w 5948"/>
                  <a:gd name="T49" fmla="*/ 86 h 918"/>
                  <a:gd name="T50" fmla="*/ 336 w 5948"/>
                  <a:gd name="T51" fmla="*/ 89 h 918"/>
                  <a:gd name="T52" fmla="*/ 220 w 5948"/>
                  <a:gd name="T53" fmla="*/ 89 h 918"/>
                  <a:gd name="T54" fmla="*/ 214 w 5948"/>
                  <a:gd name="T55" fmla="*/ 86 h 918"/>
                  <a:gd name="T56" fmla="*/ 194 w 5948"/>
                  <a:gd name="T57" fmla="*/ 85 h 918"/>
                  <a:gd name="T58" fmla="*/ 36 w 5948"/>
                  <a:gd name="T59" fmla="*/ 63 h 918"/>
                  <a:gd name="T60" fmla="*/ 29 w 5948"/>
                  <a:gd name="T61" fmla="*/ 60 h 918"/>
                  <a:gd name="T62" fmla="*/ 21 w 5948"/>
                  <a:gd name="T63" fmla="*/ 48 h 918"/>
                  <a:gd name="T64" fmla="*/ 16 w 5948"/>
                  <a:gd name="T65" fmla="*/ 47 h 918"/>
                  <a:gd name="T66" fmla="*/ 13 w 5948"/>
                  <a:gd name="T67" fmla="*/ 47 h 918"/>
                  <a:gd name="T68" fmla="*/ 11 w 5948"/>
                  <a:gd name="T69" fmla="*/ 44 h 918"/>
                  <a:gd name="T70" fmla="*/ 13 w 5948"/>
                  <a:gd name="T71" fmla="*/ 42 h 918"/>
                  <a:gd name="T72" fmla="*/ 190 w 5948"/>
                  <a:gd name="T73" fmla="*/ 66 h 918"/>
                  <a:gd name="T74" fmla="*/ 196 w 5948"/>
                  <a:gd name="T75" fmla="*/ 72 h 918"/>
                  <a:gd name="T76" fmla="*/ 201 w 5948"/>
                  <a:gd name="T77" fmla="*/ 72 h 918"/>
                  <a:gd name="T78" fmla="*/ 204 w 5948"/>
                  <a:gd name="T79" fmla="*/ 69 h 918"/>
                  <a:gd name="T80" fmla="*/ 202 w 5948"/>
                  <a:gd name="T81" fmla="*/ 42 h 918"/>
                  <a:gd name="T82" fmla="*/ 198 w 5948"/>
                  <a:gd name="T83" fmla="*/ 39 h 918"/>
                  <a:gd name="T84" fmla="*/ 188 w 5948"/>
                  <a:gd name="T85" fmla="*/ 43 h 918"/>
                  <a:gd name="T86" fmla="*/ 27 w 5948"/>
                  <a:gd name="T87" fmla="*/ 20 h 918"/>
                  <a:gd name="T88" fmla="*/ 11 w 5948"/>
                  <a:gd name="T89" fmla="*/ 15 h 918"/>
                  <a:gd name="T90" fmla="*/ 0 w 5948"/>
                  <a:gd name="T91" fmla="*/ 7 h 918"/>
                  <a:gd name="T92" fmla="*/ 0 w 5948"/>
                  <a:gd name="T93" fmla="*/ 0 h 918"/>
                  <a:gd name="T94" fmla="*/ 220 w 5948"/>
                  <a:gd name="T95" fmla="*/ 30 h 918"/>
                  <a:gd name="T96" fmla="*/ 542 w 5948"/>
                  <a:gd name="T97" fmla="*/ 78 h 918"/>
                  <a:gd name="T98" fmla="*/ 542 w 5948"/>
                  <a:gd name="T99" fmla="*/ 78 h 9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948" h="918">
                    <a:moveTo>
                      <a:pt x="5257" y="768"/>
                    </a:moveTo>
                    <a:lnTo>
                      <a:pt x="5923" y="876"/>
                    </a:lnTo>
                    <a:lnTo>
                      <a:pt x="5948" y="893"/>
                    </a:lnTo>
                    <a:lnTo>
                      <a:pt x="5809" y="918"/>
                    </a:lnTo>
                    <a:lnTo>
                      <a:pt x="4986" y="906"/>
                    </a:lnTo>
                    <a:lnTo>
                      <a:pt x="4812" y="876"/>
                    </a:lnTo>
                    <a:lnTo>
                      <a:pt x="4620" y="852"/>
                    </a:lnTo>
                    <a:lnTo>
                      <a:pt x="4505" y="737"/>
                    </a:lnTo>
                    <a:lnTo>
                      <a:pt x="4385" y="737"/>
                    </a:lnTo>
                    <a:lnTo>
                      <a:pt x="4331" y="791"/>
                    </a:lnTo>
                    <a:lnTo>
                      <a:pt x="3929" y="750"/>
                    </a:lnTo>
                    <a:lnTo>
                      <a:pt x="3905" y="768"/>
                    </a:lnTo>
                    <a:lnTo>
                      <a:pt x="3905" y="893"/>
                    </a:lnTo>
                    <a:lnTo>
                      <a:pt x="3887" y="906"/>
                    </a:lnTo>
                    <a:lnTo>
                      <a:pt x="3851" y="906"/>
                    </a:lnTo>
                    <a:lnTo>
                      <a:pt x="3827" y="882"/>
                    </a:lnTo>
                    <a:lnTo>
                      <a:pt x="3827" y="714"/>
                    </a:lnTo>
                    <a:lnTo>
                      <a:pt x="3766" y="665"/>
                    </a:lnTo>
                    <a:lnTo>
                      <a:pt x="3676" y="714"/>
                    </a:lnTo>
                    <a:lnTo>
                      <a:pt x="2061" y="485"/>
                    </a:lnTo>
                    <a:lnTo>
                      <a:pt x="2036" y="503"/>
                    </a:lnTo>
                    <a:lnTo>
                      <a:pt x="2048" y="654"/>
                    </a:lnTo>
                    <a:lnTo>
                      <a:pt x="2084" y="690"/>
                    </a:lnTo>
                    <a:lnTo>
                      <a:pt x="2770" y="791"/>
                    </a:lnTo>
                    <a:lnTo>
                      <a:pt x="3256" y="852"/>
                    </a:lnTo>
                    <a:lnTo>
                      <a:pt x="3256" y="876"/>
                    </a:lnTo>
                    <a:lnTo>
                      <a:pt x="2133" y="876"/>
                    </a:lnTo>
                    <a:lnTo>
                      <a:pt x="2072" y="852"/>
                    </a:lnTo>
                    <a:lnTo>
                      <a:pt x="1886" y="840"/>
                    </a:lnTo>
                    <a:lnTo>
                      <a:pt x="354" y="624"/>
                    </a:lnTo>
                    <a:lnTo>
                      <a:pt x="282" y="588"/>
                    </a:lnTo>
                    <a:lnTo>
                      <a:pt x="204" y="473"/>
                    </a:lnTo>
                    <a:lnTo>
                      <a:pt x="156" y="462"/>
                    </a:lnTo>
                    <a:lnTo>
                      <a:pt x="126" y="462"/>
                    </a:lnTo>
                    <a:lnTo>
                      <a:pt x="102" y="437"/>
                    </a:lnTo>
                    <a:lnTo>
                      <a:pt x="126" y="413"/>
                    </a:lnTo>
                    <a:lnTo>
                      <a:pt x="1845" y="654"/>
                    </a:lnTo>
                    <a:lnTo>
                      <a:pt x="1899" y="714"/>
                    </a:lnTo>
                    <a:lnTo>
                      <a:pt x="1946" y="714"/>
                    </a:lnTo>
                    <a:lnTo>
                      <a:pt x="1982" y="678"/>
                    </a:lnTo>
                    <a:lnTo>
                      <a:pt x="1958" y="413"/>
                    </a:lnTo>
                    <a:lnTo>
                      <a:pt x="1922" y="383"/>
                    </a:lnTo>
                    <a:lnTo>
                      <a:pt x="1820" y="426"/>
                    </a:lnTo>
                    <a:lnTo>
                      <a:pt x="258" y="198"/>
                    </a:lnTo>
                    <a:lnTo>
                      <a:pt x="102" y="149"/>
                    </a:lnTo>
                    <a:lnTo>
                      <a:pt x="0" y="72"/>
                    </a:lnTo>
                    <a:lnTo>
                      <a:pt x="0" y="0"/>
                    </a:lnTo>
                    <a:lnTo>
                      <a:pt x="2138" y="300"/>
                    </a:lnTo>
                    <a:lnTo>
                      <a:pt x="5257" y="7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175">
                <a:extLst>
                  <a:ext uri="{FF2B5EF4-FFF2-40B4-BE49-F238E27FC236}">
                    <a16:creationId xmlns:a16="http://schemas.microsoft.com/office/drawing/2014/main" id="{547D1C83-A822-4B59-B491-7BAC7B054529}"/>
                  </a:ext>
                </a:extLst>
              </p:cNvPr>
              <p:cNvSpPr>
                <a:spLocks/>
              </p:cNvSpPr>
              <p:nvPr/>
            </p:nvSpPr>
            <p:spPr bwMode="auto">
              <a:xfrm>
                <a:off x="3456" y="3237"/>
                <a:ext cx="98" cy="288"/>
              </a:xfrm>
              <a:custGeom>
                <a:avLst/>
                <a:gdLst>
                  <a:gd name="T0" fmla="*/ 98 w 955"/>
                  <a:gd name="T1" fmla="*/ 1 h 2840"/>
                  <a:gd name="T2" fmla="*/ 98 w 955"/>
                  <a:gd name="T3" fmla="*/ 2 h 2840"/>
                  <a:gd name="T4" fmla="*/ 78 w 955"/>
                  <a:gd name="T5" fmla="*/ 7 h 2840"/>
                  <a:gd name="T6" fmla="*/ 68 w 955"/>
                  <a:gd name="T7" fmla="*/ 19 h 2840"/>
                  <a:gd name="T8" fmla="*/ 56 w 955"/>
                  <a:gd name="T9" fmla="*/ 52 h 2840"/>
                  <a:gd name="T10" fmla="*/ 51 w 955"/>
                  <a:gd name="T11" fmla="*/ 74 h 2840"/>
                  <a:gd name="T12" fmla="*/ 48 w 955"/>
                  <a:gd name="T13" fmla="*/ 86 h 2840"/>
                  <a:gd name="T14" fmla="*/ 44 w 955"/>
                  <a:gd name="T15" fmla="*/ 105 h 2840"/>
                  <a:gd name="T16" fmla="*/ 23 w 955"/>
                  <a:gd name="T17" fmla="*/ 197 h 2840"/>
                  <a:gd name="T18" fmla="*/ 17 w 955"/>
                  <a:gd name="T19" fmla="*/ 224 h 2840"/>
                  <a:gd name="T20" fmla="*/ 10 w 955"/>
                  <a:gd name="T21" fmla="*/ 253 h 2840"/>
                  <a:gd name="T22" fmla="*/ 1 w 955"/>
                  <a:gd name="T23" fmla="*/ 285 h 2840"/>
                  <a:gd name="T24" fmla="*/ 0 w 955"/>
                  <a:gd name="T25" fmla="*/ 287 h 2840"/>
                  <a:gd name="T26" fmla="*/ 1 w 955"/>
                  <a:gd name="T27" fmla="*/ 287 h 2840"/>
                  <a:gd name="T28" fmla="*/ 1 w 955"/>
                  <a:gd name="T29" fmla="*/ 288 h 2840"/>
                  <a:gd name="T30" fmla="*/ 0 w 955"/>
                  <a:gd name="T31" fmla="*/ 288 h 2840"/>
                  <a:gd name="T32" fmla="*/ 0 w 955"/>
                  <a:gd name="T33" fmla="*/ 274 h 2840"/>
                  <a:gd name="T34" fmla="*/ 10 w 955"/>
                  <a:gd name="T35" fmla="*/ 237 h 2840"/>
                  <a:gd name="T36" fmla="*/ 54 w 955"/>
                  <a:gd name="T37" fmla="*/ 46 h 2840"/>
                  <a:gd name="T38" fmla="*/ 66 w 955"/>
                  <a:gd name="T39" fmla="*/ 13 h 2840"/>
                  <a:gd name="T40" fmla="*/ 77 w 955"/>
                  <a:gd name="T41" fmla="*/ 2 h 2840"/>
                  <a:gd name="T42" fmla="*/ 87 w 955"/>
                  <a:gd name="T43" fmla="*/ 0 h 2840"/>
                  <a:gd name="T44" fmla="*/ 97 w 955"/>
                  <a:gd name="T45" fmla="*/ 1 h 2840"/>
                  <a:gd name="T46" fmla="*/ 98 w 955"/>
                  <a:gd name="T47" fmla="*/ 1 h 2840"/>
                  <a:gd name="T48" fmla="*/ 98 w 955"/>
                  <a:gd name="T49" fmla="*/ 1 h 28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55" h="2840">
                    <a:moveTo>
                      <a:pt x="955" y="5"/>
                    </a:moveTo>
                    <a:lnTo>
                      <a:pt x="955" y="18"/>
                    </a:lnTo>
                    <a:lnTo>
                      <a:pt x="763" y="66"/>
                    </a:lnTo>
                    <a:lnTo>
                      <a:pt x="660" y="192"/>
                    </a:lnTo>
                    <a:lnTo>
                      <a:pt x="546" y="516"/>
                    </a:lnTo>
                    <a:lnTo>
                      <a:pt x="498" y="733"/>
                    </a:lnTo>
                    <a:lnTo>
                      <a:pt x="468" y="846"/>
                    </a:lnTo>
                    <a:lnTo>
                      <a:pt x="432" y="1033"/>
                    </a:lnTo>
                    <a:lnTo>
                      <a:pt x="222" y="1945"/>
                    </a:lnTo>
                    <a:lnTo>
                      <a:pt x="168" y="2209"/>
                    </a:lnTo>
                    <a:lnTo>
                      <a:pt x="101" y="2497"/>
                    </a:lnTo>
                    <a:lnTo>
                      <a:pt x="6" y="2815"/>
                    </a:lnTo>
                    <a:lnTo>
                      <a:pt x="0" y="2827"/>
                    </a:lnTo>
                    <a:lnTo>
                      <a:pt x="6" y="2827"/>
                    </a:lnTo>
                    <a:lnTo>
                      <a:pt x="6" y="2840"/>
                    </a:lnTo>
                    <a:lnTo>
                      <a:pt x="0" y="2840"/>
                    </a:lnTo>
                    <a:lnTo>
                      <a:pt x="0" y="2701"/>
                    </a:lnTo>
                    <a:lnTo>
                      <a:pt x="101" y="2335"/>
                    </a:lnTo>
                    <a:lnTo>
                      <a:pt x="522" y="456"/>
                    </a:lnTo>
                    <a:lnTo>
                      <a:pt x="648" y="126"/>
                    </a:lnTo>
                    <a:lnTo>
                      <a:pt x="750" y="18"/>
                    </a:lnTo>
                    <a:lnTo>
                      <a:pt x="846" y="0"/>
                    </a:lnTo>
                    <a:lnTo>
                      <a:pt x="948" y="5"/>
                    </a:lnTo>
                    <a:lnTo>
                      <a:pt x="955"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176">
                <a:extLst>
                  <a:ext uri="{FF2B5EF4-FFF2-40B4-BE49-F238E27FC236}">
                    <a16:creationId xmlns:a16="http://schemas.microsoft.com/office/drawing/2014/main" id="{28986CF3-EF80-42BF-88A8-CCCE78EE0599}"/>
                  </a:ext>
                </a:extLst>
              </p:cNvPr>
              <p:cNvSpPr>
                <a:spLocks/>
              </p:cNvSpPr>
              <p:nvPr/>
            </p:nvSpPr>
            <p:spPr bwMode="auto">
              <a:xfrm>
                <a:off x="3561" y="3292"/>
                <a:ext cx="47" cy="43"/>
              </a:xfrm>
              <a:custGeom>
                <a:avLst/>
                <a:gdLst>
                  <a:gd name="T0" fmla="*/ 45 w 468"/>
                  <a:gd name="T1" fmla="*/ 9 h 414"/>
                  <a:gd name="T2" fmla="*/ 47 w 468"/>
                  <a:gd name="T3" fmla="*/ 11 h 414"/>
                  <a:gd name="T4" fmla="*/ 44 w 468"/>
                  <a:gd name="T5" fmla="*/ 39 h 414"/>
                  <a:gd name="T6" fmla="*/ 40 w 468"/>
                  <a:gd name="T7" fmla="*/ 43 h 414"/>
                  <a:gd name="T8" fmla="*/ 1 w 468"/>
                  <a:gd name="T9" fmla="*/ 43 h 414"/>
                  <a:gd name="T10" fmla="*/ 0 w 468"/>
                  <a:gd name="T11" fmla="*/ 42 h 414"/>
                  <a:gd name="T12" fmla="*/ 5 w 468"/>
                  <a:gd name="T13" fmla="*/ 30 h 414"/>
                  <a:gd name="T14" fmla="*/ 7 w 468"/>
                  <a:gd name="T15" fmla="*/ 21 h 414"/>
                  <a:gd name="T16" fmla="*/ 28 w 468"/>
                  <a:gd name="T17" fmla="*/ 18 h 414"/>
                  <a:gd name="T18" fmla="*/ 31 w 468"/>
                  <a:gd name="T19" fmla="*/ 14 h 414"/>
                  <a:gd name="T20" fmla="*/ 33 w 468"/>
                  <a:gd name="T21" fmla="*/ 2 h 414"/>
                  <a:gd name="T22" fmla="*/ 36 w 468"/>
                  <a:gd name="T23" fmla="*/ 0 h 414"/>
                  <a:gd name="T24" fmla="*/ 44 w 468"/>
                  <a:gd name="T25" fmla="*/ 9 h 414"/>
                  <a:gd name="T26" fmla="*/ 45 w 468"/>
                  <a:gd name="T27" fmla="*/ 9 h 414"/>
                  <a:gd name="T28" fmla="*/ 45 w 468"/>
                  <a:gd name="T29" fmla="*/ 9 h 4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8" h="414">
                    <a:moveTo>
                      <a:pt x="450" y="84"/>
                    </a:moveTo>
                    <a:lnTo>
                      <a:pt x="468" y="102"/>
                    </a:lnTo>
                    <a:lnTo>
                      <a:pt x="439" y="378"/>
                    </a:lnTo>
                    <a:lnTo>
                      <a:pt x="403" y="414"/>
                    </a:lnTo>
                    <a:lnTo>
                      <a:pt x="12" y="414"/>
                    </a:lnTo>
                    <a:lnTo>
                      <a:pt x="0" y="403"/>
                    </a:lnTo>
                    <a:lnTo>
                      <a:pt x="48" y="288"/>
                    </a:lnTo>
                    <a:lnTo>
                      <a:pt x="72" y="198"/>
                    </a:lnTo>
                    <a:lnTo>
                      <a:pt x="277" y="174"/>
                    </a:lnTo>
                    <a:lnTo>
                      <a:pt x="313" y="138"/>
                    </a:lnTo>
                    <a:lnTo>
                      <a:pt x="331" y="24"/>
                    </a:lnTo>
                    <a:lnTo>
                      <a:pt x="354" y="0"/>
                    </a:lnTo>
                    <a:lnTo>
                      <a:pt x="439" y="84"/>
                    </a:lnTo>
                    <a:lnTo>
                      <a:pt x="45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Freeform 177">
                <a:extLst>
                  <a:ext uri="{FF2B5EF4-FFF2-40B4-BE49-F238E27FC236}">
                    <a16:creationId xmlns:a16="http://schemas.microsoft.com/office/drawing/2014/main" id="{9494B5D5-A251-46B7-B1AA-CB068E66D749}"/>
                  </a:ext>
                </a:extLst>
              </p:cNvPr>
              <p:cNvSpPr>
                <a:spLocks/>
              </p:cNvSpPr>
              <p:nvPr/>
            </p:nvSpPr>
            <p:spPr bwMode="auto">
              <a:xfrm>
                <a:off x="4028" y="3294"/>
                <a:ext cx="178" cy="49"/>
              </a:xfrm>
              <a:custGeom>
                <a:avLst/>
                <a:gdLst>
                  <a:gd name="T0" fmla="*/ 49 w 1743"/>
                  <a:gd name="T1" fmla="*/ 8 h 493"/>
                  <a:gd name="T2" fmla="*/ 45 w 1743"/>
                  <a:gd name="T3" fmla="*/ 35 h 493"/>
                  <a:gd name="T4" fmla="*/ 44 w 1743"/>
                  <a:gd name="T5" fmla="*/ 36 h 493"/>
                  <a:gd name="T6" fmla="*/ 44 w 1743"/>
                  <a:gd name="T7" fmla="*/ 38 h 493"/>
                  <a:gd name="T8" fmla="*/ 48 w 1743"/>
                  <a:gd name="T9" fmla="*/ 41 h 493"/>
                  <a:gd name="T10" fmla="*/ 53 w 1743"/>
                  <a:gd name="T11" fmla="*/ 35 h 493"/>
                  <a:gd name="T12" fmla="*/ 54 w 1743"/>
                  <a:gd name="T13" fmla="*/ 24 h 493"/>
                  <a:gd name="T14" fmla="*/ 61 w 1743"/>
                  <a:gd name="T15" fmla="*/ 21 h 493"/>
                  <a:gd name="T16" fmla="*/ 75 w 1743"/>
                  <a:gd name="T17" fmla="*/ 21 h 493"/>
                  <a:gd name="T18" fmla="*/ 79 w 1743"/>
                  <a:gd name="T19" fmla="*/ 17 h 493"/>
                  <a:gd name="T20" fmla="*/ 81 w 1743"/>
                  <a:gd name="T21" fmla="*/ 5 h 493"/>
                  <a:gd name="T22" fmla="*/ 82 w 1743"/>
                  <a:gd name="T23" fmla="*/ 5 h 493"/>
                  <a:gd name="T24" fmla="*/ 83 w 1743"/>
                  <a:gd name="T25" fmla="*/ 4 h 493"/>
                  <a:gd name="T26" fmla="*/ 93 w 1743"/>
                  <a:gd name="T27" fmla="*/ 10 h 493"/>
                  <a:gd name="T28" fmla="*/ 93 w 1743"/>
                  <a:gd name="T29" fmla="*/ 27 h 493"/>
                  <a:gd name="T30" fmla="*/ 95 w 1743"/>
                  <a:gd name="T31" fmla="*/ 30 h 493"/>
                  <a:gd name="T32" fmla="*/ 103 w 1743"/>
                  <a:gd name="T33" fmla="*/ 22 h 493"/>
                  <a:gd name="T34" fmla="*/ 118 w 1743"/>
                  <a:gd name="T35" fmla="*/ 22 h 493"/>
                  <a:gd name="T36" fmla="*/ 120 w 1743"/>
                  <a:gd name="T37" fmla="*/ 18 h 493"/>
                  <a:gd name="T38" fmla="*/ 123 w 1743"/>
                  <a:gd name="T39" fmla="*/ 5 h 493"/>
                  <a:gd name="T40" fmla="*/ 124 w 1743"/>
                  <a:gd name="T41" fmla="*/ 4 h 493"/>
                  <a:gd name="T42" fmla="*/ 133 w 1743"/>
                  <a:gd name="T43" fmla="*/ 8 h 493"/>
                  <a:gd name="T44" fmla="*/ 133 w 1743"/>
                  <a:gd name="T45" fmla="*/ 21 h 493"/>
                  <a:gd name="T46" fmla="*/ 132 w 1743"/>
                  <a:gd name="T47" fmla="*/ 35 h 493"/>
                  <a:gd name="T48" fmla="*/ 132 w 1743"/>
                  <a:gd name="T49" fmla="*/ 35 h 493"/>
                  <a:gd name="T50" fmla="*/ 133 w 1743"/>
                  <a:gd name="T51" fmla="*/ 36 h 493"/>
                  <a:gd name="T52" fmla="*/ 134 w 1743"/>
                  <a:gd name="T53" fmla="*/ 36 h 493"/>
                  <a:gd name="T54" fmla="*/ 142 w 1743"/>
                  <a:gd name="T55" fmla="*/ 25 h 493"/>
                  <a:gd name="T56" fmla="*/ 161 w 1743"/>
                  <a:gd name="T57" fmla="*/ 23 h 493"/>
                  <a:gd name="T58" fmla="*/ 165 w 1743"/>
                  <a:gd name="T59" fmla="*/ 16 h 493"/>
                  <a:gd name="T60" fmla="*/ 166 w 1743"/>
                  <a:gd name="T61" fmla="*/ 8 h 493"/>
                  <a:gd name="T62" fmla="*/ 166 w 1743"/>
                  <a:gd name="T63" fmla="*/ 6 h 493"/>
                  <a:gd name="T64" fmla="*/ 173 w 1743"/>
                  <a:gd name="T65" fmla="*/ 9 h 493"/>
                  <a:gd name="T66" fmla="*/ 178 w 1743"/>
                  <a:gd name="T67" fmla="*/ 14 h 493"/>
                  <a:gd name="T68" fmla="*/ 175 w 1743"/>
                  <a:gd name="T69" fmla="*/ 47 h 493"/>
                  <a:gd name="T70" fmla="*/ 173 w 1743"/>
                  <a:gd name="T71" fmla="*/ 49 h 493"/>
                  <a:gd name="T72" fmla="*/ 3 w 1743"/>
                  <a:gd name="T73" fmla="*/ 48 h 493"/>
                  <a:gd name="T74" fmla="*/ 0 w 1743"/>
                  <a:gd name="T75" fmla="*/ 46 h 493"/>
                  <a:gd name="T76" fmla="*/ 7 w 1743"/>
                  <a:gd name="T77" fmla="*/ 41 h 493"/>
                  <a:gd name="T78" fmla="*/ 9 w 1743"/>
                  <a:gd name="T79" fmla="*/ 27 h 493"/>
                  <a:gd name="T80" fmla="*/ 12 w 1743"/>
                  <a:gd name="T81" fmla="*/ 23 h 493"/>
                  <a:gd name="T82" fmla="*/ 31 w 1743"/>
                  <a:gd name="T83" fmla="*/ 19 h 493"/>
                  <a:gd name="T84" fmla="*/ 36 w 1743"/>
                  <a:gd name="T85" fmla="*/ 14 h 493"/>
                  <a:gd name="T86" fmla="*/ 36 w 1743"/>
                  <a:gd name="T87" fmla="*/ 2 h 493"/>
                  <a:gd name="T88" fmla="*/ 39 w 1743"/>
                  <a:gd name="T89" fmla="*/ 0 h 493"/>
                  <a:gd name="T90" fmla="*/ 43 w 1743"/>
                  <a:gd name="T91" fmla="*/ 6 h 493"/>
                  <a:gd name="T92" fmla="*/ 49 w 1743"/>
                  <a:gd name="T93" fmla="*/ 8 h 493"/>
                  <a:gd name="T94" fmla="*/ 49 w 1743"/>
                  <a:gd name="T95" fmla="*/ 8 h 49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43" h="493">
                    <a:moveTo>
                      <a:pt x="481" y="84"/>
                    </a:moveTo>
                    <a:lnTo>
                      <a:pt x="445" y="355"/>
                    </a:lnTo>
                    <a:lnTo>
                      <a:pt x="433" y="366"/>
                    </a:lnTo>
                    <a:lnTo>
                      <a:pt x="433" y="378"/>
                    </a:lnTo>
                    <a:lnTo>
                      <a:pt x="469" y="414"/>
                    </a:lnTo>
                    <a:lnTo>
                      <a:pt x="517" y="348"/>
                    </a:lnTo>
                    <a:lnTo>
                      <a:pt x="529" y="240"/>
                    </a:lnTo>
                    <a:lnTo>
                      <a:pt x="595" y="211"/>
                    </a:lnTo>
                    <a:lnTo>
                      <a:pt x="734" y="211"/>
                    </a:lnTo>
                    <a:lnTo>
                      <a:pt x="770" y="175"/>
                    </a:lnTo>
                    <a:lnTo>
                      <a:pt x="794" y="48"/>
                    </a:lnTo>
                    <a:lnTo>
                      <a:pt x="799" y="48"/>
                    </a:lnTo>
                    <a:lnTo>
                      <a:pt x="812" y="36"/>
                    </a:lnTo>
                    <a:lnTo>
                      <a:pt x="907" y="102"/>
                    </a:lnTo>
                    <a:lnTo>
                      <a:pt x="907" y="276"/>
                    </a:lnTo>
                    <a:lnTo>
                      <a:pt x="926" y="301"/>
                    </a:lnTo>
                    <a:lnTo>
                      <a:pt x="1010" y="222"/>
                    </a:lnTo>
                    <a:lnTo>
                      <a:pt x="1160" y="222"/>
                    </a:lnTo>
                    <a:lnTo>
                      <a:pt x="1178" y="186"/>
                    </a:lnTo>
                    <a:lnTo>
                      <a:pt x="1202" y="48"/>
                    </a:lnTo>
                    <a:lnTo>
                      <a:pt x="1214" y="36"/>
                    </a:lnTo>
                    <a:lnTo>
                      <a:pt x="1304" y="84"/>
                    </a:lnTo>
                    <a:lnTo>
                      <a:pt x="1304" y="211"/>
                    </a:lnTo>
                    <a:lnTo>
                      <a:pt x="1292" y="348"/>
                    </a:lnTo>
                    <a:lnTo>
                      <a:pt x="1292" y="355"/>
                    </a:lnTo>
                    <a:lnTo>
                      <a:pt x="1304" y="366"/>
                    </a:lnTo>
                    <a:lnTo>
                      <a:pt x="1317" y="366"/>
                    </a:lnTo>
                    <a:lnTo>
                      <a:pt x="1389" y="252"/>
                    </a:lnTo>
                    <a:lnTo>
                      <a:pt x="1581" y="229"/>
                    </a:lnTo>
                    <a:lnTo>
                      <a:pt x="1617" y="162"/>
                    </a:lnTo>
                    <a:lnTo>
                      <a:pt x="1628" y="84"/>
                    </a:lnTo>
                    <a:lnTo>
                      <a:pt x="1628" y="60"/>
                    </a:lnTo>
                    <a:lnTo>
                      <a:pt x="1695" y="90"/>
                    </a:lnTo>
                    <a:lnTo>
                      <a:pt x="1743" y="139"/>
                    </a:lnTo>
                    <a:lnTo>
                      <a:pt x="1718" y="475"/>
                    </a:lnTo>
                    <a:lnTo>
                      <a:pt x="1695" y="493"/>
                    </a:lnTo>
                    <a:lnTo>
                      <a:pt x="25" y="480"/>
                    </a:lnTo>
                    <a:lnTo>
                      <a:pt x="0" y="462"/>
                    </a:lnTo>
                    <a:lnTo>
                      <a:pt x="67" y="414"/>
                    </a:lnTo>
                    <a:lnTo>
                      <a:pt x="90" y="276"/>
                    </a:lnTo>
                    <a:lnTo>
                      <a:pt x="115" y="229"/>
                    </a:lnTo>
                    <a:lnTo>
                      <a:pt x="307" y="193"/>
                    </a:lnTo>
                    <a:lnTo>
                      <a:pt x="355" y="139"/>
                    </a:lnTo>
                    <a:lnTo>
                      <a:pt x="355" y="24"/>
                    </a:lnTo>
                    <a:lnTo>
                      <a:pt x="379" y="0"/>
                    </a:lnTo>
                    <a:lnTo>
                      <a:pt x="421" y="60"/>
                    </a:lnTo>
                    <a:lnTo>
                      <a:pt x="4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Freeform 178">
                <a:extLst>
                  <a:ext uri="{FF2B5EF4-FFF2-40B4-BE49-F238E27FC236}">
                    <a16:creationId xmlns:a16="http://schemas.microsoft.com/office/drawing/2014/main" id="{7C8C52B7-9E12-4812-8479-9F075A3C355A}"/>
                  </a:ext>
                </a:extLst>
              </p:cNvPr>
              <p:cNvSpPr>
                <a:spLocks/>
              </p:cNvSpPr>
              <p:nvPr/>
            </p:nvSpPr>
            <p:spPr bwMode="auto">
              <a:xfrm>
                <a:off x="3642" y="3294"/>
                <a:ext cx="178" cy="47"/>
              </a:xfrm>
              <a:custGeom>
                <a:avLst/>
                <a:gdLst>
                  <a:gd name="T0" fmla="*/ 135 w 1730"/>
                  <a:gd name="T1" fmla="*/ 5 h 450"/>
                  <a:gd name="T2" fmla="*/ 135 w 1730"/>
                  <a:gd name="T3" fmla="*/ 13 h 450"/>
                  <a:gd name="T4" fmla="*/ 132 w 1730"/>
                  <a:gd name="T5" fmla="*/ 25 h 450"/>
                  <a:gd name="T6" fmla="*/ 132 w 1730"/>
                  <a:gd name="T7" fmla="*/ 37 h 450"/>
                  <a:gd name="T8" fmla="*/ 134 w 1730"/>
                  <a:gd name="T9" fmla="*/ 40 h 450"/>
                  <a:gd name="T10" fmla="*/ 159 w 1730"/>
                  <a:gd name="T11" fmla="*/ 41 h 450"/>
                  <a:gd name="T12" fmla="*/ 163 w 1730"/>
                  <a:gd name="T13" fmla="*/ 41 h 450"/>
                  <a:gd name="T14" fmla="*/ 166 w 1730"/>
                  <a:gd name="T15" fmla="*/ 37 h 450"/>
                  <a:gd name="T16" fmla="*/ 164 w 1730"/>
                  <a:gd name="T17" fmla="*/ 23 h 450"/>
                  <a:gd name="T18" fmla="*/ 168 w 1730"/>
                  <a:gd name="T19" fmla="*/ 5 h 450"/>
                  <a:gd name="T20" fmla="*/ 178 w 1730"/>
                  <a:gd name="T21" fmla="*/ 8 h 450"/>
                  <a:gd name="T22" fmla="*/ 178 w 1730"/>
                  <a:gd name="T23" fmla="*/ 24 h 450"/>
                  <a:gd name="T24" fmla="*/ 172 w 1730"/>
                  <a:gd name="T25" fmla="*/ 43 h 450"/>
                  <a:gd name="T26" fmla="*/ 169 w 1730"/>
                  <a:gd name="T27" fmla="*/ 47 h 450"/>
                  <a:gd name="T28" fmla="*/ 43 w 1730"/>
                  <a:gd name="T29" fmla="*/ 43 h 450"/>
                  <a:gd name="T30" fmla="*/ 2 w 1730"/>
                  <a:gd name="T31" fmla="*/ 43 h 450"/>
                  <a:gd name="T32" fmla="*/ 0 w 1730"/>
                  <a:gd name="T33" fmla="*/ 41 h 450"/>
                  <a:gd name="T34" fmla="*/ 0 w 1730"/>
                  <a:gd name="T35" fmla="*/ 38 h 450"/>
                  <a:gd name="T36" fmla="*/ 4 w 1730"/>
                  <a:gd name="T37" fmla="*/ 35 h 450"/>
                  <a:gd name="T38" fmla="*/ 29 w 1730"/>
                  <a:gd name="T39" fmla="*/ 37 h 450"/>
                  <a:gd name="T40" fmla="*/ 33 w 1730"/>
                  <a:gd name="T41" fmla="*/ 37 h 450"/>
                  <a:gd name="T42" fmla="*/ 36 w 1730"/>
                  <a:gd name="T43" fmla="*/ 33 h 450"/>
                  <a:gd name="T44" fmla="*/ 34 w 1730"/>
                  <a:gd name="T45" fmla="*/ 21 h 450"/>
                  <a:gd name="T46" fmla="*/ 36 w 1730"/>
                  <a:gd name="T47" fmla="*/ 11 h 450"/>
                  <a:gd name="T48" fmla="*/ 40 w 1730"/>
                  <a:gd name="T49" fmla="*/ 1 h 450"/>
                  <a:gd name="T50" fmla="*/ 49 w 1730"/>
                  <a:gd name="T51" fmla="*/ 5 h 450"/>
                  <a:gd name="T52" fmla="*/ 49 w 1730"/>
                  <a:gd name="T53" fmla="*/ 16 h 450"/>
                  <a:gd name="T54" fmla="*/ 44 w 1730"/>
                  <a:gd name="T55" fmla="*/ 29 h 450"/>
                  <a:gd name="T56" fmla="*/ 44 w 1730"/>
                  <a:gd name="T57" fmla="*/ 33 h 450"/>
                  <a:gd name="T58" fmla="*/ 43 w 1730"/>
                  <a:gd name="T59" fmla="*/ 33 h 450"/>
                  <a:gd name="T60" fmla="*/ 47 w 1730"/>
                  <a:gd name="T61" fmla="*/ 37 h 450"/>
                  <a:gd name="T62" fmla="*/ 73 w 1730"/>
                  <a:gd name="T63" fmla="*/ 38 h 450"/>
                  <a:gd name="T64" fmla="*/ 77 w 1730"/>
                  <a:gd name="T65" fmla="*/ 38 h 450"/>
                  <a:gd name="T66" fmla="*/ 80 w 1730"/>
                  <a:gd name="T67" fmla="*/ 35 h 450"/>
                  <a:gd name="T68" fmla="*/ 77 w 1730"/>
                  <a:gd name="T69" fmla="*/ 25 h 450"/>
                  <a:gd name="T70" fmla="*/ 80 w 1730"/>
                  <a:gd name="T71" fmla="*/ 5 h 450"/>
                  <a:gd name="T72" fmla="*/ 82 w 1730"/>
                  <a:gd name="T73" fmla="*/ 4 h 450"/>
                  <a:gd name="T74" fmla="*/ 82 w 1730"/>
                  <a:gd name="T75" fmla="*/ 3 h 450"/>
                  <a:gd name="T76" fmla="*/ 92 w 1730"/>
                  <a:gd name="T77" fmla="*/ 6 h 450"/>
                  <a:gd name="T78" fmla="*/ 92 w 1730"/>
                  <a:gd name="T79" fmla="*/ 11 h 450"/>
                  <a:gd name="T80" fmla="*/ 90 w 1730"/>
                  <a:gd name="T81" fmla="*/ 14 h 450"/>
                  <a:gd name="T82" fmla="*/ 86 w 1730"/>
                  <a:gd name="T83" fmla="*/ 36 h 450"/>
                  <a:gd name="T84" fmla="*/ 88 w 1730"/>
                  <a:gd name="T85" fmla="*/ 38 h 450"/>
                  <a:gd name="T86" fmla="*/ 121 w 1730"/>
                  <a:gd name="T87" fmla="*/ 38 h 450"/>
                  <a:gd name="T88" fmla="*/ 121 w 1730"/>
                  <a:gd name="T89" fmla="*/ 30 h 450"/>
                  <a:gd name="T90" fmla="*/ 119 w 1730"/>
                  <a:gd name="T91" fmla="*/ 24 h 450"/>
                  <a:gd name="T92" fmla="*/ 120 w 1730"/>
                  <a:gd name="T93" fmla="*/ 14 h 450"/>
                  <a:gd name="T94" fmla="*/ 126 w 1730"/>
                  <a:gd name="T95" fmla="*/ 0 h 450"/>
                  <a:gd name="T96" fmla="*/ 132 w 1730"/>
                  <a:gd name="T97" fmla="*/ 5 h 450"/>
                  <a:gd name="T98" fmla="*/ 135 w 1730"/>
                  <a:gd name="T99" fmla="*/ 5 h 450"/>
                  <a:gd name="T100" fmla="*/ 135 w 1730"/>
                  <a:gd name="T101" fmla="*/ 5 h 4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730" h="450">
                    <a:moveTo>
                      <a:pt x="1315" y="48"/>
                    </a:moveTo>
                    <a:lnTo>
                      <a:pt x="1315" y="127"/>
                    </a:lnTo>
                    <a:lnTo>
                      <a:pt x="1286" y="240"/>
                    </a:lnTo>
                    <a:lnTo>
                      <a:pt x="1286" y="354"/>
                    </a:lnTo>
                    <a:lnTo>
                      <a:pt x="1304" y="379"/>
                    </a:lnTo>
                    <a:lnTo>
                      <a:pt x="1544" y="390"/>
                    </a:lnTo>
                    <a:lnTo>
                      <a:pt x="1580" y="390"/>
                    </a:lnTo>
                    <a:lnTo>
                      <a:pt x="1616" y="354"/>
                    </a:lnTo>
                    <a:lnTo>
                      <a:pt x="1592" y="217"/>
                    </a:lnTo>
                    <a:lnTo>
                      <a:pt x="1628" y="48"/>
                    </a:lnTo>
                    <a:lnTo>
                      <a:pt x="1730" y="78"/>
                    </a:lnTo>
                    <a:lnTo>
                      <a:pt x="1730" y="228"/>
                    </a:lnTo>
                    <a:lnTo>
                      <a:pt x="1676" y="415"/>
                    </a:lnTo>
                    <a:lnTo>
                      <a:pt x="1640" y="450"/>
                    </a:lnTo>
                    <a:lnTo>
                      <a:pt x="414" y="415"/>
                    </a:lnTo>
                    <a:lnTo>
                      <a:pt x="24" y="415"/>
                    </a:lnTo>
                    <a:lnTo>
                      <a:pt x="0" y="390"/>
                    </a:lnTo>
                    <a:lnTo>
                      <a:pt x="0" y="366"/>
                    </a:lnTo>
                    <a:lnTo>
                      <a:pt x="42" y="336"/>
                    </a:lnTo>
                    <a:lnTo>
                      <a:pt x="282" y="354"/>
                    </a:lnTo>
                    <a:lnTo>
                      <a:pt x="318" y="354"/>
                    </a:lnTo>
                    <a:lnTo>
                      <a:pt x="354" y="318"/>
                    </a:lnTo>
                    <a:lnTo>
                      <a:pt x="330" y="199"/>
                    </a:lnTo>
                    <a:lnTo>
                      <a:pt x="354" y="102"/>
                    </a:lnTo>
                    <a:lnTo>
                      <a:pt x="390" y="12"/>
                    </a:lnTo>
                    <a:lnTo>
                      <a:pt x="480" y="48"/>
                    </a:lnTo>
                    <a:lnTo>
                      <a:pt x="480" y="150"/>
                    </a:lnTo>
                    <a:lnTo>
                      <a:pt x="432" y="276"/>
                    </a:lnTo>
                    <a:lnTo>
                      <a:pt x="432" y="312"/>
                    </a:lnTo>
                    <a:lnTo>
                      <a:pt x="421" y="318"/>
                    </a:lnTo>
                    <a:lnTo>
                      <a:pt x="457" y="354"/>
                    </a:lnTo>
                    <a:lnTo>
                      <a:pt x="709" y="366"/>
                    </a:lnTo>
                    <a:lnTo>
                      <a:pt x="745" y="366"/>
                    </a:lnTo>
                    <a:lnTo>
                      <a:pt x="775" y="336"/>
                    </a:lnTo>
                    <a:lnTo>
                      <a:pt x="745" y="240"/>
                    </a:lnTo>
                    <a:lnTo>
                      <a:pt x="775" y="48"/>
                    </a:lnTo>
                    <a:lnTo>
                      <a:pt x="793" y="36"/>
                    </a:lnTo>
                    <a:lnTo>
                      <a:pt x="793" y="24"/>
                    </a:lnTo>
                    <a:lnTo>
                      <a:pt x="894" y="60"/>
                    </a:lnTo>
                    <a:lnTo>
                      <a:pt x="894" y="102"/>
                    </a:lnTo>
                    <a:lnTo>
                      <a:pt x="871" y="138"/>
                    </a:lnTo>
                    <a:lnTo>
                      <a:pt x="835" y="343"/>
                    </a:lnTo>
                    <a:lnTo>
                      <a:pt x="858" y="366"/>
                    </a:lnTo>
                    <a:lnTo>
                      <a:pt x="1177" y="366"/>
                    </a:lnTo>
                    <a:lnTo>
                      <a:pt x="1177" y="289"/>
                    </a:lnTo>
                    <a:lnTo>
                      <a:pt x="1159" y="228"/>
                    </a:lnTo>
                    <a:lnTo>
                      <a:pt x="1166" y="138"/>
                    </a:lnTo>
                    <a:lnTo>
                      <a:pt x="1225" y="0"/>
                    </a:lnTo>
                    <a:lnTo>
                      <a:pt x="1286" y="48"/>
                    </a:lnTo>
                    <a:lnTo>
                      <a:pt x="131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179">
                <a:extLst>
                  <a:ext uri="{FF2B5EF4-FFF2-40B4-BE49-F238E27FC236}">
                    <a16:creationId xmlns:a16="http://schemas.microsoft.com/office/drawing/2014/main" id="{0B054EA2-A5A3-49B9-B9B3-43EB5F3234EC}"/>
                  </a:ext>
                </a:extLst>
              </p:cNvPr>
              <p:cNvSpPr>
                <a:spLocks/>
              </p:cNvSpPr>
              <p:nvPr/>
            </p:nvSpPr>
            <p:spPr bwMode="auto">
              <a:xfrm>
                <a:off x="3839" y="3298"/>
                <a:ext cx="174" cy="44"/>
              </a:xfrm>
              <a:custGeom>
                <a:avLst/>
                <a:gdLst>
                  <a:gd name="T0" fmla="*/ 43 w 1693"/>
                  <a:gd name="T1" fmla="*/ 26 h 444"/>
                  <a:gd name="T2" fmla="*/ 43 w 1693"/>
                  <a:gd name="T3" fmla="*/ 29 h 444"/>
                  <a:gd name="T4" fmla="*/ 44 w 1693"/>
                  <a:gd name="T5" fmla="*/ 29 h 444"/>
                  <a:gd name="T6" fmla="*/ 47 w 1693"/>
                  <a:gd name="T7" fmla="*/ 29 h 444"/>
                  <a:gd name="T8" fmla="*/ 49 w 1693"/>
                  <a:gd name="T9" fmla="*/ 23 h 444"/>
                  <a:gd name="T10" fmla="*/ 59 w 1693"/>
                  <a:gd name="T11" fmla="*/ 17 h 444"/>
                  <a:gd name="T12" fmla="*/ 72 w 1693"/>
                  <a:gd name="T13" fmla="*/ 16 h 444"/>
                  <a:gd name="T14" fmla="*/ 75 w 1693"/>
                  <a:gd name="T15" fmla="*/ 7 h 444"/>
                  <a:gd name="T16" fmla="*/ 75 w 1693"/>
                  <a:gd name="T17" fmla="*/ 2 h 444"/>
                  <a:gd name="T18" fmla="*/ 77 w 1693"/>
                  <a:gd name="T19" fmla="*/ 0 h 444"/>
                  <a:gd name="T20" fmla="*/ 87 w 1693"/>
                  <a:gd name="T21" fmla="*/ 11 h 444"/>
                  <a:gd name="T22" fmla="*/ 87 w 1693"/>
                  <a:gd name="T23" fmla="*/ 23 h 444"/>
                  <a:gd name="T24" fmla="*/ 88 w 1693"/>
                  <a:gd name="T25" fmla="*/ 24 h 444"/>
                  <a:gd name="T26" fmla="*/ 97 w 1693"/>
                  <a:gd name="T27" fmla="*/ 19 h 444"/>
                  <a:gd name="T28" fmla="*/ 112 w 1693"/>
                  <a:gd name="T29" fmla="*/ 19 h 444"/>
                  <a:gd name="T30" fmla="*/ 119 w 1693"/>
                  <a:gd name="T31" fmla="*/ 10 h 444"/>
                  <a:gd name="T32" fmla="*/ 120 w 1693"/>
                  <a:gd name="T33" fmla="*/ 5 h 444"/>
                  <a:gd name="T34" fmla="*/ 120 w 1693"/>
                  <a:gd name="T35" fmla="*/ 2 h 444"/>
                  <a:gd name="T36" fmla="*/ 121 w 1693"/>
                  <a:gd name="T37" fmla="*/ 1 h 444"/>
                  <a:gd name="T38" fmla="*/ 130 w 1693"/>
                  <a:gd name="T39" fmla="*/ 16 h 444"/>
                  <a:gd name="T40" fmla="*/ 128 w 1693"/>
                  <a:gd name="T41" fmla="*/ 29 h 444"/>
                  <a:gd name="T42" fmla="*/ 128 w 1693"/>
                  <a:gd name="T43" fmla="*/ 31 h 444"/>
                  <a:gd name="T44" fmla="*/ 129 w 1693"/>
                  <a:gd name="T45" fmla="*/ 32 h 444"/>
                  <a:gd name="T46" fmla="*/ 135 w 1693"/>
                  <a:gd name="T47" fmla="*/ 25 h 444"/>
                  <a:gd name="T48" fmla="*/ 135 w 1693"/>
                  <a:gd name="T49" fmla="*/ 21 h 444"/>
                  <a:gd name="T50" fmla="*/ 141 w 1693"/>
                  <a:gd name="T51" fmla="*/ 18 h 444"/>
                  <a:gd name="T52" fmla="*/ 156 w 1693"/>
                  <a:gd name="T53" fmla="*/ 18 h 444"/>
                  <a:gd name="T54" fmla="*/ 160 w 1693"/>
                  <a:gd name="T55" fmla="*/ 11 h 444"/>
                  <a:gd name="T56" fmla="*/ 161 w 1693"/>
                  <a:gd name="T57" fmla="*/ 2 h 444"/>
                  <a:gd name="T58" fmla="*/ 165 w 1693"/>
                  <a:gd name="T59" fmla="*/ 0 h 444"/>
                  <a:gd name="T60" fmla="*/ 170 w 1693"/>
                  <a:gd name="T61" fmla="*/ 7 h 444"/>
                  <a:gd name="T62" fmla="*/ 174 w 1693"/>
                  <a:gd name="T63" fmla="*/ 19 h 444"/>
                  <a:gd name="T64" fmla="*/ 169 w 1693"/>
                  <a:gd name="T65" fmla="*/ 42 h 444"/>
                  <a:gd name="T66" fmla="*/ 144 w 1693"/>
                  <a:gd name="T67" fmla="*/ 44 h 444"/>
                  <a:gd name="T68" fmla="*/ 68 w 1693"/>
                  <a:gd name="T69" fmla="*/ 44 h 444"/>
                  <a:gd name="T70" fmla="*/ 1 w 1693"/>
                  <a:gd name="T71" fmla="*/ 41 h 444"/>
                  <a:gd name="T72" fmla="*/ 0 w 1693"/>
                  <a:gd name="T73" fmla="*/ 40 h 444"/>
                  <a:gd name="T74" fmla="*/ 6 w 1693"/>
                  <a:gd name="T75" fmla="*/ 29 h 444"/>
                  <a:gd name="T76" fmla="*/ 7 w 1693"/>
                  <a:gd name="T77" fmla="*/ 23 h 444"/>
                  <a:gd name="T78" fmla="*/ 7 w 1693"/>
                  <a:gd name="T79" fmla="*/ 21 h 444"/>
                  <a:gd name="T80" fmla="*/ 10 w 1693"/>
                  <a:gd name="T81" fmla="*/ 18 h 444"/>
                  <a:gd name="T82" fmla="*/ 28 w 1693"/>
                  <a:gd name="T83" fmla="*/ 18 h 444"/>
                  <a:gd name="T84" fmla="*/ 33 w 1693"/>
                  <a:gd name="T85" fmla="*/ 11 h 444"/>
                  <a:gd name="T86" fmla="*/ 33 w 1693"/>
                  <a:gd name="T87" fmla="*/ 2 h 444"/>
                  <a:gd name="T88" fmla="*/ 35 w 1693"/>
                  <a:gd name="T89" fmla="*/ 0 h 444"/>
                  <a:gd name="T90" fmla="*/ 44 w 1693"/>
                  <a:gd name="T91" fmla="*/ 16 h 444"/>
                  <a:gd name="T92" fmla="*/ 43 w 1693"/>
                  <a:gd name="T93" fmla="*/ 26 h 444"/>
                  <a:gd name="T94" fmla="*/ 43 w 1693"/>
                  <a:gd name="T95" fmla="*/ 26 h 4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93" h="444">
                    <a:moveTo>
                      <a:pt x="419" y="265"/>
                    </a:moveTo>
                    <a:lnTo>
                      <a:pt x="419" y="288"/>
                    </a:lnTo>
                    <a:lnTo>
                      <a:pt x="432" y="294"/>
                    </a:lnTo>
                    <a:lnTo>
                      <a:pt x="455" y="294"/>
                    </a:lnTo>
                    <a:lnTo>
                      <a:pt x="480" y="229"/>
                    </a:lnTo>
                    <a:lnTo>
                      <a:pt x="570" y="175"/>
                    </a:lnTo>
                    <a:lnTo>
                      <a:pt x="696" y="157"/>
                    </a:lnTo>
                    <a:lnTo>
                      <a:pt x="732" y="66"/>
                    </a:lnTo>
                    <a:lnTo>
                      <a:pt x="732" y="24"/>
                    </a:lnTo>
                    <a:lnTo>
                      <a:pt x="750" y="0"/>
                    </a:lnTo>
                    <a:lnTo>
                      <a:pt x="846" y="114"/>
                    </a:lnTo>
                    <a:lnTo>
                      <a:pt x="846" y="229"/>
                    </a:lnTo>
                    <a:lnTo>
                      <a:pt x="858" y="240"/>
                    </a:lnTo>
                    <a:lnTo>
                      <a:pt x="948" y="193"/>
                    </a:lnTo>
                    <a:lnTo>
                      <a:pt x="1087" y="193"/>
                    </a:lnTo>
                    <a:lnTo>
                      <a:pt x="1153" y="103"/>
                    </a:lnTo>
                    <a:lnTo>
                      <a:pt x="1164" y="48"/>
                    </a:lnTo>
                    <a:lnTo>
                      <a:pt x="1164" y="24"/>
                    </a:lnTo>
                    <a:lnTo>
                      <a:pt x="1177" y="12"/>
                    </a:lnTo>
                    <a:lnTo>
                      <a:pt x="1267" y="157"/>
                    </a:lnTo>
                    <a:lnTo>
                      <a:pt x="1243" y="288"/>
                    </a:lnTo>
                    <a:lnTo>
                      <a:pt x="1243" y="312"/>
                    </a:lnTo>
                    <a:lnTo>
                      <a:pt x="1255" y="319"/>
                    </a:lnTo>
                    <a:lnTo>
                      <a:pt x="1315" y="252"/>
                    </a:lnTo>
                    <a:lnTo>
                      <a:pt x="1315" y="216"/>
                    </a:lnTo>
                    <a:lnTo>
                      <a:pt x="1375" y="186"/>
                    </a:lnTo>
                    <a:lnTo>
                      <a:pt x="1520" y="186"/>
                    </a:lnTo>
                    <a:lnTo>
                      <a:pt x="1556" y="114"/>
                    </a:lnTo>
                    <a:lnTo>
                      <a:pt x="1567" y="24"/>
                    </a:lnTo>
                    <a:lnTo>
                      <a:pt x="1603" y="0"/>
                    </a:lnTo>
                    <a:lnTo>
                      <a:pt x="1657" y="66"/>
                    </a:lnTo>
                    <a:lnTo>
                      <a:pt x="1693" y="193"/>
                    </a:lnTo>
                    <a:lnTo>
                      <a:pt x="1646" y="426"/>
                    </a:lnTo>
                    <a:lnTo>
                      <a:pt x="1405" y="444"/>
                    </a:lnTo>
                    <a:lnTo>
                      <a:pt x="660" y="439"/>
                    </a:lnTo>
                    <a:lnTo>
                      <a:pt x="5" y="414"/>
                    </a:lnTo>
                    <a:lnTo>
                      <a:pt x="0" y="403"/>
                    </a:lnTo>
                    <a:lnTo>
                      <a:pt x="54" y="288"/>
                    </a:lnTo>
                    <a:lnTo>
                      <a:pt x="65" y="229"/>
                    </a:lnTo>
                    <a:lnTo>
                      <a:pt x="65" y="216"/>
                    </a:lnTo>
                    <a:lnTo>
                      <a:pt x="101" y="186"/>
                    </a:lnTo>
                    <a:lnTo>
                      <a:pt x="270" y="186"/>
                    </a:lnTo>
                    <a:lnTo>
                      <a:pt x="318" y="114"/>
                    </a:lnTo>
                    <a:lnTo>
                      <a:pt x="318" y="24"/>
                    </a:lnTo>
                    <a:lnTo>
                      <a:pt x="342" y="0"/>
                    </a:lnTo>
                    <a:lnTo>
                      <a:pt x="432" y="157"/>
                    </a:lnTo>
                    <a:lnTo>
                      <a:pt x="419" y="2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180">
                <a:extLst>
                  <a:ext uri="{FF2B5EF4-FFF2-40B4-BE49-F238E27FC236}">
                    <a16:creationId xmlns:a16="http://schemas.microsoft.com/office/drawing/2014/main" id="{CDBA517C-6AC4-4884-B2D0-E381E251B855}"/>
                  </a:ext>
                </a:extLst>
              </p:cNvPr>
              <p:cNvSpPr>
                <a:spLocks/>
              </p:cNvSpPr>
              <p:nvPr/>
            </p:nvSpPr>
            <p:spPr bwMode="auto">
              <a:xfrm>
                <a:off x="4218" y="3299"/>
                <a:ext cx="140" cy="47"/>
              </a:xfrm>
              <a:custGeom>
                <a:avLst/>
                <a:gdLst>
                  <a:gd name="T0" fmla="*/ 52 w 1352"/>
                  <a:gd name="T1" fmla="*/ 24 h 468"/>
                  <a:gd name="T2" fmla="*/ 51 w 1352"/>
                  <a:gd name="T3" fmla="*/ 25 h 468"/>
                  <a:gd name="T4" fmla="*/ 51 w 1352"/>
                  <a:gd name="T5" fmla="*/ 28 h 468"/>
                  <a:gd name="T6" fmla="*/ 53 w 1352"/>
                  <a:gd name="T7" fmla="*/ 30 h 468"/>
                  <a:gd name="T8" fmla="*/ 57 w 1352"/>
                  <a:gd name="T9" fmla="*/ 27 h 468"/>
                  <a:gd name="T10" fmla="*/ 58 w 1352"/>
                  <a:gd name="T11" fmla="*/ 20 h 468"/>
                  <a:gd name="T12" fmla="*/ 73 w 1352"/>
                  <a:gd name="T13" fmla="*/ 19 h 468"/>
                  <a:gd name="T14" fmla="*/ 77 w 1352"/>
                  <a:gd name="T15" fmla="*/ 19 h 468"/>
                  <a:gd name="T16" fmla="*/ 81 w 1352"/>
                  <a:gd name="T17" fmla="*/ 16 h 468"/>
                  <a:gd name="T18" fmla="*/ 80 w 1352"/>
                  <a:gd name="T19" fmla="*/ 1 h 468"/>
                  <a:gd name="T20" fmla="*/ 81 w 1352"/>
                  <a:gd name="T21" fmla="*/ 1 h 468"/>
                  <a:gd name="T22" fmla="*/ 82 w 1352"/>
                  <a:gd name="T23" fmla="*/ 0 h 468"/>
                  <a:gd name="T24" fmla="*/ 88 w 1352"/>
                  <a:gd name="T25" fmla="*/ 5 h 468"/>
                  <a:gd name="T26" fmla="*/ 91 w 1352"/>
                  <a:gd name="T27" fmla="*/ 5 h 468"/>
                  <a:gd name="T28" fmla="*/ 94 w 1352"/>
                  <a:gd name="T29" fmla="*/ 8 h 468"/>
                  <a:gd name="T30" fmla="*/ 93 w 1352"/>
                  <a:gd name="T31" fmla="*/ 37 h 468"/>
                  <a:gd name="T32" fmla="*/ 94 w 1352"/>
                  <a:gd name="T33" fmla="*/ 38 h 468"/>
                  <a:gd name="T34" fmla="*/ 96 w 1352"/>
                  <a:gd name="T35" fmla="*/ 38 h 468"/>
                  <a:gd name="T36" fmla="*/ 101 w 1352"/>
                  <a:gd name="T37" fmla="*/ 27 h 468"/>
                  <a:gd name="T38" fmla="*/ 101 w 1352"/>
                  <a:gd name="T39" fmla="*/ 20 h 468"/>
                  <a:gd name="T40" fmla="*/ 123 w 1352"/>
                  <a:gd name="T41" fmla="*/ 23 h 468"/>
                  <a:gd name="T42" fmla="*/ 127 w 1352"/>
                  <a:gd name="T43" fmla="*/ 18 h 468"/>
                  <a:gd name="T44" fmla="*/ 128 w 1352"/>
                  <a:gd name="T45" fmla="*/ 4 h 468"/>
                  <a:gd name="T46" fmla="*/ 136 w 1352"/>
                  <a:gd name="T47" fmla="*/ 4 h 468"/>
                  <a:gd name="T48" fmla="*/ 140 w 1352"/>
                  <a:gd name="T49" fmla="*/ 9 h 468"/>
                  <a:gd name="T50" fmla="*/ 137 w 1352"/>
                  <a:gd name="T51" fmla="*/ 45 h 468"/>
                  <a:gd name="T52" fmla="*/ 136 w 1352"/>
                  <a:gd name="T53" fmla="*/ 47 h 468"/>
                  <a:gd name="T54" fmla="*/ 2 w 1352"/>
                  <a:gd name="T55" fmla="*/ 45 h 468"/>
                  <a:gd name="T56" fmla="*/ 0 w 1352"/>
                  <a:gd name="T57" fmla="*/ 36 h 468"/>
                  <a:gd name="T58" fmla="*/ 1 w 1352"/>
                  <a:gd name="T59" fmla="*/ 8 h 468"/>
                  <a:gd name="T60" fmla="*/ 4 w 1352"/>
                  <a:gd name="T61" fmla="*/ 4 h 468"/>
                  <a:gd name="T62" fmla="*/ 7 w 1352"/>
                  <a:gd name="T63" fmla="*/ 4 h 468"/>
                  <a:gd name="T64" fmla="*/ 7 w 1352"/>
                  <a:gd name="T65" fmla="*/ 18 h 468"/>
                  <a:gd name="T66" fmla="*/ 5 w 1352"/>
                  <a:gd name="T67" fmla="*/ 31 h 468"/>
                  <a:gd name="T68" fmla="*/ 5 w 1352"/>
                  <a:gd name="T69" fmla="*/ 36 h 468"/>
                  <a:gd name="T70" fmla="*/ 6 w 1352"/>
                  <a:gd name="T71" fmla="*/ 37 h 468"/>
                  <a:gd name="T72" fmla="*/ 8 w 1352"/>
                  <a:gd name="T73" fmla="*/ 37 h 468"/>
                  <a:gd name="T74" fmla="*/ 14 w 1352"/>
                  <a:gd name="T75" fmla="*/ 22 h 468"/>
                  <a:gd name="T76" fmla="*/ 17 w 1352"/>
                  <a:gd name="T77" fmla="*/ 19 h 468"/>
                  <a:gd name="T78" fmla="*/ 27 w 1352"/>
                  <a:gd name="T79" fmla="*/ 20 h 468"/>
                  <a:gd name="T80" fmla="*/ 31 w 1352"/>
                  <a:gd name="T81" fmla="*/ 20 h 468"/>
                  <a:gd name="T82" fmla="*/ 34 w 1352"/>
                  <a:gd name="T83" fmla="*/ 17 h 468"/>
                  <a:gd name="T84" fmla="*/ 37 w 1352"/>
                  <a:gd name="T85" fmla="*/ 1 h 468"/>
                  <a:gd name="T86" fmla="*/ 38 w 1352"/>
                  <a:gd name="T87" fmla="*/ 0 h 468"/>
                  <a:gd name="T88" fmla="*/ 52 w 1352"/>
                  <a:gd name="T89" fmla="*/ 4 h 468"/>
                  <a:gd name="T90" fmla="*/ 52 w 1352"/>
                  <a:gd name="T91" fmla="*/ 24 h 468"/>
                  <a:gd name="T92" fmla="*/ 52 w 1352"/>
                  <a:gd name="T93" fmla="*/ 24 h 4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352" h="468">
                    <a:moveTo>
                      <a:pt x="505" y="240"/>
                    </a:moveTo>
                    <a:lnTo>
                      <a:pt x="492" y="253"/>
                    </a:lnTo>
                    <a:lnTo>
                      <a:pt x="492" y="276"/>
                    </a:lnTo>
                    <a:lnTo>
                      <a:pt x="516" y="300"/>
                    </a:lnTo>
                    <a:lnTo>
                      <a:pt x="552" y="264"/>
                    </a:lnTo>
                    <a:lnTo>
                      <a:pt x="564" y="204"/>
                    </a:lnTo>
                    <a:lnTo>
                      <a:pt x="708" y="192"/>
                    </a:lnTo>
                    <a:lnTo>
                      <a:pt x="744" y="192"/>
                    </a:lnTo>
                    <a:lnTo>
                      <a:pt x="780" y="163"/>
                    </a:lnTo>
                    <a:lnTo>
                      <a:pt x="769" y="12"/>
                    </a:lnTo>
                    <a:lnTo>
                      <a:pt x="780" y="12"/>
                    </a:lnTo>
                    <a:lnTo>
                      <a:pt x="793" y="0"/>
                    </a:lnTo>
                    <a:lnTo>
                      <a:pt x="847" y="54"/>
                    </a:lnTo>
                    <a:lnTo>
                      <a:pt x="883" y="54"/>
                    </a:lnTo>
                    <a:lnTo>
                      <a:pt x="908" y="78"/>
                    </a:lnTo>
                    <a:lnTo>
                      <a:pt x="895" y="366"/>
                    </a:lnTo>
                    <a:lnTo>
                      <a:pt x="908" y="379"/>
                    </a:lnTo>
                    <a:lnTo>
                      <a:pt x="926" y="379"/>
                    </a:lnTo>
                    <a:lnTo>
                      <a:pt x="973" y="264"/>
                    </a:lnTo>
                    <a:lnTo>
                      <a:pt x="973" y="204"/>
                    </a:lnTo>
                    <a:lnTo>
                      <a:pt x="1183" y="228"/>
                    </a:lnTo>
                    <a:lnTo>
                      <a:pt x="1226" y="181"/>
                    </a:lnTo>
                    <a:lnTo>
                      <a:pt x="1237" y="42"/>
                    </a:lnTo>
                    <a:lnTo>
                      <a:pt x="1316" y="42"/>
                    </a:lnTo>
                    <a:lnTo>
                      <a:pt x="1352" y="91"/>
                    </a:lnTo>
                    <a:lnTo>
                      <a:pt x="1327" y="445"/>
                    </a:lnTo>
                    <a:lnTo>
                      <a:pt x="1309" y="468"/>
                    </a:lnTo>
                    <a:lnTo>
                      <a:pt x="24" y="445"/>
                    </a:lnTo>
                    <a:lnTo>
                      <a:pt x="0" y="354"/>
                    </a:lnTo>
                    <a:lnTo>
                      <a:pt x="12" y="78"/>
                    </a:lnTo>
                    <a:lnTo>
                      <a:pt x="36" y="42"/>
                    </a:lnTo>
                    <a:lnTo>
                      <a:pt x="72" y="42"/>
                    </a:lnTo>
                    <a:lnTo>
                      <a:pt x="72" y="181"/>
                    </a:lnTo>
                    <a:lnTo>
                      <a:pt x="48" y="307"/>
                    </a:lnTo>
                    <a:lnTo>
                      <a:pt x="48" y="354"/>
                    </a:lnTo>
                    <a:lnTo>
                      <a:pt x="54" y="366"/>
                    </a:lnTo>
                    <a:lnTo>
                      <a:pt x="78" y="366"/>
                    </a:lnTo>
                    <a:lnTo>
                      <a:pt x="138" y="217"/>
                    </a:lnTo>
                    <a:lnTo>
                      <a:pt x="162" y="192"/>
                    </a:lnTo>
                    <a:lnTo>
                      <a:pt x="264" y="204"/>
                    </a:lnTo>
                    <a:lnTo>
                      <a:pt x="300" y="204"/>
                    </a:lnTo>
                    <a:lnTo>
                      <a:pt x="330" y="174"/>
                    </a:lnTo>
                    <a:lnTo>
                      <a:pt x="354" y="12"/>
                    </a:lnTo>
                    <a:lnTo>
                      <a:pt x="366" y="0"/>
                    </a:lnTo>
                    <a:lnTo>
                      <a:pt x="505" y="36"/>
                    </a:lnTo>
                    <a:lnTo>
                      <a:pt x="505"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181">
                <a:extLst>
                  <a:ext uri="{FF2B5EF4-FFF2-40B4-BE49-F238E27FC236}">
                    <a16:creationId xmlns:a16="http://schemas.microsoft.com/office/drawing/2014/main" id="{234D21F0-7E58-41CF-BF0E-465D129F41D0}"/>
                  </a:ext>
                </a:extLst>
              </p:cNvPr>
              <p:cNvSpPr>
                <a:spLocks/>
              </p:cNvSpPr>
              <p:nvPr/>
            </p:nvSpPr>
            <p:spPr bwMode="auto">
              <a:xfrm>
                <a:off x="4372" y="3306"/>
                <a:ext cx="174" cy="41"/>
              </a:xfrm>
              <a:custGeom>
                <a:avLst/>
                <a:gdLst>
                  <a:gd name="T0" fmla="*/ 174 w 1695"/>
                  <a:gd name="T1" fmla="*/ 39 h 415"/>
                  <a:gd name="T2" fmla="*/ 171 w 1695"/>
                  <a:gd name="T3" fmla="*/ 41 h 415"/>
                  <a:gd name="T4" fmla="*/ 166 w 1695"/>
                  <a:gd name="T5" fmla="*/ 41 h 415"/>
                  <a:gd name="T6" fmla="*/ 167 w 1695"/>
                  <a:gd name="T7" fmla="*/ 32 h 415"/>
                  <a:gd name="T8" fmla="*/ 168 w 1695"/>
                  <a:gd name="T9" fmla="*/ 12 h 415"/>
                  <a:gd name="T10" fmla="*/ 162 w 1695"/>
                  <a:gd name="T11" fmla="*/ 8 h 415"/>
                  <a:gd name="T12" fmla="*/ 160 w 1695"/>
                  <a:gd name="T13" fmla="*/ 8 h 415"/>
                  <a:gd name="T14" fmla="*/ 152 w 1695"/>
                  <a:gd name="T15" fmla="*/ 17 h 415"/>
                  <a:gd name="T16" fmla="*/ 128 w 1695"/>
                  <a:gd name="T17" fmla="*/ 17 h 415"/>
                  <a:gd name="T18" fmla="*/ 126 w 1695"/>
                  <a:gd name="T19" fmla="*/ 20 h 415"/>
                  <a:gd name="T20" fmla="*/ 126 w 1695"/>
                  <a:gd name="T21" fmla="*/ 21 h 415"/>
                  <a:gd name="T22" fmla="*/ 128 w 1695"/>
                  <a:gd name="T23" fmla="*/ 24 h 415"/>
                  <a:gd name="T24" fmla="*/ 148 w 1695"/>
                  <a:gd name="T25" fmla="*/ 25 h 415"/>
                  <a:gd name="T26" fmla="*/ 149 w 1695"/>
                  <a:gd name="T27" fmla="*/ 27 h 415"/>
                  <a:gd name="T28" fmla="*/ 148 w 1695"/>
                  <a:gd name="T29" fmla="*/ 33 h 415"/>
                  <a:gd name="T30" fmla="*/ 152 w 1695"/>
                  <a:gd name="T31" fmla="*/ 37 h 415"/>
                  <a:gd name="T32" fmla="*/ 152 w 1695"/>
                  <a:gd name="T33" fmla="*/ 41 h 415"/>
                  <a:gd name="T34" fmla="*/ 118 w 1695"/>
                  <a:gd name="T35" fmla="*/ 41 h 415"/>
                  <a:gd name="T36" fmla="*/ 114 w 1695"/>
                  <a:gd name="T37" fmla="*/ 39 h 415"/>
                  <a:gd name="T38" fmla="*/ 112 w 1695"/>
                  <a:gd name="T39" fmla="*/ 36 h 415"/>
                  <a:gd name="T40" fmla="*/ 115 w 1695"/>
                  <a:gd name="T41" fmla="*/ 36 h 415"/>
                  <a:gd name="T42" fmla="*/ 118 w 1695"/>
                  <a:gd name="T43" fmla="*/ 33 h 415"/>
                  <a:gd name="T44" fmla="*/ 117 w 1695"/>
                  <a:gd name="T45" fmla="*/ 11 h 415"/>
                  <a:gd name="T46" fmla="*/ 113 w 1695"/>
                  <a:gd name="T47" fmla="*/ 8 h 415"/>
                  <a:gd name="T48" fmla="*/ 102 w 1695"/>
                  <a:gd name="T49" fmla="*/ 8 h 415"/>
                  <a:gd name="T50" fmla="*/ 95 w 1695"/>
                  <a:gd name="T51" fmla="*/ 17 h 415"/>
                  <a:gd name="T52" fmla="*/ 70 w 1695"/>
                  <a:gd name="T53" fmla="*/ 17 h 415"/>
                  <a:gd name="T54" fmla="*/ 67 w 1695"/>
                  <a:gd name="T55" fmla="*/ 20 h 415"/>
                  <a:gd name="T56" fmla="*/ 67 w 1695"/>
                  <a:gd name="T57" fmla="*/ 21 h 415"/>
                  <a:gd name="T58" fmla="*/ 74 w 1695"/>
                  <a:gd name="T59" fmla="*/ 25 h 415"/>
                  <a:gd name="T60" fmla="*/ 88 w 1695"/>
                  <a:gd name="T61" fmla="*/ 25 h 415"/>
                  <a:gd name="T62" fmla="*/ 91 w 1695"/>
                  <a:gd name="T63" fmla="*/ 27 h 415"/>
                  <a:gd name="T64" fmla="*/ 91 w 1695"/>
                  <a:gd name="T65" fmla="*/ 34 h 415"/>
                  <a:gd name="T66" fmla="*/ 97 w 1695"/>
                  <a:gd name="T67" fmla="*/ 39 h 415"/>
                  <a:gd name="T68" fmla="*/ 86 w 1695"/>
                  <a:gd name="T69" fmla="*/ 41 h 415"/>
                  <a:gd name="T70" fmla="*/ 56 w 1695"/>
                  <a:gd name="T71" fmla="*/ 40 h 415"/>
                  <a:gd name="T72" fmla="*/ 56 w 1695"/>
                  <a:gd name="T73" fmla="*/ 39 h 415"/>
                  <a:gd name="T74" fmla="*/ 53 w 1695"/>
                  <a:gd name="T75" fmla="*/ 36 h 415"/>
                  <a:gd name="T76" fmla="*/ 58 w 1695"/>
                  <a:gd name="T77" fmla="*/ 32 h 415"/>
                  <a:gd name="T78" fmla="*/ 58 w 1695"/>
                  <a:gd name="T79" fmla="*/ 11 h 415"/>
                  <a:gd name="T80" fmla="*/ 54 w 1695"/>
                  <a:gd name="T81" fmla="*/ 8 h 415"/>
                  <a:gd name="T82" fmla="*/ 44 w 1695"/>
                  <a:gd name="T83" fmla="*/ 8 h 415"/>
                  <a:gd name="T84" fmla="*/ 39 w 1695"/>
                  <a:gd name="T85" fmla="*/ 12 h 415"/>
                  <a:gd name="T86" fmla="*/ 14 w 1695"/>
                  <a:gd name="T87" fmla="*/ 12 h 415"/>
                  <a:gd name="T88" fmla="*/ 11 w 1695"/>
                  <a:gd name="T89" fmla="*/ 17 h 415"/>
                  <a:gd name="T90" fmla="*/ 12 w 1695"/>
                  <a:gd name="T91" fmla="*/ 21 h 415"/>
                  <a:gd name="T92" fmla="*/ 14 w 1695"/>
                  <a:gd name="T93" fmla="*/ 23 h 415"/>
                  <a:gd name="T94" fmla="*/ 32 w 1695"/>
                  <a:gd name="T95" fmla="*/ 24 h 415"/>
                  <a:gd name="T96" fmla="*/ 34 w 1695"/>
                  <a:gd name="T97" fmla="*/ 24 h 415"/>
                  <a:gd name="T98" fmla="*/ 37 w 1695"/>
                  <a:gd name="T99" fmla="*/ 26 h 415"/>
                  <a:gd name="T100" fmla="*/ 38 w 1695"/>
                  <a:gd name="T101" fmla="*/ 34 h 415"/>
                  <a:gd name="T102" fmla="*/ 43 w 1695"/>
                  <a:gd name="T103" fmla="*/ 37 h 415"/>
                  <a:gd name="T104" fmla="*/ 39 w 1695"/>
                  <a:gd name="T105" fmla="*/ 40 h 415"/>
                  <a:gd name="T106" fmla="*/ 5 w 1695"/>
                  <a:gd name="T107" fmla="*/ 40 h 415"/>
                  <a:gd name="T108" fmla="*/ 0 w 1695"/>
                  <a:gd name="T109" fmla="*/ 33 h 415"/>
                  <a:gd name="T110" fmla="*/ 3 w 1695"/>
                  <a:gd name="T111" fmla="*/ 4 h 415"/>
                  <a:gd name="T112" fmla="*/ 5 w 1695"/>
                  <a:gd name="T113" fmla="*/ 0 h 415"/>
                  <a:gd name="T114" fmla="*/ 174 w 1695"/>
                  <a:gd name="T115" fmla="*/ 2 h 415"/>
                  <a:gd name="T116" fmla="*/ 174 w 1695"/>
                  <a:gd name="T117" fmla="*/ 39 h 415"/>
                  <a:gd name="T118" fmla="*/ 174 w 1695"/>
                  <a:gd name="T119" fmla="*/ 39 h 41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95" h="415">
                    <a:moveTo>
                      <a:pt x="1695" y="390"/>
                    </a:moveTo>
                    <a:lnTo>
                      <a:pt x="1665" y="415"/>
                    </a:lnTo>
                    <a:lnTo>
                      <a:pt x="1617" y="415"/>
                    </a:lnTo>
                    <a:lnTo>
                      <a:pt x="1629" y="325"/>
                    </a:lnTo>
                    <a:lnTo>
                      <a:pt x="1641" y="126"/>
                    </a:lnTo>
                    <a:lnTo>
                      <a:pt x="1581" y="79"/>
                    </a:lnTo>
                    <a:lnTo>
                      <a:pt x="1563" y="79"/>
                    </a:lnTo>
                    <a:lnTo>
                      <a:pt x="1479" y="174"/>
                    </a:lnTo>
                    <a:lnTo>
                      <a:pt x="1250" y="174"/>
                    </a:lnTo>
                    <a:lnTo>
                      <a:pt x="1227" y="198"/>
                    </a:lnTo>
                    <a:lnTo>
                      <a:pt x="1227" y="216"/>
                    </a:lnTo>
                    <a:lnTo>
                      <a:pt x="1250" y="241"/>
                    </a:lnTo>
                    <a:lnTo>
                      <a:pt x="1437" y="252"/>
                    </a:lnTo>
                    <a:lnTo>
                      <a:pt x="1455" y="277"/>
                    </a:lnTo>
                    <a:lnTo>
                      <a:pt x="1443" y="336"/>
                    </a:lnTo>
                    <a:lnTo>
                      <a:pt x="1479" y="379"/>
                    </a:lnTo>
                    <a:lnTo>
                      <a:pt x="1479" y="415"/>
                    </a:lnTo>
                    <a:lnTo>
                      <a:pt x="1148" y="415"/>
                    </a:lnTo>
                    <a:lnTo>
                      <a:pt x="1112" y="390"/>
                    </a:lnTo>
                    <a:lnTo>
                      <a:pt x="1088" y="366"/>
                    </a:lnTo>
                    <a:lnTo>
                      <a:pt x="1124" y="361"/>
                    </a:lnTo>
                    <a:lnTo>
                      <a:pt x="1148" y="336"/>
                    </a:lnTo>
                    <a:lnTo>
                      <a:pt x="1137" y="108"/>
                    </a:lnTo>
                    <a:lnTo>
                      <a:pt x="1101" y="79"/>
                    </a:lnTo>
                    <a:lnTo>
                      <a:pt x="998" y="79"/>
                    </a:lnTo>
                    <a:lnTo>
                      <a:pt x="926" y="174"/>
                    </a:lnTo>
                    <a:lnTo>
                      <a:pt x="680" y="174"/>
                    </a:lnTo>
                    <a:lnTo>
                      <a:pt x="656" y="198"/>
                    </a:lnTo>
                    <a:lnTo>
                      <a:pt x="656" y="210"/>
                    </a:lnTo>
                    <a:lnTo>
                      <a:pt x="721" y="252"/>
                    </a:lnTo>
                    <a:lnTo>
                      <a:pt x="860" y="252"/>
                    </a:lnTo>
                    <a:lnTo>
                      <a:pt x="883" y="277"/>
                    </a:lnTo>
                    <a:lnTo>
                      <a:pt x="883" y="348"/>
                    </a:lnTo>
                    <a:lnTo>
                      <a:pt x="944" y="390"/>
                    </a:lnTo>
                    <a:lnTo>
                      <a:pt x="836" y="415"/>
                    </a:lnTo>
                    <a:lnTo>
                      <a:pt x="541" y="402"/>
                    </a:lnTo>
                    <a:lnTo>
                      <a:pt x="541" y="390"/>
                    </a:lnTo>
                    <a:lnTo>
                      <a:pt x="518" y="366"/>
                    </a:lnTo>
                    <a:lnTo>
                      <a:pt x="565" y="325"/>
                    </a:lnTo>
                    <a:lnTo>
                      <a:pt x="565" y="115"/>
                    </a:lnTo>
                    <a:lnTo>
                      <a:pt x="529" y="79"/>
                    </a:lnTo>
                    <a:lnTo>
                      <a:pt x="428" y="79"/>
                    </a:lnTo>
                    <a:lnTo>
                      <a:pt x="379" y="126"/>
                    </a:lnTo>
                    <a:lnTo>
                      <a:pt x="139" y="126"/>
                    </a:lnTo>
                    <a:lnTo>
                      <a:pt x="103" y="174"/>
                    </a:lnTo>
                    <a:lnTo>
                      <a:pt x="115" y="210"/>
                    </a:lnTo>
                    <a:lnTo>
                      <a:pt x="139" y="234"/>
                    </a:lnTo>
                    <a:lnTo>
                      <a:pt x="307" y="241"/>
                    </a:lnTo>
                    <a:lnTo>
                      <a:pt x="331" y="241"/>
                    </a:lnTo>
                    <a:lnTo>
                      <a:pt x="356" y="264"/>
                    </a:lnTo>
                    <a:lnTo>
                      <a:pt x="367" y="348"/>
                    </a:lnTo>
                    <a:lnTo>
                      <a:pt x="415" y="379"/>
                    </a:lnTo>
                    <a:lnTo>
                      <a:pt x="379" y="402"/>
                    </a:lnTo>
                    <a:lnTo>
                      <a:pt x="49" y="402"/>
                    </a:lnTo>
                    <a:lnTo>
                      <a:pt x="0" y="336"/>
                    </a:lnTo>
                    <a:lnTo>
                      <a:pt x="25" y="36"/>
                    </a:lnTo>
                    <a:lnTo>
                      <a:pt x="49" y="0"/>
                    </a:lnTo>
                    <a:lnTo>
                      <a:pt x="1695" y="25"/>
                    </a:lnTo>
                    <a:lnTo>
                      <a:pt x="1695" y="3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182">
                <a:extLst>
                  <a:ext uri="{FF2B5EF4-FFF2-40B4-BE49-F238E27FC236}">
                    <a16:creationId xmlns:a16="http://schemas.microsoft.com/office/drawing/2014/main" id="{A6B0060F-9325-42AB-9C2D-037A6F9E4164}"/>
                  </a:ext>
                </a:extLst>
              </p:cNvPr>
              <p:cNvSpPr>
                <a:spLocks/>
              </p:cNvSpPr>
              <p:nvPr/>
            </p:nvSpPr>
            <p:spPr bwMode="auto">
              <a:xfrm>
                <a:off x="3493" y="3321"/>
                <a:ext cx="48" cy="185"/>
              </a:xfrm>
              <a:custGeom>
                <a:avLst/>
                <a:gdLst>
                  <a:gd name="T0" fmla="*/ 48 w 462"/>
                  <a:gd name="T1" fmla="*/ 11 h 1824"/>
                  <a:gd name="T2" fmla="*/ 36 w 462"/>
                  <a:gd name="T3" fmla="*/ 91 h 1824"/>
                  <a:gd name="T4" fmla="*/ 17 w 462"/>
                  <a:gd name="T5" fmla="*/ 153 h 1824"/>
                  <a:gd name="T6" fmla="*/ 2 w 462"/>
                  <a:gd name="T7" fmla="*/ 185 h 1824"/>
                  <a:gd name="T8" fmla="*/ 0 w 462"/>
                  <a:gd name="T9" fmla="*/ 185 h 1824"/>
                  <a:gd name="T10" fmla="*/ 5 w 462"/>
                  <a:gd name="T11" fmla="*/ 169 h 1824"/>
                  <a:gd name="T12" fmla="*/ 19 w 462"/>
                  <a:gd name="T13" fmla="*/ 110 h 1824"/>
                  <a:gd name="T14" fmla="*/ 26 w 462"/>
                  <a:gd name="T15" fmla="*/ 80 h 1824"/>
                  <a:gd name="T16" fmla="*/ 31 w 462"/>
                  <a:gd name="T17" fmla="*/ 60 h 1824"/>
                  <a:gd name="T18" fmla="*/ 38 w 462"/>
                  <a:gd name="T19" fmla="*/ 34 h 1824"/>
                  <a:gd name="T20" fmla="*/ 44 w 462"/>
                  <a:gd name="T21" fmla="*/ 5 h 1824"/>
                  <a:gd name="T22" fmla="*/ 47 w 462"/>
                  <a:gd name="T23" fmla="*/ 0 h 1824"/>
                  <a:gd name="T24" fmla="*/ 48 w 462"/>
                  <a:gd name="T25" fmla="*/ 0 h 1824"/>
                  <a:gd name="T26" fmla="*/ 48 w 462"/>
                  <a:gd name="T27" fmla="*/ 11 h 1824"/>
                  <a:gd name="T28" fmla="*/ 48 w 462"/>
                  <a:gd name="T29" fmla="*/ 11 h 18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2" h="1824">
                    <a:moveTo>
                      <a:pt x="462" y="113"/>
                    </a:moveTo>
                    <a:lnTo>
                      <a:pt x="349" y="893"/>
                    </a:lnTo>
                    <a:lnTo>
                      <a:pt x="162" y="1512"/>
                    </a:lnTo>
                    <a:lnTo>
                      <a:pt x="24" y="1824"/>
                    </a:lnTo>
                    <a:lnTo>
                      <a:pt x="0" y="1824"/>
                    </a:lnTo>
                    <a:lnTo>
                      <a:pt x="48" y="1663"/>
                    </a:lnTo>
                    <a:lnTo>
                      <a:pt x="186" y="1080"/>
                    </a:lnTo>
                    <a:lnTo>
                      <a:pt x="252" y="792"/>
                    </a:lnTo>
                    <a:lnTo>
                      <a:pt x="300" y="588"/>
                    </a:lnTo>
                    <a:lnTo>
                      <a:pt x="367" y="336"/>
                    </a:lnTo>
                    <a:lnTo>
                      <a:pt x="426" y="47"/>
                    </a:lnTo>
                    <a:lnTo>
                      <a:pt x="450" y="0"/>
                    </a:lnTo>
                    <a:lnTo>
                      <a:pt x="462" y="0"/>
                    </a:lnTo>
                    <a:lnTo>
                      <a:pt x="462"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183">
                <a:extLst>
                  <a:ext uri="{FF2B5EF4-FFF2-40B4-BE49-F238E27FC236}">
                    <a16:creationId xmlns:a16="http://schemas.microsoft.com/office/drawing/2014/main" id="{989190FB-BC17-4F2D-A80C-7967A2C149E4}"/>
                  </a:ext>
                </a:extLst>
              </p:cNvPr>
              <p:cNvSpPr>
                <a:spLocks/>
              </p:cNvSpPr>
              <p:nvPr/>
            </p:nvSpPr>
            <p:spPr bwMode="auto">
              <a:xfrm>
                <a:off x="3456" y="3343"/>
                <a:ext cx="1213" cy="245"/>
              </a:xfrm>
              <a:custGeom>
                <a:avLst/>
                <a:gdLst>
                  <a:gd name="T0" fmla="*/ 1213 w 11768"/>
                  <a:gd name="T1" fmla="*/ 6 h 2401"/>
                  <a:gd name="T2" fmla="*/ 1212 w 11768"/>
                  <a:gd name="T3" fmla="*/ 24 h 2401"/>
                  <a:gd name="T4" fmla="*/ 1202 w 11768"/>
                  <a:gd name="T5" fmla="*/ 74 h 2401"/>
                  <a:gd name="T6" fmla="*/ 1196 w 11768"/>
                  <a:gd name="T7" fmla="*/ 110 h 2401"/>
                  <a:gd name="T8" fmla="*/ 1186 w 11768"/>
                  <a:gd name="T9" fmla="*/ 187 h 2401"/>
                  <a:gd name="T10" fmla="*/ 1175 w 11768"/>
                  <a:gd name="T11" fmla="*/ 235 h 2401"/>
                  <a:gd name="T12" fmla="*/ 1167 w 11768"/>
                  <a:gd name="T13" fmla="*/ 244 h 2401"/>
                  <a:gd name="T14" fmla="*/ 1090 w 11768"/>
                  <a:gd name="T15" fmla="*/ 245 h 2401"/>
                  <a:gd name="T16" fmla="*/ 814 w 11768"/>
                  <a:gd name="T17" fmla="*/ 244 h 2401"/>
                  <a:gd name="T18" fmla="*/ 94 w 11768"/>
                  <a:gd name="T19" fmla="*/ 230 h 2401"/>
                  <a:gd name="T20" fmla="*/ 12 w 11768"/>
                  <a:gd name="T21" fmla="*/ 228 h 2401"/>
                  <a:gd name="T22" fmla="*/ 3 w 11768"/>
                  <a:gd name="T23" fmla="*/ 225 h 2401"/>
                  <a:gd name="T24" fmla="*/ 0 w 11768"/>
                  <a:gd name="T25" fmla="*/ 221 h 2401"/>
                  <a:gd name="T26" fmla="*/ 1 w 11768"/>
                  <a:gd name="T27" fmla="*/ 216 h 2401"/>
                  <a:gd name="T28" fmla="*/ 3 w 11768"/>
                  <a:gd name="T29" fmla="*/ 213 h 2401"/>
                  <a:gd name="T30" fmla="*/ 896 w 11768"/>
                  <a:gd name="T31" fmla="*/ 227 h 2401"/>
                  <a:gd name="T32" fmla="*/ 1134 w 11768"/>
                  <a:gd name="T33" fmla="*/ 231 h 2401"/>
                  <a:gd name="T34" fmla="*/ 1148 w 11768"/>
                  <a:gd name="T35" fmla="*/ 228 h 2401"/>
                  <a:gd name="T36" fmla="*/ 1152 w 11768"/>
                  <a:gd name="T37" fmla="*/ 221 h 2401"/>
                  <a:gd name="T38" fmla="*/ 1155 w 11768"/>
                  <a:gd name="T39" fmla="*/ 209 h 2401"/>
                  <a:gd name="T40" fmla="*/ 1153 w 11768"/>
                  <a:gd name="T41" fmla="*/ 68 h 2401"/>
                  <a:gd name="T42" fmla="*/ 1151 w 11768"/>
                  <a:gd name="T43" fmla="*/ 13 h 2401"/>
                  <a:gd name="T44" fmla="*/ 1149 w 11768"/>
                  <a:gd name="T45" fmla="*/ 6 h 2401"/>
                  <a:gd name="T46" fmla="*/ 1152 w 11768"/>
                  <a:gd name="T47" fmla="*/ 0 h 2401"/>
                  <a:gd name="T48" fmla="*/ 1211 w 11768"/>
                  <a:gd name="T49" fmla="*/ 4 h 2401"/>
                  <a:gd name="T50" fmla="*/ 1213 w 11768"/>
                  <a:gd name="T51" fmla="*/ 6 h 2401"/>
                  <a:gd name="T52" fmla="*/ 1213 w 11768"/>
                  <a:gd name="T53" fmla="*/ 6 h 240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68" h="2401">
                    <a:moveTo>
                      <a:pt x="11768" y="59"/>
                    </a:moveTo>
                    <a:lnTo>
                      <a:pt x="11757" y="234"/>
                    </a:lnTo>
                    <a:lnTo>
                      <a:pt x="11666" y="726"/>
                    </a:lnTo>
                    <a:lnTo>
                      <a:pt x="11606" y="1080"/>
                    </a:lnTo>
                    <a:lnTo>
                      <a:pt x="11504" y="1837"/>
                    </a:lnTo>
                    <a:lnTo>
                      <a:pt x="11403" y="2305"/>
                    </a:lnTo>
                    <a:lnTo>
                      <a:pt x="11318" y="2389"/>
                    </a:lnTo>
                    <a:lnTo>
                      <a:pt x="10573" y="2401"/>
                    </a:lnTo>
                    <a:lnTo>
                      <a:pt x="7893" y="2389"/>
                    </a:lnTo>
                    <a:lnTo>
                      <a:pt x="912" y="2251"/>
                    </a:lnTo>
                    <a:lnTo>
                      <a:pt x="119" y="2238"/>
                    </a:lnTo>
                    <a:lnTo>
                      <a:pt x="29" y="2202"/>
                    </a:lnTo>
                    <a:lnTo>
                      <a:pt x="0" y="2166"/>
                    </a:lnTo>
                    <a:lnTo>
                      <a:pt x="6" y="2112"/>
                    </a:lnTo>
                    <a:lnTo>
                      <a:pt x="29" y="2089"/>
                    </a:lnTo>
                    <a:lnTo>
                      <a:pt x="8692" y="2227"/>
                    </a:lnTo>
                    <a:lnTo>
                      <a:pt x="11000" y="2263"/>
                    </a:lnTo>
                    <a:lnTo>
                      <a:pt x="11138" y="2238"/>
                    </a:lnTo>
                    <a:lnTo>
                      <a:pt x="11174" y="2166"/>
                    </a:lnTo>
                    <a:lnTo>
                      <a:pt x="11210" y="2053"/>
                    </a:lnTo>
                    <a:lnTo>
                      <a:pt x="11185" y="665"/>
                    </a:lnTo>
                    <a:lnTo>
                      <a:pt x="11162" y="126"/>
                    </a:lnTo>
                    <a:lnTo>
                      <a:pt x="11149" y="59"/>
                    </a:lnTo>
                    <a:lnTo>
                      <a:pt x="11174" y="0"/>
                    </a:lnTo>
                    <a:lnTo>
                      <a:pt x="11745" y="36"/>
                    </a:lnTo>
                    <a:lnTo>
                      <a:pt x="11768"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184">
                <a:extLst>
                  <a:ext uri="{FF2B5EF4-FFF2-40B4-BE49-F238E27FC236}">
                    <a16:creationId xmlns:a16="http://schemas.microsoft.com/office/drawing/2014/main" id="{49E4C2E2-7030-4F92-854C-6B90E9799647}"/>
                  </a:ext>
                </a:extLst>
              </p:cNvPr>
              <p:cNvSpPr>
                <a:spLocks/>
              </p:cNvSpPr>
              <p:nvPr/>
            </p:nvSpPr>
            <p:spPr bwMode="auto">
              <a:xfrm>
                <a:off x="3820" y="3362"/>
                <a:ext cx="32" cy="27"/>
              </a:xfrm>
              <a:custGeom>
                <a:avLst/>
                <a:gdLst>
                  <a:gd name="T0" fmla="*/ 27 w 319"/>
                  <a:gd name="T1" fmla="*/ 5 h 277"/>
                  <a:gd name="T2" fmla="*/ 32 w 319"/>
                  <a:gd name="T3" fmla="*/ 8 h 277"/>
                  <a:gd name="T4" fmla="*/ 32 w 319"/>
                  <a:gd name="T5" fmla="*/ 19 h 277"/>
                  <a:gd name="T6" fmla="*/ 29 w 319"/>
                  <a:gd name="T7" fmla="*/ 25 h 277"/>
                  <a:gd name="T8" fmla="*/ 8 w 319"/>
                  <a:gd name="T9" fmla="*/ 27 h 277"/>
                  <a:gd name="T10" fmla="*/ 1 w 319"/>
                  <a:gd name="T11" fmla="*/ 22 h 277"/>
                  <a:gd name="T12" fmla="*/ 0 w 319"/>
                  <a:gd name="T13" fmla="*/ 21 h 277"/>
                  <a:gd name="T14" fmla="*/ 0 w 319"/>
                  <a:gd name="T15" fmla="*/ 19 h 277"/>
                  <a:gd name="T16" fmla="*/ 19 w 319"/>
                  <a:gd name="T17" fmla="*/ 13 h 277"/>
                  <a:gd name="T18" fmla="*/ 22 w 319"/>
                  <a:gd name="T19" fmla="*/ 11 h 277"/>
                  <a:gd name="T20" fmla="*/ 23 w 319"/>
                  <a:gd name="T21" fmla="*/ 0 h 277"/>
                  <a:gd name="T22" fmla="*/ 25 w 319"/>
                  <a:gd name="T23" fmla="*/ 0 h 277"/>
                  <a:gd name="T24" fmla="*/ 27 w 319"/>
                  <a:gd name="T25" fmla="*/ 5 h 277"/>
                  <a:gd name="T26" fmla="*/ 27 w 319"/>
                  <a:gd name="T27" fmla="*/ 5 h 2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19" h="277">
                    <a:moveTo>
                      <a:pt x="265" y="48"/>
                    </a:moveTo>
                    <a:lnTo>
                      <a:pt x="319" y="79"/>
                    </a:lnTo>
                    <a:lnTo>
                      <a:pt x="319" y="199"/>
                    </a:lnTo>
                    <a:lnTo>
                      <a:pt x="288" y="253"/>
                    </a:lnTo>
                    <a:lnTo>
                      <a:pt x="78" y="277"/>
                    </a:lnTo>
                    <a:lnTo>
                      <a:pt x="12" y="228"/>
                    </a:lnTo>
                    <a:lnTo>
                      <a:pt x="0" y="217"/>
                    </a:lnTo>
                    <a:lnTo>
                      <a:pt x="0" y="199"/>
                    </a:lnTo>
                    <a:lnTo>
                      <a:pt x="193" y="138"/>
                    </a:lnTo>
                    <a:lnTo>
                      <a:pt x="216" y="115"/>
                    </a:lnTo>
                    <a:lnTo>
                      <a:pt x="229" y="0"/>
                    </a:lnTo>
                    <a:lnTo>
                      <a:pt x="252" y="0"/>
                    </a:lnTo>
                    <a:lnTo>
                      <a:pt x="26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185">
                <a:extLst>
                  <a:ext uri="{FF2B5EF4-FFF2-40B4-BE49-F238E27FC236}">
                    <a16:creationId xmlns:a16="http://schemas.microsoft.com/office/drawing/2014/main" id="{61991047-475B-4693-9A44-0DED673DA5CA}"/>
                  </a:ext>
                </a:extLst>
              </p:cNvPr>
              <p:cNvSpPr>
                <a:spLocks/>
              </p:cNvSpPr>
              <p:nvPr/>
            </p:nvSpPr>
            <p:spPr bwMode="auto">
              <a:xfrm>
                <a:off x="3772" y="3362"/>
                <a:ext cx="169" cy="110"/>
              </a:xfrm>
              <a:custGeom>
                <a:avLst/>
                <a:gdLst>
                  <a:gd name="T0" fmla="*/ 120 w 1641"/>
                  <a:gd name="T1" fmla="*/ 28 h 1093"/>
                  <a:gd name="T2" fmla="*/ 103 w 1641"/>
                  <a:gd name="T3" fmla="*/ 37 h 1093"/>
                  <a:gd name="T4" fmla="*/ 93 w 1641"/>
                  <a:gd name="T5" fmla="*/ 60 h 1093"/>
                  <a:gd name="T6" fmla="*/ 72 w 1641"/>
                  <a:gd name="T7" fmla="*/ 57 h 1093"/>
                  <a:gd name="T8" fmla="*/ 67 w 1641"/>
                  <a:gd name="T9" fmla="*/ 72 h 1093"/>
                  <a:gd name="T10" fmla="*/ 93 w 1641"/>
                  <a:gd name="T11" fmla="*/ 65 h 1093"/>
                  <a:gd name="T12" fmla="*/ 106 w 1641"/>
                  <a:gd name="T13" fmla="*/ 56 h 1093"/>
                  <a:gd name="T14" fmla="*/ 127 w 1641"/>
                  <a:gd name="T15" fmla="*/ 44 h 1093"/>
                  <a:gd name="T16" fmla="*/ 132 w 1641"/>
                  <a:gd name="T17" fmla="*/ 33 h 1093"/>
                  <a:gd name="T18" fmla="*/ 134 w 1641"/>
                  <a:gd name="T19" fmla="*/ 17 h 1093"/>
                  <a:gd name="T20" fmla="*/ 156 w 1641"/>
                  <a:gd name="T21" fmla="*/ 12 h 1093"/>
                  <a:gd name="T22" fmla="*/ 159 w 1641"/>
                  <a:gd name="T23" fmla="*/ 3 h 1093"/>
                  <a:gd name="T24" fmla="*/ 168 w 1641"/>
                  <a:gd name="T25" fmla="*/ 22 h 1093"/>
                  <a:gd name="T26" fmla="*/ 163 w 1641"/>
                  <a:gd name="T27" fmla="*/ 29 h 1093"/>
                  <a:gd name="T28" fmla="*/ 145 w 1641"/>
                  <a:gd name="T29" fmla="*/ 42 h 1093"/>
                  <a:gd name="T30" fmla="*/ 126 w 1641"/>
                  <a:gd name="T31" fmla="*/ 59 h 1093"/>
                  <a:gd name="T32" fmla="*/ 108 w 1641"/>
                  <a:gd name="T33" fmla="*/ 68 h 1093"/>
                  <a:gd name="T34" fmla="*/ 94 w 1641"/>
                  <a:gd name="T35" fmla="*/ 82 h 1093"/>
                  <a:gd name="T36" fmla="*/ 87 w 1641"/>
                  <a:gd name="T37" fmla="*/ 86 h 1093"/>
                  <a:gd name="T38" fmla="*/ 81 w 1641"/>
                  <a:gd name="T39" fmla="*/ 104 h 1093"/>
                  <a:gd name="T40" fmla="*/ 51 w 1641"/>
                  <a:gd name="T41" fmla="*/ 108 h 1093"/>
                  <a:gd name="T42" fmla="*/ 45 w 1641"/>
                  <a:gd name="T43" fmla="*/ 106 h 1093"/>
                  <a:gd name="T44" fmla="*/ 48 w 1641"/>
                  <a:gd name="T45" fmla="*/ 98 h 1093"/>
                  <a:gd name="T46" fmla="*/ 68 w 1641"/>
                  <a:gd name="T47" fmla="*/ 91 h 1093"/>
                  <a:gd name="T48" fmla="*/ 64 w 1641"/>
                  <a:gd name="T49" fmla="*/ 83 h 1093"/>
                  <a:gd name="T50" fmla="*/ 42 w 1641"/>
                  <a:gd name="T51" fmla="*/ 89 h 1093"/>
                  <a:gd name="T52" fmla="*/ 37 w 1641"/>
                  <a:gd name="T53" fmla="*/ 108 h 1093"/>
                  <a:gd name="T54" fmla="*/ 0 w 1641"/>
                  <a:gd name="T55" fmla="*/ 108 h 1093"/>
                  <a:gd name="T56" fmla="*/ 16 w 1641"/>
                  <a:gd name="T57" fmla="*/ 98 h 1093"/>
                  <a:gd name="T58" fmla="*/ 22 w 1641"/>
                  <a:gd name="T59" fmla="*/ 79 h 1093"/>
                  <a:gd name="T60" fmla="*/ 29 w 1641"/>
                  <a:gd name="T61" fmla="*/ 70 h 1093"/>
                  <a:gd name="T62" fmla="*/ 51 w 1641"/>
                  <a:gd name="T63" fmla="*/ 66 h 1093"/>
                  <a:gd name="T64" fmla="*/ 59 w 1641"/>
                  <a:gd name="T65" fmla="*/ 62 h 1093"/>
                  <a:gd name="T66" fmla="*/ 64 w 1641"/>
                  <a:gd name="T67" fmla="*/ 48 h 1093"/>
                  <a:gd name="T68" fmla="*/ 85 w 1641"/>
                  <a:gd name="T69" fmla="*/ 44 h 1093"/>
                  <a:gd name="T70" fmla="*/ 89 w 1641"/>
                  <a:gd name="T71" fmla="*/ 32 h 1093"/>
                  <a:gd name="T72" fmla="*/ 89 w 1641"/>
                  <a:gd name="T73" fmla="*/ 20 h 1093"/>
                  <a:gd name="T74" fmla="*/ 106 w 1641"/>
                  <a:gd name="T75" fmla="*/ 15 h 1093"/>
                  <a:gd name="T76" fmla="*/ 116 w 1641"/>
                  <a:gd name="T77" fmla="*/ 0 h 1093"/>
                  <a:gd name="T78" fmla="*/ 127 w 1641"/>
                  <a:gd name="T79" fmla="*/ 13 h 10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641" h="1093">
                    <a:moveTo>
                      <a:pt x="1238" y="127"/>
                    </a:moveTo>
                    <a:lnTo>
                      <a:pt x="1166" y="277"/>
                    </a:lnTo>
                    <a:lnTo>
                      <a:pt x="1040" y="300"/>
                    </a:lnTo>
                    <a:lnTo>
                      <a:pt x="998" y="367"/>
                    </a:lnTo>
                    <a:lnTo>
                      <a:pt x="950" y="553"/>
                    </a:lnTo>
                    <a:lnTo>
                      <a:pt x="901" y="595"/>
                    </a:lnTo>
                    <a:lnTo>
                      <a:pt x="878" y="571"/>
                    </a:lnTo>
                    <a:lnTo>
                      <a:pt x="698" y="571"/>
                    </a:lnTo>
                    <a:lnTo>
                      <a:pt x="649" y="631"/>
                    </a:lnTo>
                    <a:lnTo>
                      <a:pt x="649" y="715"/>
                    </a:lnTo>
                    <a:lnTo>
                      <a:pt x="847" y="715"/>
                    </a:lnTo>
                    <a:lnTo>
                      <a:pt x="901" y="643"/>
                    </a:lnTo>
                    <a:lnTo>
                      <a:pt x="986" y="643"/>
                    </a:lnTo>
                    <a:lnTo>
                      <a:pt x="1034" y="559"/>
                    </a:lnTo>
                    <a:lnTo>
                      <a:pt x="1052" y="456"/>
                    </a:lnTo>
                    <a:lnTo>
                      <a:pt x="1238" y="438"/>
                    </a:lnTo>
                    <a:lnTo>
                      <a:pt x="1281" y="367"/>
                    </a:lnTo>
                    <a:lnTo>
                      <a:pt x="1281" y="325"/>
                    </a:lnTo>
                    <a:lnTo>
                      <a:pt x="1250" y="289"/>
                    </a:lnTo>
                    <a:lnTo>
                      <a:pt x="1304" y="169"/>
                    </a:lnTo>
                    <a:lnTo>
                      <a:pt x="1490" y="138"/>
                    </a:lnTo>
                    <a:lnTo>
                      <a:pt x="1515" y="115"/>
                    </a:lnTo>
                    <a:lnTo>
                      <a:pt x="1520" y="48"/>
                    </a:lnTo>
                    <a:lnTo>
                      <a:pt x="1545" y="25"/>
                    </a:lnTo>
                    <a:lnTo>
                      <a:pt x="1641" y="115"/>
                    </a:lnTo>
                    <a:lnTo>
                      <a:pt x="1628" y="217"/>
                    </a:lnTo>
                    <a:lnTo>
                      <a:pt x="1605" y="264"/>
                    </a:lnTo>
                    <a:lnTo>
                      <a:pt x="1581" y="289"/>
                    </a:lnTo>
                    <a:lnTo>
                      <a:pt x="1502" y="289"/>
                    </a:lnTo>
                    <a:lnTo>
                      <a:pt x="1407" y="415"/>
                    </a:lnTo>
                    <a:lnTo>
                      <a:pt x="1376" y="541"/>
                    </a:lnTo>
                    <a:lnTo>
                      <a:pt x="1225" y="582"/>
                    </a:lnTo>
                    <a:lnTo>
                      <a:pt x="1135" y="582"/>
                    </a:lnTo>
                    <a:lnTo>
                      <a:pt x="1052" y="679"/>
                    </a:lnTo>
                    <a:lnTo>
                      <a:pt x="1022" y="805"/>
                    </a:lnTo>
                    <a:lnTo>
                      <a:pt x="914" y="817"/>
                    </a:lnTo>
                    <a:lnTo>
                      <a:pt x="878" y="817"/>
                    </a:lnTo>
                    <a:lnTo>
                      <a:pt x="847" y="859"/>
                    </a:lnTo>
                    <a:lnTo>
                      <a:pt x="847" y="907"/>
                    </a:lnTo>
                    <a:lnTo>
                      <a:pt x="788" y="1033"/>
                    </a:lnTo>
                    <a:lnTo>
                      <a:pt x="788" y="1069"/>
                    </a:lnTo>
                    <a:lnTo>
                      <a:pt x="493" y="1075"/>
                    </a:lnTo>
                    <a:lnTo>
                      <a:pt x="457" y="1075"/>
                    </a:lnTo>
                    <a:lnTo>
                      <a:pt x="433" y="1057"/>
                    </a:lnTo>
                    <a:lnTo>
                      <a:pt x="469" y="1021"/>
                    </a:lnTo>
                    <a:lnTo>
                      <a:pt x="469" y="973"/>
                    </a:lnTo>
                    <a:lnTo>
                      <a:pt x="607" y="973"/>
                    </a:lnTo>
                    <a:lnTo>
                      <a:pt x="662" y="907"/>
                    </a:lnTo>
                    <a:lnTo>
                      <a:pt x="649" y="847"/>
                    </a:lnTo>
                    <a:lnTo>
                      <a:pt x="619" y="823"/>
                    </a:lnTo>
                    <a:lnTo>
                      <a:pt x="445" y="823"/>
                    </a:lnTo>
                    <a:lnTo>
                      <a:pt x="403" y="883"/>
                    </a:lnTo>
                    <a:lnTo>
                      <a:pt x="391" y="1010"/>
                    </a:lnTo>
                    <a:lnTo>
                      <a:pt x="355" y="1069"/>
                    </a:lnTo>
                    <a:lnTo>
                      <a:pt x="283" y="1093"/>
                    </a:lnTo>
                    <a:lnTo>
                      <a:pt x="0" y="1069"/>
                    </a:lnTo>
                    <a:lnTo>
                      <a:pt x="25" y="967"/>
                    </a:lnTo>
                    <a:lnTo>
                      <a:pt x="157" y="973"/>
                    </a:lnTo>
                    <a:lnTo>
                      <a:pt x="241" y="883"/>
                    </a:lnTo>
                    <a:lnTo>
                      <a:pt x="216" y="781"/>
                    </a:lnTo>
                    <a:lnTo>
                      <a:pt x="229" y="745"/>
                    </a:lnTo>
                    <a:lnTo>
                      <a:pt x="283" y="697"/>
                    </a:lnTo>
                    <a:lnTo>
                      <a:pt x="445" y="697"/>
                    </a:lnTo>
                    <a:lnTo>
                      <a:pt x="493" y="654"/>
                    </a:lnTo>
                    <a:lnTo>
                      <a:pt x="493" y="631"/>
                    </a:lnTo>
                    <a:lnTo>
                      <a:pt x="571" y="618"/>
                    </a:lnTo>
                    <a:lnTo>
                      <a:pt x="607" y="571"/>
                    </a:lnTo>
                    <a:lnTo>
                      <a:pt x="619" y="481"/>
                    </a:lnTo>
                    <a:lnTo>
                      <a:pt x="644" y="456"/>
                    </a:lnTo>
                    <a:lnTo>
                      <a:pt x="824" y="438"/>
                    </a:lnTo>
                    <a:lnTo>
                      <a:pt x="860" y="391"/>
                    </a:lnTo>
                    <a:lnTo>
                      <a:pt x="860" y="313"/>
                    </a:lnTo>
                    <a:lnTo>
                      <a:pt x="824" y="277"/>
                    </a:lnTo>
                    <a:lnTo>
                      <a:pt x="860" y="199"/>
                    </a:lnTo>
                    <a:lnTo>
                      <a:pt x="914" y="163"/>
                    </a:lnTo>
                    <a:lnTo>
                      <a:pt x="1034" y="151"/>
                    </a:lnTo>
                    <a:lnTo>
                      <a:pt x="1088" y="79"/>
                    </a:lnTo>
                    <a:lnTo>
                      <a:pt x="1124" y="0"/>
                    </a:lnTo>
                    <a:lnTo>
                      <a:pt x="1142" y="0"/>
                    </a:lnTo>
                    <a:lnTo>
                      <a:pt x="1238"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5" name="Freeform 186">
                <a:extLst>
                  <a:ext uri="{FF2B5EF4-FFF2-40B4-BE49-F238E27FC236}">
                    <a16:creationId xmlns:a16="http://schemas.microsoft.com/office/drawing/2014/main" id="{3F9478C1-8DBC-442E-B552-9A9D902E43F6}"/>
                  </a:ext>
                </a:extLst>
              </p:cNvPr>
              <p:cNvSpPr>
                <a:spLocks/>
              </p:cNvSpPr>
              <p:nvPr/>
            </p:nvSpPr>
            <p:spPr bwMode="auto">
              <a:xfrm>
                <a:off x="3560" y="3364"/>
                <a:ext cx="36" cy="21"/>
              </a:xfrm>
              <a:custGeom>
                <a:avLst/>
                <a:gdLst>
                  <a:gd name="T0" fmla="*/ 34 w 362"/>
                  <a:gd name="T1" fmla="*/ 19 h 216"/>
                  <a:gd name="T2" fmla="*/ 31 w 362"/>
                  <a:gd name="T3" fmla="*/ 21 h 216"/>
                  <a:gd name="T4" fmla="*/ 5 w 362"/>
                  <a:gd name="T5" fmla="*/ 20 h 216"/>
                  <a:gd name="T6" fmla="*/ 0 w 362"/>
                  <a:gd name="T7" fmla="*/ 15 h 216"/>
                  <a:gd name="T8" fmla="*/ 6 w 362"/>
                  <a:gd name="T9" fmla="*/ 11 h 216"/>
                  <a:gd name="T10" fmla="*/ 23 w 362"/>
                  <a:gd name="T11" fmla="*/ 11 h 216"/>
                  <a:gd name="T12" fmla="*/ 26 w 362"/>
                  <a:gd name="T13" fmla="*/ 8 h 216"/>
                  <a:gd name="T14" fmla="*/ 26 w 362"/>
                  <a:gd name="T15" fmla="*/ 0 h 216"/>
                  <a:gd name="T16" fmla="*/ 36 w 362"/>
                  <a:gd name="T17" fmla="*/ 8 h 216"/>
                  <a:gd name="T18" fmla="*/ 34 w 362"/>
                  <a:gd name="T19" fmla="*/ 19 h 216"/>
                  <a:gd name="T20" fmla="*/ 34 w 362"/>
                  <a:gd name="T21" fmla="*/ 19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2" h="216">
                    <a:moveTo>
                      <a:pt x="337" y="193"/>
                    </a:moveTo>
                    <a:lnTo>
                      <a:pt x="313" y="216"/>
                    </a:lnTo>
                    <a:lnTo>
                      <a:pt x="49" y="205"/>
                    </a:lnTo>
                    <a:lnTo>
                      <a:pt x="0" y="157"/>
                    </a:lnTo>
                    <a:lnTo>
                      <a:pt x="61" y="115"/>
                    </a:lnTo>
                    <a:lnTo>
                      <a:pt x="229" y="115"/>
                    </a:lnTo>
                    <a:lnTo>
                      <a:pt x="265" y="79"/>
                    </a:lnTo>
                    <a:lnTo>
                      <a:pt x="265" y="0"/>
                    </a:lnTo>
                    <a:lnTo>
                      <a:pt x="362" y="79"/>
                    </a:lnTo>
                    <a:lnTo>
                      <a:pt x="337"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Freeform 187">
                <a:extLst>
                  <a:ext uri="{FF2B5EF4-FFF2-40B4-BE49-F238E27FC236}">
                    <a16:creationId xmlns:a16="http://schemas.microsoft.com/office/drawing/2014/main" id="{983C17CB-62D5-4B78-A37A-221BB9E255B6}"/>
                  </a:ext>
                </a:extLst>
              </p:cNvPr>
              <p:cNvSpPr>
                <a:spLocks/>
              </p:cNvSpPr>
              <p:nvPr/>
            </p:nvSpPr>
            <p:spPr bwMode="auto">
              <a:xfrm>
                <a:off x="3861" y="3364"/>
                <a:ext cx="256" cy="108"/>
              </a:xfrm>
              <a:custGeom>
                <a:avLst/>
                <a:gdLst>
                  <a:gd name="T0" fmla="*/ 171 w 2486"/>
                  <a:gd name="T1" fmla="*/ 15 h 1088"/>
                  <a:gd name="T2" fmla="*/ 198 w 2486"/>
                  <a:gd name="T3" fmla="*/ 8 h 1088"/>
                  <a:gd name="T4" fmla="*/ 203 w 2486"/>
                  <a:gd name="T5" fmla="*/ 0 h 1088"/>
                  <a:gd name="T6" fmla="*/ 211 w 2486"/>
                  <a:gd name="T7" fmla="*/ 7 h 1088"/>
                  <a:gd name="T8" fmla="*/ 205 w 2486"/>
                  <a:gd name="T9" fmla="*/ 27 h 1088"/>
                  <a:gd name="T10" fmla="*/ 185 w 2486"/>
                  <a:gd name="T11" fmla="*/ 51 h 1088"/>
                  <a:gd name="T12" fmla="*/ 156 w 2486"/>
                  <a:gd name="T13" fmla="*/ 67 h 1088"/>
                  <a:gd name="T14" fmla="*/ 155 w 2486"/>
                  <a:gd name="T15" fmla="*/ 78 h 1088"/>
                  <a:gd name="T16" fmla="*/ 182 w 2486"/>
                  <a:gd name="T17" fmla="*/ 67 h 1088"/>
                  <a:gd name="T18" fmla="*/ 186 w 2486"/>
                  <a:gd name="T19" fmla="*/ 59 h 1088"/>
                  <a:gd name="T20" fmla="*/ 195 w 2486"/>
                  <a:gd name="T21" fmla="*/ 54 h 1088"/>
                  <a:gd name="T22" fmla="*/ 217 w 2486"/>
                  <a:gd name="T23" fmla="*/ 40 h 1088"/>
                  <a:gd name="T24" fmla="*/ 217 w 2486"/>
                  <a:gd name="T25" fmla="*/ 19 h 1088"/>
                  <a:gd name="T26" fmla="*/ 244 w 2486"/>
                  <a:gd name="T27" fmla="*/ 11 h 1088"/>
                  <a:gd name="T28" fmla="*/ 256 w 2486"/>
                  <a:gd name="T29" fmla="*/ 9 h 1088"/>
                  <a:gd name="T30" fmla="*/ 242 w 2486"/>
                  <a:gd name="T31" fmla="*/ 29 h 1088"/>
                  <a:gd name="T32" fmla="*/ 228 w 2486"/>
                  <a:gd name="T33" fmla="*/ 54 h 1088"/>
                  <a:gd name="T34" fmla="*/ 199 w 2486"/>
                  <a:gd name="T35" fmla="*/ 61 h 1088"/>
                  <a:gd name="T36" fmla="*/ 177 w 2486"/>
                  <a:gd name="T37" fmla="*/ 83 h 1088"/>
                  <a:gd name="T38" fmla="*/ 157 w 2486"/>
                  <a:gd name="T39" fmla="*/ 108 h 1088"/>
                  <a:gd name="T40" fmla="*/ 157 w 2486"/>
                  <a:gd name="T41" fmla="*/ 92 h 1088"/>
                  <a:gd name="T42" fmla="*/ 146 w 2486"/>
                  <a:gd name="T43" fmla="*/ 82 h 1088"/>
                  <a:gd name="T44" fmla="*/ 122 w 2486"/>
                  <a:gd name="T45" fmla="*/ 107 h 1088"/>
                  <a:gd name="T46" fmla="*/ 88 w 2486"/>
                  <a:gd name="T47" fmla="*/ 105 h 1088"/>
                  <a:gd name="T48" fmla="*/ 108 w 2486"/>
                  <a:gd name="T49" fmla="*/ 95 h 1088"/>
                  <a:gd name="T50" fmla="*/ 116 w 2486"/>
                  <a:gd name="T51" fmla="*/ 73 h 1088"/>
                  <a:gd name="T52" fmla="*/ 137 w 2486"/>
                  <a:gd name="T53" fmla="*/ 60 h 1088"/>
                  <a:gd name="T54" fmla="*/ 147 w 2486"/>
                  <a:gd name="T55" fmla="*/ 57 h 1088"/>
                  <a:gd name="T56" fmla="*/ 172 w 2486"/>
                  <a:gd name="T57" fmla="*/ 36 h 1088"/>
                  <a:gd name="T58" fmla="*/ 151 w 2486"/>
                  <a:gd name="T59" fmla="*/ 29 h 1088"/>
                  <a:gd name="T60" fmla="*/ 135 w 2486"/>
                  <a:gd name="T61" fmla="*/ 55 h 1088"/>
                  <a:gd name="T62" fmla="*/ 105 w 2486"/>
                  <a:gd name="T63" fmla="*/ 80 h 1088"/>
                  <a:gd name="T64" fmla="*/ 82 w 2486"/>
                  <a:gd name="T65" fmla="*/ 94 h 1088"/>
                  <a:gd name="T66" fmla="*/ 46 w 2486"/>
                  <a:gd name="T67" fmla="*/ 95 h 1088"/>
                  <a:gd name="T68" fmla="*/ 68 w 2486"/>
                  <a:gd name="T69" fmla="*/ 81 h 1088"/>
                  <a:gd name="T70" fmla="*/ 98 w 2486"/>
                  <a:gd name="T71" fmla="*/ 61 h 1088"/>
                  <a:gd name="T72" fmla="*/ 73 w 2486"/>
                  <a:gd name="T73" fmla="*/ 57 h 1088"/>
                  <a:gd name="T74" fmla="*/ 46 w 2486"/>
                  <a:gd name="T75" fmla="*/ 81 h 1088"/>
                  <a:gd name="T76" fmla="*/ 2 w 2486"/>
                  <a:gd name="T77" fmla="*/ 106 h 1088"/>
                  <a:gd name="T78" fmla="*/ 19 w 2486"/>
                  <a:gd name="T79" fmla="*/ 95 h 1088"/>
                  <a:gd name="T80" fmla="*/ 49 w 2486"/>
                  <a:gd name="T81" fmla="*/ 63 h 1088"/>
                  <a:gd name="T82" fmla="*/ 64 w 2486"/>
                  <a:gd name="T83" fmla="*/ 45 h 1088"/>
                  <a:gd name="T84" fmla="*/ 86 w 2486"/>
                  <a:gd name="T85" fmla="*/ 36 h 1088"/>
                  <a:gd name="T86" fmla="*/ 85 w 2486"/>
                  <a:gd name="T87" fmla="*/ 19 h 1088"/>
                  <a:gd name="T88" fmla="*/ 113 w 2486"/>
                  <a:gd name="T89" fmla="*/ 8 h 1088"/>
                  <a:gd name="T90" fmla="*/ 126 w 2486"/>
                  <a:gd name="T91" fmla="*/ 9 h 1088"/>
                  <a:gd name="T92" fmla="*/ 104 w 2486"/>
                  <a:gd name="T93" fmla="*/ 34 h 1088"/>
                  <a:gd name="T94" fmla="*/ 105 w 2486"/>
                  <a:gd name="T95" fmla="*/ 45 h 1088"/>
                  <a:gd name="T96" fmla="*/ 131 w 2486"/>
                  <a:gd name="T97" fmla="*/ 19 h 1088"/>
                  <a:gd name="T98" fmla="*/ 153 w 2486"/>
                  <a:gd name="T99" fmla="*/ 11 h 1088"/>
                  <a:gd name="T100" fmla="*/ 163 w 2486"/>
                  <a:gd name="T101" fmla="*/ 7 h 108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486" h="1088">
                    <a:moveTo>
                      <a:pt x="1579" y="67"/>
                    </a:moveTo>
                    <a:lnTo>
                      <a:pt x="1640" y="90"/>
                    </a:lnTo>
                    <a:lnTo>
                      <a:pt x="1664" y="151"/>
                    </a:lnTo>
                    <a:lnTo>
                      <a:pt x="1682" y="175"/>
                    </a:lnTo>
                    <a:lnTo>
                      <a:pt x="1880" y="151"/>
                    </a:lnTo>
                    <a:lnTo>
                      <a:pt x="1922" y="79"/>
                    </a:lnTo>
                    <a:lnTo>
                      <a:pt x="1934" y="13"/>
                    </a:lnTo>
                    <a:lnTo>
                      <a:pt x="1946" y="0"/>
                    </a:lnTo>
                    <a:lnTo>
                      <a:pt x="1970" y="0"/>
                    </a:lnTo>
                    <a:lnTo>
                      <a:pt x="1982" y="36"/>
                    </a:lnTo>
                    <a:lnTo>
                      <a:pt x="2018" y="67"/>
                    </a:lnTo>
                    <a:lnTo>
                      <a:pt x="2048" y="67"/>
                    </a:lnTo>
                    <a:lnTo>
                      <a:pt x="2072" y="90"/>
                    </a:lnTo>
                    <a:lnTo>
                      <a:pt x="2018" y="252"/>
                    </a:lnTo>
                    <a:lnTo>
                      <a:pt x="1994" y="277"/>
                    </a:lnTo>
                    <a:lnTo>
                      <a:pt x="1892" y="288"/>
                    </a:lnTo>
                    <a:lnTo>
                      <a:pt x="1844" y="355"/>
                    </a:lnTo>
                    <a:lnTo>
                      <a:pt x="1795" y="516"/>
                    </a:lnTo>
                    <a:lnTo>
                      <a:pt x="1741" y="559"/>
                    </a:lnTo>
                    <a:lnTo>
                      <a:pt x="1567" y="583"/>
                    </a:lnTo>
                    <a:lnTo>
                      <a:pt x="1513" y="673"/>
                    </a:lnTo>
                    <a:lnTo>
                      <a:pt x="1489" y="745"/>
                    </a:lnTo>
                    <a:lnTo>
                      <a:pt x="1489" y="769"/>
                    </a:lnTo>
                    <a:lnTo>
                      <a:pt x="1502" y="781"/>
                    </a:lnTo>
                    <a:lnTo>
                      <a:pt x="1556" y="745"/>
                    </a:lnTo>
                    <a:lnTo>
                      <a:pt x="1730" y="733"/>
                    </a:lnTo>
                    <a:lnTo>
                      <a:pt x="1772" y="673"/>
                    </a:lnTo>
                    <a:lnTo>
                      <a:pt x="1784" y="606"/>
                    </a:lnTo>
                    <a:lnTo>
                      <a:pt x="1795" y="606"/>
                    </a:lnTo>
                    <a:lnTo>
                      <a:pt x="1808" y="595"/>
                    </a:lnTo>
                    <a:lnTo>
                      <a:pt x="1844" y="642"/>
                    </a:lnTo>
                    <a:lnTo>
                      <a:pt x="1867" y="642"/>
                    </a:lnTo>
                    <a:lnTo>
                      <a:pt x="1892" y="547"/>
                    </a:lnTo>
                    <a:lnTo>
                      <a:pt x="1898" y="457"/>
                    </a:lnTo>
                    <a:lnTo>
                      <a:pt x="2072" y="444"/>
                    </a:lnTo>
                    <a:lnTo>
                      <a:pt x="2108" y="403"/>
                    </a:lnTo>
                    <a:lnTo>
                      <a:pt x="2108" y="301"/>
                    </a:lnTo>
                    <a:lnTo>
                      <a:pt x="2072" y="265"/>
                    </a:lnTo>
                    <a:lnTo>
                      <a:pt x="2108" y="193"/>
                    </a:lnTo>
                    <a:lnTo>
                      <a:pt x="2144" y="175"/>
                    </a:lnTo>
                    <a:lnTo>
                      <a:pt x="2324" y="157"/>
                    </a:lnTo>
                    <a:lnTo>
                      <a:pt x="2373" y="115"/>
                    </a:lnTo>
                    <a:lnTo>
                      <a:pt x="2373" y="49"/>
                    </a:lnTo>
                    <a:lnTo>
                      <a:pt x="2396" y="24"/>
                    </a:lnTo>
                    <a:lnTo>
                      <a:pt x="2486" y="90"/>
                    </a:lnTo>
                    <a:lnTo>
                      <a:pt x="2486" y="151"/>
                    </a:lnTo>
                    <a:lnTo>
                      <a:pt x="2439" y="265"/>
                    </a:lnTo>
                    <a:lnTo>
                      <a:pt x="2349" y="288"/>
                    </a:lnTo>
                    <a:lnTo>
                      <a:pt x="2313" y="288"/>
                    </a:lnTo>
                    <a:lnTo>
                      <a:pt x="2270" y="342"/>
                    </a:lnTo>
                    <a:lnTo>
                      <a:pt x="2210" y="547"/>
                    </a:lnTo>
                    <a:lnTo>
                      <a:pt x="2186" y="570"/>
                    </a:lnTo>
                    <a:lnTo>
                      <a:pt x="1994" y="559"/>
                    </a:lnTo>
                    <a:lnTo>
                      <a:pt x="1934" y="619"/>
                    </a:lnTo>
                    <a:lnTo>
                      <a:pt x="1916" y="745"/>
                    </a:lnTo>
                    <a:lnTo>
                      <a:pt x="1880" y="823"/>
                    </a:lnTo>
                    <a:lnTo>
                      <a:pt x="1718" y="835"/>
                    </a:lnTo>
                    <a:lnTo>
                      <a:pt x="1669" y="907"/>
                    </a:lnTo>
                    <a:lnTo>
                      <a:pt x="1640" y="1045"/>
                    </a:lnTo>
                    <a:lnTo>
                      <a:pt x="1525" y="1088"/>
                    </a:lnTo>
                    <a:lnTo>
                      <a:pt x="1513" y="1088"/>
                    </a:lnTo>
                    <a:lnTo>
                      <a:pt x="1502" y="998"/>
                    </a:lnTo>
                    <a:lnTo>
                      <a:pt x="1525" y="931"/>
                    </a:lnTo>
                    <a:lnTo>
                      <a:pt x="1525" y="823"/>
                    </a:lnTo>
                    <a:lnTo>
                      <a:pt x="1502" y="793"/>
                    </a:lnTo>
                    <a:lnTo>
                      <a:pt x="1417" y="823"/>
                    </a:lnTo>
                    <a:lnTo>
                      <a:pt x="1291" y="823"/>
                    </a:lnTo>
                    <a:lnTo>
                      <a:pt x="1225" y="931"/>
                    </a:lnTo>
                    <a:lnTo>
                      <a:pt x="1189" y="1081"/>
                    </a:lnTo>
                    <a:lnTo>
                      <a:pt x="919" y="1088"/>
                    </a:lnTo>
                    <a:lnTo>
                      <a:pt x="894" y="1088"/>
                    </a:lnTo>
                    <a:lnTo>
                      <a:pt x="858" y="1057"/>
                    </a:lnTo>
                    <a:lnTo>
                      <a:pt x="871" y="1021"/>
                    </a:lnTo>
                    <a:lnTo>
                      <a:pt x="871" y="998"/>
                    </a:lnTo>
                    <a:lnTo>
                      <a:pt x="1051" y="961"/>
                    </a:lnTo>
                    <a:lnTo>
                      <a:pt x="1123" y="859"/>
                    </a:lnTo>
                    <a:lnTo>
                      <a:pt x="1099" y="811"/>
                    </a:lnTo>
                    <a:lnTo>
                      <a:pt x="1123" y="733"/>
                    </a:lnTo>
                    <a:lnTo>
                      <a:pt x="1291" y="721"/>
                    </a:lnTo>
                    <a:lnTo>
                      <a:pt x="1327" y="685"/>
                    </a:lnTo>
                    <a:lnTo>
                      <a:pt x="1327" y="606"/>
                    </a:lnTo>
                    <a:lnTo>
                      <a:pt x="1351" y="583"/>
                    </a:lnTo>
                    <a:lnTo>
                      <a:pt x="1399" y="606"/>
                    </a:lnTo>
                    <a:lnTo>
                      <a:pt x="1430" y="570"/>
                    </a:lnTo>
                    <a:lnTo>
                      <a:pt x="1466" y="444"/>
                    </a:lnTo>
                    <a:lnTo>
                      <a:pt x="1640" y="433"/>
                    </a:lnTo>
                    <a:lnTo>
                      <a:pt x="1669" y="367"/>
                    </a:lnTo>
                    <a:lnTo>
                      <a:pt x="1682" y="319"/>
                    </a:lnTo>
                    <a:lnTo>
                      <a:pt x="1615" y="265"/>
                    </a:lnTo>
                    <a:lnTo>
                      <a:pt x="1466" y="288"/>
                    </a:lnTo>
                    <a:lnTo>
                      <a:pt x="1399" y="367"/>
                    </a:lnTo>
                    <a:lnTo>
                      <a:pt x="1340" y="541"/>
                    </a:lnTo>
                    <a:lnTo>
                      <a:pt x="1315" y="559"/>
                    </a:lnTo>
                    <a:lnTo>
                      <a:pt x="1111" y="559"/>
                    </a:lnTo>
                    <a:lnTo>
                      <a:pt x="1075" y="595"/>
                    </a:lnTo>
                    <a:lnTo>
                      <a:pt x="1021" y="805"/>
                    </a:lnTo>
                    <a:lnTo>
                      <a:pt x="961" y="835"/>
                    </a:lnTo>
                    <a:lnTo>
                      <a:pt x="847" y="835"/>
                    </a:lnTo>
                    <a:lnTo>
                      <a:pt x="799" y="943"/>
                    </a:lnTo>
                    <a:lnTo>
                      <a:pt x="781" y="1081"/>
                    </a:lnTo>
                    <a:lnTo>
                      <a:pt x="408" y="1057"/>
                    </a:lnTo>
                    <a:lnTo>
                      <a:pt x="444" y="961"/>
                    </a:lnTo>
                    <a:lnTo>
                      <a:pt x="630" y="961"/>
                    </a:lnTo>
                    <a:lnTo>
                      <a:pt x="685" y="871"/>
                    </a:lnTo>
                    <a:lnTo>
                      <a:pt x="660" y="811"/>
                    </a:lnTo>
                    <a:lnTo>
                      <a:pt x="696" y="709"/>
                    </a:lnTo>
                    <a:lnTo>
                      <a:pt x="894" y="685"/>
                    </a:lnTo>
                    <a:lnTo>
                      <a:pt x="948" y="619"/>
                    </a:lnTo>
                    <a:lnTo>
                      <a:pt x="948" y="570"/>
                    </a:lnTo>
                    <a:lnTo>
                      <a:pt x="925" y="547"/>
                    </a:lnTo>
                    <a:lnTo>
                      <a:pt x="709" y="570"/>
                    </a:lnTo>
                    <a:lnTo>
                      <a:pt x="630" y="667"/>
                    </a:lnTo>
                    <a:lnTo>
                      <a:pt x="594" y="805"/>
                    </a:lnTo>
                    <a:lnTo>
                      <a:pt x="444" y="811"/>
                    </a:lnTo>
                    <a:lnTo>
                      <a:pt x="342" y="998"/>
                    </a:lnTo>
                    <a:lnTo>
                      <a:pt x="329" y="1063"/>
                    </a:lnTo>
                    <a:lnTo>
                      <a:pt x="18" y="1063"/>
                    </a:lnTo>
                    <a:lnTo>
                      <a:pt x="0" y="1045"/>
                    </a:lnTo>
                    <a:lnTo>
                      <a:pt x="36" y="961"/>
                    </a:lnTo>
                    <a:lnTo>
                      <a:pt x="180" y="961"/>
                    </a:lnTo>
                    <a:lnTo>
                      <a:pt x="275" y="703"/>
                    </a:lnTo>
                    <a:lnTo>
                      <a:pt x="421" y="685"/>
                    </a:lnTo>
                    <a:lnTo>
                      <a:pt x="480" y="631"/>
                    </a:lnTo>
                    <a:lnTo>
                      <a:pt x="547" y="606"/>
                    </a:lnTo>
                    <a:lnTo>
                      <a:pt x="594" y="541"/>
                    </a:lnTo>
                    <a:lnTo>
                      <a:pt x="619" y="457"/>
                    </a:lnTo>
                    <a:lnTo>
                      <a:pt x="781" y="433"/>
                    </a:lnTo>
                    <a:lnTo>
                      <a:pt x="786" y="433"/>
                    </a:lnTo>
                    <a:lnTo>
                      <a:pt x="835" y="367"/>
                    </a:lnTo>
                    <a:lnTo>
                      <a:pt x="822" y="288"/>
                    </a:lnTo>
                    <a:lnTo>
                      <a:pt x="799" y="265"/>
                    </a:lnTo>
                    <a:lnTo>
                      <a:pt x="822" y="193"/>
                    </a:lnTo>
                    <a:lnTo>
                      <a:pt x="858" y="157"/>
                    </a:lnTo>
                    <a:lnTo>
                      <a:pt x="1039" y="139"/>
                    </a:lnTo>
                    <a:lnTo>
                      <a:pt x="1099" y="79"/>
                    </a:lnTo>
                    <a:lnTo>
                      <a:pt x="1111" y="24"/>
                    </a:lnTo>
                    <a:lnTo>
                      <a:pt x="1123" y="13"/>
                    </a:lnTo>
                    <a:lnTo>
                      <a:pt x="1225" y="90"/>
                    </a:lnTo>
                    <a:lnTo>
                      <a:pt x="1171" y="265"/>
                    </a:lnTo>
                    <a:lnTo>
                      <a:pt x="1051" y="288"/>
                    </a:lnTo>
                    <a:lnTo>
                      <a:pt x="1009" y="342"/>
                    </a:lnTo>
                    <a:lnTo>
                      <a:pt x="997" y="403"/>
                    </a:lnTo>
                    <a:lnTo>
                      <a:pt x="997" y="433"/>
                    </a:lnTo>
                    <a:lnTo>
                      <a:pt x="1021" y="457"/>
                    </a:lnTo>
                    <a:lnTo>
                      <a:pt x="1201" y="426"/>
                    </a:lnTo>
                    <a:lnTo>
                      <a:pt x="1273" y="342"/>
                    </a:lnTo>
                    <a:lnTo>
                      <a:pt x="1273" y="187"/>
                    </a:lnTo>
                    <a:lnTo>
                      <a:pt x="1291" y="151"/>
                    </a:lnTo>
                    <a:lnTo>
                      <a:pt x="1453" y="151"/>
                    </a:lnTo>
                    <a:lnTo>
                      <a:pt x="1489" y="115"/>
                    </a:lnTo>
                    <a:lnTo>
                      <a:pt x="1525" y="0"/>
                    </a:lnTo>
                    <a:lnTo>
                      <a:pt x="1543" y="0"/>
                    </a:lnTo>
                    <a:lnTo>
                      <a:pt x="157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7" name="Freeform 188">
                <a:extLst>
                  <a:ext uri="{FF2B5EF4-FFF2-40B4-BE49-F238E27FC236}">
                    <a16:creationId xmlns:a16="http://schemas.microsoft.com/office/drawing/2014/main" id="{4C0925E6-4102-4A8B-A22E-91E1956123FE}"/>
                  </a:ext>
                </a:extLst>
              </p:cNvPr>
              <p:cNvSpPr>
                <a:spLocks/>
              </p:cNvSpPr>
              <p:nvPr/>
            </p:nvSpPr>
            <p:spPr bwMode="auto">
              <a:xfrm>
                <a:off x="3707" y="3365"/>
                <a:ext cx="18" cy="22"/>
              </a:xfrm>
              <a:custGeom>
                <a:avLst/>
                <a:gdLst>
                  <a:gd name="T0" fmla="*/ 18 w 169"/>
                  <a:gd name="T1" fmla="*/ 10 h 228"/>
                  <a:gd name="T2" fmla="*/ 18 w 169"/>
                  <a:gd name="T3" fmla="*/ 17 h 228"/>
                  <a:gd name="T4" fmla="*/ 10 w 169"/>
                  <a:gd name="T5" fmla="*/ 22 h 228"/>
                  <a:gd name="T6" fmla="*/ 6 w 169"/>
                  <a:gd name="T7" fmla="*/ 22 h 228"/>
                  <a:gd name="T8" fmla="*/ 0 w 169"/>
                  <a:gd name="T9" fmla="*/ 17 h 228"/>
                  <a:gd name="T10" fmla="*/ 5 w 169"/>
                  <a:gd name="T11" fmla="*/ 4 h 228"/>
                  <a:gd name="T12" fmla="*/ 8 w 169"/>
                  <a:gd name="T13" fmla="*/ 0 h 228"/>
                  <a:gd name="T14" fmla="*/ 11 w 169"/>
                  <a:gd name="T15" fmla="*/ 0 h 228"/>
                  <a:gd name="T16" fmla="*/ 18 w 169"/>
                  <a:gd name="T17" fmla="*/ 10 h 228"/>
                  <a:gd name="T18" fmla="*/ 18 w 169"/>
                  <a:gd name="T19" fmla="*/ 10 h 2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228">
                    <a:moveTo>
                      <a:pt x="169" y="102"/>
                    </a:moveTo>
                    <a:lnTo>
                      <a:pt x="169" y="180"/>
                    </a:lnTo>
                    <a:lnTo>
                      <a:pt x="91" y="228"/>
                    </a:lnTo>
                    <a:lnTo>
                      <a:pt x="55" y="228"/>
                    </a:lnTo>
                    <a:lnTo>
                      <a:pt x="0" y="174"/>
                    </a:lnTo>
                    <a:lnTo>
                      <a:pt x="43" y="41"/>
                    </a:lnTo>
                    <a:lnTo>
                      <a:pt x="79" y="0"/>
                    </a:lnTo>
                    <a:lnTo>
                      <a:pt x="102" y="0"/>
                    </a:lnTo>
                    <a:lnTo>
                      <a:pt x="169"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189">
                <a:extLst>
                  <a:ext uri="{FF2B5EF4-FFF2-40B4-BE49-F238E27FC236}">
                    <a16:creationId xmlns:a16="http://schemas.microsoft.com/office/drawing/2014/main" id="{A4A78061-A848-42AF-952D-11E71356050C}"/>
                  </a:ext>
                </a:extLst>
              </p:cNvPr>
              <p:cNvSpPr>
                <a:spLocks/>
              </p:cNvSpPr>
              <p:nvPr/>
            </p:nvSpPr>
            <p:spPr bwMode="auto">
              <a:xfrm>
                <a:off x="3623" y="3365"/>
                <a:ext cx="15" cy="21"/>
              </a:xfrm>
              <a:custGeom>
                <a:avLst/>
                <a:gdLst>
                  <a:gd name="T0" fmla="*/ 15 w 138"/>
                  <a:gd name="T1" fmla="*/ 6 h 205"/>
                  <a:gd name="T2" fmla="*/ 14 w 138"/>
                  <a:gd name="T3" fmla="*/ 19 h 205"/>
                  <a:gd name="T4" fmla="*/ 11 w 138"/>
                  <a:gd name="T5" fmla="*/ 21 h 205"/>
                  <a:gd name="T6" fmla="*/ 4 w 138"/>
                  <a:gd name="T7" fmla="*/ 19 h 205"/>
                  <a:gd name="T8" fmla="*/ 0 w 138"/>
                  <a:gd name="T9" fmla="*/ 14 h 205"/>
                  <a:gd name="T10" fmla="*/ 6 w 138"/>
                  <a:gd name="T11" fmla="*/ 0 h 205"/>
                  <a:gd name="T12" fmla="*/ 10 w 138"/>
                  <a:gd name="T13" fmla="*/ 1 h 205"/>
                  <a:gd name="T14" fmla="*/ 15 w 138"/>
                  <a:gd name="T15" fmla="*/ 6 h 205"/>
                  <a:gd name="T16" fmla="*/ 15 w 138"/>
                  <a:gd name="T17" fmla="*/ 6 h 2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205">
                    <a:moveTo>
                      <a:pt x="138" y="55"/>
                    </a:moveTo>
                    <a:lnTo>
                      <a:pt x="126" y="181"/>
                    </a:lnTo>
                    <a:lnTo>
                      <a:pt x="102" y="205"/>
                    </a:lnTo>
                    <a:lnTo>
                      <a:pt x="36" y="181"/>
                    </a:lnTo>
                    <a:lnTo>
                      <a:pt x="0" y="133"/>
                    </a:lnTo>
                    <a:lnTo>
                      <a:pt x="59" y="0"/>
                    </a:lnTo>
                    <a:lnTo>
                      <a:pt x="90" y="12"/>
                    </a:lnTo>
                    <a:lnTo>
                      <a:pt x="138"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190">
                <a:extLst>
                  <a:ext uri="{FF2B5EF4-FFF2-40B4-BE49-F238E27FC236}">
                    <a16:creationId xmlns:a16="http://schemas.microsoft.com/office/drawing/2014/main" id="{A6D1E230-3236-443E-B01A-21F7FF6CE53B}"/>
                  </a:ext>
                </a:extLst>
              </p:cNvPr>
              <p:cNvSpPr>
                <a:spLocks/>
              </p:cNvSpPr>
              <p:nvPr/>
            </p:nvSpPr>
            <p:spPr bwMode="auto">
              <a:xfrm>
                <a:off x="3660" y="3365"/>
                <a:ext cx="20" cy="21"/>
              </a:xfrm>
              <a:custGeom>
                <a:avLst/>
                <a:gdLst>
                  <a:gd name="T0" fmla="*/ 17 w 187"/>
                  <a:gd name="T1" fmla="*/ 19 h 205"/>
                  <a:gd name="T2" fmla="*/ 15 w 187"/>
                  <a:gd name="T3" fmla="*/ 21 h 205"/>
                  <a:gd name="T4" fmla="*/ 8 w 187"/>
                  <a:gd name="T5" fmla="*/ 21 h 205"/>
                  <a:gd name="T6" fmla="*/ 3 w 187"/>
                  <a:gd name="T7" fmla="*/ 13 h 205"/>
                  <a:gd name="T8" fmla="*/ 1 w 187"/>
                  <a:gd name="T9" fmla="*/ 12 h 205"/>
                  <a:gd name="T10" fmla="*/ 0 w 187"/>
                  <a:gd name="T11" fmla="*/ 12 h 205"/>
                  <a:gd name="T12" fmla="*/ 0 w 187"/>
                  <a:gd name="T13" fmla="*/ 9 h 205"/>
                  <a:gd name="T14" fmla="*/ 6 w 187"/>
                  <a:gd name="T15" fmla="*/ 7 h 205"/>
                  <a:gd name="T16" fmla="*/ 13 w 187"/>
                  <a:gd name="T17" fmla="*/ 0 h 205"/>
                  <a:gd name="T18" fmla="*/ 20 w 187"/>
                  <a:gd name="T19" fmla="*/ 7 h 205"/>
                  <a:gd name="T20" fmla="*/ 17 w 187"/>
                  <a:gd name="T21" fmla="*/ 19 h 205"/>
                  <a:gd name="T22" fmla="*/ 17 w 187"/>
                  <a:gd name="T23" fmla="*/ 19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7" h="205">
                    <a:moveTo>
                      <a:pt x="162" y="181"/>
                    </a:moveTo>
                    <a:lnTo>
                      <a:pt x="138" y="205"/>
                    </a:lnTo>
                    <a:lnTo>
                      <a:pt x="72" y="205"/>
                    </a:lnTo>
                    <a:lnTo>
                      <a:pt x="24" y="127"/>
                    </a:lnTo>
                    <a:lnTo>
                      <a:pt x="12" y="115"/>
                    </a:lnTo>
                    <a:lnTo>
                      <a:pt x="0" y="115"/>
                    </a:lnTo>
                    <a:lnTo>
                      <a:pt x="0" y="91"/>
                    </a:lnTo>
                    <a:lnTo>
                      <a:pt x="60" y="66"/>
                    </a:lnTo>
                    <a:lnTo>
                      <a:pt x="126" y="0"/>
                    </a:lnTo>
                    <a:lnTo>
                      <a:pt x="187" y="66"/>
                    </a:lnTo>
                    <a:lnTo>
                      <a:pt x="162"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191">
                <a:extLst>
                  <a:ext uri="{FF2B5EF4-FFF2-40B4-BE49-F238E27FC236}">
                    <a16:creationId xmlns:a16="http://schemas.microsoft.com/office/drawing/2014/main" id="{E26DFA55-4F25-42A8-A81F-590921BC279B}"/>
                  </a:ext>
                </a:extLst>
              </p:cNvPr>
              <p:cNvSpPr>
                <a:spLocks/>
              </p:cNvSpPr>
              <p:nvPr/>
            </p:nvSpPr>
            <p:spPr bwMode="auto">
              <a:xfrm>
                <a:off x="3742" y="3365"/>
                <a:ext cx="28" cy="24"/>
              </a:xfrm>
              <a:custGeom>
                <a:avLst/>
                <a:gdLst>
                  <a:gd name="T0" fmla="*/ 25 w 265"/>
                  <a:gd name="T1" fmla="*/ 5 h 241"/>
                  <a:gd name="T2" fmla="*/ 28 w 265"/>
                  <a:gd name="T3" fmla="*/ 8 h 241"/>
                  <a:gd name="T4" fmla="*/ 27 w 265"/>
                  <a:gd name="T5" fmla="*/ 18 h 241"/>
                  <a:gd name="T6" fmla="*/ 20 w 265"/>
                  <a:gd name="T7" fmla="*/ 24 h 241"/>
                  <a:gd name="T8" fmla="*/ 6 w 265"/>
                  <a:gd name="T9" fmla="*/ 22 h 241"/>
                  <a:gd name="T10" fmla="*/ 0 w 265"/>
                  <a:gd name="T11" fmla="*/ 13 h 241"/>
                  <a:gd name="T12" fmla="*/ 11 w 265"/>
                  <a:gd name="T13" fmla="*/ 8 h 241"/>
                  <a:gd name="T14" fmla="*/ 15 w 265"/>
                  <a:gd name="T15" fmla="*/ 0 h 241"/>
                  <a:gd name="T16" fmla="*/ 20 w 265"/>
                  <a:gd name="T17" fmla="*/ 5 h 241"/>
                  <a:gd name="T18" fmla="*/ 25 w 265"/>
                  <a:gd name="T19" fmla="*/ 5 h 241"/>
                  <a:gd name="T20" fmla="*/ 25 w 265"/>
                  <a:gd name="T21" fmla="*/ 5 h 2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5" h="241">
                    <a:moveTo>
                      <a:pt x="240" y="55"/>
                    </a:moveTo>
                    <a:lnTo>
                      <a:pt x="265" y="79"/>
                    </a:lnTo>
                    <a:lnTo>
                      <a:pt x="252" y="181"/>
                    </a:lnTo>
                    <a:lnTo>
                      <a:pt x="186" y="241"/>
                    </a:lnTo>
                    <a:lnTo>
                      <a:pt x="54" y="217"/>
                    </a:lnTo>
                    <a:lnTo>
                      <a:pt x="0" y="133"/>
                    </a:lnTo>
                    <a:lnTo>
                      <a:pt x="103" y="79"/>
                    </a:lnTo>
                    <a:lnTo>
                      <a:pt x="139" y="0"/>
                    </a:lnTo>
                    <a:lnTo>
                      <a:pt x="193" y="55"/>
                    </a:lnTo>
                    <a:lnTo>
                      <a:pt x="24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192">
                <a:extLst>
                  <a:ext uri="{FF2B5EF4-FFF2-40B4-BE49-F238E27FC236}">
                    <a16:creationId xmlns:a16="http://schemas.microsoft.com/office/drawing/2014/main" id="{8CC76D71-D05B-42E4-9826-4860C3064A56}"/>
                  </a:ext>
                </a:extLst>
              </p:cNvPr>
              <p:cNvSpPr>
                <a:spLocks/>
              </p:cNvSpPr>
              <p:nvPr/>
            </p:nvSpPr>
            <p:spPr bwMode="auto">
              <a:xfrm>
                <a:off x="4013" y="3367"/>
                <a:ext cx="191" cy="147"/>
              </a:xfrm>
              <a:custGeom>
                <a:avLst/>
                <a:gdLst>
                  <a:gd name="T0" fmla="*/ 191 w 1856"/>
                  <a:gd name="T1" fmla="*/ 9 h 1465"/>
                  <a:gd name="T2" fmla="*/ 182 w 1856"/>
                  <a:gd name="T3" fmla="*/ 119 h 1465"/>
                  <a:gd name="T4" fmla="*/ 176 w 1856"/>
                  <a:gd name="T5" fmla="*/ 147 h 1465"/>
                  <a:gd name="T6" fmla="*/ 112 w 1856"/>
                  <a:gd name="T7" fmla="*/ 143 h 1465"/>
                  <a:gd name="T8" fmla="*/ 122 w 1856"/>
                  <a:gd name="T9" fmla="*/ 122 h 1465"/>
                  <a:gd name="T10" fmla="*/ 161 w 1856"/>
                  <a:gd name="T11" fmla="*/ 119 h 1465"/>
                  <a:gd name="T12" fmla="*/ 166 w 1856"/>
                  <a:gd name="T13" fmla="*/ 111 h 1465"/>
                  <a:gd name="T14" fmla="*/ 119 w 1856"/>
                  <a:gd name="T15" fmla="*/ 109 h 1465"/>
                  <a:gd name="T16" fmla="*/ 114 w 1856"/>
                  <a:gd name="T17" fmla="*/ 121 h 1465"/>
                  <a:gd name="T18" fmla="*/ 75 w 1856"/>
                  <a:gd name="T19" fmla="*/ 125 h 1465"/>
                  <a:gd name="T20" fmla="*/ 66 w 1856"/>
                  <a:gd name="T21" fmla="*/ 143 h 1465"/>
                  <a:gd name="T22" fmla="*/ 3 w 1856"/>
                  <a:gd name="T23" fmla="*/ 146 h 1465"/>
                  <a:gd name="T24" fmla="*/ 1 w 1856"/>
                  <a:gd name="T25" fmla="*/ 142 h 1465"/>
                  <a:gd name="T26" fmla="*/ 8 w 1856"/>
                  <a:gd name="T27" fmla="*/ 122 h 1465"/>
                  <a:gd name="T28" fmla="*/ 47 w 1856"/>
                  <a:gd name="T29" fmla="*/ 118 h 1465"/>
                  <a:gd name="T30" fmla="*/ 46 w 1856"/>
                  <a:gd name="T31" fmla="*/ 102 h 1465"/>
                  <a:gd name="T32" fmla="*/ 52 w 1856"/>
                  <a:gd name="T33" fmla="*/ 84 h 1465"/>
                  <a:gd name="T34" fmla="*/ 60 w 1856"/>
                  <a:gd name="T35" fmla="*/ 111 h 1465"/>
                  <a:gd name="T36" fmla="*/ 69 w 1856"/>
                  <a:gd name="T37" fmla="*/ 110 h 1465"/>
                  <a:gd name="T38" fmla="*/ 70 w 1856"/>
                  <a:gd name="T39" fmla="*/ 98 h 1465"/>
                  <a:gd name="T40" fmla="*/ 135 w 1856"/>
                  <a:gd name="T41" fmla="*/ 98 h 1465"/>
                  <a:gd name="T42" fmla="*/ 170 w 1856"/>
                  <a:gd name="T43" fmla="*/ 90 h 1465"/>
                  <a:gd name="T44" fmla="*/ 166 w 1856"/>
                  <a:gd name="T45" fmla="*/ 79 h 1465"/>
                  <a:gd name="T46" fmla="*/ 92 w 1856"/>
                  <a:gd name="T47" fmla="*/ 79 h 1465"/>
                  <a:gd name="T48" fmla="*/ 95 w 1856"/>
                  <a:gd name="T49" fmla="*/ 71 h 1465"/>
                  <a:gd name="T50" fmla="*/ 174 w 1856"/>
                  <a:gd name="T51" fmla="*/ 67 h 1465"/>
                  <a:gd name="T52" fmla="*/ 176 w 1856"/>
                  <a:gd name="T53" fmla="*/ 39 h 1465"/>
                  <a:gd name="T54" fmla="*/ 144 w 1856"/>
                  <a:gd name="T55" fmla="*/ 25 h 1465"/>
                  <a:gd name="T56" fmla="*/ 124 w 1856"/>
                  <a:gd name="T57" fmla="*/ 31 h 1465"/>
                  <a:gd name="T58" fmla="*/ 120 w 1856"/>
                  <a:gd name="T59" fmla="*/ 51 h 1465"/>
                  <a:gd name="T60" fmla="*/ 111 w 1856"/>
                  <a:gd name="T61" fmla="*/ 55 h 1465"/>
                  <a:gd name="T62" fmla="*/ 105 w 1856"/>
                  <a:gd name="T63" fmla="*/ 48 h 1465"/>
                  <a:gd name="T64" fmla="*/ 111 w 1856"/>
                  <a:gd name="T65" fmla="*/ 28 h 1465"/>
                  <a:gd name="T66" fmla="*/ 108 w 1856"/>
                  <a:gd name="T67" fmla="*/ 15 h 1465"/>
                  <a:gd name="T68" fmla="*/ 135 w 1856"/>
                  <a:gd name="T69" fmla="*/ 15 h 1465"/>
                  <a:gd name="T70" fmla="*/ 178 w 1856"/>
                  <a:gd name="T71" fmla="*/ 9 h 1465"/>
                  <a:gd name="T72" fmla="*/ 182 w 1856"/>
                  <a:gd name="T73" fmla="*/ 0 h 1465"/>
                  <a:gd name="T74" fmla="*/ 184 w 1856"/>
                  <a:gd name="T75" fmla="*/ 4 h 14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56" h="1465">
                    <a:moveTo>
                      <a:pt x="1791" y="43"/>
                    </a:moveTo>
                    <a:lnTo>
                      <a:pt x="1856" y="90"/>
                    </a:lnTo>
                    <a:lnTo>
                      <a:pt x="1845" y="433"/>
                    </a:lnTo>
                    <a:lnTo>
                      <a:pt x="1766" y="1189"/>
                    </a:lnTo>
                    <a:lnTo>
                      <a:pt x="1755" y="1388"/>
                    </a:lnTo>
                    <a:lnTo>
                      <a:pt x="1707" y="1465"/>
                    </a:lnTo>
                    <a:lnTo>
                      <a:pt x="1124" y="1465"/>
                    </a:lnTo>
                    <a:lnTo>
                      <a:pt x="1088" y="1429"/>
                    </a:lnTo>
                    <a:lnTo>
                      <a:pt x="1166" y="1273"/>
                    </a:lnTo>
                    <a:lnTo>
                      <a:pt x="1184" y="1214"/>
                    </a:lnTo>
                    <a:lnTo>
                      <a:pt x="1202" y="1189"/>
                    </a:lnTo>
                    <a:lnTo>
                      <a:pt x="1568" y="1189"/>
                    </a:lnTo>
                    <a:lnTo>
                      <a:pt x="1617" y="1135"/>
                    </a:lnTo>
                    <a:lnTo>
                      <a:pt x="1617" y="1111"/>
                    </a:lnTo>
                    <a:lnTo>
                      <a:pt x="1581" y="1075"/>
                    </a:lnTo>
                    <a:lnTo>
                      <a:pt x="1160" y="1088"/>
                    </a:lnTo>
                    <a:lnTo>
                      <a:pt x="1124" y="1135"/>
                    </a:lnTo>
                    <a:lnTo>
                      <a:pt x="1112" y="1201"/>
                    </a:lnTo>
                    <a:lnTo>
                      <a:pt x="1064" y="1249"/>
                    </a:lnTo>
                    <a:lnTo>
                      <a:pt x="733" y="1249"/>
                    </a:lnTo>
                    <a:lnTo>
                      <a:pt x="685" y="1298"/>
                    </a:lnTo>
                    <a:lnTo>
                      <a:pt x="643" y="1429"/>
                    </a:lnTo>
                    <a:lnTo>
                      <a:pt x="619" y="1453"/>
                    </a:lnTo>
                    <a:lnTo>
                      <a:pt x="25" y="1453"/>
                    </a:lnTo>
                    <a:lnTo>
                      <a:pt x="0" y="1417"/>
                    </a:lnTo>
                    <a:lnTo>
                      <a:pt x="12" y="1417"/>
                    </a:lnTo>
                    <a:lnTo>
                      <a:pt x="48" y="1388"/>
                    </a:lnTo>
                    <a:lnTo>
                      <a:pt x="79" y="1214"/>
                    </a:lnTo>
                    <a:lnTo>
                      <a:pt x="115" y="1178"/>
                    </a:lnTo>
                    <a:lnTo>
                      <a:pt x="457" y="1178"/>
                    </a:lnTo>
                    <a:lnTo>
                      <a:pt x="517" y="1099"/>
                    </a:lnTo>
                    <a:lnTo>
                      <a:pt x="445" y="1021"/>
                    </a:lnTo>
                    <a:lnTo>
                      <a:pt x="481" y="883"/>
                    </a:lnTo>
                    <a:lnTo>
                      <a:pt x="505" y="835"/>
                    </a:lnTo>
                    <a:lnTo>
                      <a:pt x="607" y="973"/>
                    </a:lnTo>
                    <a:lnTo>
                      <a:pt x="583" y="1111"/>
                    </a:lnTo>
                    <a:lnTo>
                      <a:pt x="619" y="1147"/>
                    </a:lnTo>
                    <a:lnTo>
                      <a:pt x="667" y="1099"/>
                    </a:lnTo>
                    <a:lnTo>
                      <a:pt x="679" y="1009"/>
                    </a:lnTo>
                    <a:lnTo>
                      <a:pt x="679" y="973"/>
                    </a:lnTo>
                    <a:lnTo>
                      <a:pt x="703" y="949"/>
                    </a:lnTo>
                    <a:lnTo>
                      <a:pt x="1316" y="973"/>
                    </a:lnTo>
                    <a:lnTo>
                      <a:pt x="1604" y="937"/>
                    </a:lnTo>
                    <a:lnTo>
                      <a:pt x="1653" y="895"/>
                    </a:lnTo>
                    <a:lnTo>
                      <a:pt x="1653" y="823"/>
                    </a:lnTo>
                    <a:lnTo>
                      <a:pt x="1617" y="787"/>
                    </a:lnTo>
                    <a:lnTo>
                      <a:pt x="986" y="811"/>
                    </a:lnTo>
                    <a:lnTo>
                      <a:pt x="896" y="787"/>
                    </a:lnTo>
                    <a:lnTo>
                      <a:pt x="896" y="733"/>
                    </a:lnTo>
                    <a:lnTo>
                      <a:pt x="919" y="709"/>
                    </a:lnTo>
                    <a:lnTo>
                      <a:pt x="1653" y="709"/>
                    </a:lnTo>
                    <a:lnTo>
                      <a:pt x="1694" y="667"/>
                    </a:lnTo>
                    <a:lnTo>
                      <a:pt x="1707" y="493"/>
                    </a:lnTo>
                    <a:lnTo>
                      <a:pt x="1707" y="390"/>
                    </a:lnTo>
                    <a:lnTo>
                      <a:pt x="1683" y="265"/>
                    </a:lnTo>
                    <a:lnTo>
                      <a:pt x="1401" y="252"/>
                    </a:lnTo>
                    <a:lnTo>
                      <a:pt x="1250" y="252"/>
                    </a:lnTo>
                    <a:lnTo>
                      <a:pt x="1202" y="306"/>
                    </a:lnTo>
                    <a:lnTo>
                      <a:pt x="1190" y="408"/>
                    </a:lnTo>
                    <a:lnTo>
                      <a:pt x="1166" y="505"/>
                    </a:lnTo>
                    <a:lnTo>
                      <a:pt x="1166" y="523"/>
                    </a:lnTo>
                    <a:lnTo>
                      <a:pt x="1076" y="547"/>
                    </a:lnTo>
                    <a:lnTo>
                      <a:pt x="1058" y="547"/>
                    </a:lnTo>
                    <a:lnTo>
                      <a:pt x="1022" y="480"/>
                    </a:lnTo>
                    <a:lnTo>
                      <a:pt x="1045" y="390"/>
                    </a:lnTo>
                    <a:lnTo>
                      <a:pt x="1076" y="277"/>
                    </a:lnTo>
                    <a:lnTo>
                      <a:pt x="1022" y="193"/>
                    </a:lnTo>
                    <a:lnTo>
                      <a:pt x="1045" y="151"/>
                    </a:lnTo>
                    <a:lnTo>
                      <a:pt x="1064" y="121"/>
                    </a:lnTo>
                    <a:lnTo>
                      <a:pt x="1316" y="151"/>
                    </a:lnTo>
                    <a:lnTo>
                      <a:pt x="1683" y="151"/>
                    </a:lnTo>
                    <a:lnTo>
                      <a:pt x="1730" y="90"/>
                    </a:lnTo>
                    <a:lnTo>
                      <a:pt x="1730" y="0"/>
                    </a:lnTo>
                    <a:lnTo>
                      <a:pt x="1766" y="0"/>
                    </a:lnTo>
                    <a:lnTo>
                      <a:pt x="1791"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193">
                <a:extLst>
                  <a:ext uri="{FF2B5EF4-FFF2-40B4-BE49-F238E27FC236}">
                    <a16:creationId xmlns:a16="http://schemas.microsoft.com/office/drawing/2014/main" id="{15C35633-1952-4FB8-9870-43B859F2AB15}"/>
                  </a:ext>
                </a:extLst>
              </p:cNvPr>
              <p:cNvSpPr>
                <a:spLocks/>
              </p:cNvSpPr>
              <p:nvPr/>
            </p:nvSpPr>
            <p:spPr bwMode="auto">
              <a:xfrm>
                <a:off x="4212" y="3367"/>
                <a:ext cx="55" cy="73"/>
              </a:xfrm>
              <a:custGeom>
                <a:avLst/>
                <a:gdLst>
                  <a:gd name="T0" fmla="*/ 46 w 534"/>
                  <a:gd name="T1" fmla="*/ 5 h 721"/>
                  <a:gd name="T2" fmla="*/ 48 w 534"/>
                  <a:gd name="T3" fmla="*/ 8 h 721"/>
                  <a:gd name="T4" fmla="*/ 53 w 534"/>
                  <a:gd name="T5" fmla="*/ 8 h 721"/>
                  <a:gd name="T6" fmla="*/ 55 w 534"/>
                  <a:gd name="T7" fmla="*/ 10 h 721"/>
                  <a:gd name="T8" fmla="*/ 51 w 534"/>
                  <a:gd name="T9" fmla="*/ 29 h 721"/>
                  <a:gd name="T10" fmla="*/ 51 w 534"/>
                  <a:gd name="T11" fmla="*/ 50 h 721"/>
                  <a:gd name="T12" fmla="*/ 43 w 534"/>
                  <a:gd name="T13" fmla="*/ 73 h 721"/>
                  <a:gd name="T14" fmla="*/ 4 w 534"/>
                  <a:gd name="T15" fmla="*/ 73 h 721"/>
                  <a:gd name="T16" fmla="*/ 0 w 534"/>
                  <a:gd name="T17" fmla="*/ 71 h 721"/>
                  <a:gd name="T18" fmla="*/ 0 w 534"/>
                  <a:gd name="T19" fmla="*/ 53 h 721"/>
                  <a:gd name="T20" fmla="*/ 3 w 534"/>
                  <a:gd name="T21" fmla="*/ 37 h 721"/>
                  <a:gd name="T22" fmla="*/ 3 w 534"/>
                  <a:gd name="T23" fmla="*/ 10 h 721"/>
                  <a:gd name="T24" fmla="*/ 6 w 534"/>
                  <a:gd name="T25" fmla="*/ 8 h 721"/>
                  <a:gd name="T26" fmla="*/ 9 w 534"/>
                  <a:gd name="T27" fmla="*/ 8 h 721"/>
                  <a:gd name="T28" fmla="*/ 9 w 534"/>
                  <a:gd name="T29" fmla="*/ 21 h 721"/>
                  <a:gd name="T30" fmla="*/ 8 w 534"/>
                  <a:gd name="T31" fmla="*/ 23 h 721"/>
                  <a:gd name="T32" fmla="*/ 11 w 534"/>
                  <a:gd name="T33" fmla="*/ 30 h 721"/>
                  <a:gd name="T34" fmla="*/ 8 w 534"/>
                  <a:gd name="T35" fmla="*/ 36 h 721"/>
                  <a:gd name="T36" fmla="*/ 9 w 534"/>
                  <a:gd name="T37" fmla="*/ 39 h 721"/>
                  <a:gd name="T38" fmla="*/ 9 w 534"/>
                  <a:gd name="T39" fmla="*/ 44 h 721"/>
                  <a:gd name="T40" fmla="*/ 3 w 534"/>
                  <a:gd name="T41" fmla="*/ 57 h 721"/>
                  <a:gd name="T42" fmla="*/ 3 w 534"/>
                  <a:gd name="T43" fmla="*/ 60 h 721"/>
                  <a:gd name="T44" fmla="*/ 6 w 534"/>
                  <a:gd name="T45" fmla="*/ 63 h 721"/>
                  <a:gd name="T46" fmla="*/ 8 w 534"/>
                  <a:gd name="T47" fmla="*/ 63 h 721"/>
                  <a:gd name="T48" fmla="*/ 13 w 534"/>
                  <a:gd name="T49" fmla="*/ 55 h 721"/>
                  <a:gd name="T50" fmla="*/ 17 w 534"/>
                  <a:gd name="T51" fmla="*/ 45 h 721"/>
                  <a:gd name="T52" fmla="*/ 34 w 534"/>
                  <a:gd name="T53" fmla="*/ 44 h 721"/>
                  <a:gd name="T54" fmla="*/ 37 w 534"/>
                  <a:gd name="T55" fmla="*/ 40 h 721"/>
                  <a:gd name="T56" fmla="*/ 37 w 534"/>
                  <a:gd name="T57" fmla="*/ 29 h 721"/>
                  <a:gd name="T58" fmla="*/ 35 w 534"/>
                  <a:gd name="T59" fmla="*/ 27 h 721"/>
                  <a:gd name="T60" fmla="*/ 16 w 534"/>
                  <a:gd name="T61" fmla="*/ 27 h 721"/>
                  <a:gd name="T62" fmla="*/ 17 w 534"/>
                  <a:gd name="T63" fmla="*/ 17 h 721"/>
                  <a:gd name="T64" fmla="*/ 23 w 534"/>
                  <a:gd name="T65" fmla="*/ 15 h 721"/>
                  <a:gd name="T66" fmla="*/ 36 w 534"/>
                  <a:gd name="T67" fmla="*/ 14 h 721"/>
                  <a:gd name="T68" fmla="*/ 40 w 534"/>
                  <a:gd name="T69" fmla="*/ 10 h 721"/>
                  <a:gd name="T70" fmla="*/ 41 w 534"/>
                  <a:gd name="T71" fmla="*/ 0 h 721"/>
                  <a:gd name="T72" fmla="*/ 43 w 534"/>
                  <a:gd name="T73" fmla="*/ 0 h 721"/>
                  <a:gd name="T74" fmla="*/ 46 w 534"/>
                  <a:gd name="T75" fmla="*/ 5 h 721"/>
                  <a:gd name="T76" fmla="*/ 46 w 534"/>
                  <a:gd name="T77" fmla="*/ 5 h 7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4" h="721">
                    <a:moveTo>
                      <a:pt x="444" y="54"/>
                    </a:moveTo>
                    <a:lnTo>
                      <a:pt x="469" y="79"/>
                    </a:lnTo>
                    <a:lnTo>
                      <a:pt x="510" y="79"/>
                    </a:lnTo>
                    <a:lnTo>
                      <a:pt x="534" y="103"/>
                    </a:lnTo>
                    <a:lnTo>
                      <a:pt x="498" y="283"/>
                    </a:lnTo>
                    <a:lnTo>
                      <a:pt x="498" y="493"/>
                    </a:lnTo>
                    <a:lnTo>
                      <a:pt x="420" y="721"/>
                    </a:lnTo>
                    <a:lnTo>
                      <a:pt x="42" y="721"/>
                    </a:lnTo>
                    <a:lnTo>
                      <a:pt x="0" y="697"/>
                    </a:lnTo>
                    <a:lnTo>
                      <a:pt x="0" y="523"/>
                    </a:lnTo>
                    <a:lnTo>
                      <a:pt x="30" y="367"/>
                    </a:lnTo>
                    <a:lnTo>
                      <a:pt x="30" y="103"/>
                    </a:lnTo>
                    <a:lnTo>
                      <a:pt x="54" y="79"/>
                    </a:lnTo>
                    <a:lnTo>
                      <a:pt x="90" y="79"/>
                    </a:lnTo>
                    <a:lnTo>
                      <a:pt x="90" y="205"/>
                    </a:lnTo>
                    <a:lnTo>
                      <a:pt x="78" y="229"/>
                    </a:lnTo>
                    <a:lnTo>
                      <a:pt x="102" y="295"/>
                    </a:lnTo>
                    <a:lnTo>
                      <a:pt x="78" y="355"/>
                    </a:lnTo>
                    <a:lnTo>
                      <a:pt x="90" y="390"/>
                    </a:lnTo>
                    <a:lnTo>
                      <a:pt x="90" y="433"/>
                    </a:lnTo>
                    <a:lnTo>
                      <a:pt x="30" y="559"/>
                    </a:lnTo>
                    <a:lnTo>
                      <a:pt x="30" y="595"/>
                    </a:lnTo>
                    <a:lnTo>
                      <a:pt x="54" y="619"/>
                    </a:lnTo>
                    <a:lnTo>
                      <a:pt x="78" y="619"/>
                    </a:lnTo>
                    <a:lnTo>
                      <a:pt x="126" y="547"/>
                    </a:lnTo>
                    <a:lnTo>
                      <a:pt x="168" y="444"/>
                    </a:lnTo>
                    <a:lnTo>
                      <a:pt x="330" y="433"/>
                    </a:lnTo>
                    <a:lnTo>
                      <a:pt x="361" y="397"/>
                    </a:lnTo>
                    <a:lnTo>
                      <a:pt x="361" y="283"/>
                    </a:lnTo>
                    <a:lnTo>
                      <a:pt x="343" y="265"/>
                    </a:lnTo>
                    <a:lnTo>
                      <a:pt x="156" y="265"/>
                    </a:lnTo>
                    <a:lnTo>
                      <a:pt x="168" y="169"/>
                    </a:lnTo>
                    <a:lnTo>
                      <a:pt x="228" y="151"/>
                    </a:lnTo>
                    <a:lnTo>
                      <a:pt x="354" y="139"/>
                    </a:lnTo>
                    <a:lnTo>
                      <a:pt x="384" y="103"/>
                    </a:lnTo>
                    <a:lnTo>
                      <a:pt x="397" y="0"/>
                    </a:lnTo>
                    <a:lnTo>
                      <a:pt x="420" y="0"/>
                    </a:lnTo>
                    <a:lnTo>
                      <a:pt x="444"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194">
                <a:extLst>
                  <a:ext uri="{FF2B5EF4-FFF2-40B4-BE49-F238E27FC236}">
                    <a16:creationId xmlns:a16="http://schemas.microsoft.com/office/drawing/2014/main" id="{AA8756D6-A014-4AFE-9C54-E215ACA5E321}"/>
                  </a:ext>
                </a:extLst>
              </p:cNvPr>
              <p:cNvSpPr>
                <a:spLocks/>
              </p:cNvSpPr>
              <p:nvPr/>
            </p:nvSpPr>
            <p:spPr bwMode="auto">
              <a:xfrm>
                <a:off x="4267" y="3367"/>
                <a:ext cx="87" cy="75"/>
              </a:xfrm>
              <a:custGeom>
                <a:avLst/>
                <a:gdLst>
                  <a:gd name="T0" fmla="*/ 45 w 847"/>
                  <a:gd name="T1" fmla="*/ 11 h 733"/>
                  <a:gd name="T2" fmla="*/ 45 w 847"/>
                  <a:gd name="T3" fmla="*/ 16 h 733"/>
                  <a:gd name="T4" fmla="*/ 41 w 847"/>
                  <a:gd name="T5" fmla="*/ 20 h 733"/>
                  <a:gd name="T6" fmla="*/ 40 w 847"/>
                  <a:gd name="T7" fmla="*/ 34 h 733"/>
                  <a:gd name="T8" fmla="*/ 40 w 847"/>
                  <a:gd name="T9" fmla="*/ 41 h 733"/>
                  <a:gd name="T10" fmla="*/ 43 w 847"/>
                  <a:gd name="T11" fmla="*/ 44 h 733"/>
                  <a:gd name="T12" fmla="*/ 38 w 847"/>
                  <a:gd name="T13" fmla="*/ 65 h 733"/>
                  <a:gd name="T14" fmla="*/ 38 w 847"/>
                  <a:gd name="T15" fmla="*/ 68 h 733"/>
                  <a:gd name="T16" fmla="*/ 39 w 847"/>
                  <a:gd name="T17" fmla="*/ 69 h 733"/>
                  <a:gd name="T18" fmla="*/ 41 w 847"/>
                  <a:gd name="T19" fmla="*/ 69 h 733"/>
                  <a:gd name="T20" fmla="*/ 48 w 847"/>
                  <a:gd name="T21" fmla="*/ 56 h 733"/>
                  <a:gd name="T22" fmla="*/ 49 w 847"/>
                  <a:gd name="T23" fmla="*/ 50 h 733"/>
                  <a:gd name="T24" fmla="*/ 49 w 847"/>
                  <a:gd name="T25" fmla="*/ 49 h 733"/>
                  <a:gd name="T26" fmla="*/ 52 w 847"/>
                  <a:gd name="T27" fmla="*/ 47 h 733"/>
                  <a:gd name="T28" fmla="*/ 71 w 847"/>
                  <a:gd name="T29" fmla="*/ 47 h 733"/>
                  <a:gd name="T30" fmla="*/ 74 w 847"/>
                  <a:gd name="T31" fmla="*/ 41 h 733"/>
                  <a:gd name="T32" fmla="*/ 75 w 847"/>
                  <a:gd name="T33" fmla="*/ 33 h 733"/>
                  <a:gd name="T34" fmla="*/ 72 w 847"/>
                  <a:gd name="T35" fmla="*/ 29 h 733"/>
                  <a:gd name="T36" fmla="*/ 48 w 847"/>
                  <a:gd name="T37" fmla="*/ 28 h 733"/>
                  <a:gd name="T38" fmla="*/ 48 w 847"/>
                  <a:gd name="T39" fmla="*/ 25 h 733"/>
                  <a:gd name="T40" fmla="*/ 53 w 847"/>
                  <a:gd name="T41" fmla="*/ 16 h 733"/>
                  <a:gd name="T42" fmla="*/ 72 w 847"/>
                  <a:gd name="T43" fmla="*/ 15 h 733"/>
                  <a:gd name="T44" fmla="*/ 74 w 847"/>
                  <a:gd name="T45" fmla="*/ 12 h 733"/>
                  <a:gd name="T46" fmla="*/ 74 w 847"/>
                  <a:gd name="T47" fmla="*/ 2 h 733"/>
                  <a:gd name="T48" fmla="*/ 77 w 847"/>
                  <a:gd name="T49" fmla="*/ 0 h 733"/>
                  <a:gd name="T50" fmla="*/ 87 w 847"/>
                  <a:gd name="T51" fmla="*/ 18 h 733"/>
                  <a:gd name="T52" fmla="*/ 86 w 847"/>
                  <a:gd name="T53" fmla="*/ 47 h 733"/>
                  <a:gd name="T54" fmla="*/ 83 w 847"/>
                  <a:gd name="T55" fmla="*/ 73 h 733"/>
                  <a:gd name="T56" fmla="*/ 80 w 847"/>
                  <a:gd name="T57" fmla="*/ 75 h 733"/>
                  <a:gd name="T58" fmla="*/ 14 w 847"/>
                  <a:gd name="T59" fmla="*/ 74 h 733"/>
                  <a:gd name="T60" fmla="*/ 0 w 847"/>
                  <a:gd name="T61" fmla="*/ 71 h 733"/>
                  <a:gd name="T62" fmla="*/ 0 w 847"/>
                  <a:gd name="T63" fmla="*/ 65 h 733"/>
                  <a:gd name="T64" fmla="*/ 5 w 847"/>
                  <a:gd name="T65" fmla="*/ 54 h 733"/>
                  <a:gd name="T66" fmla="*/ 5 w 847"/>
                  <a:gd name="T67" fmla="*/ 47 h 733"/>
                  <a:gd name="T68" fmla="*/ 9 w 847"/>
                  <a:gd name="T69" fmla="*/ 44 h 733"/>
                  <a:gd name="T70" fmla="*/ 18 w 847"/>
                  <a:gd name="T71" fmla="*/ 48 h 733"/>
                  <a:gd name="T72" fmla="*/ 25 w 847"/>
                  <a:gd name="T73" fmla="*/ 47 h 733"/>
                  <a:gd name="T74" fmla="*/ 30 w 847"/>
                  <a:gd name="T75" fmla="*/ 40 h 733"/>
                  <a:gd name="T76" fmla="*/ 30 w 847"/>
                  <a:gd name="T77" fmla="*/ 31 h 733"/>
                  <a:gd name="T78" fmla="*/ 26 w 847"/>
                  <a:gd name="T79" fmla="*/ 28 h 733"/>
                  <a:gd name="T80" fmla="*/ 6 w 847"/>
                  <a:gd name="T81" fmla="*/ 28 h 733"/>
                  <a:gd name="T82" fmla="*/ 10 w 847"/>
                  <a:gd name="T83" fmla="*/ 15 h 733"/>
                  <a:gd name="T84" fmla="*/ 25 w 847"/>
                  <a:gd name="T85" fmla="*/ 15 h 733"/>
                  <a:gd name="T86" fmla="*/ 30 w 847"/>
                  <a:gd name="T87" fmla="*/ 4 h 733"/>
                  <a:gd name="T88" fmla="*/ 31 w 847"/>
                  <a:gd name="T89" fmla="*/ 0 h 733"/>
                  <a:gd name="T90" fmla="*/ 40 w 847"/>
                  <a:gd name="T91" fmla="*/ 9 h 733"/>
                  <a:gd name="T92" fmla="*/ 45 w 847"/>
                  <a:gd name="T93" fmla="*/ 11 h 733"/>
                  <a:gd name="T94" fmla="*/ 45 w 847"/>
                  <a:gd name="T95" fmla="*/ 11 h 73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47" h="733">
                    <a:moveTo>
                      <a:pt x="439" y="103"/>
                    </a:moveTo>
                    <a:lnTo>
                      <a:pt x="439" y="157"/>
                    </a:lnTo>
                    <a:lnTo>
                      <a:pt x="402" y="193"/>
                    </a:lnTo>
                    <a:lnTo>
                      <a:pt x="390" y="331"/>
                    </a:lnTo>
                    <a:lnTo>
                      <a:pt x="390" y="397"/>
                    </a:lnTo>
                    <a:lnTo>
                      <a:pt x="414" y="433"/>
                    </a:lnTo>
                    <a:lnTo>
                      <a:pt x="366" y="637"/>
                    </a:lnTo>
                    <a:lnTo>
                      <a:pt x="366" y="667"/>
                    </a:lnTo>
                    <a:lnTo>
                      <a:pt x="378" y="673"/>
                    </a:lnTo>
                    <a:lnTo>
                      <a:pt x="402" y="673"/>
                    </a:lnTo>
                    <a:lnTo>
                      <a:pt x="468" y="547"/>
                    </a:lnTo>
                    <a:lnTo>
                      <a:pt x="480" y="493"/>
                    </a:lnTo>
                    <a:lnTo>
                      <a:pt x="480" y="480"/>
                    </a:lnTo>
                    <a:lnTo>
                      <a:pt x="504" y="457"/>
                    </a:lnTo>
                    <a:lnTo>
                      <a:pt x="691" y="457"/>
                    </a:lnTo>
                    <a:lnTo>
                      <a:pt x="720" y="397"/>
                    </a:lnTo>
                    <a:lnTo>
                      <a:pt x="732" y="319"/>
                    </a:lnTo>
                    <a:lnTo>
                      <a:pt x="702" y="283"/>
                    </a:lnTo>
                    <a:lnTo>
                      <a:pt x="468" y="277"/>
                    </a:lnTo>
                    <a:lnTo>
                      <a:pt x="468" y="241"/>
                    </a:lnTo>
                    <a:lnTo>
                      <a:pt x="516" y="157"/>
                    </a:lnTo>
                    <a:lnTo>
                      <a:pt x="702" y="151"/>
                    </a:lnTo>
                    <a:lnTo>
                      <a:pt x="720" y="121"/>
                    </a:lnTo>
                    <a:lnTo>
                      <a:pt x="720" y="18"/>
                    </a:lnTo>
                    <a:lnTo>
                      <a:pt x="745" y="0"/>
                    </a:lnTo>
                    <a:lnTo>
                      <a:pt x="847" y="180"/>
                    </a:lnTo>
                    <a:lnTo>
                      <a:pt x="840" y="457"/>
                    </a:lnTo>
                    <a:lnTo>
                      <a:pt x="811" y="709"/>
                    </a:lnTo>
                    <a:lnTo>
                      <a:pt x="781" y="733"/>
                    </a:lnTo>
                    <a:lnTo>
                      <a:pt x="138" y="721"/>
                    </a:lnTo>
                    <a:lnTo>
                      <a:pt x="0" y="697"/>
                    </a:lnTo>
                    <a:lnTo>
                      <a:pt x="0" y="637"/>
                    </a:lnTo>
                    <a:lnTo>
                      <a:pt x="47" y="523"/>
                    </a:lnTo>
                    <a:lnTo>
                      <a:pt x="47" y="457"/>
                    </a:lnTo>
                    <a:lnTo>
                      <a:pt x="83" y="433"/>
                    </a:lnTo>
                    <a:lnTo>
                      <a:pt x="174" y="469"/>
                    </a:lnTo>
                    <a:lnTo>
                      <a:pt x="239" y="457"/>
                    </a:lnTo>
                    <a:lnTo>
                      <a:pt x="288" y="390"/>
                    </a:lnTo>
                    <a:lnTo>
                      <a:pt x="288" y="306"/>
                    </a:lnTo>
                    <a:lnTo>
                      <a:pt x="252" y="277"/>
                    </a:lnTo>
                    <a:lnTo>
                      <a:pt x="59" y="277"/>
                    </a:lnTo>
                    <a:lnTo>
                      <a:pt x="95" y="151"/>
                    </a:lnTo>
                    <a:lnTo>
                      <a:pt x="239" y="151"/>
                    </a:lnTo>
                    <a:lnTo>
                      <a:pt x="288" y="43"/>
                    </a:lnTo>
                    <a:lnTo>
                      <a:pt x="300" y="0"/>
                    </a:lnTo>
                    <a:lnTo>
                      <a:pt x="390" y="90"/>
                    </a:lnTo>
                    <a:lnTo>
                      <a:pt x="43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195">
                <a:extLst>
                  <a:ext uri="{FF2B5EF4-FFF2-40B4-BE49-F238E27FC236}">
                    <a16:creationId xmlns:a16="http://schemas.microsoft.com/office/drawing/2014/main" id="{6B7A9F71-B7EE-4378-9C20-6CAADC1B1146}"/>
                  </a:ext>
                </a:extLst>
              </p:cNvPr>
              <p:cNvSpPr>
                <a:spLocks/>
              </p:cNvSpPr>
              <p:nvPr/>
            </p:nvSpPr>
            <p:spPr bwMode="auto">
              <a:xfrm>
                <a:off x="4366" y="3368"/>
                <a:ext cx="96" cy="149"/>
              </a:xfrm>
              <a:custGeom>
                <a:avLst/>
                <a:gdLst>
                  <a:gd name="T0" fmla="*/ 90 w 930"/>
                  <a:gd name="T1" fmla="*/ 7 h 1476"/>
                  <a:gd name="T2" fmla="*/ 95 w 930"/>
                  <a:gd name="T3" fmla="*/ 23 h 1476"/>
                  <a:gd name="T4" fmla="*/ 92 w 930"/>
                  <a:gd name="T5" fmla="*/ 111 h 1476"/>
                  <a:gd name="T6" fmla="*/ 92 w 930"/>
                  <a:gd name="T7" fmla="*/ 130 h 1476"/>
                  <a:gd name="T8" fmla="*/ 87 w 930"/>
                  <a:gd name="T9" fmla="*/ 149 h 1476"/>
                  <a:gd name="T10" fmla="*/ 0 w 930"/>
                  <a:gd name="T11" fmla="*/ 145 h 1476"/>
                  <a:gd name="T12" fmla="*/ 2 w 930"/>
                  <a:gd name="T13" fmla="*/ 7 h 1476"/>
                  <a:gd name="T14" fmla="*/ 7 w 930"/>
                  <a:gd name="T15" fmla="*/ 5 h 1476"/>
                  <a:gd name="T16" fmla="*/ 5 w 930"/>
                  <a:gd name="T17" fmla="*/ 27 h 1476"/>
                  <a:gd name="T18" fmla="*/ 4 w 930"/>
                  <a:gd name="T19" fmla="*/ 39 h 1476"/>
                  <a:gd name="T20" fmla="*/ 6 w 930"/>
                  <a:gd name="T21" fmla="*/ 47 h 1476"/>
                  <a:gd name="T22" fmla="*/ 5 w 930"/>
                  <a:gd name="T23" fmla="*/ 73 h 1476"/>
                  <a:gd name="T24" fmla="*/ 7 w 930"/>
                  <a:gd name="T25" fmla="*/ 139 h 1476"/>
                  <a:gd name="T26" fmla="*/ 17 w 930"/>
                  <a:gd name="T27" fmla="*/ 122 h 1476"/>
                  <a:gd name="T28" fmla="*/ 76 w 930"/>
                  <a:gd name="T29" fmla="*/ 122 h 1476"/>
                  <a:gd name="T30" fmla="*/ 81 w 930"/>
                  <a:gd name="T31" fmla="*/ 112 h 1476"/>
                  <a:gd name="T32" fmla="*/ 58 w 930"/>
                  <a:gd name="T33" fmla="*/ 110 h 1476"/>
                  <a:gd name="T34" fmla="*/ 56 w 930"/>
                  <a:gd name="T35" fmla="*/ 102 h 1476"/>
                  <a:gd name="T36" fmla="*/ 58 w 930"/>
                  <a:gd name="T37" fmla="*/ 99 h 1476"/>
                  <a:gd name="T38" fmla="*/ 82 w 930"/>
                  <a:gd name="T39" fmla="*/ 93 h 1476"/>
                  <a:gd name="T40" fmla="*/ 75 w 930"/>
                  <a:gd name="T41" fmla="*/ 87 h 1476"/>
                  <a:gd name="T42" fmla="*/ 55 w 930"/>
                  <a:gd name="T43" fmla="*/ 84 h 1476"/>
                  <a:gd name="T44" fmla="*/ 59 w 930"/>
                  <a:gd name="T45" fmla="*/ 74 h 1476"/>
                  <a:gd name="T46" fmla="*/ 82 w 930"/>
                  <a:gd name="T47" fmla="*/ 69 h 1476"/>
                  <a:gd name="T48" fmla="*/ 78 w 930"/>
                  <a:gd name="T49" fmla="*/ 58 h 1476"/>
                  <a:gd name="T50" fmla="*/ 57 w 930"/>
                  <a:gd name="T51" fmla="*/ 50 h 1476"/>
                  <a:gd name="T52" fmla="*/ 78 w 930"/>
                  <a:gd name="T53" fmla="*/ 46 h 1476"/>
                  <a:gd name="T54" fmla="*/ 83 w 930"/>
                  <a:gd name="T55" fmla="*/ 33 h 1476"/>
                  <a:gd name="T56" fmla="*/ 79 w 930"/>
                  <a:gd name="T57" fmla="*/ 28 h 1476"/>
                  <a:gd name="T58" fmla="*/ 58 w 930"/>
                  <a:gd name="T59" fmla="*/ 19 h 1476"/>
                  <a:gd name="T60" fmla="*/ 77 w 930"/>
                  <a:gd name="T61" fmla="*/ 18 h 1476"/>
                  <a:gd name="T62" fmla="*/ 83 w 930"/>
                  <a:gd name="T63" fmla="*/ 3 h 1476"/>
                  <a:gd name="T64" fmla="*/ 87 w 930"/>
                  <a:gd name="T65" fmla="*/ 0 h 1476"/>
                  <a:gd name="T66" fmla="*/ 90 w 930"/>
                  <a:gd name="T67" fmla="*/ 3 h 14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0" h="1476">
                    <a:moveTo>
                      <a:pt x="871" y="30"/>
                    </a:moveTo>
                    <a:lnTo>
                      <a:pt x="871" y="66"/>
                    </a:lnTo>
                    <a:lnTo>
                      <a:pt x="930" y="126"/>
                    </a:lnTo>
                    <a:lnTo>
                      <a:pt x="919" y="228"/>
                    </a:lnTo>
                    <a:lnTo>
                      <a:pt x="907" y="570"/>
                    </a:lnTo>
                    <a:lnTo>
                      <a:pt x="894" y="1098"/>
                    </a:lnTo>
                    <a:lnTo>
                      <a:pt x="871" y="1176"/>
                    </a:lnTo>
                    <a:lnTo>
                      <a:pt x="894" y="1285"/>
                    </a:lnTo>
                    <a:lnTo>
                      <a:pt x="865" y="1452"/>
                    </a:lnTo>
                    <a:lnTo>
                      <a:pt x="840" y="1476"/>
                    </a:lnTo>
                    <a:lnTo>
                      <a:pt x="60" y="1476"/>
                    </a:lnTo>
                    <a:lnTo>
                      <a:pt x="0" y="1440"/>
                    </a:lnTo>
                    <a:lnTo>
                      <a:pt x="0" y="102"/>
                    </a:lnTo>
                    <a:lnTo>
                      <a:pt x="24" y="66"/>
                    </a:lnTo>
                    <a:lnTo>
                      <a:pt x="36" y="54"/>
                    </a:lnTo>
                    <a:lnTo>
                      <a:pt x="72" y="54"/>
                    </a:lnTo>
                    <a:lnTo>
                      <a:pt x="72" y="264"/>
                    </a:lnTo>
                    <a:lnTo>
                      <a:pt x="47" y="264"/>
                    </a:lnTo>
                    <a:lnTo>
                      <a:pt x="36" y="354"/>
                    </a:lnTo>
                    <a:lnTo>
                      <a:pt x="36" y="384"/>
                    </a:lnTo>
                    <a:lnTo>
                      <a:pt x="60" y="408"/>
                    </a:lnTo>
                    <a:lnTo>
                      <a:pt x="60" y="467"/>
                    </a:lnTo>
                    <a:lnTo>
                      <a:pt x="36" y="534"/>
                    </a:lnTo>
                    <a:lnTo>
                      <a:pt x="47" y="720"/>
                    </a:lnTo>
                    <a:lnTo>
                      <a:pt x="47" y="1303"/>
                    </a:lnTo>
                    <a:lnTo>
                      <a:pt x="72" y="1375"/>
                    </a:lnTo>
                    <a:lnTo>
                      <a:pt x="96" y="1375"/>
                    </a:lnTo>
                    <a:lnTo>
                      <a:pt x="162" y="1212"/>
                    </a:lnTo>
                    <a:lnTo>
                      <a:pt x="186" y="1188"/>
                    </a:lnTo>
                    <a:lnTo>
                      <a:pt x="739" y="1212"/>
                    </a:lnTo>
                    <a:lnTo>
                      <a:pt x="781" y="1152"/>
                    </a:lnTo>
                    <a:lnTo>
                      <a:pt x="781" y="1111"/>
                    </a:lnTo>
                    <a:lnTo>
                      <a:pt x="757" y="1086"/>
                    </a:lnTo>
                    <a:lnTo>
                      <a:pt x="565" y="1086"/>
                    </a:lnTo>
                    <a:lnTo>
                      <a:pt x="529" y="1050"/>
                    </a:lnTo>
                    <a:lnTo>
                      <a:pt x="540" y="1014"/>
                    </a:lnTo>
                    <a:lnTo>
                      <a:pt x="540" y="1008"/>
                    </a:lnTo>
                    <a:lnTo>
                      <a:pt x="565" y="985"/>
                    </a:lnTo>
                    <a:lnTo>
                      <a:pt x="739" y="985"/>
                    </a:lnTo>
                    <a:lnTo>
                      <a:pt x="793" y="924"/>
                    </a:lnTo>
                    <a:lnTo>
                      <a:pt x="793" y="894"/>
                    </a:lnTo>
                    <a:lnTo>
                      <a:pt x="727" y="858"/>
                    </a:lnTo>
                    <a:lnTo>
                      <a:pt x="552" y="858"/>
                    </a:lnTo>
                    <a:lnTo>
                      <a:pt x="529" y="834"/>
                    </a:lnTo>
                    <a:lnTo>
                      <a:pt x="540" y="762"/>
                    </a:lnTo>
                    <a:lnTo>
                      <a:pt x="576" y="732"/>
                    </a:lnTo>
                    <a:lnTo>
                      <a:pt x="768" y="720"/>
                    </a:lnTo>
                    <a:lnTo>
                      <a:pt x="793" y="684"/>
                    </a:lnTo>
                    <a:lnTo>
                      <a:pt x="793" y="593"/>
                    </a:lnTo>
                    <a:lnTo>
                      <a:pt x="757" y="570"/>
                    </a:lnTo>
                    <a:lnTo>
                      <a:pt x="540" y="570"/>
                    </a:lnTo>
                    <a:lnTo>
                      <a:pt x="552" y="492"/>
                    </a:lnTo>
                    <a:lnTo>
                      <a:pt x="588" y="456"/>
                    </a:lnTo>
                    <a:lnTo>
                      <a:pt x="757" y="456"/>
                    </a:lnTo>
                    <a:lnTo>
                      <a:pt x="793" y="408"/>
                    </a:lnTo>
                    <a:lnTo>
                      <a:pt x="804" y="330"/>
                    </a:lnTo>
                    <a:lnTo>
                      <a:pt x="804" y="318"/>
                    </a:lnTo>
                    <a:lnTo>
                      <a:pt x="768" y="282"/>
                    </a:lnTo>
                    <a:lnTo>
                      <a:pt x="565" y="282"/>
                    </a:lnTo>
                    <a:lnTo>
                      <a:pt x="565" y="192"/>
                    </a:lnTo>
                    <a:lnTo>
                      <a:pt x="714" y="180"/>
                    </a:lnTo>
                    <a:lnTo>
                      <a:pt x="745" y="180"/>
                    </a:lnTo>
                    <a:lnTo>
                      <a:pt x="793" y="138"/>
                    </a:lnTo>
                    <a:lnTo>
                      <a:pt x="804" y="30"/>
                    </a:lnTo>
                    <a:lnTo>
                      <a:pt x="829" y="0"/>
                    </a:lnTo>
                    <a:lnTo>
                      <a:pt x="840" y="0"/>
                    </a:lnTo>
                    <a:lnTo>
                      <a:pt x="871"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5" name="Freeform 196">
                <a:extLst>
                  <a:ext uri="{FF2B5EF4-FFF2-40B4-BE49-F238E27FC236}">
                    <a16:creationId xmlns:a16="http://schemas.microsoft.com/office/drawing/2014/main" id="{63DE99DC-EF0F-4745-8672-8F4993960159}"/>
                  </a:ext>
                </a:extLst>
              </p:cNvPr>
              <p:cNvSpPr>
                <a:spLocks/>
              </p:cNvSpPr>
              <p:nvPr/>
            </p:nvSpPr>
            <p:spPr bwMode="auto">
              <a:xfrm>
                <a:off x="3788" y="3368"/>
                <a:ext cx="22" cy="22"/>
              </a:xfrm>
              <a:custGeom>
                <a:avLst/>
                <a:gdLst>
                  <a:gd name="T0" fmla="*/ 22 w 216"/>
                  <a:gd name="T1" fmla="*/ 10 h 223"/>
                  <a:gd name="T2" fmla="*/ 18 w 216"/>
                  <a:gd name="T3" fmla="*/ 17 h 223"/>
                  <a:gd name="T4" fmla="*/ 18 w 216"/>
                  <a:gd name="T5" fmla="*/ 18 h 223"/>
                  <a:gd name="T6" fmla="*/ 15 w 216"/>
                  <a:gd name="T7" fmla="*/ 22 h 223"/>
                  <a:gd name="T8" fmla="*/ 0 w 216"/>
                  <a:gd name="T9" fmla="*/ 17 h 223"/>
                  <a:gd name="T10" fmla="*/ 0 w 216"/>
                  <a:gd name="T11" fmla="*/ 13 h 223"/>
                  <a:gd name="T12" fmla="*/ 10 w 216"/>
                  <a:gd name="T13" fmla="*/ 7 h 223"/>
                  <a:gd name="T14" fmla="*/ 13 w 216"/>
                  <a:gd name="T15" fmla="*/ 0 h 223"/>
                  <a:gd name="T16" fmla="*/ 22 w 216"/>
                  <a:gd name="T17" fmla="*/ 5 h 223"/>
                  <a:gd name="T18" fmla="*/ 22 w 216"/>
                  <a:gd name="T19" fmla="*/ 10 h 223"/>
                  <a:gd name="T20" fmla="*/ 22 w 216"/>
                  <a:gd name="T21" fmla="*/ 1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 h="223">
                    <a:moveTo>
                      <a:pt x="216" y="97"/>
                    </a:moveTo>
                    <a:lnTo>
                      <a:pt x="180" y="175"/>
                    </a:lnTo>
                    <a:lnTo>
                      <a:pt x="180" y="187"/>
                    </a:lnTo>
                    <a:lnTo>
                      <a:pt x="144" y="223"/>
                    </a:lnTo>
                    <a:lnTo>
                      <a:pt x="0" y="175"/>
                    </a:lnTo>
                    <a:lnTo>
                      <a:pt x="0" y="133"/>
                    </a:lnTo>
                    <a:lnTo>
                      <a:pt x="101" y="72"/>
                    </a:lnTo>
                    <a:lnTo>
                      <a:pt x="132" y="0"/>
                    </a:lnTo>
                    <a:lnTo>
                      <a:pt x="216" y="49"/>
                    </a:lnTo>
                    <a:lnTo>
                      <a:pt x="21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6" name="Freeform 197">
                <a:extLst>
                  <a:ext uri="{FF2B5EF4-FFF2-40B4-BE49-F238E27FC236}">
                    <a16:creationId xmlns:a16="http://schemas.microsoft.com/office/drawing/2014/main" id="{CB22CAA3-8BB4-41CD-83FF-049E173B2EE1}"/>
                  </a:ext>
                </a:extLst>
              </p:cNvPr>
              <p:cNvSpPr>
                <a:spLocks/>
              </p:cNvSpPr>
              <p:nvPr/>
            </p:nvSpPr>
            <p:spPr bwMode="auto">
              <a:xfrm>
                <a:off x="4377" y="3368"/>
                <a:ext cx="40" cy="109"/>
              </a:xfrm>
              <a:custGeom>
                <a:avLst/>
                <a:gdLst>
                  <a:gd name="T0" fmla="*/ 33 w 384"/>
                  <a:gd name="T1" fmla="*/ 5 h 1081"/>
                  <a:gd name="T2" fmla="*/ 40 w 384"/>
                  <a:gd name="T3" fmla="*/ 10 h 1081"/>
                  <a:gd name="T4" fmla="*/ 40 w 384"/>
                  <a:gd name="T5" fmla="*/ 42 h 1081"/>
                  <a:gd name="T6" fmla="*/ 38 w 384"/>
                  <a:gd name="T7" fmla="*/ 70 h 1081"/>
                  <a:gd name="T8" fmla="*/ 36 w 384"/>
                  <a:gd name="T9" fmla="*/ 105 h 1081"/>
                  <a:gd name="T10" fmla="*/ 30 w 384"/>
                  <a:gd name="T11" fmla="*/ 109 h 1081"/>
                  <a:gd name="T12" fmla="*/ 1 w 384"/>
                  <a:gd name="T13" fmla="*/ 109 h 1081"/>
                  <a:gd name="T14" fmla="*/ 1 w 384"/>
                  <a:gd name="T15" fmla="*/ 100 h 1081"/>
                  <a:gd name="T16" fmla="*/ 5 w 384"/>
                  <a:gd name="T17" fmla="*/ 96 h 1081"/>
                  <a:gd name="T18" fmla="*/ 21 w 384"/>
                  <a:gd name="T19" fmla="*/ 96 h 1081"/>
                  <a:gd name="T20" fmla="*/ 26 w 384"/>
                  <a:gd name="T21" fmla="*/ 91 h 1081"/>
                  <a:gd name="T22" fmla="*/ 26 w 384"/>
                  <a:gd name="T23" fmla="*/ 90 h 1081"/>
                  <a:gd name="T24" fmla="*/ 22 w 384"/>
                  <a:gd name="T25" fmla="*/ 86 h 1081"/>
                  <a:gd name="T26" fmla="*/ 3 w 384"/>
                  <a:gd name="T27" fmla="*/ 84 h 1081"/>
                  <a:gd name="T28" fmla="*/ 0 w 384"/>
                  <a:gd name="T29" fmla="*/ 81 h 1081"/>
                  <a:gd name="T30" fmla="*/ 3 w 384"/>
                  <a:gd name="T31" fmla="*/ 78 h 1081"/>
                  <a:gd name="T32" fmla="*/ 10 w 384"/>
                  <a:gd name="T33" fmla="*/ 73 h 1081"/>
                  <a:gd name="T34" fmla="*/ 24 w 384"/>
                  <a:gd name="T35" fmla="*/ 72 h 1081"/>
                  <a:gd name="T36" fmla="*/ 26 w 384"/>
                  <a:gd name="T37" fmla="*/ 68 h 1081"/>
                  <a:gd name="T38" fmla="*/ 26 w 384"/>
                  <a:gd name="T39" fmla="*/ 61 h 1081"/>
                  <a:gd name="T40" fmla="*/ 24 w 384"/>
                  <a:gd name="T41" fmla="*/ 58 h 1081"/>
                  <a:gd name="T42" fmla="*/ 6 w 384"/>
                  <a:gd name="T43" fmla="*/ 58 h 1081"/>
                  <a:gd name="T44" fmla="*/ 0 w 384"/>
                  <a:gd name="T45" fmla="*/ 56 h 1081"/>
                  <a:gd name="T46" fmla="*/ 3 w 384"/>
                  <a:gd name="T47" fmla="*/ 49 h 1081"/>
                  <a:gd name="T48" fmla="*/ 6 w 384"/>
                  <a:gd name="T49" fmla="*/ 45 h 1081"/>
                  <a:gd name="T50" fmla="*/ 22 w 384"/>
                  <a:gd name="T51" fmla="*/ 45 h 1081"/>
                  <a:gd name="T52" fmla="*/ 26 w 384"/>
                  <a:gd name="T53" fmla="*/ 41 h 1081"/>
                  <a:gd name="T54" fmla="*/ 26 w 384"/>
                  <a:gd name="T55" fmla="*/ 30 h 1081"/>
                  <a:gd name="T56" fmla="*/ 23 w 384"/>
                  <a:gd name="T57" fmla="*/ 27 h 1081"/>
                  <a:gd name="T58" fmla="*/ 4 w 384"/>
                  <a:gd name="T59" fmla="*/ 27 h 1081"/>
                  <a:gd name="T60" fmla="*/ 5 w 384"/>
                  <a:gd name="T61" fmla="*/ 21 h 1081"/>
                  <a:gd name="T62" fmla="*/ 5 w 384"/>
                  <a:gd name="T63" fmla="*/ 18 h 1081"/>
                  <a:gd name="T64" fmla="*/ 24 w 384"/>
                  <a:gd name="T65" fmla="*/ 14 h 1081"/>
                  <a:gd name="T66" fmla="*/ 26 w 384"/>
                  <a:gd name="T67" fmla="*/ 12 h 1081"/>
                  <a:gd name="T68" fmla="*/ 28 w 384"/>
                  <a:gd name="T69" fmla="*/ 0 h 1081"/>
                  <a:gd name="T70" fmla="*/ 30 w 384"/>
                  <a:gd name="T71" fmla="*/ 0 h 1081"/>
                  <a:gd name="T72" fmla="*/ 33 w 384"/>
                  <a:gd name="T73" fmla="*/ 5 h 1081"/>
                  <a:gd name="T74" fmla="*/ 33 w 384"/>
                  <a:gd name="T75" fmla="*/ 5 h 108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84" h="1081">
                    <a:moveTo>
                      <a:pt x="312" y="49"/>
                    </a:moveTo>
                    <a:lnTo>
                      <a:pt x="384" y="97"/>
                    </a:lnTo>
                    <a:lnTo>
                      <a:pt x="384" y="415"/>
                    </a:lnTo>
                    <a:lnTo>
                      <a:pt x="360" y="691"/>
                    </a:lnTo>
                    <a:lnTo>
                      <a:pt x="348" y="1045"/>
                    </a:lnTo>
                    <a:lnTo>
                      <a:pt x="288" y="1081"/>
                    </a:lnTo>
                    <a:lnTo>
                      <a:pt x="12" y="1081"/>
                    </a:lnTo>
                    <a:lnTo>
                      <a:pt x="12" y="991"/>
                    </a:lnTo>
                    <a:lnTo>
                      <a:pt x="48" y="955"/>
                    </a:lnTo>
                    <a:lnTo>
                      <a:pt x="198" y="955"/>
                    </a:lnTo>
                    <a:lnTo>
                      <a:pt x="246" y="901"/>
                    </a:lnTo>
                    <a:lnTo>
                      <a:pt x="246" y="889"/>
                    </a:lnTo>
                    <a:lnTo>
                      <a:pt x="210" y="853"/>
                    </a:lnTo>
                    <a:lnTo>
                      <a:pt x="24" y="829"/>
                    </a:lnTo>
                    <a:lnTo>
                      <a:pt x="0" y="805"/>
                    </a:lnTo>
                    <a:lnTo>
                      <a:pt x="24" y="769"/>
                    </a:lnTo>
                    <a:lnTo>
                      <a:pt x="96" y="727"/>
                    </a:lnTo>
                    <a:lnTo>
                      <a:pt x="234" y="715"/>
                    </a:lnTo>
                    <a:lnTo>
                      <a:pt x="252" y="679"/>
                    </a:lnTo>
                    <a:lnTo>
                      <a:pt x="252" y="601"/>
                    </a:lnTo>
                    <a:lnTo>
                      <a:pt x="234" y="577"/>
                    </a:lnTo>
                    <a:lnTo>
                      <a:pt x="60" y="577"/>
                    </a:lnTo>
                    <a:lnTo>
                      <a:pt x="0" y="552"/>
                    </a:lnTo>
                    <a:lnTo>
                      <a:pt x="24" y="487"/>
                    </a:lnTo>
                    <a:lnTo>
                      <a:pt x="60" y="451"/>
                    </a:lnTo>
                    <a:lnTo>
                      <a:pt x="210" y="451"/>
                    </a:lnTo>
                    <a:lnTo>
                      <a:pt x="252" y="403"/>
                    </a:lnTo>
                    <a:lnTo>
                      <a:pt x="252" y="301"/>
                    </a:lnTo>
                    <a:lnTo>
                      <a:pt x="222" y="265"/>
                    </a:lnTo>
                    <a:lnTo>
                      <a:pt x="36" y="265"/>
                    </a:lnTo>
                    <a:lnTo>
                      <a:pt x="48" y="211"/>
                    </a:lnTo>
                    <a:lnTo>
                      <a:pt x="48" y="175"/>
                    </a:lnTo>
                    <a:lnTo>
                      <a:pt x="234" y="139"/>
                    </a:lnTo>
                    <a:lnTo>
                      <a:pt x="252" y="121"/>
                    </a:lnTo>
                    <a:lnTo>
                      <a:pt x="264" y="0"/>
                    </a:lnTo>
                    <a:lnTo>
                      <a:pt x="288" y="0"/>
                    </a:lnTo>
                    <a:lnTo>
                      <a:pt x="3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7" name="Freeform 198">
                <a:extLst>
                  <a:ext uri="{FF2B5EF4-FFF2-40B4-BE49-F238E27FC236}">
                    <a16:creationId xmlns:a16="http://schemas.microsoft.com/office/drawing/2014/main" id="{2D27AE06-3AB8-4015-81F4-A5F311359F41}"/>
                  </a:ext>
                </a:extLst>
              </p:cNvPr>
              <p:cNvSpPr>
                <a:spLocks/>
              </p:cNvSpPr>
              <p:nvPr/>
            </p:nvSpPr>
            <p:spPr bwMode="auto">
              <a:xfrm>
                <a:off x="4463" y="3370"/>
                <a:ext cx="93" cy="150"/>
              </a:xfrm>
              <a:custGeom>
                <a:avLst/>
                <a:gdLst>
                  <a:gd name="T0" fmla="*/ 87 w 883"/>
                  <a:gd name="T1" fmla="*/ 12 h 1483"/>
                  <a:gd name="T2" fmla="*/ 90 w 883"/>
                  <a:gd name="T3" fmla="*/ 85 h 1483"/>
                  <a:gd name="T4" fmla="*/ 88 w 883"/>
                  <a:gd name="T5" fmla="*/ 93 h 1483"/>
                  <a:gd name="T6" fmla="*/ 89 w 883"/>
                  <a:gd name="T7" fmla="*/ 146 h 1483"/>
                  <a:gd name="T8" fmla="*/ 51 w 883"/>
                  <a:gd name="T9" fmla="*/ 150 h 1483"/>
                  <a:gd name="T10" fmla="*/ 53 w 883"/>
                  <a:gd name="T11" fmla="*/ 126 h 1483"/>
                  <a:gd name="T12" fmla="*/ 77 w 883"/>
                  <a:gd name="T13" fmla="*/ 121 h 1483"/>
                  <a:gd name="T14" fmla="*/ 72 w 883"/>
                  <a:gd name="T15" fmla="*/ 87 h 1483"/>
                  <a:gd name="T16" fmla="*/ 48 w 883"/>
                  <a:gd name="T17" fmla="*/ 85 h 1483"/>
                  <a:gd name="T18" fmla="*/ 44 w 883"/>
                  <a:gd name="T19" fmla="*/ 134 h 1483"/>
                  <a:gd name="T20" fmla="*/ 40 w 883"/>
                  <a:gd name="T21" fmla="*/ 146 h 1483"/>
                  <a:gd name="T22" fmla="*/ 1 w 883"/>
                  <a:gd name="T23" fmla="*/ 150 h 1483"/>
                  <a:gd name="T24" fmla="*/ 0 w 883"/>
                  <a:gd name="T25" fmla="*/ 141 h 1483"/>
                  <a:gd name="T26" fmla="*/ 27 w 883"/>
                  <a:gd name="T27" fmla="*/ 123 h 1483"/>
                  <a:gd name="T28" fmla="*/ 31 w 883"/>
                  <a:gd name="T29" fmla="*/ 113 h 1483"/>
                  <a:gd name="T30" fmla="*/ 5 w 883"/>
                  <a:gd name="T31" fmla="*/ 108 h 1483"/>
                  <a:gd name="T32" fmla="*/ 27 w 883"/>
                  <a:gd name="T33" fmla="*/ 98 h 1483"/>
                  <a:gd name="T34" fmla="*/ 30 w 883"/>
                  <a:gd name="T35" fmla="*/ 87 h 1483"/>
                  <a:gd name="T36" fmla="*/ 3 w 883"/>
                  <a:gd name="T37" fmla="*/ 84 h 1483"/>
                  <a:gd name="T38" fmla="*/ 7 w 883"/>
                  <a:gd name="T39" fmla="*/ 73 h 1483"/>
                  <a:gd name="T40" fmla="*/ 27 w 883"/>
                  <a:gd name="T41" fmla="*/ 72 h 1483"/>
                  <a:gd name="T42" fmla="*/ 30 w 883"/>
                  <a:gd name="T43" fmla="*/ 59 h 1483"/>
                  <a:gd name="T44" fmla="*/ 7 w 883"/>
                  <a:gd name="T45" fmla="*/ 56 h 1483"/>
                  <a:gd name="T46" fmla="*/ 5 w 883"/>
                  <a:gd name="T47" fmla="*/ 52 h 1483"/>
                  <a:gd name="T48" fmla="*/ 8 w 883"/>
                  <a:gd name="T49" fmla="*/ 45 h 1483"/>
                  <a:gd name="T50" fmla="*/ 30 w 883"/>
                  <a:gd name="T51" fmla="*/ 41 h 1483"/>
                  <a:gd name="T52" fmla="*/ 27 w 883"/>
                  <a:gd name="T53" fmla="*/ 25 h 1483"/>
                  <a:gd name="T54" fmla="*/ 5 w 883"/>
                  <a:gd name="T55" fmla="*/ 22 h 1483"/>
                  <a:gd name="T56" fmla="*/ 27 w 883"/>
                  <a:gd name="T57" fmla="*/ 15 h 1483"/>
                  <a:gd name="T58" fmla="*/ 29 w 883"/>
                  <a:gd name="T59" fmla="*/ 2 h 1483"/>
                  <a:gd name="T60" fmla="*/ 37 w 883"/>
                  <a:gd name="T61" fmla="*/ 8 h 1483"/>
                  <a:gd name="T62" fmla="*/ 44 w 883"/>
                  <a:gd name="T63" fmla="*/ 24 h 1483"/>
                  <a:gd name="T64" fmla="*/ 44 w 883"/>
                  <a:gd name="T65" fmla="*/ 47 h 1483"/>
                  <a:gd name="T66" fmla="*/ 47 w 883"/>
                  <a:gd name="T67" fmla="*/ 79 h 1483"/>
                  <a:gd name="T68" fmla="*/ 68 w 883"/>
                  <a:gd name="T69" fmla="*/ 75 h 1483"/>
                  <a:gd name="T70" fmla="*/ 76 w 883"/>
                  <a:gd name="T71" fmla="*/ 70 h 1483"/>
                  <a:gd name="T72" fmla="*/ 73 w 883"/>
                  <a:gd name="T73" fmla="*/ 47 h 1483"/>
                  <a:gd name="T74" fmla="*/ 75 w 883"/>
                  <a:gd name="T75" fmla="*/ 34 h 1483"/>
                  <a:gd name="T76" fmla="*/ 51 w 883"/>
                  <a:gd name="T77" fmla="*/ 29 h 1483"/>
                  <a:gd name="T78" fmla="*/ 52 w 883"/>
                  <a:gd name="T79" fmla="*/ 16 h 1483"/>
                  <a:gd name="T80" fmla="*/ 73 w 883"/>
                  <a:gd name="T81" fmla="*/ 12 h 1483"/>
                  <a:gd name="T82" fmla="*/ 76 w 883"/>
                  <a:gd name="T83" fmla="*/ 0 h 1483"/>
                  <a:gd name="T84" fmla="*/ 82 w 883"/>
                  <a:gd name="T85" fmla="*/ 8 h 14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83" h="1483">
                    <a:moveTo>
                      <a:pt x="781" y="84"/>
                    </a:moveTo>
                    <a:lnTo>
                      <a:pt x="823" y="120"/>
                    </a:lnTo>
                    <a:lnTo>
                      <a:pt x="847" y="377"/>
                    </a:lnTo>
                    <a:lnTo>
                      <a:pt x="859" y="840"/>
                    </a:lnTo>
                    <a:lnTo>
                      <a:pt x="859" y="888"/>
                    </a:lnTo>
                    <a:lnTo>
                      <a:pt x="835" y="918"/>
                    </a:lnTo>
                    <a:lnTo>
                      <a:pt x="883" y="1380"/>
                    </a:lnTo>
                    <a:lnTo>
                      <a:pt x="847" y="1447"/>
                    </a:lnTo>
                    <a:lnTo>
                      <a:pt x="799" y="1483"/>
                    </a:lnTo>
                    <a:lnTo>
                      <a:pt x="480" y="1483"/>
                    </a:lnTo>
                    <a:lnTo>
                      <a:pt x="457" y="1458"/>
                    </a:lnTo>
                    <a:lnTo>
                      <a:pt x="505" y="1242"/>
                    </a:lnTo>
                    <a:lnTo>
                      <a:pt x="697" y="1231"/>
                    </a:lnTo>
                    <a:lnTo>
                      <a:pt x="733" y="1194"/>
                    </a:lnTo>
                    <a:lnTo>
                      <a:pt x="721" y="894"/>
                    </a:lnTo>
                    <a:lnTo>
                      <a:pt x="685" y="864"/>
                    </a:lnTo>
                    <a:lnTo>
                      <a:pt x="480" y="864"/>
                    </a:lnTo>
                    <a:lnTo>
                      <a:pt x="457" y="840"/>
                    </a:lnTo>
                    <a:lnTo>
                      <a:pt x="415" y="906"/>
                    </a:lnTo>
                    <a:lnTo>
                      <a:pt x="415" y="1321"/>
                    </a:lnTo>
                    <a:lnTo>
                      <a:pt x="390" y="1344"/>
                    </a:lnTo>
                    <a:lnTo>
                      <a:pt x="379" y="1447"/>
                    </a:lnTo>
                    <a:lnTo>
                      <a:pt x="331" y="1483"/>
                    </a:lnTo>
                    <a:lnTo>
                      <a:pt x="12" y="1483"/>
                    </a:lnTo>
                    <a:lnTo>
                      <a:pt x="0" y="1470"/>
                    </a:lnTo>
                    <a:lnTo>
                      <a:pt x="0" y="1398"/>
                    </a:lnTo>
                    <a:lnTo>
                      <a:pt x="61" y="1242"/>
                    </a:lnTo>
                    <a:lnTo>
                      <a:pt x="252" y="1218"/>
                    </a:lnTo>
                    <a:lnTo>
                      <a:pt x="295" y="1129"/>
                    </a:lnTo>
                    <a:lnTo>
                      <a:pt x="295" y="1116"/>
                    </a:lnTo>
                    <a:lnTo>
                      <a:pt x="264" y="1080"/>
                    </a:lnTo>
                    <a:lnTo>
                      <a:pt x="48" y="1068"/>
                    </a:lnTo>
                    <a:lnTo>
                      <a:pt x="66" y="978"/>
                    </a:lnTo>
                    <a:lnTo>
                      <a:pt x="252" y="967"/>
                    </a:lnTo>
                    <a:lnTo>
                      <a:pt x="288" y="931"/>
                    </a:lnTo>
                    <a:lnTo>
                      <a:pt x="288" y="864"/>
                    </a:lnTo>
                    <a:lnTo>
                      <a:pt x="252" y="828"/>
                    </a:lnTo>
                    <a:lnTo>
                      <a:pt x="30" y="828"/>
                    </a:lnTo>
                    <a:lnTo>
                      <a:pt x="30" y="768"/>
                    </a:lnTo>
                    <a:lnTo>
                      <a:pt x="66" y="726"/>
                    </a:lnTo>
                    <a:lnTo>
                      <a:pt x="216" y="714"/>
                    </a:lnTo>
                    <a:lnTo>
                      <a:pt x="252" y="714"/>
                    </a:lnTo>
                    <a:lnTo>
                      <a:pt x="288" y="678"/>
                    </a:lnTo>
                    <a:lnTo>
                      <a:pt x="288" y="588"/>
                    </a:lnTo>
                    <a:lnTo>
                      <a:pt x="228" y="539"/>
                    </a:lnTo>
                    <a:lnTo>
                      <a:pt x="66" y="552"/>
                    </a:lnTo>
                    <a:lnTo>
                      <a:pt x="30" y="552"/>
                    </a:lnTo>
                    <a:lnTo>
                      <a:pt x="48" y="516"/>
                    </a:lnTo>
                    <a:lnTo>
                      <a:pt x="48" y="480"/>
                    </a:lnTo>
                    <a:lnTo>
                      <a:pt x="79" y="449"/>
                    </a:lnTo>
                    <a:lnTo>
                      <a:pt x="252" y="438"/>
                    </a:lnTo>
                    <a:lnTo>
                      <a:pt x="288" y="402"/>
                    </a:lnTo>
                    <a:lnTo>
                      <a:pt x="288" y="288"/>
                    </a:lnTo>
                    <a:lnTo>
                      <a:pt x="252" y="252"/>
                    </a:lnTo>
                    <a:lnTo>
                      <a:pt x="48" y="264"/>
                    </a:lnTo>
                    <a:lnTo>
                      <a:pt x="48" y="221"/>
                    </a:lnTo>
                    <a:lnTo>
                      <a:pt x="66" y="149"/>
                    </a:lnTo>
                    <a:lnTo>
                      <a:pt x="252" y="149"/>
                    </a:lnTo>
                    <a:lnTo>
                      <a:pt x="288" y="120"/>
                    </a:lnTo>
                    <a:lnTo>
                      <a:pt x="277" y="23"/>
                    </a:lnTo>
                    <a:lnTo>
                      <a:pt x="288" y="12"/>
                    </a:lnTo>
                    <a:lnTo>
                      <a:pt x="354" y="84"/>
                    </a:lnTo>
                    <a:lnTo>
                      <a:pt x="390" y="90"/>
                    </a:lnTo>
                    <a:lnTo>
                      <a:pt x="415" y="234"/>
                    </a:lnTo>
                    <a:lnTo>
                      <a:pt x="390" y="324"/>
                    </a:lnTo>
                    <a:lnTo>
                      <a:pt x="415" y="462"/>
                    </a:lnTo>
                    <a:lnTo>
                      <a:pt x="421" y="756"/>
                    </a:lnTo>
                    <a:lnTo>
                      <a:pt x="444" y="780"/>
                    </a:lnTo>
                    <a:lnTo>
                      <a:pt x="480" y="756"/>
                    </a:lnTo>
                    <a:lnTo>
                      <a:pt x="642" y="744"/>
                    </a:lnTo>
                    <a:lnTo>
                      <a:pt x="679" y="738"/>
                    </a:lnTo>
                    <a:lnTo>
                      <a:pt x="721" y="690"/>
                    </a:lnTo>
                    <a:lnTo>
                      <a:pt x="721" y="516"/>
                    </a:lnTo>
                    <a:lnTo>
                      <a:pt x="697" y="462"/>
                    </a:lnTo>
                    <a:lnTo>
                      <a:pt x="709" y="359"/>
                    </a:lnTo>
                    <a:lnTo>
                      <a:pt x="709" y="336"/>
                    </a:lnTo>
                    <a:lnTo>
                      <a:pt x="679" y="300"/>
                    </a:lnTo>
                    <a:lnTo>
                      <a:pt x="480" y="288"/>
                    </a:lnTo>
                    <a:lnTo>
                      <a:pt x="480" y="174"/>
                    </a:lnTo>
                    <a:lnTo>
                      <a:pt x="493" y="162"/>
                    </a:lnTo>
                    <a:lnTo>
                      <a:pt x="679" y="138"/>
                    </a:lnTo>
                    <a:lnTo>
                      <a:pt x="697" y="120"/>
                    </a:lnTo>
                    <a:lnTo>
                      <a:pt x="697" y="23"/>
                    </a:lnTo>
                    <a:lnTo>
                      <a:pt x="721" y="0"/>
                    </a:lnTo>
                    <a:lnTo>
                      <a:pt x="733" y="0"/>
                    </a:lnTo>
                    <a:lnTo>
                      <a:pt x="7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8" name="Freeform 199">
                <a:extLst>
                  <a:ext uri="{FF2B5EF4-FFF2-40B4-BE49-F238E27FC236}">
                    <a16:creationId xmlns:a16="http://schemas.microsoft.com/office/drawing/2014/main" id="{F1D940B7-735B-4469-B499-421F1290ABE7}"/>
                  </a:ext>
                </a:extLst>
              </p:cNvPr>
              <p:cNvSpPr>
                <a:spLocks/>
              </p:cNvSpPr>
              <p:nvPr/>
            </p:nvSpPr>
            <p:spPr bwMode="auto">
              <a:xfrm>
                <a:off x="3543" y="3390"/>
                <a:ext cx="73" cy="53"/>
              </a:xfrm>
              <a:custGeom>
                <a:avLst/>
                <a:gdLst>
                  <a:gd name="T0" fmla="*/ 73 w 698"/>
                  <a:gd name="T1" fmla="*/ 13 h 504"/>
                  <a:gd name="T2" fmla="*/ 69 w 698"/>
                  <a:gd name="T3" fmla="*/ 28 h 504"/>
                  <a:gd name="T4" fmla="*/ 67 w 698"/>
                  <a:gd name="T5" fmla="*/ 32 h 504"/>
                  <a:gd name="T6" fmla="*/ 58 w 698"/>
                  <a:gd name="T7" fmla="*/ 35 h 504"/>
                  <a:gd name="T8" fmla="*/ 56 w 698"/>
                  <a:gd name="T9" fmla="*/ 37 h 504"/>
                  <a:gd name="T10" fmla="*/ 54 w 698"/>
                  <a:gd name="T11" fmla="*/ 49 h 504"/>
                  <a:gd name="T12" fmla="*/ 50 w 698"/>
                  <a:gd name="T13" fmla="*/ 53 h 504"/>
                  <a:gd name="T14" fmla="*/ 0 w 698"/>
                  <a:gd name="T15" fmla="*/ 53 h 504"/>
                  <a:gd name="T16" fmla="*/ 0 w 698"/>
                  <a:gd name="T17" fmla="*/ 45 h 504"/>
                  <a:gd name="T18" fmla="*/ 2 w 698"/>
                  <a:gd name="T19" fmla="*/ 42 h 504"/>
                  <a:gd name="T20" fmla="*/ 39 w 698"/>
                  <a:gd name="T21" fmla="*/ 40 h 504"/>
                  <a:gd name="T22" fmla="*/ 44 w 698"/>
                  <a:gd name="T23" fmla="*/ 33 h 504"/>
                  <a:gd name="T24" fmla="*/ 44 w 698"/>
                  <a:gd name="T25" fmla="*/ 28 h 504"/>
                  <a:gd name="T26" fmla="*/ 38 w 698"/>
                  <a:gd name="T27" fmla="*/ 25 h 504"/>
                  <a:gd name="T28" fmla="*/ 11 w 698"/>
                  <a:gd name="T29" fmla="*/ 24 h 504"/>
                  <a:gd name="T30" fmla="*/ 8 w 698"/>
                  <a:gd name="T31" fmla="*/ 24 h 504"/>
                  <a:gd name="T32" fmla="*/ 8 w 698"/>
                  <a:gd name="T33" fmla="*/ 15 h 504"/>
                  <a:gd name="T34" fmla="*/ 11 w 698"/>
                  <a:gd name="T35" fmla="*/ 12 h 504"/>
                  <a:gd name="T36" fmla="*/ 43 w 698"/>
                  <a:gd name="T37" fmla="*/ 15 h 504"/>
                  <a:gd name="T38" fmla="*/ 52 w 698"/>
                  <a:gd name="T39" fmla="*/ 12 h 504"/>
                  <a:gd name="T40" fmla="*/ 57 w 698"/>
                  <a:gd name="T41" fmla="*/ 6 h 504"/>
                  <a:gd name="T42" fmla="*/ 58 w 698"/>
                  <a:gd name="T43" fmla="*/ 1 h 504"/>
                  <a:gd name="T44" fmla="*/ 61 w 698"/>
                  <a:gd name="T45" fmla="*/ 0 h 504"/>
                  <a:gd name="T46" fmla="*/ 70 w 698"/>
                  <a:gd name="T47" fmla="*/ 11 h 504"/>
                  <a:gd name="T48" fmla="*/ 73 w 698"/>
                  <a:gd name="T49" fmla="*/ 13 h 504"/>
                  <a:gd name="T50" fmla="*/ 73 w 698"/>
                  <a:gd name="T51" fmla="*/ 13 h 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98" h="504">
                    <a:moveTo>
                      <a:pt x="698" y="126"/>
                    </a:moveTo>
                    <a:lnTo>
                      <a:pt x="662" y="264"/>
                    </a:lnTo>
                    <a:lnTo>
                      <a:pt x="637" y="306"/>
                    </a:lnTo>
                    <a:lnTo>
                      <a:pt x="559" y="329"/>
                    </a:lnTo>
                    <a:lnTo>
                      <a:pt x="536" y="354"/>
                    </a:lnTo>
                    <a:lnTo>
                      <a:pt x="518" y="468"/>
                    </a:lnTo>
                    <a:lnTo>
                      <a:pt x="482" y="504"/>
                    </a:lnTo>
                    <a:lnTo>
                      <a:pt x="0" y="504"/>
                    </a:lnTo>
                    <a:lnTo>
                      <a:pt x="0" y="432"/>
                    </a:lnTo>
                    <a:lnTo>
                      <a:pt x="18" y="396"/>
                    </a:lnTo>
                    <a:lnTo>
                      <a:pt x="372" y="378"/>
                    </a:lnTo>
                    <a:lnTo>
                      <a:pt x="421" y="318"/>
                    </a:lnTo>
                    <a:lnTo>
                      <a:pt x="421" y="270"/>
                    </a:lnTo>
                    <a:lnTo>
                      <a:pt x="367" y="239"/>
                    </a:lnTo>
                    <a:lnTo>
                      <a:pt x="109" y="228"/>
                    </a:lnTo>
                    <a:lnTo>
                      <a:pt x="79" y="228"/>
                    </a:lnTo>
                    <a:lnTo>
                      <a:pt x="79" y="138"/>
                    </a:lnTo>
                    <a:lnTo>
                      <a:pt x="102" y="114"/>
                    </a:lnTo>
                    <a:lnTo>
                      <a:pt x="410" y="138"/>
                    </a:lnTo>
                    <a:lnTo>
                      <a:pt x="500" y="114"/>
                    </a:lnTo>
                    <a:lnTo>
                      <a:pt x="547" y="54"/>
                    </a:lnTo>
                    <a:lnTo>
                      <a:pt x="559" y="11"/>
                    </a:lnTo>
                    <a:lnTo>
                      <a:pt x="583" y="0"/>
                    </a:lnTo>
                    <a:lnTo>
                      <a:pt x="673" y="102"/>
                    </a:lnTo>
                    <a:lnTo>
                      <a:pt x="698"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9" name="Freeform 200">
                <a:extLst>
                  <a:ext uri="{FF2B5EF4-FFF2-40B4-BE49-F238E27FC236}">
                    <a16:creationId xmlns:a16="http://schemas.microsoft.com/office/drawing/2014/main" id="{2A046EE4-B1BF-4BD8-B003-C6BFEDEFE4AE}"/>
                  </a:ext>
                </a:extLst>
              </p:cNvPr>
              <p:cNvSpPr>
                <a:spLocks/>
              </p:cNvSpPr>
              <p:nvPr/>
            </p:nvSpPr>
            <p:spPr bwMode="auto">
              <a:xfrm>
                <a:off x="3722" y="3393"/>
                <a:ext cx="19" cy="22"/>
              </a:xfrm>
              <a:custGeom>
                <a:avLst/>
                <a:gdLst>
                  <a:gd name="T0" fmla="*/ 15 w 193"/>
                  <a:gd name="T1" fmla="*/ 7 h 215"/>
                  <a:gd name="T2" fmla="*/ 19 w 193"/>
                  <a:gd name="T3" fmla="*/ 12 h 215"/>
                  <a:gd name="T4" fmla="*/ 15 w 193"/>
                  <a:gd name="T5" fmla="*/ 22 h 215"/>
                  <a:gd name="T6" fmla="*/ 7 w 193"/>
                  <a:gd name="T7" fmla="*/ 22 h 215"/>
                  <a:gd name="T8" fmla="*/ 0 w 193"/>
                  <a:gd name="T9" fmla="*/ 15 h 215"/>
                  <a:gd name="T10" fmla="*/ 0 w 193"/>
                  <a:gd name="T11" fmla="*/ 12 h 215"/>
                  <a:gd name="T12" fmla="*/ 4 w 193"/>
                  <a:gd name="T13" fmla="*/ 9 h 215"/>
                  <a:gd name="T14" fmla="*/ 12 w 193"/>
                  <a:gd name="T15" fmla="*/ 0 h 215"/>
                  <a:gd name="T16" fmla="*/ 14 w 193"/>
                  <a:gd name="T17" fmla="*/ 0 h 215"/>
                  <a:gd name="T18" fmla="*/ 15 w 193"/>
                  <a:gd name="T19" fmla="*/ 7 h 215"/>
                  <a:gd name="T20" fmla="*/ 15 w 193"/>
                  <a:gd name="T21" fmla="*/ 7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3" h="215">
                    <a:moveTo>
                      <a:pt x="157" y="66"/>
                    </a:moveTo>
                    <a:lnTo>
                      <a:pt x="193" y="114"/>
                    </a:lnTo>
                    <a:lnTo>
                      <a:pt x="157" y="215"/>
                    </a:lnTo>
                    <a:lnTo>
                      <a:pt x="67" y="215"/>
                    </a:lnTo>
                    <a:lnTo>
                      <a:pt x="0" y="143"/>
                    </a:lnTo>
                    <a:lnTo>
                      <a:pt x="0" y="114"/>
                    </a:lnTo>
                    <a:lnTo>
                      <a:pt x="43" y="90"/>
                    </a:lnTo>
                    <a:lnTo>
                      <a:pt x="126" y="0"/>
                    </a:lnTo>
                    <a:lnTo>
                      <a:pt x="139" y="0"/>
                    </a:lnTo>
                    <a:lnTo>
                      <a:pt x="157"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0" name="Freeform 201">
                <a:extLst>
                  <a:ext uri="{FF2B5EF4-FFF2-40B4-BE49-F238E27FC236}">
                    <a16:creationId xmlns:a16="http://schemas.microsoft.com/office/drawing/2014/main" id="{3862ACFE-56B5-4ECC-BC5A-99478EDF409E}"/>
                  </a:ext>
                </a:extLst>
              </p:cNvPr>
              <p:cNvSpPr>
                <a:spLocks/>
              </p:cNvSpPr>
              <p:nvPr/>
            </p:nvSpPr>
            <p:spPr bwMode="auto">
              <a:xfrm>
                <a:off x="3790" y="3393"/>
                <a:ext cx="38" cy="28"/>
              </a:xfrm>
              <a:custGeom>
                <a:avLst/>
                <a:gdLst>
                  <a:gd name="T0" fmla="*/ 34 w 367"/>
                  <a:gd name="T1" fmla="*/ 7 h 269"/>
                  <a:gd name="T2" fmla="*/ 38 w 367"/>
                  <a:gd name="T3" fmla="*/ 12 h 269"/>
                  <a:gd name="T4" fmla="*/ 36 w 367"/>
                  <a:gd name="T5" fmla="*/ 24 h 269"/>
                  <a:gd name="T6" fmla="*/ 34 w 367"/>
                  <a:gd name="T7" fmla="*/ 26 h 269"/>
                  <a:gd name="T8" fmla="*/ 8 w 367"/>
                  <a:gd name="T9" fmla="*/ 26 h 269"/>
                  <a:gd name="T10" fmla="*/ 6 w 367"/>
                  <a:gd name="T11" fmla="*/ 28 h 269"/>
                  <a:gd name="T12" fmla="*/ 3 w 367"/>
                  <a:gd name="T13" fmla="*/ 28 h 269"/>
                  <a:gd name="T14" fmla="*/ 0 w 367"/>
                  <a:gd name="T15" fmla="*/ 22 h 269"/>
                  <a:gd name="T16" fmla="*/ 0 w 367"/>
                  <a:gd name="T17" fmla="*/ 17 h 269"/>
                  <a:gd name="T18" fmla="*/ 4 w 367"/>
                  <a:gd name="T19" fmla="*/ 15 h 269"/>
                  <a:gd name="T20" fmla="*/ 22 w 367"/>
                  <a:gd name="T21" fmla="*/ 13 h 269"/>
                  <a:gd name="T22" fmla="*/ 27 w 367"/>
                  <a:gd name="T23" fmla="*/ 3 h 269"/>
                  <a:gd name="T24" fmla="*/ 30 w 367"/>
                  <a:gd name="T25" fmla="*/ 0 h 269"/>
                  <a:gd name="T26" fmla="*/ 31 w 367"/>
                  <a:gd name="T27" fmla="*/ 0 h 269"/>
                  <a:gd name="T28" fmla="*/ 34 w 367"/>
                  <a:gd name="T29" fmla="*/ 7 h 269"/>
                  <a:gd name="T30" fmla="*/ 34 w 367"/>
                  <a:gd name="T31" fmla="*/ 7 h 2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67" h="269">
                    <a:moveTo>
                      <a:pt x="325" y="66"/>
                    </a:moveTo>
                    <a:lnTo>
                      <a:pt x="367" y="114"/>
                    </a:lnTo>
                    <a:lnTo>
                      <a:pt x="343" y="228"/>
                    </a:lnTo>
                    <a:lnTo>
                      <a:pt x="325" y="246"/>
                    </a:lnTo>
                    <a:lnTo>
                      <a:pt x="79" y="246"/>
                    </a:lnTo>
                    <a:lnTo>
                      <a:pt x="61" y="269"/>
                    </a:lnTo>
                    <a:lnTo>
                      <a:pt x="25" y="269"/>
                    </a:lnTo>
                    <a:lnTo>
                      <a:pt x="0" y="215"/>
                    </a:lnTo>
                    <a:lnTo>
                      <a:pt x="0" y="168"/>
                    </a:lnTo>
                    <a:lnTo>
                      <a:pt x="36" y="143"/>
                    </a:lnTo>
                    <a:lnTo>
                      <a:pt x="211" y="125"/>
                    </a:lnTo>
                    <a:lnTo>
                      <a:pt x="265" y="30"/>
                    </a:lnTo>
                    <a:lnTo>
                      <a:pt x="289" y="0"/>
                    </a:lnTo>
                    <a:lnTo>
                      <a:pt x="301" y="0"/>
                    </a:lnTo>
                    <a:lnTo>
                      <a:pt x="32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1" name="Freeform 202">
                <a:extLst>
                  <a:ext uri="{FF2B5EF4-FFF2-40B4-BE49-F238E27FC236}">
                    <a16:creationId xmlns:a16="http://schemas.microsoft.com/office/drawing/2014/main" id="{38F741C7-A42D-493C-A1AF-91FB93AD99BF}"/>
                  </a:ext>
                </a:extLst>
              </p:cNvPr>
              <p:cNvSpPr>
                <a:spLocks/>
              </p:cNvSpPr>
              <p:nvPr/>
            </p:nvSpPr>
            <p:spPr bwMode="auto">
              <a:xfrm>
                <a:off x="3760" y="3396"/>
                <a:ext cx="27" cy="21"/>
              </a:xfrm>
              <a:custGeom>
                <a:avLst/>
                <a:gdLst>
                  <a:gd name="T0" fmla="*/ 25 w 265"/>
                  <a:gd name="T1" fmla="*/ 18 h 216"/>
                  <a:gd name="T2" fmla="*/ 21 w 265"/>
                  <a:gd name="T3" fmla="*/ 21 h 216"/>
                  <a:gd name="T4" fmla="*/ 2 w 265"/>
                  <a:gd name="T5" fmla="*/ 21 h 216"/>
                  <a:gd name="T6" fmla="*/ 0 w 265"/>
                  <a:gd name="T7" fmla="*/ 18 h 216"/>
                  <a:gd name="T8" fmla="*/ 2 w 265"/>
                  <a:gd name="T9" fmla="*/ 14 h 216"/>
                  <a:gd name="T10" fmla="*/ 4 w 265"/>
                  <a:gd name="T11" fmla="*/ 12 h 216"/>
                  <a:gd name="T12" fmla="*/ 9 w 265"/>
                  <a:gd name="T13" fmla="*/ 12 h 216"/>
                  <a:gd name="T14" fmla="*/ 15 w 265"/>
                  <a:gd name="T15" fmla="*/ 4 h 216"/>
                  <a:gd name="T16" fmla="*/ 16 w 265"/>
                  <a:gd name="T17" fmla="*/ 0 h 216"/>
                  <a:gd name="T18" fmla="*/ 27 w 265"/>
                  <a:gd name="T19" fmla="*/ 10 h 216"/>
                  <a:gd name="T20" fmla="*/ 25 w 265"/>
                  <a:gd name="T21" fmla="*/ 18 h 216"/>
                  <a:gd name="T22" fmla="*/ 25 w 265"/>
                  <a:gd name="T23" fmla="*/ 18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5" h="216">
                    <a:moveTo>
                      <a:pt x="241" y="180"/>
                    </a:moveTo>
                    <a:lnTo>
                      <a:pt x="205" y="216"/>
                    </a:lnTo>
                    <a:lnTo>
                      <a:pt x="24" y="216"/>
                    </a:lnTo>
                    <a:lnTo>
                      <a:pt x="0" y="180"/>
                    </a:lnTo>
                    <a:lnTo>
                      <a:pt x="24" y="144"/>
                    </a:lnTo>
                    <a:lnTo>
                      <a:pt x="42" y="120"/>
                    </a:lnTo>
                    <a:lnTo>
                      <a:pt x="90" y="120"/>
                    </a:lnTo>
                    <a:lnTo>
                      <a:pt x="151" y="42"/>
                    </a:lnTo>
                    <a:lnTo>
                      <a:pt x="157" y="0"/>
                    </a:lnTo>
                    <a:lnTo>
                      <a:pt x="265" y="102"/>
                    </a:lnTo>
                    <a:lnTo>
                      <a:pt x="241"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2" name="Freeform 203">
                <a:extLst>
                  <a:ext uri="{FF2B5EF4-FFF2-40B4-BE49-F238E27FC236}">
                    <a16:creationId xmlns:a16="http://schemas.microsoft.com/office/drawing/2014/main" id="{D180BA6C-378B-4021-B45B-17C0D295A5F9}"/>
                  </a:ext>
                </a:extLst>
              </p:cNvPr>
              <p:cNvSpPr>
                <a:spLocks/>
              </p:cNvSpPr>
              <p:nvPr/>
            </p:nvSpPr>
            <p:spPr bwMode="auto">
              <a:xfrm>
                <a:off x="3632" y="3396"/>
                <a:ext cx="22" cy="21"/>
              </a:xfrm>
              <a:custGeom>
                <a:avLst/>
                <a:gdLst>
                  <a:gd name="T0" fmla="*/ 19 w 204"/>
                  <a:gd name="T1" fmla="*/ 6 h 210"/>
                  <a:gd name="T2" fmla="*/ 22 w 204"/>
                  <a:gd name="T3" fmla="*/ 8 h 210"/>
                  <a:gd name="T4" fmla="*/ 19 w 204"/>
                  <a:gd name="T5" fmla="*/ 21 h 210"/>
                  <a:gd name="T6" fmla="*/ 10 w 204"/>
                  <a:gd name="T7" fmla="*/ 21 h 210"/>
                  <a:gd name="T8" fmla="*/ 2 w 204"/>
                  <a:gd name="T9" fmla="*/ 17 h 210"/>
                  <a:gd name="T10" fmla="*/ 0 w 204"/>
                  <a:gd name="T11" fmla="*/ 15 h 210"/>
                  <a:gd name="T12" fmla="*/ 2 w 204"/>
                  <a:gd name="T13" fmla="*/ 10 h 210"/>
                  <a:gd name="T14" fmla="*/ 8 w 204"/>
                  <a:gd name="T15" fmla="*/ 6 h 210"/>
                  <a:gd name="T16" fmla="*/ 12 w 204"/>
                  <a:gd name="T17" fmla="*/ 0 h 210"/>
                  <a:gd name="T18" fmla="*/ 14 w 204"/>
                  <a:gd name="T19" fmla="*/ 0 h 210"/>
                  <a:gd name="T20" fmla="*/ 19 w 204"/>
                  <a:gd name="T21" fmla="*/ 6 h 210"/>
                  <a:gd name="T22" fmla="*/ 19 w 204"/>
                  <a:gd name="T23" fmla="*/ 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4" h="210">
                    <a:moveTo>
                      <a:pt x="180" y="60"/>
                    </a:moveTo>
                    <a:lnTo>
                      <a:pt x="204" y="84"/>
                    </a:lnTo>
                    <a:lnTo>
                      <a:pt x="180" y="210"/>
                    </a:lnTo>
                    <a:lnTo>
                      <a:pt x="90" y="210"/>
                    </a:lnTo>
                    <a:lnTo>
                      <a:pt x="18" y="174"/>
                    </a:lnTo>
                    <a:lnTo>
                      <a:pt x="0" y="150"/>
                    </a:lnTo>
                    <a:lnTo>
                      <a:pt x="18" y="96"/>
                    </a:lnTo>
                    <a:lnTo>
                      <a:pt x="78" y="60"/>
                    </a:lnTo>
                    <a:lnTo>
                      <a:pt x="114" y="0"/>
                    </a:lnTo>
                    <a:lnTo>
                      <a:pt x="132" y="0"/>
                    </a:lnTo>
                    <a:lnTo>
                      <a:pt x="18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3" name="Freeform 204">
                <a:extLst>
                  <a:ext uri="{FF2B5EF4-FFF2-40B4-BE49-F238E27FC236}">
                    <a16:creationId xmlns:a16="http://schemas.microsoft.com/office/drawing/2014/main" id="{51D99BA8-405D-462B-A920-00AFF97C2C3C}"/>
                  </a:ext>
                </a:extLst>
              </p:cNvPr>
              <p:cNvSpPr>
                <a:spLocks/>
              </p:cNvSpPr>
              <p:nvPr/>
            </p:nvSpPr>
            <p:spPr bwMode="auto">
              <a:xfrm>
                <a:off x="3680" y="3398"/>
                <a:ext cx="21" cy="19"/>
              </a:xfrm>
              <a:custGeom>
                <a:avLst/>
                <a:gdLst>
                  <a:gd name="T0" fmla="*/ 19 w 203"/>
                  <a:gd name="T1" fmla="*/ 6 h 199"/>
                  <a:gd name="T2" fmla="*/ 21 w 203"/>
                  <a:gd name="T3" fmla="*/ 8 h 199"/>
                  <a:gd name="T4" fmla="*/ 21 w 203"/>
                  <a:gd name="T5" fmla="*/ 16 h 199"/>
                  <a:gd name="T6" fmla="*/ 18 w 203"/>
                  <a:gd name="T7" fmla="*/ 19 h 199"/>
                  <a:gd name="T8" fmla="*/ 6 w 203"/>
                  <a:gd name="T9" fmla="*/ 18 h 199"/>
                  <a:gd name="T10" fmla="*/ 0 w 203"/>
                  <a:gd name="T11" fmla="*/ 13 h 199"/>
                  <a:gd name="T12" fmla="*/ 0 w 203"/>
                  <a:gd name="T13" fmla="*/ 10 h 199"/>
                  <a:gd name="T14" fmla="*/ 2 w 203"/>
                  <a:gd name="T15" fmla="*/ 9 h 199"/>
                  <a:gd name="T16" fmla="*/ 8 w 203"/>
                  <a:gd name="T17" fmla="*/ 0 h 199"/>
                  <a:gd name="T18" fmla="*/ 15 w 203"/>
                  <a:gd name="T19" fmla="*/ 6 h 199"/>
                  <a:gd name="T20" fmla="*/ 19 w 203"/>
                  <a:gd name="T21" fmla="*/ 6 h 199"/>
                  <a:gd name="T22" fmla="*/ 19 w 203"/>
                  <a:gd name="T23" fmla="*/ 6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3" h="199">
                    <a:moveTo>
                      <a:pt x="180" y="61"/>
                    </a:moveTo>
                    <a:lnTo>
                      <a:pt x="203" y="84"/>
                    </a:lnTo>
                    <a:lnTo>
                      <a:pt x="203" y="163"/>
                    </a:lnTo>
                    <a:lnTo>
                      <a:pt x="173" y="199"/>
                    </a:lnTo>
                    <a:lnTo>
                      <a:pt x="54" y="187"/>
                    </a:lnTo>
                    <a:lnTo>
                      <a:pt x="0" y="138"/>
                    </a:lnTo>
                    <a:lnTo>
                      <a:pt x="0" y="102"/>
                    </a:lnTo>
                    <a:lnTo>
                      <a:pt x="23" y="91"/>
                    </a:lnTo>
                    <a:lnTo>
                      <a:pt x="77" y="0"/>
                    </a:lnTo>
                    <a:lnTo>
                      <a:pt x="149" y="61"/>
                    </a:lnTo>
                    <a:lnTo>
                      <a:pt x="18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4" name="Freeform 205">
                <a:extLst>
                  <a:ext uri="{FF2B5EF4-FFF2-40B4-BE49-F238E27FC236}">
                    <a16:creationId xmlns:a16="http://schemas.microsoft.com/office/drawing/2014/main" id="{D8B64AA0-283A-4A7A-9CB4-78323E7646AA}"/>
                  </a:ext>
                </a:extLst>
              </p:cNvPr>
              <p:cNvSpPr>
                <a:spLocks/>
              </p:cNvSpPr>
              <p:nvPr/>
            </p:nvSpPr>
            <p:spPr bwMode="auto">
              <a:xfrm>
                <a:off x="3725" y="3421"/>
                <a:ext cx="65" cy="49"/>
              </a:xfrm>
              <a:custGeom>
                <a:avLst/>
                <a:gdLst>
                  <a:gd name="T0" fmla="*/ 61 w 642"/>
                  <a:gd name="T1" fmla="*/ 9 h 487"/>
                  <a:gd name="T2" fmla="*/ 65 w 642"/>
                  <a:gd name="T3" fmla="*/ 13 h 487"/>
                  <a:gd name="T4" fmla="*/ 63 w 642"/>
                  <a:gd name="T5" fmla="*/ 21 h 487"/>
                  <a:gd name="T6" fmla="*/ 60 w 642"/>
                  <a:gd name="T7" fmla="*/ 24 h 487"/>
                  <a:gd name="T8" fmla="*/ 49 w 642"/>
                  <a:gd name="T9" fmla="*/ 24 h 487"/>
                  <a:gd name="T10" fmla="*/ 43 w 642"/>
                  <a:gd name="T11" fmla="*/ 30 h 487"/>
                  <a:gd name="T12" fmla="*/ 38 w 642"/>
                  <a:gd name="T13" fmla="*/ 47 h 487"/>
                  <a:gd name="T14" fmla="*/ 35 w 642"/>
                  <a:gd name="T15" fmla="*/ 49 h 487"/>
                  <a:gd name="T16" fmla="*/ 5 w 642"/>
                  <a:gd name="T17" fmla="*/ 48 h 487"/>
                  <a:gd name="T18" fmla="*/ 1 w 642"/>
                  <a:gd name="T19" fmla="*/ 48 h 487"/>
                  <a:gd name="T20" fmla="*/ 0 w 642"/>
                  <a:gd name="T21" fmla="*/ 47 h 487"/>
                  <a:gd name="T22" fmla="*/ 0 w 642"/>
                  <a:gd name="T23" fmla="*/ 44 h 487"/>
                  <a:gd name="T24" fmla="*/ 7 w 642"/>
                  <a:gd name="T25" fmla="*/ 39 h 487"/>
                  <a:gd name="T26" fmla="*/ 21 w 642"/>
                  <a:gd name="T27" fmla="*/ 39 h 487"/>
                  <a:gd name="T28" fmla="*/ 26 w 642"/>
                  <a:gd name="T29" fmla="*/ 31 h 487"/>
                  <a:gd name="T30" fmla="*/ 26 w 642"/>
                  <a:gd name="T31" fmla="*/ 28 h 487"/>
                  <a:gd name="T32" fmla="*/ 29 w 642"/>
                  <a:gd name="T33" fmla="*/ 24 h 487"/>
                  <a:gd name="T34" fmla="*/ 36 w 642"/>
                  <a:gd name="T35" fmla="*/ 28 h 487"/>
                  <a:gd name="T36" fmla="*/ 38 w 642"/>
                  <a:gd name="T37" fmla="*/ 25 h 487"/>
                  <a:gd name="T38" fmla="*/ 38 w 642"/>
                  <a:gd name="T39" fmla="*/ 24 h 487"/>
                  <a:gd name="T40" fmla="*/ 30 w 642"/>
                  <a:gd name="T41" fmla="*/ 15 h 487"/>
                  <a:gd name="T42" fmla="*/ 33 w 642"/>
                  <a:gd name="T43" fmla="*/ 13 h 487"/>
                  <a:gd name="T44" fmla="*/ 51 w 642"/>
                  <a:gd name="T45" fmla="*/ 13 h 487"/>
                  <a:gd name="T46" fmla="*/ 55 w 642"/>
                  <a:gd name="T47" fmla="*/ 10 h 487"/>
                  <a:gd name="T48" fmla="*/ 55 w 642"/>
                  <a:gd name="T49" fmla="*/ 3 h 487"/>
                  <a:gd name="T50" fmla="*/ 57 w 642"/>
                  <a:gd name="T51" fmla="*/ 0 h 487"/>
                  <a:gd name="T52" fmla="*/ 61 w 642"/>
                  <a:gd name="T53" fmla="*/ 4 h 487"/>
                  <a:gd name="T54" fmla="*/ 61 w 642"/>
                  <a:gd name="T55" fmla="*/ 9 h 487"/>
                  <a:gd name="T56" fmla="*/ 61 w 642"/>
                  <a:gd name="T57" fmla="*/ 9 h 48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42" h="487">
                    <a:moveTo>
                      <a:pt x="601" y="85"/>
                    </a:moveTo>
                    <a:lnTo>
                      <a:pt x="642" y="133"/>
                    </a:lnTo>
                    <a:lnTo>
                      <a:pt x="619" y="211"/>
                    </a:lnTo>
                    <a:lnTo>
                      <a:pt x="588" y="241"/>
                    </a:lnTo>
                    <a:lnTo>
                      <a:pt x="487" y="241"/>
                    </a:lnTo>
                    <a:lnTo>
                      <a:pt x="426" y="301"/>
                    </a:lnTo>
                    <a:lnTo>
                      <a:pt x="378" y="464"/>
                    </a:lnTo>
                    <a:lnTo>
                      <a:pt x="349" y="487"/>
                    </a:lnTo>
                    <a:lnTo>
                      <a:pt x="48" y="475"/>
                    </a:lnTo>
                    <a:lnTo>
                      <a:pt x="12" y="475"/>
                    </a:lnTo>
                    <a:lnTo>
                      <a:pt x="0" y="464"/>
                    </a:lnTo>
                    <a:lnTo>
                      <a:pt x="0" y="439"/>
                    </a:lnTo>
                    <a:lnTo>
                      <a:pt x="72" y="385"/>
                    </a:lnTo>
                    <a:lnTo>
                      <a:pt x="210" y="385"/>
                    </a:lnTo>
                    <a:lnTo>
                      <a:pt x="259" y="313"/>
                    </a:lnTo>
                    <a:lnTo>
                      <a:pt x="259" y="277"/>
                    </a:lnTo>
                    <a:lnTo>
                      <a:pt x="288" y="241"/>
                    </a:lnTo>
                    <a:lnTo>
                      <a:pt x="360" y="277"/>
                    </a:lnTo>
                    <a:lnTo>
                      <a:pt x="378" y="253"/>
                    </a:lnTo>
                    <a:lnTo>
                      <a:pt x="378" y="235"/>
                    </a:lnTo>
                    <a:lnTo>
                      <a:pt x="300" y="151"/>
                    </a:lnTo>
                    <a:lnTo>
                      <a:pt x="324" y="133"/>
                    </a:lnTo>
                    <a:lnTo>
                      <a:pt x="505" y="133"/>
                    </a:lnTo>
                    <a:lnTo>
                      <a:pt x="541" y="97"/>
                    </a:lnTo>
                    <a:lnTo>
                      <a:pt x="541" y="25"/>
                    </a:lnTo>
                    <a:lnTo>
                      <a:pt x="565" y="0"/>
                    </a:lnTo>
                    <a:lnTo>
                      <a:pt x="601" y="36"/>
                    </a:lnTo>
                    <a:lnTo>
                      <a:pt x="601"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5" name="Freeform 206">
                <a:extLst>
                  <a:ext uri="{FF2B5EF4-FFF2-40B4-BE49-F238E27FC236}">
                    <a16:creationId xmlns:a16="http://schemas.microsoft.com/office/drawing/2014/main" id="{D1806993-98FC-4EF7-A37D-451E05B23F7F}"/>
                  </a:ext>
                </a:extLst>
              </p:cNvPr>
              <p:cNvSpPr>
                <a:spLocks/>
              </p:cNvSpPr>
              <p:nvPr/>
            </p:nvSpPr>
            <p:spPr bwMode="auto">
              <a:xfrm>
                <a:off x="3642" y="3424"/>
                <a:ext cx="18" cy="22"/>
              </a:xfrm>
              <a:custGeom>
                <a:avLst/>
                <a:gdLst>
                  <a:gd name="T0" fmla="*/ 17 w 180"/>
                  <a:gd name="T1" fmla="*/ 19 h 217"/>
                  <a:gd name="T2" fmla="*/ 14 w 180"/>
                  <a:gd name="T3" fmla="*/ 22 h 217"/>
                  <a:gd name="T4" fmla="*/ 0 w 180"/>
                  <a:gd name="T5" fmla="*/ 18 h 217"/>
                  <a:gd name="T6" fmla="*/ 0 w 180"/>
                  <a:gd name="T7" fmla="*/ 10 h 217"/>
                  <a:gd name="T8" fmla="*/ 4 w 180"/>
                  <a:gd name="T9" fmla="*/ 7 h 217"/>
                  <a:gd name="T10" fmla="*/ 9 w 180"/>
                  <a:gd name="T11" fmla="*/ 0 h 217"/>
                  <a:gd name="T12" fmla="*/ 18 w 180"/>
                  <a:gd name="T13" fmla="*/ 12 h 217"/>
                  <a:gd name="T14" fmla="*/ 17 w 180"/>
                  <a:gd name="T15" fmla="*/ 19 h 217"/>
                  <a:gd name="T16" fmla="*/ 17 w 180"/>
                  <a:gd name="T17" fmla="*/ 19 h 2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217">
                    <a:moveTo>
                      <a:pt x="168" y="187"/>
                    </a:moveTo>
                    <a:lnTo>
                      <a:pt x="138" y="217"/>
                    </a:lnTo>
                    <a:lnTo>
                      <a:pt x="0" y="175"/>
                    </a:lnTo>
                    <a:lnTo>
                      <a:pt x="0" y="97"/>
                    </a:lnTo>
                    <a:lnTo>
                      <a:pt x="42" y="67"/>
                    </a:lnTo>
                    <a:lnTo>
                      <a:pt x="90" y="0"/>
                    </a:lnTo>
                    <a:lnTo>
                      <a:pt x="180" y="115"/>
                    </a:lnTo>
                    <a:lnTo>
                      <a:pt x="168"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6" name="Freeform 207">
                <a:extLst>
                  <a:ext uri="{FF2B5EF4-FFF2-40B4-BE49-F238E27FC236}">
                    <a16:creationId xmlns:a16="http://schemas.microsoft.com/office/drawing/2014/main" id="{E756342F-7B5B-413A-AB0B-41E0AFC2FCE8}"/>
                  </a:ext>
                </a:extLst>
              </p:cNvPr>
              <p:cNvSpPr>
                <a:spLocks/>
              </p:cNvSpPr>
              <p:nvPr/>
            </p:nvSpPr>
            <p:spPr bwMode="auto">
              <a:xfrm>
                <a:off x="3683" y="3425"/>
                <a:ext cx="18" cy="23"/>
              </a:xfrm>
              <a:custGeom>
                <a:avLst/>
                <a:gdLst>
                  <a:gd name="T0" fmla="*/ 16 w 155"/>
                  <a:gd name="T1" fmla="*/ 6 h 216"/>
                  <a:gd name="T2" fmla="*/ 18 w 155"/>
                  <a:gd name="T3" fmla="*/ 10 h 216"/>
                  <a:gd name="T4" fmla="*/ 18 w 155"/>
                  <a:gd name="T5" fmla="*/ 19 h 216"/>
                  <a:gd name="T6" fmla="*/ 15 w 155"/>
                  <a:gd name="T7" fmla="*/ 22 h 216"/>
                  <a:gd name="T8" fmla="*/ 2 w 155"/>
                  <a:gd name="T9" fmla="*/ 23 h 216"/>
                  <a:gd name="T10" fmla="*/ 0 w 155"/>
                  <a:gd name="T11" fmla="*/ 20 h 216"/>
                  <a:gd name="T12" fmla="*/ 0 w 155"/>
                  <a:gd name="T13" fmla="*/ 12 h 216"/>
                  <a:gd name="T14" fmla="*/ 10 w 155"/>
                  <a:gd name="T15" fmla="*/ 2 h 216"/>
                  <a:gd name="T16" fmla="*/ 12 w 155"/>
                  <a:gd name="T17" fmla="*/ 0 h 216"/>
                  <a:gd name="T18" fmla="*/ 15 w 155"/>
                  <a:gd name="T19" fmla="*/ 0 h 216"/>
                  <a:gd name="T20" fmla="*/ 16 w 155"/>
                  <a:gd name="T21" fmla="*/ 6 h 216"/>
                  <a:gd name="T22" fmla="*/ 16 w 155"/>
                  <a:gd name="T23" fmla="*/ 6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5" h="216">
                    <a:moveTo>
                      <a:pt x="137" y="54"/>
                    </a:moveTo>
                    <a:lnTo>
                      <a:pt x="155" y="90"/>
                    </a:lnTo>
                    <a:lnTo>
                      <a:pt x="155" y="174"/>
                    </a:lnTo>
                    <a:lnTo>
                      <a:pt x="126" y="204"/>
                    </a:lnTo>
                    <a:lnTo>
                      <a:pt x="18" y="216"/>
                    </a:lnTo>
                    <a:lnTo>
                      <a:pt x="0" y="186"/>
                    </a:lnTo>
                    <a:lnTo>
                      <a:pt x="0" y="114"/>
                    </a:lnTo>
                    <a:lnTo>
                      <a:pt x="90" y="23"/>
                    </a:lnTo>
                    <a:lnTo>
                      <a:pt x="101" y="0"/>
                    </a:lnTo>
                    <a:lnTo>
                      <a:pt x="126" y="0"/>
                    </a:lnTo>
                    <a:lnTo>
                      <a:pt x="137"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7" name="Freeform 208">
                <a:extLst>
                  <a:ext uri="{FF2B5EF4-FFF2-40B4-BE49-F238E27FC236}">
                    <a16:creationId xmlns:a16="http://schemas.microsoft.com/office/drawing/2014/main" id="{5C09B8FB-366E-41F6-A590-437CB87E0E77}"/>
                  </a:ext>
                </a:extLst>
              </p:cNvPr>
              <p:cNvSpPr>
                <a:spLocks/>
              </p:cNvSpPr>
              <p:nvPr/>
            </p:nvSpPr>
            <p:spPr bwMode="auto">
              <a:xfrm>
                <a:off x="3724" y="3426"/>
                <a:ext cx="21" cy="19"/>
              </a:xfrm>
              <a:custGeom>
                <a:avLst/>
                <a:gdLst>
                  <a:gd name="T0" fmla="*/ 21 w 204"/>
                  <a:gd name="T1" fmla="*/ 15 h 174"/>
                  <a:gd name="T2" fmla="*/ 17 w 204"/>
                  <a:gd name="T3" fmla="*/ 19 h 174"/>
                  <a:gd name="T4" fmla="*/ 3 w 204"/>
                  <a:gd name="T5" fmla="*/ 18 h 174"/>
                  <a:gd name="T6" fmla="*/ 0 w 204"/>
                  <a:gd name="T7" fmla="*/ 14 h 174"/>
                  <a:gd name="T8" fmla="*/ 14 w 204"/>
                  <a:gd name="T9" fmla="*/ 0 h 174"/>
                  <a:gd name="T10" fmla="*/ 21 w 204"/>
                  <a:gd name="T11" fmla="*/ 9 h 174"/>
                  <a:gd name="T12" fmla="*/ 21 w 204"/>
                  <a:gd name="T13" fmla="*/ 15 h 174"/>
                  <a:gd name="T14" fmla="*/ 21 w 204"/>
                  <a:gd name="T15" fmla="*/ 15 h 1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 h="174">
                    <a:moveTo>
                      <a:pt x="204" y="138"/>
                    </a:moveTo>
                    <a:lnTo>
                      <a:pt x="168" y="174"/>
                    </a:lnTo>
                    <a:lnTo>
                      <a:pt x="29" y="162"/>
                    </a:lnTo>
                    <a:lnTo>
                      <a:pt x="0" y="126"/>
                    </a:lnTo>
                    <a:lnTo>
                      <a:pt x="132" y="0"/>
                    </a:lnTo>
                    <a:lnTo>
                      <a:pt x="204" y="78"/>
                    </a:lnTo>
                    <a:lnTo>
                      <a:pt x="20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8" name="Freeform 209">
                <a:extLst>
                  <a:ext uri="{FF2B5EF4-FFF2-40B4-BE49-F238E27FC236}">
                    <a16:creationId xmlns:a16="http://schemas.microsoft.com/office/drawing/2014/main" id="{BBAD7E7F-F213-4304-9489-5EDAA33AEC10}"/>
                  </a:ext>
                </a:extLst>
              </p:cNvPr>
              <p:cNvSpPr>
                <a:spLocks/>
              </p:cNvSpPr>
              <p:nvPr/>
            </p:nvSpPr>
            <p:spPr bwMode="auto">
              <a:xfrm>
                <a:off x="3520" y="3446"/>
                <a:ext cx="115" cy="60"/>
              </a:xfrm>
              <a:custGeom>
                <a:avLst/>
                <a:gdLst>
                  <a:gd name="T0" fmla="*/ 115 w 1123"/>
                  <a:gd name="T1" fmla="*/ 13 h 601"/>
                  <a:gd name="T2" fmla="*/ 107 w 1123"/>
                  <a:gd name="T3" fmla="*/ 36 h 601"/>
                  <a:gd name="T4" fmla="*/ 102 w 1123"/>
                  <a:gd name="T5" fmla="*/ 39 h 601"/>
                  <a:gd name="T6" fmla="*/ 79 w 1123"/>
                  <a:gd name="T7" fmla="*/ 38 h 601"/>
                  <a:gd name="T8" fmla="*/ 72 w 1123"/>
                  <a:gd name="T9" fmla="*/ 45 h 601"/>
                  <a:gd name="T10" fmla="*/ 66 w 1123"/>
                  <a:gd name="T11" fmla="*/ 58 h 601"/>
                  <a:gd name="T12" fmla="*/ 62 w 1123"/>
                  <a:gd name="T13" fmla="*/ 60 h 601"/>
                  <a:gd name="T14" fmla="*/ 0 w 1123"/>
                  <a:gd name="T15" fmla="*/ 59 h 601"/>
                  <a:gd name="T16" fmla="*/ 0 w 1123"/>
                  <a:gd name="T17" fmla="*/ 54 h 601"/>
                  <a:gd name="T18" fmla="*/ 11 w 1123"/>
                  <a:gd name="T19" fmla="*/ 38 h 601"/>
                  <a:gd name="T20" fmla="*/ 12 w 1123"/>
                  <a:gd name="T21" fmla="*/ 32 h 601"/>
                  <a:gd name="T22" fmla="*/ 15 w 1123"/>
                  <a:gd name="T23" fmla="*/ 30 h 601"/>
                  <a:gd name="T24" fmla="*/ 55 w 1123"/>
                  <a:gd name="T25" fmla="*/ 30 h 601"/>
                  <a:gd name="T26" fmla="*/ 59 w 1123"/>
                  <a:gd name="T27" fmla="*/ 26 h 601"/>
                  <a:gd name="T28" fmla="*/ 55 w 1123"/>
                  <a:gd name="T29" fmla="*/ 22 h 601"/>
                  <a:gd name="T30" fmla="*/ 25 w 1123"/>
                  <a:gd name="T31" fmla="*/ 19 h 601"/>
                  <a:gd name="T32" fmla="*/ 19 w 1123"/>
                  <a:gd name="T33" fmla="*/ 16 h 601"/>
                  <a:gd name="T34" fmla="*/ 17 w 1123"/>
                  <a:gd name="T35" fmla="*/ 14 h 601"/>
                  <a:gd name="T36" fmla="*/ 20 w 1123"/>
                  <a:gd name="T37" fmla="*/ 11 h 601"/>
                  <a:gd name="T38" fmla="*/ 92 w 1123"/>
                  <a:gd name="T39" fmla="*/ 11 h 601"/>
                  <a:gd name="T40" fmla="*/ 100 w 1123"/>
                  <a:gd name="T41" fmla="*/ 2 h 601"/>
                  <a:gd name="T42" fmla="*/ 101 w 1123"/>
                  <a:gd name="T43" fmla="*/ 0 h 601"/>
                  <a:gd name="T44" fmla="*/ 105 w 1123"/>
                  <a:gd name="T45" fmla="*/ 1 h 601"/>
                  <a:gd name="T46" fmla="*/ 115 w 1123"/>
                  <a:gd name="T47" fmla="*/ 13 h 601"/>
                  <a:gd name="T48" fmla="*/ 115 w 1123"/>
                  <a:gd name="T49" fmla="*/ 13 h 6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3" h="601">
                    <a:moveTo>
                      <a:pt x="1123" y="132"/>
                    </a:moveTo>
                    <a:lnTo>
                      <a:pt x="1046" y="360"/>
                    </a:lnTo>
                    <a:lnTo>
                      <a:pt x="997" y="391"/>
                    </a:lnTo>
                    <a:lnTo>
                      <a:pt x="769" y="378"/>
                    </a:lnTo>
                    <a:lnTo>
                      <a:pt x="704" y="450"/>
                    </a:lnTo>
                    <a:lnTo>
                      <a:pt x="643" y="576"/>
                    </a:lnTo>
                    <a:lnTo>
                      <a:pt x="607" y="601"/>
                    </a:lnTo>
                    <a:lnTo>
                      <a:pt x="0" y="588"/>
                    </a:lnTo>
                    <a:lnTo>
                      <a:pt x="0" y="540"/>
                    </a:lnTo>
                    <a:lnTo>
                      <a:pt x="103" y="378"/>
                    </a:lnTo>
                    <a:lnTo>
                      <a:pt x="114" y="324"/>
                    </a:lnTo>
                    <a:lnTo>
                      <a:pt x="150" y="301"/>
                    </a:lnTo>
                    <a:lnTo>
                      <a:pt x="540" y="301"/>
                    </a:lnTo>
                    <a:lnTo>
                      <a:pt x="576" y="258"/>
                    </a:lnTo>
                    <a:lnTo>
                      <a:pt x="540" y="222"/>
                    </a:lnTo>
                    <a:lnTo>
                      <a:pt x="240" y="186"/>
                    </a:lnTo>
                    <a:lnTo>
                      <a:pt x="186" y="162"/>
                    </a:lnTo>
                    <a:lnTo>
                      <a:pt x="162" y="138"/>
                    </a:lnTo>
                    <a:lnTo>
                      <a:pt x="198" y="108"/>
                    </a:lnTo>
                    <a:lnTo>
                      <a:pt x="895" y="108"/>
                    </a:lnTo>
                    <a:lnTo>
                      <a:pt x="979" y="24"/>
                    </a:lnTo>
                    <a:lnTo>
                      <a:pt x="986" y="0"/>
                    </a:lnTo>
                    <a:lnTo>
                      <a:pt x="1022" y="12"/>
                    </a:lnTo>
                    <a:lnTo>
                      <a:pt x="1123"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9" name="Freeform 210">
                <a:extLst>
                  <a:ext uri="{FF2B5EF4-FFF2-40B4-BE49-F238E27FC236}">
                    <a16:creationId xmlns:a16="http://schemas.microsoft.com/office/drawing/2014/main" id="{98262284-8FD9-46CB-9C6B-6CD1F0D0ADD7}"/>
                  </a:ext>
                </a:extLst>
              </p:cNvPr>
              <p:cNvSpPr>
                <a:spLocks/>
              </p:cNvSpPr>
              <p:nvPr/>
            </p:nvSpPr>
            <p:spPr bwMode="auto">
              <a:xfrm>
                <a:off x="3696" y="3448"/>
                <a:ext cx="20" cy="22"/>
              </a:xfrm>
              <a:custGeom>
                <a:avLst/>
                <a:gdLst>
                  <a:gd name="T0" fmla="*/ 16 w 205"/>
                  <a:gd name="T1" fmla="*/ 5 h 210"/>
                  <a:gd name="T2" fmla="*/ 20 w 205"/>
                  <a:gd name="T3" fmla="*/ 8 h 210"/>
                  <a:gd name="T4" fmla="*/ 20 w 205"/>
                  <a:gd name="T5" fmla="*/ 17 h 210"/>
                  <a:gd name="T6" fmla="*/ 15 w 205"/>
                  <a:gd name="T7" fmla="*/ 22 h 210"/>
                  <a:gd name="T8" fmla="*/ 3 w 205"/>
                  <a:gd name="T9" fmla="*/ 20 h 210"/>
                  <a:gd name="T10" fmla="*/ 0 w 205"/>
                  <a:gd name="T11" fmla="*/ 14 h 210"/>
                  <a:gd name="T12" fmla="*/ 0 w 205"/>
                  <a:gd name="T13" fmla="*/ 13 h 210"/>
                  <a:gd name="T14" fmla="*/ 2 w 205"/>
                  <a:gd name="T15" fmla="*/ 11 h 210"/>
                  <a:gd name="T16" fmla="*/ 7 w 205"/>
                  <a:gd name="T17" fmla="*/ 11 h 210"/>
                  <a:gd name="T18" fmla="*/ 12 w 205"/>
                  <a:gd name="T19" fmla="*/ 1 h 210"/>
                  <a:gd name="T20" fmla="*/ 12 w 205"/>
                  <a:gd name="T21" fmla="*/ 0 h 210"/>
                  <a:gd name="T22" fmla="*/ 15 w 205"/>
                  <a:gd name="T23" fmla="*/ 0 h 210"/>
                  <a:gd name="T24" fmla="*/ 16 w 205"/>
                  <a:gd name="T25" fmla="*/ 5 h 210"/>
                  <a:gd name="T26" fmla="*/ 16 w 205"/>
                  <a:gd name="T27" fmla="*/ 5 h 2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0">
                    <a:moveTo>
                      <a:pt x="169" y="48"/>
                    </a:moveTo>
                    <a:lnTo>
                      <a:pt x="205" y="72"/>
                    </a:lnTo>
                    <a:lnTo>
                      <a:pt x="205" y="162"/>
                    </a:lnTo>
                    <a:lnTo>
                      <a:pt x="157" y="210"/>
                    </a:lnTo>
                    <a:lnTo>
                      <a:pt x="31" y="187"/>
                    </a:lnTo>
                    <a:lnTo>
                      <a:pt x="0" y="138"/>
                    </a:lnTo>
                    <a:lnTo>
                      <a:pt x="0" y="126"/>
                    </a:lnTo>
                    <a:lnTo>
                      <a:pt x="24" y="108"/>
                    </a:lnTo>
                    <a:lnTo>
                      <a:pt x="67" y="108"/>
                    </a:lnTo>
                    <a:lnTo>
                      <a:pt x="126" y="12"/>
                    </a:lnTo>
                    <a:lnTo>
                      <a:pt x="126" y="0"/>
                    </a:lnTo>
                    <a:lnTo>
                      <a:pt x="151" y="0"/>
                    </a:lnTo>
                    <a:lnTo>
                      <a:pt x="16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0" name="Freeform 211">
                <a:extLst>
                  <a:ext uri="{FF2B5EF4-FFF2-40B4-BE49-F238E27FC236}">
                    <a16:creationId xmlns:a16="http://schemas.microsoft.com/office/drawing/2014/main" id="{18CA8CEB-81D7-497A-AC38-464B039971EC}"/>
                  </a:ext>
                </a:extLst>
              </p:cNvPr>
              <p:cNvSpPr>
                <a:spLocks/>
              </p:cNvSpPr>
              <p:nvPr/>
            </p:nvSpPr>
            <p:spPr bwMode="auto">
              <a:xfrm>
                <a:off x="3654" y="3451"/>
                <a:ext cx="20" cy="18"/>
              </a:xfrm>
              <a:custGeom>
                <a:avLst/>
                <a:gdLst>
                  <a:gd name="T0" fmla="*/ 20 w 192"/>
                  <a:gd name="T1" fmla="*/ 12 h 186"/>
                  <a:gd name="T2" fmla="*/ 19 w 192"/>
                  <a:gd name="T3" fmla="*/ 16 h 186"/>
                  <a:gd name="T4" fmla="*/ 16 w 192"/>
                  <a:gd name="T5" fmla="*/ 18 h 186"/>
                  <a:gd name="T6" fmla="*/ 3 w 192"/>
                  <a:gd name="T7" fmla="*/ 16 h 186"/>
                  <a:gd name="T8" fmla="*/ 0 w 192"/>
                  <a:gd name="T9" fmla="*/ 10 h 186"/>
                  <a:gd name="T10" fmla="*/ 4 w 192"/>
                  <a:gd name="T11" fmla="*/ 7 h 186"/>
                  <a:gd name="T12" fmla="*/ 8 w 192"/>
                  <a:gd name="T13" fmla="*/ 7 h 186"/>
                  <a:gd name="T14" fmla="*/ 14 w 192"/>
                  <a:gd name="T15" fmla="*/ 0 h 186"/>
                  <a:gd name="T16" fmla="*/ 16 w 192"/>
                  <a:gd name="T17" fmla="*/ 0 h 186"/>
                  <a:gd name="T18" fmla="*/ 20 w 192"/>
                  <a:gd name="T19" fmla="*/ 12 h 186"/>
                  <a:gd name="T20" fmla="*/ 20 w 192"/>
                  <a:gd name="T21" fmla="*/ 12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186">
                    <a:moveTo>
                      <a:pt x="192" y="126"/>
                    </a:moveTo>
                    <a:lnTo>
                      <a:pt x="180" y="162"/>
                    </a:lnTo>
                    <a:lnTo>
                      <a:pt x="150" y="186"/>
                    </a:lnTo>
                    <a:lnTo>
                      <a:pt x="24" y="162"/>
                    </a:lnTo>
                    <a:lnTo>
                      <a:pt x="0" y="102"/>
                    </a:lnTo>
                    <a:lnTo>
                      <a:pt x="42" y="72"/>
                    </a:lnTo>
                    <a:lnTo>
                      <a:pt x="78" y="72"/>
                    </a:lnTo>
                    <a:lnTo>
                      <a:pt x="138" y="0"/>
                    </a:lnTo>
                    <a:lnTo>
                      <a:pt x="150" y="0"/>
                    </a:lnTo>
                    <a:lnTo>
                      <a:pt x="192"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1" name="Freeform 212">
                <a:extLst>
                  <a:ext uri="{FF2B5EF4-FFF2-40B4-BE49-F238E27FC236}">
                    <a16:creationId xmlns:a16="http://schemas.microsoft.com/office/drawing/2014/main" id="{60218430-3B0F-40DC-9652-AB53CDE210C0}"/>
                  </a:ext>
                </a:extLst>
              </p:cNvPr>
              <p:cNvSpPr>
                <a:spLocks/>
              </p:cNvSpPr>
              <p:nvPr/>
            </p:nvSpPr>
            <p:spPr bwMode="auto">
              <a:xfrm>
                <a:off x="4207" y="3454"/>
                <a:ext cx="149" cy="65"/>
              </a:xfrm>
              <a:custGeom>
                <a:avLst/>
                <a:gdLst>
                  <a:gd name="T0" fmla="*/ 93 w 1443"/>
                  <a:gd name="T1" fmla="*/ 9 h 642"/>
                  <a:gd name="T2" fmla="*/ 101 w 1443"/>
                  <a:gd name="T3" fmla="*/ 16 h 642"/>
                  <a:gd name="T4" fmla="*/ 101 w 1443"/>
                  <a:gd name="T5" fmla="*/ 31 h 642"/>
                  <a:gd name="T6" fmla="*/ 97 w 1443"/>
                  <a:gd name="T7" fmla="*/ 36 h 642"/>
                  <a:gd name="T8" fmla="*/ 96 w 1443"/>
                  <a:gd name="T9" fmla="*/ 51 h 642"/>
                  <a:gd name="T10" fmla="*/ 96 w 1443"/>
                  <a:gd name="T11" fmla="*/ 52 h 642"/>
                  <a:gd name="T12" fmla="*/ 98 w 1443"/>
                  <a:gd name="T13" fmla="*/ 55 h 642"/>
                  <a:gd name="T14" fmla="*/ 99 w 1443"/>
                  <a:gd name="T15" fmla="*/ 55 h 642"/>
                  <a:gd name="T16" fmla="*/ 109 w 1443"/>
                  <a:gd name="T17" fmla="*/ 35 h 642"/>
                  <a:gd name="T18" fmla="*/ 127 w 1443"/>
                  <a:gd name="T19" fmla="*/ 35 h 642"/>
                  <a:gd name="T20" fmla="*/ 132 w 1443"/>
                  <a:gd name="T21" fmla="*/ 28 h 642"/>
                  <a:gd name="T22" fmla="*/ 133 w 1443"/>
                  <a:gd name="T23" fmla="*/ 28 h 642"/>
                  <a:gd name="T24" fmla="*/ 135 w 1443"/>
                  <a:gd name="T25" fmla="*/ 35 h 642"/>
                  <a:gd name="T26" fmla="*/ 137 w 1443"/>
                  <a:gd name="T27" fmla="*/ 37 h 642"/>
                  <a:gd name="T28" fmla="*/ 147 w 1443"/>
                  <a:gd name="T29" fmla="*/ 38 h 642"/>
                  <a:gd name="T30" fmla="*/ 149 w 1443"/>
                  <a:gd name="T31" fmla="*/ 46 h 642"/>
                  <a:gd name="T32" fmla="*/ 144 w 1443"/>
                  <a:gd name="T33" fmla="*/ 63 h 642"/>
                  <a:gd name="T34" fmla="*/ 142 w 1443"/>
                  <a:gd name="T35" fmla="*/ 65 h 642"/>
                  <a:gd name="T36" fmla="*/ 2 w 1443"/>
                  <a:gd name="T37" fmla="*/ 64 h 642"/>
                  <a:gd name="T38" fmla="*/ 0 w 1443"/>
                  <a:gd name="T39" fmla="*/ 61 h 642"/>
                  <a:gd name="T40" fmla="*/ 1 w 1443"/>
                  <a:gd name="T41" fmla="*/ 41 h 642"/>
                  <a:gd name="T42" fmla="*/ 1 w 1443"/>
                  <a:gd name="T43" fmla="*/ 39 h 642"/>
                  <a:gd name="T44" fmla="*/ 3 w 1443"/>
                  <a:gd name="T45" fmla="*/ 37 h 642"/>
                  <a:gd name="T46" fmla="*/ 8 w 1443"/>
                  <a:gd name="T47" fmla="*/ 45 h 642"/>
                  <a:gd name="T48" fmla="*/ 11 w 1443"/>
                  <a:gd name="T49" fmla="*/ 45 h 642"/>
                  <a:gd name="T50" fmla="*/ 14 w 1443"/>
                  <a:gd name="T51" fmla="*/ 35 h 642"/>
                  <a:gd name="T52" fmla="*/ 32 w 1443"/>
                  <a:gd name="T53" fmla="*/ 32 h 642"/>
                  <a:gd name="T54" fmla="*/ 34 w 1443"/>
                  <a:gd name="T55" fmla="*/ 32 h 642"/>
                  <a:gd name="T56" fmla="*/ 40 w 1443"/>
                  <a:gd name="T57" fmla="*/ 24 h 642"/>
                  <a:gd name="T58" fmla="*/ 45 w 1443"/>
                  <a:gd name="T59" fmla="*/ 26 h 642"/>
                  <a:gd name="T60" fmla="*/ 48 w 1443"/>
                  <a:gd name="T61" fmla="*/ 22 h 642"/>
                  <a:gd name="T62" fmla="*/ 50 w 1443"/>
                  <a:gd name="T63" fmla="*/ 15 h 642"/>
                  <a:gd name="T64" fmla="*/ 52 w 1443"/>
                  <a:gd name="T65" fmla="*/ 15 h 642"/>
                  <a:gd name="T66" fmla="*/ 52 w 1443"/>
                  <a:gd name="T67" fmla="*/ 37 h 642"/>
                  <a:gd name="T68" fmla="*/ 47 w 1443"/>
                  <a:gd name="T69" fmla="*/ 47 h 642"/>
                  <a:gd name="T70" fmla="*/ 47 w 1443"/>
                  <a:gd name="T71" fmla="*/ 52 h 642"/>
                  <a:gd name="T72" fmla="*/ 46 w 1443"/>
                  <a:gd name="T73" fmla="*/ 54 h 642"/>
                  <a:gd name="T74" fmla="*/ 50 w 1443"/>
                  <a:gd name="T75" fmla="*/ 56 h 642"/>
                  <a:gd name="T76" fmla="*/ 55 w 1443"/>
                  <a:gd name="T77" fmla="*/ 49 h 642"/>
                  <a:gd name="T78" fmla="*/ 58 w 1443"/>
                  <a:gd name="T79" fmla="*/ 39 h 642"/>
                  <a:gd name="T80" fmla="*/ 58 w 1443"/>
                  <a:gd name="T81" fmla="*/ 37 h 642"/>
                  <a:gd name="T82" fmla="*/ 61 w 1443"/>
                  <a:gd name="T83" fmla="*/ 33 h 642"/>
                  <a:gd name="T84" fmla="*/ 81 w 1443"/>
                  <a:gd name="T85" fmla="*/ 32 h 642"/>
                  <a:gd name="T86" fmla="*/ 85 w 1443"/>
                  <a:gd name="T87" fmla="*/ 28 h 642"/>
                  <a:gd name="T88" fmla="*/ 85 w 1443"/>
                  <a:gd name="T89" fmla="*/ 27 h 642"/>
                  <a:gd name="T90" fmla="*/ 82 w 1443"/>
                  <a:gd name="T91" fmla="*/ 23 h 642"/>
                  <a:gd name="T92" fmla="*/ 64 w 1443"/>
                  <a:gd name="T93" fmla="*/ 21 h 642"/>
                  <a:gd name="T94" fmla="*/ 61 w 1443"/>
                  <a:gd name="T95" fmla="*/ 21 h 642"/>
                  <a:gd name="T96" fmla="*/ 59 w 1443"/>
                  <a:gd name="T97" fmla="*/ 19 h 642"/>
                  <a:gd name="T98" fmla="*/ 61 w 1443"/>
                  <a:gd name="T99" fmla="*/ 13 h 642"/>
                  <a:gd name="T100" fmla="*/ 83 w 1443"/>
                  <a:gd name="T101" fmla="*/ 10 h 642"/>
                  <a:gd name="T102" fmla="*/ 86 w 1443"/>
                  <a:gd name="T103" fmla="*/ 7 h 642"/>
                  <a:gd name="T104" fmla="*/ 87 w 1443"/>
                  <a:gd name="T105" fmla="*/ 0 h 642"/>
                  <a:gd name="T106" fmla="*/ 90 w 1443"/>
                  <a:gd name="T107" fmla="*/ 0 h 642"/>
                  <a:gd name="T108" fmla="*/ 93 w 1443"/>
                  <a:gd name="T109" fmla="*/ 9 h 642"/>
                  <a:gd name="T110" fmla="*/ 93 w 1443"/>
                  <a:gd name="T111" fmla="*/ 9 h 64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43" h="642">
                    <a:moveTo>
                      <a:pt x="896" y="90"/>
                    </a:moveTo>
                    <a:lnTo>
                      <a:pt x="974" y="162"/>
                    </a:lnTo>
                    <a:lnTo>
                      <a:pt x="974" y="306"/>
                    </a:lnTo>
                    <a:lnTo>
                      <a:pt x="938" y="355"/>
                    </a:lnTo>
                    <a:lnTo>
                      <a:pt x="926" y="504"/>
                    </a:lnTo>
                    <a:lnTo>
                      <a:pt x="926" y="516"/>
                    </a:lnTo>
                    <a:lnTo>
                      <a:pt x="950" y="540"/>
                    </a:lnTo>
                    <a:lnTo>
                      <a:pt x="962" y="540"/>
                    </a:lnTo>
                    <a:lnTo>
                      <a:pt x="1052" y="342"/>
                    </a:lnTo>
                    <a:lnTo>
                      <a:pt x="1227" y="342"/>
                    </a:lnTo>
                    <a:lnTo>
                      <a:pt x="1274" y="276"/>
                    </a:lnTo>
                    <a:lnTo>
                      <a:pt x="1286" y="276"/>
                    </a:lnTo>
                    <a:lnTo>
                      <a:pt x="1304" y="342"/>
                    </a:lnTo>
                    <a:lnTo>
                      <a:pt x="1329" y="366"/>
                    </a:lnTo>
                    <a:lnTo>
                      <a:pt x="1419" y="378"/>
                    </a:lnTo>
                    <a:lnTo>
                      <a:pt x="1443" y="457"/>
                    </a:lnTo>
                    <a:lnTo>
                      <a:pt x="1394" y="619"/>
                    </a:lnTo>
                    <a:lnTo>
                      <a:pt x="1376" y="642"/>
                    </a:lnTo>
                    <a:lnTo>
                      <a:pt x="18" y="630"/>
                    </a:lnTo>
                    <a:lnTo>
                      <a:pt x="0" y="606"/>
                    </a:lnTo>
                    <a:lnTo>
                      <a:pt x="13" y="403"/>
                    </a:lnTo>
                    <a:lnTo>
                      <a:pt x="13" y="390"/>
                    </a:lnTo>
                    <a:lnTo>
                      <a:pt x="31" y="366"/>
                    </a:lnTo>
                    <a:lnTo>
                      <a:pt x="79" y="444"/>
                    </a:lnTo>
                    <a:lnTo>
                      <a:pt x="103" y="444"/>
                    </a:lnTo>
                    <a:lnTo>
                      <a:pt x="139" y="342"/>
                    </a:lnTo>
                    <a:lnTo>
                      <a:pt x="307" y="319"/>
                    </a:lnTo>
                    <a:lnTo>
                      <a:pt x="331" y="319"/>
                    </a:lnTo>
                    <a:lnTo>
                      <a:pt x="392" y="240"/>
                    </a:lnTo>
                    <a:lnTo>
                      <a:pt x="433" y="252"/>
                    </a:lnTo>
                    <a:lnTo>
                      <a:pt x="469" y="216"/>
                    </a:lnTo>
                    <a:lnTo>
                      <a:pt x="482" y="150"/>
                    </a:lnTo>
                    <a:lnTo>
                      <a:pt x="505" y="150"/>
                    </a:lnTo>
                    <a:lnTo>
                      <a:pt x="505" y="366"/>
                    </a:lnTo>
                    <a:lnTo>
                      <a:pt x="457" y="468"/>
                    </a:lnTo>
                    <a:lnTo>
                      <a:pt x="457" y="516"/>
                    </a:lnTo>
                    <a:lnTo>
                      <a:pt x="446" y="529"/>
                    </a:lnTo>
                    <a:lnTo>
                      <a:pt x="482" y="558"/>
                    </a:lnTo>
                    <a:lnTo>
                      <a:pt x="536" y="480"/>
                    </a:lnTo>
                    <a:lnTo>
                      <a:pt x="559" y="390"/>
                    </a:lnTo>
                    <a:lnTo>
                      <a:pt x="559" y="366"/>
                    </a:lnTo>
                    <a:lnTo>
                      <a:pt x="595" y="330"/>
                    </a:lnTo>
                    <a:lnTo>
                      <a:pt x="782" y="319"/>
                    </a:lnTo>
                    <a:lnTo>
                      <a:pt x="824" y="276"/>
                    </a:lnTo>
                    <a:lnTo>
                      <a:pt x="824" y="265"/>
                    </a:lnTo>
                    <a:lnTo>
                      <a:pt x="793" y="229"/>
                    </a:lnTo>
                    <a:lnTo>
                      <a:pt x="619" y="204"/>
                    </a:lnTo>
                    <a:lnTo>
                      <a:pt x="595" y="204"/>
                    </a:lnTo>
                    <a:lnTo>
                      <a:pt x="572" y="186"/>
                    </a:lnTo>
                    <a:lnTo>
                      <a:pt x="595" y="126"/>
                    </a:lnTo>
                    <a:lnTo>
                      <a:pt x="800" y="103"/>
                    </a:lnTo>
                    <a:lnTo>
                      <a:pt x="836" y="66"/>
                    </a:lnTo>
                    <a:lnTo>
                      <a:pt x="847" y="0"/>
                    </a:lnTo>
                    <a:lnTo>
                      <a:pt x="872" y="0"/>
                    </a:lnTo>
                    <a:lnTo>
                      <a:pt x="896"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2" name="Freeform 213">
                <a:extLst>
                  <a:ext uri="{FF2B5EF4-FFF2-40B4-BE49-F238E27FC236}">
                    <a16:creationId xmlns:a16="http://schemas.microsoft.com/office/drawing/2014/main" id="{D4AB7C36-2037-47D2-AB96-ECC4D445D5FE}"/>
                  </a:ext>
                </a:extLst>
              </p:cNvPr>
              <p:cNvSpPr>
                <a:spLocks/>
              </p:cNvSpPr>
              <p:nvPr/>
            </p:nvSpPr>
            <p:spPr bwMode="auto">
              <a:xfrm>
                <a:off x="3623" y="3470"/>
                <a:ext cx="80" cy="40"/>
              </a:xfrm>
              <a:custGeom>
                <a:avLst/>
                <a:gdLst>
                  <a:gd name="T0" fmla="*/ 80 w 768"/>
                  <a:gd name="T1" fmla="*/ 11 h 390"/>
                  <a:gd name="T2" fmla="*/ 76 w 768"/>
                  <a:gd name="T3" fmla="*/ 28 h 390"/>
                  <a:gd name="T4" fmla="*/ 73 w 768"/>
                  <a:gd name="T5" fmla="*/ 38 h 390"/>
                  <a:gd name="T6" fmla="*/ 13 w 768"/>
                  <a:gd name="T7" fmla="*/ 39 h 390"/>
                  <a:gd name="T8" fmla="*/ 6 w 768"/>
                  <a:gd name="T9" fmla="*/ 40 h 390"/>
                  <a:gd name="T10" fmla="*/ 2 w 768"/>
                  <a:gd name="T11" fmla="*/ 40 h 390"/>
                  <a:gd name="T12" fmla="*/ 0 w 768"/>
                  <a:gd name="T13" fmla="*/ 38 h 390"/>
                  <a:gd name="T14" fmla="*/ 8 w 768"/>
                  <a:gd name="T15" fmla="*/ 18 h 390"/>
                  <a:gd name="T16" fmla="*/ 9 w 768"/>
                  <a:gd name="T17" fmla="*/ 18 h 390"/>
                  <a:gd name="T18" fmla="*/ 9 w 768"/>
                  <a:gd name="T19" fmla="*/ 17 h 390"/>
                  <a:gd name="T20" fmla="*/ 13 w 768"/>
                  <a:gd name="T21" fmla="*/ 20 h 390"/>
                  <a:gd name="T22" fmla="*/ 16 w 768"/>
                  <a:gd name="T23" fmla="*/ 20 h 390"/>
                  <a:gd name="T24" fmla="*/ 19 w 768"/>
                  <a:gd name="T25" fmla="*/ 11 h 390"/>
                  <a:gd name="T26" fmla="*/ 63 w 768"/>
                  <a:gd name="T27" fmla="*/ 7 h 390"/>
                  <a:gd name="T28" fmla="*/ 68 w 768"/>
                  <a:gd name="T29" fmla="*/ 0 h 390"/>
                  <a:gd name="T30" fmla="*/ 71 w 768"/>
                  <a:gd name="T31" fmla="*/ 0 h 390"/>
                  <a:gd name="T32" fmla="*/ 80 w 768"/>
                  <a:gd name="T33" fmla="*/ 11 h 390"/>
                  <a:gd name="T34" fmla="*/ 80 w 768"/>
                  <a:gd name="T35" fmla="*/ 11 h 3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8" h="390">
                    <a:moveTo>
                      <a:pt x="768" y="108"/>
                    </a:moveTo>
                    <a:lnTo>
                      <a:pt x="732" y="271"/>
                    </a:lnTo>
                    <a:lnTo>
                      <a:pt x="703" y="372"/>
                    </a:lnTo>
                    <a:lnTo>
                      <a:pt x="126" y="384"/>
                    </a:lnTo>
                    <a:lnTo>
                      <a:pt x="59" y="390"/>
                    </a:lnTo>
                    <a:lnTo>
                      <a:pt x="23" y="390"/>
                    </a:lnTo>
                    <a:lnTo>
                      <a:pt x="0" y="372"/>
                    </a:lnTo>
                    <a:lnTo>
                      <a:pt x="72" y="174"/>
                    </a:lnTo>
                    <a:lnTo>
                      <a:pt x="84" y="174"/>
                    </a:lnTo>
                    <a:lnTo>
                      <a:pt x="90" y="162"/>
                    </a:lnTo>
                    <a:lnTo>
                      <a:pt x="126" y="198"/>
                    </a:lnTo>
                    <a:lnTo>
                      <a:pt x="149" y="198"/>
                    </a:lnTo>
                    <a:lnTo>
                      <a:pt x="185" y="108"/>
                    </a:lnTo>
                    <a:lnTo>
                      <a:pt x="606" y="72"/>
                    </a:lnTo>
                    <a:lnTo>
                      <a:pt x="654" y="0"/>
                    </a:lnTo>
                    <a:lnTo>
                      <a:pt x="678" y="0"/>
                    </a:lnTo>
                    <a:lnTo>
                      <a:pt x="768"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3" name="Freeform 214">
                <a:extLst>
                  <a:ext uri="{FF2B5EF4-FFF2-40B4-BE49-F238E27FC236}">
                    <a16:creationId xmlns:a16="http://schemas.microsoft.com/office/drawing/2014/main" id="{53D1F990-DE7B-4BFE-B363-42792288F289}"/>
                  </a:ext>
                </a:extLst>
              </p:cNvPr>
              <p:cNvSpPr>
                <a:spLocks/>
              </p:cNvSpPr>
              <p:nvPr/>
            </p:nvSpPr>
            <p:spPr bwMode="auto">
              <a:xfrm>
                <a:off x="3703" y="3475"/>
                <a:ext cx="310" cy="37"/>
              </a:xfrm>
              <a:custGeom>
                <a:avLst/>
                <a:gdLst>
                  <a:gd name="T0" fmla="*/ 304 w 3016"/>
                  <a:gd name="T1" fmla="*/ 6 h 367"/>
                  <a:gd name="T2" fmla="*/ 310 w 3016"/>
                  <a:gd name="T3" fmla="*/ 10 h 367"/>
                  <a:gd name="T4" fmla="*/ 305 w 3016"/>
                  <a:gd name="T5" fmla="*/ 30 h 367"/>
                  <a:gd name="T6" fmla="*/ 305 w 3016"/>
                  <a:gd name="T7" fmla="*/ 33 h 367"/>
                  <a:gd name="T8" fmla="*/ 306 w 3016"/>
                  <a:gd name="T9" fmla="*/ 34 h 367"/>
                  <a:gd name="T10" fmla="*/ 297 w 3016"/>
                  <a:gd name="T11" fmla="*/ 37 h 367"/>
                  <a:gd name="T12" fmla="*/ 1 w 3016"/>
                  <a:gd name="T13" fmla="*/ 34 h 367"/>
                  <a:gd name="T14" fmla="*/ 0 w 3016"/>
                  <a:gd name="T15" fmla="*/ 34 h 367"/>
                  <a:gd name="T16" fmla="*/ 4 w 3016"/>
                  <a:gd name="T17" fmla="*/ 29 h 367"/>
                  <a:gd name="T18" fmla="*/ 5 w 3016"/>
                  <a:gd name="T19" fmla="*/ 19 h 367"/>
                  <a:gd name="T20" fmla="*/ 8 w 3016"/>
                  <a:gd name="T21" fmla="*/ 9 h 367"/>
                  <a:gd name="T22" fmla="*/ 14 w 3016"/>
                  <a:gd name="T23" fmla="*/ 6 h 367"/>
                  <a:gd name="T24" fmla="*/ 226 w 3016"/>
                  <a:gd name="T25" fmla="*/ 10 h 367"/>
                  <a:gd name="T26" fmla="*/ 284 w 3016"/>
                  <a:gd name="T27" fmla="*/ 13 h 367"/>
                  <a:gd name="T28" fmla="*/ 291 w 3016"/>
                  <a:gd name="T29" fmla="*/ 13 h 367"/>
                  <a:gd name="T30" fmla="*/ 301 w 3016"/>
                  <a:gd name="T31" fmla="*/ 0 h 367"/>
                  <a:gd name="T32" fmla="*/ 302 w 3016"/>
                  <a:gd name="T33" fmla="*/ 0 h 367"/>
                  <a:gd name="T34" fmla="*/ 304 w 3016"/>
                  <a:gd name="T35" fmla="*/ 6 h 367"/>
                  <a:gd name="T36" fmla="*/ 304 w 3016"/>
                  <a:gd name="T37" fmla="*/ 6 h 3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16" h="367">
                    <a:moveTo>
                      <a:pt x="2957" y="60"/>
                    </a:moveTo>
                    <a:lnTo>
                      <a:pt x="3016" y="103"/>
                    </a:lnTo>
                    <a:lnTo>
                      <a:pt x="2968" y="300"/>
                    </a:lnTo>
                    <a:lnTo>
                      <a:pt x="2968" y="324"/>
                    </a:lnTo>
                    <a:lnTo>
                      <a:pt x="2980" y="336"/>
                    </a:lnTo>
                    <a:lnTo>
                      <a:pt x="2890" y="367"/>
                    </a:lnTo>
                    <a:lnTo>
                      <a:pt x="12" y="342"/>
                    </a:lnTo>
                    <a:lnTo>
                      <a:pt x="0" y="336"/>
                    </a:lnTo>
                    <a:lnTo>
                      <a:pt x="36" y="288"/>
                    </a:lnTo>
                    <a:lnTo>
                      <a:pt x="48" y="187"/>
                    </a:lnTo>
                    <a:lnTo>
                      <a:pt x="79" y="90"/>
                    </a:lnTo>
                    <a:lnTo>
                      <a:pt x="138" y="60"/>
                    </a:lnTo>
                    <a:lnTo>
                      <a:pt x="2200" y="103"/>
                    </a:lnTo>
                    <a:lnTo>
                      <a:pt x="2764" y="126"/>
                    </a:lnTo>
                    <a:lnTo>
                      <a:pt x="2831" y="126"/>
                    </a:lnTo>
                    <a:lnTo>
                      <a:pt x="2926" y="0"/>
                    </a:lnTo>
                    <a:lnTo>
                      <a:pt x="2939" y="0"/>
                    </a:lnTo>
                    <a:lnTo>
                      <a:pt x="295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950515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9EE2A5-D655-445D-98A4-6A93F1959C67}"/>
              </a:ext>
            </a:extLst>
          </p:cNvPr>
          <p:cNvPicPr>
            <a:picLocks noChangeAspect="1"/>
          </p:cNvPicPr>
          <p:nvPr/>
        </p:nvPicPr>
        <p:blipFill>
          <a:blip r:embed="rId3"/>
          <a:stretch>
            <a:fillRect/>
          </a:stretch>
        </p:blipFill>
        <p:spPr>
          <a:xfrm>
            <a:off x="529389" y="2768523"/>
            <a:ext cx="8706297" cy="2978303"/>
          </a:xfrm>
          <a:prstGeom prst="rect">
            <a:avLst/>
          </a:prstGeom>
          <a:scene3d>
            <a:camera prst="orthographicFront"/>
            <a:lightRig rig="threePt" dir="t"/>
          </a:scene3d>
          <a:sp3d extrusionH="254000">
            <a:bevelT/>
          </a:sp3d>
        </p:spPr>
      </p:pic>
      <p:sp>
        <p:nvSpPr>
          <p:cNvPr id="27" name="Content Placeholder 2"/>
          <p:cNvSpPr txBox="1">
            <a:spLocks/>
          </p:cNvSpPr>
          <p:nvPr/>
        </p:nvSpPr>
        <p:spPr>
          <a:xfrm>
            <a:off x="529389" y="1269591"/>
            <a:ext cx="10780295" cy="847967"/>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spcBef>
                <a:spcPts val="500"/>
              </a:spcBef>
            </a:pPr>
            <a:r>
              <a:rPr lang="en-US" sz="2400" dirty="0">
                <a:solidFill>
                  <a:schemeClr val="tx1">
                    <a:lumMod val="75000"/>
                  </a:schemeClr>
                </a:solidFill>
                <a:latin typeface="Effra Light" charset="0"/>
              </a:rPr>
              <a:t>Requisitioners must ensure the correct quantity has been entered on the receipt. If  not, they must correct the receipt.</a:t>
            </a:r>
          </a:p>
        </p:txBody>
      </p:sp>
      <p:sp>
        <p:nvSpPr>
          <p:cNvPr id="2" name="Title 1">
            <a:extLst>
              <a:ext uri="{FF2B5EF4-FFF2-40B4-BE49-F238E27FC236}">
                <a16:creationId xmlns:a16="http://schemas.microsoft.com/office/drawing/2014/main" id="{D7F5254B-E697-4745-810B-F00779FF6456}"/>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Correcting a Receipt</a:t>
            </a:r>
          </a:p>
        </p:txBody>
      </p:sp>
      <p:sp>
        <p:nvSpPr>
          <p:cNvPr id="24" name="Slide Number Placeholder 3"/>
          <p:cNvSpPr>
            <a:spLocks noGrp="1"/>
          </p:cNvSpPr>
          <p:nvPr>
            <p:ph type="sldNum" sz="quarter" idx="4294967295"/>
          </p:nvPr>
        </p:nvSpPr>
        <p:spPr/>
        <p:txBody>
          <a:bodyPr/>
          <a:lstStyle/>
          <a:p>
            <a:r>
              <a:rPr lang="en-US">
                <a:solidFill>
                  <a:schemeClr val="bg1"/>
                </a:solidFill>
              </a:rPr>
              <a:t>27</a:t>
            </a:r>
          </a:p>
        </p:txBody>
      </p:sp>
      <p:sp>
        <p:nvSpPr>
          <p:cNvPr id="7" name="Rectangle 6">
            <a:extLst>
              <a:ext uri="{FF2B5EF4-FFF2-40B4-BE49-F238E27FC236}">
                <a16:creationId xmlns:a16="http://schemas.microsoft.com/office/drawing/2014/main" id="{2A2231D0-58A8-4BAF-B598-C00A4D4F5581}"/>
              </a:ext>
            </a:extLst>
          </p:cNvPr>
          <p:cNvSpPr/>
          <p:nvPr/>
        </p:nvSpPr>
        <p:spPr>
          <a:xfrm>
            <a:off x="4434927" y="4030079"/>
            <a:ext cx="501028" cy="42762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ular Callout 7">
            <a:extLst>
              <a:ext uri="{FF2B5EF4-FFF2-40B4-BE49-F238E27FC236}">
                <a16:creationId xmlns:a16="http://schemas.microsoft.com/office/drawing/2014/main" id="{003316CB-3CCA-4053-8FAC-D6720D7DFB9A}"/>
              </a:ext>
            </a:extLst>
          </p:cNvPr>
          <p:cNvSpPr/>
          <p:nvPr/>
        </p:nvSpPr>
        <p:spPr>
          <a:xfrm>
            <a:off x="9610441" y="2382253"/>
            <a:ext cx="2170564" cy="4078705"/>
          </a:xfrm>
          <a:prstGeom prst="wedgeRoundRectCallout">
            <a:avLst>
              <a:gd name="adj1" fmla="val 10500"/>
              <a:gd name="adj2" fmla="val -1975"/>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342900" indent="-342900">
              <a:buFont typeface="+mj-lt"/>
              <a:buAutoNum type="arabicPeriod"/>
            </a:pPr>
            <a:r>
              <a:rPr lang="en-US" sz="1400" dirty="0">
                <a:solidFill>
                  <a:srgbClr val="002060"/>
                </a:solidFill>
                <a:latin typeface="Effra Light" panose="020B0403020203020204"/>
              </a:rPr>
              <a:t>On the </a:t>
            </a:r>
            <a:r>
              <a:rPr lang="en-US" sz="1400" b="1" dirty="0">
                <a:solidFill>
                  <a:srgbClr val="C00000"/>
                </a:solidFill>
                <a:latin typeface="Effra Light" charset="0"/>
              </a:rPr>
              <a:t>Manage Receipts </a:t>
            </a:r>
            <a:r>
              <a:rPr lang="en-US" sz="1400" dirty="0">
                <a:solidFill>
                  <a:srgbClr val="002060"/>
                </a:solidFill>
                <a:latin typeface="Effra Light" panose="020B0403020203020204"/>
              </a:rPr>
              <a:t>screen, Search for Receipt based on Goods Receipt number, Requisition, or Purchase Order.</a:t>
            </a:r>
          </a:p>
          <a:p>
            <a:pPr marL="342900" indent="-342900">
              <a:buFont typeface="+mj-lt"/>
              <a:buAutoNum type="arabicPeriod"/>
            </a:pPr>
            <a:endParaRPr lang="en-US" sz="1400" dirty="0">
              <a:solidFill>
                <a:srgbClr val="002060"/>
              </a:solidFill>
              <a:latin typeface="Effra Light" panose="020B0403020203020204"/>
            </a:endParaRPr>
          </a:p>
          <a:p>
            <a:pPr marL="342900" indent="-342900">
              <a:buFont typeface="+mj-lt"/>
              <a:buAutoNum type="arabicPeriod"/>
            </a:pPr>
            <a:r>
              <a:rPr lang="en-US" sz="1400" dirty="0">
                <a:solidFill>
                  <a:srgbClr val="002060"/>
                </a:solidFill>
                <a:latin typeface="Effra Light" panose="020B0403020203020204"/>
              </a:rPr>
              <a:t>Select desired Receipt and </a:t>
            </a:r>
            <a:r>
              <a:rPr lang="en-US" sz="1400" b="1" dirty="0">
                <a:solidFill>
                  <a:srgbClr val="C00000"/>
                </a:solidFill>
                <a:latin typeface="Effra Light" charset="0"/>
              </a:rPr>
              <a:t>Correct</a:t>
            </a:r>
            <a:r>
              <a:rPr lang="en-US" sz="1400" dirty="0">
                <a:solidFill>
                  <a:srgbClr val="002060"/>
                </a:solidFill>
                <a:latin typeface="Effra Light" panose="020B0403020203020204"/>
              </a:rPr>
              <a:t>. Ensure you are choosing the right Item and Goods Receipt.</a:t>
            </a:r>
          </a:p>
          <a:p>
            <a:pPr marL="342900" indent="-342900">
              <a:buFont typeface="+mj-lt"/>
              <a:buAutoNum type="arabicPeriod"/>
            </a:pPr>
            <a:endParaRPr lang="en-US" sz="1400" dirty="0">
              <a:solidFill>
                <a:srgbClr val="002060"/>
              </a:solidFill>
              <a:latin typeface="Effra Light" panose="020B0403020203020204"/>
            </a:endParaRPr>
          </a:p>
          <a:p>
            <a:pPr marL="342900" indent="-342900">
              <a:buFont typeface="+mj-lt"/>
              <a:buAutoNum type="arabicPeriod"/>
            </a:pPr>
            <a:r>
              <a:rPr lang="en-US" sz="1400" dirty="0">
                <a:solidFill>
                  <a:srgbClr val="002060"/>
                </a:solidFill>
                <a:latin typeface="Effra Light" panose="020B0403020203020204"/>
              </a:rPr>
              <a:t>Correct the Quantity, waybill, and Submit</a:t>
            </a:r>
          </a:p>
        </p:txBody>
      </p:sp>
      <p:cxnSp>
        <p:nvCxnSpPr>
          <p:cNvPr id="9" name="Straight Arrow Connector 8">
            <a:extLst>
              <a:ext uri="{FF2B5EF4-FFF2-40B4-BE49-F238E27FC236}">
                <a16:creationId xmlns:a16="http://schemas.microsoft.com/office/drawing/2014/main" id="{3511A281-9F0E-4D9E-9590-72F39069E4C5}"/>
              </a:ext>
            </a:extLst>
          </p:cNvPr>
          <p:cNvCxnSpPr>
            <a:cxnSpLocks/>
          </p:cNvCxnSpPr>
          <p:nvPr/>
        </p:nvCxnSpPr>
        <p:spPr>
          <a:xfrm flipH="1">
            <a:off x="5010150" y="3753853"/>
            <a:ext cx="4564196" cy="42762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3673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60F2A197-246E-4EDE-A0F6-D1897039DA8D}"/>
              </a:ext>
            </a:extLst>
          </p:cNvPr>
          <p:cNvSpPr>
            <a:spLocks noGrp="1" noChangeArrowheads="1"/>
          </p:cNvSpPr>
          <p:nvPr>
            <p:ph idx="1"/>
          </p:nvPr>
        </p:nvSpPr>
        <p:spPr>
          <a:xfrm>
            <a:off x="422517" y="1513491"/>
            <a:ext cx="11064240" cy="2022189"/>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Correct a Receipt</a:t>
            </a:r>
          </a:p>
        </p:txBody>
      </p:sp>
      <p:sp>
        <p:nvSpPr>
          <p:cNvPr id="253954" name="Rectangle 2">
            <a:extLst>
              <a:ext uri="{FF2B5EF4-FFF2-40B4-BE49-F238E27FC236}">
                <a16:creationId xmlns:a16="http://schemas.microsoft.com/office/drawing/2014/main" id="{0EAA948D-F8C5-4C48-89F3-B3B9F45DF10C}"/>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Demo/Exercise</a:t>
            </a:r>
          </a:p>
        </p:txBody>
      </p:sp>
      <p:grpSp>
        <p:nvGrpSpPr>
          <p:cNvPr id="27652" name="Group 4">
            <a:extLst>
              <a:ext uri="{FF2B5EF4-FFF2-40B4-BE49-F238E27FC236}">
                <a16:creationId xmlns:a16="http://schemas.microsoft.com/office/drawing/2014/main" id="{3B6FB7F0-3736-4D53-8E2D-47D2AF6318F8}"/>
              </a:ext>
            </a:extLst>
          </p:cNvPr>
          <p:cNvGrpSpPr>
            <a:grpSpLocks/>
          </p:cNvGrpSpPr>
          <p:nvPr/>
        </p:nvGrpSpPr>
        <p:grpSpPr bwMode="auto">
          <a:xfrm>
            <a:off x="1676401" y="5181601"/>
            <a:ext cx="1700213" cy="1133475"/>
            <a:chOff x="288" y="3408"/>
            <a:chExt cx="1071" cy="714"/>
          </a:xfrm>
        </p:grpSpPr>
        <p:sp>
          <p:nvSpPr>
            <p:cNvPr id="27714" name="Rectangle 5" descr="PP_blue_background">
              <a:extLst>
                <a:ext uri="{FF2B5EF4-FFF2-40B4-BE49-F238E27FC236}">
                  <a16:creationId xmlns:a16="http://schemas.microsoft.com/office/drawing/2014/main" id="{1F4049F6-A3D3-4742-8F1F-149304D56E65}"/>
                </a:ext>
              </a:extLst>
            </p:cNvPr>
            <p:cNvSpPr>
              <a:spLocks noChangeArrowheads="1"/>
            </p:cNvSpPr>
            <p:nvPr/>
          </p:nvSpPr>
          <p:spPr bwMode="auto">
            <a:xfrm>
              <a:off x="288" y="3408"/>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5" name="AutoShape 6">
              <a:extLst>
                <a:ext uri="{FF2B5EF4-FFF2-40B4-BE49-F238E27FC236}">
                  <a16:creationId xmlns:a16="http://schemas.microsoft.com/office/drawing/2014/main" id="{4474DB60-6508-493F-81F9-564CD0132FF8}"/>
                </a:ext>
              </a:extLst>
            </p:cNvPr>
            <p:cNvSpPr>
              <a:spLocks noChangeArrowheads="1"/>
            </p:cNvSpPr>
            <p:nvPr/>
          </p:nvSpPr>
          <p:spPr bwMode="auto">
            <a:xfrm flipH="1">
              <a:off x="938" y="3671"/>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6" name="Rectangle 7">
              <a:extLst>
                <a:ext uri="{FF2B5EF4-FFF2-40B4-BE49-F238E27FC236}">
                  <a16:creationId xmlns:a16="http://schemas.microsoft.com/office/drawing/2014/main" id="{52E09096-A3E0-4471-8D6C-8E42281BF0D7}"/>
                </a:ext>
              </a:extLst>
            </p:cNvPr>
            <p:cNvSpPr>
              <a:spLocks noChangeArrowheads="1"/>
            </p:cNvSpPr>
            <p:nvPr/>
          </p:nvSpPr>
          <p:spPr bwMode="auto">
            <a:xfrm>
              <a:off x="360" y="3444"/>
              <a:ext cx="936"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Demonstration</a:t>
              </a:r>
            </a:p>
          </p:txBody>
        </p:sp>
        <p:grpSp>
          <p:nvGrpSpPr>
            <p:cNvPr id="27717" name="Group 8">
              <a:extLst>
                <a:ext uri="{FF2B5EF4-FFF2-40B4-BE49-F238E27FC236}">
                  <a16:creationId xmlns:a16="http://schemas.microsoft.com/office/drawing/2014/main" id="{99928C2B-C097-4A3C-B3CC-F90956E25772}"/>
                </a:ext>
              </a:extLst>
            </p:cNvPr>
            <p:cNvGrpSpPr>
              <a:grpSpLocks/>
            </p:cNvGrpSpPr>
            <p:nvPr/>
          </p:nvGrpSpPr>
          <p:grpSpPr bwMode="auto">
            <a:xfrm>
              <a:off x="968" y="3777"/>
              <a:ext cx="361" cy="316"/>
              <a:chOff x="3264" y="2304"/>
              <a:chExt cx="1584" cy="1297"/>
            </a:xfrm>
          </p:grpSpPr>
          <p:sp>
            <p:nvSpPr>
              <p:cNvPr id="27718" name="Rectangle 9">
                <a:extLst>
                  <a:ext uri="{FF2B5EF4-FFF2-40B4-BE49-F238E27FC236}">
                    <a16:creationId xmlns:a16="http://schemas.microsoft.com/office/drawing/2014/main" id="{F8332E53-AE75-4251-A629-5FD12A1FAC0A}"/>
                  </a:ext>
                </a:extLst>
              </p:cNvPr>
              <p:cNvSpPr>
                <a:spLocks noChangeArrowheads="1"/>
              </p:cNvSpPr>
              <p:nvPr/>
            </p:nvSpPr>
            <p:spPr bwMode="auto">
              <a:xfrm>
                <a:off x="3538" y="2335"/>
                <a:ext cx="878" cy="645"/>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9" name="Rectangle 10">
                <a:extLst>
                  <a:ext uri="{FF2B5EF4-FFF2-40B4-BE49-F238E27FC236}">
                    <a16:creationId xmlns:a16="http://schemas.microsoft.com/office/drawing/2014/main" id="{A4B36243-2932-42EF-A5A1-F9283A9047AD}"/>
                  </a:ext>
                </a:extLst>
              </p:cNvPr>
              <p:cNvSpPr>
                <a:spLocks noChangeArrowheads="1"/>
              </p:cNvSpPr>
              <p:nvPr/>
            </p:nvSpPr>
            <p:spPr bwMode="auto">
              <a:xfrm>
                <a:off x="3520" y="2304"/>
                <a:ext cx="916" cy="31"/>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0" name="Rectangle 11" descr="PP_blue_background">
                <a:extLst>
                  <a:ext uri="{FF2B5EF4-FFF2-40B4-BE49-F238E27FC236}">
                    <a16:creationId xmlns:a16="http://schemas.microsoft.com/office/drawing/2014/main" id="{220A1BAA-919D-4B79-9F0C-120BD830A3E4}"/>
                  </a:ext>
                </a:extLst>
              </p:cNvPr>
              <p:cNvSpPr>
                <a:spLocks noChangeArrowheads="1"/>
              </p:cNvSpPr>
              <p:nvPr/>
            </p:nvSpPr>
            <p:spPr bwMode="auto">
              <a:xfrm>
                <a:off x="3561" y="2335"/>
                <a:ext cx="834" cy="621"/>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1" name="Freeform 12">
                <a:extLst>
                  <a:ext uri="{FF2B5EF4-FFF2-40B4-BE49-F238E27FC236}">
                    <a16:creationId xmlns:a16="http://schemas.microsoft.com/office/drawing/2014/main" id="{D799A67C-67DF-40CF-87D3-D3A6B3511F80}"/>
                  </a:ext>
                </a:extLst>
              </p:cNvPr>
              <p:cNvSpPr>
                <a:spLocks/>
              </p:cNvSpPr>
              <p:nvPr/>
            </p:nvSpPr>
            <p:spPr bwMode="auto">
              <a:xfrm>
                <a:off x="4166" y="2846"/>
                <a:ext cx="285" cy="637"/>
              </a:xfrm>
              <a:custGeom>
                <a:avLst/>
                <a:gdLst>
                  <a:gd name="T0" fmla="*/ 157 w 523"/>
                  <a:gd name="T1" fmla="*/ 637 h 1164"/>
                  <a:gd name="T2" fmla="*/ 156 w 523"/>
                  <a:gd name="T3" fmla="*/ 620 h 1164"/>
                  <a:gd name="T4" fmla="*/ 156 w 523"/>
                  <a:gd name="T5" fmla="*/ 606 h 1164"/>
                  <a:gd name="T6" fmla="*/ 157 w 523"/>
                  <a:gd name="T7" fmla="*/ 567 h 1164"/>
                  <a:gd name="T8" fmla="*/ 156 w 523"/>
                  <a:gd name="T9" fmla="*/ 508 h 1164"/>
                  <a:gd name="T10" fmla="*/ 151 w 523"/>
                  <a:gd name="T11" fmla="*/ 448 h 1164"/>
                  <a:gd name="T12" fmla="*/ 149 w 523"/>
                  <a:gd name="T13" fmla="*/ 385 h 1164"/>
                  <a:gd name="T14" fmla="*/ 143 w 523"/>
                  <a:gd name="T15" fmla="*/ 338 h 1164"/>
                  <a:gd name="T16" fmla="*/ 141 w 523"/>
                  <a:gd name="T17" fmla="*/ 258 h 1164"/>
                  <a:gd name="T18" fmla="*/ 163 w 523"/>
                  <a:gd name="T19" fmla="*/ 364 h 1164"/>
                  <a:gd name="T20" fmla="*/ 176 w 523"/>
                  <a:gd name="T21" fmla="*/ 441 h 1164"/>
                  <a:gd name="T22" fmla="*/ 175 w 523"/>
                  <a:gd name="T23" fmla="*/ 560 h 1164"/>
                  <a:gd name="T24" fmla="*/ 165 w 523"/>
                  <a:gd name="T25" fmla="*/ 634 h 1164"/>
                  <a:gd name="T26" fmla="*/ 178 w 523"/>
                  <a:gd name="T27" fmla="*/ 636 h 1164"/>
                  <a:gd name="T28" fmla="*/ 212 w 523"/>
                  <a:gd name="T29" fmla="*/ 637 h 1164"/>
                  <a:gd name="T30" fmla="*/ 247 w 523"/>
                  <a:gd name="T31" fmla="*/ 634 h 1164"/>
                  <a:gd name="T32" fmla="*/ 275 w 523"/>
                  <a:gd name="T33" fmla="*/ 626 h 1164"/>
                  <a:gd name="T34" fmla="*/ 272 w 523"/>
                  <a:gd name="T35" fmla="*/ 607 h 1164"/>
                  <a:gd name="T36" fmla="*/ 278 w 523"/>
                  <a:gd name="T37" fmla="*/ 533 h 1164"/>
                  <a:gd name="T38" fmla="*/ 285 w 523"/>
                  <a:gd name="T39" fmla="*/ 428 h 1164"/>
                  <a:gd name="T40" fmla="*/ 275 w 523"/>
                  <a:gd name="T41" fmla="*/ 380 h 1164"/>
                  <a:gd name="T42" fmla="*/ 268 w 523"/>
                  <a:gd name="T43" fmla="*/ 346 h 1164"/>
                  <a:gd name="T44" fmla="*/ 263 w 523"/>
                  <a:gd name="T45" fmla="*/ 315 h 1164"/>
                  <a:gd name="T46" fmla="*/ 260 w 523"/>
                  <a:gd name="T47" fmla="*/ 211 h 1164"/>
                  <a:gd name="T48" fmla="*/ 242 w 523"/>
                  <a:gd name="T49" fmla="*/ 191 h 1164"/>
                  <a:gd name="T50" fmla="*/ 208 w 523"/>
                  <a:gd name="T51" fmla="*/ 194 h 1164"/>
                  <a:gd name="T52" fmla="*/ 171 w 523"/>
                  <a:gd name="T53" fmla="*/ 200 h 1164"/>
                  <a:gd name="T54" fmla="*/ 148 w 523"/>
                  <a:gd name="T55" fmla="*/ 142 h 1164"/>
                  <a:gd name="T56" fmla="*/ 135 w 523"/>
                  <a:gd name="T57" fmla="*/ 21 h 1164"/>
                  <a:gd name="T58" fmla="*/ 86 w 523"/>
                  <a:gd name="T59" fmla="*/ 22 h 1164"/>
                  <a:gd name="T60" fmla="*/ 58 w 523"/>
                  <a:gd name="T61" fmla="*/ 13 h 1164"/>
                  <a:gd name="T62" fmla="*/ 37 w 523"/>
                  <a:gd name="T63" fmla="*/ 4 h 1164"/>
                  <a:gd name="T64" fmla="*/ 25 w 523"/>
                  <a:gd name="T65" fmla="*/ 1 h 1164"/>
                  <a:gd name="T66" fmla="*/ 20 w 523"/>
                  <a:gd name="T67" fmla="*/ 122 h 1164"/>
                  <a:gd name="T68" fmla="*/ 6 w 523"/>
                  <a:gd name="T69" fmla="*/ 128 h 1164"/>
                  <a:gd name="T70" fmla="*/ 13 w 523"/>
                  <a:gd name="T71" fmla="*/ 167 h 1164"/>
                  <a:gd name="T72" fmla="*/ 23 w 523"/>
                  <a:gd name="T73" fmla="*/ 209 h 1164"/>
                  <a:gd name="T74" fmla="*/ 36 w 523"/>
                  <a:gd name="T75" fmla="*/ 263 h 1164"/>
                  <a:gd name="T76" fmla="*/ 45 w 523"/>
                  <a:gd name="T77" fmla="*/ 317 h 1164"/>
                  <a:gd name="T78" fmla="*/ 45 w 523"/>
                  <a:gd name="T79" fmla="*/ 351 h 1164"/>
                  <a:gd name="T80" fmla="*/ 50 w 523"/>
                  <a:gd name="T81" fmla="*/ 370 h 1164"/>
                  <a:gd name="T82" fmla="*/ 52 w 523"/>
                  <a:gd name="T83" fmla="*/ 390 h 1164"/>
                  <a:gd name="T84" fmla="*/ 62 w 523"/>
                  <a:gd name="T85" fmla="*/ 447 h 1164"/>
                  <a:gd name="T86" fmla="*/ 66 w 523"/>
                  <a:gd name="T87" fmla="*/ 505 h 1164"/>
                  <a:gd name="T88" fmla="*/ 66 w 523"/>
                  <a:gd name="T89" fmla="*/ 547 h 1164"/>
                  <a:gd name="T90" fmla="*/ 61 w 523"/>
                  <a:gd name="T91" fmla="*/ 587 h 1164"/>
                  <a:gd name="T92" fmla="*/ 56 w 523"/>
                  <a:gd name="T93" fmla="*/ 598 h 1164"/>
                  <a:gd name="T94" fmla="*/ 45 w 523"/>
                  <a:gd name="T95" fmla="*/ 616 h 1164"/>
                  <a:gd name="T96" fmla="*/ 50 w 523"/>
                  <a:gd name="T97" fmla="*/ 624 h 1164"/>
                  <a:gd name="T98" fmla="*/ 81 w 523"/>
                  <a:gd name="T99" fmla="*/ 629 h 1164"/>
                  <a:gd name="T100" fmla="*/ 117 w 523"/>
                  <a:gd name="T101" fmla="*/ 634 h 1164"/>
                  <a:gd name="T102" fmla="*/ 148 w 523"/>
                  <a:gd name="T103" fmla="*/ 637 h 11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23" h="1164">
                    <a:moveTo>
                      <a:pt x="279" y="1164"/>
                    </a:moveTo>
                    <a:lnTo>
                      <a:pt x="281" y="1164"/>
                    </a:lnTo>
                    <a:lnTo>
                      <a:pt x="284" y="1164"/>
                    </a:lnTo>
                    <a:lnTo>
                      <a:pt x="286" y="1164"/>
                    </a:lnTo>
                    <a:lnTo>
                      <a:pt x="288" y="1164"/>
                    </a:lnTo>
                    <a:lnTo>
                      <a:pt x="288" y="1158"/>
                    </a:lnTo>
                    <a:lnTo>
                      <a:pt x="289" y="1152"/>
                    </a:lnTo>
                    <a:lnTo>
                      <a:pt x="289" y="1145"/>
                    </a:lnTo>
                    <a:lnTo>
                      <a:pt x="288" y="1139"/>
                    </a:lnTo>
                    <a:lnTo>
                      <a:pt x="287" y="1133"/>
                    </a:lnTo>
                    <a:lnTo>
                      <a:pt x="286" y="1128"/>
                    </a:lnTo>
                    <a:lnTo>
                      <a:pt x="286" y="1123"/>
                    </a:lnTo>
                    <a:lnTo>
                      <a:pt x="287" y="1118"/>
                    </a:lnTo>
                    <a:lnTo>
                      <a:pt x="288" y="1114"/>
                    </a:lnTo>
                    <a:lnTo>
                      <a:pt x="287" y="1107"/>
                    </a:lnTo>
                    <a:lnTo>
                      <a:pt x="286" y="1101"/>
                    </a:lnTo>
                    <a:lnTo>
                      <a:pt x="286" y="1094"/>
                    </a:lnTo>
                    <a:lnTo>
                      <a:pt x="286" y="1082"/>
                    </a:lnTo>
                    <a:lnTo>
                      <a:pt x="287" y="1060"/>
                    </a:lnTo>
                    <a:lnTo>
                      <a:pt x="288" y="1037"/>
                    </a:lnTo>
                    <a:lnTo>
                      <a:pt x="288" y="1019"/>
                    </a:lnTo>
                    <a:lnTo>
                      <a:pt x="287" y="1001"/>
                    </a:lnTo>
                    <a:lnTo>
                      <a:pt x="287" y="976"/>
                    </a:lnTo>
                    <a:lnTo>
                      <a:pt x="287" y="950"/>
                    </a:lnTo>
                    <a:lnTo>
                      <a:pt x="287" y="929"/>
                    </a:lnTo>
                    <a:lnTo>
                      <a:pt x="287" y="910"/>
                    </a:lnTo>
                    <a:lnTo>
                      <a:pt x="285" y="887"/>
                    </a:lnTo>
                    <a:lnTo>
                      <a:pt x="283" y="862"/>
                    </a:lnTo>
                    <a:lnTo>
                      <a:pt x="279" y="840"/>
                    </a:lnTo>
                    <a:lnTo>
                      <a:pt x="277" y="819"/>
                    </a:lnTo>
                    <a:lnTo>
                      <a:pt x="276" y="796"/>
                    </a:lnTo>
                    <a:lnTo>
                      <a:pt x="276" y="774"/>
                    </a:lnTo>
                    <a:lnTo>
                      <a:pt x="276" y="752"/>
                    </a:lnTo>
                    <a:lnTo>
                      <a:pt x="274" y="729"/>
                    </a:lnTo>
                    <a:lnTo>
                      <a:pt x="273" y="704"/>
                    </a:lnTo>
                    <a:lnTo>
                      <a:pt x="271" y="681"/>
                    </a:lnTo>
                    <a:lnTo>
                      <a:pt x="270" y="668"/>
                    </a:lnTo>
                    <a:lnTo>
                      <a:pt x="268" y="656"/>
                    </a:lnTo>
                    <a:lnTo>
                      <a:pt x="265" y="638"/>
                    </a:lnTo>
                    <a:lnTo>
                      <a:pt x="263" y="618"/>
                    </a:lnTo>
                    <a:lnTo>
                      <a:pt x="262" y="601"/>
                    </a:lnTo>
                    <a:lnTo>
                      <a:pt x="262" y="575"/>
                    </a:lnTo>
                    <a:lnTo>
                      <a:pt x="261" y="533"/>
                    </a:lnTo>
                    <a:lnTo>
                      <a:pt x="258" y="493"/>
                    </a:lnTo>
                    <a:lnTo>
                      <a:pt x="258" y="472"/>
                    </a:lnTo>
                    <a:lnTo>
                      <a:pt x="261" y="499"/>
                    </a:lnTo>
                    <a:lnTo>
                      <a:pt x="268" y="534"/>
                    </a:lnTo>
                    <a:lnTo>
                      <a:pt x="278" y="576"/>
                    </a:lnTo>
                    <a:lnTo>
                      <a:pt x="288" y="621"/>
                    </a:lnTo>
                    <a:lnTo>
                      <a:pt x="300" y="665"/>
                    </a:lnTo>
                    <a:lnTo>
                      <a:pt x="309" y="703"/>
                    </a:lnTo>
                    <a:lnTo>
                      <a:pt x="316" y="731"/>
                    </a:lnTo>
                    <a:lnTo>
                      <a:pt x="318" y="749"/>
                    </a:lnTo>
                    <a:lnTo>
                      <a:pt x="319" y="781"/>
                    </a:lnTo>
                    <a:lnTo>
                      <a:pt x="323" y="806"/>
                    </a:lnTo>
                    <a:lnTo>
                      <a:pt x="327" y="827"/>
                    </a:lnTo>
                    <a:lnTo>
                      <a:pt x="331" y="843"/>
                    </a:lnTo>
                    <a:lnTo>
                      <a:pt x="330" y="882"/>
                    </a:lnTo>
                    <a:lnTo>
                      <a:pt x="326" y="954"/>
                    </a:lnTo>
                    <a:lnTo>
                      <a:pt x="322" y="1024"/>
                    </a:lnTo>
                    <a:lnTo>
                      <a:pt x="319" y="1063"/>
                    </a:lnTo>
                    <a:lnTo>
                      <a:pt x="317" y="1080"/>
                    </a:lnTo>
                    <a:lnTo>
                      <a:pt x="311" y="1105"/>
                    </a:lnTo>
                    <a:lnTo>
                      <a:pt x="307" y="1132"/>
                    </a:lnTo>
                    <a:lnTo>
                      <a:pt x="303" y="1159"/>
                    </a:lnTo>
                    <a:lnTo>
                      <a:pt x="306" y="1160"/>
                    </a:lnTo>
                    <a:lnTo>
                      <a:pt x="309" y="1160"/>
                    </a:lnTo>
                    <a:lnTo>
                      <a:pt x="312" y="1161"/>
                    </a:lnTo>
                    <a:lnTo>
                      <a:pt x="317" y="1161"/>
                    </a:lnTo>
                    <a:lnTo>
                      <a:pt x="326" y="1162"/>
                    </a:lnTo>
                    <a:lnTo>
                      <a:pt x="338" y="1163"/>
                    </a:lnTo>
                    <a:lnTo>
                      <a:pt x="349" y="1164"/>
                    </a:lnTo>
                    <a:lnTo>
                      <a:pt x="362" y="1164"/>
                    </a:lnTo>
                    <a:lnTo>
                      <a:pt x="375" y="1164"/>
                    </a:lnTo>
                    <a:lnTo>
                      <a:pt x="389" y="1164"/>
                    </a:lnTo>
                    <a:lnTo>
                      <a:pt x="401" y="1164"/>
                    </a:lnTo>
                    <a:lnTo>
                      <a:pt x="415" y="1163"/>
                    </a:lnTo>
                    <a:lnTo>
                      <a:pt x="429" y="1162"/>
                    </a:lnTo>
                    <a:lnTo>
                      <a:pt x="442" y="1161"/>
                    </a:lnTo>
                    <a:lnTo>
                      <a:pt x="454" y="1159"/>
                    </a:lnTo>
                    <a:lnTo>
                      <a:pt x="467" y="1156"/>
                    </a:lnTo>
                    <a:lnTo>
                      <a:pt x="477" y="1154"/>
                    </a:lnTo>
                    <a:lnTo>
                      <a:pt x="488" y="1151"/>
                    </a:lnTo>
                    <a:lnTo>
                      <a:pt x="497" y="1147"/>
                    </a:lnTo>
                    <a:lnTo>
                      <a:pt x="504" y="1143"/>
                    </a:lnTo>
                    <a:lnTo>
                      <a:pt x="503" y="1138"/>
                    </a:lnTo>
                    <a:lnTo>
                      <a:pt x="501" y="1133"/>
                    </a:lnTo>
                    <a:lnTo>
                      <a:pt x="498" y="1130"/>
                    </a:lnTo>
                    <a:lnTo>
                      <a:pt x="494" y="1126"/>
                    </a:lnTo>
                    <a:lnTo>
                      <a:pt x="499" y="1110"/>
                    </a:lnTo>
                    <a:lnTo>
                      <a:pt x="503" y="1090"/>
                    </a:lnTo>
                    <a:lnTo>
                      <a:pt x="504" y="1069"/>
                    </a:lnTo>
                    <a:lnTo>
                      <a:pt x="504" y="1050"/>
                    </a:lnTo>
                    <a:lnTo>
                      <a:pt x="506" y="1020"/>
                    </a:lnTo>
                    <a:lnTo>
                      <a:pt x="511" y="974"/>
                    </a:lnTo>
                    <a:lnTo>
                      <a:pt x="515" y="928"/>
                    </a:lnTo>
                    <a:lnTo>
                      <a:pt x="519" y="897"/>
                    </a:lnTo>
                    <a:lnTo>
                      <a:pt x="521" y="867"/>
                    </a:lnTo>
                    <a:lnTo>
                      <a:pt x="523" y="825"/>
                    </a:lnTo>
                    <a:lnTo>
                      <a:pt x="523" y="782"/>
                    </a:lnTo>
                    <a:lnTo>
                      <a:pt x="520" y="752"/>
                    </a:lnTo>
                    <a:lnTo>
                      <a:pt x="515" y="735"/>
                    </a:lnTo>
                    <a:lnTo>
                      <a:pt x="511" y="720"/>
                    </a:lnTo>
                    <a:lnTo>
                      <a:pt x="508" y="706"/>
                    </a:lnTo>
                    <a:lnTo>
                      <a:pt x="505" y="694"/>
                    </a:lnTo>
                    <a:lnTo>
                      <a:pt x="501" y="681"/>
                    </a:lnTo>
                    <a:lnTo>
                      <a:pt x="498" y="665"/>
                    </a:lnTo>
                    <a:lnTo>
                      <a:pt x="494" y="651"/>
                    </a:lnTo>
                    <a:lnTo>
                      <a:pt x="493" y="642"/>
                    </a:lnTo>
                    <a:lnTo>
                      <a:pt x="492" y="633"/>
                    </a:lnTo>
                    <a:lnTo>
                      <a:pt x="490" y="621"/>
                    </a:lnTo>
                    <a:lnTo>
                      <a:pt x="486" y="608"/>
                    </a:lnTo>
                    <a:lnTo>
                      <a:pt x="485" y="598"/>
                    </a:lnTo>
                    <a:lnTo>
                      <a:pt x="484" y="587"/>
                    </a:lnTo>
                    <a:lnTo>
                      <a:pt x="482" y="575"/>
                    </a:lnTo>
                    <a:lnTo>
                      <a:pt x="480" y="561"/>
                    </a:lnTo>
                    <a:lnTo>
                      <a:pt x="478" y="549"/>
                    </a:lnTo>
                    <a:lnTo>
                      <a:pt x="478" y="515"/>
                    </a:lnTo>
                    <a:lnTo>
                      <a:pt x="480" y="450"/>
                    </a:lnTo>
                    <a:lnTo>
                      <a:pt x="478" y="385"/>
                    </a:lnTo>
                    <a:lnTo>
                      <a:pt x="477" y="347"/>
                    </a:lnTo>
                    <a:lnTo>
                      <a:pt x="471" y="347"/>
                    </a:lnTo>
                    <a:lnTo>
                      <a:pt x="465" y="348"/>
                    </a:lnTo>
                    <a:lnTo>
                      <a:pt x="455" y="348"/>
                    </a:lnTo>
                    <a:lnTo>
                      <a:pt x="445" y="349"/>
                    </a:lnTo>
                    <a:lnTo>
                      <a:pt x="435" y="349"/>
                    </a:lnTo>
                    <a:lnTo>
                      <a:pt x="422" y="350"/>
                    </a:lnTo>
                    <a:lnTo>
                      <a:pt x="409" y="351"/>
                    </a:lnTo>
                    <a:lnTo>
                      <a:pt x="395" y="352"/>
                    </a:lnTo>
                    <a:lnTo>
                      <a:pt x="382" y="355"/>
                    </a:lnTo>
                    <a:lnTo>
                      <a:pt x="368" y="357"/>
                    </a:lnTo>
                    <a:lnTo>
                      <a:pt x="353" y="358"/>
                    </a:lnTo>
                    <a:lnTo>
                      <a:pt x="340" y="360"/>
                    </a:lnTo>
                    <a:lnTo>
                      <a:pt x="326" y="364"/>
                    </a:lnTo>
                    <a:lnTo>
                      <a:pt x="314" y="366"/>
                    </a:lnTo>
                    <a:lnTo>
                      <a:pt x="302" y="370"/>
                    </a:lnTo>
                    <a:lnTo>
                      <a:pt x="292" y="373"/>
                    </a:lnTo>
                    <a:lnTo>
                      <a:pt x="286" y="345"/>
                    </a:lnTo>
                    <a:lnTo>
                      <a:pt x="279" y="306"/>
                    </a:lnTo>
                    <a:lnTo>
                      <a:pt x="271" y="260"/>
                    </a:lnTo>
                    <a:lnTo>
                      <a:pt x="263" y="211"/>
                    </a:lnTo>
                    <a:lnTo>
                      <a:pt x="256" y="160"/>
                    </a:lnTo>
                    <a:lnTo>
                      <a:pt x="251" y="112"/>
                    </a:lnTo>
                    <a:lnTo>
                      <a:pt x="248" y="70"/>
                    </a:lnTo>
                    <a:lnTo>
                      <a:pt x="248" y="38"/>
                    </a:lnTo>
                    <a:lnTo>
                      <a:pt x="228" y="44"/>
                    </a:lnTo>
                    <a:lnTo>
                      <a:pt x="209" y="46"/>
                    </a:lnTo>
                    <a:lnTo>
                      <a:pt x="190" y="46"/>
                    </a:lnTo>
                    <a:lnTo>
                      <a:pt x="174" y="44"/>
                    </a:lnTo>
                    <a:lnTo>
                      <a:pt x="158" y="40"/>
                    </a:lnTo>
                    <a:lnTo>
                      <a:pt x="144" y="37"/>
                    </a:lnTo>
                    <a:lnTo>
                      <a:pt x="133" y="32"/>
                    </a:lnTo>
                    <a:lnTo>
                      <a:pt x="122" y="29"/>
                    </a:lnTo>
                    <a:lnTo>
                      <a:pt x="114" y="26"/>
                    </a:lnTo>
                    <a:lnTo>
                      <a:pt x="106" y="23"/>
                    </a:lnTo>
                    <a:lnTo>
                      <a:pt x="98" y="21"/>
                    </a:lnTo>
                    <a:lnTo>
                      <a:pt x="91" y="18"/>
                    </a:lnTo>
                    <a:lnTo>
                      <a:pt x="84" y="16"/>
                    </a:lnTo>
                    <a:lnTo>
                      <a:pt x="76" y="13"/>
                    </a:lnTo>
                    <a:lnTo>
                      <a:pt x="68" y="8"/>
                    </a:lnTo>
                    <a:lnTo>
                      <a:pt x="60" y="2"/>
                    </a:lnTo>
                    <a:lnTo>
                      <a:pt x="57" y="1"/>
                    </a:lnTo>
                    <a:lnTo>
                      <a:pt x="53" y="0"/>
                    </a:lnTo>
                    <a:lnTo>
                      <a:pt x="50" y="0"/>
                    </a:lnTo>
                    <a:lnTo>
                      <a:pt x="45" y="1"/>
                    </a:lnTo>
                    <a:lnTo>
                      <a:pt x="44" y="43"/>
                    </a:lnTo>
                    <a:lnTo>
                      <a:pt x="42" y="110"/>
                    </a:lnTo>
                    <a:lnTo>
                      <a:pt x="41" y="178"/>
                    </a:lnTo>
                    <a:lnTo>
                      <a:pt x="41" y="221"/>
                    </a:lnTo>
                    <a:lnTo>
                      <a:pt x="36" y="223"/>
                    </a:lnTo>
                    <a:lnTo>
                      <a:pt x="30" y="226"/>
                    </a:lnTo>
                    <a:lnTo>
                      <a:pt x="26" y="228"/>
                    </a:lnTo>
                    <a:lnTo>
                      <a:pt x="21" y="230"/>
                    </a:lnTo>
                    <a:lnTo>
                      <a:pt x="15" y="233"/>
                    </a:lnTo>
                    <a:lnTo>
                      <a:pt x="11" y="234"/>
                    </a:lnTo>
                    <a:lnTo>
                      <a:pt x="5" y="236"/>
                    </a:lnTo>
                    <a:lnTo>
                      <a:pt x="0" y="238"/>
                    </a:lnTo>
                    <a:lnTo>
                      <a:pt x="8" y="263"/>
                    </a:lnTo>
                    <a:lnTo>
                      <a:pt x="16" y="286"/>
                    </a:lnTo>
                    <a:lnTo>
                      <a:pt x="23" y="305"/>
                    </a:lnTo>
                    <a:lnTo>
                      <a:pt x="27" y="320"/>
                    </a:lnTo>
                    <a:lnTo>
                      <a:pt x="29" y="335"/>
                    </a:lnTo>
                    <a:lnTo>
                      <a:pt x="33" y="354"/>
                    </a:lnTo>
                    <a:lnTo>
                      <a:pt x="37" y="371"/>
                    </a:lnTo>
                    <a:lnTo>
                      <a:pt x="42" y="382"/>
                    </a:lnTo>
                    <a:lnTo>
                      <a:pt x="48" y="397"/>
                    </a:lnTo>
                    <a:lnTo>
                      <a:pt x="54" y="424"/>
                    </a:lnTo>
                    <a:lnTo>
                      <a:pt x="61" y="451"/>
                    </a:lnTo>
                    <a:lnTo>
                      <a:pt x="65" y="466"/>
                    </a:lnTo>
                    <a:lnTo>
                      <a:pt x="66" y="480"/>
                    </a:lnTo>
                    <a:lnTo>
                      <a:pt x="69" y="502"/>
                    </a:lnTo>
                    <a:lnTo>
                      <a:pt x="73" y="527"/>
                    </a:lnTo>
                    <a:lnTo>
                      <a:pt x="76" y="547"/>
                    </a:lnTo>
                    <a:lnTo>
                      <a:pt x="80" y="563"/>
                    </a:lnTo>
                    <a:lnTo>
                      <a:pt x="83" y="580"/>
                    </a:lnTo>
                    <a:lnTo>
                      <a:pt x="84" y="597"/>
                    </a:lnTo>
                    <a:lnTo>
                      <a:pt x="83" y="610"/>
                    </a:lnTo>
                    <a:lnTo>
                      <a:pt x="82" y="622"/>
                    </a:lnTo>
                    <a:lnTo>
                      <a:pt x="82" y="632"/>
                    </a:lnTo>
                    <a:lnTo>
                      <a:pt x="82" y="642"/>
                    </a:lnTo>
                    <a:lnTo>
                      <a:pt x="84" y="648"/>
                    </a:lnTo>
                    <a:lnTo>
                      <a:pt x="87" y="655"/>
                    </a:lnTo>
                    <a:lnTo>
                      <a:pt x="90" y="663"/>
                    </a:lnTo>
                    <a:lnTo>
                      <a:pt x="91" y="670"/>
                    </a:lnTo>
                    <a:lnTo>
                      <a:pt x="91" y="676"/>
                    </a:lnTo>
                    <a:lnTo>
                      <a:pt x="90" y="682"/>
                    </a:lnTo>
                    <a:lnTo>
                      <a:pt x="90" y="691"/>
                    </a:lnTo>
                    <a:lnTo>
                      <a:pt x="90" y="698"/>
                    </a:lnTo>
                    <a:lnTo>
                      <a:pt x="91" y="703"/>
                    </a:lnTo>
                    <a:lnTo>
                      <a:pt x="96" y="713"/>
                    </a:lnTo>
                    <a:lnTo>
                      <a:pt x="102" y="732"/>
                    </a:lnTo>
                    <a:lnTo>
                      <a:pt x="109" y="756"/>
                    </a:lnTo>
                    <a:lnTo>
                      <a:pt x="112" y="773"/>
                    </a:lnTo>
                    <a:lnTo>
                      <a:pt x="113" y="791"/>
                    </a:lnTo>
                    <a:lnTo>
                      <a:pt x="114" y="817"/>
                    </a:lnTo>
                    <a:lnTo>
                      <a:pt x="114" y="844"/>
                    </a:lnTo>
                    <a:lnTo>
                      <a:pt x="117" y="865"/>
                    </a:lnTo>
                    <a:lnTo>
                      <a:pt x="119" y="883"/>
                    </a:lnTo>
                    <a:lnTo>
                      <a:pt x="120" y="903"/>
                    </a:lnTo>
                    <a:lnTo>
                      <a:pt x="121" y="923"/>
                    </a:lnTo>
                    <a:lnTo>
                      <a:pt x="120" y="935"/>
                    </a:lnTo>
                    <a:lnTo>
                      <a:pt x="119" y="949"/>
                    </a:lnTo>
                    <a:lnTo>
                      <a:pt x="120" y="967"/>
                    </a:lnTo>
                    <a:lnTo>
                      <a:pt x="120" y="986"/>
                    </a:lnTo>
                    <a:lnTo>
                      <a:pt x="122" y="999"/>
                    </a:lnTo>
                    <a:lnTo>
                      <a:pt x="124" y="1012"/>
                    </a:lnTo>
                    <a:lnTo>
                      <a:pt x="121" y="1033"/>
                    </a:lnTo>
                    <a:lnTo>
                      <a:pt x="118" y="1054"/>
                    </a:lnTo>
                    <a:lnTo>
                      <a:pt x="114" y="1067"/>
                    </a:lnTo>
                    <a:lnTo>
                      <a:pt x="112" y="1072"/>
                    </a:lnTo>
                    <a:lnTo>
                      <a:pt x="111" y="1078"/>
                    </a:lnTo>
                    <a:lnTo>
                      <a:pt x="110" y="1083"/>
                    </a:lnTo>
                    <a:lnTo>
                      <a:pt x="110" y="1087"/>
                    </a:lnTo>
                    <a:lnTo>
                      <a:pt x="105" y="1090"/>
                    </a:lnTo>
                    <a:lnTo>
                      <a:pt x="102" y="1092"/>
                    </a:lnTo>
                    <a:lnTo>
                      <a:pt x="98" y="1095"/>
                    </a:lnTo>
                    <a:lnTo>
                      <a:pt x="96" y="1098"/>
                    </a:lnTo>
                    <a:lnTo>
                      <a:pt x="94" y="1103"/>
                    </a:lnTo>
                    <a:lnTo>
                      <a:pt x="88" y="1115"/>
                    </a:lnTo>
                    <a:lnTo>
                      <a:pt x="82" y="1126"/>
                    </a:lnTo>
                    <a:lnTo>
                      <a:pt x="79" y="1136"/>
                    </a:lnTo>
                    <a:lnTo>
                      <a:pt x="82" y="1137"/>
                    </a:lnTo>
                    <a:lnTo>
                      <a:pt x="86" y="1138"/>
                    </a:lnTo>
                    <a:lnTo>
                      <a:pt x="89" y="1139"/>
                    </a:lnTo>
                    <a:lnTo>
                      <a:pt x="92" y="1140"/>
                    </a:lnTo>
                    <a:lnTo>
                      <a:pt x="102" y="1143"/>
                    </a:lnTo>
                    <a:lnTo>
                      <a:pt x="112" y="1144"/>
                    </a:lnTo>
                    <a:lnTo>
                      <a:pt x="122" y="1146"/>
                    </a:lnTo>
                    <a:lnTo>
                      <a:pt x="135" y="1148"/>
                    </a:lnTo>
                    <a:lnTo>
                      <a:pt x="148" y="1149"/>
                    </a:lnTo>
                    <a:lnTo>
                      <a:pt x="160" y="1152"/>
                    </a:lnTo>
                    <a:lnTo>
                      <a:pt x="174" y="1154"/>
                    </a:lnTo>
                    <a:lnTo>
                      <a:pt x="188" y="1155"/>
                    </a:lnTo>
                    <a:lnTo>
                      <a:pt x="201" y="1158"/>
                    </a:lnTo>
                    <a:lnTo>
                      <a:pt x="215" y="1159"/>
                    </a:lnTo>
                    <a:lnTo>
                      <a:pt x="227" y="1160"/>
                    </a:lnTo>
                    <a:lnTo>
                      <a:pt x="239" y="1161"/>
                    </a:lnTo>
                    <a:lnTo>
                      <a:pt x="250" y="1162"/>
                    </a:lnTo>
                    <a:lnTo>
                      <a:pt x="262" y="1163"/>
                    </a:lnTo>
                    <a:lnTo>
                      <a:pt x="271" y="1164"/>
                    </a:lnTo>
                    <a:lnTo>
                      <a:pt x="279" y="1164"/>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2" name="Freeform 13">
                <a:extLst>
                  <a:ext uri="{FF2B5EF4-FFF2-40B4-BE49-F238E27FC236}">
                    <a16:creationId xmlns:a16="http://schemas.microsoft.com/office/drawing/2014/main" id="{EB53645F-EB9C-406E-9F05-5F3F4BD81AB9}"/>
                  </a:ext>
                </a:extLst>
              </p:cNvPr>
              <p:cNvSpPr>
                <a:spLocks/>
              </p:cNvSpPr>
              <p:nvPr/>
            </p:nvSpPr>
            <p:spPr bwMode="auto">
              <a:xfrm>
                <a:off x="4301" y="2547"/>
                <a:ext cx="209" cy="503"/>
              </a:xfrm>
              <a:custGeom>
                <a:avLst/>
                <a:gdLst>
                  <a:gd name="T0" fmla="*/ 118 w 384"/>
                  <a:gd name="T1" fmla="*/ 489 h 921"/>
                  <a:gd name="T2" fmla="*/ 102 w 384"/>
                  <a:gd name="T3" fmla="*/ 490 h 921"/>
                  <a:gd name="T4" fmla="*/ 80 w 384"/>
                  <a:gd name="T5" fmla="*/ 492 h 921"/>
                  <a:gd name="T6" fmla="*/ 57 w 384"/>
                  <a:gd name="T7" fmla="*/ 495 h 921"/>
                  <a:gd name="T8" fmla="*/ 36 w 384"/>
                  <a:gd name="T9" fmla="*/ 499 h 921"/>
                  <a:gd name="T10" fmla="*/ 21 w 384"/>
                  <a:gd name="T11" fmla="*/ 488 h 921"/>
                  <a:gd name="T12" fmla="*/ 8 w 384"/>
                  <a:gd name="T13" fmla="*/ 415 h 921"/>
                  <a:gd name="T14" fmla="*/ 0 w 384"/>
                  <a:gd name="T15" fmla="*/ 338 h 921"/>
                  <a:gd name="T16" fmla="*/ 8 w 384"/>
                  <a:gd name="T17" fmla="*/ 261 h 921"/>
                  <a:gd name="T18" fmla="*/ 17 w 384"/>
                  <a:gd name="T19" fmla="*/ 202 h 921"/>
                  <a:gd name="T20" fmla="*/ 37 w 384"/>
                  <a:gd name="T21" fmla="*/ 133 h 921"/>
                  <a:gd name="T22" fmla="*/ 60 w 384"/>
                  <a:gd name="T23" fmla="*/ 70 h 921"/>
                  <a:gd name="T24" fmla="*/ 69 w 384"/>
                  <a:gd name="T25" fmla="*/ 48 h 921"/>
                  <a:gd name="T26" fmla="*/ 78 w 384"/>
                  <a:gd name="T27" fmla="*/ 31 h 921"/>
                  <a:gd name="T28" fmla="*/ 85 w 384"/>
                  <a:gd name="T29" fmla="*/ 0 h 921"/>
                  <a:gd name="T30" fmla="*/ 93 w 384"/>
                  <a:gd name="T31" fmla="*/ 6 h 921"/>
                  <a:gd name="T32" fmla="*/ 99 w 384"/>
                  <a:gd name="T33" fmla="*/ 16 h 921"/>
                  <a:gd name="T34" fmla="*/ 107 w 384"/>
                  <a:gd name="T35" fmla="*/ 31 h 921"/>
                  <a:gd name="T36" fmla="*/ 117 w 384"/>
                  <a:gd name="T37" fmla="*/ 35 h 921"/>
                  <a:gd name="T38" fmla="*/ 125 w 384"/>
                  <a:gd name="T39" fmla="*/ 39 h 921"/>
                  <a:gd name="T40" fmla="*/ 128 w 384"/>
                  <a:gd name="T41" fmla="*/ 51 h 921"/>
                  <a:gd name="T42" fmla="*/ 136 w 384"/>
                  <a:gd name="T43" fmla="*/ 58 h 921"/>
                  <a:gd name="T44" fmla="*/ 145 w 384"/>
                  <a:gd name="T45" fmla="*/ 61 h 921"/>
                  <a:gd name="T46" fmla="*/ 152 w 384"/>
                  <a:gd name="T47" fmla="*/ 65 h 921"/>
                  <a:gd name="T48" fmla="*/ 161 w 384"/>
                  <a:gd name="T49" fmla="*/ 72 h 921"/>
                  <a:gd name="T50" fmla="*/ 168 w 384"/>
                  <a:gd name="T51" fmla="*/ 77 h 921"/>
                  <a:gd name="T52" fmla="*/ 185 w 384"/>
                  <a:gd name="T53" fmla="*/ 88 h 921"/>
                  <a:gd name="T54" fmla="*/ 199 w 384"/>
                  <a:gd name="T55" fmla="*/ 101 h 921"/>
                  <a:gd name="T56" fmla="*/ 201 w 384"/>
                  <a:gd name="T57" fmla="*/ 119 h 921"/>
                  <a:gd name="T58" fmla="*/ 199 w 384"/>
                  <a:gd name="T59" fmla="*/ 135 h 921"/>
                  <a:gd name="T60" fmla="*/ 199 w 384"/>
                  <a:gd name="T61" fmla="*/ 159 h 921"/>
                  <a:gd name="T62" fmla="*/ 195 w 384"/>
                  <a:gd name="T63" fmla="*/ 174 h 921"/>
                  <a:gd name="T64" fmla="*/ 193 w 384"/>
                  <a:gd name="T65" fmla="*/ 181 h 921"/>
                  <a:gd name="T66" fmla="*/ 194 w 384"/>
                  <a:gd name="T67" fmla="*/ 188 h 921"/>
                  <a:gd name="T68" fmla="*/ 200 w 384"/>
                  <a:gd name="T69" fmla="*/ 202 h 921"/>
                  <a:gd name="T70" fmla="*/ 198 w 384"/>
                  <a:gd name="T71" fmla="*/ 230 h 921"/>
                  <a:gd name="T72" fmla="*/ 206 w 384"/>
                  <a:gd name="T73" fmla="*/ 258 h 921"/>
                  <a:gd name="T74" fmla="*/ 206 w 384"/>
                  <a:gd name="T75" fmla="*/ 288 h 921"/>
                  <a:gd name="T76" fmla="*/ 194 w 384"/>
                  <a:gd name="T77" fmla="*/ 309 h 921"/>
                  <a:gd name="T78" fmla="*/ 183 w 384"/>
                  <a:gd name="T79" fmla="*/ 326 h 921"/>
                  <a:gd name="T80" fmla="*/ 173 w 384"/>
                  <a:gd name="T81" fmla="*/ 329 h 921"/>
                  <a:gd name="T82" fmla="*/ 163 w 384"/>
                  <a:gd name="T83" fmla="*/ 326 h 921"/>
                  <a:gd name="T84" fmla="*/ 145 w 384"/>
                  <a:gd name="T85" fmla="*/ 310 h 921"/>
                  <a:gd name="T86" fmla="*/ 122 w 384"/>
                  <a:gd name="T87" fmla="*/ 292 h 921"/>
                  <a:gd name="T88" fmla="*/ 118 w 384"/>
                  <a:gd name="T89" fmla="*/ 295 h 921"/>
                  <a:gd name="T90" fmla="*/ 120 w 384"/>
                  <a:gd name="T91" fmla="*/ 305 h 921"/>
                  <a:gd name="T92" fmla="*/ 121 w 384"/>
                  <a:gd name="T93" fmla="*/ 326 h 921"/>
                  <a:gd name="T94" fmla="*/ 125 w 384"/>
                  <a:gd name="T95" fmla="*/ 348 h 921"/>
                  <a:gd name="T96" fmla="*/ 127 w 384"/>
                  <a:gd name="T97" fmla="*/ 374 h 921"/>
                  <a:gd name="T98" fmla="*/ 132 w 384"/>
                  <a:gd name="T99" fmla="*/ 407 h 921"/>
                  <a:gd name="T100" fmla="*/ 134 w 384"/>
                  <a:gd name="T101" fmla="*/ 440 h 921"/>
                  <a:gd name="T102" fmla="*/ 136 w 384"/>
                  <a:gd name="T103" fmla="*/ 471 h 921"/>
                  <a:gd name="T104" fmla="*/ 140 w 384"/>
                  <a:gd name="T105" fmla="*/ 486 h 921"/>
                  <a:gd name="T106" fmla="*/ 132 w 384"/>
                  <a:gd name="T107" fmla="*/ 488 h 921"/>
                  <a:gd name="T108" fmla="*/ 125 w 384"/>
                  <a:gd name="T109" fmla="*/ 489 h 9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84" h="921">
                    <a:moveTo>
                      <a:pt x="229" y="895"/>
                    </a:moveTo>
                    <a:lnTo>
                      <a:pt x="223" y="895"/>
                    </a:lnTo>
                    <a:lnTo>
                      <a:pt x="217" y="896"/>
                    </a:lnTo>
                    <a:lnTo>
                      <a:pt x="207" y="896"/>
                    </a:lnTo>
                    <a:lnTo>
                      <a:pt x="197" y="897"/>
                    </a:lnTo>
                    <a:lnTo>
                      <a:pt x="187" y="897"/>
                    </a:lnTo>
                    <a:lnTo>
                      <a:pt x="174" y="898"/>
                    </a:lnTo>
                    <a:lnTo>
                      <a:pt x="161" y="899"/>
                    </a:lnTo>
                    <a:lnTo>
                      <a:pt x="147" y="900"/>
                    </a:lnTo>
                    <a:lnTo>
                      <a:pt x="134" y="903"/>
                    </a:lnTo>
                    <a:lnTo>
                      <a:pt x="120" y="905"/>
                    </a:lnTo>
                    <a:lnTo>
                      <a:pt x="105" y="906"/>
                    </a:lnTo>
                    <a:lnTo>
                      <a:pt x="92" y="908"/>
                    </a:lnTo>
                    <a:lnTo>
                      <a:pt x="78" y="912"/>
                    </a:lnTo>
                    <a:lnTo>
                      <a:pt x="66" y="914"/>
                    </a:lnTo>
                    <a:lnTo>
                      <a:pt x="54" y="918"/>
                    </a:lnTo>
                    <a:lnTo>
                      <a:pt x="44" y="921"/>
                    </a:lnTo>
                    <a:lnTo>
                      <a:pt x="38" y="893"/>
                    </a:lnTo>
                    <a:lnTo>
                      <a:pt x="31" y="854"/>
                    </a:lnTo>
                    <a:lnTo>
                      <a:pt x="23" y="808"/>
                    </a:lnTo>
                    <a:lnTo>
                      <a:pt x="15" y="759"/>
                    </a:lnTo>
                    <a:lnTo>
                      <a:pt x="8" y="708"/>
                    </a:lnTo>
                    <a:lnTo>
                      <a:pt x="3" y="660"/>
                    </a:lnTo>
                    <a:lnTo>
                      <a:pt x="0" y="618"/>
                    </a:lnTo>
                    <a:lnTo>
                      <a:pt x="0" y="586"/>
                    </a:lnTo>
                    <a:lnTo>
                      <a:pt x="7" y="532"/>
                    </a:lnTo>
                    <a:lnTo>
                      <a:pt x="15" y="478"/>
                    </a:lnTo>
                    <a:lnTo>
                      <a:pt x="23" y="430"/>
                    </a:lnTo>
                    <a:lnTo>
                      <a:pt x="26" y="399"/>
                    </a:lnTo>
                    <a:lnTo>
                      <a:pt x="31" y="369"/>
                    </a:lnTo>
                    <a:lnTo>
                      <a:pt x="40" y="331"/>
                    </a:lnTo>
                    <a:lnTo>
                      <a:pt x="53" y="288"/>
                    </a:lnTo>
                    <a:lnTo>
                      <a:pt x="68" y="243"/>
                    </a:lnTo>
                    <a:lnTo>
                      <a:pt x="84" y="199"/>
                    </a:lnTo>
                    <a:lnTo>
                      <a:pt x="98" y="160"/>
                    </a:lnTo>
                    <a:lnTo>
                      <a:pt x="111" y="129"/>
                    </a:lnTo>
                    <a:lnTo>
                      <a:pt x="119" y="108"/>
                    </a:lnTo>
                    <a:lnTo>
                      <a:pt x="122" y="99"/>
                    </a:lnTo>
                    <a:lnTo>
                      <a:pt x="127" y="87"/>
                    </a:lnTo>
                    <a:lnTo>
                      <a:pt x="131" y="77"/>
                    </a:lnTo>
                    <a:lnTo>
                      <a:pt x="134" y="69"/>
                    </a:lnTo>
                    <a:lnTo>
                      <a:pt x="144" y="57"/>
                    </a:lnTo>
                    <a:lnTo>
                      <a:pt x="152" y="41"/>
                    </a:lnTo>
                    <a:lnTo>
                      <a:pt x="157" y="22"/>
                    </a:lnTo>
                    <a:lnTo>
                      <a:pt x="157" y="0"/>
                    </a:lnTo>
                    <a:lnTo>
                      <a:pt x="164" y="3"/>
                    </a:lnTo>
                    <a:lnTo>
                      <a:pt x="168" y="7"/>
                    </a:lnTo>
                    <a:lnTo>
                      <a:pt x="170" y="11"/>
                    </a:lnTo>
                    <a:lnTo>
                      <a:pt x="173" y="15"/>
                    </a:lnTo>
                    <a:lnTo>
                      <a:pt x="176" y="20"/>
                    </a:lnTo>
                    <a:lnTo>
                      <a:pt x="182" y="30"/>
                    </a:lnTo>
                    <a:lnTo>
                      <a:pt x="188" y="42"/>
                    </a:lnTo>
                    <a:lnTo>
                      <a:pt x="191" y="55"/>
                    </a:lnTo>
                    <a:lnTo>
                      <a:pt x="197" y="57"/>
                    </a:lnTo>
                    <a:lnTo>
                      <a:pt x="203" y="60"/>
                    </a:lnTo>
                    <a:lnTo>
                      <a:pt x="210" y="62"/>
                    </a:lnTo>
                    <a:lnTo>
                      <a:pt x="215" y="64"/>
                    </a:lnTo>
                    <a:lnTo>
                      <a:pt x="220" y="66"/>
                    </a:lnTo>
                    <a:lnTo>
                      <a:pt x="226" y="69"/>
                    </a:lnTo>
                    <a:lnTo>
                      <a:pt x="229" y="71"/>
                    </a:lnTo>
                    <a:lnTo>
                      <a:pt x="233" y="72"/>
                    </a:lnTo>
                    <a:lnTo>
                      <a:pt x="234" y="83"/>
                    </a:lnTo>
                    <a:lnTo>
                      <a:pt x="236" y="93"/>
                    </a:lnTo>
                    <a:lnTo>
                      <a:pt x="240" y="102"/>
                    </a:lnTo>
                    <a:lnTo>
                      <a:pt x="244" y="106"/>
                    </a:lnTo>
                    <a:lnTo>
                      <a:pt x="250" y="106"/>
                    </a:lnTo>
                    <a:lnTo>
                      <a:pt x="257" y="107"/>
                    </a:lnTo>
                    <a:lnTo>
                      <a:pt x="263" y="109"/>
                    </a:lnTo>
                    <a:lnTo>
                      <a:pt x="267" y="111"/>
                    </a:lnTo>
                    <a:lnTo>
                      <a:pt x="270" y="113"/>
                    </a:lnTo>
                    <a:lnTo>
                      <a:pt x="274" y="116"/>
                    </a:lnTo>
                    <a:lnTo>
                      <a:pt x="279" y="119"/>
                    </a:lnTo>
                    <a:lnTo>
                      <a:pt x="285" y="123"/>
                    </a:lnTo>
                    <a:lnTo>
                      <a:pt x="289" y="127"/>
                    </a:lnTo>
                    <a:lnTo>
                      <a:pt x="295" y="131"/>
                    </a:lnTo>
                    <a:lnTo>
                      <a:pt x="299" y="134"/>
                    </a:lnTo>
                    <a:lnTo>
                      <a:pt x="304" y="138"/>
                    </a:lnTo>
                    <a:lnTo>
                      <a:pt x="309" y="141"/>
                    </a:lnTo>
                    <a:lnTo>
                      <a:pt x="317" y="147"/>
                    </a:lnTo>
                    <a:lnTo>
                      <a:pt x="327" y="154"/>
                    </a:lnTo>
                    <a:lnTo>
                      <a:pt x="339" y="161"/>
                    </a:lnTo>
                    <a:lnTo>
                      <a:pt x="349" y="170"/>
                    </a:lnTo>
                    <a:lnTo>
                      <a:pt x="358" y="178"/>
                    </a:lnTo>
                    <a:lnTo>
                      <a:pt x="365" y="185"/>
                    </a:lnTo>
                    <a:lnTo>
                      <a:pt x="369" y="192"/>
                    </a:lnTo>
                    <a:lnTo>
                      <a:pt x="370" y="205"/>
                    </a:lnTo>
                    <a:lnTo>
                      <a:pt x="369" y="217"/>
                    </a:lnTo>
                    <a:lnTo>
                      <a:pt x="367" y="229"/>
                    </a:lnTo>
                    <a:lnTo>
                      <a:pt x="366" y="237"/>
                    </a:lnTo>
                    <a:lnTo>
                      <a:pt x="366" y="247"/>
                    </a:lnTo>
                    <a:lnTo>
                      <a:pt x="366" y="262"/>
                    </a:lnTo>
                    <a:lnTo>
                      <a:pt x="366" y="278"/>
                    </a:lnTo>
                    <a:lnTo>
                      <a:pt x="366" y="291"/>
                    </a:lnTo>
                    <a:lnTo>
                      <a:pt x="365" y="299"/>
                    </a:lnTo>
                    <a:lnTo>
                      <a:pt x="363" y="308"/>
                    </a:lnTo>
                    <a:lnTo>
                      <a:pt x="359" y="319"/>
                    </a:lnTo>
                    <a:lnTo>
                      <a:pt x="356" y="328"/>
                    </a:lnTo>
                    <a:lnTo>
                      <a:pt x="355" y="330"/>
                    </a:lnTo>
                    <a:lnTo>
                      <a:pt x="355" y="331"/>
                    </a:lnTo>
                    <a:lnTo>
                      <a:pt x="355" y="334"/>
                    </a:lnTo>
                    <a:lnTo>
                      <a:pt x="355" y="335"/>
                    </a:lnTo>
                    <a:lnTo>
                      <a:pt x="356" y="344"/>
                    </a:lnTo>
                    <a:lnTo>
                      <a:pt x="361" y="353"/>
                    </a:lnTo>
                    <a:lnTo>
                      <a:pt x="364" y="362"/>
                    </a:lnTo>
                    <a:lnTo>
                      <a:pt x="367" y="369"/>
                    </a:lnTo>
                    <a:lnTo>
                      <a:pt x="367" y="380"/>
                    </a:lnTo>
                    <a:lnTo>
                      <a:pt x="365" y="400"/>
                    </a:lnTo>
                    <a:lnTo>
                      <a:pt x="363" y="421"/>
                    </a:lnTo>
                    <a:lnTo>
                      <a:pt x="364" y="434"/>
                    </a:lnTo>
                    <a:lnTo>
                      <a:pt x="370" y="448"/>
                    </a:lnTo>
                    <a:lnTo>
                      <a:pt x="378" y="472"/>
                    </a:lnTo>
                    <a:lnTo>
                      <a:pt x="384" y="497"/>
                    </a:lnTo>
                    <a:lnTo>
                      <a:pt x="382" y="518"/>
                    </a:lnTo>
                    <a:lnTo>
                      <a:pt x="379" y="527"/>
                    </a:lnTo>
                    <a:lnTo>
                      <a:pt x="372" y="540"/>
                    </a:lnTo>
                    <a:lnTo>
                      <a:pt x="365" y="553"/>
                    </a:lnTo>
                    <a:lnTo>
                      <a:pt x="357" y="566"/>
                    </a:lnTo>
                    <a:lnTo>
                      <a:pt x="349" y="580"/>
                    </a:lnTo>
                    <a:lnTo>
                      <a:pt x="342" y="591"/>
                    </a:lnTo>
                    <a:lnTo>
                      <a:pt x="336" y="597"/>
                    </a:lnTo>
                    <a:lnTo>
                      <a:pt x="333" y="601"/>
                    </a:lnTo>
                    <a:lnTo>
                      <a:pt x="327" y="602"/>
                    </a:lnTo>
                    <a:lnTo>
                      <a:pt x="317" y="602"/>
                    </a:lnTo>
                    <a:lnTo>
                      <a:pt x="308" y="602"/>
                    </a:lnTo>
                    <a:lnTo>
                      <a:pt x="303" y="600"/>
                    </a:lnTo>
                    <a:lnTo>
                      <a:pt x="299" y="596"/>
                    </a:lnTo>
                    <a:lnTo>
                      <a:pt x="291" y="589"/>
                    </a:lnTo>
                    <a:lnTo>
                      <a:pt x="280" y="579"/>
                    </a:lnTo>
                    <a:lnTo>
                      <a:pt x="266" y="567"/>
                    </a:lnTo>
                    <a:lnTo>
                      <a:pt x="252" y="556"/>
                    </a:lnTo>
                    <a:lnTo>
                      <a:pt x="237" y="543"/>
                    </a:lnTo>
                    <a:lnTo>
                      <a:pt x="225" y="534"/>
                    </a:lnTo>
                    <a:lnTo>
                      <a:pt x="214" y="526"/>
                    </a:lnTo>
                    <a:lnTo>
                      <a:pt x="215" y="533"/>
                    </a:lnTo>
                    <a:lnTo>
                      <a:pt x="217" y="540"/>
                    </a:lnTo>
                    <a:lnTo>
                      <a:pt x="220" y="546"/>
                    </a:lnTo>
                    <a:lnTo>
                      <a:pt x="222" y="549"/>
                    </a:lnTo>
                    <a:lnTo>
                      <a:pt x="221" y="558"/>
                    </a:lnTo>
                    <a:lnTo>
                      <a:pt x="221" y="571"/>
                    </a:lnTo>
                    <a:lnTo>
                      <a:pt x="220" y="585"/>
                    </a:lnTo>
                    <a:lnTo>
                      <a:pt x="222" y="597"/>
                    </a:lnTo>
                    <a:lnTo>
                      <a:pt x="226" y="611"/>
                    </a:lnTo>
                    <a:lnTo>
                      <a:pt x="228" y="625"/>
                    </a:lnTo>
                    <a:lnTo>
                      <a:pt x="230" y="638"/>
                    </a:lnTo>
                    <a:lnTo>
                      <a:pt x="232" y="648"/>
                    </a:lnTo>
                    <a:lnTo>
                      <a:pt x="233" y="662"/>
                    </a:lnTo>
                    <a:lnTo>
                      <a:pt x="234" y="684"/>
                    </a:lnTo>
                    <a:lnTo>
                      <a:pt x="236" y="708"/>
                    </a:lnTo>
                    <a:lnTo>
                      <a:pt x="240" y="728"/>
                    </a:lnTo>
                    <a:lnTo>
                      <a:pt x="243" y="746"/>
                    </a:lnTo>
                    <a:lnTo>
                      <a:pt x="245" y="768"/>
                    </a:lnTo>
                    <a:lnTo>
                      <a:pt x="246" y="789"/>
                    </a:lnTo>
                    <a:lnTo>
                      <a:pt x="246" y="805"/>
                    </a:lnTo>
                    <a:lnTo>
                      <a:pt x="246" y="823"/>
                    </a:lnTo>
                    <a:lnTo>
                      <a:pt x="248" y="844"/>
                    </a:lnTo>
                    <a:lnTo>
                      <a:pt x="250" y="862"/>
                    </a:lnTo>
                    <a:lnTo>
                      <a:pt x="253" y="874"/>
                    </a:lnTo>
                    <a:lnTo>
                      <a:pt x="258" y="883"/>
                    </a:lnTo>
                    <a:lnTo>
                      <a:pt x="258" y="889"/>
                    </a:lnTo>
                    <a:lnTo>
                      <a:pt x="255" y="892"/>
                    </a:lnTo>
                    <a:lnTo>
                      <a:pt x="248" y="893"/>
                    </a:lnTo>
                    <a:lnTo>
                      <a:pt x="242" y="893"/>
                    </a:lnTo>
                    <a:lnTo>
                      <a:pt x="237" y="893"/>
                    </a:lnTo>
                    <a:lnTo>
                      <a:pt x="234" y="895"/>
                    </a:lnTo>
                    <a:lnTo>
                      <a:pt x="229" y="89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3" name="Freeform 14">
                <a:extLst>
                  <a:ext uri="{FF2B5EF4-FFF2-40B4-BE49-F238E27FC236}">
                    <a16:creationId xmlns:a16="http://schemas.microsoft.com/office/drawing/2014/main" id="{22BFD8CD-D502-4E07-B344-473A6FCC0A54}"/>
                  </a:ext>
                </a:extLst>
              </p:cNvPr>
              <p:cNvSpPr>
                <a:spLocks/>
              </p:cNvSpPr>
              <p:nvPr/>
            </p:nvSpPr>
            <p:spPr bwMode="auto">
              <a:xfrm>
                <a:off x="3976" y="2544"/>
                <a:ext cx="324" cy="443"/>
              </a:xfrm>
              <a:custGeom>
                <a:avLst/>
                <a:gdLst>
                  <a:gd name="T0" fmla="*/ 175 w 591"/>
                  <a:gd name="T1" fmla="*/ 438 h 811"/>
                  <a:gd name="T2" fmla="*/ 146 w 591"/>
                  <a:gd name="T3" fmla="*/ 443 h 811"/>
                  <a:gd name="T4" fmla="*/ 130 w 591"/>
                  <a:gd name="T5" fmla="*/ 381 h 811"/>
                  <a:gd name="T6" fmla="*/ 147 w 591"/>
                  <a:gd name="T7" fmla="*/ 326 h 811"/>
                  <a:gd name="T8" fmla="*/ 168 w 591"/>
                  <a:gd name="T9" fmla="*/ 265 h 811"/>
                  <a:gd name="T10" fmla="*/ 180 w 591"/>
                  <a:gd name="T11" fmla="*/ 231 h 811"/>
                  <a:gd name="T12" fmla="*/ 188 w 591"/>
                  <a:gd name="T13" fmla="*/ 158 h 811"/>
                  <a:gd name="T14" fmla="*/ 179 w 591"/>
                  <a:gd name="T15" fmla="*/ 146 h 811"/>
                  <a:gd name="T16" fmla="*/ 165 w 591"/>
                  <a:gd name="T17" fmla="*/ 149 h 811"/>
                  <a:gd name="T18" fmla="*/ 155 w 591"/>
                  <a:gd name="T19" fmla="*/ 150 h 811"/>
                  <a:gd name="T20" fmla="*/ 146 w 591"/>
                  <a:gd name="T21" fmla="*/ 152 h 811"/>
                  <a:gd name="T22" fmla="*/ 138 w 591"/>
                  <a:gd name="T23" fmla="*/ 152 h 811"/>
                  <a:gd name="T24" fmla="*/ 127 w 591"/>
                  <a:gd name="T25" fmla="*/ 150 h 811"/>
                  <a:gd name="T26" fmla="*/ 117 w 591"/>
                  <a:gd name="T27" fmla="*/ 147 h 811"/>
                  <a:gd name="T28" fmla="*/ 100 w 591"/>
                  <a:gd name="T29" fmla="*/ 146 h 811"/>
                  <a:gd name="T30" fmla="*/ 86 w 591"/>
                  <a:gd name="T31" fmla="*/ 148 h 811"/>
                  <a:gd name="T32" fmla="*/ 72 w 591"/>
                  <a:gd name="T33" fmla="*/ 148 h 811"/>
                  <a:gd name="T34" fmla="*/ 47 w 591"/>
                  <a:gd name="T35" fmla="*/ 138 h 811"/>
                  <a:gd name="T36" fmla="*/ 7 w 591"/>
                  <a:gd name="T37" fmla="*/ 124 h 811"/>
                  <a:gd name="T38" fmla="*/ 1 w 591"/>
                  <a:gd name="T39" fmla="*/ 112 h 811"/>
                  <a:gd name="T40" fmla="*/ 9 w 591"/>
                  <a:gd name="T41" fmla="*/ 82 h 811"/>
                  <a:gd name="T42" fmla="*/ 25 w 591"/>
                  <a:gd name="T43" fmla="*/ 55 h 811"/>
                  <a:gd name="T44" fmla="*/ 54 w 591"/>
                  <a:gd name="T45" fmla="*/ 58 h 811"/>
                  <a:gd name="T46" fmla="*/ 86 w 591"/>
                  <a:gd name="T47" fmla="*/ 65 h 811"/>
                  <a:gd name="T48" fmla="*/ 98 w 591"/>
                  <a:gd name="T49" fmla="*/ 64 h 811"/>
                  <a:gd name="T50" fmla="*/ 109 w 591"/>
                  <a:gd name="T51" fmla="*/ 65 h 811"/>
                  <a:gd name="T52" fmla="*/ 119 w 591"/>
                  <a:gd name="T53" fmla="*/ 69 h 811"/>
                  <a:gd name="T54" fmla="*/ 134 w 591"/>
                  <a:gd name="T55" fmla="*/ 74 h 811"/>
                  <a:gd name="T56" fmla="*/ 143 w 591"/>
                  <a:gd name="T57" fmla="*/ 68 h 811"/>
                  <a:gd name="T58" fmla="*/ 154 w 591"/>
                  <a:gd name="T59" fmla="*/ 66 h 811"/>
                  <a:gd name="T60" fmla="*/ 163 w 591"/>
                  <a:gd name="T61" fmla="*/ 61 h 811"/>
                  <a:gd name="T62" fmla="*/ 180 w 591"/>
                  <a:gd name="T63" fmla="*/ 55 h 811"/>
                  <a:gd name="T64" fmla="*/ 209 w 591"/>
                  <a:gd name="T65" fmla="*/ 41 h 811"/>
                  <a:gd name="T66" fmla="*/ 225 w 591"/>
                  <a:gd name="T67" fmla="*/ 40 h 811"/>
                  <a:gd name="T68" fmla="*/ 229 w 591"/>
                  <a:gd name="T69" fmla="*/ 32 h 811"/>
                  <a:gd name="T70" fmla="*/ 240 w 591"/>
                  <a:gd name="T71" fmla="*/ 20 h 811"/>
                  <a:gd name="T72" fmla="*/ 259 w 591"/>
                  <a:gd name="T73" fmla="*/ 3 h 811"/>
                  <a:gd name="T74" fmla="*/ 270 w 591"/>
                  <a:gd name="T75" fmla="*/ 0 h 811"/>
                  <a:gd name="T76" fmla="*/ 286 w 591"/>
                  <a:gd name="T77" fmla="*/ 0 h 811"/>
                  <a:gd name="T78" fmla="*/ 301 w 591"/>
                  <a:gd name="T79" fmla="*/ 7 h 811"/>
                  <a:gd name="T80" fmla="*/ 321 w 591"/>
                  <a:gd name="T81" fmla="*/ 19 h 811"/>
                  <a:gd name="T82" fmla="*/ 317 w 591"/>
                  <a:gd name="T83" fmla="*/ 34 h 811"/>
                  <a:gd name="T84" fmla="*/ 312 w 591"/>
                  <a:gd name="T85" fmla="*/ 49 h 811"/>
                  <a:gd name="T86" fmla="*/ 298 w 591"/>
                  <a:gd name="T87" fmla="*/ 61 h 811"/>
                  <a:gd name="T88" fmla="*/ 276 w 591"/>
                  <a:gd name="T89" fmla="*/ 84 h 811"/>
                  <a:gd name="T90" fmla="*/ 254 w 591"/>
                  <a:gd name="T91" fmla="*/ 121 h 811"/>
                  <a:gd name="T92" fmla="*/ 230 w 591"/>
                  <a:gd name="T93" fmla="*/ 182 h 811"/>
                  <a:gd name="T94" fmla="*/ 215 w 591"/>
                  <a:gd name="T95" fmla="*/ 282 h 811"/>
                  <a:gd name="T96" fmla="*/ 212 w 591"/>
                  <a:gd name="T97" fmla="*/ 399 h 811"/>
                  <a:gd name="T98" fmla="*/ 204 w 591"/>
                  <a:gd name="T99" fmla="*/ 427 h 811"/>
                  <a:gd name="T100" fmla="*/ 192 w 591"/>
                  <a:gd name="T101" fmla="*/ 431 h 8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1" h="811">
                    <a:moveTo>
                      <a:pt x="346" y="791"/>
                    </a:moveTo>
                    <a:lnTo>
                      <a:pt x="341" y="794"/>
                    </a:lnTo>
                    <a:lnTo>
                      <a:pt x="331" y="797"/>
                    </a:lnTo>
                    <a:lnTo>
                      <a:pt x="320" y="801"/>
                    </a:lnTo>
                    <a:lnTo>
                      <a:pt x="307" y="804"/>
                    </a:lnTo>
                    <a:lnTo>
                      <a:pt x="293" y="807"/>
                    </a:lnTo>
                    <a:lnTo>
                      <a:pt x="280" y="810"/>
                    </a:lnTo>
                    <a:lnTo>
                      <a:pt x="266" y="811"/>
                    </a:lnTo>
                    <a:lnTo>
                      <a:pt x="253" y="811"/>
                    </a:lnTo>
                    <a:lnTo>
                      <a:pt x="245" y="776"/>
                    </a:lnTo>
                    <a:lnTo>
                      <a:pt x="239" y="737"/>
                    </a:lnTo>
                    <a:lnTo>
                      <a:pt x="238" y="698"/>
                    </a:lnTo>
                    <a:lnTo>
                      <a:pt x="241" y="667"/>
                    </a:lnTo>
                    <a:lnTo>
                      <a:pt x="247" y="650"/>
                    </a:lnTo>
                    <a:lnTo>
                      <a:pt x="256" y="624"/>
                    </a:lnTo>
                    <a:lnTo>
                      <a:pt x="268" y="596"/>
                    </a:lnTo>
                    <a:lnTo>
                      <a:pt x="280" y="564"/>
                    </a:lnTo>
                    <a:lnTo>
                      <a:pt x="291" y="533"/>
                    </a:lnTo>
                    <a:lnTo>
                      <a:pt x="300" y="507"/>
                    </a:lnTo>
                    <a:lnTo>
                      <a:pt x="307" y="485"/>
                    </a:lnTo>
                    <a:lnTo>
                      <a:pt x="309" y="472"/>
                    </a:lnTo>
                    <a:lnTo>
                      <a:pt x="318" y="461"/>
                    </a:lnTo>
                    <a:lnTo>
                      <a:pt x="323" y="442"/>
                    </a:lnTo>
                    <a:lnTo>
                      <a:pt x="328" y="422"/>
                    </a:lnTo>
                    <a:lnTo>
                      <a:pt x="330" y="401"/>
                    </a:lnTo>
                    <a:lnTo>
                      <a:pt x="332" y="372"/>
                    </a:lnTo>
                    <a:lnTo>
                      <a:pt x="337" y="329"/>
                    </a:lnTo>
                    <a:lnTo>
                      <a:pt x="343" y="289"/>
                    </a:lnTo>
                    <a:lnTo>
                      <a:pt x="346" y="261"/>
                    </a:lnTo>
                    <a:lnTo>
                      <a:pt x="341" y="264"/>
                    </a:lnTo>
                    <a:lnTo>
                      <a:pt x="334" y="265"/>
                    </a:lnTo>
                    <a:lnTo>
                      <a:pt x="327" y="267"/>
                    </a:lnTo>
                    <a:lnTo>
                      <a:pt x="320" y="268"/>
                    </a:lnTo>
                    <a:lnTo>
                      <a:pt x="314" y="271"/>
                    </a:lnTo>
                    <a:lnTo>
                      <a:pt x="307" y="272"/>
                    </a:lnTo>
                    <a:lnTo>
                      <a:pt x="301" y="273"/>
                    </a:lnTo>
                    <a:lnTo>
                      <a:pt x="297" y="273"/>
                    </a:lnTo>
                    <a:lnTo>
                      <a:pt x="292" y="273"/>
                    </a:lnTo>
                    <a:lnTo>
                      <a:pt x="288" y="273"/>
                    </a:lnTo>
                    <a:lnTo>
                      <a:pt x="283" y="274"/>
                    </a:lnTo>
                    <a:lnTo>
                      <a:pt x="278" y="274"/>
                    </a:lnTo>
                    <a:lnTo>
                      <a:pt x="274" y="275"/>
                    </a:lnTo>
                    <a:lnTo>
                      <a:pt x="269" y="276"/>
                    </a:lnTo>
                    <a:lnTo>
                      <a:pt x="266" y="278"/>
                    </a:lnTo>
                    <a:lnTo>
                      <a:pt x="262" y="279"/>
                    </a:lnTo>
                    <a:lnTo>
                      <a:pt x="259" y="279"/>
                    </a:lnTo>
                    <a:lnTo>
                      <a:pt x="255" y="279"/>
                    </a:lnTo>
                    <a:lnTo>
                      <a:pt x="251" y="279"/>
                    </a:lnTo>
                    <a:lnTo>
                      <a:pt x="245" y="278"/>
                    </a:lnTo>
                    <a:lnTo>
                      <a:pt x="240" y="276"/>
                    </a:lnTo>
                    <a:lnTo>
                      <a:pt x="236" y="275"/>
                    </a:lnTo>
                    <a:lnTo>
                      <a:pt x="231" y="274"/>
                    </a:lnTo>
                    <a:lnTo>
                      <a:pt x="228" y="273"/>
                    </a:lnTo>
                    <a:lnTo>
                      <a:pt x="224" y="272"/>
                    </a:lnTo>
                    <a:lnTo>
                      <a:pt x="218" y="271"/>
                    </a:lnTo>
                    <a:lnTo>
                      <a:pt x="213" y="270"/>
                    </a:lnTo>
                    <a:lnTo>
                      <a:pt x="205" y="268"/>
                    </a:lnTo>
                    <a:lnTo>
                      <a:pt x="197" y="268"/>
                    </a:lnTo>
                    <a:lnTo>
                      <a:pt x="190" y="268"/>
                    </a:lnTo>
                    <a:lnTo>
                      <a:pt x="182" y="268"/>
                    </a:lnTo>
                    <a:lnTo>
                      <a:pt x="176" y="268"/>
                    </a:lnTo>
                    <a:lnTo>
                      <a:pt x="170" y="270"/>
                    </a:lnTo>
                    <a:lnTo>
                      <a:pt x="163" y="271"/>
                    </a:lnTo>
                    <a:lnTo>
                      <a:pt x="157" y="271"/>
                    </a:lnTo>
                    <a:lnTo>
                      <a:pt x="150" y="272"/>
                    </a:lnTo>
                    <a:lnTo>
                      <a:pt x="144" y="272"/>
                    </a:lnTo>
                    <a:lnTo>
                      <a:pt x="138" y="271"/>
                    </a:lnTo>
                    <a:lnTo>
                      <a:pt x="131" y="271"/>
                    </a:lnTo>
                    <a:lnTo>
                      <a:pt x="125" y="268"/>
                    </a:lnTo>
                    <a:lnTo>
                      <a:pt x="116" y="265"/>
                    </a:lnTo>
                    <a:lnTo>
                      <a:pt x="102" y="260"/>
                    </a:lnTo>
                    <a:lnTo>
                      <a:pt x="86" y="252"/>
                    </a:lnTo>
                    <a:lnTo>
                      <a:pt x="66" y="245"/>
                    </a:lnTo>
                    <a:lnTo>
                      <a:pt x="47" y="237"/>
                    </a:lnTo>
                    <a:lnTo>
                      <a:pt x="28" y="232"/>
                    </a:lnTo>
                    <a:lnTo>
                      <a:pt x="12" y="227"/>
                    </a:lnTo>
                    <a:lnTo>
                      <a:pt x="0" y="225"/>
                    </a:lnTo>
                    <a:lnTo>
                      <a:pt x="0" y="219"/>
                    </a:lnTo>
                    <a:lnTo>
                      <a:pt x="0" y="212"/>
                    </a:lnTo>
                    <a:lnTo>
                      <a:pt x="1" y="205"/>
                    </a:lnTo>
                    <a:lnTo>
                      <a:pt x="2" y="198"/>
                    </a:lnTo>
                    <a:lnTo>
                      <a:pt x="5" y="183"/>
                    </a:lnTo>
                    <a:lnTo>
                      <a:pt x="11" y="167"/>
                    </a:lnTo>
                    <a:lnTo>
                      <a:pt x="17" y="151"/>
                    </a:lnTo>
                    <a:lnTo>
                      <a:pt x="24" y="136"/>
                    </a:lnTo>
                    <a:lnTo>
                      <a:pt x="31" y="122"/>
                    </a:lnTo>
                    <a:lnTo>
                      <a:pt x="38" y="111"/>
                    </a:lnTo>
                    <a:lnTo>
                      <a:pt x="45" y="101"/>
                    </a:lnTo>
                    <a:lnTo>
                      <a:pt x="49" y="94"/>
                    </a:lnTo>
                    <a:lnTo>
                      <a:pt x="64" y="98"/>
                    </a:lnTo>
                    <a:lnTo>
                      <a:pt x="80" y="101"/>
                    </a:lnTo>
                    <a:lnTo>
                      <a:pt x="99" y="106"/>
                    </a:lnTo>
                    <a:lnTo>
                      <a:pt x="116" y="109"/>
                    </a:lnTo>
                    <a:lnTo>
                      <a:pt x="133" y="114"/>
                    </a:lnTo>
                    <a:lnTo>
                      <a:pt x="147" y="116"/>
                    </a:lnTo>
                    <a:lnTo>
                      <a:pt x="157" y="119"/>
                    </a:lnTo>
                    <a:lnTo>
                      <a:pt x="164" y="119"/>
                    </a:lnTo>
                    <a:lnTo>
                      <a:pt x="169" y="118"/>
                    </a:lnTo>
                    <a:lnTo>
                      <a:pt x="174" y="118"/>
                    </a:lnTo>
                    <a:lnTo>
                      <a:pt x="178" y="118"/>
                    </a:lnTo>
                    <a:lnTo>
                      <a:pt x="184" y="118"/>
                    </a:lnTo>
                    <a:lnTo>
                      <a:pt x="190" y="118"/>
                    </a:lnTo>
                    <a:lnTo>
                      <a:pt x="194" y="119"/>
                    </a:lnTo>
                    <a:lnTo>
                      <a:pt x="198" y="119"/>
                    </a:lnTo>
                    <a:lnTo>
                      <a:pt x="201" y="120"/>
                    </a:lnTo>
                    <a:lnTo>
                      <a:pt x="205" y="121"/>
                    </a:lnTo>
                    <a:lnTo>
                      <a:pt x="210" y="123"/>
                    </a:lnTo>
                    <a:lnTo>
                      <a:pt x="217" y="127"/>
                    </a:lnTo>
                    <a:lnTo>
                      <a:pt x="225" y="129"/>
                    </a:lnTo>
                    <a:lnTo>
                      <a:pt x="232" y="132"/>
                    </a:lnTo>
                    <a:lnTo>
                      <a:pt x="239" y="134"/>
                    </a:lnTo>
                    <a:lnTo>
                      <a:pt x="245" y="135"/>
                    </a:lnTo>
                    <a:lnTo>
                      <a:pt x="248" y="134"/>
                    </a:lnTo>
                    <a:lnTo>
                      <a:pt x="253" y="130"/>
                    </a:lnTo>
                    <a:lnTo>
                      <a:pt x="256" y="127"/>
                    </a:lnTo>
                    <a:lnTo>
                      <a:pt x="261" y="124"/>
                    </a:lnTo>
                    <a:lnTo>
                      <a:pt x="265" y="121"/>
                    </a:lnTo>
                    <a:lnTo>
                      <a:pt x="269" y="121"/>
                    </a:lnTo>
                    <a:lnTo>
                      <a:pt x="275" y="121"/>
                    </a:lnTo>
                    <a:lnTo>
                      <a:pt x="280" y="120"/>
                    </a:lnTo>
                    <a:lnTo>
                      <a:pt x="284" y="118"/>
                    </a:lnTo>
                    <a:lnTo>
                      <a:pt x="289" y="115"/>
                    </a:lnTo>
                    <a:lnTo>
                      <a:pt x="293" y="114"/>
                    </a:lnTo>
                    <a:lnTo>
                      <a:pt x="298" y="112"/>
                    </a:lnTo>
                    <a:lnTo>
                      <a:pt x="301" y="111"/>
                    </a:lnTo>
                    <a:lnTo>
                      <a:pt x="307" y="109"/>
                    </a:lnTo>
                    <a:lnTo>
                      <a:pt x="316" y="106"/>
                    </a:lnTo>
                    <a:lnTo>
                      <a:pt x="328" y="101"/>
                    </a:lnTo>
                    <a:lnTo>
                      <a:pt x="342" y="96"/>
                    </a:lnTo>
                    <a:lnTo>
                      <a:pt x="356" y="90"/>
                    </a:lnTo>
                    <a:lnTo>
                      <a:pt x="369" y="82"/>
                    </a:lnTo>
                    <a:lnTo>
                      <a:pt x="381" y="75"/>
                    </a:lnTo>
                    <a:lnTo>
                      <a:pt x="391" y="67"/>
                    </a:lnTo>
                    <a:lnTo>
                      <a:pt x="397" y="69"/>
                    </a:lnTo>
                    <a:lnTo>
                      <a:pt x="404" y="71"/>
                    </a:lnTo>
                    <a:lnTo>
                      <a:pt x="410" y="73"/>
                    </a:lnTo>
                    <a:lnTo>
                      <a:pt x="412" y="71"/>
                    </a:lnTo>
                    <a:lnTo>
                      <a:pt x="413" y="67"/>
                    </a:lnTo>
                    <a:lnTo>
                      <a:pt x="415" y="62"/>
                    </a:lnTo>
                    <a:lnTo>
                      <a:pt x="418" y="58"/>
                    </a:lnTo>
                    <a:lnTo>
                      <a:pt x="420" y="53"/>
                    </a:lnTo>
                    <a:lnTo>
                      <a:pt x="423" y="50"/>
                    </a:lnTo>
                    <a:lnTo>
                      <a:pt x="429" y="44"/>
                    </a:lnTo>
                    <a:lnTo>
                      <a:pt x="437" y="36"/>
                    </a:lnTo>
                    <a:lnTo>
                      <a:pt x="447" y="27"/>
                    </a:lnTo>
                    <a:lnTo>
                      <a:pt x="456" y="18"/>
                    </a:lnTo>
                    <a:lnTo>
                      <a:pt x="465" y="10"/>
                    </a:lnTo>
                    <a:lnTo>
                      <a:pt x="472" y="5"/>
                    </a:lnTo>
                    <a:lnTo>
                      <a:pt x="476" y="2"/>
                    </a:lnTo>
                    <a:lnTo>
                      <a:pt x="480" y="2"/>
                    </a:lnTo>
                    <a:lnTo>
                      <a:pt x="486" y="1"/>
                    </a:lnTo>
                    <a:lnTo>
                      <a:pt x="493" y="0"/>
                    </a:lnTo>
                    <a:lnTo>
                      <a:pt x="501" y="0"/>
                    </a:lnTo>
                    <a:lnTo>
                      <a:pt x="508" y="0"/>
                    </a:lnTo>
                    <a:lnTo>
                      <a:pt x="514" y="0"/>
                    </a:lnTo>
                    <a:lnTo>
                      <a:pt x="521" y="0"/>
                    </a:lnTo>
                    <a:lnTo>
                      <a:pt x="526" y="1"/>
                    </a:lnTo>
                    <a:lnTo>
                      <a:pt x="531" y="3"/>
                    </a:lnTo>
                    <a:lnTo>
                      <a:pt x="539" y="7"/>
                    </a:lnTo>
                    <a:lnTo>
                      <a:pt x="549" y="12"/>
                    </a:lnTo>
                    <a:lnTo>
                      <a:pt x="559" y="17"/>
                    </a:lnTo>
                    <a:lnTo>
                      <a:pt x="570" y="24"/>
                    </a:lnTo>
                    <a:lnTo>
                      <a:pt x="579" y="30"/>
                    </a:lnTo>
                    <a:lnTo>
                      <a:pt x="586" y="35"/>
                    </a:lnTo>
                    <a:lnTo>
                      <a:pt x="591" y="39"/>
                    </a:lnTo>
                    <a:lnTo>
                      <a:pt x="586" y="46"/>
                    </a:lnTo>
                    <a:lnTo>
                      <a:pt x="581" y="54"/>
                    </a:lnTo>
                    <a:lnTo>
                      <a:pt x="578" y="62"/>
                    </a:lnTo>
                    <a:lnTo>
                      <a:pt x="577" y="70"/>
                    </a:lnTo>
                    <a:lnTo>
                      <a:pt x="574" y="77"/>
                    </a:lnTo>
                    <a:lnTo>
                      <a:pt x="573" y="83"/>
                    </a:lnTo>
                    <a:lnTo>
                      <a:pt x="570" y="89"/>
                    </a:lnTo>
                    <a:lnTo>
                      <a:pt x="565" y="92"/>
                    </a:lnTo>
                    <a:lnTo>
                      <a:pt x="561" y="96"/>
                    </a:lnTo>
                    <a:lnTo>
                      <a:pt x="554" y="103"/>
                    </a:lnTo>
                    <a:lnTo>
                      <a:pt x="544" y="111"/>
                    </a:lnTo>
                    <a:lnTo>
                      <a:pt x="534" y="121"/>
                    </a:lnTo>
                    <a:lnTo>
                      <a:pt x="523" y="131"/>
                    </a:lnTo>
                    <a:lnTo>
                      <a:pt x="512" y="143"/>
                    </a:lnTo>
                    <a:lnTo>
                      <a:pt x="503" y="153"/>
                    </a:lnTo>
                    <a:lnTo>
                      <a:pt x="495" y="164"/>
                    </a:lnTo>
                    <a:lnTo>
                      <a:pt x="487" y="177"/>
                    </a:lnTo>
                    <a:lnTo>
                      <a:pt x="475" y="197"/>
                    </a:lnTo>
                    <a:lnTo>
                      <a:pt x="463" y="222"/>
                    </a:lnTo>
                    <a:lnTo>
                      <a:pt x="450" y="251"/>
                    </a:lnTo>
                    <a:lnTo>
                      <a:pt x="437" y="281"/>
                    </a:lnTo>
                    <a:lnTo>
                      <a:pt x="427" y="309"/>
                    </a:lnTo>
                    <a:lnTo>
                      <a:pt x="419" y="334"/>
                    </a:lnTo>
                    <a:lnTo>
                      <a:pt x="414" y="354"/>
                    </a:lnTo>
                    <a:lnTo>
                      <a:pt x="407" y="399"/>
                    </a:lnTo>
                    <a:lnTo>
                      <a:pt x="399" y="460"/>
                    </a:lnTo>
                    <a:lnTo>
                      <a:pt x="392" y="517"/>
                    </a:lnTo>
                    <a:lnTo>
                      <a:pt x="391" y="554"/>
                    </a:lnTo>
                    <a:lnTo>
                      <a:pt x="390" y="596"/>
                    </a:lnTo>
                    <a:lnTo>
                      <a:pt x="388" y="663"/>
                    </a:lnTo>
                    <a:lnTo>
                      <a:pt x="387" y="731"/>
                    </a:lnTo>
                    <a:lnTo>
                      <a:pt x="387" y="774"/>
                    </a:lnTo>
                    <a:lnTo>
                      <a:pt x="382" y="776"/>
                    </a:lnTo>
                    <a:lnTo>
                      <a:pt x="376" y="779"/>
                    </a:lnTo>
                    <a:lnTo>
                      <a:pt x="372" y="781"/>
                    </a:lnTo>
                    <a:lnTo>
                      <a:pt x="367" y="783"/>
                    </a:lnTo>
                    <a:lnTo>
                      <a:pt x="361" y="786"/>
                    </a:lnTo>
                    <a:lnTo>
                      <a:pt x="357" y="787"/>
                    </a:lnTo>
                    <a:lnTo>
                      <a:pt x="351" y="789"/>
                    </a:lnTo>
                    <a:lnTo>
                      <a:pt x="346" y="79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4" name="Freeform 15">
                <a:extLst>
                  <a:ext uri="{FF2B5EF4-FFF2-40B4-BE49-F238E27FC236}">
                    <a16:creationId xmlns:a16="http://schemas.microsoft.com/office/drawing/2014/main" id="{729FDA9E-3068-41BE-BD24-3A9C51860E31}"/>
                  </a:ext>
                </a:extLst>
              </p:cNvPr>
              <p:cNvSpPr>
                <a:spLocks/>
              </p:cNvSpPr>
              <p:nvPr/>
            </p:nvSpPr>
            <p:spPr bwMode="auto">
              <a:xfrm>
                <a:off x="3966" y="2591"/>
                <a:ext cx="38" cy="62"/>
              </a:xfrm>
              <a:custGeom>
                <a:avLst/>
                <a:gdLst>
                  <a:gd name="T0" fmla="*/ 38 w 69"/>
                  <a:gd name="T1" fmla="*/ 5 h 113"/>
                  <a:gd name="T2" fmla="*/ 36 w 69"/>
                  <a:gd name="T3" fmla="*/ 9 h 113"/>
                  <a:gd name="T4" fmla="*/ 32 w 69"/>
                  <a:gd name="T5" fmla="*/ 14 h 113"/>
                  <a:gd name="T6" fmla="*/ 28 w 69"/>
                  <a:gd name="T7" fmla="*/ 20 h 113"/>
                  <a:gd name="T8" fmla="*/ 24 w 69"/>
                  <a:gd name="T9" fmla="*/ 28 h 113"/>
                  <a:gd name="T10" fmla="*/ 20 w 69"/>
                  <a:gd name="T11" fmla="*/ 36 h 113"/>
                  <a:gd name="T12" fmla="*/ 17 w 69"/>
                  <a:gd name="T13" fmla="*/ 45 h 113"/>
                  <a:gd name="T14" fmla="*/ 14 w 69"/>
                  <a:gd name="T15" fmla="*/ 54 h 113"/>
                  <a:gd name="T16" fmla="*/ 12 w 69"/>
                  <a:gd name="T17" fmla="*/ 62 h 113"/>
                  <a:gd name="T18" fmla="*/ 8 w 69"/>
                  <a:gd name="T19" fmla="*/ 61 h 113"/>
                  <a:gd name="T20" fmla="*/ 5 w 69"/>
                  <a:gd name="T21" fmla="*/ 61 h 113"/>
                  <a:gd name="T22" fmla="*/ 3 w 69"/>
                  <a:gd name="T23" fmla="*/ 61 h 113"/>
                  <a:gd name="T24" fmla="*/ 0 w 69"/>
                  <a:gd name="T25" fmla="*/ 61 h 113"/>
                  <a:gd name="T26" fmla="*/ 2 w 69"/>
                  <a:gd name="T27" fmla="*/ 54 h 113"/>
                  <a:gd name="T28" fmla="*/ 4 w 69"/>
                  <a:gd name="T29" fmla="*/ 48 h 113"/>
                  <a:gd name="T30" fmla="*/ 4 w 69"/>
                  <a:gd name="T31" fmla="*/ 44 h 113"/>
                  <a:gd name="T32" fmla="*/ 6 w 69"/>
                  <a:gd name="T33" fmla="*/ 40 h 113"/>
                  <a:gd name="T34" fmla="*/ 8 w 69"/>
                  <a:gd name="T35" fmla="*/ 29 h 113"/>
                  <a:gd name="T36" fmla="*/ 11 w 69"/>
                  <a:gd name="T37" fmla="*/ 18 h 113"/>
                  <a:gd name="T38" fmla="*/ 16 w 69"/>
                  <a:gd name="T39" fmla="*/ 8 h 113"/>
                  <a:gd name="T40" fmla="*/ 22 w 69"/>
                  <a:gd name="T41" fmla="*/ 0 h 113"/>
                  <a:gd name="T42" fmla="*/ 26 w 69"/>
                  <a:gd name="T43" fmla="*/ 2 h 113"/>
                  <a:gd name="T44" fmla="*/ 30 w 69"/>
                  <a:gd name="T45" fmla="*/ 3 h 113"/>
                  <a:gd name="T46" fmla="*/ 34 w 69"/>
                  <a:gd name="T47" fmla="*/ 4 h 113"/>
                  <a:gd name="T48" fmla="*/ 38 w 69"/>
                  <a:gd name="T49" fmla="*/ 5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113">
                    <a:moveTo>
                      <a:pt x="69" y="9"/>
                    </a:moveTo>
                    <a:lnTo>
                      <a:pt x="65" y="16"/>
                    </a:lnTo>
                    <a:lnTo>
                      <a:pt x="58" y="26"/>
                    </a:lnTo>
                    <a:lnTo>
                      <a:pt x="51" y="37"/>
                    </a:lnTo>
                    <a:lnTo>
                      <a:pt x="44" y="51"/>
                    </a:lnTo>
                    <a:lnTo>
                      <a:pt x="37" y="66"/>
                    </a:lnTo>
                    <a:lnTo>
                      <a:pt x="31" y="82"/>
                    </a:lnTo>
                    <a:lnTo>
                      <a:pt x="25" y="98"/>
                    </a:lnTo>
                    <a:lnTo>
                      <a:pt x="22" y="113"/>
                    </a:lnTo>
                    <a:lnTo>
                      <a:pt x="15" y="112"/>
                    </a:lnTo>
                    <a:lnTo>
                      <a:pt x="9" y="112"/>
                    </a:lnTo>
                    <a:lnTo>
                      <a:pt x="5" y="111"/>
                    </a:lnTo>
                    <a:lnTo>
                      <a:pt x="0" y="111"/>
                    </a:lnTo>
                    <a:lnTo>
                      <a:pt x="3" y="98"/>
                    </a:lnTo>
                    <a:lnTo>
                      <a:pt x="7" y="88"/>
                    </a:lnTo>
                    <a:lnTo>
                      <a:pt x="8" y="80"/>
                    </a:lnTo>
                    <a:lnTo>
                      <a:pt x="10" y="72"/>
                    </a:lnTo>
                    <a:lnTo>
                      <a:pt x="14" y="53"/>
                    </a:lnTo>
                    <a:lnTo>
                      <a:pt x="20" y="33"/>
                    </a:lnTo>
                    <a:lnTo>
                      <a:pt x="29" y="14"/>
                    </a:lnTo>
                    <a:lnTo>
                      <a:pt x="40" y="0"/>
                    </a:lnTo>
                    <a:lnTo>
                      <a:pt x="47" y="3"/>
                    </a:lnTo>
                    <a:lnTo>
                      <a:pt x="55" y="5"/>
                    </a:lnTo>
                    <a:lnTo>
                      <a:pt x="62" y="7"/>
                    </a:lnTo>
                    <a:lnTo>
                      <a:pt x="69"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5" name="Freeform 16">
                <a:extLst>
                  <a:ext uri="{FF2B5EF4-FFF2-40B4-BE49-F238E27FC236}">
                    <a16:creationId xmlns:a16="http://schemas.microsoft.com/office/drawing/2014/main" id="{240C414D-E21B-4C4B-94A3-04AAA284F43E}"/>
                  </a:ext>
                </a:extLst>
              </p:cNvPr>
              <p:cNvSpPr>
                <a:spLocks/>
              </p:cNvSpPr>
              <p:nvPr/>
            </p:nvSpPr>
            <p:spPr bwMode="auto">
              <a:xfrm>
                <a:off x="4190" y="2566"/>
                <a:ext cx="184" cy="305"/>
              </a:xfrm>
              <a:custGeom>
                <a:avLst/>
                <a:gdLst>
                  <a:gd name="T0" fmla="*/ 182 w 337"/>
                  <a:gd name="T1" fmla="*/ 23 h 560"/>
                  <a:gd name="T2" fmla="*/ 177 w 337"/>
                  <a:gd name="T3" fmla="*/ 35 h 560"/>
                  <a:gd name="T4" fmla="*/ 171 w 337"/>
                  <a:gd name="T5" fmla="*/ 52 h 560"/>
                  <a:gd name="T6" fmla="*/ 157 w 337"/>
                  <a:gd name="T7" fmla="*/ 90 h 560"/>
                  <a:gd name="T8" fmla="*/ 140 w 337"/>
                  <a:gd name="T9" fmla="*/ 138 h 560"/>
                  <a:gd name="T10" fmla="*/ 128 w 337"/>
                  <a:gd name="T11" fmla="*/ 182 h 560"/>
                  <a:gd name="T12" fmla="*/ 123 w 337"/>
                  <a:gd name="T13" fmla="*/ 216 h 560"/>
                  <a:gd name="T14" fmla="*/ 115 w 337"/>
                  <a:gd name="T15" fmla="*/ 271 h 560"/>
                  <a:gd name="T16" fmla="*/ 100 w 337"/>
                  <a:gd name="T17" fmla="*/ 304 h 560"/>
                  <a:gd name="T18" fmla="*/ 79 w 337"/>
                  <a:gd name="T19" fmla="*/ 305 h 560"/>
                  <a:gd name="T20" fmla="*/ 62 w 337"/>
                  <a:gd name="T21" fmla="*/ 302 h 560"/>
                  <a:gd name="T22" fmla="*/ 48 w 337"/>
                  <a:gd name="T23" fmla="*/ 297 h 560"/>
                  <a:gd name="T24" fmla="*/ 38 w 337"/>
                  <a:gd name="T25" fmla="*/ 294 h 560"/>
                  <a:gd name="T26" fmla="*/ 29 w 337"/>
                  <a:gd name="T27" fmla="*/ 291 h 560"/>
                  <a:gd name="T28" fmla="*/ 21 w 337"/>
                  <a:gd name="T29" fmla="*/ 289 h 560"/>
                  <a:gd name="T30" fmla="*/ 13 w 337"/>
                  <a:gd name="T31" fmla="*/ 284 h 560"/>
                  <a:gd name="T32" fmla="*/ 7 w 337"/>
                  <a:gd name="T33" fmla="*/ 280 h 560"/>
                  <a:gd name="T34" fmla="*/ 3 w 337"/>
                  <a:gd name="T35" fmla="*/ 280 h 560"/>
                  <a:gd name="T36" fmla="*/ 1 w 337"/>
                  <a:gd name="T37" fmla="*/ 260 h 560"/>
                  <a:gd name="T38" fmla="*/ 9 w 337"/>
                  <a:gd name="T39" fmla="*/ 196 h 560"/>
                  <a:gd name="T40" fmla="*/ 15 w 337"/>
                  <a:gd name="T41" fmla="*/ 161 h 560"/>
                  <a:gd name="T42" fmla="*/ 25 w 337"/>
                  <a:gd name="T43" fmla="*/ 132 h 560"/>
                  <a:gd name="T44" fmla="*/ 39 w 337"/>
                  <a:gd name="T45" fmla="*/ 100 h 560"/>
                  <a:gd name="T46" fmla="*/ 52 w 337"/>
                  <a:gd name="T47" fmla="*/ 75 h 560"/>
                  <a:gd name="T48" fmla="*/ 61 w 337"/>
                  <a:gd name="T49" fmla="*/ 62 h 560"/>
                  <a:gd name="T50" fmla="*/ 72 w 337"/>
                  <a:gd name="T51" fmla="*/ 50 h 560"/>
                  <a:gd name="T52" fmla="*/ 84 w 337"/>
                  <a:gd name="T53" fmla="*/ 39 h 560"/>
                  <a:gd name="T54" fmla="*/ 93 w 337"/>
                  <a:gd name="T55" fmla="*/ 31 h 560"/>
                  <a:gd name="T56" fmla="*/ 98 w 337"/>
                  <a:gd name="T57" fmla="*/ 27 h 560"/>
                  <a:gd name="T58" fmla="*/ 100 w 337"/>
                  <a:gd name="T59" fmla="*/ 21 h 560"/>
                  <a:gd name="T60" fmla="*/ 102 w 337"/>
                  <a:gd name="T61" fmla="*/ 13 h 560"/>
                  <a:gd name="T62" fmla="*/ 106 w 337"/>
                  <a:gd name="T63" fmla="*/ 4 h 560"/>
                  <a:gd name="T64" fmla="*/ 110 w 337"/>
                  <a:gd name="T65" fmla="*/ 4 h 560"/>
                  <a:gd name="T66" fmla="*/ 114 w 337"/>
                  <a:gd name="T67" fmla="*/ 13 h 560"/>
                  <a:gd name="T68" fmla="*/ 117 w 337"/>
                  <a:gd name="T69" fmla="*/ 21 h 560"/>
                  <a:gd name="T70" fmla="*/ 124 w 337"/>
                  <a:gd name="T71" fmla="*/ 28 h 560"/>
                  <a:gd name="T72" fmla="*/ 130 w 337"/>
                  <a:gd name="T73" fmla="*/ 31 h 560"/>
                  <a:gd name="T74" fmla="*/ 136 w 337"/>
                  <a:gd name="T75" fmla="*/ 33 h 560"/>
                  <a:gd name="T76" fmla="*/ 141 w 337"/>
                  <a:gd name="T77" fmla="*/ 33 h 560"/>
                  <a:gd name="T78" fmla="*/ 147 w 337"/>
                  <a:gd name="T79" fmla="*/ 34 h 560"/>
                  <a:gd name="T80" fmla="*/ 152 w 337"/>
                  <a:gd name="T81" fmla="*/ 34 h 560"/>
                  <a:gd name="T82" fmla="*/ 157 w 337"/>
                  <a:gd name="T83" fmla="*/ 33 h 560"/>
                  <a:gd name="T84" fmla="*/ 162 w 337"/>
                  <a:gd name="T85" fmla="*/ 32 h 560"/>
                  <a:gd name="T86" fmla="*/ 167 w 337"/>
                  <a:gd name="T87" fmla="*/ 31 h 560"/>
                  <a:gd name="T88" fmla="*/ 174 w 337"/>
                  <a:gd name="T89" fmla="*/ 27 h 560"/>
                  <a:gd name="T90" fmla="*/ 181 w 337"/>
                  <a:gd name="T91" fmla="*/ 21 h 5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37" h="560">
                    <a:moveTo>
                      <a:pt x="337" y="35"/>
                    </a:moveTo>
                    <a:lnTo>
                      <a:pt x="334" y="43"/>
                    </a:lnTo>
                    <a:lnTo>
                      <a:pt x="330" y="53"/>
                    </a:lnTo>
                    <a:lnTo>
                      <a:pt x="325" y="65"/>
                    </a:lnTo>
                    <a:lnTo>
                      <a:pt x="322" y="74"/>
                    </a:lnTo>
                    <a:lnTo>
                      <a:pt x="314" y="95"/>
                    </a:lnTo>
                    <a:lnTo>
                      <a:pt x="301" y="126"/>
                    </a:lnTo>
                    <a:lnTo>
                      <a:pt x="287" y="165"/>
                    </a:lnTo>
                    <a:lnTo>
                      <a:pt x="271" y="209"/>
                    </a:lnTo>
                    <a:lnTo>
                      <a:pt x="256" y="254"/>
                    </a:lnTo>
                    <a:lnTo>
                      <a:pt x="243" y="297"/>
                    </a:lnTo>
                    <a:lnTo>
                      <a:pt x="234" y="335"/>
                    </a:lnTo>
                    <a:lnTo>
                      <a:pt x="229" y="365"/>
                    </a:lnTo>
                    <a:lnTo>
                      <a:pt x="226" y="396"/>
                    </a:lnTo>
                    <a:lnTo>
                      <a:pt x="218" y="444"/>
                    </a:lnTo>
                    <a:lnTo>
                      <a:pt x="210" y="498"/>
                    </a:lnTo>
                    <a:lnTo>
                      <a:pt x="203" y="552"/>
                    </a:lnTo>
                    <a:lnTo>
                      <a:pt x="183" y="558"/>
                    </a:lnTo>
                    <a:lnTo>
                      <a:pt x="164" y="560"/>
                    </a:lnTo>
                    <a:lnTo>
                      <a:pt x="145" y="560"/>
                    </a:lnTo>
                    <a:lnTo>
                      <a:pt x="129" y="558"/>
                    </a:lnTo>
                    <a:lnTo>
                      <a:pt x="113" y="554"/>
                    </a:lnTo>
                    <a:lnTo>
                      <a:pt x="99" y="551"/>
                    </a:lnTo>
                    <a:lnTo>
                      <a:pt x="88" y="546"/>
                    </a:lnTo>
                    <a:lnTo>
                      <a:pt x="77" y="543"/>
                    </a:lnTo>
                    <a:lnTo>
                      <a:pt x="69" y="540"/>
                    </a:lnTo>
                    <a:lnTo>
                      <a:pt x="61" y="537"/>
                    </a:lnTo>
                    <a:lnTo>
                      <a:pt x="53" y="535"/>
                    </a:lnTo>
                    <a:lnTo>
                      <a:pt x="46" y="532"/>
                    </a:lnTo>
                    <a:lnTo>
                      <a:pt x="39" y="530"/>
                    </a:lnTo>
                    <a:lnTo>
                      <a:pt x="31" y="527"/>
                    </a:lnTo>
                    <a:lnTo>
                      <a:pt x="23" y="522"/>
                    </a:lnTo>
                    <a:lnTo>
                      <a:pt x="15" y="516"/>
                    </a:lnTo>
                    <a:lnTo>
                      <a:pt x="12" y="515"/>
                    </a:lnTo>
                    <a:lnTo>
                      <a:pt x="8" y="514"/>
                    </a:lnTo>
                    <a:lnTo>
                      <a:pt x="5" y="514"/>
                    </a:lnTo>
                    <a:lnTo>
                      <a:pt x="0" y="515"/>
                    </a:lnTo>
                    <a:lnTo>
                      <a:pt x="1" y="478"/>
                    </a:lnTo>
                    <a:lnTo>
                      <a:pt x="8" y="421"/>
                    </a:lnTo>
                    <a:lnTo>
                      <a:pt x="16" y="360"/>
                    </a:lnTo>
                    <a:lnTo>
                      <a:pt x="23" y="315"/>
                    </a:lnTo>
                    <a:lnTo>
                      <a:pt x="28" y="295"/>
                    </a:lnTo>
                    <a:lnTo>
                      <a:pt x="36" y="270"/>
                    </a:lnTo>
                    <a:lnTo>
                      <a:pt x="46" y="242"/>
                    </a:lnTo>
                    <a:lnTo>
                      <a:pt x="59" y="212"/>
                    </a:lnTo>
                    <a:lnTo>
                      <a:pt x="72" y="183"/>
                    </a:lnTo>
                    <a:lnTo>
                      <a:pt x="84" y="158"/>
                    </a:lnTo>
                    <a:lnTo>
                      <a:pt x="96" y="138"/>
                    </a:lnTo>
                    <a:lnTo>
                      <a:pt x="104" y="125"/>
                    </a:lnTo>
                    <a:lnTo>
                      <a:pt x="112" y="114"/>
                    </a:lnTo>
                    <a:lnTo>
                      <a:pt x="121" y="104"/>
                    </a:lnTo>
                    <a:lnTo>
                      <a:pt x="132" y="92"/>
                    </a:lnTo>
                    <a:lnTo>
                      <a:pt x="143" y="82"/>
                    </a:lnTo>
                    <a:lnTo>
                      <a:pt x="153" y="72"/>
                    </a:lnTo>
                    <a:lnTo>
                      <a:pt x="163" y="64"/>
                    </a:lnTo>
                    <a:lnTo>
                      <a:pt x="170" y="57"/>
                    </a:lnTo>
                    <a:lnTo>
                      <a:pt x="174" y="53"/>
                    </a:lnTo>
                    <a:lnTo>
                      <a:pt x="179" y="50"/>
                    </a:lnTo>
                    <a:lnTo>
                      <a:pt x="182" y="44"/>
                    </a:lnTo>
                    <a:lnTo>
                      <a:pt x="183" y="38"/>
                    </a:lnTo>
                    <a:lnTo>
                      <a:pt x="186" y="31"/>
                    </a:lnTo>
                    <a:lnTo>
                      <a:pt x="187" y="23"/>
                    </a:lnTo>
                    <a:lnTo>
                      <a:pt x="190" y="15"/>
                    </a:lnTo>
                    <a:lnTo>
                      <a:pt x="195" y="7"/>
                    </a:lnTo>
                    <a:lnTo>
                      <a:pt x="200" y="0"/>
                    </a:lnTo>
                    <a:lnTo>
                      <a:pt x="202" y="8"/>
                    </a:lnTo>
                    <a:lnTo>
                      <a:pt x="204" y="16"/>
                    </a:lnTo>
                    <a:lnTo>
                      <a:pt x="208" y="24"/>
                    </a:lnTo>
                    <a:lnTo>
                      <a:pt x="211" y="32"/>
                    </a:lnTo>
                    <a:lnTo>
                      <a:pt x="214" y="38"/>
                    </a:lnTo>
                    <a:lnTo>
                      <a:pt x="220" y="45"/>
                    </a:lnTo>
                    <a:lnTo>
                      <a:pt x="227" y="51"/>
                    </a:lnTo>
                    <a:lnTo>
                      <a:pt x="234" y="55"/>
                    </a:lnTo>
                    <a:lnTo>
                      <a:pt x="239" y="57"/>
                    </a:lnTo>
                    <a:lnTo>
                      <a:pt x="244" y="59"/>
                    </a:lnTo>
                    <a:lnTo>
                      <a:pt x="249" y="60"/>
                    </a:lnTo>
                    <a:lnTo>
                      <a:pt x="255" y="60"/>
                    </a:lnTo>
                    <a:lnTo>
                      <a:pt x="259" y="61"/>
                    </a:lnTo>
                    <a:lnTo>
                      <a:pt x="265" y="62"/>
                    </a:lnTo>
                    <a:lnTo>
                      <a:pt x="270" y="62"/>
                    </a:lnTo>
                    <a:lnTo>
                      <a:pt x="274" y="62"/>
                    </a:lnTo>
                    <a:lnTo>
                      <a:pt x="279" y="62"/>
                    </a:lnTo>
                    <a:lnTo>
                      <a:pt x="284" y="62"/>
                    </a:lnTo>
                    <a:lnTo>
                      <a:pt x="288" y="61"/>
                    </a:lnTo>
                    <a:lnTo>
                      <a:pt x="293" y="60"/>
                    </a:lnTo>
                    <a:lnTo>
                      <a:pt x="297" y="59"/>
                    </a:lnTo>
                    <a:lnTo>
                      <a:pt x="301" y="58"/>
                    </a:lnTo>
                    <a:lnTo>
                      <a:pt x="305" y="57"/>
                    </a:lnTo>
                    <a:lnTo>
                      <a:pt x="310" y="54"/>
                    </a:lnTo>
                    <a:lnTo>
                      <a:pt x="318" y="50"/>
                    </a:lnTo>
                    <a:lnTo>
                      <a:pt x="325" y="44"/>
                    </a:lnTo>
                    <a:lnTo>
                      <a:pt x="331" y="39"/>
                    </a:lnTo>
                    <a:lnTo>
                      <a:pt x="337" y="3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6" name="Freeform 17">
                <a:extLst>
                  <a:ext uri="{FF2B5EF4-FFF2-40B4-BE49-F238E27FC236}">
                    <a16:creationId xmlns:a16="http://schemas.microsoft.com/office/drawing/2014/main" id="{B436EE96-9C4D-4151-96C5-8B5F074CBF84}"/>
                  </a:ext>
                </a:extLst>
              </p:cNvPr>
              <p:cNvSpPr>
                <a:spLocks/>
              </p:cNvSpPr>
              <p:nvPr/>
            </p:nvSpPr>
            <p:spPr bwMode="auto">
              <a:xfrm>
                <a:off x="4234" y="2596"/>
                <a:ext cx="106" cy="279"/>
              </a:xfrm>
              <a:custGeom>
                <a:avLst/>
                <a:gdLst>
                  <a:gd name="T0" fmla="*/ 104 w 194"/>
                  <a:gd name="T1" fmla="*/ 4 h 512"/>
                  <a:gd name="T2" fmla="*/ 98 w 194"/>
                  <a:gd name="T3" fmla="*/ 3 h 512"/>
                  <a:gd name="T4" fmla="*/ 92 w 194"/>
                  <a:gd name="T5" fmla="*/ 3 h 512"/>
                  <a:gd name="T6" fmla="*/ 87 w 194"/>
                  <a:gd name="T7" fmla="*/ 1 h 512"/>
                  <a:gd name="T8" fmla="*/ 81 w 194"/>
                  <a:gd name="T9" fmla="*/ 2 h 512"/>
                  <a:gd name="T10" fmla="*/ 77 w 194"/>
                  <a:gd name="T11" fmla="*/ 9 h 512"/>
                  <a:gd name="T12" fmla="*/ 73 w 194"/>
                  <a:gd name="T13" fmla="*/ 14 h 512"/>
                  <a:gd name="T14" fmla="*/ 67 w 194"/>
                  <a:gd name="T15" fmla="*/ 16 h 512"/>
                  <a:gd name="T16" fmla="*/ 61 w 194"/>
                  <a:gd name="T17" fmla="*/ 19 h 512"/>
                  <a:gd name="T18" fmla="*/ 56 w 194"/>
                  <a:gd name="T19" fmla="*/ 22 h 512"/>
                  <a:gd name="T20" fmla="*/ 52 w 194"/>
                  <a:gd name="T21" fmla="*/ 24 h 512"/>
                  <a:gd name="T22" fmla="*/ 48 w 194"/>
                  <a:gd name="T23" fmla="*/ 31 h 512"/>
                  <a:gd name="T24" fmla="*/ 43 w 194"/>
                  <a:gd name="T25" fmla="*/ 38 h 512"/>
                  <a:gd name="T26" fmla="*/ 39 w 194"/>
                  <a:gd name="T27" fmla="*/ 46 h 512"/>
                  <a:gd name="T28" fmla="*/ 35 w 194"/>
                  <a:gd name="T29" fmla="*/ 55 h 512"/>
                  <a:gd name="T30" fmla="*/ 31 w 194"/>
                  <a:gd name="T31" fmla="*/ 64 h 512"/>
                  <a:gd name="T32" fmla="*/ 27 w 194"/>
                  <a:gd name="T33" fmla="*/ 75 h 512"/>
                  <a:gd name="T34" fmla="*/ 23 w 194"/>
                  <a:gd name="T35" fmla="*/ 88 h 512"/>
                  <a:gd name="T36" fmla="*/ 20 w 194"/>
                  <a:gd name="T37" fmla="*/ 98 h 512"/>
                  <a:gd name="T38" fmla="*/ 18 w 194"/>
                  <a:gd name="T39" fmla="*/ 106 h 512"/>
                  <a:gd name="T40" fmla="*/ 16 w 194"/>
                  <a:gd name="T41" fmla="*/ 115 h 512"/>
                  <a:gd name="T42" fmla="*/ 13 w 194"/>
                  <a:gd name="T43" fmla="*/ 128 h 512"/>
                  <a:gd name="T44" fmla="*/ 10 w 194"/>
                  <a:gd name="T45" fmla="*/ 138 h 512"/>
                  <a:gd name="T46" fmla="*/ 9 w 194"/>
                  <a:gd name="T47" fmla="*/ 146 h 512"/>
                  <a:gd name="T48" fmla="*/ 8 w 194"/>
                  <a:gd name="T49" fmla="*/ 156 h 512"/>
                  <a:gd name="T50" fmla="*/ 5 w 194"/>
                  <a:gd name="T51" fmla="*/ 169 h 512"/>
                  <a:gd name="T52" fmla="*/ 4 w 194"/>
                  <a:gd name="T53" fmla="*/ 180 h 512"/>
                  <a:gd name="T54" fmla="*/ 3 w 194"/>
                  <a:gd name="T55" fmla="*/ 190 h 512"/>
                  <a:gd name="T56" fmla="*/ 2 w 194"/>
                  <a:gd name="T57" fmla="*/ 203 h 512"/>
                  <a:gd name="T58" fmla="*/ 1 w 194"/>
                  <a:gd name="T59" fmla="*/ 220 h 512"/>
                  <a:gd name="T60" fmla="*/ 0 w 194"/>
                  <a:gd name="T61" fmla="*/ 233 h 512"/>
                  <a:gd name="T62" fmla="*/ 0 w 194"/>
                  <a:gd name="T63" fmla="*/ 241 h 512"/>
                  <a:gd name="T64" fmla="*/ 3 w 194"/>
                  <a:gd name="T65" fmla="*/ 248 h 512"/>
                  <a:gd name="T66" fmla="*/ 13 w 194"/>
                  <a:gd name="T67" fmla="*/ 258 h 512"/>
                  <a:gd name="T68" fmla="*/ 25 w 194"/>
                  <a:gd name="T69" fmla="*/ 268 h 512"/>
                  <a:gd name="T70" fmla="*/ 33 w 194"/>
                  <a:gd name="T71" fmla="*/ 277 h 512"/>
                  <a:gd name="T72" fmla="*/ 38 w 194"/>
                  <a:gd name="T73" fmla="*/ 276 h 512"/>
                  <a:gd name="T74" fmla="*/ 45 w 194"/>
                  <a:gd name="T75" fmla="*/ 270 h 512"/>
                  <a:gd name="T76" fmla="*/ 52 w 194"/>
                  <a:gd name="T77" fmla="*/ 260 h 512"/>
                  <a:gd name="T78" fmla="*/ 58 w 194"/>
                  <a:gd name="T79" fmla="*/ 254 h 512"/>
                  <a:gd name="T80" fmla="*/ 58 w 194"/>
                  <a:gd name="T81" fmla="*/ 225 h 512"/>
                  <a:gd name="T82" fmla="*/ 58 w 194"/>
                  <a:gd name="T83" fmla="*/ 185 h 512"/>
                  <a:gd name="T84" fmla="*/ 61 w 194"/>
                  <a:gd name="T85" fmla="*/ 162 h 512"/>
                  <a:gd name="T86" fmla="*/ 66 w 194"/>
                  <a:gd name="T87" fmla="*/ 135 h 512"/>
                  <a:gd name="T88" fmla="*/ 67 w 194"/>
                  <a:gd name="T89" fmla="*/ 122 h 512"/>
                  <a:gd name="T90" fmla="*/ 70 w 194"/>
                  <a:gd name="T91" fmla="*/ 107 h 512"/>
                  <a:gd name="T92" fmla="*/ 73 w 194"/>
                  <a:gd name="T93" fmla="*/ 93 h 512"/>
                  <a:gd name="T94" fmla="*/ 75 w 194"/>
                  <a:gd name="T95" fmla="*/ 85 h 512"/>
                  <a:gd name="T96" fmla="*/ 76 w 194"/>
                  <a:gd name="T97" fmla="*/ 77 h 512"/>
                  <a:gd name="T98" fmla="*/ 78 w 194"/>
                  <a:gd name="T99" fmla="*/ 70 h 512"/>
                  <a:gd name="T100" fmla="*/ 81 w 194"/>
                  <a:gd name="T101" fmla="*/ 51 h 512"/>
                  <a:gd name="T102" fmla="*/ 86 w 194"/>
                  <a:gd name="T103" fmla="*/ 31 h 512"/>
                  <a:gd name="T104" fmla="*/ 95 w 194"/>
                  <a:gd name="T105" fmla="*/ 23 h 512"/>
                  <a:gd name="T106" fmla="*/ 104 w 194"/>
                  <a:gd name="T107" fmla="*/ 11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94" h="512">
                    <a:moveTo>
                      <a:pt x="194" y="7"/>
                    </a:moveTo>
                    <a:lnTo>
                      <a:pt x="190" y="7"/>
                    </a:lnTo>
                    <a:lnTo>
                      <a:pt x="185" y="7"/>
                    </a:lnTo>
                    <a:lnTo>
                      <a:pt x="179" y="6"/>
                    </a:lnTo>
                    <a:lnTo>
                      <a:pt x="175" y="5"/>
                    </a:lnTo>
                    <a:lnTo>
                      <a:pt x="169" y="5"/>
                    </a:lnTo>
                    <a:lnTo>
                      <a:pt x="164" y="4"/>
                    </a:lnTo>
                    <a:lnTo>
                      <a:pt x="159" y="2"/>
                    </a:lnTo>
                    <a:lnTo>
                      <a:pt x="154" y="0"/>
                    </a:lnTo>
                    <a:lnTo>
                      <a:pt x="149" y="4"/>
                    </a:lnTo>
                    <a:lnTo>
                      <a:pt x="145" y="10"/>
                    </a:lnTo>
                    <a:lnTo>
                      <a:pt x="141" y="17"/>
                    </a:lnTo>
                    <a:lnTo>
                      <a:pt x="140" y="24"/>
                    </a:lnTo>
                    <a:lnTo>
                      <a:pt x="134" y="25"/>
                    </a:lnTo>
                    <a:lnTo>
                      <a:pt x="129" y="27"/>
                    </a:lnTo>
                    <a:lnTo>
                      <a:pt x="123" y="29"/>
                    </a:lnTo>
                    <a:lnTo>
                      <a:pt x="117" y="32"/>
                    </a:lnTo>
                    <a:lnTo>
                      <a:pt x="111" y="35"/>
                    </a:lnTo>
                    <a:lnTo>
                      <a:pt x="107" y="37"/>
                    </a:lnTo>
                    <a:lnTo>
                      <a:pt x="102" y="40"/>
                    </a:lnTo>
                    <a:lnTo>
                      <a:pt x="99" y="42"/>
                    </a:lnTo>
                    <a:lnTo>
                      <a:pt x="95" y="44"/>
                    </a:lnTo>
                    <a:lnTo>
                      <a:pt x="92" y="49"/>
                    </a:lnTo>
                    <a:lnTo>
                      <a:pt x="87" y="56"/>
                    </a:lnTo>
                    <a:lnTo>
                      <a:pt x="82" y="64"/>
                    </a:lnTo>
                    <a:lnTo>
                      <a:pt x="78" y="70"/>
                    </a:lnTo>
                    <a:lnTo>
                      <a:pt x="75" y="76"/>
                    </a:lnTo>
                    <a:lnTo>
                      <a:pt x="71" y="85"/>
                    </a:lnTo>
                    <a:lnTo>
                      <a:pt x="68" y="93"/>
                    </a:lnTo>
                    <a:lnTo>
                      <a:pt x="64" y="101"/>
                    </a:lnTo>
                    <a:lnTo>
                      <a:pt x="61" y="109"/>
                    </a:lnTo>
                    <a:lnTo>
                      <a:pt x="57" y="118"/>
                    </a:lnTo>
                    <a:lnTo>
                      <a:pt x="54" y="127"/>
                    </a:lnTo>
                    <a:lnTo>
                      <a:pt x="50" y="138"/>
                    </a:lnTo>
                    <a:lnTo>
                      <a:pt x="47" y="149"/>
                    </a:lnTo>
                    <a:lnTo>
                      <a:pt x="42" y="162"/>
                    </a:lnTo>
                    <a:lnTo>
                      <a:pt x="39" y="174"/>
                    </a:lnTo>
                    <a:lnTo>
                      <a:pt x="37" y="180"/>
                    </a:lnTo>
                    <a:lnTo>
                      <a:pt x="35" y="187"/>
                    </a:lnTo>
                    <a:lnTo>
                      <a:pt x="33" y="194"/>
                    </a:lnTo>
                    <a:lnTo>
                      <a:pt x="31" y="201"/>
                    </a:lnTo>
                    <a:lnTo>
                      <a:pt x="29" y="211"/>
                    </a:lnTo>
                    <a:lnTo>
                      <a:pt x="26" y="223"/>
                    </a:lnTo>
                    <a:lnTo>
                      <a:pt x="23" y="234"/>
                    </a:lnTo>
                    <a:lnTo>
                      <a:pt x="20" y="246"/>
                    </a:lnTo>
                    <a:lnTo>
                      <a:pt x="19" y="253"/>
                    </a:lnTo>
                    <a:lnTo>
                      <a:pt x="18" y="261"/>
                    </a:lnTo>
                    <a:lnTo>
                      <a:pt x="16" y="268"/>
                    </a:lnTo>
                    <a:lnTo>
                      <a:pt x="15" y="276"/>
                    </a:lnTo>
                    <a:lnTo>
                      <a:pt x="14" y="287"/>
                    </a:lnTo>
                    <a:lnTo>
                      <a:pt x="11" y="299"/>
                    </a:lnTo>
                    <a:lnTo>
                      <a:pt x="10" y="310"/>
                    </a:lnTo>
                    <a:lnTo>
                      <a:pt x="8" y="322"/>
                    </a:lnTo>
                    <a:lnTo>
                      <a:pt x="7" y="331"/>
                    </a:lnTo>
                    <a:lnTo>
                      <a:pt x="7" y="339"/>
                    </a:lnTo>
                    <a:lnTo>
                      <a:pt x="5" y="348"/>
                    </a:lnTo>
                    <a:lnTo>
                      <a:pt x="4" y="358"/>
                    </a:lnTo>
                    <a:lnTo>
                      <a:pt x="3" y="373"/>
                    </a:lnTo>
                    <a:lnTo>
                      <a:pt x="2" y="387"/>
                    </a:lnTo>
                    <a:lnTo>
                      <a:pt x="1" y="404"/>
                    </a:lnTo>
                    <a:lnTo>
                      <a:pt x="0" y="420"/>
                    </a:lnTo>
                    <a:lnTo>
                      <a:pt x="0" y="428"/>
                    </a:lnTo>
                    <a:lnTo>
                      <a:pt x="0" y="435"/>
                    </a:lnTo>
                    <a:lnTo>
                      <a:pt x="0" y="443"/>
                    </a:lnTo>
                    <a:lnTo>
                      <a:pt x="0" y="451"/>
                    </a:lnTo>
                    <a:lnTo>
                      <a:pt x="5" y="455"/>
                    </a:lnTo>
                    <a:lnTo>
                      <a:pt x="14" y="464"/>
                    </a:lnTo>
                    <a:lnTo>
                      <a:pt x="23" y="473"/>
                    </a:lnTo>
                    <a:lnTo>
                      <a:pt x="34" y="482"/>
                    </a:lnTo>
                    <a:lnTo>
                      <a:pt x="45" y="492"/>
                    </a:lnTo>
                    <a:lnTo>
                      <a:pt x="54" y="502"/>
                    </a:lnTo>
                    <a:lnTo>
                      <a:pt x="61" y="508"/>
                    </a:lnTo>
                    <a:lnTo>
                      <a:pt x="65" y="512"/>
                    </a:lnTo>
                    <a:lnTo>
                      <a:pt x="70" y="507"/>
                    </a:lnTo>
                    <a:lnTo>
                      <a:pt x="76" y="502"/>
                    </a:lnTo>
                    <a:lnTo>
                      <a:pt x="82" y="495"/>
                    </a:lnTo>
                    <a:lnTo>
                      <a:pt x="90" y="487"/>
                    </a:lnTo>
                    <a:lnTo>
                      <a:pt x="95" y="478"/>
                    </a:lnTo>
                    <a:lnTo>
                      <a:pt x="102" y="472"/>
                    </a:lnTo>
                    <a:lnTo>
                      <a:pt x="107" y="466"/>
                    </a:lnTo>
                    <a:lnTo>
                      <a:pt x="109" y="461"/>
                    </a:lnTo>
                    <a:lnTo>
                      <a:pt x="106" y="413"/>
                    </a:lnTo>
                    <a:lnTo>
                      <a:pt x="106" y="371"/>
                    </a:lnTo>
                    <a:lnTo>
                      <a:pt x="107" y="339"/>
                    </a:lnTo>
                    <a:lnTo>
                      <a:pt x="109" y="317"/>
                    </a:lnTo>
                    <a:lnTo>
                      <a:pt x="111" y="298"/>
                    </a:lnTo>
                    <a:lnTo>
                      <a:pt x="116" y="272"/>
                    </a:lnTo>
                    <a:lnTo>
                      <a:pt x="120" y="248"/>
                    </a:lnTo>
                    <a:lnTo>
                      <a:pt x="121" y="232"/>
                    </a:lnTo>
                    <a:lnTo>
                      <a:pt x="122" y="224"/>
                    </a:lnTo>
                    <a:lnTo>
                      <a:pt x="124" y="211"/>
                    </a:lnTo>
                    <a:lnTo>
                      <a:pt x="128" y="196"/>
                    </a:lnTo>
                    <a:lnTo>
                      <a:pt x="131" y="178"/>
                    </a:lnTo>
                    <a:lnTo>
                      <a:pt x="133" y="171"/>
                    </a:lnTo>
                    <a:lnTo>
                      <a:pt x="134" y="163"/>
                    </a:lnTo>
                    <a:lnTo>
                      <a:pt x="137" y="156"/>
                    </a:lnTo>
                    <a:lnTo>
                      <a:pt x="138" y="148"/>
                    </a:lnTo>
                    <a:lnTo>
                      <a:pt x="139" y="142"/>
                    </a:lnTo>
                    <a:lnTo>
                      <a:pt x="140" y="135"/>
                    </a:lnTo>
                    <a:lnTo>
                      <a:pt x="143" y="129"/>
                    </a:lnTo>
                    <a:lnTo>
                      <a:pt x="144" y="124"/>
                    </a:lnTo>
                    <a:lnTo>
                      <a:pt x="149" y="94"/>
                    </a:lnTo>
                    <a:lnTo>
                      <a:pt x="154" y="72"/>
                    </a:lnTo>
                    <a:lnTo>
                      <a:pt x="158" y="56"/>
                    </a:lnTo>
                    <a:lnTo>
                      <a:pt x="163" y="44"/>
                    </a:lnTo>
                    <a:lnTo>
                      <a:pt x="174" y="42"/>
                    </a:lnTo>
                    <a:lnTo>
                      <a:pt x="184" y="33"/>
                    </a:lnTo>
                    <a:lnTo>
                      <a:pt x="191" y="20"/>
                    </a:lnTo>
                    <a:lnTo>
                      <a:pt x="194" y="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7" name="Freeform 18">
                <a:extLst>
                  <a:ext uri="{FF2B5EF4-FFF2-40B4-BE49-F238E27FC236}">
                    <a16:creationId xmlns:a16="http://schemas.microsoft.com/office/drawing/2014/main" id="{0CD56719-42B8-4EBE-A97F-5BB599E529EA}"/>
                  </a:ext>
                </a:extLst>
              </p:cNvPr>
              <p:cNvSpPr>
                <a:spLocks/>
              </p:cNvSpPr>
              <p:nvPr/>
            </p:nvSpPr>
            <p:spPr bwMode="auto">
              <a:xfrm>
                <a:off x="4311" y="2585"/>
                <a:ext cx="63" cy="53"/>
              </a:xfrm>
              <a:custGeom>
                <a:avLst/>
                <a:gdLst>
                  <a:gd name="T0" fmla="*/ 55 w 117"/>
                  <a:gd name="T1" fmla="*/ 21 h 99"/>
                  <a:gd name="T2" fmla="*/ 57 w 117"/>
                  <a:gd name="T3" fmla="*/ 16 h 99"/>
                  <a:gd name="T4" fmla="*/ 59 w 117"/>
                  <a:gd name="T5" fmla="*/ 10 h 99"/>
                  <a:gd name="T6" fmla="*/ 61 w 117"/>
                  <a:gd name="T7" fmla="*/ 4 h 99"/>
                  <a:gd name="T8" fmla="*/ 63 w 117"/>
                  <a:gd name="T9" fmla="*/ 0 h 99"/>
                  <a:gd name="T10" fmla="*/ 60 w 117"/>
                  <a:gd name="T11" fmla="*/ 2 h 99"/>
                  <a:gd name="T12" fmla="*/ 57 w 117"/>
                  <a:gd name="T13" fmla="*/ 5 h 99"/>
                  <a:gd name="T14" fmla="*/ 53 w 117"/>
                  <a:gd name="T15" fmla="*/ 8 h 99"/>
                  <a:gd name="T16" fmla="*/ 48 w 117"/>
                  <a:gd name="T17" fmla="*/ 10 h 99"/>
                  <a:gd name="T18" fmla="*/ 46 w 117"/>
                  <a:gd name="T19" fmla="*/ 12 h 99"/>
                  <a:gd name="T20" fmla="*/ 44 w 117"/>
                  <a:gd name="T21" fmla="*/ 12 h 99"/>
                  <a:gd name="T22" fmla="*/ 41 w 117"/>
                  <a:gd name="T23" fmla="*/ 13 h 99"/>
                  <a:gd name="T24" fmla="*/ 39 w 117"/>
                  <a:gd name="T25" fmla="*/ 13 h 99"/>
                  <a:gd name="T26" fmla="*/ 37 w 117"/>
                  <a:gd name="T27" fmla="*/ 14 h 99"/>
                  <a:gd name="T28" fmla="*/ 34 w 117"/>
                  <a:gd name="T29" fmla="*/ 14 h 99"/>
                  <a:gd name="T30" fmla="*/ 32 w 117"/>
                  <a:gd name="T31" fmla="*/ 14 h 99"/>
                  <a:gd name="T32" fmla="*/ 29 w 117"/>
                  <a:gd name="T33" fmla="*/ 14 h 99"/>
                  <a:gd name="T34" fmla="*/ 27 w 117"/>
                  <a:gd name="T35" fmla="*/ 14 h 99"/>
                  <a:gd name="T36" fmla="*/ 24 w 117"/>
                  <a:gd name="T37" fmla="*/ 14 h 99"/>
                  <a:gd name="T38" fmla="*/ 21 w 117"/>
                  <a:gd name="T39" fmla="*/ 14 h 99"/>
                  <a:gd name="T40" fmla="*/ 19 w 117"/>
                  <a:gd name="T41" fmla="*/ 13 h 99"/>
                  <a:gd name="T42" fmla="*/ 16 w 117"/>
                  <a:gd name="T43" fmla="*/ 13 h 99"/>
                  <a:gd name="T44" fmla="*/ 13 w 117"/>
                  <a:gd name="T45" fmla="*/ 13 h 99"/>
                  <a:gd name="T46" fmla="*/ 10 w 117"/>
                  <a:gd name="T47" fmla="*/ 12 h 99"/>
                  <a:gd name="T48" fmla="*/ 8 w 117"/>
                  <a:gd name="T49" fmla="*/ 11 h 99"/>
                  <a:gd name="T50" fmla="*/ 5 w 117"/>
                  <a:gd name="T51" fmla="*/ 13 h 99"/>
                  <a:gd name="T52" fmla="*/ 3 w 117"/>
                  <a:gd name="T53" fmla="*/ 16 h 99"/>
                  <a:gd name="T54" fmla="*/ 1 w 117"/>
                  <a:gd name="T55" fmla="*/ 20 h 99"/>
                  <a:gd name="T56" fmla="*/ 0 w 117"/>
                  <a:gd name="T57" fmla="*/ 24 h 99"/>
                  <a:gd name="T58" fmla="*/ 0 w 117"/>
                  <a:gd name="T59" fmla="*/ 25 h 99"/>
                  <a:gd name="T60" fmla="*/ 2 w 117"/>
                  <a:gd name="T61" fmla="*/ 26 h 99"/>
                  <a:gd name="T62" fmla="*/ 3 w 117"/>
                  <a:gd name="T63" fmla="*/ 29 h 99"/>
                  <a:gd name="T64" fmla="*/ 4 w 117"/>
                  <a:gd name="T65" fmla="*/ 31 h 99"/>
                  <a:gd name="T66" fmla="*/ 7 w 117"/>
                  <a:gd name="T67" fmla="*/ 33 h 99"/>
                  <a:gd name="T68" fmla="*/ 10 w 117"/>
                  <a:gd name="T69" fmla="*/ 34 h 99"/>
                  <a:gd name="T70" fmla="*/ 15 w 117"/>
                  <a:gd name="T71" fmla="*/ 34 h 99"/>
                  <a:gd name="T72" fmla="*/ 19 w 117"/>
                  <a:gd name="T73" fmla="*/ 35 h 99"/>
                  <a:gd name="T74" fmla="*/ 21 w 117"/>
                  <a:gd name="T75" fmla="*/ 39 h 99"/>
                  <a:gd name="T76" fmla="*/ 24 w 117"/>
                  <a:gd name="T77" fmla="*/ 44 h 99"/>
                  <a:gd name="T78" fmla="*/ 25 w 117"/>
                  <a:gd name="T79" fmla="*/ 49 h 99"/>
                  <a:gd name="T80" fmla="*/ 26 w 117"/>
                  <a:gd name="T81" fmla="*/ 53 h 99"/>
                  <a:gd name="T82" fmla="*/ 29 w 117"/>
                  <a:gd name="T83" fmla="*/ 50 h 99"/>
                  <a:gd name="T84" fmla="*/ 32 w 117"/>
                  <a:gd name="T85" fmla="*/ 47 h 99"/>
                  <a:gd name="T86" fmla="*/ 33 w 117"/>
                  <a:gd name="T87" fmla="*/ 45 h 99"/>
                  <a:gd name="T88" fmla="*/ 35 w 117"/>
                  <a:gd name="T89" fmla="*/ 44 h 99"/>
                  <a:gd name="T90" fmla="*/ 37 w 117"/>
                  <a:gd name="T91" fmla="*/ 44 h 99"/>
                  <a:gd name="T92" fmla="*/ 39 w 117"/>
                  <a:gd name="T93" fmla="*/ 42 h 99"/>
                  <a:gd name="T94" fmla="*/ 40 w 117"/>
                  <a:gd name="T95" fmla="*/ 40 h 99"/>
                  <a:gd name="T96" fmla="*/ 41 w 117"/>
                  <a:gd name="T97" fmla="*/ 38 h 99"/>
                  <a:gd name="T98" fmla="*/ 41 w 117"/>
                  <a:gd name="T99" fmla="*/ 35 h 99"/>
                  <a:gd name="T100" fmla="*/ 43 w 117"/>
                  <a:gd name="T101" fmla="*/ 30 h 99"/>
                  <a:gd name="T102" fmla="*/ 44 w 117"/>
                  <a:gd name="T103" fmla="*/ 26 h 99"/>
                  <a:gd name="T104" fmla="*/ 45 w 117"/>
                  <a:gd name="T105" fmla="*/ 25 h 99"/>
                  <a:gd name="T106" fmla="*/ 47 w 117"/>
                  <a:gd name="T107" fmla="*/ 24 h 99"/>
                  <a:gd name="T108" fmla="*/ 49 w 117"/>
                  <a:gd name="T109" fmla="*/ 24 h 99"/>
                  <a:gd name="T110" fmla="*/ 52 w 117"/>
                  <a:gd name="T111" fmla="*/ 22 h 99"/>
                  <a:gd name="T112" fmla="*/ 55 w 117"/>
                  <a:gd name="T113" fmla="*/ 21 h 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7" h="99">
                    <a:moveTo>
                      <a:pt x="102" y="39"/>
                    </a:moveTo>
                    <a:lnTo>
                      <a:pt x="105" y="30"/>
                    </a:lnTo>
                    <a:lnTo>
                      <a:pt x="110" y="18"/>
                    </a:lnTo>
                    <a:lnTo>
                      <a:pt x="114" y="8"/>
                    </a:lnTo>
                    <a:lnTo>
                      <a:pt x="117" y="0"/>
                    </a:lnTo>
                    <a:lnTo>
                      <a:pt x="111" y="4"/>
                    </a:lnTo>
                    <a:lnTo>
                      <a:pt x="105" y="9"/>
                    </a:lnTo>
                    <a:lnTo>
                      <a:pt x="98" y="15"/>
                    </a:lnTo>
                    <a:lnTo>
                      <a:pt x="90" y="19"/>
                    </a:lnTo>
                    <a:lnTo>
                      <a:pt x="85" y="22"/>
                    </a:lnTo>
                    <a:lnTo>
                      <a:pt x="81" y="23"/>
                    </a:lnTo>
                    <a:lnTo>
                      <a:pt x="77" y="24"/>
                    </a:lnTo>
                    <a:lnTo>
                      <a:pt x="73" y="25"/>
                    </a:lnTo>
                    <a:lnTo>
                      <a:pt x="68" y="26"/>
                    </a:lnTo>
                    <a:lnTo>
                      <a:pt x="64" y="27"/>
                    </a:lnTo>
                    <a:lnTo>
                      <a:pt x="59" y="27"/>
                    </a:lnTo>
                    <a:lnTo>
                      <a:pt x="54" y="27"/>
                    </a:lnTo>
                    <a:lnTo>
                      <a:pt x="50" y="27"/>
                    </a:lnTo>
                    <a:lnTo>
                      <a:pt x="45" y="27"/>
                    </a:lnTo>
                    <a:lnTo>
                      <a:pt x="39" y="26"/>
                    </a:lnTo>
                    <a:lnTo>
                      <a:pt x="35" y="25"/>
                    </a:lnTo>
                    <a:lnTo>
                      <a:pt x="29" y="25"/>
                    </a:lnTo>
                    <a:lnTo>
                      <a:pt x="24" y="24"/>
                    </a:lnTo>
                    <a:lnTo>
                      <a:pt x="19" y="22"/>
                    </a:lnTo>
                    <a:lnTo>
                      <a:pt x="14" y="20"/>
                    </a:lnTo>
                    <a:lnTo>
                      <a:pt x="9" y="24"/>
                    </a:lnTo>
                    <a:lnTo>
                      <a:pt x="5" y="30"/>
                    </a:lnTo>
                    <a:lnTo>
                      <a:pt x="1" y="37"/>
                    </a:lnTo>
                    <a:lnTo>
                      <a:pt x="0" y="44"/>
                    </a:lnTo>
                    <a:lnTo>
                      <a:pt x="0" y="47"/>
                    </a:lnTo>
                    <a:lnTo>
                      <a:pt x="3" y="49"/>
                    </a:lnTo>
                    <a:lnTo>
                      <a:pt x="5" y="54"/>
                    </a:lnTo>
                    <a:lnTo>
                      <a:pt x="8" y="57"/>
                    </a:lnTo>
                    <a:lnTo>
                      <a:pt x="13" y="61"/>
                    </a:lnTo>
                    <a:lnTo>
                      <a:pt x="19" y="63"/>
                    </a:lnTo>
                    <a:lnTo>
                      <a:pt x="27" y="64"/>
                    </a:lnTo>
                    <a:lnTo>
                      <a:pt x="36" y="65"/>
                    </a:lnTo>
                    <a:lnTo>
                      <a:pt x="39" y="72"/>
                    </a:lnTo>
                    <a:lnTo>
                      <a:pt x="44" y="82"/>
                    </a:lnTo>
                    <a:lnTo>
                      <a:pt x="46" y="92"/>
                    </a:lnTo>
                    <a:lnTo>
                      <a:pt x="49" y="99"/>
                    </a:lnTo>
                    <a:lnTo>
                      <a:pt x="54" y="93"/>
                    </a:lnTo>
                    <a:lnTo>
                      <a:pt x="59" y="87"/>
                    </a:lnTo>
                    <a:lnTo>
                      <a:pt x="61" y="84"/>
                    </a:lnTo>
                    <a:lnTo>
                      <a:pt x="65" y="83"/>
                    </a:lnTo>
                    <a:lnTo>
                      <a:pt x="69" y="82"/>
                    </a:lnTo>
                    <a:lnTo>
                      <a:pt x="73" y="78"/>
                    </a:lnTo>
                    <a:lnTo>
                      <a:pt x="75" y="75"/>
                    </a:lnTo>
                    <a:lnTo>
                      <a:pt x="76" y="71"/>
                    </a:lnTo>
                    <a:lnTo>
                      <a:pt x="77" y="65"/>
                    </a:lnTo>
                    <a:lnTo>
                      <a:pt x="80" y="56"/>
                    </a:lnTo>
                    <a:lnTo>
                      <a:pt x="82" y="49"/>
                    </a:lnTo>
                    <a:lnTo>
                      <a:pt x="84" y="46"/>
                    </a:lnTo>
                    <a:lnTo>
                      <a:pt x="88" y="45"/>
                    </a:lnTo>
                    <a:lnTo>
                      <a:pt x="91" y="44"/>
                    </a:lnTo>
                    <a:lnTo>
                      <a:pt x="97" y="41"/>
                    </a:lnTo>
                    <a:lnTo>
                      <a:pt x="102" y="39"/>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8" name="Freeform 19">
                <a:extLst>
                  <a:ext uri="{FF2B5EF4-FFF2-40B4-BE49-F238E27FC236}">
                    <a16:creationId xmlns:a16="http://schemas.microsoft.com/office/drawing/2014/main" id="{EBCFCBE0-7425-4EF8-A920-96504AC15696}"/>
                  </a:ext>
                </a:extLst>
              </p:cNvPr>
              <p:cNvSpPr>
                <a:spLocks/>
              </p:cNvSpPr>
              <p:nvPr/>
            </p:nvSpPr>
            <p:spPr bwMode="auto">
              <a:xfrm>
                <a:off x="4234" y="2646"/>
                <a:ext cx="72" cy="229"/>
              </a:xfrm>
              <a:custGeom>
                <a:avLst/>
                <a:gdLst>
                  <a:gd name="T0" fmla="*/ 68 w 131"/>
                  <a:gd name="T1" fmla="*/ 64 h 419"/>
                  <a:gd name="T2" fmla="*/ 66 w 131"/>
                  <a:gd name="T3" fmla="*/ 85 h 419"/>
                  <a:gd name="T4" fmla="*/ 60 w 131"/>
                  <a:gd name="T5" fmla="*/ 122 h 419"/>
                  <a:gd name="T6" fmla="*/ 58 w 131"/>
                  <a:gd name="T7" fmla="*/ 175 h 419"/>
                  <a:gd name="T8" fmla="*/ 56 w 131"/>
                  <a:gd name="T9" fmla="*/ 207 h 419"/>
                  <a:gd name="T10" fmla="*/ 45 w 131"/>
                  <a:gd name="T11" fmla="*/ 220 h 419"/>
                  <a:gd name="T12" fmla="*/ 36 w 131"/>
                  <a:gd name="T13" fmla="*/ 229 h 419"/>
                  <a:gd name="T14" fmla="*/ 25 w 131"/>
                  <a:gd name="T15" fmla="*/ 218 h 419"/>
                  <a:gd name="T16" fmla="*/ 8 w 131"/>
                  <a:gd name="T17" fmla="*/ 203 h 419"/>
                  <a:gd name="T18" fmla="*/ 0 w 131"/>
                  <a:gd name="T19" fmla="*/ 191 h 419"/>
                  <a:gd name="T20" fmla="*/ 0 w 131"/>
                  <a:gd name="T21" fmla="*/ 179 h 419"/>
                  <a:gd name="T22" fmla="*/ 12 w 131"/>
                  <a:gd name="T23" fmla="*/ 191 h 419"/>
                  <a:gd name="T24" fmla="*/ 29 w 131"/>
                  <a:gd name="T25" fmla="*/ 206 h 419"/>
                  <a:gd name="T26" fmla="*/ 39 w 131"/>
                  <a:gd name="T27" fmla="*/ 209 h 419"/>
                  <a:gd name="T28" fmla="*/ 50 w 131"/>
                  <a:gd name="T29" fmla="*/ 193 h 419"/>
                  <a:gd name="T30" fmla="*/ 27 w 131"/>
                  <a:gd name="T31" fmla="*/ 176 h 419"/>
                  <a:gd name="T32" fmla="*/ 9 w 131"/>
                  <a:gd name="T33" fmla="*/ 155 h 419"/>
                  <a:gd name="T34" fmla="*/ 3 w 131"/>
                  <a:gd name="T35" fmla="*/ 139 h 419"/>
                  <a:gd name="T36" fmla="*/ 4 w 131"/>
                  <a:gd name="T37" fmla="*/ 125 h 419"/>
                  <a:gd name="T38" fmla="*/ 21 w 131"/>
                  <a:gd name="T39" fmla="*/ 151 h 419"/>
                  <a:gd name="T40" fmla="*/ 42 w 131"/>
                  <a:gd name="T41" fmla="*/ 172 h 419"/>
                  <a:gd name="T42" fmla="*/ 52 w 131"/>
                  <a:gd name="T43" fmla="*/ 174 h 419"/>
                  <a:gd name="T44" fmla="*/ 50 w 131"/>
                  <a:gd name="T45" fmla="*/ 148 h 419"/>
                  <a:gd name="T46" fmla="*/ 33 w 131"/>
                  <a:gd name="T47" fmla="*/ 133 h 419"/>
                  <a:gd name="T48" fmla="*/ 15 w 131"/>
                  <a:gd name="T49" fmla="*/ 111 h 419"/>
                  <a:gd name="T50" fmla="*/ 9 w 131"/>
                  <a:gd name="T51" fmla="*/ 96 h 419"/>
                  <a:gd name="T52" fmla="*/ 11 w 131"/>
                  <a:gd name="T53" fmla="*/ 84 h 419"/>
                  <a:gd name="T54" fmla="*/ 25 w 131"/>
                  <a:gd name="T55" fmla="*/ 104 h 419"/>
                  <a:gd name="T56" fmla="*/ 43 w 131"/>
                  <a:gd name="T57" fmla="*/ 125 h 419"/>
                  <a:gd name="T58" fmla="*/ 54 w 131"/>
                  <a:gd name="T59" fmla="*/ 128 h 419"/>
                  <a:gd name="T60" fmla="*/ 56 w 131"/>
                  <a:gd name="T61" fmla="*/ 105 h 419"/>
                  <a:gd name="T62" fmla="*/ 42 w 131"/>
                  <a:gd name="T63" fmla="*/ 92 h 419"/>
                  <a:gd name="T64" fmla="*/ 25 w 131"/>
                  <a:gd name="T65" fmla="*/ 71 h 419"/>
                  <a:gd name="T66" fmla="*/ 18 w 131"/>
                  <a:gd name="T67" fmla="*/ 55 h 419"/>
                  <a:gd name="T68" fmla="*/ 21 w 131"/>
                  <a:gd name="T69" fmla="*/ 44 h 419"/>
                  <a:gd name="T70" fmla="*/ 33 w 131"/>
                  <a:gd name="T71" fmla="*/ 62 h 419"/>
                  <a:gd name="T72" fmla="*/ 50 w 131"/>
                  <a:gd name="T73" fmla="*/ 84 h 419"/>
                  <a:gd name="T74" fmla="*/ 59 w 131"/>
                  <a:gd name="T75" fmla="*/ 89 h 419"/>
                  <a:gd name="T76" fmla="*/ 62 w 131"/>
                  <a:gd name="T77" fmla="*/ 71 h 419"/>
                  <a:gd name="T78" fmla="*/ 51 w 131"/>
                  <a:gd name="T79" fmla="*/ 54 h 419"/>
                  <a:gd name="T80" fmla="*/ 36 w 131"/>
                  <a:gd name="T81" fmla="*/ 30 h 419"/>
                  <a:gd name="T82" fmla="*/ 31 w 131"/>
                  <a:gd name="T83" fmla="*/ 14 h 419"/>
                  <a:gd name="T84" fmla="*/ 37 w 131"/>
                  <a:gd name="T85" fmla="*/ 0 h 419"/>
                  <a:gd name="T86" fmla="*/ 47 w 131"/>
                  <a:gd name="T87" fmla="*/ 20 h 419"/>
                  <a:gd name="T88" fmla="*/ 60 w 131"/>
                  <a:gd name="T89" fmla="*/ 46 h 419"/>
                  <a:gd name="T90" fmla="*/ 67 w 131"/>
                  <a:gd name="T91" fmla="*/ 52 h 419"/>
                  <a:gd name="T92" fmla="*/ 71 w 131"/>
                  <a:gd name="T93" fmla="*/ 43 h 419"/>
                  <a:gd name="T94" fmla="*/ 72 w 131"/>
                  <a:gd name="T95" fmla="*/ 43 h 4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31" h="419">
                    <a:moveTo>
                      <a:pt x="131" y="85"/>
                    </a:moveTo>
                    <a:lnTo>
                      <a:pt x="128" y="103"/>
                    </a:lnTo>
                    <a:lnTo>
                      <a:pt x="124" y="118"/>
                    </a:lnTo>
                    <a:lnTo>
                      <a:pt x="122" y="131"/>
                    </a:lnTo>
                    <a:lnTo>
                      <a:pt x="121" y="139"/>
                    </a:lnTo>
                    <a:lnTo>
                      <a:pt x="120" y="155"/>
                    </a:lnTo>
                    <a:lnTo>
                      <a:pt x="116" y="179"/>
                    </a:lnTo>
                    <a:lnTo>
                      <a:pt x="111" y="205"/>
                    </a:lnTo>
                    <a:lnTo>
                      <a:pt x="109" y="224"/>
                    </a:lnTo>
                    <a:lnTo>
                      <a:pt x="107" y="246"/>
                    </a:lnTo>
                    <a:lnTo>
                      <a:pt x="106" y="278"/>
                    </a:lnTo>
                    <a:lnTo>
                      <a:pt x="106" y="320"/>
                    </a:lnTo>
                    <a:lnTo>
                      <a:pt x="109" y="368"/>
                    </a:lnTo>
                    <a:lnTo>
                      <a:pt x="107" y="373"/>
                    </a:lnTo>
                    <a:lnTo>
                      <a:pt x="102" y="379"/>
                    </a:lnTo>
                    <a:lnTo>
                      <a:pt x="95" y="385"/>
                    </a:lnTo>
                    <a:lnTo>
                      <a:pt x="90" y="394"/>
                    </a:lnTo>
                    <a:lnTo>
                      <a:pt x="82" y="402"/>
                    </a:lnTo>
                    <a:lnTo>
                      <a:pt x="76" y="409"/>
                    </a:lnTo>
                    <a:lnTo>
                      <a:pt x="70" y="414"/>
                    </a:lnTo>
                    <a:lnTo>
                      <a:pt x="65" y="419"/>
                    </a:lnTo>
                    <a:lnTo>
                      <a:pt x="61" y="415"/>
                    </a:lnTo>
                    <a:lnTo>
                      <a:pt x="54" y="409"/>
                    </a:lnTo>
                    <a:lnTo>
                      <a:pt x="45" y="399"/>
                    </a:lnTo>
                    <a:lnTo>
                      <a:pt x="34" y="389"/>
                    </a:lnTo>
                    <a:lnTo>
                      <a:pt x="23" y="380"/>
                    </a:lnTo>
                    <a:lnTo>
                      <a:pt x="14" y="371"/>
                    </a:lnTo>
                    <a:lnTo>
                      <a:pt x="5" y="362"/>
                    </a:lnTo>
                    <a:lnTo>
                      <a:pt x="0" y="358"/>
                    </a:lnTo>
                    <a:lnTo>
                      <a:pt x="0" y="350"/>
                    </a:lnTo>
                    <a:lnTo>
                      <a:pt x="0" y="342"/>
                    </a:lnTo>
                    <a:lnTo>
                      <a:pt x="0" y="335"/>
                    </a:lnTo>
                    <a:lnTo>
                      <a:pt x="0" y="327"/>
                    </a:lnTo>
                    <a:lnTo>
                      <a:pt x="4" y="333"/>
                    </a:lnTo>
                    <a:lnTo>
                      <a:pt x="12" y="341"/>
                    </a:lnTo>
                    <a:lnTo>
                      <a:pt x="22" y="350"/>
                    </a:lnTo>
                    <a:lnTo>
                      <a:pt x="31" y="359"/>
                    </a:lnTo>
                    <a:lnTo>
                      <a:pt x="41" y="368"/>
                    </a:lnTo>
                    <a:lnTo>
                      <a:pt x="52" y="377"/>
                    </a:lnTo>
                    <a:lnTo>
                      <a:pt x="60" y="384"/>
                    </a:lnTo>
                    <a:lnTo>
                      <a:pt x="65" y="390"/>
                    </a:lnTo>
                    <a:lnTo>
                      <a:pt x="71" y="383"/>
                    </a:lnTo>
                    <a:lnTo>
                      <a:pt x="79" y="373"/>
                    </a:lnTo>
                    <a:lnTo>
                      <a:pt x="86" y="362"/>
                    </a:lnTo>
                    <a:lnTo>
                      <a:pt x="91" y="353"/>
                    </a:lnTo>
                    <a:lnTo>
                      <a:pt x="76" y="345"/>
                    </a:lnTo>
                    <a:lnTo>
                      <a:pt x="62" y="335"/>
                    </a:lnTo>
                    <a:lnTo>
                      <a:pt x="49" y="322"/>
                    </a:lnTo>
                    <a:lnTo>
                      <a:pt x="37" y="308"/>
                    </a:lnTo>
                    <a:lnTo>
                      <a:pt x="26" y="296"/>
                    </a:lnTo>
                    <a:lnTo>
                      <a:pt x="17" y="283"/>
                    </a:lnTo>
                    <a:lnTo>
                      <a:pt x="9" y="273"/>
                    </a:lnTo>
                    <a:lnTo>
                      <a:pt x="4" y="265"/>
                    </a:lnTo>
                    <a:lnTo>
                      <a:pt x="5" y="255"/>
                    </a:lnTo>
                    <a:lnTo>
                      <a:pt x="7" y="246"/>
                    </a:lnTo>
                    <a:lnTo>
                      <a:pt x="7" y="238"/>
                    </a:lnTo>
                    <a:lnTo>
                      <a:pt x="8" y="229"/>
                    </a:lnTo>
                    <a:lnTo>
                      <a:pt x="15" y="245"/>
                    </a:lnTo>
                    <a:lnTo>
                      <a:pt x="25" y="261"/>
                    </a:lnTo>
                    <a:lnTo>
                      <a:pt x="38" y="276"/>
                    </a:lnTo>
                    <a:lnTo>
                      <a:pt x="50" y="291"/>
                    </a:lnTo>
                    <a:lnTo>
                      <a:pt x="64" y="304"/>
                    </a:lnTo>
                    <a:lnTo>
                      <a:pt x="77" y="315"/>
                    </a:lnTo>
                    <a:lnTo>
                      <a:pt x="88" y="324"/>
                    </a:lnTo>
                    <a:lnTo>
                      <a:pt x="96" y="330"/>
                    </a:lnTo>
                    <a:lnTo>
                      <a:pt x="95" y="319"/>
                    </a:lnTo>
                    <a:lnTo>
                      <a:pt x="94" y="300"/>
                    </a:lnTo>
                    <a:lnTo>
                      <a:pt x="92" y="282"/>
                    </a:lnTo>
                    <a:lnTo>
                      <a:pt x="91" y="270"/>
                    </a:lnTo>
                    <a:lnTo>
                      <a:pt x="82" y="263"/>
                    </a:lnTo>
                    <a:lnTo>
                      <a:pt x="71" y="254"/>
                    </a:lnTo>
                    <a:lnTo>
                      <a:pt x="60" y="243"/>
                    </a:lnTo>
                    <a:lnTo>
                      <a:pt x="48" y="230"/>
                    </a:lnTo>
                    <a:lnTo>
                      <a:pt x="38" y="216"/>
                    </a:lnTo>
                    <a:lnTo>
                      <a:pt x="27" y="203"/>
                    </a:lnTo>
                    <a:lnTo>
                      <a:pt x="20" y="192"/>
                    </a:lnTo>
                    <a:lnTo>
                      <a:pt x="15" y="183"/>
                    </a:lnTo>
                    <a:lnTo>
                      <a:pt x="16" y="175"/>
                    </a:lnTo>
                    <a:lnTo>
                      <a:pt x="18" y="168"/>
                    </a:lnTo>
                    <a:lnTo>
                      <a:pt x="19" y="160"/>
                    </a:lnTo>
                    <a:lnTo>
                      <a:pt x="20" y="153"/>
                    </a:lnTo>
                    <a:lnTo>
                      <a:pt x="26" y="164"/>
                    </a:lnTo>
                    <a:lnTo>
                      <a:pt x="34" y="177"/>
                    </a:lnTo>
                    <a:lnTo>
                      <a:pt x="45" y="191"/>
                    </a:lnTo>
                    <a:lnTo>
                      <a:pt x="56" y="203"/>
                    </a:lnTo>
                    <a:lnTo>
                      <a:pt x="68" y="217"/>
                    </a:lnTo>
                    <a:lnTo>
                      <a:pt x="79" y="229"/>
                    </a:lnTo>
                    <a:lnTo>
                      <a:pt x="91" y="238"/>
                    </a:lnTo>
                    <a:lnTo>
                      <a:pt x="99" y="245"/>
                    </a:lnTo>
                    <a:lnTo>
                      <a:pt x="99" y="235"/>
                    </a:lnTo>
                    <a:lnTo>
                      <a:pt x="100" y="220"/>
                    </a:lnTo>
                    <a:lnTo>
                      <a:pt x="101" y="203"/>
                    </a:lnTo>
                    <a:lnTo>
                      <a:pt x="102" y="192"/>
                    </a:lnTo>
                    <a:lnTo>
                      <a:pt x="95" y="187"/>
                    </a:lnTo>
                    <a:lnTo>
                      <a:pt x="87" y="178"/>
                    </a:lnTo>
                    <a:lnTo>
                      <a:pt x="77" y="168"/>
                    </a:lnTo>
                    <a:lnTo>
                      <a:pt x="67" y="155"/>
                    </a:lnTo>
                    <a:lnTo>
                      <a:pt x="55" y="141"/>
                    </a:lnTo>
                    <a:lnTo>
                      <a:pt x="46" y="129"/>
                    </a:lnTo>
                    <a:lnTo>
                      <a:pt x="37" y="117"/>
                    </a:lnTo>
                    <a:lnTo>
                      <a:pt x="31" y="108"/>
                    </a:lnTo>
                    <a:lnTo>
                      <a:pt x="33" y="101"/>
                    </a:lnTo>
                    <a:lnTo>
                      <a:pt x="35" y="94"/>
                    </a:lnTo>
                    <a:lnTo>
                      <a:pt x="37" y="87"/>
                    </a:lnTo>
                    <a:lnTo>
                      <a:pt x="39" y="81"/>
                    </a:lnTo>
                    <a:lnTo>
                      <a:pt x="43" y="91"/>
                    </a:lnTo>
                    <a:lnTo>
                      <a:pt x="50" y="101"/>
                    </a:lnTo>
                    <a:lnTo>
                      <a:pt x="60" y="114"/>
                    </a:lnTo>
                    <a:lnTo>
                      <a:pt x="70" y="127"/>
                    </a:lnTo>
                    <a:lnTo>
                      <a:pt x="80" y="141"/>
                    </a:lnTo>
                    <a:lnTo>
                      <a:pt x="91" y="153"/>
                    </a:lnTo>
                    <a:lnTo>
                      <a:pt x="99" y="163"/>
                    </a:lnTo>
                    <a:lnTo>
                      <a:pt x="106" y="171"/>
                    </a:lnTo>
                    <a:lnTo>
                      <a:pt x="107" y="163"/>
                    </a:lnTo>
                    <a:lnTo>
                      <a:pt x="109" y="152"/>
                    </a:lnTo>
                    <a:lnTo>
                      <a:pt x="111" y="139"/>
                    </a:lnTo>
                    <a:lnTo>
                      <a:pt x="113" y="130"/>
                    </a:lnTo>
                    <a:lnTo>
                      <a:pt x="108" y="123"/>
                    </a:lnTo>
                    <a:lnTo>
                      <a:pt x="101" y="111"/>
                    </a:lnTo>
                    <a:lnTo>
                      <a:pt x="92" y="99"/>
                    </a:lnTo>
                    <a:lnTo>
                      <a:pt x="83" y="83"/>
                    </a:lnTo>
                    <a:lnTo>
                      <a:pt x="73" y="68"/>
                    </a:lnTo>
                    <a:lnTo>
                      <a:pt x="65" y="54"/>
                    </a:lnTo>
                    <a:lnTo>
                      <a:pt x="58" y="42"/>
                    </a:lnTo>
                    <a:lnTo>
                      <a:pt x="54" y="34"/>
                    </a:lnTo>
                    <a:lnTo>
                      <a:pt x="57" y="25"/>
                    </a:lnTo>
                    <a:lnTo>
                      <a:pt x="61" y="16"/>
                    </a:lnTo>
                    <a:lnTo>
                      <a:pt x="64" y="8"/>
                    </a:lnTo>
                    <a:lnTo>
                      <a:pt x="68" y="0"/>
                    </a:lnTo>
                    <a:lnTo>
                      <a:pt x="72" y="9"/>
                    </a:lnTo>
                    <a:lnTo>
                      <a:pt x="79" y="22"/>
                    </a:lnTo>
                    <a:lnTo>
                      <a:pt x="86" y="36"/>
                    </a:lnTo>
                    <a:lnTo>
                      <a:pt x="95" y="53"/>
                    </a:lnTo>
                    <a:lnTo>
                      <a:pt x="103" y="69"/>
                    </a:lnTo>
                    <a:lnTo>
                      <a:pt x="110" y="84"/>
                    </a:lnTo>
                    <a:lnTo>
                      <a:pt x="116" y="94"/>
                    </a:lnTo>
                    <a:lnTo>
                      <a:pt x="120" y="100"/>
                    </a:lnTo>
                    <a:lnTo>
                      <a:pt x="122" y="95"/>
                    </a:lnTo>
                    <a:lnTo>
                      <a:pt x="125" y="89"/>
                    </a:lnTo>
                    <a:lnTo>
                      <a:pt x="128" y="84"/>
                    </a:lnTo>
                    <a:lnTo>
                      <a:pt x="129" y="79"/>
                    </a:lnTo>
                    <a:lnTo>
                      <a:pt x="130" y="77"/>
                    </a:lnTo>
                    <a:lnTo>
                      <a:pt x="131" y="77"/>
                    </a:lnTo>
                    <a:lnTo>
                      <a:pt x="131" y="79"/>
                    </a:lnTo>
                    <a:lnTo>
                      <a:pt x="131" y="8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9" name="Freeform 20">
                <a:extLst>
                  <a:ext uri="{FF2B5EF4-FFF2-40B4-BE49-F238E27FC236}">
                    <a16:creationId xmlns:a16="http://schemas.microsoft.com/office/drawing/2014/main" id="{410D9C1C-AEF8-4953-B811-E2CA61FAF133}"/>
                  </a:ext>
                </a:extLst>
              </p:cNvPr>
              <p:cNvSpPr>
                <a:spLocks/>
              </p:cNvSpPr>
              <p:nvPr/>
            </p:nvSpPr>
            <p:spPr bwMode="auto">
              <a:xfrm>
                <a:off x="4279" y="2619"/>
                <a:ext cx="34" cy="58"/>
              </a:xfrm>
              <a:custGeom>
                <a:avLst/>
                <a:gdLst>
                  <a:gd name="T0" fmla="*/ 9 w 62"/>
                  <a:gd name="T1" fmla="*/ 0 h 106"/>
                  <a:gd name="T2" fmla="*/ 7 w 62"/>
                  <a:gd name="T3" fmla="*/ 1 h 106"/>
                  <a:gd name="T4" fmla="*/ 5 w 62"/>
                  <a:gd name="T5" fmla="*/ 4 h 106"/>
                  <a:gd name="T6" fmla="*/ 3 w 62"/>
                  <a:gd name="T7" fmla="*/ 8 h 106"/>
                  <a:gd name="T8" fmla="*/ 0 w 62"/>
                  <a:gd name="T9" fmla="*/ 12 h 106"/>
                  <a:gd name="T10" fmla="*/ 3 w 62"/>
                  <a:gd name="T11" fmla="*/ 16 h 106"/>
                  <a:gd name="T12" fmla="*/ 7 w 62"/>
                  <a:gd name="T13" fmla="*/ 21 h 106"/>
                  <a:gd name="T14" fmla="*/ 12 w 62"/>
                  <a:gd name="T15" fmla="*/ 28 h 106"/>
                  <a:gd name="T16" fmla="*/ 17 w 62"/>
                  <a:gd name="T17" fmla="*/ 36 h 106"/>
                  <a:gd name="T18" fmla="*/ 21 w 62"/>
                  <a:gd name="T19" fmla="*/ 43 h 106"/>
                  <a:gd name="T20" fmla="*/ 26 w 62"/>
                  <a:gd name="T21" fmla="*/ 50 h 106"/>
                  <a:gd name="T22" fmla="*/ 29 w 62"/>
                  <a:gd name="T23" fmla="*/ 55 h 106"/>
                  <a:gd name="T24" fmla="*/ 31 w 62"/>
                  <a:gd name="T25" fmla="*/ 58 h 106"/>
                  <a:gd name="T26" fmla="*/ 31 w 62"/>
                  <a:gd name="T27" fmla="*/ 55 h 106"/>
                  <a:gd name="T28" fmla="*/ 32 w 62"/>
                  <a:gd name="T29" fmla="*/ 51 h 106"/>
                  <a:gd name="T30" fmla="*/ 33 w 62"/>
                  <a:gd name="T31" fmla="*/ 48 h 106"/>
                  <a:gd name="T32" fmla="*/ 34 w 62"/>
                  <a:gd name="T33" fmla="*/ 45 h 106"/>
                  <a:gd name="T34" fmla="*/ 32 w 62"/>
                  <a:gd name="T35" fmla="*/ 41 h 106"/>
                  <a:gd name="T36" fmla="*/ 29 w 62"/>
                  <a:gd name="T37" fmla="*/ 35 h 106"/>
                  <a:gd name="T38" fmla="*/ 25 w 62"/>
                  <a:gd name="T39" fmla="*/ 29 h 106"/>
                  <a:gd name="T40" fmla="*/ 21 w 62"/>
                  <a:gd name="T41" fmla="*/ 21 h 106"/>
                  <a:gd name="T42" fmla="*/ 18 w 62"/>
                  <a:gd name="T43" fmla="*/ 14 h 106"/>
                  <a:gd name="T44" fmla="*/ 14 w 62"/>
                  <a:gd name="T45" fmla="*/ 8 h 106"/>
                  <a:gd name="T46" fmla="*/ 11 w 62"/>
                  <a:gd name="T47" fmla="*/ 3 h 106"/>
                  <a:gd name="T48" fmla="*/ 9 w 62"/>
                  <a:gd name="T49" fmla="*/ 0 h 1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2" h="106">
                    <a:moveTo>
                      <a:pt x="17" y="0"/>
                    </a:moveTo>
                    <a:lnTo>
                      <a:pt x="13" y="2"/>
                    </a:lnTo>
                    <a:lnTo>
                      <a:pt x="10" y="7"/>
                    </a:lnTo>
                    <a:lnTo>
                      <a:pt x="5" y="14"/>
                    </a:lnTo>
                    <a:lnTo>
                      <a:pt x="0" y="22"/>
                    </a:lnTo>
                    <a:lnTo>
                      <a:pt x="5" y="29"/>
                    </a:lnTo>
                    <a:lnTo>
                      <a:pt x="12" y="39"/>
                    </a:lnTo>
                    <a:lnTo>
                      <a:pt x="21" y="52"/>
                    </a:lnTo>
                    <a:lnTo>
                      <a:pt x="31" y="66"/>
                    </a:lnTo>
                    <a:lnTo>
                      <a:pt x="39" y="79"/>
                    </a:lnTo>
                    <a:lnTo>
                      <a:pt x="47" y="91"/>
                    </a:lnTo>
                    <a:lnTo>
                      <a:pt x="52" y="100"/>
                    </a:lnTo>
                    <a:lnTo>
                      <a:pt x="56" y="106"/>
                    </a:lnTo>
                    <a:lnTo>
                      <a:pt x="57" y="100"/>
                    </a:lnTo>
                    <a:lnTo>
                      <a:pt x="58" y="93"/>
                    </a:lnTo>
                    <a:lnTo>
                      <a:pt x="61" y="87"/>
                    </a:lnTo>
                    <a:lnTo>
                      <a:pt x="62" y="82"/>
                    </a:lnTo>
                    <a:lnTo>
                      <a:pt x="58" y="75"/>
                    </a:lnTo>
                    <a:lnTo>
                      <a:pt x="52" y="64"/>
                    </a:lnTo>
                    <a:lnTo>
                      <a:pt x="46" y="53"/>
                    </a:lnTo>
                    <a:lnTo>
                      <a:pt x="39" y="39"/>
                    </a:lnTo>
                    <a:lnTo>
                      <a:pt x="32" y="26"/>
                    </a:lnTo>
                    <a:lnTo>
                      <a:pt x="25" y="15"/>
                    </a:lnTo>
                    <a:lnTo>
                      <a:pt x="20" y="6"/>
                    </a:lnTo>
                    <a:lnTo>
                      <a:pt x="17"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0" name="Freeform 21">
                <a:extLst>
                  <a:ext uri="{FF2B5EF4-FFF2-40B4-BE49-F238E27FC236}">
                    <a16:creationId xmlns:a16="http://schemas.microsoft.com/office/drawing/2014/main" id="{ACAC3B29-6E6E-40E3-8EF2-79C7F5F8ED85}"/>
                  </a:ext>
                </a:extLst>
              </p:cNvPr>
              <p:cNvSpPr>
                <a:spLocks/>
              </p:cNvSpPr>
              <p:nvPr/>
            </p:nvSpPr>
            <p:spPr bwMode="auto">
              <a:xfrm>
                <a:off x="4311" y="2596"/>
                <a:ext cx="29" cy="24"/>
              </a:xfrm>
              <a:custGeom>
                <a:avLst/>
                <a:gdLst>
                  <a:gd name="T0" fmla="*/ 12 w 54"/>
                  <a:gd name="T1" fmla="*/ 24 h 44"/>
                  <a:gd name="T2" fmla="*/ 7 w 54"/>
                  <a:gd name="T3" fmla="*/ 22 h 44"/>
                  <a:gd name="T4" fmla="*/ 3 w 54"/>
                  <a:gd name="T5" fmla="*/ 19 h 44"/>
                  <a:gd name="T6" fmla="*/ 1 w 54"/>
                  <a:gd name="T7" fmla="*/ 15 h 44"/>
                  <a:gd name="T8" fmla="*/ 0 w 54"/>
                  <a:gd name="T9" fmla="*/ 13 h 44"/>
                  <a:gd name="T10" fmla="*/ 1 w 54"/>
                  <a:gd name="T11" fmla="*/ 9 h 44"/>
                  <a:gd name="T12" fmla="*/ 3 w 54"/>
                  <a:gd name="T13" fmla="*/ 5 h 44"/>
                  <a:gd name="T14" fmla="*/ 5 w 54"/>
                  <a:gd name="T15" fmla="*/ 2 h 44"/>
                  <a:gd name="T16" fmla="*/ 8 w 54"/>
                  <a:gd name="T17" fmla="*/ 0 h 44"/>
                  <a:gd name="T18" fmla="*/ 10 w 54"/>
                  <a:gd name="T19" fmla="*/ 1 h 44"/>
                  <a:gd name="T20" fmla="*/ 13 w 54"/>
                  <a:gd name="T21" fmla="*/ 2 h 44"/>
                  <a:gd name="T22" fmla="*/ 16 w 54"/>
                  <a:gd name="T23" fmla="*/ 3 h 44"/>
                  <a:gd name="T24" fmla="*/ 19 w 54"/>
                  <a:gd name="T25" fmla="*/ 3 h 44"/>
                  <a:gd name="T26" fmla="*/ 21 w 54"/>
                  <a:gd name="T27" fmla="*/ 3 h 44"/>
                  <a:gd name="T28" fmla="*/ 24 w 54"/>
                  <a:gd name="T29" fmla="*/ 4 h 44"/>
                  <a:gd name="T30" fmla="*/ 27 w 54"/>
                  <a:gd name="T31" fmla="*/ 4 h 44"/>
                  <a:gd name="T32" fmla="*/ 29 w 54"/>
                  <a:gd name="T33" fmla="*/ 4 h 44"/>
                  <a:gd name="T34" fmla="*/ 27 w 54"/>
                  <a:gd name="T35" fmla="*/ 11 h 44"/>
                  <a:gd name="T36" fmla="*/ 24 w 54"/>
                  <a:gd name="T37" fmla="*/ 18 h 44"/>
                  <a:gd name="T38" fmla="*/ 18 w 54"/>
                  <a:gd name="T39" fmla="*/ 23 h 44"/>
                  <a:gd name="T40" fmla="*/ 12 w 54"/>
                  <a:gd name="T41" fmla="*/ 24 h 44"/>
                  <a:gd name="T42" fmla="*/ 12 w 54"/>
                  <a:gd name="T43" fmla="*/ 24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4" h="44">
                    <a:moveTo>
                      <a:pt x="23" y="44"/>
                    </a:moveTo>
                    <a:lnTo>
                      <a:pt x="13" y="41"/>
                    </a:lnTo>
                    <a:lnTo>
                      <a:pt x="6" y="35"/>
                    </a:lnTo>
                    <a:lnTo>
                      <a:pt x="1" y="28"/>
                    </a:lnTo>
                    <a:lnTo>
                      <a:pt x="0" y="24"/>
                    </a:lnTo>
                    <a:lnTo>
                      <a:pt x="1" y="17"/>
                    </a:lnTo>
                    <a:lnTo>
                      <a:pt x="5" y="10"/>
                    </a:lnTo>
                    <a:lnTo>
                      <a:pt x="9" y="4"/>
                    </a:lnTo>
                    <a:lnTo>
                      <a:pt x="14" y="0"/>
                    </a:lnTo>
                    <a:lnTo>
                      <a:pt x="19" y="2"/>
                    </a:lnTo>
                    <a:lnTo>
                      <a:pt x="24" y="4"/>
                    </a:lnTo>
                    <a:lnTo>
                      <a:pt x="29" y="5"/>
                    </a:lnTo>
                    <a:lnTo>
                      <a:pt x="35" y="5"/>
                    </a:lnTo>
                    <a:lnTo>
                      <a:pt x="39" y="6"/>
                    </a:lnTo>
                    <a:lnTo>
                      <a:pt x="45" y="7"/>
                    </a:lnTo>
                    <a:lnTo>
                      <a:pt x="50" y="7"/>
                    </a:lnTo>
                    <a:lnTo>
                      <a:pt x="54" y="7"/>
                    </a:lnTo>
                    <a:lnTo>
                      <a:pt x="51" y="20"/>
                    </a:lnTo>
                    <a:lnTo>
                      <a:pt x="44" y="33"/>
                    </a:lnTo>
                    <a:lnTo>
                      <a:pt x="34" y="42"/>
                    </a:lnTo>
                    <a:lnTo>
                      <a:pt x="23" y="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1" name="Freeform 22">
                <a:extLst>
                  <a:ext uri="{FF2B5EF4-FFF2-40B4-BE49-F238E27FC236}">
                    <a16:creationId xmlns:a16="http://schemas.microsoft.com/office/drawing/2014/main" id="{1F4FB355-953C-4189-8B73-5BC0418CCE70}"/>
                  </a:ext>
                </a:extLst>
              </p:cNvPr>
              <p:cNvSpPr>
                <a:spLocks/>
              </p:cNvSpPr>
              <p:nvPr/>
            </p:nvSpPr>
            <p:spPr bwMode="auto">
              <a:xfrm>
                <a:off x="4354" y="2703"/>
                <a:ext cx="75" cy="95"/>
              </a:xfrm>
              <a:custGeom>
                <a:avLst/>
                <a:gdLst>
                  <a:gd name="T0" fmla="*/ 24 w 137"/>
                  <a:gd name="T1" fmla="*/ 81 h 174"/>
                  <a:gd name="T2" fmla="*/ 22 w 137"/>
                  <a:gd name="T3" fmla="*/ 83 h 174"/>
                  <a:gd name="T4" fmla="*/ 25 w 137"/>
                  <a:gd name="T5" fmla="*/ 86 h 174"/>
                  <a:gd name="T6" fmla="*/ 30 w 137"/>
                  <a:gd name="T7" fmla="*/ 90 h 174"/>
                  <a:gd name="T8" fmla="*/ 36 w 137"/>
                  <a:gd name="T9" fmla="*/ 93 h 174"/>
                  <a:gd name="T10" fmla="*/ 41 w 137"/>
                  <a:gd name="T11" fmla="*/ 94 h 174"/>
                  <a:gd name="T12" fmla="*/ 45 w 137"/>
                  <a:gd name="T13" fmla="*/ 95 h 174"/>
                  <a:gd name="T14" fmla="*/ 51 w 137"/>
                  <a:gd name="T15" fmla="*/ 95 h 174"/>
                  <a:gd name="T16" fmla="*/ 58 w 137"/>
                  <a:gd name="T17" fmla="*/ 94 h 174"/>
                  <a:gd name="T18" fmla="*/ 65 w 137"/>
                  <a:gd name="T19" fmla="*/ 91 h 174"/>
                  <a:gd name="T20" fmla="*/ 71 w 137"/>
                  <a:gd name="T21" fmla="*/ 84 h 174"/>
                  <a:gd name="T22" fmla="*/ 72 w 137"/>
                  <a:gd name="T23" fmla="*/ 73 h 174"/>
                  <a:gd name="T24" fmla="*/ 73 w 137"/>
                  <a:gd name="T25" fmla="*/ 61 h 174"/>
                  <a:gd name="T26" fmla="*/ 74 w 137"/>
                  <a:gd name="T27" fmla="*/ 38 h 174"/>
                  <a:gd name="T28" fmla="*/ 74 w 137"/>
                  <a:gd name="T29" fmla="*/ 29 h 174"/>
                  <a:gd name="T30" fmla="*/ 74 w 137"/>
                  <a:gd name="T31" fmla="*/ 23 h 174"/>
                  <a:gd name="T32" fmla="*/ 75 w 137"/>
                  <a:gd name="T33" fmla="*/ 16 h 174"/>
                  <a:gd name="T34" fmla="*/ 75 w 137"/>
                  <a:gd name="T35" fmla="*/ 8 h 174"/>
                  <a:gd name="T36" fmla="*/ 72 w 137"/>
                  <a:gd name="T37" fmla="*/ 3 h 174"/>
                  <a:gd name="T38" fmla="*/ 67 w 137"/>
                  <a:gd name="T39" fmla="*/ 1 h 174"/>
                  <a:gd name="T40" fmla="*/ 62 w 137"/>
                  <a:gd name="T41" fmla="*/ 1 h 174"/>
                  <a:gd name="T42" fmla="*/ 56 w 137"/>
                  <a:gd name="T43" fmla="*/ 8 h 174"/>
                  <a:gd name="T44" fmla="*/ 53 w 137"/>
                  <a:gd name="T45" fmla="*/ 15 h 174"/>
                  <a:gd name="T46" fmla="*/ 47 w 137"/>
                  <a:gd name="T47" fmla="*/ 13 h 174"/>
                  <a:gd name="T48" fmla="*/ 42 w 137"/>
                  <a:gd name="T49" fmla="*/ 15 h 174"/>
                  <a:gd name="T50" fmla="*/ 37 w 137"/>
                  <a:gd name="T51" fmla="*/ 13 h 174"/>
                  <a:gd name="T52" fmla="*/ 34 w 137"/>
                  <a:gd name="T53" fmla="*/ 11 h 174"/>
                  <a:gd name="T54" fmla="*/ 28 w 137"/>
                  <a:gd name="T55" fmla="*/ 9 h 174"/>
                  <a:gd name="T56" fmla="*/ 22 w 137"/>
                  <a:gd name="T57" fmla="*/ 9 h 174"/>
                  <a:gd name="T58" fmla="*/ 17 w 137"/>
                  <a:gd name="T59" fmla="*/ 10 h 174"/>
                  <a:gd name="T60" fmla="*/ 12 w 137"/>
                  <a:gd name="T61" fmla="*/ 10 h 174"/>
                  <a:gd name="T62" fmla="*/ 5 w 137"/>
                  <a:gd name="T63" fmla="*/ 10 h 174"/>
                  <a:gd name="T64" fmla="*/ 1 w 137"/>
                  <a:gd name="T65" fmla="*/ 13 h 174"/>
                  <a:gd name="T66" fmla="*/ 0 w 137"/>
                  <a:gd name="T67" fmla="*/ 21 h 174"/>
                  <a:gd name="T68" fmla="*/ 4 w 137"/>
                  <a:gd name="T69" fmla="*/ 25 h 174"/>
                  <a:gd name="T70" fmla="*/ 9 w 137"/>
                  <a:gd name="T71" fmla="*/ 27 h 174"/>
                  <a:gd name="T72" fmla="*/ 10 w 137"/>
                  <a:gd name="T73" fmla="*/ 29 h 174"/>
                  <a:gd name="T74" fmla="*/ 11 w 137"/>
                  <a:gd name="T75" fmla="*/ 34 h 174"/>
                  <a:gd name="T76" fmla="*/ 13 w 137"/>
                  <a:gd name="T77" fmla="*/ 37 h 174"/>
                  <a:gd name="T78" fmla="*/ 13 w 137"/>
                  <a:gd name="T79" fmla="*/ 38 h 174"/>
                  <a:gd name="T80" fmla="*/ 13 w 137"/>
                  <a:gd name="T81" fmla="*/ 40 h 174"/>
                  <a:gd name="T82" fmla="*/ 13 w 137"/>
                  <a:gd name="T83" fmla="*/ 46 h 174"/>
                  <a:gd name="T84" fmla="*/ 14 w 137"/>
                  <a:gd name="T85" fmla="*/ 49 h 174"/>
                  <a:gd name="T86" fmla="*/ 14 w 137"/>
                  <a:gd name="T87" fmla="*/ 50 h 174"/>
                  <a:gd name="T88" fmla="*/ 14 w 137"/>
                  <a:gd name="T89" fmla="*/ 54 h 174"/>
                  <a:gd name="T90" fmla="*/ 14 w 137"/>
                  <a:gd name="T91" fmla="*/ 62 h 174"/>
                  <a:gd name="T92" fmla="*/ 17 w 137"/>
                  <a:gd name="T93" fmla="*/ 66 h 174"/>
                  <a:gd name="T94" fmla="*/ 20 w 137"/>
                  <a:gd name="T95" fmla="*/ 68 h 174"/>
                  <a:gd name="T96" fmla="*/ 22 w 137"/>
                  <a:gd name="T97" fmla="*/ 71 h 174"/>
                  <a:gd name="T98" fmla="*/ 24 w 137"/>
                  <a:gd name="T99" fmla="*/ 79 h 1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37" h="174">
                    <a:moveTo>
                      <a:pt x="46" y="148"/>
                    </a:moveTo>
                    <a:lnTo>
                      <a:pt x="44" y="149"/>
                    </a:lnTo>
                    <a:lnTo>
                      <a:pt x="42" y="150"/>
                    </a:lnTo>
                    <a:lnTo>
                      <a:pt x="41" y="152"/>
                    </a:lnTo>
                    <a:lnTo>
                      <a:pt x="41" y="153"/>
                    </a:lnTo>
                    <a:lnTo>
                      <a:pt x="46" y="157"/>
                    </a:lnTo>
                    <a:lnTo>
                      <a:pt x="50" y="160"/>
                    </a:lnTo>
                    <a:lnTo>
                      <a:pt x="55" y="164"/>
                    </a:lnTo>
                    <a:lnTo>
                      <a:pt x="61" y="167"/>
                    </a:lnTo>
                    <a:lnTo>
                      <a:pt x="65" y="170"/>
                    </a:lnTo>
                    <a:lnTo>
                      <a:pt x="70" y="172"/>
                    </a:lnTo>
                    <a:lnTo>
                      <a:pt x="75" y="173"/>
                    </a:lnTo>
                    <a:lnTo>
                      <a:pt x="78" y="174"/>
                    </a:lnTo>
                    <a:lnTo>
                      <a:pt x="83" y="174"/>
                    </a:lnTo>
                    <a:lnTo>
                      <a:pt x="87" y="174"/>
                    </a:lnTo>
                    <a:lnTo>
                      <a:pt x="93" y="174"/>
                    </a:lnTo>
                    <a:lnTo>
                      <a:pt x="99" y="173"/>
                    </a:lnTo>
                    <a:lnTo>
                      <a:pt x="106" y="172"/>
                    </a:lnTo>
                    <a:lnTo>
                      <a:pt x="113" y="170"/>
                    </a:lnTo>
                    <a:lnTo>
                      <a:pt x="118" y="166"/>
                    </a:lnTo>
                    <a:lnTo>
                      <a:pt x="125" y="162"/>
                    </a:lnTo>
                    <a:lnTo>
                      <a:pt x="129" y="153"/>
                    </a:lnTo>
                    <a:lnTo>
                      <a:pt x="131" y="143"/>
                    </a:lnTo>
                    <a:lnTo>
                      <a:pt x="132" y="133"/>
                    </a:lnTo>
                    <a:lnTo>
                      <a:pt x="132" y="122"/>
                    </a:lnTo>
                    <a:lnTo>
                      <a:pt x="133" y="111"/>
                    </a:lnTo>
                    <a:lnTo>
                      <a:pt x="135" y="90"/>
                    </a:lnTo>
                    <a:lnTo>
                      <a:pt x="136" y="69"/>
                    </a:lnTo>
                    <a:lnTo>
                      <a:pt x="136" y="58"/>
                    </a:lnTo>
                    <a:lnTo>
                      <a:pt x="136" y="53"/>
                    </a:lnTo>
                    <a:lnTo>
                      <a:pt x="135" y="49"/>
                    </a:lnTo>
                    <a:lnTo>
                      <a:pt x="135" y="42"/>
                    </a:lnTo>
                    <a:lnTo>
                      <a:pt x="136" y="36"/>
                    </a:lnTo>
                    <a:lnTo>
                      <a:pt x="137" y="29"/>
                    </a:lnTo>
                    <a:lnTo>
                      <a:pt x="137" y="21"/>
                    </a:lnTo>
                    <a:lnTo>
                      <a:pt x="137" y="15"/>
                    </a:lnTo>
                    <a:lnTo>
                      <a:pt x="135" y="9"/>
                    </a:lnTo>
                    <a:lnTo>
                      <a:pt x="131" y="6"/>
                    </a:lnTo>
                    <a:lnTo>
                      <a:pt x="128" y="3"/>
                    </a:lnTo>
                    <a:lnTo>
                      <a:pt x="123" y="1"/>
                    </a:lnTo>
                    <a:lnTo>
                      <a:pt x="118" y="0"/>
                    </a:lnTo>
                    <a:lnTo>
                      <a:pt x="113" y="1"/>
                    </a:lnTo>
                    <a:lnTo>
                      <a:pt x="108" y="6"/>
                    </a:lnTo>
                    <a:lnTo>
                      <a:pt x="103" y="15"/>
                    </a:lnTo>
                    <a:lnTo>
                      <a:pt x="100" y="29"/>
                    </a:lnTo>
                    <a:lnTo>
                      <a:pt x="97" y="28"/>
                    </a:lnTo>
                    <a:lnTo>
                      <a:pt x="92" y="26"/>
                    </a:lnTo>
                    <a:lnTo>
                      <a:pt x="85" y="24"/>
                    </a:lnTo>
                    <a:lnTo>
                      <a:pt x="80" y="26"/>
                    </a:lnTo>
                    <a:lnTo>
                      <a:pt x="76" y="27"/>
                    </a:lnTo>
                    <a:lnTo>
                      <a:pt x="71" y="26"/>
                    </a:lnTo>
                    <a:lnTo>
                      <a:pt x="67" y="24"/>
                    </a:lnTo>
                    <a:lnTo>
                      <a:pt x="64" y="23"/>
                    </a:lnTo>
                    <a:lnTo>
                      <a:pt x="62" y="21"/>
                    </a:lnTo>
                    <a:lnTo>
                      <a:pt x="57" y="18"/>
                    </a:lnTo>
                    <a:lnTo>
                      <a:pt x="52" y="16"/>
                    </a:lnTo>
                    <a:lnTo>
                      <a:pt x="47" y="15"/>
                    </a:lnTo>
                    <a:lnTo>
                      <a:pt x="41" y="16"/>
                    </a:lnTo>
                    <a:lnTo>
                      <a:pt x="37" y="18"/>
                    </a:lnTo>
                    <a:lnTo>
                      <a:pt x="31" y="19"/>
                    </a:lnTo>
                    <a:lnTo>
                      <a:pt x="26" y="19"/>
                    </a:lnTo>
                    <a:lnTo>
                      <a:pt x="22" y="19"/>
                    </a:lnTo>
                    <a:lnTo>
                      <a:pt x="16" y="18"/>
                    </a:lnTo>
                    <a:lnTo>
                      <a:pt x="9" y="18"/>
                    </a:lnTo>
                    <a:lnTo>
                      <a:pt x="4" y="19"/>
                    </a:lnTo>
                    <a:lnTo>
                      <a:pt x="2" y="23"/>
                    </a:lnTo>
                    <a:lnTo>
                      <a:pt x="0" y="30"/>
                    </a:lnTo>
                    <a:lnTo>
                      <a:pt x="0" y="38"/>
                    </a:lnTo>
                    <a:lnTo>
                      <a:pt x="2" y="43"/>
                    </a:lnTo>
                    <a:lnTo>
                      <a:pt x="7" y="45"/>
                    </a:lnTo>
                    <a:lnTo>
                      <a:pt x="11" y="48"/>
                    </a:lnTo>
                    <a:lnTo>
                      <a:pt x="16" y="49"/>
                    </a:lnTo>
                    <a:lnTo>
                      <a:pt x="20" y="50"/>
                    </a:lnTo>
                    <a:lnTo>
                      <a:pt x="19" y="53"/>
                    </a:lnTo>
                    <a:lnTo>
                      <a:pt x="19" y="58"/>
                    </a:lnTo>
                    <a:lnTo>
                      <a:pt x="20" y="62"/>
                    </a:lnTo>
                    <a:lnTo>
                      <a:pt x="24" y="66"/>
                    </a:lnTo>
                    <a:lnTo>
                      <a:pt x="24" y="67"/>
                    </a:lnTo>
                    <a:lnTo>
                      <a:pt x="24" y="68"/>
                    </a:lnTo>
                    <a:lnTo>
                      <a:pt x="23" y="69"/>
                    </a:lnTo>
                    <a:lnTo>
                      <a:pt x="23" y="71"/>
                    </a:lnTo>
                    <a:lnTo>
                      <a:pt x="23" y="74"/>
                    </a:lnTo>
                    <a:lnTo>
                      <a:pt x="23" y="80"/>
                    </a:lnTo>
                    <a:lnTo>
                      <a:pt x="24" y="84"/>
                    </a:lnTo>
                    <a:lnTo>
                      <a:pt x="25" y="89"/>
                    </a:lnTo>
                    <a:lnTo>
                      <a:pt x="26" y="90"/>
                    </a:lnTo>
                    <a:lnTo>
                      <a:pt x="26" y="91"/>
                    </a:lnTo>
                    <a:lnTo>
                      <a:pt x="27" y="92"/>
                    </a:lnTo>
                    <a:lnTo>
                      <a:pt x="25" y="98"/>
                    </a:lnTo>
                    <a:lnTo>
                      <a:pt x="24" y="106"/>
                    </a:lnTo>
                    <a:lnTo>
                      <a:pt x="25" y="114"/>
                    </a:lnTo>
                    <a:lnTo>
                      <a:pt x="27" y="119"/>
                    </a:lnTo>
                    <a:lnTo>
                      <a:pt x="31" y="120"/>
                    </a:lnTo>
                    <a:lnTo>
                      <a:pt x="33" y="122"/>
                    </a:lnTo>
                    <a:lnTo>
                      <a:pt x="37" y="124"/>
                    </a:lnTo>
                    <a:lnTo>
                      <a:pt x="41" y="125"/>
                    </a:lnTo>
                    <a:lnTo>
                      <a:pt x="40" y="130"/>
                    </a:lnTo>
                    <a:lnTo>
                      <a:pt x="41" y="137"/>
                    </a:lnTo>
                    <a:lnTo>
                      <a:pt x="44" y="144"/>
                    </a:lnTo>
                    <a:lnTo>
                      <a:pt x="46" y="148"/>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2" name="Freeform 23">
                <a:extLst>
                  <a:ext uri="{FF2B5EF4-FFF2-40B4-BE49-F238E27FC236}">
                    <a16:creationId xmlns:a16="http://schemas.microsoft.com/office/drawing/2014/main" id="{A3859CC1-1762-4D80-9888-60CB31916B74}"/>
                  </a:ext>
                </a:extLst>
              </p:cNvPr>
              <p:cNvSpPr>
                <a:spLocks/>
              </p:cNvSpPr>
              <p:nvPr/>
            </p:nvSpPr>
            <p:spPr bwMode="auto">
              <a:xfrm>
                <a:off x="3881" y="2566"/>
                <a:ext cx="107" cy="75"/>
              </a:xfrm>
              <a:custGeom>
                <a:avLst/>
                <a:gdLst>
                  <a:gd name="T0" fmla="*/ 92 w 194"/>
                  <a:gd name="T1" fmla="*/ 59 h 135"/>
                  <a:gd name="T2" fmla="*/ 94 w 194"/>
                  <a:gd name="T3" fmla="*/ 48 h 135"/>
                  <a:gd name="T4" fmla="*/ 98 w 194"/>
                  <a:gd name="T5" fmla="*/ 37 h 135"/>
                  <a:gd name="T6" fmla="*/ 104 w 194"/>
                  <a:gd name="T7" fmla="*/ 28 h 135"/>
                  <a:gd name="T8" fmla="*/ 102 w 194"/>
                  <a:gd name="T9" fmla="*/ 23 h 135"/>
                  <a:gd name="T10" fmla="*/ 94 w 194"/>
                  <a:gd name="T11" fmla="*/ 19 h 135"/>
                  <a:gd name="T12" fmla="*/ 88 w 194"/>
                  <a:gd name="T13" fmla="*/ 17 h 135"/>
                  <a:gd name="T14" fmla="*/ 81 w 194"/>
                  <a:gd name="T15" fmla="*/ 15 h 135"/>
                  <a:gd name="T16" fmla="*/ 75 w 194"/>
                  <a:gd name="T17" fmla="*/ 14 h 135"/>
                  <a:gd name="T18" fmla="*/ 68 w 194"/>
                  <a:gd name="T19" fmla="*/ 12 h 135"/>
                  <a:gd name="T20" fmla="*/ 61 w 194"/>
                  <a:gd name="T21" fmla="*/ 10 h 135"/>
                  <a:gd name="T22" fmla="*/ 55 w 194"/>
                  <a:gd name="T23" fmla="*/ 7 h 135"/>
                  <a:gd name="T24" fmla="*/ 50 w 194"/>
                  <a:gd name="T25" fmla="*/ 6 h 135"/>
                  <a:gd name="T26" fmla="*/ 45 w 194"/>
                  <a:gd name="T27" fmla="*/ 6 h 135"/>
                  <a:gd name="T28" fmla="*/ 41 w 194"/>
                  <a:gd name="T29" fmla="*/ 7 h 135"/>
                  <a:gd name="T30" fmla="*/ 36 w 194"/>
                  <a:gd name="T31" fmla="*/ 7 h 135"/>
                  <a:gd name="T32" fmla="*/ 29 w 194"/>
                  <a:gd name="T33" fmla="*/ 7 h 135"/>
                  <a:gd name="T34" fmla="*/ 22 w 194"/>
                  <a:gd name="T35" fmla="*/ 6 h 135"/>
                  <a:gd name="T36" fmla="*/ 15 w 194"/>
                  <a:gd name="T37" fmla="*/ 3 h 135"/>
                  <a:gd name="T38" fmla="*/ 10 w 194"/>
                  <a:gd name="T39" fmla="*/ 2 h 135"/>
                  <a:gd name="T40" fmla="*/ 6 w 194"/>
                  <a:gd name="T41" fmla="*/ 3 h 135"/>
                  <a:gd name="T42" fmla="*/ 6 w 194"/>
                  <a:gd name="T43" fmla="*/ 16 h 135"/>
                  <a:gd name="T44" fmla="*/ 6 w 194"/>
                  <a:gd name="T45" fmla="*/ 19 h 135"/>
                  <a:gd name="T46" fmla="*/ 1 w 194"/>
                  <a:gd name="T47" fmla="*/ 27 h 135"/>
                  <a:gd name="T48" fmla="*/ 0 w 194"/>
                  <a:gd name="T49" fmla="*/ 37 h 135"/>
                  <a:gd name="T50" fmla="*/ 2 w 194"/>
                  <a:gd name="T51" fmla="*/ 41 h 135"/>
                  <a:gd name="T52" fmla="*/ 5 w 194"/>
                  <a:gd name="T53" fmla="*/ 44 h 135"/>
                  <a:gd name="T54" fmla="*/ 9 w 194"/>
                  <a:gd name="T55" fmla="*/ 46 h 135"/>
                  <a:gd name="T56" fmla="*/ 12 w 194"/>
                  <a:gd name="T57" fmla="*/ 47 h 135"/>
                  <a:gd name="T58" fmla="*/ 12 w 194"/>
                  <a:gd name="T59" fmla="*/ 49 h 135"/>
                  <a:gd name="T60" fmla="*/ 15 w 194"/>
                  <a:gd name="T61" fmla="*/ 54 h 135"/>
                  <a:gd name="T62" fmla="*/ 23 w 194"/>
                  <a:gd name="T63" fmla="*/ 61 h 135"/>
                  <a:gd name="T64" fmla="*/ 30 w 194"/>
                  <a:gd name="T65" fmla="*/ 63 h 135"/>
                  <a:gd name="T66" fmla="*/ 32 w 194"/>
                  <a:gd name="T67" fmla="*/ 67 h 135"/>
                  <a:gd name="T68" fmla="*/ 38 w 194"/>
                  <a:gd name="T69" fmla="*/ 69 h 135"/>
                  <a:gd name="T70" fmla="*/ 44 w 194"/>
                  <a:gd name="T71" fmla="*/ 71 h 135"/>
                  <a:gd name="T72" fmla="*/ 49 w 194"/>
                  <a:gd name="T73" fmla="*/ 74 h 135"/>
                  <a:gd name="T74" fmla="*/ 57 w 194"/>
                  <a:gd name="T75" fmla="*/ 74 h 135"/>
                  <a:gd name="T76" fmla="*/ 68 w 194"/>
                  <a:gd name="T77" fmla="*/ 71 h 135"/>
                  <a:gd name="T78" fmla="*/ 76 w 194"/>
                  <a:gd name="T79" fmla="*/ 71 h 135"/>
                  <a:gd name="T80" fmla="*/ 82 w 194"/>
                  <a:gd name="T81" fmla="*/ 69 h 135"/>
                  <a:gd name="T82" fmla="*/ 89 w 194"/>
                  <a:gd name="T83" fmla="*/ 67 h 13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4" h="135">
                    <a:moveTo>
                      <a:pt x="164" y="117"/>
                    </a:moveTo>
                    <a:lnTo>
                      <a:pt x="166" y="106"/>
                    </a:lnTo>
                    <a:lnTo>
                      <a:pt x="168" y="96"/>
                    </a:lnTo>
                    <a:lnTo>
                      <a:pt x="171" y="86"/>
                    </a:lnTo>
                    <a:lnTo>
                      <a:pt x="175" y="75"/>
                    </a:lnTo>
                    <a:lnTo>
                      <a:pt x="178" y="66"/>
                    </a:lnTo>
                    <a:lnTo>
                      <a:pt x="183" y="58"/>
                    </a:lnTo>
                    <a:lnTo>
                      <a:pt x="189" y="51"/>
                    </a:lnTo>
                    <a:lnTo>
                      <a:pt x="194" y="45"/>
                    </a:lnTo>
                    <a:lnTo>
                      <a:pt x="185" y="42"/>
                    </a:lnTo>
                    <a:lnTo>
                      <a:pt x="177" y="38"/>
                    </a:lnTo>
                    <a:lnTo>
                      <a:pt x="170" y="35"/>
                    </a:lnTo>
                    <a:lnTo>
                      <a:pt x="164" y="33"/>
                    </a:lnTo>
                    <a:lnTo>
                      <a:pt x="160" y="30"/>
                    </a:lnTo>
                    <a:lnTo>
                      <a:pt x="154" y="28"/>
                    </a:lnTo>
                    <a:lnTo>
                      <a:pt x="147" y="27"/>
                    </a:lnTo>
                    <a:lnTo>
                      <a:pt x="141" y="26"/>
                    </a:lnTo>
                    <a:lnTo>
                      <a:pt x="136" y="26"/>
                    </a:lnTo>
                    <a:lnTo>
                      <a:pt x="129" y="25"/>
                    </a:lnTo>
                    <a:lnTo>
                      <a:pt x="123" y="22"/>
                    </a:lnTo>
                    <a:lnTo>
                      <a:pt x="117" y="20"/>
                    </a:lnTo>
                    <a:lnTo>
                      <a:pt x="111" y="18"/>
                    </a:lnTo>
                    <a:lnTo>
                      <a:pt x="104" y="15"/>
                    </a:lnTo>
                    <a:lnTo>
                      <a:pt x="99" y="13"/>
                    </a:lnTo>
                    <a:lnTo>
                      <a:pt x="94" y="12"/>
                    </a:lnTo>
                    <a:lnTo>
                      <a:pt x="91" y="11"/>
                    </a:lnTo>
                    <a:lnTo>
                      <a:pt x="86" y="10"/>
                    </a:lnTo>
                    <a:lnTo>
                      <a:pt x="81" y="10"/>
                    </a:lnTo>
                    <a:lnTo>
                      <a:pt x="78" y="11"/>
                    </a:lnTo>
                    <a:lnTo>
                      <a:pt x="75" y="12"/>
                    </a:lnTo>
                    <a:lnTo>
                      <a:pt x="70" y="12"/>
                    </a:lnTo>
                    <a:lnTo>
                      <a:pt x="65" y="12"/>
                    </a:lnTo>
                    <a:lnTo>
                      <a:pt x="60" y="12"/>
                    </a:lnTo>
                    <a:lnTo>
                      <a:pt x="53" y="12"/>
                    </a:lnTo>
                    <a:lnTo>
                      <a:pt x="46" y="11"/>
                    </a:lnTo>
                    <a:lnTo>
                      <a:pt x="39" y="10"/>
                    </a:lnTo>
                    <a:lnTo>
                      <a:pt x="32" y="7"/>
                    </a:lnTo>
                    <a:lnTo>
                      <a:pt x="27" y="6"/>
                    </a:lnTo>
                    <a:lnTo>
                      <a:pt x="24" y="4"/>
                    </a:lnTo>
                    <a:lnTo>
                      <a:pt x="19" y="3"/>
                    </a:lnTo>
                    <a:lnTo>
                      <a:pt x="16" y="0"/>
                    </a:lnTo>
                    <a:lnTo>
                      <a:pt x="11" y="5"/>
                    </a:lnTo>
                    <a:lnTo>
                      <a:pt x="10" y="16"/>
                    </a:lnTo>
                    <a:lnTo>
                      <a:pt x="11" y="28"/>
                    </a:lnTo>
                    <a:lnTo>
                      <a:pt x="17" y="35"/>
                    </a:lnTo>
                    <a:lnTo>
                      <a:pt x="10" y="35"/>
                    </a:lnTo>
                    <a:lnTo>
                      <a:pt x="4" y="39"/>
                    </a:lnTo>
                    <a:lnTo>
                      <a:pt x="1" y="49"/>
                    </a:lnTo>
                    <a:lnTo>
                      <a:pt x="0" y="65"/>
                    </a:lnTo>
                    <a:lnTo>
                      <a:pt x="0" y="67"/>
                    </a:lnTo>
                    <a:lnTo>
                      <a:pt x="1" y="69"/>
                    </a:lnTo>
                    <a:lnTo>
                      <a:pt x="3" y="73"/>
                    </a:lnTo>
                    <a:lnTo>
                      <a:pt x="5" y="76"/>
                    </a:lnTo>
                    <a:lnTo>
                      <a:pt x="9" y="79"/>
                    </a:lnTo>
                    <a:lnTo>
                      <a:pt x="12" y="81"/>
                    </a:lnTo>
                    <a:lnTo>
                      <a:pt x="17" y="82"/>
                    </a:lnTo>
                    <a:lnTo>
                      <a:pt x="22" y="83"/>
                    </a:lnTo>
                    <a:lnTo>
                      <a:pt x="22" y="84"/>
                    </a:lnTo>
                    <a:lnTo>
                      <a:pt x="22" y="87"/>
                    </a:lnTo>
                    <a:lnTo>
                      <a:pt x="22" y="88"/>
                    </a:lnTo>
                    <a:lnTo>
                      <a:pt x="23" y="90"/>
                    </a:lnTo>
                    <a:lnTo>
                      <a:pt x="27" y="98"/>
                    </a:lnTo>
                    <a:lnTo>
                      <a:pt x="33" y="104"/>
                    </a:lnTo>
                    <a:lnTo>
                      <a:pt x="42" y="109"/>
                    </a:lnTo>
                    <a:lnTo>
                      <a:pt x="54" y="110"/>
                    </a:lnTo>
                    <a:lnTo>
                      <a:pt x="55" y="113"/>
                    </a:lnTo>
                    <a:lnTo>
                      <a:pt x="56" y="117"/>
                    </a:lnTo>
                    <a:lnTo>
                      <a:pt x="58" y="120"/>
                    </a:lnTo>
                    <a:lnTo>
                      <a:pt x="62" y="122"/>
                    </a:lnTo>
                    <a:lnTo>
                      <a:pt x="68" y="125"/>
                    </a:lnTo>
                    <a:lnTo>
                      <a:pt x="73" y="127"/>
                    </a:lnTo>
                    <a:lnTo>
                      <a:pt x="80" y="127"/>
                    </a:lnTo>
                    <a:lnTo>
                      <a:pt x="85" y="127"/>
                    </a:lnTo>
                    <a:lnTo>
                      <a:pt x="88" y="133"/>
                    </a:lnTo>
                    <a:lnTo>
                      <a:pt x="95" y="135"/>
                    </a:lnTo>
                    <a:lnTo>
                      <a:pt x="104" y="134"/>
                    </a:lnTo>
                    <a:lnTo>
                      <a:pt x="117" y="128"/>
                    </a:lnTo>
                    <a:lnTo>
                      <a:pt x="123" y="128"/>
                    </a:lnTo>
                    <a:lnTo>
                      <a:pt x="130" y="127"/>
                    </a:lnTo>
                    <a:lnTo>
                      <a:pt x="137" y="127"/>
                    </a:lnTo>
                    <a:lnTo>
                      <a:pt x="144" y="126"/>
                    </a:lnTo>
                    <a:lnTo>
                      <a:pt x="149" y="125"/>
                    </a:lnTo>
                    <a:lnTo>
                      <a:pt x="155" y="122"/>
                    </a:lnTo>
                    <a:lnTo>
                      <a:pt x="161" y="120"/>
                    </a:lnTo>
                    <a:lnTo>
                      <a:pt x="164" y="117"/>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3" name="Freeform 24">
                <a:extLst>
                  <a:ext uri="{FF2B5EF4-FFF2-40B4-BE49-F238E27FC236}">
                    <a16:creationId xmlns:a16="http://schemas.microsoft.com/office/drawing/2014/main" id="{F00DA1DB-AE34-4F99-B126-B87DD821B032}"/>
                  </a:ext>
                </a:extLst>
              </p:cNvPr>
              <p:cNvSpPr>
                <a:spLocks/>
              </p:cNvSpPr>
              <p:nvPr/>
            </p:nvSpPr>
            <p:spPr bwMode="auto">
              <a:xfrm>
                <a:off x="3746" y="2554"/>
                <a:ext cx="209" cy="61"/>
              </a:xfrm>
              <a:custGeom>
                <a:avLst/>
                <a:gdLst>
                  <a:gd name="T0" fmla="*/ 7 w 384"/>
                  <a:gd name="T1" fmla="*/ 0 h 113"/>
                  <a:gd name="T2" fmla="*/ 10 w 384"/>
                  <a:gd name="T3" fmla="*/ 1 h 113"/>
                  <a:gd name="T4" fmla="*/ 16 w 384"/>
                  <a:gd name="T5" fmla="*/ 2 h 113"/>
                  <a:gd name="T6" fmla="*/ 24 w 384"/>
                  <a:gd name="T7" fmla="*/ 4 h 113"/>
                  <a:gd name="T8" fmla="*/ 34 w 384"/>
                  <a:gd name="T9" fmla="*/ 6 h 113"/>
                  <a:gd name="T10" fmla="*/ 45 w 384"/>
                  <a:gd name="T11" fmla="*/ 10 h 113"/>
                  <a:gd name="T12" fmla="*/ 58 w 384"/>
                  <a:gd name="T13" fmla="*/ 12 h 113"/>
                  <a:gd name="T14" fmla="*/ 71 w 384"/>
                  <a:gd name="T15" fmla="*/ 16 h 113"/>
                  <a:gd name="T16" fmla="*/ 86 w 384"/>
                  <a:gd name="T17" fmla="*/ 19 h 113"/>
                  <a:gd name="T18" fmla="*/ 100 w 384"/>
                  <a:gd name="T19" fmla="*/ 23 h 113"/>
                  <a:gd name="T20" fmla="*/ 113 w 384"/>
                  <a:gd name="T21" fmla="*/ 26 h 113"/>
                  <a:gd name="T22" fmla="*/ 125 w 384"/>
                  <a:gd name="T23" fmla="*/ 29 h 113"/>
                  <a:gd name="T24" fmla="*/ 137 w 384"/>
                  <a:gd name="T25" fmla="*/ 31 h 113"/>
                  <a:gd name="T26" fmla="*/ 147 w 384"/>
                  <a:gd name="T27" fmla="*/ 33 h 113"/>
                  <a:gd name="T28" fmla="*/ 155 w 384"/>
                  <a:gd name="T29" fmla="*/ 36 h 113"/>
                  <a:gd name="T30" fmla="*/ 161 w 384"/>
                  <a:gd name="T31" fmla="*/ 37 h 113"/>
                  <a:gd name="T32" fmla="*/ 163 w 384"/>
                  <a:gd name="T33" fmla="*/ 37 h 113"/>
                  <a:gd name="T34" fmla="*/ 167 w 384"/>
                  <a:gd name="T35" fmla="*/ 37 h 113"/>
                  <a:gd name="T36" fmla="*/ 171 w 384"/>
                  <a:gd name="T37" fmla="*/ 37 h 113"/>
                  <a:gd name="T38" fmla="*/ 174 w 384"/>
                  <a:gd name="T39" fmla="*/ 37 h 113"/>
                  <a:gd name="T40" fmla="*/ 177 w 384"/>
                  <a:gd name="T41" fmla="*/ 37 h 113"/>
                  <a:gd name="T42" fmla="*/ 180 w 384"/>
                  <a:gd name="T43" fmla="*/ 40 h 113"/>
                  <a:gd name="T44" fmla="*/ 183 w 384"/>
                  <a:gd name="T45" fmla="*/ 44 h 113"/>
                  <a:gd name="T46" fmla="*/ 187 w 384"/>
                  <a:gd name="T47" fmla="*/ 47 h 113"/>
                  <a:gd name="T48" fmla="*/ 191 w 384"/>
                  <a:gd name="T49" fmla="*/ 49 h 113"/>
                  <a:gd name="T50" fmla="*/ 193 w 384"/>
                  <a:gd name="T51" fmla="*/ 49 h 113"/>
                  <a:gd name="T52" fmla="*/ 196 w 384"/>
                  <a:gd name="T53" fmla="*/ 49 h 113"/>
                  <a:gd name="T54" fmla="*/ 199 w 384"/>
                  <a:gd name="T55" fmla="*/ 49 h 113"/>
                  <a:gd name="T56" fmla="*/ 202 w 384"/>
                  <a:gd name="T57" fmla="*/ 49 h 113"/>
                  <a:gd name="T58" fmla="*/ 205 w 384"/>
                  <a:gd name="T59" fmla="*/ 50 h 113"/>
                  <a:gd name="T60" fmla="*/ 207 w 384"/>
                  <a:gd name="T61" fmla="*/ 51 h 113"/>
                  <a:gd name="T62" fmla="*/ 209 w 384"/>
                  <a:gd name="T63" fmla="*/ 53 h 113"/>
                  <a:gd name="T64" fmla="*/ 209 w 384"/>
                  <a:gd name="T65" fmla="*/ 56 h 113"/>
                  <a:gd name="T66" fmla="*/ 206 w 384"/>
                  <a:gd name="T67" fmla="*/ 60 h 113"/>
                  <a:gd name="T68" fmla="*/ 202 w 384"/>
                  <a:gd name="T69" fmla="*/ 61 h 113"/>
                  <a:gd name="T70" fmla="*/ 197 w 384"/>
                  <a:gd name="T71" fmla="*/ 59 h 113"/>
                  <a:gd name="T72" fmla="*/ 190 w 384"/>
                  <a:gd name="T73" fmla="*/ 57 h 113"/>
                  <a:gd name="T74" fmla="*/ 187 w 384"/>
                  <a:gd name="T75" fmla="*/ 57 h 113"/>
                  <a:gd name="T76" fmla="*/ 181 w 384"/>
                  <a:gd name="T77" fmla="*/ 55 h 113"/>
                  <a:gd name="T78" fmla="*/ 171 w 384"/>
                  <a:gd name="T79" fmla="*/ 52 h 113"/>
                  <a:gd name="T80" fmla="*/ 159 w 384"/>
                  <a:gd name="T81" fmla="*/ 49 h 113"/>
                  <a:gd name="T82" fmla="*/ 145 w 384"/>
                  <a:gd name="T83" fmla="*/ 45 h 113"/>
                  <a:gd name="T84" fmla="*/ 130 w 384"/>
                  <a:gd name="T85" fmla="*/ 41 h 113"/>
                  <a:gd name="T86" fmla="*/ 114 w 384"/>
                  <a:gd name="T87" fmla="*/ 37 h 113"/>
                  <a:gd name="T88" fmla="*/ 97 w 384"/>
                  <a:gd name="T89" fmla="*/ 32 h 113"/>
                  <a:gd name="T90" fmla="*/ 81 w 384"/>
                  <a:gd name="T91" fmla="*/ 28 h 113"/>
                  <a:gd name="T92" fmla="*/ 65 w 384"/>
                  <a:gd name="T93" fmla="*/ 24 h 113"/>
                  <a:gd name="T94" fmla="*/ 50 w 384"/>
                  <a:gd name="T95" fmla="*/ 19 h 113"/>
                  <a:gd name="T96" fmla="*/ 36 w 384"/>
                  <a:gd name="T97" fmla="*/ 16 h 113"/>
                  <a:gd name="T98" fmla="*/ 24 w 384"/>
                  <a:gd name="T99" fmla="*/ 12 h 113"/>
                  <a:gd name="T100" fmla="*/ 15 w 384"/>
                  <a:gd name="T101" fmla="*/ 10 h 113"/>
                  <a:gd name="T102" fmla="*/ 9 w 384"/>
                  <a:gd name="T103" fmla="*/ 8 h 113"/>
                  <a:gd name="T104" fmla="*/ 5 w 384"/>
                  <a:gd name="T105" fmla="*/ 8 h 113"/>
                  <a:gd name="T106" fmla="*/ 1 w 384"/>
                  <a:gd name="T107" fmla="*/ 6 h 113"/>
                  <a:gd name="T108" fmla="*/ 0 w 384"/>
                  <a:gd name="T109" fmla="*/ 3 h 113"/>
                  <a:gd name="T110" fmla="*/ 1 w 384"/>
                  <a:gd name="T111" fmla="*/ 1 h 113"/>
                  <a:gd name="T112" fmla="*/ 7 w 384"/>
                  <a:gd name="T113" fmla="*/ 0 h 11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84" h="113">
                    <a:moveTo>
                      <a:pt x="13" y="0"/>
                    </a:moveTo>
                    <a:lnTo>
                      <a:pt x="18" y="1"/>
                    </a:lnTo>
                    <a:lnTo>
                      <a:pt x="29" y="4"/>
                    </a:lnTo>
                    <a:lnTo>
                      <a:pt x="44" y="7"/>
                    </a:lnTo>
                    <a:lnTo>
                      <a:pt x="62" y="12"/>
                    </a:lnTo>
                    <a:lnTo>
                      <a:pt x="83" y="18"/>
                    </a:lnTo>
                    <a:lnTo>
                      <a:pt x="107" y="23"/>
                    </a:lnTo>
                    <a:lnTo>
                      <a:pt x="131" y="29"/>
                    </a:lnTo>
                    <a:lnTo>
                      <a:pt x="158" y="35"/>
                    </a:lnTo>
                    <a:lnTo>
                      <a:pt x="183" y="42"/>
                    </a:lnTo>
                    <a:lnTo>
                      <a:pt x="207" y="48"/>
                    </a:lnTo>
                    <a:lnTo>
                      <a:pt x="230" y="53"/>
                    </a:lnTo>
                    <a:lnTo>
                      <a:pt x="252" y="58"/>
                    </a:lnTo>
                    <a:lnTo>
                      <a:pt x="270" y="62"/>
                    </a:lnTo>
                    <a:lnTo>
                      <a:pt x="285" y="66"/>
                    </a:lnTo>
                    <a:lnTo>
                      <a:pt x="295" y="68"/>
                    </a:lnTo>
                    <a:lnTo>
                      <a:pt x="299" y="69"/>
                    </a:lnTo>
                    <a:lnTo>
                      <a:pt x="306" y="69"/>
                    </a:lnTo>
                    <a:lnTo>
                      <a:pt x="314" y="69"/>
                    </a:lnTo>
                    <a:lnTo>
                      <a:pt x="320" y="69"/>
                    </a:lnTo>
                    <a:lnTo>
                      <a:pt x="325" y="69"/>
                    </a:lnTo>
                    <a:lnTo>
                      <a:pt x="331" y="74"/>
                    </a:lnTo>
                    <a:lnTo>
                      <a:pt x="337" y="81"/>
                    </a:lnTo>
                    <a:lnTo>
                      <a:pt x="344" y="87"/>
                    </a:lnTo>
                    <a:lnTo>
                      <a:pt x="351" y="90"/>
                    </a:lnTo>
                    <a:lnTo>
                      <a:pt x="355" y="90"/>
                    </a:lnTo>
                    <a:lnTo>
                      <a:pt x="361" y="91"/>
                    </a:lnTo>
                    <a:lnTo>
                      <a:pt x="365" y="91"/>
                    </a:lnTo>
                    <a:lnTo>
                      <a:pt x="371" y="91"/>
                    </a:lnTo>
                    <a:lnTo>
                      <a:pt x="377" y="92"/>
                    </a:lnTo>
                    <a:lnTo>
                      <a:pt x="380" y="95"/>
                    </a:lnTo>
                    <a:lnTo>
                      <a:pt x="384" y="98"/>
                    </a:lnTo>
                    <a:lnTo>
                      <a:pt x="384" y="103"/>
                    </a:lnTo>
                    <a:lnTo>
                      <a:pt x="379" y="112"/>
                    </a:lnTo>
                    <a:lnTo>
                      <a:pt x="371" y="113"/>
                    </a:lnTo>
                    <a:lnTo>
                      <a:pt x="362" y="110"/>
                    </a:lnTo>
                    <a:lnTo>
                      <a:pt x="350" y="106"/>
                    </a:lnTo>
                    <a:lnTo>
                      <a:pt x="344" y="105"/>
                    </a:lnTo>
                    <a:lnTo>
                      <a:pt x="332" y="102"/>
                    </a:lnTo>
                    <a:lnTo>
                      <a:pt x="314" y="97"/>
                    </a:lnTo>
                    <a:lnTo>
                      <a:pt x="293" y="91"/>
                    </a:lnTo>
                    <a:lnTo>
                      <a:pt x="267" y="84"/>
                    </a:lnTo>
                    <a:lnTo>
                      <a:pt x="238" y="76"/>
                    </a:lnTo>
                    <a:lnTo>
                      <a:pt x="210" y="68"/>
                    </a:lnTo>
                    <a:lnTo>
                      <a:pt x="179" y="60"/>
                    </a:lnTo>
                    <a:lnTo>
                      <a:pt x="149" y="52"/>
                    </a:lnTo>
                    <a:lnTo>
                      <a:pt x="119" y="44"/>
                    </a:lnTo>
                    <a:lnTo>
                      <a:pt x="91" y="36"/>
                    </a:lnTo>
                    <a:lnTo>
                      <a:pt x="67" y="29"/>
                    </a:lnTo>
                    <a:lnTo>
                      <a:pt x="45" y="23"/>
                    </a:lnTo>
                    <a:lnTo>
                      <a:pt x="28" y="19"/>
                    </a:lnTo>
                    <a:lnTo>
                      <a:pt x="16" y="15"/>
                    </a:lnTo>
                    <a:lnTo>
                      <a:pt x="10" y="14"/>
                    </a:lnTo>
                    <a:lnTo>
                      <a:pt x="2" y="11"/>
                    </a:lnTo>
                    <a:lnTo>
                      <a:pt x="0" y="5"/>
                    </a:lnTo>
                    <a:lnTo>
                      <a:pt x="2" y="1"/>
                    </a:lnTo>
                    <a:lnTo>
                      <a:pt x="13"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4" name="Freeform 25">
                <a:extLst>
                  <a:ext uri="{FF2B5EF4-FFF2-40B4-BE49-F238E27FC236}">
                    <a16:creationId xmlns:a16="http://schemas.microsoft.com/office/drawing/2014/main" id="{E510226D-0723-4BF3-8E0E-1E2CABCD8A25}"/>
                  </a:ext>
                </a:extLst>
              </p:cNvPr>
              <p:cNvSpPr>
                <a:spLocks/>
              </p:cNvSpPr>
              <p:nvPr/>
            </p:nvSpPr>
            <p:spPr bwMode="auto">
              <a:xfrm>
                <a:off x="3749" y="2555"/>
                <a:ext cx="203" cy="57"/>
              </a:xfrm>
              <a:custGeom>
                <a:avLst/>
                <a:gdLst>
                  <a:gd name="T0" fmla="*/ 6 w 372"/>
                  <a:gd name="T1" fmla="*/ 6 h 103"/>
                  <a:gd name="T2" fmla="*/ 2 w 372"/>
                  <a:gd name="T3" fmla="*/ 4 h 103"/>
                  <a:gd name="T4" fmla="*/ 0 w 372"/>
                  <a:gd name="T5" fmla="*/ 2 h 103"/>
                  <a:gd name="T6" fmla="*/ 1 w 372"/>
                  <a:gd name="T7" fmla="*/ 0 h 103"/>
                  <a:gd name="T8" fmla="*/ 6 w 372"/>
                  <a:gd name="T9" fmla="*/ 1 h 103"/>
                  <a:gd name="T10" fmla="*/ 11 w 372"/>
                  <a:gd name="T11" fmla="*/ 2 h 103"/>
                  <a:gd name="T12" fmla="*/ 18 w 372"/>
                  <a:gd name="T13" fmla="*/ 4 h 103"/>
                  <a:gd name="T14" fmla="*/ 27 w 372"/>
                  <a:gd name="T15" fmla="*/ 6 h 103"/>
                  <a:gd name="T16" fmla="*/ 38 w 372"/>
                  <a:gd name="T17" fmla="*/ 9 h 103"/>
                  <a:gd name="T18" fmla="*/ 49 w 372"/>
                  <a:gd name="T19" fmla="*/ 12 h 103"/>
                  <a:gd name="T20" fmla="*/ 62 w 372"/>
                  <a:gd name="T21" fmla="*/ 15 h 103"/>
                  <a:gd name="T22" fmla="*/ 75 w 372"/>
                  <a:gd name="T23" fmla="*/ 18 h 103"/>
                  <a:gd name="T24" fmla="*/ 88 w 372"/>
                  <a:gd name="T25" fmla="*/ 22 h 103"/>
                  <a:gd name="T26" fmla="*/ 101 w 372"/>
                  <a:gd name="T27" fmla="*/ 25 h 103"/>
                  <a:gd name="T28" fmla="*/ 114 w 372"/>
                  <a:gd name="T29" fmla="*/ 28 h 103"/>
                  <a:gd name="T30" fmla="*/ 126 w 372"/>
                  <a:gd name="T31" fmla="*/ 31 h 103"/>
                  <a:gd name="T32" fmla="*/ 137 w 372"/>
                  <a:gd name="T33" fmla="*/ 34 h 103"/>
                  <a:gd name="T34" fmla="*/ 146 w 372"/>
                  <a:gd name="T35" fmla="*/ 35 h 103"/>
                  <a:gd name="T36" fmla="*/ 153 w 372"/>
                  <a:gd name="T37" fmla="*/ 38 h 103"/>
                  <a:gd name="T38" fmla="*/ 158 w 372"/>
                  <a:gd name="T39" fmla="*/ 39 h 103"/>
                  <a:gd name="T40" fmla="*/ 161 w 372"/>
                  <a:gd name="T41" fmla="*/ 39 h 103"/>
                  <a:gd name="T42" fmla="*/ 165 w 372"/>
                  <a:gd name="T43" fmla="*/ 40 h 103"/>
                  <a:gd name="T44" fmla="*/ 168 w 372"/>
                  <a:gd name="T45" fmla="*/ 40 h 103"/>
                  <a:gd name="T46" fmla="*/ 171 w 372"/>
                  <a:gd name="T47" fmla="*/ 40 h 103"/>
                  <a:gd name="T48" fmla="*/ 173 w 372"/>
                  <a:gd name="T49" fmla="*/ 40 h 103"/>
                  <a:gd name="T50" fmla="*/ 175 w 372"/>
                  <a:gd name="T51" fmla="*/ 42 h 103"/>
                  <a:gd name="T52" fmla="*/ 179 w 372"/>
                  <a:gd name="T53" fmla="*/ 44 h 103"/>
                  <a:gd name="T54" fmla="*/ 183 w 372"/>
                  <a:gd name="T55" fmla="*/ 48 h 103"/>
                  <a:gd name="T56" fmla="*/ 186 w 372"/>
                  <a:gd name="T57" fmla="*/ 49 h 103"/>
                  <a:gd name="T58" fmla="*/ 190 w 372"/>
                  <a:gd name="T59" fmla="*/ 50 h 103"/>
                  <a:gd name="T60" fmla="*/ 194 w 372"/>
                  <a:gd name="T61" fmla="*/ 51 h 103"/>
                  <a:gd name="T62" fmla="*/ 197 w 372"/>
                  <a:gd name="T63" fmla="*/ 51 h 103"/>
                  <a:gd name="T64" fmla="*/ 200 w 372"/>
                  <a:gd name="T65" fmla="*/ 51 h 103"/>
                  <a:gd name="T66" fmla="*/ 202 w 372"/>
                  <a:gd name="T67" fmla="*/ 53 h 103"/>
                  <a:gd name="T68" fmla="*/ 203 w 372"/>
                  <a:gd name="T69" fmla="*/ 55 h 103"/>
                  <a:gd name="T70" fmla="*/ 202 w 372"/>
                  <a:gd name="T71" fmla="*/ 57 h 103"/>
                  <a:gd name="T72" fmla="*/ 199 w 372"/>
                  <a:gd name="T73" fmla="*/ 57 h 103"/>
                  <a:gd name="T74" fmla="*/ 195 w 372"/>
                  <a:gd name="T75" fmla="*/ 56 h 103"/>
                  <a:gd name="T76" fmla="*/ 188 w 372"/>
                  <a:gd name="T77" fmla="*/ 55 h 103"/>
                  <a:gd name="T78" fmla="*/ 179 w 372"/>
                  <a:gd name="T79" fmla="*/ 52 h 103"/>
                  <a:gd name="T80" fmla="*/ 167 w 372"/>
                  <a:gd name="T81" fmla="*/ 49 h 103"/>
                  <a:gd name="T82" fmla="*/ 153 w 372"/>
                  <a:gd name="T83" fmla="*/ 45 h 103"/>
                  <a:gd name="T84" fmla="*/ 137 w 372"/>
                  <a:gd name="T85" fmla="*/ 41 h 103"/>
                  <a:gd name="T86" fmla="*/ 120 w 372"/>
                  <a:gd name="T87" fmla="*/ 37 h 103"/>
                  <a:gd name="T88" fmla="*/ 103 w 372"/>
                  <a:gd name="T89" fmla="*/ 32 h 103"/>
                  <a:gd name="T90" fmla="*/ 85 w 372"/>
                  <a:gd name="T91" fmla="*/ 27 h 103"/>
                  <a:gd name="T92" fmla="*/ 68 w 372"/>
                  <a:gd name="T93" fmla="*/ 23 h 103"/>
                  <a:gd name="T94" fmla="*/ 53 w 372"/>
                  <a:gd name="T95" fmla="*/ 18 h 103"/>
                  <a:gd name="T96" fmla="*/ 38 w 372"/>
                  <a:gd name="T97" fmla="*/ 14 h 103"/>
                  <a:gd name="T98" fmla="*/ 26 w 372"/>
                  <a:gd name="T99" fmla="*/ 11 h 103"/>
                  <a:gd name="T100" fmla="*/ 16 w 372"/>
                  <a:gd name="T101" fmla="*/ 9 h 103"/>
                  <a:gd name="T102" fmla="*/ 9 w 372"/>
                  <a:gd name="T103" fmla="*/ 7 h 103"/>
                  <a:gd name="T104" fmla="*/ 6 w 372"/>
                  <a:gd name="T105" fmla="*/ 6 h 10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2" h="103">
                    <a:moveTo>
                      <a:pt x="11" y="11"/>
                    </a:moveTo>
                    <a:lnTo>
                      <a:pt x="3" y="8"/>
                    </a:lnTo>
                    <a:lnTo>
                      <a:pt x="0" y="3"/>
                    </a:lnTo>
                    <a:lnTo>
                      <a:pt x="2" y="0"/>
                    </a:lnTo>
                    <a:lnTo>
                      <a:pt x="11" y="1"/>
                    </a:lnTo>
                    <a:lnTo>
                      <a:pt x="20" y="3"/>
                    </a:lnTo>
                    <a:lnTo>
                      <a:pt x="33" y="7"/>
                    </a:lnTo>
                    <a:lnTo>
                      <a:pt x="49" y="11"/>
                    </a:lnTo>
                    <a:lnTo>
                      <a:pt x="69" y="16"/>
                    </a:lnTo>
                    <a:lnTo>
                      <a:pt x="90" y="21"/>
                    </a:lnTo>
                    <a:lnTo>
                      <a:pt x="113" y="27"/>
                    </a:lnTo>
                    <a:lnTo>
                      <a:pt x="137" y="33"/>
                    </a:lnTo>
                    <a:lnTo>
                      <a:pt x="162" y="39"/>
                    </a:lnTo>
                    <a:lnTo>
                      <a:pt x="185" y="45"/>
                    </a:lnTo>
                    <a:lnTo>
                      <a:pt x="209" y="50"/>
                    </a:lnTo>
                    <a:lnTo>
                      <a:pt x="231" y="56"/>
                    </a:lnTo>
                    <a:lnTo>
                      <a:pt x="251" y="61"/>
                    </a:lnTo>
                    <a:lnTo>
                      <a:pt x="267" y="64"/>
                    </a:lnTo>
                    <a:lnTo>
                      <a:pt x="281" y="68"/>
                    </a:lnTo>
                    <a:lnTo>
                      <a:pt x="290" y="70"/>
                    </a:lnTo>
                    <a:lnTo>
                      <a:pt x="295" y="71"/>
                    </a:lnTo>
                    <a:lnTo>
                      <a:pt x="302" y="72"/>
                    </a:lnTo>
                    <a:lnTo>
                      <a:pt x="308" y="72"/>
                    </a:lnTo>
                    <a:lnTo>
                      <a:pt x="313" y="72"/>
                    </a:lnTo>
                    <a:lnTo>
                      <a:pt x="317" y="72"/>
                    </a:lnTo>
                    <a:lnTo>
                      <a:pt x="321" y="76"/>
                    </a:lnTo>
                    <a:lnTo>
                      <a:pt x="328" y="80"/>
                    </a:lnTo>
                    <a:lnTo>
                      <a:pt x="335" y="86"/>
                    </a:lnTo>
                    <a:lnTo>
                      <a:pt x="340" y="89"/>
                    </a:lnTo>
                    <a:lnTo>
                      <a:pt x="348" y="91"/>
                    </a:lnTo>
                    <a:lnTo>
                      <a:pt x="355" y="92"/>
                    </a:lnTo>
                    <a:lnTo>
                      <a:pt x="361" y="92"/>
                    </a:lnTo>
                    <a:lnTo>
                      <a:pt x="366" y="93"/>
                    </a:lnTo>
                    <a:lnTo>
                      <a:pt x="370" y="95"/>
                    </a:lnTo>
                    <a:lnTo>
                      <a:pt x="372" y="100"/>
                    </a:lnTo>
                    <a:lnTo>
                      <a:pt x="370" y="103"/>
                    </a:lnTo>
                    <a:lnTo>
                      <a:pt x="364" y="103"/>
                    </a:lnTo>
                    <a:lnTo>
                      <a:pt x="358" y="102"/>
                    </a:lnTo>
                    <a:lnTo>
                      <a:pt x="345" y="99"/>
                    </a:lnTo>
                    <a:lnTo>
                      <a:pt x="328" y="94"/>
                    </a:lnTo>
                    <a:lnTo>
                      <a:pt x="306" y="88"/>
                    </a:lnTo>
                    <a:lnTo>
                      <a:pt x="280" y="81"/>
                    </a:lnTo>
                    <a:lnTo>
                      <a:pt x="251" y="74"/>
                    </a:lnTo>
                    <a:lnTo>
                      <a:pt x="220" y="66"/>
                    </a:lnTo>
                    <a:lnTo>
                      <a:pt x="189" y="57"/>
                    </a:lnTo>
                    <a:lnTo>
                      <a:pt x="156" y="49"/>
                    </a:lnTo>
                    <a:lnTo>
                      <a:pt x="125" y="41"/>
                    </a:lnTo>
                    <a:lnTo>
                      <a:pt x="97" y="33"/>
                    </a:lnTo>
                    <a:lnTo>
                      <a:pt x="70" y="26"/>
                    </a:lnTo>
                    <a:lnTo>
                      <a:pt x="48" y="20"/>
                    </a:lnTo>
                    <a:lnTo>
                      <a:pt x="30" y="16"/>
                    </a:lnTo>
                    <a:lnTo>
                      <a:pt x="17" y="12"/>
                    </a:lnTo>
                    <a:lnTo>
                      <a:pt x="11" y="1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5" name="Freeform 26">
                <a:extLst>
                  <a:ext uri="{FF2B5EF4-FFF2-40B4-BE49-F238E27FC236}">
                    <a16:creationId xmlns:a16="http://schemas.microsoft.com/office/drawing/2014/main" id="{2561C7C2-8CC4-4F88-B042-C15F14FFC8A3}"/>
                  </a:ext>
                </a:extLst>
              </p:cNvPr>
              <p:cNvSpPr>
                <a:spLocks/>
              </p:cNvSpPr>
              <p:nvPr/>
            </p:nvSpPr>
            <p:spPr bwMode="auto">
              <a:xfrm>
                <a:off x="4138" y="3470"/>
                <a:ext cx="183" cy="52"/>
              </a:xfrm>
              <a:custGeom>
                <a:avLst/>
                <a:gdLst>
                  <a:gd name="T0" fmla="*/ 181 w 335"/>
                  <a:gd name="T1" fmla="*/ 22 h 97"/>
                  <a:gd name="T2" fmla="*/ 180 w 335"/>
                  <a:gd name="T3" fmla="*/ 16 h 97"/>
                  <a:gd name="T4" fmla="*/ 175 w 335"/>
                  <a:gd name="T5" fmla="*/ 13 h 97"/>
                  <a:gd name="T6" fmla="*/ 164 w 335"/>
                  <a:gd name="T7" fmla="*/ 12 h 97"/>
                  <a:gd name="T8" fmla="*/ 151 w 335"/>
                  <a:gd name="T9" fmla="*/ 11 h 97"/>
                  <a:gd name="T10" fmla="*/ 137 w 335"/>
                  <a:gd name="T11" fmla="*/ 10 h 97"/>
                  <a:gd name="T12" fmla="*/ 122 w 335"/>
                  <a:gd name="T13" fmla="*/ 8 h 97"/>
                  <a:gd name="T14" fmla="*/ 108 w 335"/>
                  <a:gd name="T15" fmla="*/ 5 h 97"/>
                  <a:gd name="T16" fmla="*/ 94 w 335"/>
                  <a:gd name="T17" fmla="*/ 3 h 97"/>
                  <a:gd name="T18" fmla="*/ 83 w 335"/>
                  <a:gd name="T19" fmla="*/ 2 h 97"/>
                  <a:gd name="T20" fmla="*/ 75 w 335"/>
                  <a:gd name="T21" fmla="*/ 2 h 97"/>
                  <a:gd name="T22" fmla="*/ 68 w 335"/>
                  <a:gd name="T23" fmla="*/ 8 h 97"/>
                  <a:gd name="T24" fmla="*/ 62 w 335"/>
                  <a:gd name="T25" fmla="*/ 14 h 97"/>
                  <a:gd name="T26" fmla="*/ 55 w 335"/>
                  <a:gd name="T27" fmla="*/ 18 h 97"/>
                  <a:gd name="T28" fmla="*/ 51 w 335"/>
                  <a:gd name="T29" fmla="*/ 20 h 97"/>
                  <a:gd name="T30" fmla="*/ 43 w 335"/>
                  <a:gd name="T31" fmla="*/ 21 h 97"/>
                  <a:gd name="T32" fmla="*/ 33 w 335"/>
                  <a:gd name="T33" fmla="*/ 23 h 97"/>
                  <a:gd name="T34" fmla="*/ 25 w 335"/>
                  <a:gd name="T35" fmla="*/ 25 h 97"/>
                  <a:gd name="T36" fmla="*/ 19 w 335"/>
                  <a:gd name="T37" fmla="*/ 27 h 97"/>
                  <a:gd name="T38" fmla="*/ 13 w 335"/>
                  <a:gd name="T39" fmla="*/ 33 h 97"/>
                  <a:gd name="T40" fmla="*/ 5 w 335"/>
                  <a:gd name="T41" fmla="*/ 41 h 97"/>
                  <a:gd name="T42" fmla="*/ 1 w 335"/>
                  <a:gd name="T43" fmla="*/ 48 h 97"/>
                  <a:gd name="T44" fmla="*/ 8 w 335"/>
                  <a:gd name="T45" fmla="*/ 51 h 97"/>
                  <a:gd name="T46" fmla="*/ 35 w 335"/>
                  <a:gd name="T47" fmla="*/ 52 h 97"/>
                  <a:gd name="T48" fmla="*/ 67 w 335"/>
                  <a:gd name="T49" fmla="*/ 52 h 97"/>
                  <a:gd name="T50" fmla="*/ 92 w 335"/>
                  <a:gd name="T51" fmla="*/ 51 h 97"/>
                  <a:gd name="T52" fmla="*/ 105 w 335"/>
                  <a:gd name="T53" fmla="*/ 48 h 97"/>
                  <a:gd name="T54" fmla="*/ 117 w 335"/>
                  <a:gd name="T55" fmla="*/ 45 h 97"/>
                  <a:gd name="T56" fmla="*/ 129 w 335"/>
                  <a:gd name="T57" fmla="*/ 42 h 97"/>
                  <a:gd name="T58" fmla="*/ 138 w 335"/>
                  <a:gd name="T59" fmla="*/ 40 h 97"/>
                  <a:gd name="T60" fmla="*/ 141 w 335"/>
                  <a:gd name="T61" fmla="*/ 42 h 97"/>
                  <a:gd name="T62" fmla="*/ 141 w 335"/>
                  <a:gd name="T63" fmla="*/ 46 h 97"/>
                  <a:gd name="T64" fmla="*/ 145 w 335"/>
                  <a:gd name="T65" fmla="*/ 48 h 97"/>
                  <a:gd name="T66" fmla="*/ 154 w 335"/>
                  <a:gd name="T67" fmla="*/ 47 h 97"/>
                  <a:gd name="T68" fmla="*/ 166 w 335"/>
                  <a:gd name="T69" fmla="*/ 47 h 97"/>
                  <a:gd name="T70" fmla="*/ 175 w 335"/>
                  <a:gd name="T71" fmla="*/ 45 h 97"/>
                  <a:gd name="T72" fmla="*/ 180 w 335"/>
                  <a:gd name="T73" fmla="*/ 44 h 97"/>
                  <a:gd name="T74" fmla="*/ 182 w 335"/>
                  <a:gd name="T75" fmla="*/ 44 h 97"/>
                  <a:gd name="T76" fmla="*/ 182 w 335"/>
                  <a:gd name="T77" fmla="*/ 41 h 97"/>
                  <a:gd name="T78" fmla="*/ 182 w 335"/>
                  <a:gd name="T79" fmla="*/ 32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5" h="97">
                    <a:moveTo>
                      <a:pt x="331" y="47"/>
                    </a:moveTo>
                    <a:lnTo>
                      <a:pt x="331" y="41"/>
                    </a:lnTo>
                    <a:lnTo>
                      <a:pt x="330" y="35"/>
                    </a:lnTo>
                    <a:lnTo>
                      <a:pt x="330" y="29"/>
                    </a:lnTo>
                    <a:lnTo>
                      <a:pt x="329" y="24"/>
                    </a:lnTo>
                    <a:lnTo>
                      <a:pt x="321" y="24"/>
                    </a:lnTo>
                    <a:lnTo>
                      <a:pt x="312" y="23"/>
                    </a:lnTo>
                    <a:lnTo>
                      <a:pt x="300" y="22"/>
                    </a:lnTo>
                    <a:lnTo>
                      <a:pt x="289" y="21"/>
                    </a:lnTo>
                    <a:lnTo>
                      <a:pt x="277" y="20"/>
                    </a:lnTo>
                    <a:lnTo>
                      <a:pt x="265" y="19"/>
                    </a:lnTo>
                    <a:lnTo>
                      <a:pt x="251" y="18"/>
                    </a:lnTo>
                    <a:lnTo>
                      <a:pt x="238" y="15"/>
                    </a:lnTo>
                    <a:lnTo>
                      <a:pt x="224" y="14"/>
                    </a:lnTo>
                    <a:lnTo>
                      <a:pt x="210" y="12"/>
                    </a:lnTo>
                    <a:lnTo>
                      <a:pt x="198" y="9"/>
                    </a:lnTo>
                    <a:lnTo>
                      <a:pt x="185" y="8"/>
                    </a:lnTo>
                    <a:lnTo>
                      <a:pt x="172" y="6"/>
                    </a:lnTo>
                    <a:lnTo>
                      <a:pt x="162" y="4"/>
                    </a:lnTo>
                    <a:lnTo>
                      <a:pt x="152" y="3"/>
                    </a:lnTo>
                    <a:lnTo>
                      <a:pt x="142" y="0"/>
                    </a:lnTo>
                    <a:lnTo>
                      <a:pt x="138" y="4"/>
                    </a:lnTo>
                    <a:lnTo>
                      <a:pt x="132" y="8"/>
                    </a:lnTo>
                    <a:lnTo>
                      <a:pt x="125" y="14"/>
                    </a:lnTo>
                    <a:lnTo>
                      <a:pt x="118" y="20"/>
                    </a:lnTo>
                    <a:lnTo>
                      <a:pt x="113" y="26"/>
                    </a:lnTo>
                    <a:lnTo>
                      <a:pt x="106" y="30"/>
                    </a:lnTo>
                    <a:lnTo>
                      <a:pt x="101" y="34"/>
                    </a:lnTo>
                    <a:lnTo>
                      <a:pt x="98" y="36"/>
                    </a:lnTo>
                    <a:lnTo>
                      <a:pt x="93" y="37"/>
                    </a:lnTo>
                    <a:lnTo>
                      <a:pt x="87" y="38"/>
                    </a:lnTo>
                    <a:lnTo>
                      <a:pt x="79" y="39"/>
                    </a:lnTo>
                    <a:lnTo>
                      <a:pt x="70" y="42"/>
                    </a:lnTo>
                    <a:lnTo>
                      <a:pt x="61" y="43"/>
                    </a:lnTo>
                    <a:lnTo>
                      <a:pt x="51" y="44"/>
                    </a:lnTo>
                    <a:lnTo>
                      <a:pt x="45" y="46"/>
                    </a:lnTo>
                    <a:lnTo>
                      <a:pt x="40" y="47"/>
                    </a:lnTo>
                    <a:lnTo>
                      <a:pt x="35" y="51"/>
                    </a:lnTo>
                    <a:lnTo>
                      <a:pt x="30" y="56"/>
                    </a:lnTo>
                    <a:lnTo>
                      <a:pt x="23" y="61"/>
                    </a:lnTo>
                    <a:lnTo>
                      <a:pt x="17" y="68"/>
                    </a:lnTo>
                    <a:lnTo>
                      <a:pt x="10" y="76"/>
                    </a:lnTo>
                    <a:lnTo>
                      <a:pt x="4" y="83"/>
                    </a:lnTo>
                    <a:lnTo>
                      <a:pt x="1" y="89"/>
                    </a:lnTo>
                    <a:lnTo>
                      <a:pt x="0" y="94"/>
                    </a:lnTo>
                    <a:lnTo>
                      <a:pt x="15" y="95"/>
                    </a:lnTo>
                    <a:lnTo>
                      <a:pt x="36" y="96"/>
                    </a:lnTo>
                    <a:lnTo>
                      <a:pt x="64" y="97"/>
                    </a:lnTo>
                    <a:lnTo>
                      <a:pt x="93" y="97"/>
                    </a:lnTo>
                    <a:lnTo>
                      <a:pt x="122" y="97"/>
                    </a:lnTo>
                    <a:lnTo>
                      <a:pt x="148" y="96"/>
                    </a:lnTo>
                    <a:lnTo>
                      <a:pt x="169" y="95"/>
                    </a:lnTo>
                    <a:lnTo>
                      <a:pt x="183" y="92"/>
                    </a:lnTo>
                    <a:lnTo>
                      <a:pt x="192" y="90"/>
                    </a:lnTo>
                    <a:lnTo>
                      <a:pt x="202" y="87"/>
                    </a:lnTo>
                    <a:lnTo>
                      <a:pt x="214" y="84"/>
                    </a:lnTo>
                    <a:lnTo>
                      <a:pt x="225" y="81"/>
                    </a:lnTo>
                    <a:lnTo>
                      <a:pt x="236" y="79"/>
                    </a:lnTo>
                    <a:lnTo>
                      <a:pt x="245" y="76"/>
                    </a:lnTo>
                    <a:lnTo>
                      <a:pt x="252" y="75"/>
                    </a:lnTo>
                    <a:lnTo>
                      <a:pt x="258" y="75"/>
                    </a:lnTo>
                    <a:lnTo>
                      <a:pt x="258" y="79"/>
                    </a:lnTo>
                    <a:lnTo>
                      <a:pt x="259" y="82"/>
                    </a:lnTo>
                    <a:lnTo>
                      <a:pt x="259" y="85"/>
                    </a:lnTo>
                    <a:lnTo>
                      <a:pt x="259" y="89"/>
                    </a:lnTo>
                    <a:lnTo>
                      <a:pt x="265" y="89"/>
                    </a:lnTo>
                    <a:lnTo>
                      <a:pt x="273" y="89"/>
                    </a:lnTo>
                    <a:lnTo>
                      <a:pt x="282" y="88"/>
                    </a:lnTo>
                    <a:lnTo>
                      <a:pt x="292" y="88"/>
                    </a:lnTo>
                    <a:lnTo>
                      <a:pt x="303" y="87"/>
                    </a:lnTo>
                    <a:lnTo>
                      <a:pt x="312" y="85"/>
                    </a:lnTo>
                    <a:lnTo>
                      <a:pt x="321" y="84"/>
                    </a:lnTo>
                    <a:lnTo>
                      <a:pt x="329" y="83"/>
                    </a:lnTo>
                    <a:lnTo>
                      <a:pt x="330" y="83"/>
                    </a:lnTo>
                    <a:lnTo>
                      <a:pt x="333" y="83"/>
                    </a:lnTo>
                    <a:lnTo>
                      <a:pt x="334" y="83"/>
                    </a:lnTo>
                    <a:lnTo>
                      <a:pt x="335" y="83"/>
                    </a:lnTo>
                    <a:lnTo>
                      <a:pt x="334" y="77"/>
                    </a:lnTo>
                    <a:lnTo>
                      <a:pt x="334" y="68"/>
                    </a:lnTo>
                    <a:lnTo>
                      <a:pt x="333" y="59"/>
                    </a:lnTo>
                    <a:lnTo>
                      <a:pt x="331" y="4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6" name="Freeform 27">
                <a:extLst>
                  <a:ext uri="{FF2B5EF4-FFF2-40B4-BE49-F238E27FC236}">
                    <a16:creationId xmlns:a16="http://schemas.microsoft.com/office/drawing/2014/main" id="{6FCB9160-AE3F-41E8-918C-DA3A891B22C3}"/>
                  </a:ext>
                </a:extLst>
              </p:cNvPr>
              <p:cNvSpPr>
                <a:spLocks/>
              </p:cNvSpPr>
              <p:nvPr/>
            </p:nvSpPr>
            <p:spPr bwMode="auto">
              <a:xfrm>
                <a:off x="4318" y="3471"/>
                <a:ext cx="123" cy="55"/>
              </a:xfrm>
              <a:custGeom>
                <a:avLst/>
                <a:gdLst>
                  <a:gd name="T0" fmla="*/ 26 w 225"/>
                  <a:gd name="T1" fmla="*/ 10 h 100"/>
                  <a:gd name="T2" fmla="*/ 38 w 225"/>
                  <a:gd name="T3" fmla="*/ 12 h 100"/>
                  <a:gd name="T4" fmla="*/ 52 w 225"/>
                  <a:gd name="T5" fmla="*/ 12 h 100"/>
                  <a:gd name="T6" fmla="*/ 67 w 225"/>
                  <a:gd name="T7" fmla="*/ 12 h 100"/>
                  <a:gd name="T8" fmla="*/ 82 w 225"/>
                  <a:gd name="T9" fmla="*/ 10 h 100"/>
                  <a:gd name="T10" fmla="*/ 96 w 225"/>
                  <a:gd name="T11" fmla="*/ 9 h 100"/>
                  <a:gd name="T12" fmla="*/ 108 w 225"/>
                  <a:gd name="T13" fmla="*/ 6 h 100"/>
                  <a:gd name="T14" fmla="*/ 119 w 225"/>
                  <a:gd name="T15" fmla="*/ 2 h 100"/>
                  <a:gd name="T16" fmla="*/ 121 w 225"/>
                  <a:gd name="T17" fmla="*/ 9 h 100"/>
                  <a:gd name="T18" fmla="*/ 119 w 225"/>
                  <a:gd name="T19" fmla="*/ 30 h 100"/>
                  <a:gd name="T20" fmla="*/ 112 w 225"/>
                  <a:gd name="T21" fmla="*/ 37 h 100"/>
                  <a:gd name="T22" fmla="*/ 103 w 225"/>
                  <a:gd name="T23" fmla="*/ 38 h 100"/>
                  <a:gd name="T24" fmla="*/ 96 w 225"/>
                  <a:gd name="T25" fmla="*/ 42 h 100"/>
                  <a:gd name="T26" fmla="*/ 92 w 225"/>
                  <a:gd name="T27" fmla="*/ 47 h 100"/>
                  <a:gd name="T28" fmla="*/ 90 w 225"/>
                  <a:gd name="T29" fmla="*/ 49 h 100"/>
                  <a:gd name="T30" fmla="*/ 84 w 225"/>
                  <a:gd name="T31" fmla="*/ 51 h 100"/>
                  <a:gd name="T32" fmla="*/ 79 w 225"/>
                  <a:gd name="T33" fmla="*/ 53 h 100"/>
                  <a:gd name="T34" fmla="*/ 73 w 225"/>
                  <a:gd name="T35" fmla="*/ 55 h 100"/>
                  <a:gd name="T36" fmla="*/ 65 w 225"/>
                  <a:gd name="T37" fmla="*/ 55 h 100"/>
                  <a:gd name="T38" fmla="*/ 51 w 225"/>
                  <a:gd name="T39" fmla="*/ 54 h 100"/>
                  <a:gd name="T40" fmla="*/ 33 w 225"/>
                  <a:gd name="T41" fmla="*/ 53 h 100"/>
                  <a:gd name="T42" fmla="*/ 18 w 225"/>
                  <a:gd name="T43" fmla="*/ 51 h 100"/>
                  <a:gd name="T44" fmla="*/ 9 w 225"/>
                  <a:gd name="T45" fmla="*/ 49 h 100"/>
                  <a:gd name="T46" fmla="*/ 3 w 225"/>
                  <a:gd name="T47" fmla="*/ 46 h 100"/>
                  <a:gd name="T48" fmla="*/ 1 w 225"/>
                  <a:gd name="T49" fmla="*/ 44 h 100"/>
                  <a:gd name="T50" fmla="*/ 3 w 225"/>
                  <a:gd name="T51" fmla="*/ 44 h 100"/>
                  <a:gd name="T52" fmla="*/ 3 w 225"/>
                  <a:gd name="T53" fmla="*/ 41 h 100"/>
                  <a:gd name="T54" fmla="*/ 2 w 225"/>
                  <a:gd name="T55" fmla="*/ 31 h 100"/>
                  <a:gd name="T56" fmla="*/ 5 w 225"/>
                  <a:gd name="T57" fmla="*/ 23 h 100"/>
                  <a:gd name="T58" fmla="*/ 16 w 225"/>
                  <a:gd name="T59" fmla="*/ 19 h 100"/>
                  <a:gd name="T60" fmla="*/ 20 w 225"/>
                  <a:gd name="T61" fmla="*/ 17 h 100"/>
                  <a:gd name="T62" fmla="*/ 21 w 225"/>
                  <a:gd name="T63" fmla="*/ 12 h 1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5" h="100">
                    <a:moveTo>
                      <a:pt x="38" y="18"/>
                    </a:moveTo>
                    <a:lnTo>
                      <a:pt x="47" y="19"/>
                    </a:lnTo>
                    <a:lnTo>
                      <a:pt x="59" y="20"/>
                    </a:lnTo>
                    <a:lnTo>
                      <a:pt x="70" y="21"/>
                    </a:lnTo>
                    <a:lnTo>
                      <a:pt x="83" y="21"/>
                    </a:lnTo>
                    <a:lnTo>
                      <a:pt x="96" y="21"/>
                    </a:lnTo>
                    <a:lnTo>
                      <a:pt x="110" y="21"/>
                    </a:lnTo>
                    <a:lnTo>
                      <a:pt x="122" y="21"/>
                    </a:lnTo>
                    <a:lnTo>
                      <a:pt x="136" y="20"/>
                    </a:lnTo>
                    <a:lnTo>
                      <a:pt x="150" y="19"/>
                    </a:lnTo>
                    <a:lnTo>
                      <a:pt x="163" y="18"/>
                    </a:lnTo>
                    <a:lnTo>
                      <a:pt x="175" y="16"/>
                    </a:lnTo>
                    <a:lnTo>
                      <a:pt x="188" y="13"/>
                    </a:lnTo>
                    <a:lnTo>
                      <a:pt x="198" y="11"/>
                    </a:lnTo>
                    <a:lnTo>
                      <a:pt x="209" y="8"/>
                    </a:lnTo>
                    <a:lnTo>
                      <a:pt x="218" y="4"/>
                    </a:lnTo>
                    <a:lnTo>
                      <a:pt x="225" y="0"/>
                    </a:lnTo>
                    <a:lnTo>
                      <a:pt x="222" y="16"/>
                    </a:lnTo>
                    <a:lnTo>
                      <a:pt x="220" y="36"/>
                    </a:lnTo>
                    <a:lnTo>
                      <a:pt x="217" y="55"/>
                    </a:lnTo>
                    <a:lnTo>
                      <a:pt x="213" y="66"/>
                    </a:lnTo>
                    <a:lnTo>
                      <a:pt x="205" y="68"/>
                    </a:lnTo>
                    <a:lnTo>
                      <a:pt x="196" y="69"/>
                    </a:lnTo>
                    <a:lnTo>
                      <a:pt x="188" y="69"/>
                    </a:lnTo>
                    <a:lnTo>
                      <a:pt x="181" y="69"/>
                    </a:lnTo>
                    <a:lnTo>
                      <a:pt x="175" y="77"/>
                    </a:lnTo>
                    <a:lnTo>
                      <a:pt x="172" y="82"/>
                    </a:lnTo>
                    <a:lnTo>
                      <a:pt x="169" y="86"/>
                    </a:lnTo>
                    <a:lnTo>
                      <a:pt x="166" y="88"/>
                    </a:lnTo>
                    <a:lnTo>
                      <a:pt x="164" y="89"/>
                    </a:lnTo>
                    <a:lnTo>
                      <a:pt x="159" y="91"/>
                    </a:lnTo>
                    <a:lnTo>
                      <a:pt x="154" y="93"/>
                    </a:lnTo>
                    <a:lnTo>
                      <a:pt x="150" y="95"/>
                    </a:lnTo>
                    <a:lnTo>
                      <a:pt x="144" y="96"/>
                    </a:lnTo>
                    <a:lnTo>
                      <a:pt x="138" y="99"/>
                    </a:lnTo>
                    <a:lnTo>
                      <a:pt x="133" y="100"/>
                    </a:lnTo>
                    <a:lnTo>
                      <a:pt x="127" y="100"/>
                    </a:lnTo>
                    <a:lnTo>
                      <a:pt x="119" y="100"/>
                    </a:lnTo>
                    <a:lnTo>
                      <a:pt x="107" y="99"/>
                    </a:lnTo>
                    <a:lnTo>
                      <a:pt x="93" y="99"/>
                    </a:lnTo>
                    <a:lnTo>
                      <a:pt x="77" y="97"/>
                    </a:lnTo>
                    <a:lnTo>
                      <a:pt x="61" y="96"/>
                    </a:lnTo>
                    <a:lnTo>
                      <a:pt x="46" y="95"/>
                    </a:lnTo>
                    <a:lnTo>
                      <a:pt x="33" y="93"/>
                    </a:lnTo>
                    <a:lnTo>
                      <a:pt x="23" y="92"/>
                    </a:lnTo>
                    <a:lnTo>
                      <a:pt x="17" y="89"/>
                    </a:lnTo>
                    <a:lnTo>
                      <a:pt x="10" y="87"/>
                    </a:lnTo>
                    <a:lnTo>
                      <a:pt x="5" y="84"/>
                    </a:lnTo>
                    <a:lnTo>
                      <a:pt x="0" y="80"/>
                    </a:lnTo>
                    <a:lnTo>
                      <a:pt x="1" y="80"/>
                    </a:lnTo>
                    <a:lnTo>
                      <a:pt x="4" y="80"/>
                    </a:lnTo>
                    <a:lnTo>
                      <a:pt x="5" y="80"/>
                    </a:lnTo>
                    <a:lnTo>
                      <a:pt x="6" y="80"/>
                    </a:lnTo>
                    <a:lnTo>
                      <a:pt x="5" y="74"/>
                    </a:lnTo>
                    <a:lnTo>
                      <a:pt x="5" y="65"/>
                    </a:lnTo>
                    <a:lnTo>
                      <a:pt x="4" y="56"/>
                    </a:lnTo>
                    <a:lnTo>
                      <a:pt x="2" y="44"/>
                    </a:lnTo>
                    <a:lnTo>
                      <a:pt x="10" y="42"/>
                    </a:lnTo>
                    <a:lnTo>
                      <a:pt x="21" y="39"/>
                    </a:lnTo>
                    <a:lnTo>
                      <a:pt x="30" y="35"/>
                    </a:lnTo>
                    <a:lnTo>
                      <a:pt x="36" y="33"/>
                    </a:lnTo>
                    <a:lnTo>
                      <a:pt x="36" y="30"/>
                    </a:lnTo>
                    <a:lnTo>
                      <a:pt x="37" y="25"/>
                    </a:lnTo>
                    <a:lnTo>
                      <a:pt x="38" y="21"/>
                    </a:lnTo>
                    <a:lnTo>
                      <a:pt x="38" y="1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7" name="Freeform 28">
                <a:extLst>
                  <a:ext uri="{FF2B5EF4-FFF2-40B4-BE49-F238E27FC236}">
                    <a16:creationId xmlns:a16="http://schemas.microsoft.com/office/drawing/2014/main" id="{9126D384-C2D7-4998-84D1-1339D86A5EA9}"/>
                  </a:ext>
                </a:extLst>
              </p:cNvPr>
              <p:cNvSpPr>
                <a:spLocks/>
              </p:cNvSpPr>
              <p:nvPr/>
            </p:nvSpPr>
            <p:spPr bwMode="auto">
              <a:xfrm>
                <a:off x="4284" y="3115"/>
                <a:ext cx="29" cy="96"/>
              </a:xfrm>
              <a:custGeom>
                <a:avLst/>
                <a:gdLst>
                  <a:gd name="T0" fmla="*/ 25 w 53"/>
                  <a:gd name="T1" fmla="*/ 59 h 176"/>
                  <a:gd name="T2" fmla="*/ 25 w 53"/>
                  <a:gd name="T3" fmla="*/ 69 h 176"/>
                  <a:gd name="T4" fmla="*/ 26 w 53"/>
                  <a:gd name="T5" fmla="*/ 80 h 176"/>
                  <a:gd name="T6" fmla="*/ 28 w 53"/>
                  <a:gd name="T7" fmla="*/ 89 h 176"/>
                  <a:gd name="T8" fmla="*/ 29 w 53"/>
                  <a:gd name="T9" fmla="*/ 96 h 176"/>
                  <a:gd name="T10" fmla="*/ 25 w 53"/>
                  <a:gd name="T11" fmla="*/ 84 h 176"/>
                  <a:gd name="T12" fmla="*/ 21 w 53"/>
                  <a:gd name="T13" fmla="*/ 74 h 176"/>
                  <a:gd name="T14" fmla="*/ 18 w 53"/>
                  <a:gd name="T15" fmla="*/ 65 h 176"/>
                  <a:gd name="T16" fmla="*/ 15 w 53"/>
                  <a:gd name="T17" fmla="*/ 59 h 176"/>
                  <a:gd name="T18" fmla="*/ 13 w 53"/>
                  <a:gd name="T19" fmla="*/ 54 h 176"/>
                  <a:gd name="T20" fmla="*/ 11 w 53"/>
                  <a:gd name="T21" fmla="*/ 47 h 176"/>
                  <a:gd name="T22" fmla="*/ 10 w 53"/>
                  <a:gd name="T23" fmla="*/ 40 h 176"/>
                  <a:gd name="T24" fmla="*/ 9 w 53"/>
                  <a:gd name="T25" fmla="*/ 35 h 176"/>
                  <a:gd name="T26" fmla="*/ 9 w 53"/>
                  <a:gd name="T27" fmla="*/ 29 h 176"/>
                  <a:gd name="T28" fmla="*/ 7 w 53"/>
                  <a:gd name="T29" fmla="*/ 19 h 176"/>
                  <a:gd name="T30" fmla="*/ 4 w 53"/>
                  <a:gd name="T31" fmla="*/ 9 h 176"/>
                  <a:gd name="T32" fmla="*/ 0 w 53"/>
                  <a:gd name="T33" fmla="*/ 0 h 176"/>
                  <a:gd name="T34" fmla="*/ 5 w 53"/>
                  <a:gd name="T35" fmla="*/ 6 h 176"/>
                  <a:gd name="T36" fmla="*/ 9 w 53"/>
                  <a:gd name="T37" fmla="*/ 12 h 176"/>
                  <a:gd name="T38" fmla="*/ 11 w 53"/>
                  <a:gd name="T39" fmla="*/ 19 h 176"/>
                  <a:gd name="T40" fmla="*/ 13 w 53"/>
                  <a:gd name="T41" fmla="*/ 27 h 176"/>
                  <a:gd name="T42" fmla="*/ 14 w 53"/>
                  <a:gd name="T43" fmla="*/ 38 h 176"/>
                  <a:gd name="T44" fmla="*/ 18 w 53"/>
                  <a:gd name="T45" fmla="*/ 47 h 176"/>
                  <a:gd name="T46" fmla="*/ 21 w 53"/>
                  <a:gd name="T47" fmla="*/ 55 h 176"/>
                  <a:gd name="T48" fmla="*/ 25 w 53"/>
                  <a:gd name="T49" fmla="*/ 59 h 1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176">
                    <a:moveTo>
                      <a:pt x="45" y="109"/>
                    </a:moveTo>
                    <a:lnTo>
                      <a:pt x="46" y="126"/>
                    </a:lnTo>
                    <a:lnTo>
                      <a:pt x="48" y="146"/>
                    </a:lnTo>
                    <a:lnTo>
                      <a:pt x="51" y="164"/>
                    </a:lnTo>
                    <a:lnTo>
                      <a:pt x="53" y="176"/>
                    </a:lnTo>
                    <a:lnTo>
                      <a:pt x="46" y="154"/>
                    </a:lnTo>
                    <a:lnTo>
                      <a:pt x="39" y="135"/>
                    </a:lnTo>
                    <a:lnTo>
                      <a:pt x="33" y="120"/>
                    </a:lnTo>
                    <a:lnTo>
                      <a:pt x="28" y="109"/>
                    </a:lnTo>
                    <a:lnTo>
                      <a:pt x="23" y="99"/>
                    </a:lnTo>
                    <a:lnTo>
                      <a:pt x="21" y="86"/>
                    </a:lnTo>
                    <a:lnTo>
                      <a:pt x="18" y="73"/>
                    </a:lnTo>
                    <a:lnTo>
                      <a:pt x="17" y="64"/>
                    </a:lnTo>
                    <a:lnTo>
                      <a:pt x="16" y="53"/>
                    </a:lnTo>
                    <a:lnTo>
                      <a:pt x="13" y="34"/>
                    </a:lnTo>
                    <a:lnTo>
                      <a:pt x="7" y="16"/>
                    </a:lnTo>
                    <a:lnTo>
                      <a:pt x="0" y="0"/>
                    </a:lnTo>
                    <a:lnTo>
                      <a:pt x="9" y="11"/>
                    </a:lnTo>
                    <a:lnTo>
                      <a:pt x="16" y="22"/>
                    </a:lnTo>
                    <a:lnTo>
                      <a:pt x="21" y="34"/>
                    </a:lnTo>
                    <a:lnTo>
                      <a:pt x="23" y="50"/>
                    </a:lnTo>
                    <a:lnTo>
                      <a:pt x="26" y="69"/>
                    </a:lnTo>
                    <a:lnTo>
                      <a:pt x="32" y="87"/>
                    </a:lnTo>
                    <a:lnTo>
                      <a:pt x="39" y="101"/>
                    </a:lnTo>
                    <a:lnTo>
                      <a:pt x="45" y="10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8" name="Freeform 29">
                <a:extLst>
                  <a:ext uri="{FF2B5EF4-FFF2-40B4-BE49-F238E27FC236}">
                    <a16:creationId xmlns:a16="http://schemas.microsoft.com/office/drawing/2014/main" id="{F27F880E-D095-4C93-999D-F23D7E61783C}"/>
                  </a:ext>
                </a:extLst>
              </p:cNvPr>
              <p:cNvSpPr>
                <a:spLocks/>
              </p:cNvSpPr>
              <p:nvPr/>
            </p:nvSpPr>
            <p:spPr bwMode="auto">
              <a:xfrm>
                <a:off x="4402" y="3068"/>
                <a:ext cx="29" cy="105"/>
              </a:xfrm>
              <a:custGeom>
                <a:avLst/>
                <a:gdLst>
                  <a:gd name="T0" fmla="*/ 25 w 52"/>
                  <a:gd name="T1" fmla="*/ 78 h 194"/>
                  <a:gd name="T2" fmla="*/ 26 w 52"/>
                  <a:gd name="T3" fmla="*/ 85 h 194"/>
                  <a:gd name="T4" fmla="*/ 27 w 52"/>
                  <a:gd name="T5" fmla="*/ 93 h 194"/>
                  <a:gd name="T6" fmla="*/ 28 w 52"/>
                  <a:gd name="T7" fmla="*/ 99 h 194"/>
                  <a:gd name="T8" fmla="*/ 29 w 52"/>
                  <a:gd name="T9" fmla="*/ 105 h 194"/>
                  <a:gd name="T10" fmla="*/ 25 w 52"/>
                  <a:gd name="T11" fmla="*/ 95 h 194"/>
                  <a:gd name="T12" fmla="*/ 20 w 52"/>
                  <a:gd name="T13" fmla="*/ 83 h 194"/>
                  <a:gd name="T14" fmla="*/ 14 w 52"/>
                  <a:gd name="T15" fmla="*/ 70 h 194"/>
                  <a:gd name="T16" fmla="*/ 8 w 52"/>
                  <a:gd name="T17" fmla="*/ 56 h 194"/>
                  <a:gd name="T18" fmla="*/ 4 w 52"/>
                  <a:gd name="T19" fmla="*/ 42 h 194"/>
                  <a:gd name="T20" fmla="*/ 2 w 52"/>
                  <a:gd name="T21" fmla="*/ 28 h 194"/>
                  <a:gd name="T22" fmla="*/ 0 w 52"/>
                  <a:gd name="T23" fmla="*/ 14 h 194"/>
                  <a:gd name="T24" fmla="*/ 2 w 52"/>
                  <a:gd name="T25" fmla="*/ 0 h 194"/>
                  <a:gd name="T26" fmla="*/ 3 w 52"/>
                  <a:gd name="T27" fmla="*/ 10 h 194"/>
                  <a:gd name="T28" fmla="*/ 5 w 52"/>
                  <a:gd name="T29" fmla="*/ 21 h 194"/>
                  <a:gd name="T30" fmla="*/ 8 w 52"/>
                  <a:gd name="T31" fmla="*/ 33 h 194"/>
                  <a:gd name="T32" fmla="*/ 11 w 52"/>
                  <a:gd name="T33" fmla="*/ 45 h 194"/>
                  <a:gd name="T34" fmla="*/ 15 w 52"/>
                  <a:gd name="T35" fmla="*/ 56 h 194"/>
                  <a:gd name="T36" fmla="*/ 19 w 52"/>
                  <a:gd name="T37" fmla="*/ 66 h 194"/>
                  <a:gd name="T38" fmla="*/ 22 w 52"/>
                  <a:gd name="T39" fmla="*/ 74 h 194"/>
                  <a:gd name="T40" fmla="*/ 25 w 52"/>
                  <a:gd name="T41" fmla="*/ 78 h 1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194">
                    <a:moveTo>
                      <a:pt x="45" y="145"/>
                    </a:moveTo>
                    <a:lnTo>
                      <a:pt x="47" y="157"/>
                    </a:lnTo>
                    <a:lnTo>
                      <a:pt x="49" y="171"/>
                    </a:lnTo>
                    <a:lnTo>
                      <a:pt x="51" y="183"/>
                    </a:lnTo>
                    <a:lnTo>
                      <a:pt x="52" y="194"/>
                    </a:lnTo>
                    <a:lnTo>
                      <a:pt x="44" y="175"/>
                    </a:lnTo>
                    <a:lnTo>
                      <a:pt x="35" y="153"/>
                    </a:lnTo>
                    <a:lnTo>
                      <a:pt x="25" y="129"/>
                    </a:lnTo>
                    <a:lnTo>
                      <a:pt x="15" y="104"/>
                    </a:lnTo>
                    <a:lnTo>
                      <a:pt x="7" y="77"/>
                    </a:lnTo>
                    <a:lnTo>
                      <a:pt x="3" y="51"/>
                    </a:lnTo>
                    <a:lnTo>
                      <a:pt x="0" y="26"/>
                    </a:lnTo>
                    <a:lnTo>
                      <a:pt x="3" y="0"/>
                    </a:lnTo>
                    <a:lnTo>
                      <a:pt x="5" y="19"/>
                    </a:lnTo>
                    <a:lnTo>
                      <a:pt x="9" y="39"/>
                    </a:lnTo>
                    <a:lnTo>
                      <a:pt x="14" y="61"/>
                    </a:lnTo>
                    <a:lnTo>
                      <a:pt x="20" y="83"/>
                    </a:lnTo>
                    <a:lnTo>
                      <a:pt x="27" y="104"/>
                    </a:lnTo>
                    <a:lnTo>
                      <a:pt x="34" y="122"/>
                    </a:lnTo>
                    <a:lnTo>
                      <a:pt x="40" y="136"/>
                    </a:lnTo>
                    <a:lnTo>
                      <a:pt x="45" y="1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9" name="Freeform 30">
                <a:extLst>
                  <a:ext uri="{FF2B5EF4-FFF2-40B4-BE49-F238E27FC236}">
                    <a16:creationId xmlns:a16="http://schemas.microsoft.com/office/drawing/2014/main" id="{1C035914-3DA0-45C6-995F-2BDCE8478029}"/>
                  </a:ext>
                </a:extLst>
              </p:cNvPr>
              <p:cNvSpPr>
                <a:spLocks/>
              </p:cNvSpPr>
              <p:nvPr/>
            </p:nvSpPr>
            <p:spPr bwMode="auto">
              <a:xfrm>
                <a:off x="4406" y="2839"/>
                <a:ext cx="21" cy="63"/>
              </a:xfrm>
              <a:custGeom>
                <a:avLst/>
                <a:gdLst>
                  <a:gd name="T0" fmla="*/ 16 w 42"/>
                  <a:gd name="T1" fmla="*/ 35 h 113"/>
                  <a:gd name="T2" fmla="*/ 18 w 42"/>
                  <a:gd name="T3" fmla="*/ 42 h 113"/>
                  <a:gd name="T4" fmla="*/ 19 w 42"/>
                  <a:gd name="T5" fmla="*/ 50 h 113"/>
                  <a:gd name="T6" fmla="*/ 20 w 42"/>
                  <a:gd name="T7" fmla="*/ 57 h 113"/>
                  <a:gd name="T8" fmla="*/ 21 w 42"/>
                  <a:gd name="T9" fmla="*/ 63 h 113"/>
                  <a:gd name="T10" fmla="*/ 19 w 42"/>
                  <a:gd name="T11" fmla="*/ 54 h 113"/>
                  <a:gd name="T12" fmla="*/ 15 w 42"/>
                  <a:gd name="T13" fmla="*/ 45 h 113"/>
                  <a:gd name="T14" fmla="*/ 11 w 42"/>
                  <a:gd name="T15" fmla="*/ 36 h 113"/>
                  <a:gd name="T16" fmla="*/ 8 w 42"/>
                  <a:gd name="T17" fmla="*/ 30 h 113"/>
                  <a:gd name="T18" fmla="*/ 5 w 42"/>
                  <a:gd name="T19" fmla="*/ 25 h 113"/>
                  <a:gd name="T20" fmla="*/ 3 w 42"/>
                  <a:gd name="T21" fmla="*/ 19 h 113"/>
                  <a:gd name="T22" fmla="*/ 1 w 42"/>
                  <a:gd name="T23" fmla="*/ 13 h 113"/>
                  <a:gd name="T24" fmla="*/ 0 w 42"/>
                  <a:gd name="T25" fmla="*/ 10 h 113"/>
                  <a:gd name="T26" fmla="*/ 0 w 42"/>
                  <a:gd name="T27" fmla="*/ 8 h 113"/>
                  <a:gd name="T28" fmla="*/ 1 w 42"/>
                  <a:gd name="T29" fmla="*/ 5 h 113"/>
                  <a:gd name="T30" fmla="*/ 1 w 42"/>
                  <a:gd name="T31" fmla="*/ 3 h 113"/>
                  <a:gd name="T32" fmla="*/ 1 w 42"/>
                  <a:gd name="T33" fmla="*/ 0 h 113"/>
                  <a:gd name="T34" fmla="*/ 5 w 42"/>
                  <a:gd name="T35" fmla="*/ 8 h 113"/>
                  <a:gd name="T36" fmla="*/ 9 w 42"/>
                  <a:gd name="T37" fmla="*/ 19 h 113"/>
                  <a:gd name="T38" fmla="*/ 13 w 42"/>
                  <a:gd name="T39" fmla="*/ 28 h 113"/>
                  <a:gd name="T40" fmla="*/ 16 w 42"/>
                  <a:gd name="T41" fmla="*/ 35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13">
                    <a:moveTo>
                      <a:pt x="32" y="62"/>
                    </a:moveTo>
                    <a:lnTo>
                      <a:pt x="36" y="76"/>
                    </a:lnTo>
                    <a:lnTo>
                      <a:pt x="38" y="90"/>
                    </a:lnTo>
                    <a:lnTo>
                      <a:pt x="40" y="103"/>
                    </a:lnTo>
                    <a:lnTo>
                      <a:pt x="42" y="113"/>
                    </a:lnTo>
                    <a:lnTo>
                      <a:pt x="37" y="97"/>
                    </a:lnTo>
                    <a:lnTo>
                      <a:pt x="29" y="80"/>
                    </a:lnTo>
                    <a:lnTo>
                      <a:pt x="22" y="65"/>
                    </a:lnTo>
                    <a:lnTo>
                      <a:pt x="15" y="54"/>
                    </a:lnTo>
                    <a:lnTo>
                      <a:pt x="9" y="45"/>
                    </a:lnTo>
                    <a:lnTo>
                      <a:pt x="5" y="34"/>
                    </a:lnTo>
                    <a:lnTo>
                      <a:pt x="1" y="23"/>
                    </a:lnTo>
                    <a:lnTo>
                      <a:pt x="0" y="18"/>
                    </a:lnTo>
                    <a:lnTo>
                      <a:pt x="0" y="14"/>
                    </a:lnTo>
                    <a:lnTo>
                      <a:pt x="1" y="9"/>
                    </a:lnTo>
                    <a:lnTo>
                      <a:pt x="1" y="5"/>
                    </a:lnTo>
                    <a:lnTo>
                      <a:pt x="2" y="0"/>
                    </a:lnTo>
                    <a:lnTo>
                      <a:pt x="9" y="15"/>
                    </a:lnTo>
                    <a:lnTo>
                      <a:pt x="17" y="34"/>
                    </a:lnTo>
                    <a:lnTo>
                      <a:pt x="25" y="51"/>
                    </a:lnTo>
                    <a:lnTo>
                      <a:pt x="32" y="6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0" name="Freeform 31">
                <a:extLst>
                  <a:ext uri="{FF2B5EF4-FFF2-40B4-BE49-F238E27FC236}">
                    <a16:creationId xmlns:a16="http://schemas.microsoft.com/office/drawing/2014/main" id="{DED045D7-C0AD-4BF0-A7A0-42AF66647683}"/>
                  </a:ext>
                </a:extLst>
              </p:cNvPr>
              <p:cNvSpPr>
                <a:spLocks/>
              </p:cNvSpPr>
              <p:nvPr/>
            </p:nvSpPr>
            <p:spPr bwMode="auto">
              <a:xfrm>
                <a:off x="4480" y="2665"/>
                <a:ext cx="15" cy="65"/>
              </a:xfrm>
              <a:custGeom>
                <a:avLst/>
                <a:gdLst>
                  <a:gd name="T0" fmla="*/ 15 w 29"/>
                  <a:gd name="T1" fmla="*/ 61 h 120"/>
                  <a:gd name="T2" fmla="*/ 14 w 29"/>
                  <a:gd name="T3" fmla="*/ 62 h 120"/>
                  <a:gd name="T4" fmla="*/ 14 w 29"/>
                  <a:gd name="T5" fmla="*/ 63 h 120"/>
                  <a:gd name="T6" fmla="*/ 14 w 29"/>
                  <a:gd name="T7" fmla="*/ 64 h 120"/>
                  <a:gd name="T8" fmla="*/ 14 w 29"/>
                  <a:gd name="T9" fmla="*/ 65 h 120"/>
                  <a:gd name="T10" fmla="*/ 11 w 29"/>
                  <a:gd name="T11" fmla="*/ 57 h 120"/>
                  <a:gd name="T12" fmla="*/ 7 w 29"/>
                  <a:gd name="T13" fmla="*/ 48 h 120"/>
                  <a:gd name="T14" fmla="*/ 4 w 29"/>
                  <a:gd name="T15" fmla="*/ 37 h 120"/>
                  <a:gd name="T16" fmla="*/ 2 w 29"/>
                  <a:gd name="T17" fmla="*/ 27 h 120"/>
                  <a:gd name="T18" fmla="*/ 1 w 29"/>
                  <a:gd name="T19" fmla="*/ 16 h 120"/>
                  <a:gd name="T20" fmla="*/ 0 w 29"/>
                  <a:gd name="T21" fmla="*/ 8 h 120"/>
                  <a:gd name="T22" fmla="*/ 0 w 29"/>
                  <a:gd name="T23" fmla="*/ 3 h 120"/>
                  <a:gd name="T24" fmla="*/ 2 w 29"/>
                  <a:gd name="T25" fmla="*/ 0 h 120"/>
                  <a:gd name="T26" fmla="*/ 5 w 29"/>
                  <a:gd name="T27" fmla="*/ 4 h 120"/>
                  <a:gd name="T28" fmla="*/ 8 w 29"/>
                  <a:gd name="T29" fmla="*/ 14 h 120"/>
                  <a:gd name="T30" fmla="*/ 9 w 29"/>
                  <a:gd name="T31" fmla="*/ 25 h 120"/>
                  <a:gd name="T32" fmla="*/ 9 w 29"/>
                  <a:gd name="T33" fmla="*/ 33 h 120"/>
                  <a:gd name="T34" fmla="*/ 8 w 29"/>
                  <a:gd name="T35" fmla="*/ 40 h 120"/>
                  <a:gd name="T36" fmla="*/ 9 w 29"/>
                  <a:gd name="T37" fmla="*/ 48 h 120"/>
                  <a:gd name="T38" fmla="*/ 11 w 29"/>
                  <a:gd name="T39" fmla="*/ 56 h 120"/>
                  <a:gd name="T40" fmla="*/ 15 w 29"/>
                  <a:gd name="T41" fmla="*/ 61 h 1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 h="120">
                    <a:moveTo>
                      <a:pt x="29" y="113"/>
                    </a:moveTo>
                    <a:lnTo>
                      <a:pt x="28" y="115"/>
                    </a:lnTo>
                    <a:lnTo>
                      <a:pt x="28" y="116"/>
                    </a:lnTo>
                    <a:lnTo>
                      <a:pt x="28" y="119"/>
                    </a:lnTo>
                    <a:lnTo>
                      <a:pt x="28" y="120"/>
                    </a:lnTo>
                    <a:lnTo>
                      <a:pt x="21" y="106"/>
                    </a:lnTo>
                    <a:lnTo>
                      <a:pt x="14" y="89"/>
                    </a:lnTo>
                    <a:lnTo>
                      <a:pt x="8" y="69"/>
                    </a:lnTo>
                    <a:lnTo>
                      <a:pt x="4" y="50"/>
                    </a:lnTo>
                    <a:lnTo>
                      <a:pt x="1" y="30"/>
                    </a:lnTo>
                    <a:lnTo>
                      <a:pt x="0" y="15"/>
                    </a:lnTo>
                    <a:lnTo>
                      <a:pt x="0" y="5"/>
                    </a:lnTo>
                    <a:lnTo>
                      <a:pt x="4" y="0"/>
                    </a:lnTo>
                    <a:lnTo>
                      <a:pt x="10" y="7"/>
                    </a:lnTo>
                    <a:lnTo>
                      <a:pt x="15" y="25"/>
                    </a:lnTo>
                    <a:lnTo>
                      <a:pt x="17" y="46"/>
                    </a:lnTo>
                    <a:lnTo>
                      <a:pt x="17" y="61"/>
                    </a:lnTo>
                    <a:lnTo>
                      <a:pt x="16" y="74"/>
                    </a:lnTo>
                    <a:lnTo>
                      <a:pt x="17" y="89"/>
                    </a:lnTo>
                    <a:lnTo>
                      <a:pt x="22" y="103"/>
                    </a:lnTo>
                    <a:lnTo>
                      <a:pt x="29" y="11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1" name="Freeform 32">
                <a:extLst>
                  <a:ext uri="{FF2B5EF4-FFF2-40B4-BE49-F238E27FC236}">
                    <a16:creationId xmlns:a16="http://schemas.microsoft.com/office/drawing/2014/main" id="{E065F759-B6BA-4092-B8CB-54779DC8FF65}"/>
                  </a:ext>
                </a:extLst>
              </p:cNvPr>
              <p:cNvSpPr>
                <a:spLocks/>
              </p:cNvSpPr>
              <p:nvPr/>
            </p:nvSpPr>
            <p:spPr bwMode="auto">
              <a:xfrm>
                <a:off x="4429" y="2821"/>
                <a:ext cx="8" cy="9"/>
              </a:xfrm>
              <a:custGeom>
                <a:avLst/>
                <a:gdLst>
                  <a:gd name="T0" fmla="*/ 4 w 16"/>
                  <a:gd name="T1" fmla="*/ 9 h 16"/>
                  <a:gd name="T2" fmla="*/ 6 w 16"/>
                  <a:gd name="T3" fmla="*/ 8 h 16"/>
                  <a:gd name="T4" fmla="*/ 7 w 16"/>
                  <a:gd name="T5" fmla="*/ 8 h 16"/>
                  <a:gd name="T6" fmla="*/ 8 w 16"/>
                  <a:gd name="T7" fmla="*/ 6 h 16"/>
                  <a:gd name="T8" fmla="*/ 8 w 16"/>
                  <a:gd name="T9" fmla="*/ 5 h 16"/>
                  <a:gd name="T10" fmla="*/ 8 w 16"/>
                  <a:gd name="T11" fmla="*/ 2 h 16"/>
                  <a:gd name="T12" fmla="*/ 7 w 16"/>
                  <a:gd name="T13" fmla="*/ 1 h 16"/>
                  <a:gd name="T14" fmla="*/ 6 w 16"/>
                  <a:gd name="T15" fmla="*/ 1 h 16"/>
                  <a:gd name="T16" fmla="*/ 4 w 16"/>
                  <a:gd name="T17" fmla="*/ 0 h 16"/>
                  <a:gd name="T18" fmla="*/ 2 w 16"/>
                  <a:gd name="T19" fmla="*/ 1 h 16"/>
                  <a:gd name="T20" fmla="*/ 1 w 16"/>
                  <a:gd name="T21" fmla="*/ 1 h 16"/>
                  <a:gd name="T22" fmla="*/ 1 w 16"/>
                  <a:gd name="T23" fmla="*/ 2 h 16"/>
                  <a:gd name="T24" fmla="*/ 0 w 16"/>
                  <a:gd name="T25" fmla="*/ 5 h 16"/>
                  <a:gd name="T26" fmla="*/ 1 w 16"/>
                  <a:gd name="T27" fmla="*/ 6 h 16"/>
                  <a:gd name="T28" fmla="*/ 1 w 16"/>
                  <a:gd name="T29" fmla="*/ 8 h 16"/>
                  <a:gd name="T30" fmla="*/ 2 w 16"/>
                  <a:gd name="T31" fmla="*/ 8 h 16"/>
                  <a:gd name="T32" fmla="*/ 4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1" y="15"/>
                    </a:lnTo>
                    <a:lnTo>
                      <a:pt x="14" y="14"/>
                    </a:lnTo>
                    <a:lnTo>
                      <a:pt x="15" y="11"/>
                    </a:lnTo>
                    <a:lnTo>
                      <a:pt x="16" y="8"/>
                    </a:lnTo>
                    <a:lnTo>
                      <a:pt x="15" y="4"/>
                    </a:lnTo>
                    <a:lnTo>
                      <a:pt x="14" y="2"/>
                    </a:lnTo>
                    <a:lnTo>
                      <a:pt x="11" y="1"/>
                    </a:lnTo>
                    <a:lnTo>
                      <a:pt x="8" y="0"/>
                    </a:lnTo>
                    <a:lnTo>
                      <a:pt x="4" y="1"/>
                    </a:lnTo>
                    <a:lnTo>
                      <a:pt x="2" y="2"/>
                    </a:lnTo>
                    <a:lnTo>
                      <a:pt x="1" y="4"/>
                    </a:lnTo>
                    <a:lnTo>
                      <a:pt x="0" y="8"/>
                    </a:lnTo>
                    <a:lnTo>
                      <a:pt x="1" y="11"/>
                    </a:lnTo>
                    <a:lnTo>
                      <a:pt x="2" y="14"/>
                    </a:lnTo>
                    <a:lnTo>
                      <a:pt x="4"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2" name="Freeform 33">
                <a:extLst>
                  <a:ext uri="{FF2B5EF4-FFF2-40B4-BE49-F238E27FC236}">
                    <a16:creationId xmlns:a16="http://schemas.microsoft.com/office/drawing/2014/main" id="{906F09CA-4B4C-44D1-ABB0-085359AA9573}"/>
                  </a:ext>
                </a:extLst>
              </p:cNvPr>
              <p:cNvSpPr>
                <a:spLocks/>
              </p:cNvSpPr>
              <p:nvPr/>
            </p:nvSpPr>
            <p:spPr bwMode="auto">
              <a:xfrm>
                <a:off x="4439" y="2828"/>
                <a:ext cx="9" cy="9"/>
              </a:xfrm>
              <a:custGeom>
                <a:avLst/>
                <a:gdLst>
                  <a:gd name="T0" fmla="*/ 5 w 15"/>
                  <a:gd name="T1" fmla="*/ 9 h 16"/>
                  <a:gd name="T2" fmla="*/ 7 w 15"/>
                  <a:gd name="T3" fmla="*/ 8 h 16"/>
                  <a:gd name="T4" fmla="*/ 8 w 15"/>
                  <a:gd name="T5" fmla="*/ 7 h 16"/>
                  <a:gd name="T6" fmla="*/ 8 w 15"/>
                  <a:gd name="T7" fmla="*/ 6 h 16"/>
                  <a:gd name="T8" fmla="*/ 9 w 15"/>
                  <a:gd name="T9" fmla="*/ 5 h 16"/>
                  <a:gd name="T10" fmla="*/ 8 w 15"/>
                  <a:gd name="T11" fmla="*/ 2 h 16"/>
                  <a:gd name="T12" fmla="*/ 8 w 15"/>
                  <a:gd name="T13" fmla="*/ 1 h 16"/>
                  <a:gd name="T14" fmla="*/ 7 w 15"/>
                  <a:gd name="T15" fmla="*/ 1 h 16"/>
                  <a:gd name="T16" fmla="*/ 5 w 15"/>
                  <a:gd name="T17" fmla="*/ 0 h 16"/>
                  <a:gd name="T18" fmla="*/ 3 w 15"/>
                  <a:gd name="T19" fmla="*/ 1 h 16"/>
                  <a:gd name="T20" fmla="*/ 2 w 15"/>
                  <a:gd name="T21" fmla="*/ 1 h 16"/>
                  <a:gd name="T22" fmla="*/ 1 w 15"/>
                  <a:gd name="T23" fmla="*/ 2 h 16"/>
                  <a:gd name="T24" fmla="*/ 0 w 15"/>
                  <a:gd name="T25" fmla="*/ 5 h 16"/>
                  <a:gd name="T26" fmla="*/ 1 w 15"/>
                  <a:gd name="T27" fmla="*/ 6 h 16"/>
                  <a:gd name="T28" fmla="*/ 2 w 15"/>
                  <a:gd name="T29" fmla="*/ 7 h 16"/>
                  <a:gd name="T30" fmla="*/ 3 w 15"/>
                  <a:gd name="T31" fmla="*/ 8 h 16"/>
                  <a:gd name="T32" fmla="*/ 5 w 15"/>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16">
                    <a:moveTo>
                      <a:pt x="8" y="16"/>
                    </a:moveTo>
                    <a:lnTo>
                      <a:pt x="11" y="14"/>
                    </a:lnTo>
                    <a:lnTo>
                      <a:pt x="13" y="13"/>
                    </a:lnTo>
                    <a:lnTo>
                      <a:pt x="14" y="11"/>
                    </a:lnTo>
                    <a:lnTo>
                      <a:pt x="15" y="8"/>
                    </a:lnTo>
                    <a:lnTo>
                      <a:pt x="14" y="4"/>
                    </a:lnTo>
                    <a:lnTo>
                      <a:pt x="13" y="2"/>
                    </a:lnTo>
                    <a:lnTo>
                      <a:pt x="11" y="1"/>
                    </a:lnTo>
                    <a:lnTo>
                      <a:pt x="8" y="0"/>
                    </a:lnTo>
                    <a:lnTo>
                      <a:pt x="5" y="1"/>
                    </a:lnTo>
                    <a:lnTo>
                      <a:pt x="3" y="2"/>
                    </a:lnTo>
                    <a:lnTo>
                      <a:pt x="2" y="4"/>
                    </a:lnTo>
                    <a:lnTo>
                      <a:pt x="0" y="8"/>
                    </a:lnTo>
                    <a:lnTo>
                      <a:pt x="2" y="11"/>
                    </a:lnTo>
                    <a:lnTo>
                      <a:pt x="3" y="13"/>
                    </a:lnTo>
                    <a:lnTo>
                      <a:pt x="5" y="14"/>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3" name="Freeform 34">
                <a:extLst>
                  <a:ext uri="{FF2B5EF4-FFF2-40B4-BE49-F238E27FC236}">
                    <a16:creationId xmlns:a16="http://schemas.microsoft.com/office/drawing/2014/main" id="{494E1D0F-A86B-4E1B-B7EE-5C8EA458EAB7}"/>
                  </a:ext>
                </a:extLst>
              </p:cNvPr>
              <p:cNvSpPr>
                <a:spLocks/>
              </p:cNvSpPr>
              <p:nvPr/>
            </p:nvSpPr>
            <p:spPr bwMode="auto">
              <a:xfrm>
                <a:off x="4450" y="2835"/>
                <a:ext cx="9" cy="9"/>
              </a:xfrm>
              <a:custGeom>
                <a:avLst/>
                <a:gdLst>
                  <a:gd name="T0" fmla="*/ 5 w 16"/>
                  <a:gd name="T1" fmla="*/ 9 h 16"/>
                  <a:gd name="T2" fmla="*/ 7 w 16"/>
                  <a:gd name="T3" fmla="*/ 8 h 16"/>
                  <a:gd name="T4" fmla="*/ 8 w 16"/>
                  <a:gd name="T5" fmla="*/ 8 h 16"/>
                  <a:gd name="T6" fmla="*/ 8 w 16"/>
                  <a:gd name="T7" fmla="*/ 7 h 16"/>
                  <a:gd name="T8" fmla="*/ 9 w 16"/>
                  <a:gd name="T9" fmla="*/ 5 h 16"/>
                  <a:gd name="T10" fmla="*/ 8 w 16"/>
                  <a:gd name="T11" fmla="*/ 3 h 16"/>
                  <a:gd name="T12" fmla="*/ 8 w 16"/>
                  <a:gd name="T13" fmla="*/ 1 h 16"/>
                  <a:gd name="T14" fmla="*/ 7 w 16"/>
                  <a:gd name="T15" fmla="*/ 1 h 16"/>
                  <a:gd name="T16" fmla="*/ 5 w 16"/>
                  <a:gd name="T17" fmla="*/ 0 h 16"/>
                  <a:gd name="T18" fmla="*/ 3 w 16"/>
                  <a:gd name="T19" fmla="*/ 1 h 16"/>
                  <a:gd name="T20" fmla="*/ 1 w 16"/>
                  <a:gd name="T21" fmla="*/ 1 h 16"/>
                  <a:gd name="T22" fmla="*/ 1 w 16"/>
                  <a:gd name="T23" fmla="*/ 3 h 16"/>
                  <a:gd name="T24" fmla="*/ 0 w 16"/>
                  <a:gd name="T25" fmla="*/ 5 h 16"/>
                  <a:gd name="T26" fmla="*/ 1 w 16"/>
                  <a:gd name="T27" fmla="*/ 7 h 16"/>
                  <a:gd name="T28" fmla="*/ 1 w 16"/>
                  <a:gd name="T29" fmla="*/ 8 h 16"/>
                  <a:gd name="T30" fmla="*/ 3 w 16"/>
                  <a:gd name="T31" fmla="*/ 8 h 16"/>
                  <a:gd name="T32" fmla="*/ 5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2" y="15"/>
                    </a:lnTo>
                    <a:lnTo>
                      <a:pt x="14" y="14"/>
                    </a:lnTo>
                    <a:lnTo>
                      <a:pt x="15" y="12"/>
                    </a:lnTo>
                    <a:lnTo>
                      <a:pt x="16" y="8"/>
                    </a:lnTo>
                    <a:lnTo>
                      <a:pt x="15" y="6"/>
                    </a:lnTo>
                    <a:lnTo>
                      <a:pt x="14" y="2"/>
                    </a:lnTo>
                    <a:lnTo>
                      <a:pt x="12" y="1"/>
                    </a:lnTo>
                    <a:lnTo>
                      <a:pt x="8" y="0"/>
                    </a:lnTo>
                    <a:lnTo>
                      <a:pt x="5" y="1"/>
                    </a:lnTo>
                    <a:lnTo>
                      <a:pt x="2" y="2"/>
                    </a:lnTo>
                    <a:lnTo>
                      <a:pt x="1" y="6"/>
                    </a:lnTo>
                    <a:lnTo>
                      <a:pt x="0" y="8"/>
                    </a:lnTo>
                    <a:lnTo>
                      <a:pt x="1" y="12"/>
                    </a:lnTo>
                    <a:lnTo>
                      <a:pt x="2" y="14"/>
                    </a:lnTo>
                    <a:lnTo>
                      <a:pt x="5"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4" name="Freeform 35">
                <a:extLst>
                  <a:ext uri="{FF2B5EF4-FFF2-40B4-BE49-F238E27FC236}">
                    <a16:creationId xmlns:a16="http://schemas.microsoft.com/office/drawing/2014/main" id="{C453DB80-FD35-4B64-811F-BD4602EE45A8}"/>
                  </a:ext>
                </a:extLst>
              </p:cNvPr>
              <p:cNvSpPr>
                <a:spLocks/>
              </p:cNvSpPr>
              <p:nvPr/>
            </p:nvSpPr>
            <p:spPr bwMode="auto">
              <a:xfrm>
                <a:off x="4422" y="2747"/>
                <a:ext cx="70" cy="75"/>
              </a:xfrm>
              <a:custGeom>
                <a:avLst/>
                <a:gdLst>
                  <a:gd name="T0" fmla="*/ 10 w 128"/>
                  <a:gd name="T1" fmla="*/ 14 h 137"/>
                  <a:gd name="T2" fmla="*/ 6 w 128"/>
                  <a:gd name="T3" fmla="*/ 55 h 137"/>
                  <a:gd name="T4" fmla="*/ 4 w 128"/>
                  <a:gd name="T5" fmla="*/ 71 h 137"/>
                  <a:gd name="T6" fmla="*/ 13 w 128"/>
                  <a:gd name="T7" fmla="*/ 71 h 137"/>
                  <a:gd name="T8" fmla="*/ 16 w 128"/>
                  <a:gd name="T9" fmla="*/ 70 h 137"/>
                  <a:gd name="T10" fmla="*/ 11 w 128"/>
                  <a:gd name="T11" fmla="*/ 67 h 137"/>
                  <a:gd name="T12" fmla="*/ 13 w 128"/>
                  <a:gd name="T13" fmla="*/ 62 h 137"/>
                  <a:gd name="T14" fmla="*/ 19 w 128"/>
                  <a:gd name="T15" fmla="*/ 55 h 137"/>
                  <a:gd name="T16" fmla="*/ 21 w 128"/>
                  <a:gd name="T17" fmla="*/ 50 h 137"/>
                  <a:gd name="T18" fmla="*/ 24 w 128"/>
                  <a:gd name="T19" fmla="*/ 38 h 137"/>
                  <a:gd name="T20" fmla="*/ 26 w 128"/>
                  <a:gd name="T21" fmla="*/ 33 h 137"/>
                  <a:gd name="T22" fmla="*/ 30 w 128"/>
                  <a:gd name="T23" fmla="*/ 31 h 137"/>
                  <a:gd name="T24" fmla="*/ 34 w 128"/>
                  <a:gd name="T25" fmla="*/ 37 h 137"/>
                  <a:gd name="T26" fmla="*/ 42 w 128"/>
                  <a:gd name="T27" fmla="*/ 60 h 137"/>
                  <a:gd name="T28" fmla="*/ 44 w 128"/>
                  <a:gd name="T29" fmla="*/ 70 h 137"/>
                  <a:gd name="T30" fmla="*/ 43 w 128"/>
                  <a:gd name="T31" fmla="*/ 73 h 137"/>
                  <a:gd name="T32" fmla="*/ 45 w 128"/>
                  <a:gd name="T33" fmla="*/ 75 h 137"/>
                  <a:gd name="T34" fmla="*/ 50 w 128"/>
                  <a:gd name="T35" fmla="*/ 74 h 137"/>
                  <a:gd name="T36" fmla="*/ 52 w 128"/>
                  <a:gd name="T37" fmla="*/ 66 h 137"/>
                  <a:gd name="T38" fmla="*/ 51 w 128"/>
                  <a:gd name="T39" fmla="*/ 39 h 137"/>
                  <a:gd name="T40" fmla="*/ 53 w 128"/>
                  <a:gd name="T41" fmla="*/ 31 h 137"/>
                  <a:gd name="T42" fmla="*/ 58 w 128"/>
                  <a:gd name="T43" fmla="*/ 32 h 137"/>
                  <a:gd name="T44" fmla="*/ 63 w 128"/>
                  <a:gd name="T45" fmla="*/ 33 h 137"/>
                  <a:gd name="T46" fmla="*/ 69 w 128"/>
                  <a:gd name="T47" fmla="*/ 38 h 137"/>
                  <a:gd name="T48" fmla="*/ 70 w 128"/>
                  <a:gd name="T49" fmla="*/ 38 h 137"/>
                  <a:gd name="T50" fmla="*/ 67 w 128"/>
                  <a:gd name="T51" fmla="*/ 31 h 137"/>
                  <a:gd name="T52" fmla="*/ 62 w 128"/>
                  <a:gd name="T53" fmla="*/ 28 h 137"/>
                  <a:gd name="T54" fmla="*/ 57 w 128"/>
                  <a:gd name="T55" fmla="*/ 27 h 137"/>
                  <a:gd name="T56" fmla="*/ 51 w 128"/>
                  <a:gd name="T57" fmla="*/ 26 h 137"/>
                  <a:gd name="T58" fmla="*/ 46 w 128"/>
                  <a:gd name="T59" fmla="*/ 25 h 137"/>
                  <a:gd name="T60" fmla="*/ 42 w 128"/>
                  <a:gd name="T61" fmla="*/ 24 h 137"/>
                  <a:gd name="T62" fmla="*/ 35 w 128"/>
                  <a:gd name="T63" fmla="*/ 16 h 137"/>
                  <a:gd name="T64" fmla="*/ 25 w 128"/>
                  <a:gd name="T65" fmla="*/ 8 h 137"/>
                  <a:gd name="T66" fmla="*/ 15 w 128"/>
                  <a:gd name="T67" fmla="*/ 1 h 1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28" h="137">
                    <a:moveTo>
                      <a:pt x="19" y="0"/>
                    </a:moveTo>
                    <a:lnTo>
                      <a:pt x="19" y="25"/>
                    </a:lnTo>
                    <a:lnTo>
                      <a:pt x="16" y="63"/>
                    </a:lnTo>
                    <a:lnTo>
                      <a:pt x="11" y="101"/>
                    </a:lnTo>
                    <a:lnTo>
                      <a:pt x="0" y="129"/>
                    </a:lnTo>
                    <a:lnTo>
                      <a:pt x="7" y="129"/>
                    </a:lnTo>
                    <a:lnTo>
                      <a:pt x="15" y="129"/>
                    </a:lnTo>
                    <a:lnTo>
                      <a:pt x="23" y="130"/>
                    </a:lnTo>
                    <a:lnTo>
                      <a:pt x="29" y="130"/>
                    </a:lnTo>
                    <a:lnTo>
                      <a:pt x="29" y="128"/>
                    </a:lnTo>
                    <a:lnTo>
                      <a:pt x="25" y="125"/>
                    </a:lnTo>
                    <a:lnTo>
                      <a:pt x="21" y="123"/>
                    </a:lnTo>
                    <a:lnTo>
                      <a:pt x="15" y="121"/>
                    </a:lnTo>
                    <a:lnTo>
                      <a:pt x="23" y="114"/>
                    </a:lnTo>
                    <a:lnTo>
                      <a:pt x="30" y="107"/>
                    </a:lnTo>
                    <a:lnTo>
                      <a:pt x="35" y="101"/>
                    </a:lnTo>
                    <a:lnTo>
                      <a:pt x="37" y="97"/>
                    </a:lnTo>
                    <a:lnTo>
                      <a:pt x="39" y="91"/>
                    </a:lnTo>
                    <a:lnTo>
                      <a:pt x="42" y="81"/>
                    </a:lnTo>
                    <a:lnTo>
                      <a:pt x="44" y="70"/>
                    </a:lnTo>
                    <a:lnTo>
                      <a:pt x="44" y="63"/>
                    </a:lnTo>
                    <a:lnTo>
                      <a:pt x="47" y="60"/>
                    </a:lnTo>
                    <a:lnTo>
                      <a:pt x="51" y="58"/>
                    </a:lnTo>
                    <a:lnTo>
                      <a:pt x="55" y="56"/>
                    </a:lnTo>
                    <a:lnTo>
                      <a:pt x="58" y="58"/>
                    </a:lnTo>
                    <a:lnTo>
                      <a:pt x="62" y="68"/>
                    </a:lnTo>
                    <a:lnTo>
                      <a:pt x="69" y="89"/>
                    </a:lnTo>
                    <a:lnTo>
                      <a:pt x="76" y="110"/>
                    </a:lnTo>
                    <a:lnTo>
                      <a:pt x="80" y="123"/>
                    </a:lnTo>
                    <a:lnTo>
                      <a:pt x="80" y="127"/>
                    </a:lnTo>
                    <a:lnTo>
                      <a:pt x="80" y="130"/>
                    </a:lnTo>
                    <a:lnTo>
                      <a:pt x="78" y="134"/>
                    </a:lnTo>
                    <a:lnTo>
                      <a:pt x="77" y="137"/>
                    </a:lnTo>
                    <a:lnTo>
                      <a:pt x="82" y="137"/>
                    </a:lnTo>
                    <a:lnTo>
                      <a:pt x="87" y="137"/>
                    </a:lnTo>
                    <a:lnTo>
                      <a:pt x="91" y="136"/>
                    </a:lnTo>
                    <a:lnTo>
                      <a:pt x="93" y="137"/>
                    </a:lnTo>
                    <a:lnTo>
                      <a:pt x="95" y="121"/>
                    </a:lnTo>
                    <a:lnTo>
                      <a:pt x="95" y="96"/>
                    </a:lnTo>
                    <a:lnTo>
                      <a:pt x="93" y="71"/>
                    </a:lnTo>
                    <a:lnTo>
                      <a:pt x="91" y="58"/>
                    </a:lnTo>
                    <a:lnTo>
                      <a:pt x="96" y="56"/>
                    </a:lnTo>
                    <a:lnTo>
                      <a:pt x="100" y="56"/>
                    </a:lnTo>
                    <a:lnTo>
                      <a:pt x="106" y="58"/>
                    </a:lnTo>
                    <a:lnTo>
                      <a:pt x="112" y="59"/>
                    </a:lnTo>
                    <a:lnTo>
                      <a:pt x="116" y="61"/>
                    </a:lnTo>
                    <a:lnTo>
                      <a:pt x="121" y="64"/>
                    </a:lnTo>
                    <a:lnTo>
                      <a:pt x="126" y="69"/>
                    </a:lnTo>
                    <a:lnTo>
                      <a:pt x="128" y="75"/>
                    </a:lnTo>
                    <a:lnTo>
                      <a:pt x="128" y="70"/>
                    </a:lnTo>
                    <a:lnTo>
                      <a:pt x="126" y="63"/>
                    </a:lnTo>
                    <a:lnTo>
                      <a:pt x="122" y="56"/>
                    </a:lnTo>
                    <a:lnTo>
                      <a:pt x="116" y="52"/>
                    </a:lnTo>
                    <a:lnTo>
                      <a:pt x="113" y="51"/>
                    </a:lnTo>
                    <a:lnTo>
                      <a:pt x="108" y="49"/>
                    </a:lnTo>
                    <a:lnTo>
                      <a:pt x="104" y="49"/>
                    </a:lnTo>
                    <a:lnTo>
                      <a:pt x="98" y="48"/>
                    </a:lnTo>
                    <a:lnTo>
                      <a:pt x="93" y="47"/>
                    </a:lnTo>
                    <a:lnTo>
                      <a:pt x="88" y="47"/>
                    </a:lnTo>
                    <a:lnTo>
                      <a:pt x="84" y="46"/>
                    </a:lnTo>
                    <a:lnTo>
                      <a:pt x="81" y="45"/>
                    </a:lnTo>
                    <a:lnTo>
                      <a:pt x="77" y="43"/>
                    </a:lnTo>
                    <a:lnTo>
                      <a:pt x="70" y="37"/>
                    </a:lnTo>
                    <a:lnTo>
                      <a:pt x="64" y="30"/>
                    </a:lnTo>
                    <a:lnTo>
                      <a:pt x="54" y="22"/>
                    </a:lnTo>
                    <a:lnTo>
                      <a:pt x="45" y="14"/>
                    </a:lnTo>
                    <a:lnTo>
                      <a:pt x="36" y="7"/>
                    </a:lnTo>
                    <a:lnTo>
                      <a:pt x="27" y="2"/>
                    </a:lnTo>
                    <a:lnTo>
                      <a:pt x="1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5" name="Freeform 36">
                <a:extLst>
                  <a:ext uri="{FF2B5EF4-FFF2-40B4-BE49-F238E27FC236}">
                    <a16:creationId xmlns:a16="http://schemas.microsoft.com/office/drawing/2014/main" id="{48ADEBCA-59E5-4B71-8AED-98A8644731CB}"/>
                  </a:ext>
                </a:extLst>
              </p:cNvPr>
              <p:cNvSpPr>
                <a:spLocks/>
              </p:cNvSpPr>
              <p:nvPr/>
            </p:nvSpPr>
            <p:spPr bwMode="auto">
              <a:xfrm>
                <a:off x="4374" y="2786"/>
                <a:ext cx="49" cy="29"/>
              </a:xfrm>
              <a:custGeom>
                <a:avLst/>
                <a:gdLst>
                  <a:gd name="T0" fmla="*/ 3 w 90"/>
                  <a:gd name="T1" fmla="*/ 1 h 53"/>
                  <a:gd name="T2" fmla="*/ 6 w 90"/>
                  <a:gd name="T3" fmla="*/ 3 h 53"/>
                  <a:gd name="T4" fmla="*/ 8 w 90"/>
                  <a:gd name="T5" fmla="*/ 4 h 53"/>
                  <a:gd name="T6" fmla="*/ 11 w 90"/>
                  <a:gd name="T7" fmla="*/ 7 h 53"/>
                  <a:gd name="T8" fmla="*/ 14 w 90"/>
                  <a:gd name="T9" fmla="*/ 8 h 53"/>
                  <a:gd name="T10" fmla="*/ 16 w 90"/>
                  <a:gd name="T11" fmla="*/ 10 h 53"/>
                  <a:gd name="T12" fmla="*/ 19 w 90"/>
                  <a:gd name="T13" fmla="*/ 11 h 53"/>
                  <a:gd name="T14" fmla="*/ 22 w 90"/>
                  <a:gd name="T15" fmla="*/ 11 h 53"/>
                  <a:gd name="T16" fmla="*/ 23 w 90"/>
                  <a:gd name="T17" fmla="*/ 12 h 53"/>
                  <a:gd name="T18" fmla="*/ 26 w 90"/>
                  <a:gd name="T19" fmla="*/ 12 h 53"/>
                  <a:gd name="T20" fmla="*/ 28 w 90"/>
                  <a:gd name="T21" fmla="*/ 12 h 53"/>
                  <a:gd name="T22" fmla="*/ 32 w 90"/>
                  <a:gd name="T23" fmla="*/ 12 h 53"/>
                  <a:gd name="T24" fmla="*/ 35 w 90"/>
                  <a:gd name="T25" fmla="*/ 11 h 53"/>
                  <a:gd name="T26" fmla="*/ 39 w 90"/>
                  <a:gd name="T27" fmla="*/ 11 h 53"/>
                  <a:gd name="T28" fmla="*/ 42 w 90"/>
                  <a:gd name="T29" fmla="*/ 10 h 53"/>
                  <a:gd name="T30" fmla="*/ 45 w 90"/>
                  <a:gd name="T31" fmla="*/ 8 h 53"/>
                  <a:gd name="T32" fmla="*/ 49 w 90"/>
                  <a:gd name="T33" fmla="*/ 5 h 53"/>
                  <a:gd name="T34" fmla="*/ 47 w 90"/>
                  <a:gd name="T35" fmla="*/ 11 h 53"/>
                  <a:gd name="T36" fmla="*/ 44 w 90"/>
                  <a:gd name="T37" fmla="*/ 18 h 53"/>
                  <a:gd name="T38" fmla="*/ 40 w 90"/>
                  <a:gd name="T39" fmla="*/ 25 h 53"/>
                  <a:gd name="T40" fmla="*/ 39 w 90"/>
                  <a:gd name="T41" fmla="*/ 29 h 53"/>
                  <a:gd name="T42" fmla="*/ 36 w 90"/>
                  <a:gd name="T43" fmla="*/ 28 h 53"/>
                  <a:gd name="T44" fmla="*/ 36 w 90"/>
                  <a:gd name="T45" fmla="*/ 25 h 53"/>
                  <a:gd name="T46" fmla="*/ 38 w 90"/>
                  <a:gd name="T47" fmla="*/ 20 h 53"/>
                  <a:gd name="T48" fmla="*/ 40 w 90"/>
                  <a:gd name="T49" fmla="*/ 15 h 53"/>
                  <a:gd name="T50" fmla="*/ 37 w 90"/>
                  <a:gd name="T51" fmla="*/ 16 h 53"/>
                  <a:gd name="T52" fmla="*/ 35 w 90"/>
                  <a:gd name="T53" fmla="*/ 18 h 53"/>
                  <a:gd name="T54" fmla="*/ 32 w 90"/>
                  <a:gd name="T55" fmla="*/ 19 h 53"/>
                  <a:gd name="T56" fmla="*/ 28 w 90"/>
                  <a:gd name="T57" fmla="*/ 20 h 53"/>
                  <a:gd name="T58" fmla="*/ 24 w 90"/>
                  <a:gd name="T59" fmla="*/ 20 h 53"/>
                  <a:gd name="T60" fmla="*/ 22 w 90"/>
                  <a:gd name="T61" fmla="*/ 21 h 53"/>
                  <a:gd name="T62" fmla="*/ 19 w 90"/>
                  <a:gd name="T63" fmla="*/ 21 h 53"/>
                  <a:gd name="T64" fmla="*/ 16 w 90"/>
                  <a:gd name="T65" fmla="*/ 20 h 53"/>
                  <a:gd name="T66" fmla="*/ 11 w 90"/>
                  <a:gd name="T67" fmla="*/ 18 h 53"/>
                  <a:gd name="T68" fmla="*/ 7 w 90"/>
                  <a:gd name="T69" fmla="*/ 14 h 53"/>
                  <a:gd name="T70" fmla="*/ 3 w 90"/>
                  <a:gd name="T71" fmla="*/ 9 h 53"/>
                  <a:gd name="T72" fmla="*/ 1 w 90"/>
                  <a:gd name="T73" fmla="*/ 5 h 53"/>
                  <a:gd name="T74" fmla="*/ 0 w 90"/>
                  <a:gd name="T75" fmla="*/ 3 h 53"/>
                  <a:gd name="T76" fmla="*/ 0 w 90"/>
                  <a:gd name="T77" fmla="*/ 1 h 53"/>
                  <a:gd name="T78" fmla="*/ 1 w 90"/>
                  <a:gd name="T79" fmla="*/ 0 h 53"/>
                  <a:gd name="T80" fmla="*/ 3 w 90"/>
                  <a:gd name="T81" fmla="*/ 1 h 5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0" h="53">
                    <a:moveTo>
                      <a:pt x="6" y="1"/>
                    </a:moveTo>
                    <a:lnTo>
                      <a:pt x="11" y="5"/>
                    </a:lnTo>
                    <a:lnTo>
                      <a:pt x="15" y="8"/>
                    </a:lnTo>
                    <a:lnTo>
                      <a:pt x="20" y="12"/>
                    </a:lnTo>
                    <a:lnTo>
                      <a:pt x="26" y="15"/>
                    </a:lnTo>
                    <a:lnTo>
                      <a:pt x="30" y="18"/>
                    </a:lnTo>
                    <a:lnTo>
                      <a:pt x="35" y="20"/>
                    </a:lnTo>
                    <a:lnTo>
                      <a:pt x="40" y="21"/>
                    </a:lnTo>
                    <a:lnTo>
                      <a:pt x="43" y="22"/>
                    </a:lnTo>
                    <a:lnTo>
                      <a:pt x="48" y="22"/>
                    </a:lnTo>
                    <a:lnTo>
                      <a:pt x="52" y="22"/>
                    </a:lnTo>
                    <a:lnTo>
                      <a:pt x="58" y="22"/>
                    </a:lnTo>
                    <a:lnTo>
                      <a:pt x="64" y="21"/>
                    </a:lnTo>
                    <a:lnTo>
                      <a:pt x="71" y="20"/>
                    </a:lnTo>
                    <a:lnTo>
                      <a:pt x="78" y="18"/>
                    </a:lnTo>
                    <a:lnTo>
                      <a:pt x="83" y="14"/>
                    </a:lnTo>
                    <a:lnTo>
                      <a:pt x="90" y="10"/>
                    </a:lnTo>
                    <a:lnTo>
                      <a:pt x="86" y="20"/>
                    </a:lnTo>
                    <a:lnTo>
                      <a:pt x="80" y="33"/>
                    </a:lnTo>
                    <a:lnTo>
                      <a:pt x="74" y="45"/>
                    </a:lnTo>
                    <a:lnTo>
                      <a:pt x="72" y="53"/>
                    </a:lnTo>
                    <a:lnTo>
                      <a:pt x="67" y="51"/>
                    </a:lnTo>
                    <a:lnTo>
                      <a:pt x="67" y="45"/>
                    </a:lnTo>
                    <a:lnTo>
                      <a:pt x="70" y="37"/>
                    </a:lnTo>
                    <a:lnTo>
                      <a:pt x="73" y="28"/>
                    </a:lnTo>
                    <a:lnTo>
                      <a:pt x="68" y="30"/>
                    </a:lnTo>
                    <a:lnTo>
                      <a:pt x="64" y="33"/>
                    </a:lnTo>
                    <a:lnTo>
                      <a:pt x="58" y="35"/>
                    </a:lnTo>
                    <a:lnTo>
                      <a:pt x="51" y="36"/>
                    </a:lnTo>
                    <a:lnTo>
                      <a:pt x="45" y="37"/>
                    </a:lnTo>
                    <a:lnTo>
                      <a:pt x="40" y="38"/>
                    </a:lnTo>
                    <a:lnTo>
                      <a:pt x="34" y="38"/>
                    </a:lnTo>
                    <a:lnTo>
                      <a:pt x="29" y="37"/>
                    </a:lnTo>
                    <a:lnTo>
                      <a:pt x="21" y="33"/>
                    </a:lnTo>
                    <a:lnTo>
                      <a:pt x="13" y="25"/>
                    </a:lnTo>
                    <a:lnTo>
                      <a:pt x="6" y="16"/>
                    </a:lnTo>
                    <a:lnTo>
                      <a:pt x="2" y="10"/>
                    </a:lnTo>
                    <a:lnTo>
                      <a:pt x="0" y="5"/>
                    </a:lnTo>
                    <a:lnTo>
                      <a:pt x="0" y="1"/>
                    </a:lnTo>
                    <a:lnTo>
                      <a:pt x="2" y="0"/>
                    </a:lnTo>
                    <a:lnTo>
                      <a:pt x="6"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6" name="Freeform 37">
                <a:extLst>
                  <a:ext uri="{FF2B5EF4-FFF2-40B4-BE49-F238E27FC236}">
                    <a16:creationId xmlns:a16="http://schemas.microsoft.com/office/drawing/2014/main" id="{BB79513A-A589-4516-8115-B639DEEF3FFA}"/>
                  </a:ext>
                </a:extLst>
              </p:cNvPr>
              <p:cNvSpPr>
                <a:spLocks/>
              </p:cNvSpPr>
              <p:nvPr/>
            </p:nvSpPr>
            <p:spPr bwMode="auto">
              <a:xfrm>
                <a:off x="4373" y="3503"/>
                <a:ext cx="37" cy="14"/>
              </a:xfrm>
              <a:custGeom>
                <a:avLst/>
                <a:gdLst>
                  <a:gd name="T0" fmla="*/ 16 w 68"/>
                  <a:gd name="T1" fmla="*/ 0 h 28"/>
                  <a:gd name="T2" fmla="*/ 19 w 68"/>
                  <a:gd name="T3" fmla="*/ 1 h 28"/>
                  <a:gd name="T4" fmla="*/ 22 w 68"/>
                  <a:gd name="T5" fmla="*/ 2 h 28"/>
                  <a:gd name="T6" fmla="*/ 24 w 68"/>
                  <a:gd name="T7" fmla="*/ 3 h 28"/>
                  <a:gd name="T8" fmla="*/ 28 w 68"/>
                  <a:gd name="T9" fmla="*/ 3 h 28"/>
                  <a:gd name="T10" fmla="*/ 30 w 68"/>
                  <a:gd name="T11" fmla="*/ 3 h 28"/>
                  <a:gd name="T12" fmla="*/ 33 w 68"/>
                  <a:gd name="T13" fmla="*/ 3 h 28"/>
                  <a:gd name="T14" fmla="*/ 35 w 68"/>
                  <a:gd name="T15" fmla="*/ 3 h 28"/>
                  <a:gd name="T16" fmla="*/ 37 w 68"/>
                  <a:gd name="T17" fmla="*/ 3 h 28"/>
                  <a:gd name="T18" fmla="*/ 36 w 68"/>
                  <a:gd name="T19" fmla="*/ 4 h 28"/>
                  <a:gd name="T20" fmla="*/ 36 w 68"/>
                  <a:gd name="T21" fmla="*/ 5 h 28"/>
                  <a:gd name="T22" fmla="*/ 36 w 68"/>
                  <a:gd name="T23" fmla="*/ 7 h 28"/>
                  <a:gd name="T24" fmla="*/ 36 w 68"/>
                  <a:gd name="T25" fmla="*/ 8 h 28"/>
                  <a:gd name="T26" fmla="*/ 34 w 68"/>
                  <a:gd name="T27" fmla="*/ 10 h 28"/>
                  <a:gd name="T28" fmla="*/ 31 w 68"/>
                  <a:gd name="T29" fmla="*/ 11 h 28"/>
                  <a:gd name="T30" fmla="*/ 27 w 68"/>
                  <a:gd name="T31" fmla="*/ 12 h 28"/>
                  <a:gd name="T32" fmla="*/ 22 w 68"/>
                  <a:gd name="T33" fmla="*/ 14 h 28"/>
                  <a:gd name="T34" fmla="*/ 17 w 68"/>
                  <a:gd name="T35" fmla="*/ 14 h 28"/>
                  <a:gd name="T36" fmla="*/ 11 w 68"/>
                  <a:gd name="T37" fmla="*/ 14 h 28"/>
                  <a:gd name="T38" fmla="*/ 6 w 68"/>
                  <a:gd name="T39" fmla="*/ 13 h 28"/>
                  <a:gd name="T40" fmla="*/ 0 w 68"/>
                  <a:gd name="T41" fmla="*/ 11 h 28"/>
                  <a:gd name="T42" fmla="*/ 5 w 68"/>
                  <a:gd name="T43" fmla="*/ 11 h 28"/>
                  <a:gd name="T44" fmla="*/ 10 w 68"/>
                  <a:gd name="T45" fmla="*/ 11 h 28"/>
                  <a:gd name="T46" fmla="*/ 14 w 68"/>
                  <a:gd name="T47" fmla="*/ 11 h 28"/>
                  <a:gd name="T48" fmla="*/ 19 w 68"/>
                  <a:gd name="T49" fmla="*/ 10 h 28"/>
                  <a:gd name="T50" fmla="*/ 21 w 68"/>
                  <a:gd name="T51" fmla="*/ 9 h 28"/>
                  <a:gd name="T52" fmla="*/ 24 w 68"/>
                  <a:gd name="T53" fmla="*/ 8 h 28"/>
                  <a:gd name="T54" fmla="*/ 26 w 68"/>
                  <a:gd name="T55" fmla="*/ 7 h 28"/>
                  <a:gd name="T56" fmla="*/ 27 w 68"/>
                  <a:gd name="T57" fmla="*/ 7 h 28"/>
                  <a:gd name="T58" fmla="*/ 26 w 68"/>
                  <a:gd name="T59" fmla="*/ 6 h 28"/>
                  <a:gd name="T60" fmla="*/ 23 w 68"/>
                  <a:gd name="T61" fmla="*/ 3 h 28"/>
                  <a:gd name="T62" fmla="*/ 20 w 68"/>
                  <a:gd name="T63" fmla="*/ 1 h 28"/>
                  <a:gd name="T64" fmla="*/ 16 w 68"/>
                  <a:gd name="T65" fmla="*/ 0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8" h="28">
                    <a:moveTo>
                      <a:pt x="29" y="0"/>
                    </a:moveTo>
                    <a:lnTo>
                      <a:pt x="35" y="1"/>
                    </a:lnTo>
                    <a:lnTo>
                      <a:pt x="41" y="4"/>
                    </a:lnTo>
                    <a:lnTo>
                      <a:pt x="45" y="5"/>
                    </a:lnTo>
                    <a:lnTo>
                      <a:pt x="51" y="5"/>
                    </a:lnTo>
                    <a:lnTo>
                      <a:pt x="56" y="6"/>
                    </a:lnTo>
                    <a:lnTo>
                      <a:pt x="60" y="6"/>
                    </a:lnTo>
                    <a:lnTo>
                      <a:pt x="65" y="6"/>
                    </a:lnTo>
                    <a:lnTo>
                      <a:pt x="68" y="5"/>
                    </a:lnTo>
                    <a:lnTo>
                      <a:pt x="67" y="7"/>
                    </a:lnTo>
                    <a:lnTo>
                      <a:pt x="66" y="9"/>
                    </a:lnTo>
                    <a:lnTo>
                      <a:pt x="66" y="13"/>
                    </a:lnTo>
                    <a:lnTo>
                      <a:pt x="67" y="15"/>
                    </a:lnTo>
                    <a:lnTo>
                      <a:pt x="63" y="19"/>
                    </a:lnTo>
                    <a:lnTo>
                      <a:pt x="57" y="21"/>
                    </a:lnTo>
                    <a:lnTo>
                      <a:pt x="49" y="24"/>
                    </a:lnTo>
                    <a:lnTo>
                      <a:pt x="41" y="27"/>
                    </a:lnTo>
                    <a:lnTo>
                      <a:pt x="31" y="28"/>
                    </a:lnTo>
                    <a:lnTo>
                      <a:pt x="21" y="28"/>
                    </a:lnTo>
                    <a:lnTo>
                      <a:pt x="11" y="25"/>
                    </a:lnTo>
                    <a:lnTo>
                      <a:pt x="0" y="22"/>
                    </a:lnTo>
                    <a:lnTo>
                      <a:pt x="10" y="22"/>
                    </a:lnTo>
                    <a:lnTo>
                      <a:pt x="18" y="22"/>
                    </a:lnTo>
                    <a:lnTo>
                      <a:pt x="26" y="21"/>
                    </a:lnTo>
                    <a:lnTo>
                      <a:pt x="34" y="19"/>
                    </a:lnTo>
                    <a:lnTo>
                      <a:pt x="39" y="17"/>
                    </a:lnTo>
                    <a:lnTo>
                      <a:pt x="44" y="16"/>
                    </a:lnTo>
                    <a:lnTo>
                      <a:pt x="48" y="14"/>
                    </a:lnTo>
                    <a:lnTo>
                      <a:pt x="49" y="13"/>
                    </a:lnTo>
                    <a:lnTo>
                      <a:pt x="48" y="11"/>
                    </a:lnTo>
                    <a:lnTo>
                      <a:pt x="43" y="6"/>
                    </a:lnTo>
                    <a:lnTo>
                      <a:pt x="36" y="2"/>
                    </a:lnTo>
                    <a:lnTo>
                      <a:pt x="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7" name="Freeform 38">
                <a:extLst>
                  <a:ext uri="{FF2B5EF4-FFF2-40B4-BE49-F238E27FC236}">
                    <a16:creationId xmlns:a16="http://schemas.microsoft.com/office/drawing/2014/main" id="{1E77B502-7720-40C1-9DF5-3E7436E5748F}"/>
                  </a:ext>
                </a:extLst>
              </p:cNvPr>
              <p:cNvSpPr>
                <a:spLocks/>
              </p:cNvSpPr>
              <p:nvPr/>
            </p:nvSpPr>
            <p:spPr bwMode="auto">
              <a:xfrm>
                <a:off x="4154" y="3483"/>
                <a:ext cx="65" cy="25"/>
              </a:xfrm>
              <a:custGeom>
                <a:avLst/>
                <a:gdLst>
                  <a:gd name="T0" fmla="*/ 0 w 119"/>
                  <a:gd name="T1" fmla="*/ 25 h 45"/>
                  <a:gd name="T2" fmla="*/ 3 w 119"/>
                  <a:gd name="T3" fmla="*/ 22 h 45"/>
                  <a:gd name="T4" fmla="*/ 7 w 119"/>
                  <a:gd name="T5" fmla="*/ 19 h 45"/>
                  <a:gd name="T6" fmla="*/ 10 w 119"/>
                  <a:gd name="T7" fmla="*/ 17 h 45"/>
                  <a:gd name="T8" fmla="*/ 14 w 119"/>
                  <a:gd name="T9" fmla="*/ 15 h 45"/>
                  <a:gd name="T10" fmla="*/ 16 w 119"/>
                  <a:gd name="T11" fmla="*/ 14 h 45"/>
                  <a:gd name="T12" fmla="*/ 19 w 119"/>
                  <a:gd name="T13" fmla="*/ 14 h 45"/>
                  <a:gd name="T14" fmla="*/ 23 w 119"/>
                  <a:gd name="T15" fmla="*/ 14 h 45"/>
                  <a:gd name="T16" fmla="*/ 28 w 119"/>
                  <a:gd name="T17" fmla="*/ 13 h 45"/>
                  <a:gd name="T18" fmla="*/ 33 w 119"/>
                  <a:gd name="T19" fmla="*/ 13 h 45"/>
                  <a:gd name="T20" fmla="*/ 37 w 119"/>
                  <a:gd name="T21" fmla="*/ 12 h 45"/>
                  <a:gd name="T22" fmla="*/ 41 w 119"/>
                  <a:gd name="T23" fmla="*/ 12 h 45"/>
                  <a:gd name="T24" fmla="*/ 44 w 119"/>
                  <a:gd name="T25" fmla="*/ 12 h 45"/>
                  <a:gd name="T26" fmla="*/ 46 w 119"/>
                  <a:gd name="T27" fmla="*/ 8 h 45"/>
                  <a:gd name="T28" fmla="*/ 49 w 119"/>
                  <a:gd name="T29" fmla="*/ 5 h 45"/>
                  <a:gd name="T30" fmla="*/ 53 w 119"/>
                  <a:gd name="T31" fmla="*/ 2 h 45"/>
                  <a:gd name="T32" fmla="*/ 57 w 119"/>
                  <a:gd name="T33" fmla="*/ 0 h 45"/>
                  <a:gd name="T34" fmla="*/ 60 w 119"/>
                  <a:gd name="T35" fmla="*/ 0 h 45"/>
                  <a:gd name="T36" fmla="*/ 62 w 119"/>
                  <a:gd name="T37" fmla="*/ 1 h 45"/>
                  <a:gd name="T38" fmla="*/ 64 w 119"/>
                  <a:gd name="T39" fmla="*/ 2 h 45"/>
                  <a:gd name="T40" fmla="*/ 65 w 119"/>
                  <a:gd name="T41" fmla="*/ 3 h 45"/>
                  <a:gd name="T42" fmla="*/ 61 w 119"/>
                  <a:gd name="T43" fmla="*/ 4 h 45"/>
                  <a:gd name="T44" fmla="*/ 56 w 119"/>
                  <a:gd name="T45" fmla="*/ 6 h 45"/>
                  <a:gd name="T46" fmla="*/ 52 w 119"/>
                  <a:gd name="T47" fmla="*/ 8 h 45"/>
                  <a:gd name="T48" fmla="*/ 49 w 119"/>
                  <a:gd name="T49" fmla="*/ 11 h 45"/>
                  <a:gd name="T50" fmla="*/ 51 w 119"/>
                  <a:gd name="T51" fmla="*/ 14 h 45"/>
                  <a:gd name="T52" fmla="*/ 52 w 119"/>
                  <a:gd name="T53" fmla="*/ 17 h 45"/>
                  <a:gd name="T54" fmla="*/ 54 w 119"/>
                  <a:gd name="T55" fmla="*/ 20 h 45"/>
                  <a:gd name="T56" fmla="*/ 57 w 119"/>
                  <a:gd name="T57" fmla="*/ 23 h 45"/>
                  <a:gd name="T58" fmla="*/ 53 w 119"/>
                  <a:gd name="T59" fmla="*/ 22 h 45"/>
                  <a:gd name="T60" fmla="*/ 48 w 119"/>
                  <a:gd name="T61" fmla="*/ 19 h 45"/>
                  <a:gd name="T62" fmla="*/ 44 w 119"/>
                  <a:gd name="T63" fmla="*/ 17 h 45"/>
                  <a:gd name="T64" fmla="*/ 41 w 119"/>
                  <a:gd name="T65" fmla="*/ 15 h 45"/>
                  <a:gd name="T66" fmla="*/ 40 w 119"/>
                  <a:gd name="T67" fmla="*/ 16 h 45"/>
                  <a:gd name="T68" fmla="*/ 39 w 119"/>
                  <a:gd name="T69" fmla="*/ 18 h 45"/>
                  <a:gd name="T70" fmla="*/ 40 w 119"/>
                  <a:gd name="T71" fmla="*/ 19 h 45"/>
                  <a:gd name="T72" fmla="*/ 41 w 119"/>
                  <a:gd name="T73" fmla="*/ 21 h 45"/>
                  <a:gd name="T74" fmla="*/ 40 w 119"/>
                  <a:gd name="T75" fmla="*/ 22 h 45"/>
                  <a:gd name="T76" fmla="*/ 39 w 119"/>
                  <a:gd name="T77" fmla="*/ 22 h 45"/>
                  <a:gd name="T78" fmla="*/ 38 w 119"/>
                  <a:gd name="T79" fmla="*/ 23 h 45"/>
                  <a:gd name="T80" fmla="*/ 37 w 119"/>
                  <a:gd name="T81" fmla="*/ 23 h 45"/>
                  <a:gd name="T82" fmla="*/ 34 w 119"/>
                  <a:gd name="T83" fmla="*/ 22 h 45"/>
                  <a:gd name="T84" fmla="*/ 31 w 119"/>
                  <a:gd name="T85" fmla="*/ 21 h 45"/>
                  <a:gd name="T86" fmla="*/ 26 w 119"/>
                  <a:gd name="T87" fmla="*/ 20 h 45"/>
                  <a:gd name="T88" fmla="*/ 22 w 119"/>
                  <a:gd name="T89" fmla="*/ 19 h 45"/>
                  <a:gd name="T90" fmla="*/ 16 w 119"/>
                  <a:gd name="T91" fmla="*/ 20 h 45"/>
                  <a:gd name="T92" fmla="*/ 11 w 119"/>
                  <a:gd name="T93" fmla="*/ 21 h 45"/>
                  <a:gd name="T94" fmla="*/ 5 w 119"/>
                  <a:gd name="T95" fmla="*/ 22 h 45"/>
                  <a:gd name="T96" fmla="*/ 0 w 119"/>
                  <a:gd name="T97" fmla="*/ 25 h 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9" h="45">
                    <a:moveTo>
                      <a:pt x="0" y="45"/>
                    </a:moveTo>
                    <a:lnTo>
                      <a:pt x="6" y="40"/>
                    </a:lnTo>
                    <a:lnTo>
                      <a:pt x="12" y="34"/>
                    </a:lnTo>
                    <a:lnTo>
                      <a:pt x="19" y="30"/>
                    </a:lnTo>
                    <a:lnTo>
                      <a:pt x="25" y="27"/>
                    </a:lnTo>
                    <a:lnTo>
                      <a:pt x="29" y="26"/>
                    </a:lnTo>
                    <a:lnTo>
                      <a:pt x="35" y="26"/>
                    </a:lnTo>
                    <a:lnTo>
                      <a:pt x="43" y="25"/>
                    </a:lnTo>
                    <a:lnTo>
                      <a:pt x="52" y="24"/>
                    </a:lnTo>
                    <a:lnTo>
                      <a:pt x="60" y="23"/>
                    </a:lnTo>
                    <a:lnTo>
                      <a:pt x="68" y="21"/>
                    </a:lnTo>
                    <a:lnTo>
                      <a:pt x="75" y="21"/>
                    </a:lnTo>
                    <a:lnTo>
                      <a:pt x="80" y="21"/>
                    </a:lnTo>
                    <a:lnTo>
                      <a:pt x="85" y="15"/>
                    </a:lnTo>
                    <a:lnTo>
                      <a:pt x="90" y="9"/>
                    </a:lnTo>
                    <a:lnTo>
                      <a:pt x="97" y="3"/>
                    </a:lnTo>
                    <a:lnTo>
                      <a:pt x="104" y="0"/>
                    </a:lnTo>
                    <a:lnTo>
                      <a:pt x="109" y="0"/>
                    </a:lnTo>
                    <a:lnTo>
                      <a:pt x="113" y="2"/>
                    </a:lnTo>
                    <a:lnTo>
                      <a:pt x="117" y="3"/>
                    </a:lnTo>
                    <a:lnTo>
                      <a:pt x="119" y="5"/>
                    </a:lnTo>
                    <a:lnTo>
                      <a:pt x="111" y="8"/>
                    </a:lnTo>
                    <a:lnTo>
                      <a:pt x="103" y="10"/>
                    </a:lnTo>
                    <a:lnTo>
                      <a:pt x="95" y="15"/>
                    </a:lnTo>
                    <a:lnTo>
                      <a:pt x="90" y="19"/>
                    </a:lnTo>
                    <a:lnTo>
                      <a:pt x="93" y="25"/>
                    </a:lnTo>
                    <a:lnTo>
                      <a:pt x="96" y="31"/>
                    </a:lnTo>
                    <a:lnTo>
                      <a:pt x="99" y="36"/>
                    </a:lnTo>
                    <a:lnTo>
                      <a:pt x="105" y="42"/>
                    </a:lnTo>
                    <a:lnTo>
                      <a:pt x="97" y="39"/>
                    </a:lnTo>
                    <a:lnTo>
                      <a:pt x="88" y="34"/>
                    </a:lnTo>
                    <a:lnTo>
                      <a:pt x="80" y="30"/>
                    </a:lnTo>
                    <a:lnTo>
                      <a:pt x="75" y="27"/>
                    </a:lnTo>
                    <a:lnTo>
                      <a:pt x="73" y="28"/>
                    </a:lnTo>
                    <a:lnTo>
                      <a:pt x="72" y="32"/>
                    </a:lnTo>
                    <a:lnTo>
                      <a:pt x="73" y="34"/>
                    </a:lnTo>
                    <a:lnTo>
                      <a:pt x="75" y="38"/>
                    </a:lnTo>
                    <a:lnTo>
                      <a:pt x="73" y="39"/>
                    </a:lnTo>
                    <a:lnTo>
                      <a:pt x="72" y="40"/>
                    </a:lnTo>
                    <a:lnTo>
                      <a:pt x="70" y="41"/>
                    </a:lnTo>
                    <a:lnTo>
                      <a:pt x="67" y="42"/>
                    </a:lnTo>
                    <a:lnTo>
                      <a:pt x="63" y="40"/>
                    </a:lnTo>
                    <a:lnTo>
                      <a:pt x="56" y="38"/>
                    </a:lnTo>
                    <a:lnTo>
                      <a:pt x="48" y="36"/>
                    </a:lnTo>
                    <a:lnTo>
                      <a:pt x="40" y="35"/>
                    </a:lnTo>
                    <a:lnTo>
                      <a:pt x="29" y="36"/>
                    </a:lnTo>
                    <a:lnTo>
                      <a:pt x="20" y="38"/>
                    </a:lnTo>
                    <a:lnTo>
                      <a:pt x="10" y="40"/>
                    </a:lnTo>
                    <a:lnTo>
                      <a:pt x="0" y="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8" name="Freeform 39">
                <a:extLst>
                  <a:ext uri="{FF2B5EF4-FFF2-40B4-BE49-F238E27FC236}">
                    <a16:creationId xmlns:a16="http://schemas.microsoft.com/office/drawing/2014/main" id="{33F932E5-069A-414D-91A1-ACF442B9948B}"/>
                  </a:ext>
                </a:extLst>
              </p:cNvPr>
              <p:cNvSpPr>
                <a:spLocks/>
              </p:cNvSpPr>
              <p:nvPr/>
            </p:nvSpPr>
            <p:spPr bwMode="auto">
              <a:xfrm>
                <a:off x="4269" y="2393"/>
                <a:ext cx="142" cy="207"/>
              </a:xfrm>
              <a:custGeom>
                <a:avLst/>
                <a:gdLst>
                  <a:gd name="T0" fmla="*/ 137 w 260"/>
                  <a:gd name="T1" fmla="*/ 86 h 380"/>
                  <a:gd name="T2" fmla="*/ 135 w 260"/>
                  <a:gd name="T3" fmla="*/ 78 h 380"/>
                  <a:gd name="T4" fmla="*/ 135 w 260"/>
                  <a:gd name="T5" fmla="*/ 69 h 380"/>
                  <a:gd name="T6" fmla="*/ 133 w 260"/>
                  <a:gd name="T7" fmla="*/ 62 h 380"/>
                  <a:gd name="T8" fmla="*/ 131 w 260"/>
                  <a:gd name="T9" fmla="*/ 56 h 380"/>
                  <a:gd name="T10" fmla="*/ 131 w 260"/>
                  <a:gd name="T11" fmla="*/ 51 h 380"/>
                  <a:gd name="T12" fmla="*/ 129 w 260"/>
                  <a:gd name="T13" fmla="*/ 46 h 380"/>
                  <a:gd name="T14" fmla="*/ 132 w 260"/>
                  <a:gd name="T15" fmla="*/ 44 h 380"/>
                  <a:gd name="T16" fmla="*/ 129 w 260"/>
                  <a:gd name="T17" fmla="*/ 36 h 380"/>
                  <a:gd name="T18" fmla="*/ 120 w 260"/>
                  <a:gd name="T19" fmla="*/ 25 h 380"/>
                  <a:gd name="T20" fmla="*/ 116 w 260"/>
                  <a:gd name="T21" fmla="*/ 21 h 380"/>
                  <a:gd name="T22" fmla="*/ 110 w 260"/>
                  <a:gd name="T23" fmla="*/ 16 h 380"/>
                  <a:gd name="T24" fmla="*/ 102 w 260"/>
                  <a:gd name="T25" fmla="*/ 9 h 380"/>
                  <a:gd name="T26" fmla="*/ 94 w 260"/>
                  <a:gd name="T27" fmla="*/ 4 h 380"/>
                  <a:gd name="T28" fmla="*/ 86 w 260"/>
                  <a:gd name="T29" fmla="*/ 2 h 380"/>
                  <a:gd name="T30" fmla="*/ 76 w 260"/>
                  <a:gd name="T31" fmla="*/ 0 h 380"/>
                  <a:gd name="T32" fmla="*/ 68 w 260"/>
                  <a:gd name="T33" fmla="*/ 1 h 380"/>
                  <a:gd name="T34" fmla="*/ 52 w 260"/>
                  <a:gd name="T35" fmla="*/ 4 h 380"/>
                  <a:gd name="T36" fmla="*/ 37 w 260"/>
                  <a:gd name="T37" fmla="*/ 11 h 380"/>
                  <a:gd name="T38" fmla="*/ 26 w 260"/>
                  <a:gd name="T39" fmla="*/ 20 h 380"/>
                  <a:gd name="T40" fmla="*/ 16 w 260"/>
                  <a:gd name="T41" fmla="*/ 33 h 380"/>
                  <a:gd name="T42" fmla="*/ 12 w 260"/>
                  <a:gd name="T43" fmla="*/ 46 h 380"/>
                  <a:gd name="T44" fmla="*/ 3 w 260"/>
                  <a:gd name="T45" fmla="*/ 58 h 380"/>
                  <a:gd name="T46" fmla="*/ 7 w 260"/>
                  <a:gd name="T47" fmla="*/ 81 h 380"/>
                  <a:gd name="T48" fmla="*/ 4 w 260"/>
                  <a:gd name="T49" fmla="*/ 86 h 380"/>
                  <a:gd name="T50" fmla="*/ 1 w 260"/>
                  <a:gd name="T51" fmla="*/ 93 h 380"/>
                  <a:gd name="T52" fmla="*/ 7 w 260"/>
                  <a:gd name="T53" fmla="*/ 112 h 380"/>
                  <a:gd name="T54" fmla="*/ 8 w 260"/>
                  <a:gd name="T55" fmla="*/ 120 h 380"/>
                  <a:gd name="T56" fmla="*/ 11 w 260"/>
                  <a:gd name="T57" fmla="*/ 128 h 380"/>
                  <a:gd name="T58" fmla="*/ 15 w 260"/>
                  <a:gd name="T59" fmla="*/ 135 h 380"/>
                  <a:gd name="T60" fmla="*/ 21 w 260"/>
                  <a:gd name="T61" fmla="*/ 137 h 380"/>
                  <a:gd name="T62" fmla="*/ 29 w 260"/>
                  <a:gd name="T63" fmla="*/ 167 h 380"/>
                  <a:gd name="T64" fmla="*/ 33 w 260"/>
                  <a:gd name="T65" fmla="*/ 182 h 380"/>
                  <a:gd name="T66" fmla="*/ 39 w 260"/>
                  <a:gd name="T67" fmla="*/ 194 h 380"/>
                  <a:gd name="T68" fmla="*/ 50 w 260"/>
                  <a:gd name="T69" fmla="*/ 203 h 380"/>
                  <a:gd name="T70" fmla="*/ 58 w 260"/>
                  <a:gd name="T71" fmla="*/ 206 h 380"/>
                  <a:gd name="T72" fmla="*/ 67 w 260"/>
                  <a:gd name="T73" fmla="*/ 207 h 380"/>
                  <a:gd name="T74" fmla="*/ 74 w 260"/>
                  <a:gd name="T75" fmla="*/ 207 h 380"/>
                  <a:gd name="T76" fmla="*/ 82 w 260"/>
                  <a:gd name="T77" fmla="*/ 206 h 380"/>
                  <a:gd name="T78" fmla="*/ 88 w 260"/>
                  <a:gd name="T79" fmla="*/ 204 h 380"/>
                  <a:gd name="T80" fmla="*/ 99 w 260"/>
                  <a:gd name="T81" fmla="*/ 197 h 380"/>
                  <a:gd name="T82" fmla="*/ 111 w 260"/>
                  <a:gd name="T83" fmla="*/ 186 h 380"/>
                  <a:gd name="T84" fmla="*/ 119 w 260"/>
                  <a:gd name="T85" fmla="*/ 155 h 380"/>
                  <a:gd name="T86" fmla="*/ 121 w 260"/>
                  <a:gd name="T87" fmla="*/ 142 h 380"/>
                  <a:gd name="T88" fmla="*/ 128 w 260"/>
                  <a:gd name="T89" fmla="*/ 136 h 380"/>
                  <a:gd name="T90" fmla="*/ 133 w 260"/>
                  <a:gd name="T91" fmla="*/ 131 h 380"/>
                  <a:gd name="T92" fmla="*/ 135 w 260"/>
                  <a:gd name="T93" fmla="*/ 125 h 380"/>
                  <a:gd name="T94" fmla="*/ 139 w 260"/>
                  <a:gd name="T95" fmla="*/ 116 h 380"/>
                  <a:gd name="T96" fmla="*/ 141 w 260"/>
                  <a:gd name="T97" fmla="*/ 108 h 380"/>
                  <a:gd name="T98" fmla="*/ 142 w 260"/>
                  <a:gd name="T99" fmla="*/ 101 h 380"/>
                  <a:gd name="T100" fmla="*/ 139 w 260"/>
                  <a:gd name="T101" fmla="*/ 97 h 380"/>
                  <a:gd name="T102" fmla="*/ 139 w 260"/>
                  <a:gd name="T103" fmla="*/ 94 h 3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60" h="380">
                    <a:moveTo>
                      <a:pt x="254" y="170"/>
                    </a:moveTo>
                    <a:lnTo>
                      <a:pt x="252" y="164"/>
                    </a:lnTo>
                    <a:lnTo>
                      <a:pt x="250" y="158"/>
                    </a:lnTo>
                    <a:lnTo>
                      <a:pt x="248" y="152"/>
                    </a:lnTo>
                    <a:lnTo>
                      <a:pt x="247" y="148"/>
                    </a:lnTo>
                    <a:lnTo>
                      <a:pt x="247" y="143"/>
                    </a:lnTo>
                    <a:lnTo>
                      <a:pt x="247" y="136"/>
                    </a:lnTo>
                    <a:lnTo>
                      <a:pt x="247" y="130"/>
                    </a:lnTo>
                    <a:lnTo>
                      <a:pt x="247" y="126"/>
                    </a:lnTo>
                    <a:lnTo>
                      <a:pt x="247" y="121"/>
                    </a:lnTo>
                    <a:lnTo>
                      <a:pt x="244" y="117"/>
                    </a:lnTo>
                    <a:lnTo>
                      <a:pt x="243" y="113"/>
                    </a:lnTo>
                    <a:lnTo>
                      <a:pt x="242" y="110"/>
                    </a:lnTo>
                    <a:lnTo>
                      <a:pt x="241" y="106"/>
                    </a:lnTo>
                    <a:lnTo>
                      <a:pt x="240" y="103"/>
                    </a:lnTo>
                    <a:lnTo>
                      <a:pt x="240" y="99"/>
                    </a:lnTo>
                    <a:lnTo>
                      <a:pt x="240" y="96"/>
                    </a:lnTo>
                    <a:lnTo>
                      <a:pt x="240" y="94"/>
                    </a:lnTo>
                    <a:lnTo>
                      <a:pt x="239" y="90"/>
                    </a:lnTo>
                    <a:lnTo>
                      <a:pt x="237" y="88"/>
                    </a:lnTo>
                    <a:lnTo>
                      <a:pt x="236" y="84"/>
                    </a:lnTo>
                    <a:lnTo>
                      <a:pt x="239" y="83"/>
                    </a:lnTo>
                    <a:lnTo>
                      <a:pt x="240" y="82"/>
                    </a:lnTo>
                    <a:lnTo>
                      <a:pt x="242" y="81"/>
                    </a:lnTo>
                    <a:lnTo>
                      <a:pt x="242" y="79"/>
                    </a:lnTo>
                    <a:lnTo>
                      <a:pt x="240" y="74"/>
                    </a:lnTo>
                    <a:lnTo>
                      <a:pt x="236" y="67"/>
                    </a:lnTo>
                    <a:lnTo>
                      <a:pt x="230" y="58"/>
                    </a:lnTo>
                    <a:lnTo>
                      <a:pt x="224" y="50"/>
                    </a:lnTo>
                    <a:lnTo>
                      <a:pt x="220" y="46"/>
                    </a:lnTo>
                    <a:lnTo>
                      <a:pt x="218" y="43"/>
                    </a:lnTo>
                    <a:lnTo>
                      <a:pt x="215" y="41"/>
                    </a:lnTo>
                    <a:lnTo>
                      <a:pt x="213" y="39"/>
                    </a:lnTo>
                    <a:lnTo>
                      <a:pt x="210" y="36"/>
                    </a:lnTo>
                    <a:lnTo>
                      <a:pt x="205" y="33"/>
                    </a:lnTo>
                    <a:lnTo>
                      <a:pt x="201" y="29"/>
                    </a:lnTo>
                    <a:lnTo>
                      <a:pt x="196" y="24"/>
                    </a:lnTo>
                    <a:lnTo>
                      <a:pt x="190" y="21"/>
                    </a:lnTo>
                    <a:lnTo>
                      <a:pt x="186" y="16"/>
                    </a:lnTo>
                    <a:lnTo>
                      <a:pt x="181" y="13"/>
                    </a:lnTo>
                    <a:lnTo>
                      <a:pt x="177" y="11"/>
                    </a:lnTo>
                    <a:lnTo>
                      <a:pt x="173" y="8"/>
                    </a:lnTo>
                    <a:lnTo>
                      <a:pt x="168" y="7"/>
                    </a:lnTo>
                    <a:lnTo>
                      <a:pt x="162" y="5"/>
                    </a:lnTo>
                    <a:lnTo>
                      <a:pt x="157" y="4"/>
                    </a:lnTo>
                    <a:lnTo>
                      <a:pt x="151" y="3"/>
                    </a:lnTo>
                    <a:lnTo>
                      <a:pt x="144" y="1"/>
                    </a:lnTo>
                    <a:lnTo>
                      <a:pt x="139" y="0"/>
                    </a:lnTo>
                    <a:lnTo>
                      <a:pt x="135" y="0"/>
                    </a:lnTo>
                    <a:lnTo>
                      <a:pt x="131" y="0"/>
                    </a:lnTo>
                    <a:lnTo>
                      <a:pt x="124" y="1"/>
                    </a:lnTo>
                    <a:lnTo>
                      <a:pt x="116" y="3"/>
                    </a:lnTo>
                    <a:lnTo>
                      <a:pt x="106" y="5"/>
                    </a:lnTo>
                    <a:lnTo>
                      <a:pt x="96" y="7"/>
                    </a:lnTo>
                    <a:lnTo>
                      <a:pt x="85" y="11"/>
                    </a:lnTo>
                    <a:lnTo>
                      <a:pt x="76" y="15"/>
                    </a:lnTo>
                    <a:lnTo>
                      <a:pt x="67" y="20"/>
                    </a:lnTo>
                    <a:lnTo>
                      <a:pt x="61" y="24"/>
                    </a:lnTo>
                    <a:lnTo>
                      <a:pt x="54" y="30"/>
                    </a:lnTo>
                    <a:lnTo>
                      <a:pt x="47" y="37"/>
                    </a:lnTo>
                    <a:lnTo>
                      <a:pt x="40" y="44"/>
                    </a:lnTo>
                    <a:lnTo>
                      <a:pt x="35" y="53"/>
                    </a:lnTo>
                    <a:lnTo>
                      <a:pt x="30" y="61"/>
                    </a:lnTo>
                    <a:lnTo>
                      <a:pt x="27" y="71"/>
                    </a:lnTo>
                    <a:lnTo>
                      <a:pt x="25" y="80"/>
                    </a:lnTo>
                    <a:lnTo>
                      <a:pt x="22" y="84"/>
                    </a:lnTo>
                    <a:lnTo>
                      <a:pt x="17" y="91"/>
                    </a:lnTo>
                    <a:lnTo>
                      <a:pt x="12" y="99"/>
                    </a:lnTo>
                    <a:lnTo>
                      <a:pt x="6" y="107"/>
                    </a:lnTo>
                    <a:lnTo>
                      <a:pt x="5" y="118"/>
                    </a:lnTo>
                    <a:lnTo>
                      <a:pt x="8" y="133"/>
                    </a:lnTo>
                    <a:lnTo>
                      <a:pt x="13" y="148"/>
                    </a:lnTo>
                    <a:lnTo>
                      <a:pt x="17" y="159"/>
                    </a:lnTo>
                    <a:lnTo>
                      <a:pt x="13" y="157"/>
                    </a:lnTo>
                    <a:lnTo>
                      <a:pt x="7" y="157"/>
                    </a:lnTo>
                    <a:lnTo>
                      <a:pt x="2" y="159"/>
                    </a:lnTo>
                    <a:lnTo>
                      <a:pt x="0" y="163"/>
                    </a:lnTo>
                    <a:lnTo>
                      <a:pt x="1" y="171"/>
                    </a:lnTo>
                    <a:lnTo>
                      <a:pt x="6" y="185"/>
                    </a:lnTo>
                    <a:lnTo>
                      <a:pt x="9" y="197"/>
                    </a:lnTo>
                    <a:lnTo>
                      <a:pt x="12" y="205"/>
                    </a:lnTo>
                    <a:lnTo>
                      <a:pt x="12" y="210"/>
                    </a:lnTo>
                    <a:lnTo>
                      <a:pt x="13" y="215"/>
                    </a:lnTo>
                    <a:lnTo>
                      <a:pt x="14" y="220"/>
                    </a:lnTo>
                    <a:lnTo>
                      <a:pt x="15" y="225"/>
                    </a:lnTo>
                    <a:lnTo>
                      <a:pt x="17" y="229"/>
                    </a:lnTo>
                    <a:lnTo>
                      <a:pt x="20" y="235"/>
                    </a:lnTo>
                    <a:lnTo>
                      <a:pt x="23" y="241"/>
                    </a:lnTo>
                    <a:lnTo>
                      <a:pt x="24" y="246"/>
                    </a:lnTo>
                    <a:lnTo>
                      <a:pt x="27" y="248"/>
                    </a:lnTo>
                    <a:lnTo>
                      <a:pt x="30" y="250"/>
                    </a:lnTo>
                    <a:lnTo>
                      <a:pt x="35" y="250"/>
                    </a:lnTo>
                    <a:lnTo>
                      <a:pt x="39" y="251"/>
                    </a:lnTo>
                    <a:lnTo>
                      <a:pt x="42" y="267"/>
                    </a:lnTo>
                    <a:lnTo>
                      <a:pt x="47" y="286"/>
                    </a:lnTo>
                    <a:lnTo>
                      <a:pt x="53" y="306"/>
                    </a:lnTo>
                    <a:lnTo>
                      <a:pt x="57" y="318"/>
                    </a:lnTo>
                    <a:lnTo>
                      <a:pt x="59" y="326"/>
                    </a:lnTo>
                    <a:lnTo>
                      <a:pt x="61" y="334"/>
                    </a:lnTo>
                    <a:lnTo>
                      <a:pt x="65" y="342"/>
                    </a:lnTo>
                    <a:lnTo>
                      <a:pt x="68" y="350"/>
                    </a:lnTo>
                    <a:lnTo>
                      <a:pt x="71" y="356"/>
                    </a:lnTo>
                    <a:lnTo>
                      <a:pt x="77" y="363"/>
                    </a:lnTo>
                    <a:lnTo>
                      <a:pt x="84" y="369"/>
                    </a:lnTo>
                    <a:lnTo>
                      <a:pt x="91" y="373"/>
                    </a:lnTo>
                    <a:lnTo>
                      <a:pt x="96" y="375"/>
                    </a:lnTo>
                    <a:lnTo>
                      <a:pt x="101" y="377"/>
                    </a:lnTo>
                    <a:lnTo>
                      <a:pt x="106" y="378"/>
                    </a:lnTo>
                    <a:lnTo>
                      <a:pt x="112" y="378"/>
                    </a:lnTo>
                    <a:lnTo>
                      <a:pt x="116" y="379"/>
                    </a:lnTo>
                    <a:lnTo>
                      <a:pt x="122" y="380"/>
                    </a:lnTo>
                    <a:lnTo>
                      <a:pt x="127" y="380"/>
                    </a:lnTo>
                    <a:lnTo>
                      <a:pt x="131" y="380"/>
                    </a:lnTo>
                    <a:lnTo>
                      <a:pt x="136" y="380"/>
                    </a:lnTo>
                    <a:lnTo>
                      <a:pt x="141" y="380"/>
                    </a:lnTo>
                    <a:lnTo>
                      <a:pt x="145" y="379"/>
                    </a:lnTo>
                    <a:lnTo>
                      <a:pt x="150" y="378"/>
                    </a:lnTo>
                    <a:lnTo>
                      <a:pt x="154" y="377"/>
                    </a:lnTo>
                    <a:lnTo>
                      <a:pt x="158" y="376"/>
                    </a:lnTo>
                    <a:lnTo>
                      <a:pt x="162" y="375"/>
                    </a:lnTo>
                    <a:lnTo>
                      <a:pt x="167" y="372"/>
                    </a:lnTo>
                    <a:lnTo>
                      <a:pt x="175" y="368"/>
                    </a:lnTo>
                    <a:lnTo>
                      <a:pt x="182" y="362"/>
                    </a:lnTo>
                    <a:lnTo>
                      <a:pt x="188" y="357"/>
                    </a:lnTo>
                    <a:lnTo>
                      <a:pt x="194" y="353"/>
                    </a:lnTo>
                    <a:lnTo>
                      <a:pt x="204" y="341"/>
                    </a:lnTo>
                    <a:lnTo>
                      <a:pt x="212" y="325"/>
                    </a:lnTo>
                    <a:lnTo>
                      <a:pt x="217" y="306"/>
                    </a:lnTo>
                    <a:lnTo>
                      <a:pt x="217" y="284"/>
                    </a:lnTo>
                    <a:lnTo>
                      <a:pt x="218" y="278"/>
                    </a:lnTo>
                    <a:lnTo>
                      <a:pt x="220" y="270"/>
                    </a:lnTo>
                    <a:lnTo>
                      <a:pt x="221" y="261"/>
                    </a:lnTo>
                    <a:lnTo>
                      <a:pt x="222" y="253"/>
                    </a:lnTo>
                    <a:lnTo>
                      <a:pt x="228" y="251"/>
                    </a:lnTo>
                    <a:lnTo>
                      <a:pt x="234" y="249"/>
                    </a:lnTo>
                    <a:lnTo>
                      <a:pt x="240" y="247"/>
                    </a:lnTo>
                    <a:lnTo>
                      <a:pt x="243" y="244"/>
                    </a:lnTo>
                    <a:lnTo>
                      <a:pt x="244" y="241"/>
                    </a:lnTo>
                    <a:lnTo>
                      <a:pt x="247" y="236"/>
                    </a:lnTo>
                    <a:lnTo>
                      <a:pt x="248" y="232"/>
                    </a:lnTo>
                    <a:lnTo>
                      <a:pt x="248" y="229"/>
                    </a:lnTo>
                    <a:lnTo>
                      <a:pt x="249" y="225"/>
                    </a:lnTo>
                    <a:lnTo>
                      <a:pt x="251" y="219"/>
                    </a:lnTo>
                    <a:lnTo>
                      <a:pt x="254" y="213"/>
                    </a:lnTo>
                    <a:lnTo>
                      <a:pt x="255" y="209"/>
                    </a:lnTo>
                    <a:lnTo>
                      <a:pt x="257" y="204"/>
                    </a:lnTo>
                    <a:lnTo>
                      <a:pt x="259" y="198"/>
                    </a:lnTo>
                    <a:lnTo>
                      <a:pt x="260" y="193"/>
                    </a:lnTo>
                    <a:lnTo>
                      <a:pt x="260" y="188"/>
                    </a:lnTo>
                    <a:lnTo>
                      <a:pt x="260" y="186"/>
                    </a:lnTo>
                    <a:lnTo>
                      <a:pt x="259" y="182"/>
                    </a:lnTo>
                    <a:lnTo>
                      <a:pt x="257" y="180"/>
                    </a:lnTo>
                    <a:lnTo>
                      <a:pt x="254" y="178"/>
                    </a:lnTo>
                    <a:lnTo>
                      <a:pt x="254" y="175"/>
                    </a:lnTo>
                    <a:lnTo>
                      <a:pt x="254" y="173"/>
                    </a:lnTo>
                    <a:lnTo>
                      <a:pt x="254" y="172"/>
                    </a:lnTo>
                    <a:lnTo>
                      <a:pt x="254" y="17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9" name="Freeform 40">
                <a:extLst>
                  <a:ext uri="{FF2B5EF4-FFF2-40B4-BE49-F238E27FC236}">
                    <a16:creationId xmlns:a16="http://schemas.microsoft.com/office/drawing/2014/main" id="{31751349-BAE8-4033-AEFC-D9DB1C16A6EC}"/>
                  </a:ext>
                </a:extLst>
              </p:cNvPr>
              <p:cNvSpPr>
                <a:spLocks/>
              </p:cNvSpPr>
              <p:nvPr/>
            </p:nvSpPr>
            <p:spPr bwMode="auto">
              <a:xfrm>
                <a:off x="4282" y="2402"/>
                <a:ext cx="35" cy="36"/>
              </a:xfrm>
              <a:custGeom>
                <a:avLst/>
                <a:gdLst>
                  <a:gd name="T0" fmla="*/ 0 w 64"/>
                  <a:gd name="T1" fmla="*/ 31 h 65"/>
                  <a:gd name="T2" fmla="*/ 2 w 64"/>
                  <a:gd name="T3" fmla="*/ 27 h 65"/>
                  <a:gd name="T4" fmla="*/ 2 w 64"/>
                  <a:gd name="T5" fmla="*/ 24 h 65"/>
                  <a:gd name="T6" fmla="*/ 3 w 64"/>
                  <a:gd name="T7" fmla="*/ 22 h 65"/>
                  <a:gd name="T8" fmla="*/ 5 w 64"/>
                  <a:gd name="T9" fmla="*/ 18 h 65"/>
                  <a:gd name="T10" fmla="*/ 10 w 64"/>
                  <a:gd name="T11" fmla="*/ 12 h 65"/>
                  <a:gd name="T12" fmla="*/ 15 w 64"/>
                  <a:gd name="T13" fmla="*/ 6 h 65"/>
                  <a:gd name="T14" fmla="*/ 20 w 64"/>
                  <a:gd name="T15" fmla="*/ 2 h 65"/>
                  <a:gd name="T16" fmla="*/ 26 w 64"/>
                  <a:gd name="T17" fmla="*/ 1 h 65"/>
                  <a:gd name="T18" fmla="*/ 33 w 64"/>
                  <a:gd name="T19" fmla="*/ 2 h 65"/>
                  <a:gd name="T20" fmla="*/ 33 w 64"/>
                  <a:gd name="T21" fmla="*/ 6 h 65"/>
                  <a:gd name="T22" fmla="*/ 30 w 64"/>
                  <a:gd name="T23" fmla="*/ 14 h 65"/>
                  <a:gd name="T24" fmla="*/ 26 w 64"/>
                  <a:gd name="T25" fmla="*/ 17 h 65"/>
                  <a:gd name="T26" fmla="*/ 18 w 64"/>
                  <a:gd name="T27" fmla="*/ 13 h 65"/>
                  <a:gd name="T28" fmla="*/ 14 w 64"/>
                  <a:gd name="T29" fmla="*/ 13 h 65"/>
                  <a:gd name="T30" fmla="*/ 11 w 64"/>
                  <a:gd name="T31" fmla="*/ 15 h 65"/>
                  <a:gd name="T32" fmla="*/ 15 w 64"/>
                  <a:gd name="T33" fmla="*/ 17 h 65"/>
                  <a:gd name="T34" fmla="*/ 25 w 64"/>
                  <a:gd name="T35" fmla="*/ 21 h 65"/>
                  <a:gd name="T36" fmla="*/ 28 w 64"/>
                  <a:gd name="T37" fmla="*/ 25 h 65"/>
                  <a:gd name="T38" fmla="*/ 27 w 64"/>
                  <a:gd name="T39" fmla="*/ 30 h 65"/>
                  <a:gd name="T40" fmla="*/ 23 w 64"/>
                  <a:gd name="T41" fmla="*/ 32 h 65"/>
                  <a:gd name="T42" fmla="*/ 18 w 64"/>
                  <a:gd name="T43" fmla="*/ 29 h 65"/>
                  <a:gd name="T44" fmla="*/ 10 w 64"/>
                  <a:gd name="T45" fmla="*/ 25 h 65"/>
                  <a:gd name="T46" fmla="*/ 5 w 64"/>
                  <a:gd name="T47" fmla="*/ 23 h 65"/>
                  <a:gd name="T48" fmla="*/ 3 w 64"/>
                  <a:gd name="T49" fmla="*/ 22 h 65"/>
                  <a:gd name="T50" fmla="*/ 2 w 64"/>
                  <a:gd name="T51" fmla="*/ 24 h 65"/>
                  <a:gd name="T52" fmla="*/ 6 w 64"/>
                  <a:gd name="T53" fmla="*/ 27 h 65"/>
                  <a:gd name="T54" fmla="*/ 15 w 64"/>
                  <a:gd name="T55" fmla="*/ 33 h 65"/>
                  <a:gd name="T56" fmla="*/ 16 w 64"/>
                  <a:gd name="T57" fmla="*/ 35 h 65"/>
                  <a:gd name="T58" fmla="*/ 11 w 64"/>
                  <a:gd name="T59" fmla="*/ 36 h 65"/>
                  <a:gd name="T60" fmla="*/ 8 w 64"/>
                  <a:gd name="T61" fmla="*/ 35 h 65"/>
                  <a:gd name="T62" fmla="*/ 3 w 64"/>
                  <a:gd name="T63" fmla="*/ 34 h 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 h="65">
                    <a:moveTo>
                      <a:pt x="0" y="60"/>
                    </a:moveTo>
                    <a:lnTo>
                      <a:pt x="0" y="56"/>
                    </a:lnTo>
                    <a:lnTo>
                      <a:pt x="2" y="53"/>
                    </a:lnTo>
                    <a:lnTo>
                      <a:pt x="3" y="49"/>
                    </a:lnTo>
                    <a:lnTo>
                      <a:pt x="4" y="46"/>
                    </a:lnTo>
                    <a:lnTo>
                      <a:pt x="4" y="44"/>
                    </a:lnTo>
                    <a:lnTo>
                      <a:pt x="5" y="42"/>
                    </a:lnTo>
                    <a:lnTo>
                      <a:pt x="5" y="40"/>
                    </a:lnTo>
                    <a:lnTo>
                      <a:pt x="6" y="39"/>
                    </a:lnTo>
                    <a:lnTo>
                      <a:pt x="10" y="33"/>
                    </a:lnTo>
                    <a:lnTo>
                      <a:pt x="14" y="27"/>
                    </a:lnTo>
                    <a:lnTo>
                      <a:pt x="19" y="22"/>
                    </a:lnTo>
                    <a:lnTo>
                      <a:pt x="23" y="16"/>
                    </a:lnTo>
                    <a:lnTo>
                      <a:pt x="28" y="11"/>
                    </a:lnTo>
                    <a:lnTo>
                      <a:pt x="33" y="7"/>
                    </a:lnTo>
                    <a:lnTo>
                      <a:pt x="37" y="3"/>
                    </a:lnTo>
                    <a:lnTo>
                      <a:pt x="42" y="0"/>
                    </a:lnTo>
                    <a:lnTo>
                      <a:pt x="48" y="1"/>
                    </a:lnTo>
                    <a:lnTo>
                      <a:pt x="55" y="3"/>
                    </a:lnTo>
                    <a:lnTo>
                      <a:pt x="60" y="4"/>
                    </a:lnTo>
                    <a:lnTo>
                      <a:pt x="64" y="7"/>
                    </a:lnTo>
                    <a:lnTo>
                      <a:pt x="60" y="11"/>
                    </a:lnTo>
                    <a:lnTo>
                      <a:pt x="57" y="18"/>
                    </a:lnTo>
                    <a:lnTo>
                      <a:pt x="55" y="26"/>
                    </a:lnTo>
                    <a:lnTo>
                      <a:pt x="53" y="34"/>
                    </a:lnTo>
                    <a:lnTo>
                      <a:pt x="48" y="30"/>
                    </a:lnTo>
                    <a:lnTo>
                      <a:pt x="41" y="26"/>
                    </a:lnTo>
                    <a:lnTo>
                      <a:pt x="33" y="23"/>
                    </a:lnTo>
                    <a:lnTo>
                      <a:pt x="27" y="22"/>
                    </a:lnTo>
                    <a:lnTo>
                      <a:pt x="25" y="24"/>
                    </a:lnTo>
                    <a:lnTo>
                      <a:pt x="21" y="25"/>
                    </a:lnTo>
                    <a:lnTo>
                      <a:pt x="20" y="27"/>
                    </a:lnTo>
                    <a:lnTo>
                      <a:pt x="20" y="31"/>
                    </a:lnTo>
                    <a:lnTo>
                      <a:pt x="28" y="31"/>
                    </a:lnTo>
                    <a:lnTo>
                      <a:pt x="37" y="34"/>
                    </a:lnTo>
                    <a:lnTo>
                      <a:pt x="46" y="38"/>
                    </a:lnTo>
                    <a:lnTo>
                      <a:pt x="52" y="41"/>
                    </a:lnTo>
                    <a:lnTo>
                      <a:pt x="52" y="46"/>
                    </a:lnTo>
                    <a:lnTo>
                      <a:pt x="51" y="51"/>
                    </a:lnTo>
                    <a:lnTo>
                      <a:pt x="49" y="55"/>
                    </a:lnTo>
                    <a:lnTo>
                      <a:pt x="45" y="60"/>
                    </a:lnTo>
                    <a:lnTo>
                      <a:pt x="42" y="57"/>
                    </a:lnTo>
                    <a:lnTo>
                      <a:pt x="37" y="55"/>
                    </a:lnTo>
                    <a:lnTo>
                      <a:pt x="32" y="53"/>
                    </a:lnTo>
                    <a:lnTo>
                      <a:pt x="26" y="49"/>
                    </a:lnTo>
                    <a:lnTo>
                      <a:pt x="19" y="46"/>
                    </a:lnTo>
                    <a:lnTo>
                      <a:pt x="14" y="44"/>
                    </a:lnTo>
                    <a:lnTo>
                      <a:pt x="10" y="41"/>
                    </a:lnTo>
                    <a:lnTo>
                      <a:pt x="6" y="39"/>
                    </a:lnTo>
                    <a:lnTo>
                      <a:pt x="5" y="40"/>
                    </a:lnTo>
                    <a:lnTo>
                      <a:pt x="5" y="42"/>
                    </a:lnTo>
                    <a:lnTo>
                      <a:pt x="4" y="44"/>
                    </a:lnTo>
                    <a:lnTo>
                      <a:pt x="4" y="46"/>
                    </a:lnTo>
                    <a:lnTo>
                      <a:pt x="11" y="49"/>
                    </a:lnTo>
                    <a:lnTo>
                      <a:pt x="20" y="54"/>
                    </a:lnTo>
                    <a:lnTo>
                      <a:pt x="28" y="59"/>
                    </a:lnTo>
                    <a:lnTo>
                      <a:pt x="35" y="62"/>
                    </a:lnTo>
                    <a:lnTo>
                      <a:pt x="29" y="63"/>
                    </a:lnTo>
                    <a:lnTo>
                      <a:pt x="25" y="64"/>
                    </a:lnTo>
                    <a:lnTo>
                      <a:pt x="21" y="65"/>
                    </a:lnTo>
                    <a:lnTo>
                      <a:pt x="18" y="64"/>
                    </a:lnTo>
                    <a:lnTo>
                      <a:pt x="14" y="63"/>
                    </a:lnTo>
                    <a:lnTo>
                      <a:pt x="10" y="62"/>
                    </a:lnTo>
                    <a:lnTo>
                      <a:pt x="5" y="61"/>
                    </a:lnTo>
                    <a:lnTo>
                      <a:pt x="0"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0" name="Freeform 41">
                <a:extLst>
                  <a:ext uri="{FF2B5EF4-FFF2-40B4-BE49-F238E27FC236}">
                    <a16:creationId xmlns:a16="http://schemas.microsoft.com/office/drawing/2014/main" id="{D4D227B1-2591-47AF-AFDE-2D776D6186DF}"/>
                  </a:ext>
                </a:extLst>
              </p:cNvPr>
              <p:cNvSpPr>
                <a:spLocks/>
              </p:cNvSpPr>
              <p:nvPr/>
            </p:nvSpPr>
            <p:spPr bwMode="auto">
              <a:xfrm>
                <a:off x="4412" y="2745"/>
                <a:ext cx="20" cy="73"/>
              </a:xfrm>
              <a:custGeom>
                <a:avLst/>
                <a:gdLst>
                  <a:gd name="T0" fmla="*/ 20 w 36"/>
                  <a:gd name="T1" fmla="*/ 1 h 131"/>
                  <a:gd name="T2" fmla="*/ 20 w 36"/>
                  <a:gd name="T3" fmla="*/ 15 h 131"/>
                  <a:gd name="T4" fmla="*/ 18 w 36"/>
                  <a:gd name="T5" fmla="*/ 36 h 131"/>
                  <a:gd name="T6" fmla="*/ 16 w 36"/>
                  <a:gd name="T7" fmla="*/ 57 h 131"/>
                  <a:gd name="T8" fmla="*/ 9 w 36"/>
                  <a:gd name="T9" fmla="*/ 73 h 131"/>
                  <a:gd name="T10" fmla="*/ 8 w 36"/>
                  <a:gd name="T11" fmla="*/ 73 h 131"/>
                  <a:gd name="T12" fmla="*/ 5 w 36"/>
                  <a:gd name="T13" fmla="*/ 72 h 131"/>
                  <a:gd name="T14" fmla="*/ 2 w 36"/>
                  <a:gd name="T15" fmla="*/ 71 h 131"/>
                  <a:gd name="T16" fmla="*/ 0 w 36"/>
                  <a:gd name="T17" fmla="*/ 70 h 131"/>
                  <a:gd name="T18" fmla="*/ 1 w 36"/>
                  <a:gd name="T19" fmla="*/ 66 h 131"/>
                  <a:gd name="T20" fmla="*/ 4 w 36"/>
                  <a:gd name="T21" fmla="*/ 59 h 131"/>
                  <a:gd name="T22" fmla="*/ 8 w 36"/>
                  <a:gd name="T23" fmla="*/ 52 h 131"/>
                  <a:gd name="T24" fmla="*/ 10 w 36"/>
                  <a:gd name="T25" fmla="*/ 46 h 131"/>
                  <a:gd name="T26" fmla="*/ 12 w 36"/>
                  <a:gd name="T27" fmla="*/ 41 h 131"/>
                  <a:gd name="T28" fmla="*/ 13 w 36"/>
                  <a:gd name="T29" fmla="*/ 36 h 131"/>
                  <a:gd name="T30" fmla="*/ 14 w 36"/>
                  <a:gd name="T31" fmla="*/ 30 h 131"/>
                  <a:gd name="T32" fmla="*/ 14 w 36"/>
                  <a:gd name="T33" fmla="*/ 24 h 131"/>
                  <a:gd name="T34" fmla="*/ 14 w 36"/>
                  <a:gd name="T35" fmla="*/ 20 h 131"/>
                  <a:gd name="T36" fmla="*/ 16 w 36"/>
                  <a:gd name="T37" fmla="*/ 14 h 131"/>
                  <a:gd name="T38" fmla="*/ 16 w 36"/>
                  <a:gd name="T39" fmla="*/ 7 h 131"/>
                  <a:gd name="T40" fmla="*/ 16 w 36"/>
                  <a:gd name="T41" fmla="*/ 0 h 131"/>
                  <a:gd name="T42" fmla="*/ 17 w 36"/>
                  <a:gd name="T43" fmla="*/ 1 h 131"/>
                  <a:gd name="T44" fmla="*/ 18 w 36"/>
                  <a:gd name="T45" fmla="*/ 1 h 131"/>
                  <a:gd name="T46" fmla="*/ 19 w 36"/>
                  <a:gd name="T47" fmla="*/ 1 h 131"/>
                  <a:gd name="T48" fmla="*/ 20 w 36"/>
                  <a:gd name="T49" fmla="*/ 1 h 1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 h="131">
                    <a:moveTo>
                      <a:pt x="36" y="2"/>
                    </a:moveTo>
                    <a:lnTo>
                      <a:pt x="36" y="27"/>
                    </a:lnTo>
                    <a:lnTo>
                      <a:pt x="33" y="65"/>
                    </a:lnTo>
                    <a:lnTo>
                      <a:pt x="28" y="103"/>
                    </a:lnTo>
                    <a:lnTo>
                      <a:pt x="17" y="131"/>
                    </a:lnTo>
                    <a:lnTo>
                      <a:pt x="14" y="131"/>
                    </a:lnTo>
                    <a:lnTo>
                      <a:pt x="9" y="129"/>
                    </a:lnTo>
                    <a:lnTo>
                      <a:pt x="4" y="127"/>
                    </a:lnTo>
                    <a:lnTo>
                      <a:pt x="0" y="126"/>
                    </a:lnTo>
                    <a:lnTo>
                      <a:pt x="2" y="118"/>
                    </a:lnTo>
                    <a:lnTo>
                      <a:pt x="8" y="106"/>
                    </a:lnTo>
                    <a:lnTo>
                      <a:pt x="14" y="93"/>
                    </a:lnTo>
                    <a:lnTo>
                      <a:pt x="18" y="83"/>
                    </a:lnTo>
                    <a:lnTo>
                      <a:pt x="22" y="74"/>
                    </a:lnTo>
                    <a:lnTo>
                      <a:pt x="24" y="64"/>
                    </a:lnTo>
                    <a:lnTo>
                      <a:pt x="25" y="54"/>
                    </a:lnTo>
                    <a:lnTo>
                      <a:pt x="25" y="43"/>
                    </a:lnTo>
                    <a:lnTo>
                      <a:pt x="26" y="36"/>
                    </a:lnTo>
                    <a:lnTo>
                      <a:pt x="28" y="26"/>
                    </a:lnTo>
                    <a:lnTo>
                      <a:pt x="28" y="13"/>
                    </a:lnTo>
                    <a:lnTo>
                      <a:pt x="29" y="0"/>
                    </a:lnTo>
                    <a:lnTo>
                      <a:pt x="31" y="1"/>
                    </a:lnTo>
                    <a:lnTo>
                      <a:pt x="32" y="1"/>
                    </a:lnTo>
                    <a:lnTo>
                      <a:pt x="34" y="2"/>
                    </a:lnTo>
                    <a:lnTo>
                      <a:pt x="36" y="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1" name="Freeform 42">
                <a:extLst>
                  <a:ext uri="{FF2B5EF4-FFF2-40B4-BE49-F238E27FC236}">
                    <a16:creationId xmlns:a16="http://schemas.microsoft.com/office/drawing/2014/main" id="{A601E7D1-BAD8-498F-ADA8-10BD9A67C8F5}"/>
                  </a:ext>
                </a:extLst>
              </p:cNvPr>
              <p:cNvSpPr>
                <a:spLocks/>
              </p:cNvSpPr>
              <p:nvPr/>
            </p:nvSpPr>
            <p:spPr bwMode="auto">
              <a:xfrm>
                <a:off x="4289" y="2439"/>
                <a:ext cx="18" cy="69"/>
              </a:xfrm>
              <a:custGeom>
                <a:avLst/>
                <a:gdLst>
                  <a:gd name="T0" fmla="*/ 1 w 34"/>
                  <a:gd name="T1" fmla="*/ 56 h 124"/>
                  <a:gd name="T2" fmla="*/ 2 w 34"/>
                  <a:gd name="T3" fmla="*/ 53 h 124"/>
                  <a:gd name="T4" fmla="*/ 3 w 34"/>
                  <a:gd name="T5" fmla="*/ 51 h 124"/>
                  <a:gd name="T6" fmla="*/ 3 w 34"/>
                  <a:gd name="T7" fmla="*/ 49 h 124"/>
                  <a:gd name="T8" fmla="*/ 4 w 34"/>
                  <a:gd name="T9" fmla="*/ 47 h 124"/>
                  <a:gd name="T10" fmla="*/ 6 w 34"/>
                  <a:gd name="T11" fmla="*/ 45 h 124"/>
                  <a:gd name="T12" fmla="*/ 8 w 34"/>
                  <a:gd name="T13" fmla="*/ 41 h 124"/>
                  <a:gd name="T14" fmla="*/ 8 w 34"/>
                  <a:gd name="T15" fmla="*/ 37 h 124"/>
                  <a:gd name="T16" fmla="*/ 7 w 34"/>
                  <a:gd name="T17" fmla="*/ 34 h 124"/>
                  <a:gd name="T18" fmla="*/ 4 w 34"/>
                  <a:gd name="T19" fmla="*/ 31 h 124"/>
                  <a:gd name="T20" fmla="*/ 1 w 34"/>
                  <a:gd name="T21" fmla="*/ 27 h 124"/>
                  <a:gd name="T22" fmla="*/ 0 w 34"/>
                  <a:gd name="T23" fmla="*/ 22 h 124"/>
                  <a:gd name="T24" fmla="*/ 1 w 34"/>
                  <a:gd name="T25" fmla="*/ 18 h 124"/>
                  <a:gd name="T26" fmla="*/ 3 w 34"/>
                  <a:gd name="T27" fmla="*/ 13 h 124"/>
                  <a:gd name="T28" fmla="*/ 6 w 34"/>
                  <a:gd name="T29" fmla="*/ 8 h 124"/>
                  <a:gd name="T30" fmla="*/ 11 w 34"/>
                  <a:gd name="T31" fmla="*/ 3 h 124"/>
                  <a:gd name="T32" fmla="*/ 16 w 34"/>
                  <a:gd name="T33" fmla="*/ 0 h 124"/>
                  <a:gd name="T34" fmla="*/ 17 w 34"/>
                  <a:gd name="T35" fmla="*/ 4 h 124"/>
                  <a:gd name="T36" fmla="*/ 16 w 34"/>
                  <a:gd name="T37" fmla="*/ 9 h 124"/>
                  <a:gd name="T38" fmla="*/ 15 w 34"/>
                  <a:gd name="T39" fmla="*/ 17 h 124"/>
                  <a:gd name="T40" fmla="*/ 15 w 34"/>
                  <a:gd name="T41" fmla="*/ 22 h 124"/>
                  <a:gd name="T42" fmla="*/ 17 w 34"/>
                  <a:gd name="T43" fmla="*/ 27 h 124"/>
                  <a:gd name="T44" fmla="*/ 18 w 34"/>
                  <a:gd name="T45" fmla="*/ 34 h 124"/>
                  <a:gd name="T46" fmla="*/ 17 w 34"/>
                  <a:gd name="T47" fmla="*/ 40 h 124"/>
                  <a:gd name="T48" fmla="*/ 16 w 34"/>
                  <a:gd name="T49" fmla="*/ 44 h 124"/>
                  <a:gd name="T50" fmla="*/ 13 w 34"/>
                  <a:gd name="T51" fmla="*/ 47 h 124"/>
                  <a:gd name="T52" fmla="*/ 11 w 34"/>
                  <a:gd name="T53" fmla="*/ 50 h 124"/>
                  <a:gd name="T54" fmla="*/ 8 w 34"/>
                  <a:gd name="T55" fmla="*/ 52 h 124"/>
                  <a:gd name="T56" fmla="*/ 5 w 34"/>
                  <a:gd name="T57" fmla="*/ 54 h 124"/>
                  <a:gd name="T58" fmla="*/ 5 w 34"/>
                  <a:gd name="T59" fmla="*/ 57 h 124"/>
                  <a:gd name="T60" fmla="*/ 5 w 34"/>
                  <a:gd name="T61" fmla="*/ 61 h 124"/>
                  <a:gd name="T62" fmla="*/ 5 w 34"/>
                  <a:gd name="T63" fmla="*/ 66 h 124"/>
                  <a:gd name="T64" fmla="*/ 7 w 34"/>
                  <a:gd name="T65" fmla="*/ 69 h 124"/>
                  <a:gd name="T66" fmla="*/ 5 w 34"/>
                  <a:gd name="T67" fmla="*/ 68 h 124"/>
                  <a:gd name="T68" fmla="*/ 4 w 34"/>
                  <a:gd name="T69" fmla="*/ 67 h 124"/>
                  <a:gd name="T70" fmla="*/ 3 w 34"/>
                  <a:gd name="T71" fmla="*/ 66 h 124"/>
                  <a:gd name="T72" fmla="*/ 1 w 34"/>
                  <a:gd name="T73" fmla="*/ 65 h 124"/>
                  <a:gd name="T74" fmla="*/ 1 w 34"/>
                  <a:gd name="T75" fmla="*/ 63 h 124"/>
                  <a:gd name="T76" fmla="*/ 1 w 34"/>
                  <a:gd name="T77" fmla="*/ 61 h 124"/>
                  <a:gd name="T78" fmla="*/ 1 w 34"/>
                  <a:gd name="T79" fmla="*/ 59 h 124"/>
                  <a:gd name="T80" fmla="*/ 1 w 34"/>
                  <a:gd name="T81" fmla="*/ 56 h 1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4" h="124">
                    <a:moveTo>
                      <a:pt x="2" y="101"/>
                    </a:moveTo>
                    <a:lnTo>
                      <a:pt x="3" y="95"/>
                    </a:lnTo>
                    <a:lnTo>
                      <a:pt x="5" y="92"/>
                    </a:lnTo>
                    <a:lnTo>
                      <a:pt x="6" y="88"/>
                    </a:lnTo>
                    <a:lnTo>
                      <a:pt x="8" y="85"/>
                    </a:lnTo>
                    <a:lnTo>
                      <a:pt x="11" y="80"/>
                    </a:lnTo>
                    <a:lnTo>
                      <a:pt x="15" y="74"/>
                    </a:lnTo>
                    <a:lnTo>
                      <a:pt x="16" y="67"/>
                    </a:lnTo>
                    <a:lnTo>
                      <a:pt x="14" y="61"/>
                    </a:lnTo>
                    <a:lnTo>
                      <a:pt x="7" y="55"/>
                    </a:lnTo>
                    <a:lnTo>
                      <a:pt x="2" y="48"/>
                    </a:lnTo>
                    <a:lnTo>
                      <a:pt x="0" y="40"/>
                    </a:lnTo>
                    <a:lnTo>
                      <a:pt x="1" y="32"/>
                    </a:lnTo>
                    <a:lnTo>
                      <a:pt x="6" y="23"/>
                    </a:lnTo>
                    <a:lnTo>
                      <a:pt x="11" y="14"/>
                    </a:lnTo>
                    <a:lnTo>
                      <a:pt x="21" y="6"/>
                    </a:lnTo>
                    <a:lnTo>
                      <a:pt x="31" y="0"/>
                    </a:lnTo>
                    <a:lnTo>
                      <a:pt x="32" y="7"/>
                    </a:lnTo>
                    <a:lnTo>
                      <a:pt x="30" y="17"/>
                    </a:lnTo>
                    <a:lnTo>
                      <a:pt x="29" y="30"/>
                    </a:lnTo>
                    <a:lnTo>
                      <a:pt x="29" y="39"/>
                    </a:lnTo>
                    <a:lnTo>
                      <a:pt x="32" y="49"/>
                    </a:lnTo>
                    <a:lnTo>
                      <a:pt x="34" y="61"/>
                    </a:lnTo>
                    <a:lnTo>
                      <a:pt x="33" y="71"/>
                    </a:lnTo>
                    <a:lnTo>
                      <a:pt x="30" y="79"/>
                    </a:lnTo>
                    <a:lnTo>
                      <a:pt x="25" y="85"/>
                    </a:lnTo>
                    <a:lnTo>
                      <a:pt x="20" y="90"/>
                    </a:lnTo>
                    <a:lnTo>
                      <a:pt x="15" y="94"/>
                    </a:lnTo>
                    <a:lnTo>
                      <a:pt x="9" y="97"/>
                    </a:lnTo>
                    <a:lnTo>
                      <a:pt x="9" y="103"/>
                    </a:lnTo>
                    <a:lnTo>
                      <a:pt x="9" y="110"/>
                    </a:lnTo>
                    <a:lnTo>
                      <a:pt x="10" y="118"/>
                    </a:lnTo>
                    <a:lnTo>
                      <a:pt x="13" y="124"/>
                    </a:lnTo>
                    <a:lnTo>
                      <a:pt x="10" y="122"/>
                    </a:lnTo>
                    <a:lnTo>
                      <a:pt x="7" y="121"/>
                    </a:lnTo>
                    <a:lnTo>
                      <a:pt x="5" y="118"/>
                    </a:lnTo>
                    <a:lnTo>
                      <a:pt x="2" y="117"/>
                    </a:lnTo>
                    <a:lnTo>
                      <a:pt x="2" y="114"/>
                    </a:lnTo>
                    <a:lnTo>
                      <a:pt x="2" y="110"/>
                    </a:lnTo>
                    <a:lnTo>
                      <a:pt x="2" y="106"/>
                    </a:lnTo>
                    <a:lnTo>
                      <a:pt x="2"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2" name="Freeform 43">
                <a:extLst>
                  <a:ext uri="{FF2B5EF4-FFF2-40B4-BE49-F238E27FC236}">
                    <a16:creationId xmlns:a16="http://schemas.microsoft.com/office/drawing/2014/main" id="{3B7C456A-D7EA-4764-B8A1-34295AB2C572}"/>
                  </a:ext>
                </a:extLst>
              </p:cNvPr>
              <p:cNvSpPr>
                <a:spLocks/>
              </p:cNvSpPr>
              <p:nvPr/>
            </p:nvSpPr>
            <p:spPr bwMode="auto">
              <a:xfrm>
                <a:off x="4366" y="2741"/>
                <a:ext cx="31" cy="16"/>
              </a:xfrm>
              <a:custGeom>
                <a:avLst/>
                <a:gdLst>
                  <a:gd name="T0" fmla="*/ 1 w 55"/>
                  <a:gd name="T1" fmla="*/ 11 h 30"/>
                  <a:gd name="T2" fmla="*/ 1 w 55"/>
                  <a:gd name="T3" fmla="*/ 8 h 30"/>
                  <a:gd name="T4" fmla="*/ 0 w 55"/>
                  <a:gd name="T5" fmla="*/ 6 h 30"/>
                  <a:gd name="T6" fmla="*/ 0 w 55"/>
                  <a:gd name="T7" fmla="*/ 3 h 30"/>
                  <a:gd name="T8" fmla="*/ 0 w 55"/>
                  <a:gd name="T9" fmla="*/ 1 h 30"/>
                  <a:gd name="T10" fmla="*/ 2 w 55"/>
                  <a:gd name="T11" fmla="*/ 1 h 30"/>
                  <a:gd name="T12" fmla="*/ 4 w 55"/>
                  <a:gd name="T13" fmla="*/ 0 h 30"/>
                  <a:gd name="T14" fmla="*/ 7 w 55"/>
                  <a:gd name="T15" fmla="*/ 0 h 30"/>
                  <a:gd name="T16" fmla="*/ 10 w 55"/>
                  <a:gd name="T17" fmla="*/ 0 h 30"/>
                  <a:gd name="T18" fmla="*/ 12 w 55"/>
                  <a:gd name="T19" fmla="*/ 0 h 30"/>
                  <a:gd name="T20" fmla="*/ 15 w 55"/>
                  <a:gd name="T21" fmla="*/ 0 h 30"/>
                  <a:gd name="T22" fmla="*/ 17 w 55"/>
                  <a:gd name="T23" fmla="*/ 0 h 30"/>
                  <a:gd name="T24" fmla="*/ 19 w 55"/>
                  <a:gd name="T25" fmla="*/ 0 h 30"/>
                  <a:gd name="T26" fmla="*/ 17 w 55"/>
                  <a:gd name="T27" fmla="*/ 3 h 30"/>
                  <a:gd name="T28" fmla="*/ 15 w 55"/>
                  <a:gd name="T29" fmla="*/ 4 h 30"/>
                  <a:gd name="T30" fmla="*/ 15 w 55"/>
                  <a:gd name="T31" fmla="*/ 6 h 30"/>
                  <a:gd name="T32" fmla="*/ 15 w 55"/>
                  <a:gd name="T33" fmla="*/ 6 h 30"/>
                  <a:gd name="T34" fmla="*/ 17 w 55"/>
                  <a:gd name="T35" fmla="*/ 8 h 30"/>
                  <a:gd name="T36" fmla="*/ 20 w 55"/>
                  <a:gd name="T37" fmla="*/ 11 h 30"/>
                  <a:gd name="T38" fmla="*/ 25 w 55"/>
                  <a:gd name="T39" fmla="*/ 14 h 30"/>
                  <a:gd name="T40" fmla="*/ 31 w 55"/>
                  <a:gd name="T41" fmla="*/ 15 h 30"/>
                  <a:gd name="T42" fmla="*/ 29 w 55"/>
                  <a:gd name="T43" fmla="*/ 15 h 30"/>
                  <a:gd name="T44" fmla="*/ 26 w 55"/>
                  <a:gd name="T45" fmla="*/ 15 h 30"/>
                  <a:gd name="T46" fmla="*/ 23 w 55"/>
                  <a:gd name="T47" fmla="*/ 16 h 30"/>
                  <a:gd name="T48" fmla="*/ 20 w 55"/>
                  <a:gd name="T49" fmla="*/ 16 h 30"/>
                  <a:gd name="T50" fmla="*/ 16 w 55"/>
                  <a:gd name="T51" fmla="*/ 15 h 30"/>
                  <a:gd name="T52" fmla="*/ 12 w 55"/>
                  <a:gd name="T53" fmla="*/ 14 h 30"/>
                  <a:gd name="T54" fmla="*/ 6 w 55"/>
                  <a:gd name="T55" fmla="*/ 13 h 30"/>
                  <a:gd name="T56" fmla="*/ 1 w 55"/>
                  <a:gd name="T57" fmla="*/ 11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30">
                    <a:moveTo>
                      <a:pt x="2" y="20"/>
                    </a:moveTo>
                    <a:lnTo>
                      <a:pt x="1" y="15"/>
                    </a:lnTo>
                    <a:lnTo>
                      <a:pt x="0" y="11"/>
                    </a:lnTo>
                    <a:lnTo>
                      <a:pt x="0" y="5"/>
                    </a:lnTo>
                    <a:lnTo>
                      <a:pt x="0" y="2"/>
                    </a:lnTo>
                    <a:lnTo>
                      <a:pt x="3" y="2"/>
                    </a:lnTo>
                    <a:lnTo>
                      <a:pt x="7" y="0"/>
                    </a:lnTo>
                    <a:lnTo>
                      <a:pt x="12" y="0"/>
                    </a:lnTo>
                    <a:lnTo>
                      <a:pt x="17" y="0"/>
                    </a:lnTo>
                    <a:lnTo>
                      <a:pt x="22" y="0"/>
                    </a:lnTo>
                    <a:lnTo>
                      <a:pt x="27" y="0"/>
                    </a:lnTo>
                    <a:lnTo>
                      <a:pt x="31" y="0"/>
                    </a:lnTo>
                    <a:lnTo>
                      <a:pt x="34" y="0"/>
                    </a:lnTo>
                    <a:lnTo>
                      <a:pt x="30" y="5"/>
                    </a:lnTo>
                    <a:lnTo>
                      <a:pt x="27" y="7"/>
                    </a:lnTo>
                    <a:lnTo>
                      <a:pt x="27" y="11"/>
                    </a:lnTo>
                    <a:lnTo>
                      <a:pt x="27" y="12"/>
                    </a:lnTo>
                    <a:lnTo>
                      <a:pt x="30" y="15"/>
                    </a:lnTo>
                    <a:lnTo>
                      <a:pt x="35" y="21"/>
                    </a:lnTo>
                    <a:lnTo>
                      <a:pt x="44" y="27"/>
                    </a:lnTo>
                    <a:lnTo>
                      <a:pt x="55" y="28"/>
                    </a:lnTo>
                    <a:lnTo>
                      <a:pt x="52" y="29"/>
                    </a:lnTo>
                    <a:lnTo>
                      <a:pt x="47" y="29"/>
                    </a:lnTo>
                    <a:lnTo>
                      <a:pt x="41" y="30"/>
                    </a:lnTo>
                    <a:lnTo>
                      <a:pt x="35" y="30"/>
                    </a:lnTo>
                    <a:lnTo>
                      <a:pt x="29" y="29"/>
                    </a:lnTo>
                    <a:lnTo>
                      <a:pt x="21" y="27"/>
                    </a:lnTo>
                    <a:lnTo>
                      <a:pt x="11" y="25"/>
                    </a:lnTo>
                    <a:lnTo>
                      <a:pt x="2"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3" name="Freeform 44">
                <a:extLst>
                  <a:ext uri="{FF2B5EF4-FFF2-40B4-BE49-F238E27FC236}">
                    <a16:creationId xmlns:a16="http://schemas.microsoft.com/office/drawing/2014/main" id="{19211F5B-0CA3-4858-9E85-359693A9E26E}"/>
                  </a:ext>
                </a:extLst>
              </p:cNvPr>
              <p:cNvSpPr>
                <a:spLocks/>
              </p:cNvSpPr>
              <p:nvPr/>
            </p:nvSpPr>
            <p:spPr bwMode="auto">
              <a:xfrm>
                <a:off x="4367" y="2753"/>
                <a:ext cx="29" cy="19"/>
              </a:xfrm>
              <a:custGeom>
                <a:avLst/>
                <a:gdLst>
                  <a:gd name="T0" fmla="*/ 2 w 52"/>
                  <a:gd name="T1" fmla="*/ 15 h 35"/>
                  <a:gd name="T2" fmla="*/ 1 w 52"/>
                  <a:gd name="T3" fmla="*/ 12 h 35"/>
                  <a:gd name="T4" fmla="*/ 0 w 52"/>
                  <a:gd name="T5" fmla="*/ 8 h 35"/>
                  <a:gd name="T6" fmla="*/ 1 w 52"/>
                  <a:gd name="T7" fmla="*/ 3 h 35"/>
                  <a:gd name="T8" fmla="*/ 2 w 52"/>
                  <a:gd name="T9" fmla="*/ 0 h 35"/>
                  <a:gd name="T10" fmla="*/ 5 w 52"/>
                  <a:gd name="T11" fmla="*/ 2 h 35"/>
                  <a:gd name="T12" fmla="*/ 9 w 52"/>
                  <a:gd name="T13" fmla="*/ 4 h 35"/>
                  <a:gd name="T14" fmla="*/ 13 w 52"/>
                  <a:gd name="T15" fmla="*/ 6 h 35"/>
                  <a:gd name="T16" fmla="*/ 18 w 52"/>
                  <a:gd name="T17" fmla="*/ 6 h 35"/>
                  <a:gd name="T18" fmla="*/ 19 w 52"/>
                  <a:gd name="T19" fmla="*/ 9 h 35"/>
                  <a:gd name="T20" fmla="*/ 21 w 52"/>
                  <a:gd name="T21" fmla="*/ 12 h 35"/>
                  <a:gd name="T22" fmla="*/ 25 w 52"/>
                  <a:gd name="T23" fmla="*/ 16 h 35"/>
                  <a:gd name="T24" fmla="*/ 29 w 52"/>
                  <a:gd name="T25" fmla="*/ 19 h 35"/>
                  <a:gd name="T26" fmla="*/ 26 w 52"/>
                  <a:gd name="T27" fmla="*/ 18 h 35"/>
                  <a:gd name="T28" fmla="*/ 22 w 52"/>
                  <a:gd name="T29" fmla="*/ 18 h 35"/>
                  <a:gd name="T30" fmla="*/ 18 w 52"/>
                  <a:gd name="T31" fmla="*/ 17 h 35"/>
                  <a:gd name="T32" fmla="*/ 15 w 52"/>
                  <a:gd name="T33" fmla="*/ 16 h 35"/>
                  <a:gd name="T34" fmla="*/ 11 w 52"/>
                  <a:gd name="T35" fmla="*/ 16 h 35"/>
                  <a:gd name="T36" fmla="*/ 7 w 52"/>
                  <a:gd name="T37" fmla="*/ 15 h 35"/>
                  <a:gd name="T38" fmla="*/ 4 w 52"/>
                  <a:gd name="T39" fmla="*/ 15 h 35"/>
                  <a:gd name="T40" fmla="*/ 2 w 52"/>
                  <a:gd name="T41" fmla="*/ 15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35">
                    <a:moveTo>
                      <a:pt x="3" y="27"/>
                    </a:moveTo>
                    <a:lnTo>
                      <a:pt x="1" y="22"/>
                    </a:lnTo>
                    <a:lnTo>
                      <a:pt x="0" y="14"/>
                    </a:lnTo>
                    <a:lnTo>
                      <a:pt x="1" y="6"/>
                    </a:lnTo>
                    <a:lnTo>
                      <a:pt x="3" y="0"/>
                    </a:lnTo>
                    <a:lnTo>
                      <a:pt x="9" y="4"/>
                    </a:lnTo>
                    <a:lnTo>
                      <a:pt x="16" y="7"/>
                    </a:lnTo>
                    <a:lnTo>
                      <a:pt x="24" y="11"/>
                    </a:lnTo>
                    <a:lnTo>
                      <a:pt x="32" y="11"/>
                    </a:lnTo>
                    <a:lnTo>
                      <a:pt x="34" y="17"/>
                    </a:lnTo>
                    <a:lnTo>
                      <a:pt x="38" y="23"/>
                    </a:lnTo>
                    <a:lnTo>
                      <a:pt x="44" y="29"/>
                    </a:lnTo>
                    <a:lnTo>
                      <a:pt x="52" y="35"/>
                    </a:lnTo>
                    <a:lnTo>
                      <a:pt x="47" y="34"/>
                    </a:lnTo>
                    <a:lnTo>
                      <a:pt x="40" y="33"/>
                    </a:lnTo>
                    <a:lnTo>
                      <a:pt x="33" y="32"/>
                    </a:lnTo>
                    <a:lnTo>
                      <a:pt x="26" y="30"/>
                    </a:lnTo>
                    <a:lnTo>
                      <a:pt x="20" y="29"/>
                    </a:lnTo>
                    <a:lnTo>
                      <a:pt x="13" y="28"/>
                    </a:lnTo>
                    <a:lnTo>
                      <a:pt x="7" y="28"/>
                    </a:lnTo>
                    <a:lnTo>
                      <a:pt x="3" y="2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4" name="Freeform 45">
                <a:extLst>
                  <a:ext uri="{FF2B5EF4-FFF2-40B4-BE49-F238E27FC236}">
                    <a16:creationId xmlns:a16="http://schemas.microsoft.com/office/drawing/2014/main" id="{C02ED4B6-8B8D-42D8-9D12-7F490F70395D}"/>
                  </a:ext>
                </a:extLst>
              </p:cNvPr>
              <p:cNvSpPr>
                <a:spLocks/>
              </p:cNvSpPr>
              <p:nvPr/>
            </p:nvSpPr>
            <p:spPr bwMode="auto">
              <a:xfrm>
                <a:off x="4376" y="2771"/>
                <a:ext cx="15" cy="13"/>
              </a:xfrm>
              <a:custGeom>
                <a:avLst/>
                <a:gdLst>
                  <a:gd name="T0" fmla="*/ 1 w 29"/>
                  <a:gd name="T1" fmla="*/ 0 h 23"/>
                  <a:gd name="T2" fmla="*/ 0 w 29"/>
                  <a:gd name="T3" fmla="*/ 3 h 23"/>
                  <a:gd name="T4" fmla="*/ 1 w 29"/>
                  <a:gd name="T5" fmla="*/ 7 h 23"/>
                  <a:gd name="T6" fmla="*/ 2 w 29"/>
                  <a:gd name="T7" fmla="*/ 11 h 23"/>
                  <a:gd name="T8" fmla="*/ 3 w 29"/>
                  <a:gd name="T9" fmla="*/ 13 h 23"/>
                  <a:gd name="T10" fmla="*/ 6 w 29"/>
                  <a:gd name="T11" fmla="*/ 13 h 23"/>
                  <a:gd name="T12" fmla="*/ 10 w 29"/>
                  <a:gd name="T13" fmla="*/ 11 h 23"/>
                  <a:gd name="T14" fmla="*/ 14 w 29"/>
                  <a:gd name="T15" fmla="*/ 8 h 23"/>
                  <a:gd name="T16" fmla="*/ 15 w 29"/>
                  <a:gd name="T17" fmla="*/ 2 h 23"/>
                  <a:gd name="T18" fmla="*/ 11 w 29"/>
                  <a:gd name="T19" fmla="*/ 2 h 23"/>
                  <a:gd name="T20" fmla="*/ 8 w 29"/>
                  <a:gd name="T21" fmla="*/ 2 h 23"/>
                  <a:gd name="T22" fmla="*/ 4 w 29"/>
                  <a:gd name="T23" fmla="*/ 1 h 23"/>
                  <a:gd name="T24" fmla="*/ 1 w 29"/>
                  <a:gd name="T25" fmla="*/ 0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3">
                    <a:moveTo>
                      <a:pt x="1" y="0"/>
                    </a:moveTo>
                    <a:lnTo>
                      <a:pt x="0" y="5"/>
                    </a:lnTo>
                    <a:lnTo>
                      <a:pt x="1" y="12"/>
                    </a:lnTo>
                    <a:lnTo>
                      <a:pt x="4" y="19"/>
                    </a:lnTo>
                    <a:lnTo>
                      <a:pt x="6" y="23"/>
                    </a:lnTo>
                    <a:lnTo>
                      <a:pt x="12" y="23"/>
                    </a:lnTo>
                    <a:lnTo>
                      <a:pt x="20" y="20"/>
                    </a:lnTo>
                    <a:lnTo>
                      <a:pt x="27" y="15"/>
                    </a:lnTo>
                    <a:lnTo>
                      <a:pt x="29" y="4"/>
                    </a:lnTo>
                    <a:lnTo>
                      <a:pt x="22" y="4"/>
                    </a:lnTo>
                    <a:lnTo>
                      <a:pt x="15" y="3"/>
                    </a:lnTo>
                    <a:lnTo>
                      <a:pt x="7" y="2"/>
                    </a:lnTo>
                    <a:lnTo>
                      <a:pt x="1"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5" name="Freeform 46">
                <a:extLst>
                  <a:ext uri="{FF2B5EF4-FFF2-40B4-BE49-F238E27FC236}">
                    <a16:creationId xmlns:a16="http://schemas.microsoft.com/office/drawing/2014/main" id="{BD559A9E-D1B5-4F8F-9EB6-131FBF58CA5D}"/>
                  </a:ext>
                </a:extLst>
              </p:cNvPr>
              <p:cNvSpPr>
                <a:spLocks/>
              </p:cNvSpPr>
              <p:nvPr/>
            </p:nvSpPr>
            <p:spPr bwMode="auto">
              <a:xfrm>
                <a:off x="4389" y="2722"/>
                <a:ext cx="40" cy="67"/>
              </a:xfrm>
              <a:custGeom>
                <a:avLst/>
                <a:gdLst>
                  <a:gd name="T0" fmla="*/ 40 w 72"/>
                  <a:gd name="T1" fmla="*/ 0 h 122"/>
                  <a:gd name="T2" fmla="*/ 39 w 72"/>
                  <a:gd name="T3" fmla="*/ 3 h 122"/>
                  <a:gd name="T4" fmla="*/ 39 w 72"/>
                  <a:gd name="T5" fmla="*/ 7 h 122"/>
                  <a:gd name="T6" fmla="*/ 40 w 72"/>
                  <a:gd name="T7" fmla="*/ 9 h 122"/>
                  <a:gd name="T8" fmla="*/ 40 w 72"/>
                  <a:gd name="T9" fmla="*/ 12 h 122"/>
                  <a:gd name="T10" fmla="*/ 40 w 72"/>
                  <a:gd name="T11" fmla="*/ 18 h 122"/>
                  <a:gd name="T12" fmla="*/ 39 w 72"/>
                  <a:gd name="T13" fmla="*/ 30 h 122"/>
                  <a:gd name="T14" fmla="*/ 38 w 72"/>
                  <a:gd name="T15" fmla="*/ 41 h 122"/>
                  <a:gd name="T16" fmla="*/ 38 w 72"/>
                  <a:gd name="T17" fmla="*/ 47 h 122"/>
                  <a:gd name="T18" fmla="*/ 37 w 72"/>
                  <a:gd name="T19" fmla="*/ 49 h 122"/>
                  <a:gd name="T20" fmla="*/ 34 w 72"/>
                  <a:gd name="T21" fmla="*/ 51 h 122"/>
                  <a:gd name="T22" fmla="*/ 32 w 72"/>
                  <a:gd name="T23" fmla="*/ 54 h 122"/>
                  <a:gd name="T24" fmla="*/ 29 w 72"/>
                  <a:gd name="T25" fmla="*/ 57 h 122"/>
                  <a:gd name="T26" fmla="*/ 26 w 72"/>
                  <a:gd name="T27" fmla="*/ 59 h 122"/>
                  <a:gd name="T28" fmla="*/ 23 w 72"/>
                  <a:gd name="T29" fmla="*/ 62 h 122"/>
                  <a:gd name="T30" fmla="*/ 20 w 72"/>
                  <a:gd name="T31" fmla="*/ 64 h 122"/>
                  <a:gd name="T32" fmla="*/ 19 w 72"/>
                  <a:gd name="T33" fmla="*/ 65 h 122"/>
                  <a:gd name="T34" fmla="*/ 17 w 72"/>
                  <a:gd name="T35" fmla="*/ 66 h 122"/>
                  <a:gd name="T36" fmla="*/ 16 w 72"/>
                  <a:gd name="T37" fmla="*/ 67 h 122"/>
                  <a:gd name="T38" fmla="*/ 13 w 72"/>
                  <a:gd name="T39" fmla="*/ 67 h 122"/>
                  <a:gd name="T40" fmla="*/ 12 w 72"/>
                  <a:gd name="T41" fmla="*/ 67 h 122"/>
                  <a:gd name="T42" fmla="*/ 10 w 72"/>
                  <a:gd name="T43" fmla="*/ 67 h 122"/>
                  <a:gd name="T44" fmla="*/ 7 w 72"/>
                  <a:gd name="T45" fmla="*/ 67 h 122"/>
                  <a:gd name="T46" fmla="*/ 3 w 72"/>
                  <a:gd name="T47" fmla="*/ 67 h 122"/>
                  <a:gd name="T48" fmla="*/ 0 w 72"/>
                  <a:gd name="T49" fmla="*/ 67 h 122"/>
                  <a:gd name="T50" fmla="*/ 4 w 72"/>
                  <a:gd name="T51" fmla="*/ 66 h 122"/>
                  <a:gd name="T52" fmla="*/ 8 w 72"/>
                  <a:gd name="T53" fmla="*/ 66 h 122"/>
                  <a:gd name="T54" fmla="*/ 11 w 72"/>
                  <a:gd name="T55" fmla="*/ 65 h 122"/>
                  <a:gd name="T56" fmla="*/ 13 w 72"/>
                  <a:gd name="T57" fmla="*/ 63 h 122"/>
                  <a:gd name="T58" fmla="*/ 17 w 72"/>
                  <a:gd name="T59" fmla="*/ 59 h 122"/>
                  <a:gd name="T60" fmla="*/ 23 w 72"/>
                  <a:gd name="T61" fmla="*/ 54 h 122"/>
                  <a:gd name="T62" fmla="*/ 28 w 72"/>
                  <a:gd name="T63" fmla="*/ 49 h 122"/>
                  <a:gd name="T64" fmla="*/ 32 w 72"/>
                  <a:gd name="T65" fmla="*/ 47 h 122"/>
                  <a:gd name="T66" fmla="*/ 31 w 72"/>
                  <a:gd name="T67" fmla="*/ 41 h 122"/>
                  <a:gd name="T68" fmla="*/ 32 w 72"/>
                  <a:gd name="T69" fmla="*/ 35 h 122"/>
                  <a:gd name="T70" fmla="*/ 32 w 72"/>
                  <a:gd name="T71" fmla="*/ 30 h 122"/>
                  <a:gd name="T72" fmla="*/ 34 w 72"/>
                  <a:gd name="T73" fmla="*/ 26 h 122"/>
                  <a:gd name="T74" fmla="*/ 36 w 72"/>
                  <a:gd name="T75" fmla="*/ 24 h 122"/>
                  <a:gd name="T76" fmla="*/ 37 w 72"/>
                  <a:gd name="T77" fmla="*/ 20 h 122"/>
                  <a:gd name="T78" fmla="*/ 37 w 72"/>
                  <a:gd name="T79" fmla="*/ 17 h 122"/>
                  <a:gd name="T80" fmla="*/ 34 w 72"/>
                  <a:gd name="T81" fmla="*/ 14 h 122"/>
                  <a:gd name="T82" fmla="*/ 33 w 72"/>
                  <a:gd name="T83" fmla="*/ 13 h 122"/>
                  <a:gd name="T84" fmla="*/ 32 w 72"/>
                  <a:gd name="T85" fmla="*/ 12 h 122"/>
                  <a:gd name="T86" fmla="*/ 31 w 72"/>
                  <a:gd name="T87" fmla="*/ 10 h 122"/>
                  <a:gd name="T88" fmla="*/ 32 w 72"/>
                  <a:gd name="T89" fmla="*/ 8 h 122"/>
                  <a:gd name="T90" fmla="*/ 33 w 72"/>
                  <a:gd name="T91" fmla="*/ 7 h 122"/>
                  <a:gd name="T92" fmla="*/ 36 w 72"/>
                  <a:gd name="T93" fmla="*/ 4 h 122"/>
                  <a:gd name="T94" fmla="*/ 38 w 72"/>
                  <a:gd name="T95" fmla="*/ 2 h 122"/>
                  <a:gd name="T96" fmla="*/ 40 w 72"/>
                  <a:gd name="T97" fmla="*/ 0 h 12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2" h="122">
                    <a:moveTo>
                      <a:pt x="72" y="0"/>
                    </a:moveTo>
                    <a:lnTo>
                      <a:pt x="71" y="6"/>
                    </a:lnTo>
                    <a:lnTo>
                      <a:pt x="71" y="13"/>
                    </a:lnTo>
                    <a:lnTo>
                      <a:pt x="72" y="17"/>
                    </a:lnTo>
                    <a:lnTo>
                      <a:pt x="72" y="22"/>
                    </a:lnTo>
                    <a:lnTo>
                      <a:pt x="72" y="33"/>
                    </a:lnTo>
                    <a:lnTo>
                      <a:pt x="71" y="54"/>
                    </a:lnTo>
                    <a:lnTo>
                      <a:pt x="69" y="75"/>
                    </a:lnTo>
                    <a:lnTo>
                      <a:pt x="68" y="86"/>
                    </a:lnTo>
                    <a:lnTo>
                      <a:pt x="67" y="90"/>
                    </a:lnTo>
                    <a:lnTo>
                      <a:pt x="62" y="93"/>
                    </a:lnTo>
                    <a:lnTo>
                      <a:pt x="58" y="98"/>
                    </a:lnTo>
                    <a:lnTo>
                      <a:pt x="52" y="104"/>
                    </a:lnTo>
                    <a:lnTo>
                      <a:pt x="46" y="108"/>
                    </a:lnTo>
                    <a:lnTo>
                      <a:pt x="41" y="113"/>
                    </a:lnTo>
                    <a:lnTo>
                      <a:pt x="36" y="116"/>
                    </a:lnTo>
                    <a:lnTo>
                      <a:pt x="34" y="119"/>
                    </a:lnTo>
                    <a:lnTo>
                      <a:pt x="30" y="121"/>
                    </a:lnTo>
                    <a:lnTo>
                      <a:pt x="28" y="122"/>
                    </a:lnTo>
                    <a:lnTo>
                      <a:pt x="24" y="122"/>
                    </a:lnTo>
                    <a:lnTo>
                      <a:pt x="21" y="122"/>
                    </a:lnTo>
                    <a:lnTo>
                      <a:pt x="18" y="122"/>
                    </a:lnTo>
                    <a:lnTo>
                      <a:pt x="13" y="122"/>
                    </a:lnTo>
                    <a:lnTo>
                      <a:pt x="6" y="122"/>
                    </a:lnTo>
                    <a:lnTo>
                      <a:pt x="0" y="122"/>
                    </a:lnTo>
                    <a:lnTo>
                      <a:pt x="7" y="121"/>
                    </a:lnTo>
                    <a:lnTo>
                      <a:pt x="14" y="120"/>
                    </a:lnTo>
                    <a:lnTo>
                      <a:pt x="20" y="119"/>
                    </a:lnTo>
                    <a:lnTo>
                      <a:pt x="24" y="115"/>
                    </a:lnTo>
                    <a:lnTo>
                      <a:pt x="30" y="108"/>
                    </a:lnTo>
                    <a:lnTo>
                      <a:pt x="41" y="98"/>
                    </a:lnTo>
                    <a:lnTo>
                      <a:pt x="51" y="90"/>
                    </a:lnTo>
                    <a:lnTo>
                      <a:pt x="58" y="85"/>
                    </a:lnTo>
                    <a:lnTo>
                      <a:pt x="56" y="75"/>
                    </a:lnTo>
                    <a:lnTo>
                      <a:pt x="57" y="63"/>
                    </a:lnTo>
                    <a:lnTo>
                      <a:pt x="58" y="54"/>
                    </a:lnTo>
                    <a:lnTo>
                      <a:pt x="61" y="48"/>
                    </a:lnTo>
                    <a:lnTo>
                      <a:pt x="65" y="43"/>
                    </a:lnTo>
                    <a:lnTo>
                      <a:pt x="66" y="37"/>
                    </a:lnTo>
                    <a:lnTo>
                      <a:pt x="66" y="31"/>
                    </a:lnTo>
                    <a:lnTo>
                      <a:pt x="62" y="26"/>
                    </a:lnTo>
                    <a:lnTo>
                      <a:pt x="59" y="23"/>
                    </a:lnTo>
                    <a:lnTo>
                      <a:pt x="57" y="21"/>
                    </a:lnTo>
                    <a:lnTo>
                      <a:pt x="56" y="18"/>
                    </a:lnTo>
                    <a:lnTo>
                      <a:pt x="57" y="15"/>
                    </a:lnTo>
                    <a:lnTo>
                      <a:pt x="60" y="12"/>
                    </a:lnTo>
                    <a:lnTo>
                      <a:pt x="64" y="8"/>
                    </a:lnTo>
                    <a:lnTo>
                      <a:pt x="68" y="3"/>
                    </a:lnTo>
                    <a:lnTo>
                      <a:pt x="72"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6" name="Freeform 47">
                <a:extLst>
                  <a:ext uri="{FF2B5EF4-FFF2-40B4-BE49-F238E27FC236}">
                    <a16:creationId xmlns:a16="http://schemas.microsoft.com/office/drawing/2014/main" id="{137534B2-89A6-4BBD-A879-9BF0294626D7}"/>
                  </a:ext>
                </a:extLst>
              </p:cNvPr>
              <p:cNvSpPr>
                <a:spLocks/>
              </p:cNvSpPr>
              <p:nvPr/>
            </p:nvSpPr>
            <p:spPr bwMode="auto">
              <a:xfrm>
                <a:off x="4365" y="2728"/>
                <a:ext cx="31" cy="11"/>
              </a:xfrm>
              <a:custGeom>
                <a:avLst/>
                <a:gdLst>
                  <a:gd name="T0" fmla="*/ 3 w 57"/>
                  <a:gd name="T1" fmla="*/ 11 h 21"/>
                  <a:gd name="T2" fmla="*/ 1 w 57"/>
                  <a:gd name="T3" fmla="*/ 9 h 21"/>
                  <a:gd name="T4" fmla="*/ 0 w 57"/>
                  <a:gd name="T5" fmla="*/ 7 h 21"/>
                  <a:gd name="T6" fmla="*/ 0 w 57"/>
                  <a:gd name="T7" fmla="*/ 4 h 21"/>
                  <a:gd name="T8" fmla="*/ 1 w 57"/>
                  <a:gd name="T9" fmla="*/ 3 h 21"/>
                  <a:gd name="T10" fmla="*/ 5 w 57"/>
                  <a:gd name="T11" fmla="*/ 2 h 21"/>
                  <a:gd name="T12" fmla="*/ 10 w 57"/>
                  <a:gd name="T13" fmla="*/ 2 h 21"/>
                  <a:gd name="T14" fmla="*/ 15 w 57"/>
                  <a:gd name="T15" fmla="*/ 1 h 21"/>
                  <a:gd name="T16" fmla="*/ 19 w 57"/>
                  <a:gd name="T17" fmla="*/ 0 h 21"/>
                  <a:gd name="T18" fmla="*/ 18 w 57"/>
                  <a:gd name="T19" fmla="*/ 3 h 21"/>
                  <a:gd name="T20" fmla="*/ 20 w 57"/>
                  <a:gd name="T21" fmla="*/ 6 h 21"/>
                  <a:gd name="T22" fmla="*/ 23 w 57"/>
                  <a:gd name="T23" fmla="*/ 8 h 21"/>
                  <a:gd name="T24" fmla="*/ 31 w 57"/>
                  <a:gd name="T25" fmla="*/ 11 h 21"/>
                  <a:gd name="T26" fmla="*/ 27 w 57"/>
                  <a:gd name="T27" fmla="*/ 11 h 21"/>
                  <a:gd name="T28" fmla="*/ 23 w 57"/>
                  <a:gd name="T29" fmla="*/ 11 h 21"/>
                  <a:gd name="T30" fmla="*/ 18 w 57"/>
                  <a:gd name="T31" fmla="*/ 10 h 21"/>
                  <a:gd name="T32" fmla="*/ 14 w 57"/>
                  <a:gd name="T33" fmla="*/ 10 h 21"/>
                  <a:gd name="T34" fmla="*/ 10 w 57"/>
                  <a:gd name="T35" fmla="*/ 10 h 21"/>
                  <a:gd name="T36" fmla="*/ 7 w 57"/>
                  <a:gd name="T37" fmla="*/ 10 h 21"/>
                  <a:gd name="T38" fmla="*/ 4 w 57"/>
                  <a:gd name="T39" fmla="*/ 10 h 21"/>
                  <a:gd name="T40" fmla="*/ 3 w 57"/>
                  <a:gd name="T41" fmla="*/ 11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 h="21">
                    <a:moveTo>
                      <a:pt x="5" y="21"/>
                    </a:moveTo>
                    <a:lnTo>
                      <a:pt x="1" y="17"/>
                    </a:lnTo>
                    <a:lnTo>
                      <a:pt x="0" y="13"/>
                    </a:lnTo>
                    <a:lnTo>
                      <a:pt x="0" y="8"/>
                    </a:lnTo>
                    <a:lnTo>
                      <a:pt x="1" y="5"/>
                    </a:lnTo>
                    <a:lnTo>
                      <a:pt x="10" y="4"/>
                    </a:lnTo>
                    <a:lnTo>
                      <a:pt x="19" y="3"/>
                    </a:lnTo>
                    <a:lnTo>
                      <a:pt x="28" y="1"/>
                    </a:lnTo>
                    <a:lnTo>
                      <a:pt x="35" y="0"/>
                    </a:lnTo>
                    <a:lnTo>
                      <a:pt x="34" y="6"/>
                    </a:lnTo>
                    <a:lnTo>
                      <a:pt x="36" y="12"/>
                    </a:lnTo>
                    <a:lnTo>
                      <a:pt x="43" y="16"/>
                    </a:lnTo>
                    <a:lnTo>
                      <a:pt x="57" y="21"/>
                    </a:lnTo>
                    <a:lnTo>
                      <a:pt x="50" y="21"/>
                    </a:lnTo>
                    <a:lnTo>
                      <a:pt x="42" y="21"/>
                    </a:lnTo>
                    <a:lnTo>
                      <a:pt x="34" y="20"/>
                    </a:lnTo>
                    <a:lnTo>
                      <a:pt x="26" y="20"/>
                    </a:lnTo>
                    <a:lnTo>
                      <a:pt x="19" y="20"/>
                    </a:lnTo>
                    <a:lnTo>
                      <a:pt x="13" y="20"/>
                    </a:lnTo>
                    <a:lnTo>
                      <a:pt x="8" y="20"/>
                    </a:lnTo>
                    <a:lnTo>
                      <a:pt x="5"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7" name="Freeform 48">
                <a:extLst>
                  <a:ext uri="{FF2B5EF4-FFF2-40B4-BE49-F238E27FC236}">
                    <a16:creationId xmlns:a16="http://schemas.microsoft.com/office/drawing/2014/main" id="{64739AB6-07F1-4062-BE87-55D9E7876B71}"/>
                  </a:ext>
                </a:extLst>
              </p:cNvPr>
              <p:cNvSpPr>
                <a:spLocks/>
              </p:cNvSpPr>
              <p:nvPr/>
            </p:nvSpPr>
            <p:spPr bwMode="auto">
              <a:xfrm>
                <a:off x="4354" y="2712"/>
                <a:ext cx="55" cy="18"/>
              </a:xfrm>
              <a:custGeom>
                <a:avLst/>
                <a:gdLst>
                  <a:gd name="T0" fmla="*/ 55 w 100"/>
                  <a:gd name="T1" fmla="*/ 7 h 35"/>
                  <a:gd name="T2" fmla="*/ 53 w 100"/>
                  <a:gd name="T3" fmla="*/ 7 h 35"/>
                  <a:gd name="T4" fmla="*/ 51 w 100"/>
                  <a:gd name="T5" fmla="*/ 6 h 35"/>
                  <a:gd name="T6" fmla="*/ 47 w 100"/>
                  <a:gd name="T7" fmla="*/ 5 h 35"/>
                  <a:gd name="T8" fmla="*/ 44 w 100"/>
                  <a:gd name="T9" fmla="*/ 6 h 35"/>
                  <a:gd name="T10" fmla="*/ 42 w 100"/>
                  <a:gd name="T11" fmla="*/ 6 h 35"/>
                  <a:gd name="T12" fmla="*/ 39 w 100"/>
                  <a:gd name="T13" fmla="*/ 6 h 35"/>
                  <a:gd name="T14" fmla="*/ 37 w 100"/>
                  <a:gd name="T15" fmla="*/ 5 h 35"/>
                  <a:gd name="T16" fmla="*/ 35 w 100"/>
                  <a:gd name="T17" fmla="*/ 4 h 35"/>
                  <a:gd name="T18" fmla="*/ 34 w 100"/>
                  <a:gd name="T19" fmla="*/ 3 h 35"/>
                  <a:gd name="T20" fmla="*/ 31 w 100"/>
                  <a:gd name="T21" fmla="*/ 2 h 35"/>
                  <a:gd name="T22" fmla="*/ 29 w 100"/>
                  <a:gd name="T23" fmla="*/ 1 h 35"/>
                  <a:gd name="T24" fmla="*/ 26 w 100"/>
                  <a:gd name="T25" fmla="*/ 0 h 35"/>
                  <a:gd name="T26" fmla="*/ 23 w 100"/>
                  <a:gd name="T27" fmla="*/ 1 h 35"/>
                  <a:gd name="T28" fmla="*/ 20 w 100"/>
                  <a:gd name="T29" fmla="*/ 2 h 35"/>
                  <a:gd name="T30" fmla="*/ 17 w 100"/>
                  <a:gd name="T31" fmla="*/ 2 h 35"/>
                  <a:gd name="T32" fmla="*/ 14 w 100"/>
                  <a:gd name="T33" fmla="*/ 2 h 35"/>
                  <a:gd name="T34" fmla="*/ 12 w 100"/>
                  <a:gd name="T35" fmla="*/ 2 h 35"/>
                  <a:gd name="T36" fmla="*/ 9 w 100"/>
                  <a:gd name="T37" fmla="*/ 2 h 35"/>
                  <a:gd name="T38" fmla="*/ 5 w 100"/>
                  <a:gd name="T39" fmla="*/ 2 h 35"/>
                  <a:gd name="T40" fmla="*/ 2 w 100"/>
                  <a:gd name="T41" fmla="*/ 2 h 35"/>
                  <a:gd name="T42" fmla="*/ 1 w 100"/>
                  <a:gd name="T43" fmla="*/ 4 h 35"/>
                  <a:gd name="T44" fmla="*/ 0 w 100"/>
                  <a:gd name="T45" fmla="*/ 8 h 35"/>
                  <a:gd name="T46" fmla="*/ 0 w 100"/>
                  <a:gd name="T47" fmla="*/ 12 h 35"/>
                  <a:gd name="T48" fmla="*/ 1 w 100"/>
                  <a:gd name="T49" fmla="*/ 14 h 35"/>
                  <a:gd name="T50" fmla="*/ 4 w 100"/>
                  <a:gd name="T51" fmla="*/ 15 h 35"/>
                  <a:gd name="T52" fmla="*/ 6 w 100"/>
                  <a:gd name="T53" fmla="*/ 17 h 35"/>
                  <a:gd name="T54" fmla="*/ 9 w 100"/>
                  <a:gd name="T55" fmla="*/ 17 h 35"/>
                  <a:gd name="T56" fmla="*/ 11 w 100"/>
                  <a:gd name="T57" fmla="*/ 18 h 35"/>
                  <a:gd name="T58" fmla="*/ 8 w 100"/>
                  <a:gd name="T59" fmla="*/ 15 h 35"/>
                  <a:gd name="T60" fmla="*/ 7 w 100"/>
                  <a:gd name="T61" fmla="*/ 10 h 35"/>
                  <a:gd name="T62" fmla="*/ 8 w 100"/>
                  <a:gd name="T63" fmla="*/ 6 h 35"/>
                  <a:gd name="T64" fmla="*/ 10 w 100"/>
                  <a:gd name="T65" fmla="*/ 3 h 35"/>
                  <a:gd name="T66" fmla="*/ 14 w 100"/>
                  <a:gd name="T67" fmla="*/ 3 h 35"/>
                  <a:gd name="T68" fmla="*/ 17 w 100"/>
                  <a:gd name="T69" fmla="*/ 4 h 35"/>
                  <a:gd name="T70" fmla="*/ 21 w 100"/>
                  <a:gd name="T71" fmla="*/ 5 h 35"/>
                  <a:gd name="T72" fmla="*/ 24 w 100"/>
                  <a:gd name="T73" fmla="*/ 6 h 35"/>
                  <a:gd name="T74" fmla="*/ 26 w 100"/>
                  <a:gd name="T75" fmla="*/ 7 h 35"/>
                  <a:gd name="T76" fmla="*/ 30 w 100"/>
                  <a:gd name="T77" fmla="*/ 8 h 35"/>
                  <a:gd name="T78" fmla="*/ 33 w 100"/>
                  <a:gd name="T79" fmla="*/ 9 h 35"/>
                  <a:gd name="T80" fmla="*/ 35 w 100"/>
                  <a:gd name="T81" fmla="*/ 9 h 35"/>
                  <a:gd name="T82" fmla="*/ 38 w 100"/>
                  <a:gd name="T83" fmla="*/ 8 h 35"/>
                  <a:gd name="T84" fmla="*/ 41 w 100"/>
                  <a:gd name="T85" fmla="*/ 8 h 35"/>
                  <a:gd name="T86" fmla="*/ 43 w 100"/>
                  <a:gd name="T87" fmla="*/ 8 h 35"/>
                  <a:gd name="T88" fmla="*/ 46 w 100"/>
                  <a:gd name="T89" fmla="*/ 9 h 35"/>
                  <a:gd name="T90" fmla="*/ 48 w 100"/>
                  <a:gd name="T91" fmla="*/ 9 h 35"/>
                  <a:gd name="T92" fmla="*/ 51 w 100"/>
                  <a:gd name="T93" fmla="*/ 9 h 35"/>
                  <a:gd name="T94" fmla="*/ 53 w 100"/>
                  <a:gd name="T95" fmla="*/ 8 h 35"/>
                  <a:gd name="T96" fmla="*/ 55 w 100"/>
                  <a:gd name="T97" fmla="*/ 7 h 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0" h="35">
                    <a:moveTo>
                      <a:pt x="100" y="14"/>
                    </a:moveTo>
                    <a:lnTo>
                      <a:pt x="97" y="13"/>
                    </a:lnTo>
                    <a:lnTo>
                      <a:pt x="92" y="11"/>
                    </a:lnTo>
                    <a:lnTo>
                      <a:pt x="85" y="9"/>
                    </a:lnTo>
                    <a:lnTo>
                      <a:pt x="80" y="11"/>
                    </a:lnTo>
                    <a:lnTo>
                      <a:pt x="76" y="12"/>
                    </a:lnTo>
                    <a:lnTo>
                      <a:pt x="71" y="11"/>
                    </a:lnTo>
                    <a:lnTo>
                      <a:pt x="67" y="9"/>
                    </a:lnTo>
                    <a:lnTo>
                      <a:pt x="64" y="8"/>
                    </a:lnTo>
                    <a:lnTo>
                      <a:pt x="62" y="6"/>
                    </a:lnTo>
                    <a:lnTo>
                      <a:pt x="57" y="3"/>
                    </a:lnTo>
                    <a:lnTo>
                      <a:pt x="52" y="1"/>
                    </a:lnTo>
                    <a:lnTo>
                      <a:pt x="47" y="0"/>
                    </a:lnTo>
                    <a:lnTo>
                      <a:pt x="41" y="1"/>
                    </a:lnTo>
                    <a:lnTo>
                      <a:pt x="37" y="3"/>
                    </a:lnTo>
                    <a:lnTo>
                      <a:pt x="31" y="4"/>
                    </a:lnTo>
                    <a:lnTo>
                      <a:pt x="26" y="4"/>
                    </a:lnTo>
                    <a:lnTo>
                      <a:pt x="22" y="4"/>
                    </a:lnTo>
                    <a:lnTo>
                      <a:pt x="16" y="3"/>
                    </a:lnTo>
                    <a:lnTo>
                      <a:pt x="9" y="3"/>
                    </a:lnTo>
                    <a:lnTo>
                      <a:pt x="4" y="4"/>
                    </a:lnTo>
                    <a:lnTo>
                      <a:pt x="2" y="8"/>
                    </a:lnTo>
                    <a:lnTo>
                      <a:pt x="0" y="15"/>
                    </a:lnTo>
                    <a:lnTo>
                      <a:pt x="0" y="23"/>
                    </a:lnTo>
                    <a:lnTo>
                      <a:pt x="2" y="28"/>
                    </a:lnTo>
                    <a:lnTo>
                      <a:pt x="7" y="30"/>
                    </a:lnTo>
                    <a:lnTo>
                      <a:pt x="11" y="33"/>
                    </a:lnTo>
                    <a:lnTo>
                      <a:pt x="16" y="34"/>
                    </a:lnTo>
                    <a:lnTo>
                      <a:pt x="20" y="35"/>
                    </a:lnTo>
                    <a:lnTo>
                      <a:pt x="14" y="29"/>
                    </a:lnTo>
                    <a:lnTo>
                      <a:pt x="12" y="20"/>
                    </a:lnTo>
                    <a:lnTo>
                      <a:pt x="14" y="11"/>
                    </a:lnTo>
                    <a:lnTo>
                      <a:pt x="18" y="6"/>
                    </a:lnTo>
                    <a:lnTo>
                      <a:pt x="25" y="6"/>
                    </a:lnTo>
                    <a:lnTo>
                      <a:pt x="31" y="7"/>
                    </a:lnTo>
                    <a:lnTo>
                      <a:pt x="38" y="9"/>
                    </a:lnTo>
                    <a:lnTo>
                      <a:pt x="44" y="12"/>
                    </a:lnTo>
                    <a:lnTo>
                      <a:pt x="48" y="14"/>
                    </a:lnTo>
                    <a:lnTo>
                      <a:pt x="54" y="16"/>
                    </a:lnTo>
                    <a:lnTo>
                      <a:pt x="60" y="18"/>
                    </a:lnTo>
                    <a:lnTo>
                      <a:pt x="64" y="18"/>
                    </a:lnTo>
                    <a:lnTo>
                      <a:pt x="69" y="16"/>
                    </a:lnTo>
                    <a:lnTo>
                      <a:pt x="75" y="15"/>
                    </a:lnTo>
                    <a:lnTo>
                      <a:pt x="79" y="16"/>
                    </a:lnTo>
                    <a:lnTo>
                      <a:pt x="84" y="18"/>
                    </a:lnTo>
                    <a:lnTo>
                      <a:pt x="87" y="18"/>
                    </a:lnTo>
                    <a:lnTo>
                      <a:pt x="92" y="18"/>
                    </a:lnTo>
                    <a:lnTo>
                      <a:pt x="97" y="15"/>
                    </a:lnTo>
                    <a:lnTo>
                      <a:pt x="100"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8" name="Freeform 49">
                <a:extLst>
                  <a:ext uri="{FF2B5EF4-FFF2-40B4-BE49-F238E27FC236}">
                    <a16:creationId xmlns:a16="http://schemas.microsoft.com/office/drawing/2014/main" id="{7050C9CE-58D7-49A1-AEBA-F1232616C84D}"/>
                  </a:ext>
                </a:extLst>
              </p:cNvPr>
              <p:cNvSpPr>
                <a:spLocks/>
              </p:cNvSpPr>
              <p:nvPr/>
            </p:nvSpPr>
            <p:spPr bwMode="auto">
              <a:xfrm>
                <a:off x="4409" y="2703"/>
                <a:ext cx="20" cy="22"/>
              </a:xfrm>
              <a:custGeom>
                <a:avLst/>
                <a:gdLst>
                  <a:gd name="T0" fmla="*/ 19 w 37"/>
                  <a:gd name="T1" fmla="*/ 19 h 41"/>
                  <a:gd name="T2" fmla="*/ 20 w 37"/>
                  <a:gd name="T3" fmla="*/ 16 h 41"/>
                  <a:gd name="T4" fmla="*/ 20 w 37"/>
                  <a:gd name="T5" fmla="*/ 11 h 41"/>
                  <a:gd name="T6" fmla="*/ 20 w 37"/>
                  <a:gd name="T7" fmla="*/ 8 h 41"/>
                  <a:gd name="T8" fmla="*/ 19 w 37"/>
                  <a:gd name="T9" fmla="*/ 5 h 41"/>
                  <a:gd name="T10" fmla="*/ 17 w 37"/>
                  <a:gd name="T11" fmla="*/ 3 h 41"/>
                  <a:gd name="T12" fmla="*/ 15 w 37"/>
                  <a:gd name="T13" fmla="*/ 2 h 41"/>
                  <a:gd name="T14" fmla="*/ 12 w 37"/>
                  <a:gd name="T15" fmla="*/ 1 h 41"/>
                  <a:gd name="T16" fmla="*/ 10 w 37"/>
                  <a:gd name="T17" fmla="*/ 0 h 41"/>
                  <a:gd name="T18" fmla="*/ 7 w 37"/>
                  <a:gd name="T19" fmla="*/ 1 h 41"/>
                  <a:gd name="T20" fmla="*/ 4 w 37"/>
                  <a:gd name="T21" fmla="*/ 3 h 41"/>
                  <a:gd name="T22" fmla="*/ 2 w 37"/>
                  <a:gd name="T23" fmla="*/ 8 h 41"/>
                  <a:gd name="T24" fmla="*/ 0 w 37"/>
                  <a:gd name="T25" fmla="*/ 16 h 41"/>
                  <a:gd name="T26" fmla="*/ 3 w 37"/>
                  <a:gd name="T27" fmla="*/ 18 h 41"/>
                  <a:gd name="T28" fmla="*/ 6 w 37"/>
                  <a:gd name="T29" fmla="*/ 20 h 41"/>
                  <a:gd name="T30" fmla="*/ 9 w 37"/>
                  <a:gd name="T31" fmla="*/ 21 h 41"/>
                  <a:gd name="T32" fmla="*/ 12 w 37"/>
                  <a:gd name="T33" fmla="*/ 22 h 41"/>
                  <a:gd name="T34" fmla="*/ 14 w 37"/>
                  <a:gd name="T35" fmla="*/ 21 h 41"/>
                  <a:gd name="T36" fmla="*/ 16 w 37"/>
                  <a:gd name="T37" fmla="*/ 20 h 41"/>
                  <a:gd name="T38" fmla="*/ 17 w 37"/>
                  <a:gd name="T39" fmla="*/ 19 h 41"/>
                  <a:gd name="T40" fmla="*/ 19 w 37"/>
                  <a:gd name="T41" fmla="*/ 19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41">
                    <a:moveTo>
                      <a:pt x="36" y="36"/>
                    </a:moveTo>
                    <a:lnTo>
                      <a:pt x="37" y="29"/>
                    </a:lnTo>
                    <a:lnTo>
                      <a:pt x="37" y="21"/>
                    </a:lnTo>
                    <a:lnTo>
                      <a:pt x="37" y="15"/>
                    </a:lnTo>
                    <a:lnTo>
                      <a:pt x="35" y="9"/>
                    </a:lnTo>
                    <a:lnTo>
                      <a:pt x="31" y="6"/>
                    </a:lnTo>
                    <a:lnTo>
                      <a:pt x="28" y="3"/>
                    </a:lnTo>
                    <a:lnTo>
                      <a:pt x="23" y="1"/>
                    </a:lnTo>
                    <a:lnTo>
                      <a:pt x="18" y="0"/>
                    </a:lnTo>
                    <a:lnTo>
                      <a:pt x="13" y="1"/>
                    </a:lnTo>
                    <a:lnTo>
                      <a:pt x="8" y="6"/>
                    </a:lnTo>
                    <a:lnTo>
                      <a:pt x="3" y="15"/>
                    </a:lnTo>
                    <a:lnTo>
                      <a:pt x="0" y="29"/>
                    </a:lnTo>
                    <a:lnTo>
                      <a:pt x="5" y="33"/>
                    </a:lnTo>
                    <a:lnTo>
                      <a:pt x="11" y="37"/>
                    </a:lnTo>
                    <a:lnTo>
                      <a:pt x="17" y="39"/>
                    </a:lnTo>
                    <a:lnTo>
                      <a:pt x="22" y="41"/>
                    </a:lnTo>
                    <a:lnTo>
                      <a:pt x="25" y="39"/>
                    </a:lnTo>
                    <a:lnTo>
                      <a:pt x="29" y="38"/>
                    </a:lnTo>
                    <a:lnTo>
                      <a:pt x="32" y="36"/>
                    </a:lnTo>
                    <a:lnTo>
                      <a:pt x="36"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9" name="Freeform 50">
                <a:extLst>
                  <a:ext uri="{FF2B5EF4-FFF2-40B4-BE49-F238E27FC236}">
                    <a16:creationId xmlns:a16="http://schemas.microsoft.com/office/drawing/2014/main" id="{792B7F72-1FF3-4237-AA84-D4D378A8303F}"/>
                  </a:ext>
                </a:extLst>
              </p:cNvPr>
              <p:cNvSpPr>
                <a:spLocks/>
              </p:cNvSpPr>
              <p:nvPr/>
            </p:nvSpPr>
            <p:spPr bwMode="auto">
              <a:xfrm>
                <a:off x="3881" y="2598"/>
                <a:ext cx="20" cy="10"/>
              </a:xfrm>
              <a:custGeom>
                <a:avLst/>
                <a:gdLst>
                  <a:gd name="T0" fmla="*/ 3 w 35"/>
                  <a:gd name="T1" fmla="*/ 10 h 18"/>
                  <a:gd name="T2" fmla="*/ 2 w 35"/>
                  <a:gd name="T3" fmla="*/ 8 h 18"/>
                  <a:gd name="T4" fmla="*/ 1 w 35"/>
                  <a:gd name="T5" fmla="*/ 6 h 18"/>
                  <a:gd name="T6" fmla="*/ 0 w 35"/>
                  <a:gd name="T7" fmla="*/ 5 h 18"/>
                  <a:gd name="T8" fmla="*/ 0 w 35"/>
                  <a:gd name="T9" fmla="*/ 4 h 18"/>
                  <a:gd name="T10" fmla="*/ 2 w 35"/>
                  <a:gd name="T11" fmla="*/ 2 h 18"/>
                  <a:gd name="T12" fmla="*/ 6 w 35"/>
                  <a:gd name="T13" fmla="*/ 1 h 18"/>
                  <a:gd name="T14" fmla="*/ 10 w 35"/>
                  <a:gd name="T15" fmla="*/ 0 h 18"/>
                  <a:gd name="T16" fmla="*/ 13 w 35"/>
                  <a:gd name="T17" fmla="*/ 0 h 18"/>
                  <a:gd name="T18" fmla="*/ 15 w 35"/>
                  <a:gd name="T19" fmla="*/ 1 h 18"/>
                  <a:gd name="T20" fmla="*/ 18 w 35"/>
                  <a:gd name="T21" fmla="*/ 3 h 18"/>
                  <a:gd name="T22" fmla="*/ 20 w 35"/>
                  <a:gd name="T23" fmla="*/ 5 h 18"/>
                  <a:gd name="T24" fmla="*/ 20 w 35"/>
                  <a:gd name="T25" fmla="*/ 7 h 18"/>
                  <a:gd name="T26" fmla="*/ 18 w 35"/>
                  <a:gd name="T27" fmla="*/ 8 h 18"/>
                  <a:gd name="T28" fmla="*/ 13 w 35"/>
                  <a:gd name="T29" fmla="*/ 9 h 18"/>
                  <a:gd name="T30" fmla="*/ 7 w 35"/>
                  <a:gd name="T31" fmla="*/ 10 h 18"/>
                  <a:gd name="T32" fmla="*/ 3 w 35"/>
                  <a:gd name="T33" fmla="*/ 10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18">
                    <a:moveTo>
                      <a:pt x="5" y="18"/>
                    </a:moveTo>
                    <a:lnTo>
                      <a:pt x="3" y="15"/>
                    </a:lnTo>
                    <a:lnTo>
                      <a:pt x="1" y="11"/>
                    </a:lnTo>
                    <a:lnTo>
                      <a:pt x="0" y="9"/>
                    </a:lnTo>
                    <a:lnTo>
                      <a:pt x="0" y="7"/>
                    </a:lnTo>
                    <a:lnTo>
                      <a:pt x="4" y="3"/>
                    </a:lnTo>
                    <a:lnTo>
                      <a:pt x="11" y="1"/>
                    </a:lnTo>
                    <a:lnTo>
                      <a:pt x="17" y="0"/>
                    </a:lnTo>
                    <a:lnTo>
                      <a:pt x="23" y="0"/>
                    </a:lnTo>
                    <a:lnTo>
                      <a:pt x="27" y="2"/>
                    </a:lnTo>
                    <a:lnTo>
                      <a:pt x="32" y="6"/>
                    </a:lnTo>
                    <a:lnTo>
                      <a:pt x="35" y="9"/>
                    </a:lnTo>
                    <a:lnTo>
                      <a:pt x="35" y="13"/>
                    </a:lnTo>
                    <a:lnTo>
                      <a:pt x="31" y="15"/>
                    </a:lnTo>
                    <a:lnTo>
                      <a:pt x="23" y="17"/>
                    </a:lnTo>
                    <a:lnTo>
                      <a:pt x="13" y="18"/>
                    </a:lnTo>
                    <a:lnTo>
                      <a:pt x="5"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0" name="Freeform 51">
                <a:extLst>
                  <a:ext uri="{FF2B5EF4-FFF2-40B4-BE49-F238E27FC236}">
                    <a16:creationId xmlns:a16="http://schemas.microsoft.com/office/drawing/2014/main" id="{415403B4-EE5B-44DB-AE9D-8768EE223F69}"/>
                  </a:ext>
                </a:extLst>
              </p:cNvPr>
              <p:cNvSpPr>
                <a:spLocks/>
              </p:cNvSpPr>
              <p:nvPr/>
            </p:nvSpPr>
            <p:spPr bwMode="auto">
              <a:xfrm>
                <a:off x="3928" y="2626"/>
                <a:ext cx="15" cy="12"/>
              </a:xfrm>
              <a:custGeom>
                <a:avLst/>
                <a:gdLst>
                  <a:gd name="T0" fmla="*/ 15 w 28"/>
                  <a:gd name="T1" fmla="*/ 9 h 21"/>
                  <a:gd name="T2" fmla="*/ 10 w 28"/>
                  <a:gd name="T3" fmla="*/ 11 h 21"/>
                  <a:gd name="T4" fmla="*/ 7 w 28"/>
                  <a:gd name="T5" fmla="*/ 12 h 21"/>
                  <a:gd name="T6" fmla="*/ 4 w 28"/>
                  <a:gd name="T7" fmla="*/ 11 h 21"/>
                  <a:gd name="T8" fmla="*/ 0 w 28"/>
                  <a:gd name="T9" fmla="*/ 9 h 21"/>
                  <a:gd name="T10" fmla="*/ 2 w 28"/>
                  <a:gd name="T11" fmla="*/ 7 h 21"/>
                  <a:gd name="T12" fmla="*/ 5 w 28"/>
                  <a:gd name="T13" fmla="*/ 5 h 21"/>
                  <a:gd name="T14" fmla="*/ 8 w 28"/>
                  <a:gd name="T15" fmla="*/ 3 h 21"/>
                  <a:gd name="T16" fmla="*/ 10 w 28"/>
                  <a:gd name="T17" fmla="*/ 1 h 21"/>
                  <a:gd name="T18" fmla="*/ 12 w 28"/>
                  <a:gd name="T19" fmla="*/ 0 h 21"/>
                  <a:gd name="T20" fmla="*/ 13 w 28"/>
                  <a:gd name="T21" fmla="*/ 1 h 21"/>
                  <a:gd name="T22" fmla="*/ 15 w 28"/>
                  <a:gd name="T23" fmla="*/ 3 h 21"/>
                  <a:gd name="T24" fmla="*/ 15 w 28"/>
                  <a:gd name="T25" fmla="*/ 9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21">
                    <a:moveTo>
                      <a:pt x="28" y="16"/>
                    </a:moveTo>
                    <a:lnTo>
                      <a:pt x="19" y="19"/>
                    </a:lnTo>
                    <a:lnTo>
                      <a:pt x="13" y="21"/>
                    </a:lnTo>
                    <a:lnTo>
                      <a:pt x="7" y="19"/>
                    </a:lnTo>
                    <a:lnTo>
                      <a:pt x="0" y="16"/>
                    </a:lnTo>
                    <a:lnTo>
                      <a:pt x="4" y="13"/>
                    </a:lnTo>
                    <a:lnTo>
                      <a:pt x="10" y="9"/>
                    </a:lnTo>
                    <a:lnTo>
                      <a:pt x="15" y="6"/>
                    </a:lnTo>
                    <a:lnTo>
                      <a:pt x="18" y="2"/>
                    </a:lnTo>
                    <a:lnTo>
                      <a:pt x="22" y="0"/>
                    </a:lnTo>
                    <a:lnTo>
                      <a:pt x="25" y="1"/>
                    </a:lnTo>
                    <a:lnTo>
                      <a:pt x="28" y="6"/>
                    </a:lnTo>
                    <a:lnTo>
                      <a:pt x="2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1" name="Freeform 52">
                <a:extLst>
                  <a:ext uri="{FF2B5EF4-FFF2-40B4-BE49-F238E27FC236}">
                    <a16:creationId xmlns:a16="http://schemas.microsoft.com/office/drawing/2014/main" id="{9B1C16EE-86A1-4353-8E23-8D0154F9934D}"/>
                  </a:ext>
                </a:extLst>
              </p:cNvPr>
              <p:cNvSpPr>
                <a:spLocks/>
              </p:cNvSpPr>
              <p:nvPr/>
            </p:nvSpPr>
            <p:spPr bwMode="auto">
              <a:xfrm>
                <a:off x="3911" y="2615"/>
                <a:ext cx="28" cy="18"/>
              </a:xfrm>
              <a:custGeom>
                <a:avLst/>
                <a:gdLst>
                  <a:gd name="T0" fmla="*/ 4 w 52"/>
                  <a:gd name="T1" fmla="*/ 18 h 32"/>
                  <a:gd name="T2" fmla="*/ 2 w 52"/>
                  <a:gd name="T3" fmla="*/ 17 h 32"/>
                  <a:gd name="T4" fmla="*/ 1 w 52"/>
                  <a:gd name="T5" fmla="*/ 15 h 32"/>
                  <a:gd name="T6" fmla="*/ 1 w 52"/>
                  <a:gd name="T7" fmla="*/ 13 h 32"/>
                  <a:gd name="T8" fmla="*/ 0 w 52"/>
                  <a:gd name="T9" fmla="*/ 11 h 32"/>
                  <a:gd name="T10" fmla="*/ 4 w 52"/>
                  <a:gd name="T11" fmla="*/ 9 h 32"/>
                  <a:gd name="T12" fmla="*/ 8 w 52"/>
                  <a:gd name="T13" fmla="*/ 7 h 32"/>
                  <a:gd name="T14" fmla="*/ 12 w 52"/>
                  <a:gd name="T15" fmla="*/ 5 h 32"/>
                  <a:gd name="T16" fmla="*/ 14 w 52"/>
                  <a:gd name="T17" fmla="*/ 3 h 32"/>
                  <a:gd name="T18" fmla="*/ 17 w 52"/>
                  <a:gd name="T19" fmla="*/ 1 h 32"/>
                  <a:gd name="T20" fmla="*/ 20 w 52"/>
                  <a:gd name="T21" fmla="*/ 0 h 32"/>
                  <a:gd name="T22" fmla="*/ 24 w 52"/>
                  <a:gd name="T23" fmla="*/ 0 h 32"/>
                  <a:gd name="T24" fmla="*/ 26 w 52"/>
                  <a:gd name="T25" fmla="*/ 2 h 32"/>
                  <a:gd name="T26" fmla="*/ 27 w 52"/>
                  <a:gd name="T27" fmla="*/ 3 h 32"/>
                  <a:gd name="T28" fmla="*/ 28 w 52"/>
                  <a:gd name="T29" fmla="*/ 3 h 32"/>
                  <a:gd name="T30" fmla="*/ 28 w 52"/>
                  <a:gd name="T31" fmla="*/ 5 h 32"/>
                  <a:gd name="T32" fmla="*/ 28 w 52"/>
                  <a:gd name="T33" fmla="*/ 5 h 32"/>
                  <a:gd name="T34" fmla="*/ 26 w 52"/>
                  <a:gd name="T35" fmla="*/ 7 h 32"/>
                  <a:gd name="T36" fmla="*/ 25 w 52"/>
                  <a:gd name="T37" fmla="*/ 8 h 32"/>
                  <a:gd name="T38" fmla="*/ 24 w 52"/>
                  <a:gd name="T39" fmla="*/ 9 h 32"/>
                  <a:gd name="T40" fmla="*/ 22 w 52"/>
                  <a:gd name="T41" fmla="*/ 10 h 32"/>
                  <a:gd name="T42" fmla="*/ 20 w 52"/>
                  <a:gd name="T43" fmla="*/ 11 h 32"/>
                  <a:gd name="T44" fmla="*/ 18 w 52"/>
                  <a:gd name="T45" fmla="*/ 14 h 32"/>
                  <a:gd name="T46" fmla="*/ 16 w 52"/>
                  <a:gd name="T47" fmla="*/ 16 h 32"/>
                  <a:gd name="T48" fmla="*/ 12 w 52"/>
                  <a:gd name="T49" fmla="*/ 16 h 32"/>
                  <a:gd name="T50" fmla="*/ 10 w 52"/>
                  <a:gd name="T51" fmla="*/ 16 h 32"/>
                  <a:gd name="T52" fmla="*/ 10 w 52"/>
                  <a:gd name="T53" fmla="*/ 16 h 32"/>
                  <a:gd name="T54" fmla="*/ 9 w 52"/>
                  <a:gd name="T55" fmla="*/ 16 h 32"/>
                  <a:gd name="T56" fmla="*/ 8 w 52"/>
                  <a:gd name="T57" fmla="*/ 16 h 32"/>
                  <a:gd name="T58" fmla="*/ 6 w 52"/>
                  <a:gd name="T59" fmla="*/ 16 h 32"/>
                  <a:gd name="T60" fmla="*/ 5 w 52"/>
                  <a:gd name="T61" fmla="*/ 17 h 32"/>
                  <a:gd name="T62" fmla="*/ 5 w 52"/>
                  <a:gd name="T63" fmla="*/ 17 h 32"/>
                  <a:gd name="T64" fmla="*/ 4 w 52"/>
                  <a:gd name="T65" fmla="*/ 18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 h="32">
                    <a:moveTo>
                      <a:pt x="8" y="32"/>
                    </a:moveTo>
                    <a:lnTo>
                      <a:pt x="4" y="30"/>
                    </a:lnTo>
                    <a:lnTo>
                      <a:pt x="2" y="27"/>
                    </a:lnTo>
                    <a:lnTo>
                      <a:pt x="1" y="23"/>
                    </a:lnTo>
                    <a:lnTo>
                      <a:pt x="0" y="20"/>
                    </a:lnTo>
                    <a:lnTo>
                      <a:pt x="8" y="16"/>
                    </a:lnTo>
                    <a:lnTo>
                      <a:pt x="15" y="13"/>
                    </a:lnTo>
                    <a:lnTo>
                      <a:pt x="22" y="8"/>
                    </a:lnTo>
                    <a:lnTo>
                      <a:pt x="26" y="5"/>
                    </a:lnTo>
                    <a:lnTo>
                      <a:pt x="31" y="1"/>
                    </a:lnTo>
                    <a:lnTo>
                      <a:pt x="38" y="0"/>
                    </a:lnTo>
                    <a:lnTo>
                      <a:pt x="45" y="0"/>
                    </a:lnTo>
                    <a:lnTo>
                      <a:pt x="49" y="4"/>
                    </a:lnTo>
                    <a:lnTo>
                      <a:pt x="50" y="5"/>
                    </a:lnTo>
                    <a:lnTo>
                      <a:pt x="52" y="6"/>
                    </a:lnTo>
                    <a:lnTo>
                      <a:pt x="52" y="8"/>
                    </a:lnTo>
                    <a:lnTo>
                      <a:pt x="52" y="9"/>
                    </a:lnTo>
                    <a:lnTo>
                      <a:pt x="49" y="12"/>
                    </a:lnTo>
                    <a:lnTo>
                      <a:pt x="47" y="14"/>
                    </a:lnTo>
                    <a:lnTo>
                      <a:pt x="44" y="16"/>
                    </a:lnTo>
                    <a:lnTo>
                      <a:pt x="41" y="17"/>
                    </a:lnTo>
                    <a:lnTo>
                      <a:pt x="38" y="20"/>
                    </a:lnTo>
                    <a:lnTo>
                      <a:pt x="33" y="24"/>
                    </a:lnTo>
                    <a:lnTo>
                      <a:pt x="29" y="28"/>
                    </a:lnTo>
                    <a:lnTo>
                      <a:pt x="22" y="29"/>
                    </a:lnTo>
                    <a:lnTo>
                      <a:pt x="19" y="29"/>
                    </a:lnTo>
                    <a:lnTo>
                      <a:pt x="18" y="29"/>
                    </a:lnTo>
                    <a:lnTo>
                      <a:pt x="16" y="29"/>
                    </a:lnTo>
                    <a:lnTo>
                      <a:pt x="14" y="29"/>
                    </a:lnTo>
                    <a:lnTo>
                      <a:pt x="11" y="29"/>
                    </a:lnTo>
                    <a:lnTo>
                      <a:pt x="10" y="30"/>
                    </a:lnTo>
                    <a:lnTo>
                      <a:pt x="9" y="31"/>
                    </a:lnTo>
                    <a:lnTo>
                      <a:pt x="8" y="3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2" name="Freeform 53">
                <a:extLst>
                  <a:ext uri="{FF2B5EF4-FFF2-40B4-BE49-F238E27FC236}">
                    <a16:creationId xmlns:a16="http://schemas.microsoft.com/office/drawing/2014/main" id="{64A540D1-1117-4DC8-91CE-1EBBE0E25E56}"/>
                  </a:ext>
                </a:extLst>
              </p:cNvPr>
              <p:cNvSpPr>
                <a:spLocks/>
              </p:cNvSpPr>
              <p:nvPr/>
            </p:nvSpPr>
            <p:spPr bwMode="auto">
              <a:xfrm>
                <a:off x="3898" y="2571"/>
                <a:ext cx="90" cy="37"/>
              </a:xfrm>
              <a:custGeom>
                <a:avLst/>
                <a:gdLst>
                  <a:gd name="T0" fmla="*/ 28 w 164"/>
                  <a:gd name="T1" fmla="*/ 2 h 68"/>
                  <a:gd name="T2" fmla="*/ 33 w 164"/>
                  <a:gd name="T3" fmla="*/ 2 h 68"/>
                  <a:gd name="T4" fmla="*/ 37 w 164"/>
                  <a:gd name="T5" fmla="*/ 4 h 68"/>
                  <a:gd name="T6" fmla="*/ 42 w 164"/>
                  <a:gd name="T7" fmla="*/ 9 h 68"/>
                  <a:gd name="T8" fmla="*/ 47 w 164"/>
                  <a:gd name="T9" fmla="*/ 12 h 68"/>
                  <a:gd name="T10" fmla="*/ 52 w 164"/>
                  <a:gd name="T11" fmla="*/ 15 h 68"/>
                  <a:gd name="T12" fmla="*/ 59 w 164"/>
                  <a:gd name="T13" fmla="*/ 15 h 68"/>
                  <a:gd name="T14" fmla="*/ 66 w 164"/>
                  <a:gd name="T15" fmla="*/ 16 h 68"/>
                  <a:gd name="T16" fmla="*/ 71 w 164"/>
                  <a:gd name="T17" fmla="*/ 17 h 68"/>
                  <a:gd name="T18" fmla="*/ 76 w 164"/>
                  <a:gd name="T19" fmla="*/ 19 h 68"/>
                  <a:gd name="T20" fmla="*/ 82 w 164"/>
                  <a:gd name="T21" fmla="*/ 20 h 68"/>
                  <a:gd name="T22" fmla="*/ 88 w 164"/>
                  <a:gd name="T23" fmla="*/ 21 h 68"/>
                  <a:gd name="T24" fmla="*/ 87 w 164"/>
                  <a:gd name="T25" fmla="*/ 24 h 68"/>
                  <a:gd name="T26" fmla="*/ 81 w 164"/>
                  <a:gd name="T27" fmla="*/ 32 h 68"/>
                  <a:gd name="T28" fmla="*/ 77 w 164"/>
                  <a:gd name="T29" fmla="*/ 35 h 68"/>
                  <a:gd name="T30" fmla="*/ 72 w 164"/>
                  <a:gd name="T31" fmla="*/ 30 h 68"/>
                  <a:gd name="T32" fmla="*/ 68 w 164"/>
                  <a:gd name="T33" fmla="*/ 28 h 68"/>
                  <a:gd name="T34" fmla="*/ 61 w 164"/>
                  <a:gd name="T35" fmla="*/ 29 h 68"/>
                  <a:gd name="T36" fmla="*/ 54 w 164"/>
                  <a:gd name="T37" fmla="*/ 30 h 68"/>
                  <a:gd name="T38" fmla="*/ 47 w 164"/>
                  <a:gd name="T39" fmla="*/ 32 h 68"/>
                  <a:gd name="T40" fmla="*/ 40 w 164"/>
                  <a:gd name="T41" fmla="*/ 29 h 68"/>
                  <a:gd name="T42" fmla="*/ 32 w 164"/>
                  <a:gd name="T43" fmla="*/ 20 h 68"/>
                  <a:gd name="T44" fmla="*/ 30 w 164"/>
                  <a:gd name="T45" fmla="*/ 15 h 68"/>
                  <a:gd name="T46" fmla="*/ 26 w 164"/>
                  <a:gd name="T47" fmla="*/ 16 h 68"/>
                  <a:gd name="T48" fmla="*/ 22 w 164"/>
                  <a:gd name="T49" fmla="*/ 17 h 68"/>
                  <a:gd name="T50" fmla="*/ 16 w 164"/>
                  <a:gd name="T51" fmla="*/ 16 h 68"/>
                  <a:gd name="T52" fmla="*/ 10 w 164"/>
                  <a:gd name="T53" fmla="*/ 13 h 68"/>
                  <a:gd name="T54" fmla="*/ 4 w 164"/>
                  <a:gd name="T55" fmla="*/ 10 h 68"/>
                  <a:gd name="T56" fmla="*/ 1 w 164"/>
                  <a:gd name="T57" fmla="*/ 7 h 68"/>
                  <a:gd name="T58" fmla="*/ 0 w 164"/>
                  <a:gd name="T59" fmla="*/ 3 h 68"/>
                  <a:gd name="T60" fmla="*/ 3 w 164"/>
                  <a:gd name="T61" fmla="*/ 2 h 68"/>
                  <a:gd name="T62" fmla="*/ 9 w 164"/>
                  <a:gd name="T63" fmla="*/ 5 h 68"/>
                  <a:gd name="T64" fmla="*/ 18 w 164"/>
                  <a:gd name="T65" fmla="*/ 7 h 68"/>
                  <a:gd name="T66" fmla="*/ 24 w 164"/>
                  <a:gd name="T67" fmla="*/ 4 h 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64" h="68">
                    <a:moveTo>
                      <a:pt x="48" y="4"/>
                    </a:moveTo>
                    <a:lnTo>
                      <a:pt x="51" y="3"/>
                    </a:lnTo>
                    <a:lnTo>
                      <a:pt x="56" y="3"/>
                    </a:lnTo>
                    <a:lnTo>
                      <a:pt x="61" y="4"/>
                    </a:lnTo>
                    <a:lnTo>
                      <a:pt x="64" y="5"/>
                    </a:lnTo>
                    <a:lnTo>
                      <a:pt x="68" y="8"/>
                    </a:lnTo>
                    <a:lnTo>
                      <a:pt x="72" y="12"/>
                    </a:lnTo>
                    <a:lnTo>
                      <a:pt x="77" y="16"/>
                    </a:lnTo>
                    <a:lnTo>
                      <a:pt x="81" y="19"/>
                    </a:lnTo>
                    <a:lnTo>
                      <a:pt x="86" y="22"/>
                    </a:lnTo>
                    <a:lnTo>
                      <a:pt x="91" y="24"/>
                    </a:lnTo>
                    <a:lnTo>
                      <a:pt x="95" y="27"/>
                    </a:lnTo>
                    <a:lnTo>
                      <a:pt x="100" y="27"/>
                    </a:lnTo>
                    <a:lnTo>
                      <a:pt x="108" y="27"/>
                    </a:lnTo>
                    <a:lnTo>
                      <a:pt x="115" y="27"/>
                    </a:lnTo>
                    <a:lnTo>
                      <a:pt x="121" y="29"/>
                    </a:lnTo>
                    <a:lnTo>
                      <a:pt x="125" y="31"/>
                    </a:lnTo>
                    <a:lnTo>
                      <a:pt x="129" y="32"/>
                    </a:lnTo>
                    <a:lnTo>
                      <a:pt x="132" y="34"/>
                    </a:lnTo>
                    <a:lnTo>
                      <a:pt x="138" y="35"/>
                    </a:lnTo>
                    <a:lnTo>
                      <a:pt x="144" y="36"/>
                    </a:lnTo>
                    <a:lnTo>
                      <a:pt x="149" y="37"/>
                    </a:lnTo>
                    <a:lnTo>
                      <a:pt x="155" y="37"/>
                    </a:lnTo>
                    <a:lnTo>
                      <a:pt x="160" y="38"/>
                    </a:lnTo>
                    <a:lnTo>
                      <a:pt x="164" y="38"/>
                    </a:lnTo>
                    <a:lnTo>
                      <a:pt x="159" y="44"/>
                    </a:lnTo>
                    <a:lnTo>
                      <a:pt x="153" y="51"/>
                    </a:lnTo>
                    <a:lnTo>
                      <a:pt x="148" y="59"/>
                    </a:lnTo>
                    <a:lnTo>
                      <a:pt x="145" y="68"/>
                    </a:lnTo>
                    <a:lnTo>
                      <a:pt x="141" y="65"/>
                    </a:lnTo>
                    <a:lnTo>
                      <a:pt x="137" y="60"/>
                    </a:lnTo>
                    <a:lnTo>
                      <a:pt x="132" y="56"/>
                    </a:lnTo>
                    <a:lnTo>
                      <a:pt x="127" y="53"/>
                    </a:lnTo>
                    <a:lnTo>
                      <a:pt x="124" y="52"/>
                    </a:lnTo>
                    <a:lnTo>
                      <a:pt x="119" y="52"/>
                    </a:lnTo>
                    <a:lnTo>
                      <a:pt x="112" y="53"/>
                    </a:lnTo>
                    <a:lnTo>
                      <a:pt x="106" y="54"/>
                    </a:lnTo>
                    <a:lnTo>
                      <a:pt x="99" y="56"/>
                    </a:lnTo>
                    <a:lnTo>
                      <a:pt x="92" y="57"/>
                    </a:lnTo>
                    <a:lnTo>
                      <a:pt x="86" y="58"/>
                    </a:lnTo>
                    <a:lnTo>
                      <a:pt x="81" y="58"/>
                    </a:lnTo>
                    <a:lnTo>
                      <a:pt x="72" y="54"/>
                    </a:lnTo>
                    <a:lnTo>
                      <a:pt x="65" y="45"/>
                    </a:lnTo>
                    <a:lnTo>
                      <a:pt x="59" y="36"/>
                    </a:lnTo>
                    <a:lnTo>
                      <a:pt x="57" y="30"/>
                    </a:lnTo>
                    <a:lnTo>
                      <a:pt x="55" y="28"/>
                    </a:lnTo>
                    <a:lnTo>
                      <a:pt x="53" y="28"/>
                    </a:lnTo>
                    <a:lnTo>
                      <a:pt x="48" y="29"/>
                    </a:lnTo>
                    <a:lnTo>
                      <a:pt x="43" y="30"/>
                    </a:lnTo>
                    <a:lnTo>
                      <a:pt x="40" y="31"/>
                    </a:lnTo>
                    <a:lnTo>
                      <a:pt x="35" y="30"/>
                    </a:lnTo>
                    <a:lnTo>
                      <a:pt x="30" y="29"/>
                    </a:lnTo>
                    <a:lnTo>
                      <a:pt x="24" y="27"/>
                    </a:lnTo>
                    <a:lnTo>
                      <a:pt x="18" y="24"/>
                    </a:lnTo>
                    <a:lnTo>
                      <a:pt x="12" y="22"/>
                    </a:lnTo>
                    <a:lnTo>
                      <a:pt x="8" y="19"/>
                    </a:lnTo>
                    <a:lnTo>
                      <a:pt x="4" y="16"/>
                    </a:lnTo>
                    <a:lnTo>
                      <a:pt x="1" y="13"/>
                    </a:lnTo>
                    <a:lnTo>
                      <a:pt x="0" y="8"/>
                    </a:lnTo>
                    <a:lnTo>
                      <a:pt x="0" y="5"/>
                    </a:lnTo>
                    <a:lnTo>
                      <a:pt x="2" y="0"/>
                    </a:lnTo>
                    <a:lnTo>
                      <a:pt x="5" y="3"/>
                    </a:lnTo>
                    <a:lnTo>
                      <a:pt x="10" y="6"/>
                    </a:lnTo>
                    <a:lnTo>
                      <a:pt x="17" y="9"/>
                    </a:lnTo>
                    <a:lnTo>
                      <a:pt x="27" y="13"/>
                    </a:lnTo>
                    <a:lnTo>
                      <a:pt x="33" y="13"/>
                    </a:lnTo>
                    <a:lnTo>
                      <a:pt x="39" y="12"/>
                    </a:lnTo>
                    <a:lnTo>
                      <a:pt x="43" y="8"/>
                    </a:lnTo>
                    <a:lnTo>
                      <a:pt x="48"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3" name="Freeform 54">
                <a:extLst>
                  <a:ext uri="{FF2B5EF4-FFF2-40B4-BE49-F238E27FC236}">
                    <a16:creationId xmlns:a16="http://schemas.microsoft.com/office/drawing/2014/main" id="{82E67A30-9DE2-46B4-98AD-CF0CFFF1BAA6}"/>
                  </a:ext>
                </a:extLst>
              </p:cNvPr>
              <p:cNvSpPr>
                <a:spLocks/>
              </p:cNvSpPr>
              <p:nvPr/>
            </p:nvSpPr>
            <p:spPr bwMode="auto">
              <a:xfrm>
                <a:off x="3893" y="2606"/>
                <a:ext cx="31" cy="17"/>
              </a:xfrm>
              <a:custGeom>
                <a:avLst/>
                <a:gdLst>
                  <a:gd name="T0" fmla="*/ 0 w 56"/>
                  <a:gd name="T1" fmla="*/ 5 h 31"/>
                  <a:gd name="T2" fmla="*/ 2 w 56"/>
                  <a:gd name="T3" fmla="*/ 5 h 31"/>
                  <a:gd name="T4" fmla="*/ 4 w 56"/>
                  <a:gd name="T5" fmla="*/ 4 h 31"/>
                  <a:gd name="T6" fmla="*/ 7 w 56"/>
                  <a:gd name="T7" fmla="*/ 4 h 31"/>
                  <a:gd name="T8" fmla="*/ 11 w 56"/>
                  <a:gd name="T9" fmla="*/ 3 h 31"/>
                  <a:gd name="T10" fmla="*/ 14 w 56"/>
                  <a:gd name="T11" fmla="*/ 2 h 31"/>
                  <a:gd name="T12" fmla="*/ 17 w 56"/>
                  <a:gd name="T13" fmla="*/ 1 h 31"/>
                  <a:gd name="T14" fmla="*/ 19 w 56"/>
                  <a:gd name="T15" fmla="*/ 1 h 31"/>
                  <a:gd name="T16" fmla="*/ 21 w 56"/>
                  <a:gd name="T17" fmla="*/ 0 h 31"/>
                  <a:gd name="T18" fmla="*/ 24 w 56"/>
                  <a:gd name="T19" fmla="*/ 1 h 31"/>
                  <a:gd name="T20" fmla="*/ 29 w 56"/>
                  <a:gd name="T21" fmla="*/ 4 h 31"/>
                  <a:gd name="T22" fmla="*/ 31 w 56"/>
                  <a:gd name="T23" fmla="*/ 7 h 31"/>
                  <a:gd name="T24" fmla="*/ 30 w 56"/>
                  <a:gd name="T25" fmla="*/ 9 h 31"/>
                  <a:gd name="T26" fmla="*/ 24 w 56"/>
                  <a:gd name="T27" fmla="*/ 10 h 31"/>
                  <a:gd name="T28" fmla="*/ 20 w 56"/>
                  <a:gd name="T29" fmla="*/ 14 h 31"/>
                  <a:gd name="T30" fmla="*/ 17 w 56"/>
                  <a:gd name="T31" fmla="*/ 16 h 31"/>
                  <a:gd name="T32" fmla="*/ 14 w 56"/>
                  <a:gd name="T33" fmla="*/ 17 h 31"/>
                  <a:gd name="T34" fmla="*/ 11 w 56"/>
                  <a:gd name="T35" fmla="*/ 16 h 31"/>
                  <a:gd name="T36" fmla="*/ 7 w 56"/>
                  <a:gd name="T37" fmla="*/ 14 h 31"/>
                  <a:gd name="T38" fmla="*/ 3 w 56"/>
                  <a:gd name="T39" fmla="*/ 12 h 31"/>
                  <a:gd name="T40" fmla="*/ 1 w 56"/>
                  <a:gd name="T41" fmla="*/ 9 h 31"/>
                  <a:gd name="T42" fmla="*/ 0 w 56"/>
                  <a:gd name="T43" fmla="*/ 8 h 31"/>
                  <a:gd name="T44" fmla="*/ 0 w 56"/>
                  <a:gd name="T45" fmla="*/ 8 h 31"/>
                  <a:gd name="T46" fmla="*/ 0 w 56"/>
                  <a:gd name="T47" fmla="*/ 6 h 31"/>
                  <a:gd name="T48" fmla="*/ 0 w 56"/>
                  <a:gd name="T49" fmla="*/ 5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6" h="31">
                    <a:moveTo>
                      <a:pt x="0" y="10"/>
                    </a:moveTo>
                    <a:lnTo>
                      <a:pt x="3" y="9"/>
                    </a:lnTo>
                    <a:lnTo>
                      <a:pt x="8" y="8"/>
                    </a:lnTo>
                    <a:lnTo>
                      <a:pt x="13" y="7"/>
                    </a:lnTo>
                    <a:lnTo>
                      <a:pt x="19" y="5"/>
                    </a:lnTo>
                    <a:lnTo>
                      <a:pt x="25" y="3"/>
                    </a:lnTo>
                    <a:lnTo>
                      <a:pt x="31" y="2"/>
                    </a:lnTo>
                    <a:lnTo>
                      <a:pt x="34" y="1"/>
                    </a:lnTo>
                    <a:lnTo>
                      <a:pt x="38" y="0"/>
                    </a:lnTo>
                    <a:lnTo>
                      <a:pt x="44" y="1"/>
                    </a:lnTo>
                    <a:lnTo>
                      <a:pt x="53" y="7"/>
                    </a:lnTo>
                    <a:lnTo>
                      <a:pt x="56" y="13"/>
                    </a:lnTo>
                    <a:lnTo>
                      <a:pt x="54" y="16"/>
                    </a:lnTo>
                    <a:lnTo>
                      <a:pt x="43" y="19"/>
                    </a:lnTo>
                    <a:lnTo>
                      <a:pt x="36" y="25"/>
                    </a:lnTo>
                    <a:lnTo>
                      <a:pt x="31" y="30"/>
                    </a:lnTo>
                    <a:lnTo>
                      <a:pt x="26" y="31"/>
                    </a:lnTo>
                    <a:lnTo>
                      <a:pt x="19" y="29"/>
                    </a:lnTo>
                    <a:lnTo>
                      <a:pt x="12" y="25"/>
                    </a:lnTo>
                    <a:lnTo>
                      <a:pt x="5" y="22"/>
                    </a:lnTo>
                    <a:lnTo>
                      <a:pt x="1" y="17"/>
                    </a:lnTo>
                    <a:lnTo>
                      <a:pt x="0" y="15"/>
                    </a:lnTo>
                    <a:lnTo>
                      <a:pt x="0" y="14"/>
                    </a:lnTo>
                    <a:lnTo>
                      <a:pt x="0" y="11"/>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4" name="Freeform 55">
                <a:extLst>
                  <a:ext uri="{FF2B5EF4-FFF2-40B4-BE49-F238E27FC236}">
                    <a16:creationId xmlns:a16="http://schemas.microsoft.com/office/drawing/2014/main" id="{F818CF9C-799B-4E5E-A673-92794168466B}"/>
                  </a:ext>
                </a:extLst>
              </p:cNvPr>
              <p:cNvSpPr>
                <a:spLocks/>
              </p:cNvSpPr>
              <p:nvPr/>
            </p:nvSpPr>
            <p:spPr bwMode="auto">
              <a:xfrm>
                <a:off x="4344" y="2551"/>
                <a:ext cx="16" cy="10"/>
              </a:xfrm>
              <a:custGeom>
                <a:avLst/>
                <a:gdLst>
                  <a:gd name="T0" fmla="*/ 0 w 29"/>
                  <a:gd name="T1" fmla="*/ 1 h 18"/>
                  <a:gd name="T2" fmla="*/ 2 w 29"/>
                  <a:gd name="T3" fmla="*/ 2 h 18"/>
                  <a:gd name="T4" fmla="*/ 4 w 29"/>
                  <a:gd name="T5" fmla="*/ 5 h 18"/>
                  <a:gd name="T6" fmla="*/ 6 w 29"/>
                  <a:gd name="T7" fmla="*/ 8 h 18"/>
                  <a:gd name="T8" fmla="*/ 6 w 29"/>
                  <a:gd name="T9" fmla="*/ 10 h 18"/>
                  <a:gd name="T10" fmla="*/ 9 w 29"/>
                  <a:gd name="T11" fmla="*/ 9 h 18"/>
                  <a:gd name="T12" fmla="*/ 12 w 29"/>
                  <a:gd name="T13" fmla="*/ 8 h 18"/>
                  <a:gd name="T14" fmla="*/ 15 w 29"/>
                  <a:gd name="T15" fmla="*/ 7 h 18"/>
                  <a:gd name="T16" fmla="*/ 16 w 29"/>
                  <a:gd name="T17" fmla="*/ 6 h 18"/>
                  <a:gd name="T18" fmla="*/ 15 w 29"/>
                  <a:gd name="T19" fmla="*/ 3 h 18"/>
                  <a:gd name="T20" fmla="*/ 11 w 29"/>
                  <a:gd name="T21" fmla="*/ 2 h 18"/>
                  <a:gd name="T22" fmla="*/ 6 w 29"/>
                  <a:gd name="T23" fmla="*/ 0 h 18"/>
                  <a:gd name="T24" fmla="*/ 0 w 29"/>
                  <a:gd name="T25" fmla="*/ 1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18">
                    <a:moveTo>
                      <a:pt x="0" y="1"/>
                    </a:moveTo>
                    <a:lnTo>
                      <a:pt x="4" y="4"/>
                    </a:lnTo>
                    <a:lnTo>
                      <a:pt x="7" y="9"/>
                    </a:lnTo>
                    <a:lnTo>
                      <a:pt x="10" y="15"/>
                    </a:lnTo>
                    <a:lnTo>
                      <a:pt x="11" y="18"/>
                    </a:lnTo>
                    <a:lnTo>
                      <a:pt x="16" y="17"/>
                    </a:lnTo>
                    <a:lnTo>
                      <a:pt x="22" y="15"/>
                    </a:lnTo>
                    <a:lnTo>
                      <a:pt x="27" y="12"/>
                    </a:lnTo>
                    <a:lnTo>
                      <a:pt x="29" y="10"/>
                    </a:lnTo>
                    <a:lnTo>
                      <a:pt x="27" y="6"/>
                    </a:lnTo>
                    <a:lnTo>
                      <a:pt x="20" y="3"/>
                    </a:lnTo>
                    <a:lnTo>
                      <a:pt x="11" y="0"/>
                    </a:lnTo>
                    <a:lnTo>
                      <a:pt x="0"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5" name="Freeform 56">
                <a:extLst>
                  <a:ext uri="{FF2B5EF4-FFF2-40B4-BE49-F238E27FC236}">
                    <a16:creationId xmlns:a16="http://schemas.microsoft.com/office/drawing/2014/main" id="{20460372-36A3-40F2-94EB-206CBF19551A}"/>
                  </a:ext>
                </a:extLst>
              </p:cNvPr>
              <p:cNvSpPr>
                <a:spLocks/>
              </p:cNvSpPr>
              <p:nvPr/>
            </p:nvSpPr>
            <p:spPr bwMode="auto">
              <a:xfrm>
                <a:off x="4303" y="2507"/>
                <a:ext cx="12" cy="8"/>
              </a:xfrm>
              <a:custGeom>
                <a:avLst/>
                <a:gdLst>
                  <a:gd name="T0" fmla="*/ 12 w 22"/>
                  <a:gd name="T1" fmla="*/ 8 h 14"/>
                  <a:gd name="T2" fmla="*/ 9 w 22"/>
                  <a:gd name="T3" fmla="*/ 7 h 14"/>
                  <a:gd name="T4" fmla="*/ 6 w 22"/>
                  <a:gd name="T5" fmla="*/ 6 h 14"/>
                  <a:gd name="T6" fmla="*/ 3 w 22"/>
                  <a:gd name="T7" fmla="*/ 5 h 14"/>
                  <a:gd name="T8" fmla="*/ 0 w 22"/>
                  <a:gd name="T9" fmla="*/ 4 h 14"/>
                  <a:gd name="T10" fmla="*/ 2 w 22"/>
                  <a:gd name="T11" fmla="*/ 3 h 14"/>
                  <a:gd name="T12" fmla="*/ 2 w 22"/>
                  <a:gd name="T13" fmla="*/ 1 h 14"/>
                  <a:gd name="T14" fmla="*/ 3 w 22"/>
                  <a:gd name="T15" fmla="*/ 1 h 14"/>
                  <a:gd name="T16" fmla="*/ 4 w 22"/>
                  <a:gd name="T17" fmla="*/ 0 h 14"/>
                  <a:gd name="T18" fmla="*/ 7 w 22"/>
                  <a:gd name="T19" fmla="*/ 0 h 14"/>
                  <a:gd name="T20" fmla="*/ 9 w 22"/>
                  <a:gd name="T21" fmla="*/ 2 h 14"/>
                  <a:gd name="T22" fmla="*/ 11 w 22"/>
                  <a:gd name="T23" fmla="*/ 5 h 14"/>
                  <a:gd name="T24" fmla="*/ 12 w 22"/>
                  <a:gd name="T25" fmla="*/ 8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 h="14">
                    <a:moveTo>
                      <a:pt x="22" y="14"/>
                    </a:moveTo>
                    <a:lnTo>
                      <a:pt x="17" y="13"/>
                    </a:lnTo>
                    <a:lnTo>
                      <a:pt x="11" y="10"/>
                    </a:lnTo>
                    <a:lnTo>
                      <a:pt x="6" y="8"/>
                    </a:lnTo>
                    <a:lnTo>
                      <a:pt x="0" y="7"/>
                    </a:lnTo>
                    <a:lnTo>
                      <a:pt x="3" y="5"/>
                    </a:lnTo>
                    <a:lnTo>
                      <a:pt x="4" y="2"/>
                    </a:lnTo>
                    <a:lnTo>
                      <a:pt x="6" y="1"/>
                    </a:lnTo>
                    <a:lnTo>
                      <a:pt x="7" y="0"/>
                    </a:lnTo>
                    <a:lnTo>
                      <a:pt x="12" y="0"/>
                    </a:lnTo>
                    <a:lnTo>
                      <a:pt x="17" y="4"/>
                    </a:lnTo>
                    <a:lnTo>
                      <a:pt x="21" y="8"/>
                    </a:lnTo>
                    <a:lnTo>
                      <a:pt x="22"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6" name="Freeform 57">
                <a:extLst>
                  <a:ext uri="{FF2B5EF4-FFF2-40B4-BE49-F238E27FC236}">
                    <a16:creationId xmlns:a16="http://schemas.microsoft.com/office/drawing/2014/main" id="{FDA2B10D-1A68-4B01-8C01-41994B4EBB6B}"/>
                  </a:ext>
                </a:extLst>
              </p:cNvPr>
              <p:cNvSpPr>
                <a:spLocks/>
              </p:cNvSpPr>
              <p:nvPr/>
            </p:nvSpPr>
            <p:spPr bwMode="auto">
              <a:xfrm>
                <a:off x="4321" y="2536"/>
                <a:ext cx="10" cy="7"/>
              </a:xfrm>
              <a:custGeom>
                <a:avLst/>
                <a:gdLst>
                  <a:gd name="T0" fmla="*/ 0 w 18"/>
                  <a:gd name="T1" fmla="*/ 2 h 15"/>
                  <a:gd name="T2" fmla="*/ 2 w 18"/>
                  <a:gd name="T3" fmla="*/ 3 h 15"/>
                  <a:gd name="T4" fmla="*/ 5 w 18"/>
                  <a:gd name="T5" fmla="*/ 4 h 15"/>
                  <a:gd name="T6" fmla="*/ 8 w 18"/>
                  <a:gd name="T7" fmla="*/ 6 h 15"/>
                  <a:gd name="T8" fmla="*/ 9 w 18"/>
                  <a:gd name="T9" fmla="*/ 7 h 15"/>
                  <a:gd name="T10" fmla="*/ 10 w 18"/>
                  <a:gd name="T11" fmla="*/ 6 h 15"/>
                  <a:gd name="T12" fmla="*/ 10 w 18"/>
                  <a:gd name="T13" fmla="*/ 4 h 15"/>
                  <a:gd name="T14" fmla="*/ 9 w 18"/>
                  <a:gd name="T15" fmla="*/ 2 h 15"/>
                  <a:gd name="T16" fmla="*/ 8 w 18"/>
                  <a:gd name="T17" fmla="*/ 1 h 15"/>
                  <a:gd name="T18" fmla="*/ 5 w 18"/>
                  <a:gd name="T19" fmla="*/ 0 h 15"/>
                  <a:gd name="T20" fmla="*/ 2 w 18"/>
                  <a:gd name="T21" fmla="*/ 0 h 15"/>
                  <a:gd name="T22" fmla="*/ 0 w 18"/>
                  <a:gd name="T23" fmla="*/ 1 h 15"/>
                  <a:gd name="T24" fmla="*/ 0 w 18"/>
                  <a:gd name="T25" fmla="*/ 2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15">
                    <a:moveTo>
                      <a:pt x="0" y="4"/>
                    </a:moveTo>
                    <a:lnTo>
                      <a:pt x="4" y="7"/>
                    </a:lnTo>
                    <a:lnTo>
                      <a:pt x="9" y="9"/>
                    </a:lnTo>
                    <a:lnTo>
                      <a:pt x="14" y="13"/>
                    </a:lnTo>
                    <a:lnTo>
                      <a:pt x="17" y="15"/>
                    </a:lnTo>
                    <a:lnTo>
                      <a:pt x="18" y="13"/>
                    </a:lnTo>
                    <a:lnTo>
                      <a:pt x="18" y="8"/>
                    </a:lnTo>
                    <a:lnTo>
                      <a:pt x="17" y="4"/>
                    </a:lnTo>
                    <a:lnTo>
                      <a:pt x="14" y="2"/>
                    </a:lnTo>
                    <a:lnTo>
                      <a:pt x="9" y="0"/>
                    </a:lnTo>
                    <a:lnTo>
                      <a:pt x="3" y="0"/>
                    </a:lnTo>
                    <a:lnTo>
                      <a:pt x="0" y="2"/>
                    </a:lnTo>
                    <a:lnTo>
                      <a:pt x="0"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7" name="Freeform 58">
                <a:extLst>
                  <a:ext uri="{FF2B5EF4-FFF2-40B4-BE49-F238E27FC236}">
                    <a16:creationId xmlns:a16="http://schemas.microsoft.com/office/drawing/2014/main" id="{76F581A8-CC2E-4529-BA8C-692A0CC93E6D}"/>
                  </a:ext>
                </a:extLst>
              </p:cNvPr>
              <p:cNvSpPr>
                <a:spLocks/>
              </p:cNvSpPr>
              <p:nvPr/>
            </p:nvSpPr>
            <p:spPr bwMode="auto">
              <a:xfrm>
                <a:off x="4339" y="2517"/>
                <a:ext cx="17" cy="26"/>
              </a:xfrm>
              <a:custGeom>
                <a:avLst/>
                <a:gdLst>
                  <a:gd name="T0" fmla="*/ 0 w 32"/>
                  <a:gd name="T1" fmla="*/ 0 h 49"/>
                  <a:gd name="T2" fmla="*/ 1 w 32"/>
                  <a:gd name="T3" fmla="*/ 6 h 49"/>
                  <a:gd name="T4" fmla="*/ 1 w 32"/>
                  <a:gd name="T5" fmla="*/ 14 h 49"/>
                  <a:gd name="T6" fmla="*/ 1 w 32"/>
                  <a:gd name="T7" fmla="*/ 21 h 49"/>
                  <a:gd name="T8" fmla="*/ 0 w 32"/>
                  <a:gd name="T9" fmla="*/ 26 h 49"/>
                  <a:gd name="T10" fmla="*/ 3 w 32"/>
                  <a:gd name="T11" fmla="*/ 25 h 49"/>
                  <a:gd name="T12" fmla="*/ 4 w 32"/>
                  <a:gd name="T13" fmla="*/ 24 h 49"/>
                  <a:gd name="T14" fmla="*/ 6 w 32"/>
                  <a:gd name="T15" fmla="*/ 24 h 49"/>
                  <a:gd name="T16" fmla="*/ 7 w 32"/>
                  <a:gd name="T17" fmla="*/ 23 h 49"/>
                  <a:gd name="T18" fmla="*/ 10 w 32"/>
                  <a:gd name="T19" fmla="*/ 23 h 49"/>
                  <a:gd name="T20" fmla="*/ 12 w 32"/>
                  <a:gd name="T21" fmla="*/ 22 h 49"/>
                  <a:gd name="T22" fmla="*/ 15 w 32"/>
                  <a:gd name="T23" fmla="*/ 22 h 49"/>
                  <a:gd name="T24" fmla="*/ 16 w 32"/>
                  <a:gd name="T25" fmla="*/ 22 h 49"/>
                  <a:gd name="T26" fmla="*/ 17 w 32"/>
                  <a:gd name="T27" fmla="*/ 20 h 49"/>
                  <a:gd name="T28" fmla="*/ 16 w 32"/>
                  <a:gd name="T29" fmla="*/ 18 h 49"/>
                  <a:gd name="T30" fmla="*/ 13 w 32"/>
                  <a:gd name="T31" fmla="*/ 16 h 49"/>
                  <a:gd name="T32" fmla="*/ 7 w 32"/>
                  <a:gd name="T33" fmla="*/ 18 h 49"/>
                  <a:gd name="T34" fmla="*/ 8 w 32"/>
                  <a:gd name="T35" fmla="*/ 15 h 49"/>
                  <a:gd name="T36" fmla="*/ 9 w 32"/>
                  <a:gd name="T37" fmla="*/ 12 h 49"/>
                  <a:gd name="T38" fmla="*/ 9 w 32"/>
                  <a:gd name="T39" fmla="*/ 10 h 49"/>
                  <a:gd name="T40" fmla="*/ 7 w 32"/>
                  <a:gd name="T41" fmla="*/ 7 h 49"/>
                  <a:gd name="T42" fmla="*/ 6 w 32"/>
                  <a:gd name="T43" fmla="*/ 6 h 49"/>
                  <a:gd name="T44" fmla="*/ 4 w 32"/>
                  <a:gd name="T45" fmla="*/ 4 h 49"/>
                  <a:gd name="T46" fmla="*/ 2 w 32"/>
                  <a:gd name="T47" fmla="*/ 2 h 49"/>
                  <a:gd name="T48" fmla="*/ 0 w 32"/>
                  <a:gd name="T49" fmla="*/ 0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49">
                    <a:moveTo>
                      <a:pt x="0" y="0"/>
                    </a:moveTo>
                    <a:lnTo>
                      <a:pt x="1" y="12"/>
                    </a:lnTo>
                    <a:lnTo>
                      <a:pt x="2" y="26"/>
                    </a:lnTo>
                    <a:lnTo>
                      <a:pt x="1" y="39"/>
                    </a:lnTo>
                    <a:lnTo>
                      <a:pt x="0" y="49"/>
                    </a:lnTo>
                    <a:lnTo>
                      <a:pt x="5" y="48"/>
                    </a:lnTo>
                    <a:lnTo>
                      <a:pt x="8" y="46"/>
                    </a:lnTo>
                    <a:lnTo>
                      <a:pt x="12" y="45"/>
                    </a:lnTo>
                    <a:lnTo>
                      <a:pt x="14" y="44"/>
                    </a:lnTo>
                    <a:lnTo>
                      <a:pt x="19" y="43"/>
                    </a:lnTo>
                    <a:lnTo>
                      <a:pt x="23" y="41"/>
                    </a:lnTo>
                    <a:lnTo>
                      <a:pt x="28" y="41"/>
                    </a:lnTo>
                    <a:lnTo>
                      <a:pt x="31" y="41"/>
                    </a:lnTo>
                    <a:lnTo>
                      <a:pt x="32" y="38"/>
                    </a:lnTo>
                    <a:lnTo>
                      <a:pt x="30" y="34"/>
                    </a:lnTo>
                    <a:lnTo>
                      <a:pt x="24" y="31"/>
                    </a:lnTo>
                    <a:lnTo>
                      <a:pt x="13" y="34"/>
                    </a:lnTo>
                    <a:lnTo>
                      <a:pt x="15" y="28"/>
                    </a:lnTo>
                    <a:lnTo>
                      <a:pt x="16" y="22"/>
                    </a:lnTo>
                    <a:lnTo>
                      <a:pt x="16" y="18"/>
                    </a:lnTo>
                    <a:lnTo>
                      <a:pt x="14" y="14"/>
                    </a:lnTo>
                    <a:lnTo>
                      <a:pt x="12" y="11"/>
                    </a:lnTo>
                    <a:lnTo>
                      <a:pt x="7" y="7"/>
                    </a:lnTo>
                    <a:lnTo>
                      <a:pt x="4" y="4"/>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8" name="Freeform 59">
                <a:extLst>
                  <a:ext uri="{FF2B5EF4-FFF2-40B4-BE49-F238E27FC236}">
                    <a16:creationId xmlns:a16="http://schemas.microsoft.com/office/drawing/2014/main" id="{2ECCD6CA-45F6-469F-B62E-194BA3B8FEA9}"/>
                  </a:ext>
                </a:extLst>
              </p:cNvPr>
              <p:cNvSpPr>
                <a:spLocks/>
              </p:cNvSpPr>
              <p:nvPr/>
            </p:nvSpPr>
            <p:spPr bwMode="auto">
              <a:xfrm>
                <a:off x="4299" y="2520"/>
                <a:ext cx="7" cy="15"/>
              </a:xfrm>
              <a:custGeom>
                <a:avLst/>
                <a:gdLst>
                  <a:gd name="T0" fmla="*/ 2 w 14"/>
                  <a:gd name="T1" fmla="*/ 11 h 27"/>
                  <a:gd name="T2" fmla="*/ 1 w 14"/>
                  <a:gd name="T3" fmla="*/ 7 h 27"/>
                  <a:gd name="T4" fmla="*/ 0 w 14"/>
                  <a:gd name="T5" fmla="*/ 3 h 27"/>
                  <a:gd name="T6" fmla="*/ 0 w 14"/>
                  <a:gd name="T7" fmla="*/ 1 h 27"/>
                  <a:gd name="T8" fmla="*/ 1 w 14"/>
                  <a:gd name="T9" fmla="*/ 0 h 27"/>
                  <a:gd name="T10" fmla="*/ 3 w 14"/>
                  <a:gd name="T11" fmla="*/ 1 h 27"/>
                  <a:gd name="T12" fmla="*/ 6 w 14"/>
                  <a:gd name="T13" fmla="*/ 4 h 27"/>
                  <a:gd name="T14" fmla="*/ 7 w 14"/>
                  <a:gd name="T15" fmla="*/ 9 h 27"/>
                  <a:gd name="T16" fmla="*/ 7 w 14"/>
                  <a:gd name="T17" fmla="*/ 15 h 27"/>
                  <a:gd name="T18" fmla="*/ 5 w 14"/>
                  <a:gd name="T19" fmla="*/ 14 h 27"/>
                  <a:gd name="T20" fmla="*/ 3 w 14"/>
                  <a:gd name="T21" fmla="*/ 13 h 27"/>
                  <a:gd name="T22" fmla="*/ 2 w 14"/>
                  <a:gd name="T23" fmla="*/ 12 h 27"/>
                  <a:gd name="T24" fmla="*/ 2 w 14"/>
                  <a:gd name="T25" fmla="*/ 11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 h="27">
                    <a:moveTo>
                      <a:pt x="3" y="19"/>
                    </a:moveTo>
                    <a:lnTo>
                      <a:pt x="2" y="12"/>
                    </a:lnTo>
                    <a:lnTo>
                      <a:pt x="0" y="6"/>
                    </a:lnTo>
                    <a:lnTo>
                      <a:pt x="0" y="2"/>
                    </a:lnTo>
                    <a:lnTo>
                      <a:pt x="2" y="0"/>
                    </a:lnTo>
                    <a:lnTo>
                      <a:pt x="5" y="1"/>
                    </a:lnTo>
                    <a:lnTo>
                      <a:pt x="11" y="7"/>
                    </a:lnTo>
                    <a:lnTo>
                      <a:pt x="14" y="16"/>
                    </a:lnTo>
                    <a:lnTo>
                      <a:pt x="13" y="27"/>
                    </a:lnTo>
                    <a:lnTo>
                      <a:pt x="10" y="25"/>
                    </a:lnTo>
                    <a:lnTo>
                      <a:pt x="6" y="23"/>
                    </a:lnTo>
                    <a:lnTo>
                      <a:pt x="4" y="21"/>
                    </a:lnTo>
                    <a:lnTo>
                      <a:pt x="3" y="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9" name="Freeform 60">
                <a:extLst>
                  <a:ext uri="{FF2B5EF4-FFF2-40B4-BE49-F238E27FC236}">
                    <a16:creationId xmlns:a16="http://schemas.microsoft.com/office/drawing/2014/main" id="{E670A583-85E8-4DD7-B352-BF07829B7A2A}"/>
                  </a:ext>
                </a:extLst>
              </p:cNvPr>
              <p:cNvSpPr>
                <a:spLocks/>
              </p:cNvSpPr>
              <p:nvPr/>
            </p:nvSpPr>
            <p:spPr bwMode="auto">
              <a:xfrm>
                <a:off x="4373" y="2513"/>
                <a:ext cx="11" cy="16"/>
              </a:xfrm>
              <a:custGeom>
                <a:avLst/>
                <a:gdLst>
                  <a:gd name="T0" fmla="*/ 0 w 21"/>
                  <a:gd name="T1" fmla="*/ 0 h 30"/>
                  <a:gd name="T2" fmla="*/ 3 w 21"/>
                  <a:gd name="T3" fmla="*/ 0 h 30"/>
                  <a:gd name="T4" fmla="*/ 6 w 21"/>
                  <a:gd name="T5" fmla="*/ 0 h 30"/>
                  <a:gd name="T6" fmla="*/ 8 w 21"/>
                  <a:gd name="T7" fmla="*/ 2 h 30"/>
                  <a:gd name="T8" fmla="*/ 11 w 21"/>
                  <a:gd name="T9" fmla="*/ 3 h 30"/>
                  <a:gd name="T10" fmla="*/ 10 w 21"/>
                  <a:gd name="T11" fmla="*/ 6 h 30"/>
                  <a:gd name="T12" fmla="*/ 8 w 21"/>
                  <a:gd name="T13" fmla="*/ 10 h 30"/>
                  <a:gd name="T14" fmla="*/ 6 w 21"/>
                  <a:gd name="T15" fmla="*/ 14 h 30"/>
                  <a:gd name="T16" fmla="*/ 2 w 21"/>
                  <a:gd name="T17" fmla="*/ 16 h 30"/>
                  <a:gd name="T18" fmla="*/ 1 w 21"/>
                  <a:gd name="T19" fmla="*/ 12 h 30"/>
                  <a:gd name="T20" fmla="*/ 0 w 21"/>
                  <a:gd name="T21" fmla="*/ 8 h 30"/>
                  <a:gd name="T22" fmla="*/ 0 w 21"/>
                  <a:gd name="T23" fmla="*/ 4 h 30"/>
                  <a:gd name="T24" fmla="*/ 0 w 21"/>
                  <a:gd name="T25" fmla="*/ 0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0">
                    <a:moveTo>
                      <a:pt x="0" y="0"/>
                    </a:moveTo>
                    <a:lnTo>
                      <a:pt x="5" y="0"/>
                    </a:lnTo>
                    <a:lnTo>
                      <a:pt x="11" y="0"/>
                    </a:lnTo>
                    <a:lnTo>
                      <a:pt x="16" y="3"/>
                    </a:lnTo>
                    <a:lnTo>
                      <a:pt x="21" y="5"/>
                    </a:lnTo>
                    <a:lnTo>
                      <a:pt x="20" y="11"/>
                    </a:lnTo>
                    <a:lnTo>
                      <a:pt x="16" y="19"/>
                    </a:lnTo>
                    <a:lnTo>
                      <a:pt x="12" y="26"/>
                    </a:lnTo>
                    <a:lnTo>
                      <a:pt x="4" y="30"/>
                    </a:lnTo>
                    <a:lnTo>
                      <a:pt x="2" y="23"/>
                    </a:lnTo>
                    <a:lnTo>
                      <a:pt x="0" y="15"/>
                    </a:lnTo>
                    <a:lnTo>
                      <a:pt x="0" y="7"/>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0" name="Freeform 61">
                <a:extLst>
                  <a:ext uri="{FF2B5EF4-FFF2-40B4-BE49-F238E27FC236}">
                    <a16:creationId xmlns:a16="http://schemas.microsoft.com/office/drawing/2014/main" id="{51832F87-9CF1-4D7B-B2AC-6D26F76D46F6}"/>
                  </a:ext>
                </a:extLst>
              </p:cNvPr>
              <p:cNvSpPr>
                <a:spLocks/>
              </p:cNvSpPr>
              <p:nvPr/>
            </p:nvSpPr>
            <p:spPr bwMode="auto">
              <a:xfrm>
                <a:off x="4353" y="2413"/>
                <a:ext cx="54" cy="98"/>
              </a:xfrm>
              <a:custGeom>
                <a:avLst/>
                <a:gdLst>
                  <a:gd name="T0" fmla="*/ 41 w 100"/>
                  <a:gd name="T1" fmla="*/ 88 h 179"/>
                  <a:gd name="T2" fmla="*/ 36 w 100"/>
                  <a:gd name="T3" fmla="*/ 95 h 179"/>
                  <a:gd name="T4" fmla="*/ 31 w 100"/>
                  <a:gd name="T5" fmla="*/ 97 h 179"/>
                  <a:gd name="T6" fmla="*/ 23 w 100"/>
                  <a:gd name="T7" fmla="*/ 94 h 179"/>
                  <a:gd name="T8" fmla="*/ 19 w 100"/>
                  <a:gd name="T9" fmla="*/ 94 h 179"/>
                  <a:gd name="T10" fmla="*/ 21 w 100"/>
                  <a:gd name="T11" fmla="*/ 93 h 179"/>
                  <a:gd name="T12" fmla="*/ 19 w 100"/>
                  <a:gd name="T13" fmla="*/ 90 h 179"/>
                  <a:gd name="T14" fmla="*/ 14 w 100"/>
                  <a:gd name="T15" fmla="*/ 89 h 179"/>
                  <a:gd name="T16" fmla="*/ 15 w 100"/>
                  <a:gd name="T17" fmla="*/ 85 h 179"/>
                  <a:gd name="T18" fmla="*/ 21 w 100"/>
                  <a:gd name="T19" fmla="*/ 86 h 179"/>
                  <a:gd name="T20" fmla="*/ 23 w 100"/>
                  <a:gd name="T21" fmla="*/ 85 h 179"/>
                  <a:gd name="T22" fmla="*/ 24 w 100"/>
                  <a:gd name="T23" fmla="*/ 74 h 179"/>
                  <a:gd name="T24" fmla="*/ 23 w 100"/>
                  <a:gd name="T25" fmla="*/ 68 h 179"/>
                  <a:gd name="T26" fmla="*/ 19 w 100"/>
                  <a:gd name="T27" fmla="*/ 64 h 179"/>
                  <a:gd name="T28" fmla="*/ 17 w 100"/>
                  <a:gd name="T29" fmla="*/ 61 h 179"/>
                  <a:gd name="T30" fmla="*/ 18 w 100"/>
                  <a:gd name="T31" fmla="*/ 56 h 179"/>
                  <a:gd name="T32" fmla="*/ 19 w 100"/>
                  <a:gd name="T33" fmla="*/ 49 h 179"/>
                  <a:gd name="T34" fmla="*/ 18 w 100"/>
                  <a:gd name="T35" fmla="*/ 37 h 179"/>
                  <a:gd name="T36" fmla="*/ 19 w 100"/>
                  <a:gd name="T37" fmla="*/ 32 h 179"/>
                  <a:gd name="T38" fmla="*/ 22 w 100"/>
                  <a:gd name="T39" fmla="*/ 31 h 179"/>
                  <a:gd name="T40" fmla="*/ 25 w 100"/>
                  <a:gd name="T41" fmla="*/ 28 h 179"/>
                  <a:gd name="T42" fmla="*/ 24 w 100"/>
                  <a:gd name="T43" fmla="*/ 25 h 179"/>
                  <a:gd name="T44" fmla="*/ 21 w 100"/>
                  <a:gd name="T45" fmla="*/ 22 h 179"/>
                  <a:gd name="T46" fmla="*/ 15 w 100"/>
                  <a:gd name="T47" fmla="*/ 19 h 179"/>
                  <a:gd name="T48" fmla="*/ 9 w 100"/>
                  <a:gd name="T49" fmla="*/ 15 h 179"/>
                  <a:gd name="T50" fmla="*/ 3 w 100"/>
                  <a:gd name="T51" fmla="*/ 11 h 179"/>
                  <a:gd name="T52" fmla="*/ 3 w 100"/>
                  <a:gd name="T53" fmla="*/ 10 h 179"/>
                  <a:gd name="T54" fmla="*/ 6 w 100"/>
                  <a:gd name="T55" fmla="*/ 9 h 179"/>
                  <a:gd name="T56" fmla="*/ 10 w 100"/>
                  <a:gd name="T57" fmla="*/ 8 h 179"/>
                  <a:gd name="T58" fmla="*/ 14 w 100"/>
                  <a:gd name="T59" fmla="*/ 8 h 179"/>
                  <a:gd name="T60" fmla="*/ 19 w 100"/>
                  <a:gd name="T61" fmla="*/ 13 h 179"/>
                  <a:gd name="T62" fmla="*/ 28 w 100"/>
                  <a:gd name="T63" fmla="*/ 23 h 179"/>
                  <a:gd name="T64" fmla="*/ 30 w 100"/>
                  <a:gd name="T65" fmla="*/ 24 h 179"/>
                  <a:gd name="T66" fmla="*/ 30 w 100"/>
                  <a:gd name="T67" fmla="*/ 20 h 179"/>
                  <a:gd name="T68" fmla="*/ 32 w 100"/>
                  <a:gd name="T69" fmla="*/ 14 h 179"/>
                  <a:gd name="T70" fmla="*/ 33 w 100"/>
                  <a:gd name="T71" fmla="*/ 3 h 179"/>
                  <a:gd name="T72" fmla="*/ 33 w 100"/>
                  <a:gd name="T73" fmla="*/ 1 h 179"/>
                  <a:gd name="T74" fmla="*/ 36 w 100"/>
                  <a:gd name="T75" fmla="*/ 4 h 179"/>
                  <a:gd name="T76" fmla="*/ 39 w 100"/>
                  <a:gd name="T77" fmla="*/ 9 h 179"/>
                  <a:gd name="T78" fmla="*/ 40 w 100"/>
                  <a:gd name="T79" fmla="*/ 16 h 179"/>
                  <a:gd name="T80" fmla="*/ 39 w 100"/>
                  <a:gd name="T81" fmla="*/ 20 h 179"/>
                  <a:gd name="T82" fmla="*/ 37 w 100"/>
                  <a:gd name="T83" fmla="*/ 24 h 179"/>
                  <a:gd name="T84" fmla="*/ 38 w 100"/>
                  <a:gd name="T85" fmla="*/ 28 h 179"/>
                  <a:gd name="T86" fmla="*/ 39 w 100"/>
                  <a:gd name="T87" fmla="*/ 33 h 179"/>
                  <a:gd name="T88" fmla="*/ 38 w 100"/>
                  <a:gd name="T89" fmla="*/ 39 h 179"/>
                  <a:gd name="T90" fmla="*/ 35 w 100"/>
                  <a:gd name="T91" fmla="*/ 38 h 179"/>
                  <a:gd name="T92" fmla="*/ 32 w 100"/>
                  <a:gd name="T93" fmla="*/ 40 h 179"/>
                  <a:gd name="T94" fmla="*/ 32 w 100"/>
                  <a:gd name="T95" fmla="*/ 52 h 179"/>
                  <a:gd name="T96" fmla="*/ 34 w 100"/>
                  <a:gd name="T97" fmla="*/ 61 h 179"/>
                  <a:gd name="T98" fmla="*/ 35 w 100"/>
                  <a:gd name="T99" fmla="*/ 74 h 179"/>
                  <a:gd name="T100" fmla="*/ 36 w 100"/>
                  <a:gd name="T101" fmla="*/ 80 h 179"/>
                  <a:gd name="T102" fmla="*/ 40 w 100"/>
                  <a:gd name="T103" fmla="*/ 82 h 179"/>
                  <a:gd name="T104" fmla="*/ 43 w 100"/>
                  <a:gd name="T105" fmla="*/ 80 h 179"/>
                  <a:gd name="T106" fmla="*/ 50 w 100"/>
                  <a:gd name="T107" fmla="*/ 73 h 179"/>
                  <a:gd name="T108" fmla="*/ 54 w 100"/>
                  <a:gd name="T109" fmla="*/ 73 h 179"/>
                  <a:gd name="T110" fmla="*/ 54 w 100"/>
                  <a:gd name="T111" fmla="*/ 74 h 179"/>
                  <a:gd name="T112" fmla="*/ 49 w 100"/>
                  <a:gd name="T113" fmla="*/ 77 h 179"/>
                  <a:gd name="T114" fmla="*/ 44 w 100"/>
                  <a:gd name="T115" fmla="*/ 83 h 17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00" h="179">
                    <a:moveTo>
                      <a:pt x="80" y="156"/>
                    </a:moveTo>
                    <a:lnTo>
                      <a:pt x="76" y="161"/>
                    </a:lnTo>
                    <a:lnTo>
                      <a:pt x="72" y="166"/>
                    </a:lnTo>
                    <a:lnTo>
                      <a:pt x="67" y="173"/>
                    </a:lnTo>
                    <a:lnTo>
                      <a:pt x="63" y="179"/>
                    </a:lnTo>
                    <a:lnTo>
                      <a:pt x="58" y="177"/>
                    </a:lnTo>
                    <a:lnTo>
                      <a:pt x="51" y="173"/>
                    </a:lnTo>
                    <a:lnTo>
                      <a:pt x="43" y="172"/>
                    </a:lnTo>
                    <a:lnTo>
                      <a:pt x="33" y="172"/>
                    </a:lnTo>
                    <a:lnTo>
                      <a:pt x="35" y="171"/>
                    </a:lnTo>
                    <a:lnTo>
                      <a:pt x="36" y="170"/>
                    </a:lnTo>
                    <a:lnTo>
                      <a:pt x="38" y="169"/>
                    </a:lnTo>
                    <a:lnTo>
                      <a:pt x="40" y="167"/>
                    </a:lnTo>
                    <a:lnTo>
                      <a:pt x="36" y="164"/>
                    </a:lnTo>
                    <a:lnTo>
                      <a:pt x="30" y="163"/>
                    </a:lnTo>
                    <a:lnTo>
                      <a:pt x="25" y="162"/>
                    </a:lnTo>
                    <a:lnTo>
                      <a:pt x="20" y="162"/>
                    </a:lnTo>
                    <a:lnTo>
                      <a:pt x="27" y="156"/>
                    </a:lnTo>
                    <a:lnTo>
                      <a:pt x="33" y="155"/>
                    </a:lnTo>
                    <a:lnTo>
                      <a:pt x="38" y="157"/>
                    </a:lnTo>
                    <a:lnTo>
                      <a:pt x="44" y="163"/>
                    </a:lnTo>
                    <a:lnTo>
                      <a:pt x="43" y="156"/>
                    </a:lnTo>
                    <a:lnTo>
                      <a:pt x="43" y="147"/>
                    </a:lnTo>
                    <a:lnTo>
                      <a:pt x="44" y="136"/>
                    </a:lnTo>
                    <a:lnTo>
                      <a:pt x="44" y="129"/>
                    </a:lnTo>
                    <a:lnTo>
                      <a:pt x="43" y="125"/>
                    </a:lnTo>
                    <a:lnTo>
                      <a:pt x="40" y="119"/>
                    </a:lnTo>
                    <a:lnTo>
                      <a:pt x="36" y="116"/>
                    </a:lnTo>
                    <a:lnTo>
                      <a:pt x="33" y="113"/>
                    </a:lnTo>
                    <a:lnTo>
                      <a:pt x="32" y="111"/>
                    </a:lnTo>
                    <a:lnTo>
                      <a:pt x="32" y="106"/>
                    </a:lnTo>
                    <a:lnTo>
                      <a:pt x="33" y="102"/>
                    </a:lnTo>
                    <a:lnTo>
                      <a:pt x="34" y="97"/>
                    </a:lnTo>
                    <a:lnTo>
                      <a:pt x="35" y="89"/>
                    </a:lnTo>
                    <a:lnTo>
                      <a:pt x="35" y="78"/>
                    </a:lnTo>
                    <a:lnTo>
                      <a:pt x="34" y="67"/>
                    </a:lnTo>
                    <a:lnTo>
                      <a:pt x="34" y="61"/>
                    </a:lnTo>
                    <a:lnTo>
                      <a:pt x="35" y="59"/>
                    </a:lnTo>
                    <a:lnTo>
                      <a:pt x="38" y="57"/>
                    </a:lnTo>
                    <a:lnTo>
                      <a:pt x="41" y="56"/>
                    </a:lnTo>
                    <a:lnTo>
                      <a:pt x="44" y="55"/>
                    </a:lnTo>
                    <a:lnTo>
                      <a:pt x="47" y="52"/>
                    </a:lnTo>
                    <a:lnTo>
                      <a:pt x="47" y="49"/>
                    </a:lnTo>
                    <a:lnTo>
                      <a:pt x="44" y="45"/>
                    </a:lnTo>
                    <a:lnTo>
                      <a:pt x="42" y="43"/>
                    </a:lnTo>
                    <a:lnTo>
                      <a:pt x="38" y="41"/>
                    </a:lnTo>
                    <a:lnTo>
                      <a:pt x="34" y="37"/>
                    </a:lnTo>
                    <a:lnTo>
                      <a:pt x="28" y="34"/>
                    </a:lnTo>
                    <a:lnTo>
                      <a:pt x="22" y="30"/>
                    </a:lnTo>
                    <a:lnTo>
                      <a:pt x="17" y="27"/>
                    </a:lnTo>
                    <a:lnTo>
                      <a:pt x="11" y="23"/>
                    </a:lnTo>
                    <a:lnTo>
                      <a:pt x="5" y="20"/>
                    </a:lnTo>
                    <a:lnTo>
                      <a:pt x="0" y="18"/>
                    </a:lnTo>
                    <a:lnTo>
                      <a:pt x="5" y="18"/>
                    </a:lnTo>
                    <a:lnTo>
                      <a:pt x="8" y="17"/>
                    </a:lnTo>
                    <a:lnTo>
                      <a:pt x="12" y="17"/>
                    </a:lnTo>
                    <a:lnTo>
                      <a:pt x="14" y="15"/>
                    </a:lnTo>
                    <a:lnTo>
                      <a:pt x="18" y="15"/>
                    </a:lnTo>
                    <a:lnTo>
                      <a:pt x="21" y="15"/>
                    </a:lnTo>
                    <a:lnTo>
                      <a:pt x="26" y="15"/>
                    </a:lnTo>
                    <a:lnTo>
                      <a:pt x="29" y="18"/>
                    </a:lnTo>
                    <a:lnTo>
                      <a:pt x="35" y="23"/>
                    </a:lnTo>
                    <a:lnTo>
                      <a:pt x="43" y="33"/>
                    </a:lnTo>
                    <a:lnTo>
                      <a:pt x="51" y="42"/>
                    </a:lnTo>
                    <a:lnTo>
                      <a:pt x="56" y="49"/>
                    </a:lnTo>
                    <a:lnTo>
                      <a:pt x="55" y="44"/>
                    </a:lnTo>
                    <a:lnTo>
                      <a:pt x="55" y="40"/>
                    </a:lnTo>
                    <a:lnTo>
                      <a:pt x="56" y="36"/>
                    </a:lnTo>
                    <a:lnTo>
                      <a:pt x="59" y="34"/>
                    </a:lnTo>
                    <a:lnTo>
                      <a:pt x="60" y="25"/>
                    </a:lnTo>
                    <a:lnTo>
                      <a:pt x="61" y="15"/>
                    </a:lnTo>
                    <a:lnTo>
                      <a:pt x="61" y="6"/>
                    </a:lnTo>
                    <a:lnTo>
                      <a:pt x="59" y="0"/>
                    </a:lnTo>
                    <a:lnTo>
                      <a:pt x="61" y="2"/>
                    </a:lnTo>
                    <a:lnTo>
                      <a:pt x="64" y="4"/>
                    </a:lnTo>
                    <a:lnTo>
                      <a:pt x="66" y="7"/>
                    </a:lnTo>
                    <a:lnTo>
                      <a:pt x="70" y="11"/>
                    </a:lnTo>
                    <a:lnTo>
                      <a:pt x="72" y="17"/>
                    </a:lnTo>
                    <a:lnTo>
                      <a:pt x="74" y="23"/>
                    </a:lnTo>
                    <a:lnTo>
                      <a:pt x="74" y="29"/>
                    </a:lnTo>
                    <a:lnTo>
                      <a:pt x="74" y="33"/>
                    </a:lnTo>
                    <a:lnTo>
                      <a:pt x="73" y="36"/>
                    </a:lnTo>
                    <a:lnTo>
                      <a:pt x="70" y="40"/>
                    </a:lnTo>
                    <a:lnTo>
                      <a:pt x="68" y="44"/>
                    </a:lnTo>
                    <a:lnTo>
                      <a:pt x="68" y="48"/>
                    </a:lnTo>
                    <a:lnTo>
                      <a:pt x="71" y="51"/>
                    </a:lnTo>
                    <a:lnTo>
                      <a:pt x="72" y="56"/>
                    </a:lnTo>
                    <a:lnTo>
                      <a:pt x="73" y="61"/>
                    </a:lnTo>
                    <a:lnTo>
                      <a:pt x="72" y="68"/>
                    </a:lnTo>
                    <a:lnTo>
                      <a:pt x="71" y="71"/>
                    </a:lnTo>
                    <a:lnTo>
                      <a:pt x="67" y="72"/>
                    </a:lnTo>
                    <a:lnTo>
                      <a:pt x="64" y="70"/>
                    </a:lnTo>
                    <a:lnTo>
                      <a:pt x="60" y="66"/>
                    </a:lnTo>
                    <a:lnTo>
                      <a:pt x="60" y="73"/>
                    </a:lnTo>
                    <a:lnTo>
                      <a:pt x="60" y="83"/>
                    </a:lnTo>
                    <a:lnTo>
                      <a:pt x="60" y="95"/>
                    </a:lnTo>
                    <a:lnTo>
                      <a:pt x="61" y="104"/>
                    </a:lnTo>
                    <a:lnTo>
                      <a:pt x="63" y="112"/>
                    </a:lnTo>
                    <a:lnTo>
                      <a:pt x="63" y="124"/>
                    </a:lnTo>
                    <a:lnTo>
                      <a:pt x="64" y="135"/>
                    </a:lnTo>
                    <a:lnTo>
                      <a:pt x="64" y="146"/>
                    </a:lnTo>
                    <a:lnTo>
                      <a:pt x="67" y="147"/>
                    </a:lnTo>
                    <a:lnTo>
                      <a:pt x="72" y="148"/>
                    </a:lnTo>
                    <a:lnTo>
                      <a:pt x="74" y="150"/>
                    </a:lnTo>
                    <a:lnTo>
                      <a:pt x="75" y="152"/>
                    </a:lnTo>
                    <a:lnTo>
                      <a:pt x="79" y="146"/>
                    </a:lnTo>
                    <a:lnTo>
                      <a:pt x="86" y="139"/>
                    </a:lnTo>
                    <a:lnTo>
                      <a:pt x="93" y="133"/>
                    </a:lnTo>
                    <a:lnTo>
                      <a:pt x="100" y="131"/>
                    </a:lnTo>
                    <a:lnTo>
                      <a:pt x="100" y="133"/>
                    </a:lnTo>
                    <a:lnTo>
                      <a:pt x="100" y="134"/>
                    </a:lnTo>
                    <a:lnTo>
                      <a:pt x="100" y="136"/>
                    </a:lnTo>
                    <a:lnTo>
                      <a:pt x="100" y="139"/>
                    </a:lnTo>
                    <a:lnTo>
                      <a:pt x="91" y="140"/>
                    </a:lnTo>
                    <a:lnTo>
                      <a:pt x="87" y="146"/>
                    </a:lnTo>
                    <a:lnTo>
                      <a:pt x="82" y="151"/>
                    </a:lnTo>
                    <a:lnTo>
                      <a:pt x="80" y="15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1" name="Freeform 62">
                <a:extLst>
                  <a:ext uri="{FF2B5EF4-FFF2-40B4-BE49-F238E27FC236}">
                    <a16:creationId xmlns:a16="http://schemas.microsoft.com/office/drawing/2014/main" id="{74183F1D-E5D2-4A04-9852-545A91E0E6B0}"/>
                  </a:ext>
                </a:extLst>
              </p:cNvPr>
              <p:cNvSpPr>
                <a:spLocks/>
              </p:cNvSpPr>
              <p:nvPr/>
            </p:nvSpPr>
            <p:spPr bwMode="auto">
              <a:xfrm>
                <a:off x="4289" y="2509"/>
                <a:ext cx="26" cy="78"/>
              </a:xfrm>
              <a:custGeom>
                <a:avLst/>
                <a:gdLst>
                  <a:gd name="T0" fmla="*/ 11 w 48"/>
                  <a:gd name="T1" fmla="*/ 57 h 141"/>
                  <a:gd name="T2" fmla="*/ 12 w 48"/>
                  <a:gd name="T3" fmla="*/ 61 h 141"/>
                  <a:gd name="T4" fmla="*/ 13 w 48"/>
                  <a:gd name="T5" fmla="*/ 66 h 141"/>
                  <a:gd name="T6" fmla="*/ 15 w 48"/>
                  <a:gd name="T7" fmla="*/ 70 h 141"/>
                  <a:gd name="T8" fmla="*/ 17 w 48"/>
                  <a:gd name="T9" fmla="*/ 75 h 141"/>
                  <a:gd name="T10" fmla="*/ 18 w 48"/>
                  <a:gd name="T11" fmla="*/ 76 h 141"/>
                  <a:gd name="T12" fmla="*/ 21 w 48"/>
                  <a:gd name="T13" fmla="*/ 77 h 141"/>
                  <a:gd name="T14" fmla="*/ 24 w 48"/>
                  <a:gd name="T15" fmla="*/ 77 h 141"/>
                  <a:gd name="T16" fmla="*/ 26 w 48"/>
                  <a:gd name="T17" fmla="*/ 78 h 141"/>
                  <a:gd name="T18" fmla="*/ 24 w 48"/>
                  <a:gd name="T19" fmla="*/ 76 h 141"/>
                  <a:gd name="T20" fmla="*/ 22 w 48"/>
                  <a:gd name="T21" fmla="*/ 73 h 141"/>
                  <a:gd name="T22" fmla="*/ 21 w 48"/>
                  <a:gd name="T23" fmla="*/ 70 h 141"/>
                  <a:gd name="T24" fmla="*/ 20 w 48"/>
                  <a:gd name="T25" fmla="*/ 69 h 141"/>
                  <a:gd name="T26" fmla="*/ 18 w 48"/>
                  <a:gd name="T27" fmla="*/ 66 h 141"/>
                  <a:gd name="T28" fmla="*/ 20 w 48"/>
                  <a:gd name="T29" fmla="*/ 63 h 141"/>
                  <a:gd name="T30" fmla="*/ 20 w 48"/>
                  <a:gd name="T31" fmla="*/ 60 h 141"/>
                  <a:gd name="T32" fmla="*/ 21 w 48"/>
                  <a:gd name="T33" fmla="*/ 57 h 141"/>
                  <a:gd name="T34" fmla="*/ 21 w 48"/>
                  <a:gd name="T35" fmla="*/ 53 h 141"/>
                  <a:gd name="T36" fmla="*/ 20 w 48"/>
                  <a:gd name="T37" fmla="*/ 49 h 141"/>
                  <a:gd name="T38" fmla="*/ 17 w 48"/>
                  <a:gd name="T39" fmla="*/ 45 h 141"/>
                  <a:gd name="T40" fmla="*/ 16 w 48"/>
                  <a:gd name="T41" fmla="*/ 43 h 141"/>
                  <a:gd name="T42" fmla="*/ 15 w 48"/>
                  <a:gd name="T43" fmla="*/ 40 h 141"/>
                  <a:gd name="T44" fmla="*/ 15 w 48"/>
                  <a:gd name="T45" fmla="*/ 37 h 141"/>
                  <a:gd name="T46" fmla="*/ 15 w 48"/>
                  <a:gd name="T47" fmla="*/ 33 h 141"/>
                  <a:gd name="T48" fmla="*/ 16 w 48"/>
                  <a:gd name="T49" fmla="*/ 30 h 141"/>
                  <a:gd name="T50" fmla="*/ 12 w 48"/>
                  <a:gd name="T51" fmla="*/ 28 h 141"/>
                  <a:gd name="T52" fmla="*/ 10 w 48"/>
                  <a:gd name="T53" fmla="*/ 27 h 141"/>
                  <a:gd name="T54" fmla="*/ 8 w 48"/>
                  <a:gd name="T55" fmla="*/ 24 h 141"/>
                  <a:gd name="T56" fmla="*/ 7 w 48"/>
                  <a:gd name="T57" fmla="*/ 22 h 141"/>
                  <a:gd name="T58" fmla="*/ 6 w 48"/>
                  <a:gd name="T59" fmla="*/ 19 h 141"/>
                  <a:gd name="T60" fmla="*/ 5 w 48"/>
                  <a:gd name="T61" fmla="*/ 14 h 141"/>
                  <a:gd name="T62" fmla="*/ 5 w 48"/>
                  <a:gd name="T63" fmla="*/ 8 h 141"/>
                  <a:gd name="T64" fmla="*/ 5 w 48"/>
                  <a:gd name="T65" fmla="*/ 3 h 141"/>
                  <a:gd name="T66" fmla="*/ 5 w 48"/>
                  <a:gd name="T67" fmla="*/ 2 h 141"/>
                  <a:gd name="T68" fmla="*/ 3 w 48"/>
                  <a:gd name="T69" fmla="*/ 2 h 141"/>
                  <a:gd name="T70" fmla="*/ 2 w 48"/>
                  <a:gd name="T71" fmla="*/ 1 h 141"/>
                  <a:gd name="T72" fmla="*/ 1 w 48"/>
                  <a:gd name="T73" fmla="*/ 0 h 141"/>
                  <a:gd name="T74" fmla="*/ 0 w 48"/>
                  <a:gd name="T75" fmla="*/ 4 h 141"/>
                  <a:gd name="T76" fmla="*/ 0 w 48"/>
                  <a:gd name="T77" fmla="*/ 9 h 141"/>
                  <a:gd name="T78" fmla="*/ 1 w 48"/>
                  <a:gd name="T79" fmla="*/ 15 h 141"/>
                  <a:gd name="T80" fmla="*/ 1 w 48"/>
                  <a:gd name="T81" fmla="*/ 20 h 141"/>
                  <a:gd name="T82" fmla="*/ 3 w 48"/>
                  <a:gd name="T83" fmla="*/ 29 h 141"/>
                  <a:gd name="T84" fmla="*/ 5 w 48"/>
                  <a:gd name="T85" fmla="*/ 39 h 141"/>
                  <a:gd name="T86" fmla="*/ 9 w 48"/>
                  <a:gd name="T87" fmla="*/ 50 h 141"/>
                  <a:gd name="T88" fmla="*/ 11 w 48"/>
                  <a:gd name="T89" fmla="*/ 57 h 14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 h="141">
                    <a:moveTo>
                      <a:pt x="20" y="103"/>
                    </a:moveTo>
                    <a:lnTo>
                      <a:pt x="22" y="111"/>
                    </a:lnTo>
                    <a:lnTo>
                      <a:pt x="24" y="119"/>
                    </a:lnTo>
                    <a:lnTo>
                      <a:pt x="28" y="127"/>
                    </a:lnTo>
                    <a:lnTo>
                      <a:pt x="31" y="135"/>
                    </a:lnTo>
                    <a:lnTo>
                      <a:pt x="34" y="137"/>
                    </a:lnTo>
                    <a:lnTo>
                      <a:pt x="38" y="139"/>
                    </a:lnTo>
                    <a:lnTo>
                      <a:pt x="44" y="140"/>
                    </a:lnTo>
                    <a:lnTo>
                      <a:pt x="48" y="141"/>
                    </a:lnTo>
                    <a:lnTo>
                      <a:pt x="44" y="138"/>
                    </a:lnTo>
                    <a:lnTo>
                      <a:pt x="40" y="132"/>
                    </a:lnTo>
                    <a:lnTo>
                      <a:pt x="38" y="127"/>
                    </a:lnTo>
                    <a:lnTo>
                      <a:pt x="36" y="124"/>
                    </a:lnTo>
                    <a:lnTo>
                      <a:pt x="34" y="119"/>
                    </a:lnTo>
                    <a:lnTo>
                      <a:pt x="36" y="114"/>
                    </a:lnTo>
                    <a:lnTo>
                      <a:pt x="37" y="108"/>
                    </a:lnTo>
                    <a:lnTo>
                      <a:pt x="38" y="103"/>
                    </a:lnTo>
                    <a:lnTo>
                      <a:pt x="38" y="96"/>
                    </a:lnTo>
                    <a:lnTo>
                      <a:pt x="36" y="89"/>
                    </a:lnTo>
                    <a:lnTo>
                      <a:pt x="31" y="82"/>
                    </a:lnTo>
                    <a:lnTo>
                      <a:pt x="29" y="78"/>
                    </a:lnTo>
                    <a:lnTo>
                      <a:pt x="28" y="73"/>
                    </a:lnTo>
                    <a:lnTo>
                      <a:pt x="28" y="66"/>
                    </a:lnTo>
                    <a:lnTo>
                      <a:pt x="28" y="59"/>
                    </a:lnTo>
                    <a:lnTo>
                      <a:pt x="29" y="54"/>
                    </a:lnTo>
                    <a:lnTo>
                      <a:pt x="23" y="51"/>
                    </a:lnTo>
                    <a:lnTo>
                      <a:pt x="18" y="48"/>
                    </a:lnTo>
                    <a:lnTo>
                      <a:pt x="15" y="43"/>
                    </a:lnTo>
                    <a:lnTo>
                      <a:pt x="13" y="40"/>
                    </a:lnTo>
                    <a:lnTo>
                      <a:pt x="11" y="34"/>
                    </a:lnTo>
                    <a:lnTo>
                      <a:pt x="10" y="25"/>
                    </a:lnTo>
                    <a:lnTo>
                      <a:pt x="10" y="14"/>
                    </a:lnTo>
                    <a:lnTo>
                      <a:pt x="10" y="6"/>
                    </a:lnTo>
                    <a:lnTo>
                      <a:pt x="9" y="4"/>
                    </a:lnTo>
                    <a:lnTo>
                      <a:pt x="6" y="3"/>
                    </a:lnTo>
                    <a:lnTo>
                      <a:pt x="3" y="1"/>
                    </a:lnTo>
                    <a:lnTo>
                      <a:pt x="1" y="0"/>
                    </a:lnTo>
                    <a:lnTo>
                      <a:pt x="0" y="8"/>
                    </a:lnTo>
                    <a:lnTo>
                      <a:pt x="0" y="17"/>
                    </a:lnTo>
                    <a:lnTo>
                      <a:pt x="1" y="27"/>
                    </a:lnTo>
                    <a:lnTo>
                      <a:pt x="2" y="36"/>
                    </a:lnTo>
                    <a:lnTo>
                      <a:pt x="5" y="52"/>
                    </a:lnTo>
                    <a:lnTo>
                      <a:pt x="10" y="71"/>
                    </a:lnTo>
                    <a:lnTo>
                      <a:pt x="16" y="91"/>
                    </a:lnTo>
                    <a:lnTo>
                      <a:pt x="20" y="10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2" name="Freeform 63">
                <a:extLst>
                  <a:ext uri="{FF2B5EF4-FFF2-40B4-BE49-F238E27FC236}">
                    <a16:creationId xmlns:a16="http://schemas.microsoft.com/office/drawing/2014/main" id="{5BAACBF4-87C0-49F0-B582-6E4B977C758D}"/>
                  </a:ext>
                </a:extLst>
              </p:cNvPr>
              <p:cNvSpPr>
                <a:spLocks/>
              </p:cNvSpPr>
              <p:nvPr/>
            </p:nvSpPr>
            <p:spPr bwMode="auto">
              <a:xfrm>
                <a:off x="4363" y="2513"/>
                <a:ext cx="29" cy="72"/>
              </a:xfrm>
              <a:custGeom>
                <a:avLst/>
                <a:gdLst>
                  <a:gd name="T0" fmla="*/ 26 w 54"/>
                  <a:gd name="T1" fmla="*/ 18 h 133"/>
                  <a:gd name="T2" fmla="*/ 26 w 54"/>
                  <a:gd name="T3" fmla="*/ 22 h 133"/>
                  <a:gd name="T4" fmla="*/ 25 w 54"/>
                  <a:gd name="T5" fmla="*/ 27 h 133"/>
                  <a:gd name="T6" fmla="*/ 24 w 54"/>
                  <a:gd name="T7" fmla="*/ 31 h 133"/>
                  <a:gd name="T8" fmla="*/ 24 w 54"/>
                  <a:gd name="T9" fmla="*/ 35 h 133"/>
                  <a:gd name="T10" fmla="*/ 24 w 54"/>
                  <a:gd name="T11" fmla="*/ 47 h 133"/>
                  <a:gd name="T12" fmla="*/ 21 w 54"/>
                  <a:gd name="T13" fmla="*/ 57 h 133"/>
                  <a:gd name="T14" fmla="*/ 17 w 54"/>
                  <a:gd name="T15" fmla="*/ 66 h 133"/>
                  <a:gd name="T16" fmla="*/ 11 w 54"/>
                  <a:gd name="T17" fmla="*/ 72 h 133"/>
                  <a:gd name="T18" fmla="*/ 8 w 54"/>
                  <a:gd name="T19" fmla="*/ 71 h 133"/>
                  <a:gd name="T20" fmla="*/ 5 w 54"/>
                  <a:gd name="T21" fmla="*/ 70 h 133"/>
                  <a:gd name="T22" fmla="*/ 2 w 54"/>
                  <a:gd name="T23" fmla="*/ 68 h 133"/>
                  <a:gd name="T24" fmla="*/ 0 w 54"/>
                  <a:gd name="T25" fmla="*/ 66 h 133"/>
                  <a:gd name="T26" fmla="*/ 2 w 54"/>
                  <a:gd name="T27" fmla="*/ 64 h 133"/>
                  <a:gd name="T28" fmla="*/ 4 w 54"/>
                  <a:gd name="T29" fmla="*/ 62 h 133"/>
                  <a:gd name="T30" fmla="*/ 8 w 54"/>
                  <a:gd name="T31" fmla="*/ 59 h 133"/>
                  <a:gd name="T32" fmla="*/ 10 w 54"/>
                  <a:gd name="T33" fmla="*/ 56 h 133"/>
                  <a:gd name="T34" fmla="*/ 13 w 54"/>
                  <a:gd name="T35" fmla="*/ 52 h 133"/>
                  <a:gd name="T36" fmla="*/ 16 w 54"/>
                  <a:gd name="T37" fmla="*/ 49 h 133"/>
                  <a:gd name="T38" fmla="*/ 18 w 54"/>
                  <a:gd name="T39" fmla="*/ 45 h 133"/>
                  <a:gd name="T40" fmla="*/ 18 w 54"/>
                  <a:gd name="T41" fmla="*/ 43 h 133"/>
                  <a:gd name="T42" fmla="*/ 17 w 54"/>
                  <a:gd name="T43" fmla="*/ 45 h 133"/>
                  <a:gd name="T44" fmla="*/ 16 w 54"/>
                  <a:gd name="T45" fmla="*/ 47 h 133"/>
                  <a:gd name="T46" fmla="*/ 13 w 54"/>
                  <a:gd name="T47" fmla="*/ 49 h 133"/>
                  <a:gd name="T48" fmla="*/ 12 w 54"/>
                  <a:gd name="T49" fmla="*/ 50 h 133"/>
                  <a:gd name="T50" fmla="*/ 13 w 54"/>
                  <a:gd name="T51" fmla="*/ 43 h 133"/>
                  <a:gd name="T52" fmla="*/ 13 w 54"/>
                  <a:gd name="T53" fmla="*/ 33 h 133"/>
                  <a:gd name="T54" fmla="*/ 13 w 54"/>
                  <a:gd name="T55" fmla="*/ 25 h 133"/>
                  <a:gd name="T56" fmla="*/ 13 w 54"/>
                  <a:gd name="T57" fmla="*/ 21 h 133"/>
                  <a:gd name="T58" fmla="*/ 18 w 54"/>
                  <a:gd name="T59" fmla="*/ 18 h 133"/>
                  <a:gd name="T60" fmla="*/ 21 w 54"/>
                  <a:gd name="T61" fmla="*/ 14 h 133"/>
                  <a:gd name="T62" fmla="*/ 24 w 54"/>
                  <a:gd name="T63" fmla="*/ 9 h 133"/>
                  <a:gd name="T64" fmla="*/ 25 w 54"/>
                  <a:gd name="T65" fmla="*/ 4 h 133"/>
                  <a:gd name="T66" fmla="*/ 26 w 54"/>
                  <a:gd name="T67" fmla="*/ 4 h 133"/>
                  <a:gd name="T68" fmla="*/ 27 w 54"/>
                  <a:gd name="T69" fmla="*/ 3 h 133"/>
                  <a:gd name="T70" fmla="*/ 28 w 54"/>
                  <a:gd name="T71" fmla="*/ 2 h 133"/>
                  <a:gd name="T72" fmla="*/ 29 w 54"/>
                  <a:gd name="T73" fmla="*/ 0 h 133"/>
                  <a:gd name="T74" fmla="*/ 29 w 54"/>
                  <a:gd name="T75" fmla="*/ 4 h 133"/>
                  <a:gd name="T76" fmla="*/ 28 w 54"/>
                  <a:gd name="T77" fmla="*/ 10 h 133"/>
                  <a:gd name="T78" fmla="*/ 27 w 54"/>
                  <a:gd name="T79" fmla="*/ 15 h 133"/>
                  <a:gd name="T80" fmla="*/ 26 w 54"/>
                  <a:gd name="T81" fmla="*/ 18 h 13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4" h="133">
                    <a:moveTo>
                      <a:pt x="49" y="33"/>
                    </a:moveTo>
                    <a:lnTo>
                      <a:pt x="48" y="41"/>
                    </a:lnTo>
                    <a:lnTo>
                      <a:pt x="47" y="50"/>
                    </a:lnTo>
                    <a:lnTo>
                      <a:pt x="45" y="58"/>
                    </a:lnTo>
                    <a:lnTo>
                      <a:pt x="44" y="64"/>
                    </a:lnTo>
                    <a:lnTo>
                      <a:pt x="44" y="86"/>
                    </a:lnTo>
                    <a:lnTo>
                      <a:pt x="39" y="105"/>
                    </a:lnTo>
                    <a:lnTo>
                      <a:pt x="31" y="121"/>
                    </a:lnTo>
                    <a:lnTo>
                      <a:pt x="21" y="133"/>
                    </a:lnTo>
                    <a:lnTo>
                      <a:pt x="15" y="132"/>
                    </a:lnTo>
                    <a:lnTo>
                      <a:pt x="9" y="129"/>
                    </a:lnTo>
                    <a:lnTo>
                      <a:pt x="4" y="126"/>
                    </a:lnTo>
                    <a:lnTo>
                      <a:pt x="0" y="121"/>
                    </a:lnTo>
                    <a:lnTo>
                      <a:pt x="3" y="118"/>
                    </a:lnTo>
                    <a:lnTo>
                      <a:pt x="8" y="114"/>
                    </a:lnTo>
                    <a:lnTo>
                      <a:pt x="14" y="109"/>
                    </a:lnTo>
                    <a:lnTo>
                      <a:pt x="19" y="103"/>
                    </a:lnTo>
                    <a:lnTo>
                      <a:pt x="25" y="96"/>
                    </a:lnTo>
                    <a:lnTo>
                      <a:pt x="30" y="90"/>
                    </a:lnTo>
                    <a:lnTo>
                      <a:pt x="33" y="84"/>
                    </a:lnTo>
                    <a:lnTo>
                      <a:pt x="34" y="80"/>
                    </a:lnTo>
                    <a:lnTo>
                      <a:pt x="31" y="83"/>
                    </a:lnTo>
                    <a:lnTo>
                      <a:pt x="29" y="87"/>
                    </a:lnTo>
                    <a:lnTo>
                      <a:pt x="25" y="90"/>
                    </a:lnTo>
                    <a:lnTo>
                      <a:pt x="22" y="92"/>
                    </a:lnTo>
                    <a:lnTo>
                      <a:pt x="24" y="79"/>
                    </a:lnTo>
                    <a:lnTo>
                      <a:pt x="25" y="61"/>
                    </a:lnTo>
                    <a:lnTo>
                      <a:pt x="25" y="47"/>
                    </a:lnTo>
                    <a:lnTo>
                      <a:pt x="24" y="38"/>
                    </a:lnTo>
                    <a:lnTo>
                      <a:pt x="33" y="34"/>
                    </a:lnTo>
                    <a:lnTo>
                      <a:pt x="40" y="26"/>
                    </a:lnTo>
                    <a:lnTo>
                      <a:pt x="44" y="16"/>
                    </a:lnTo>
                    <a:lnTo>
                      <a:pt x="46" y="8"/>
                    </a:lnTo>
                    <a:lnTo>
                      <a:pt x="48" y="7"/>
                    </a:lnTo>
                    <a:lnTo>
                      <a:pt x="51" y="5"/>
                    </a:lnTo>
                    <a:lnTo>
                      <a:pt x="52" y="3"/>
                    </a:lnTo>
                    <a:lnTo>
                      <a:pt x="54" y="0"/>
                    </a:lnTo>
                    <a:lnTo>
                      <a:pt x="54" y="8"/>
                    </a:lnTo>
                    <a:lnTo>
                      <a:pt x="53" y="18"/>
                    </a:lnTo>
                    <a:lnTo>
                      <a:pt x="51" y="27"/>
                    </a:lnTo>
                    <a:lnTo>
                      <a:pt x="49" y="3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3" name="Freeform 64">
                <a:extLst>
                  <a:ext uri="{FF2B5EF4-FFF2-40B4-BE49-F238E27FC236}">
                    <a16:creationId xmlns:a16="http://schemas.microsoft.com/office/drawing/2014/main" id="{B3C74A42-FAEF-4605-8894-C2FA06071550}"/>
                  </a:ext>
                </a:extLst>
              </p:cNvPr>
              <p:cNvSpPr>
                <a:spLocks/>
              </p:cNvSpPr>
              <p:nvPr/>
            </p:nvSpPr>
            <p:spPr bwMode="auto">
              <a:xfrm>
                <a:off x="3608" y="2823"/>
                <a:ext cx="261" cy="274"/>
              </a:xfrm>
              <a:custGeom>
                <a:avLst/>
                <a:gdLst>
                  <a:gd name="T0" fmla="*/ 259 w 478"/>
                  <a:gd name="T1" fmla="*/ 67 h 502"/>
                  <a:gd name="T2" fmla="*/ 246 w 478"/>
                  <a:gd name="T3" fmla="*/ 46 h 502"/>
                  <a:gd name="T4" fmla="*/ 232 w 478"/>
                  <a:gd name="T5" fmla="*/ 35 h 502"/>
                  <a:gd name="T6" fmla="*/ 222 w 478"/>
                  <a:gd name="T7" fmla="*/ 27 h 502"/>
                  <a:gd name="T8" fmla="*/ 206 w 478"/>
                  <a:gd name="T9" fmla="*/ 19 h 502"/>
                  <a:gd name="T10" fmla="*/ 191 w 478"/>
                  <a:gd name="T11" fmla="*/ 12 h 502"/>
                  <a:gd name="T12" fmla="*/ 170 w 478"/>
                  <a:gd name="T13" fmla="*/ 12 h 502"/>
                  <a:gd name="T14" fmla="*/ 158 w 478"/>
                  <a:gd name="T15" fmla="*/ 2 h 502"/>
                  <a:gd name="T16" fmla="*/ 152 w 478"/>
                  <a:gd name="T17" fmla="*/ 7 h 502"/>
                  <a:gd name="T18" fmla="*/ 145 w 478"/>
                  <a:gd name="T19" fmla="*/ 4 h 502"/>
                  <a:gd name="T20" fmla="*/ 130 w 478"/>
                  <a:gd name="T21" fmla="*/ 0 h 502"/>
                  <a:gd name="T22" fmla="*/ 116 w 478"/>
                  <a:gd name="T23" fmla="*/ 3 h 502"/>
                  <a:gd name="T24" fmla="*/ 100 w 478"/>
                  <a:gd name="T25" fmla="*/ 11 h 502"/>
                  <a:gd name="T26" fmla="*/ 85 w 478"/>
                  <a:gd name="T27" fmla="*/ 21 h 502"/>
                  <a:gd name="T28" fmla="*/ 69 w 478"/>
                  <a:gd name="T29" fmla="*/ 45 h 502"/>
                  <a:gd name="T30" fmla="*/ 75 w 478"/>
                  <a:gd name="T31" fmla="*/ 44 h 502"/>
                  <a:gd name="T32" fmla="*/ 86 w 478"/>
                  <a:gd name="T33" fmla="*/ 36 h 502"/>
                  <a:gd name="T34" fmla="*/ 83 w 478"/>
                  <a:gd name="T35" fmla="*/ 42 h 502"/>
                  <a:gd name="T36" fmla="*/ 69 w 478"/>
                  <a:gd name="T37" fmla="*/ 50 h 502"/>
                  <a:gd name="T38" fmla="*/ 56 w 478"/>
                  <a:gd name="T39" fmla="*/ 58 h 502"/>
                  <a:gd name="T40" fmla="*/ 46 w 478"/>
                  <a:gd name="T41" fmla="*/ 72 h 502"/>
                  <a:gd name="T42" fmla="*/ 34 w 478"/>
                  <a:gd name="T43" fmla="*/ 89 h 502"/>
                  <a:gd name="T44" fmla="*/ 29 w 478"/>
                  <a:gd name="T45" fmla="*/ 104 h 502"/>
                  <a:gd name="T46" fmla="*/ 32 w 478"/>
                  <a:gd name="T47" fmla="*/ 117 h 502"/>
                  <a:gd name="T48" fmla="*/ 14 w 478"/>
                  <a:gd name="T49" fmla="*/ 135 h 502"/>
                  <a:gd name="T50" fmla="*/ 5 w 478"/>
                  <a:gd name="T51" fmla="*/ 162 h 502"/>
                  <a:gd name="T52" fmla="*/ 5 w 478"/>
                  <a:gd name="T53" fmla="*/ 179 h 502"/>
                  <a:gd name="T54" fmla="*/ 0 w 478"/>
                  <a:gd name="T55" fmla="*/ 210 h 502"/>
                  <a:gd name="T56" fmla="*/ 3 w 478"/>
                  <a:gd name="T57" fmla="*/ 226 h 502"/>
                  <a:gd name="T58" fmla="*/ 13 w 478"/>
                  <a:gd name="T59" fmla="*/ 246 h 502"/>
                  <a:gd name="T60" fmla="*/ 32 w 478"/>
                  <a:gd name="T61" fmla="*/ 265 h 502"/>
                  <a:gd name="T62" fmla="*/ 66 w 478"/>
                  <a:gd name="T63" fmla="*/ 270 h 502"/>
                  <a:gd name="T64" fmla="*/ 97 w 478"/>
                  <a:gd name="T65" fmla="*/ 274 h 502"/>
                  <a:gd name="T66" fmla="*/ 129 w 478"/>
                  <a:gd name="T67" fmla="*/ 270 h 502"/>
                  <a:gd name="T68" fmla="*/ 151 w 478"/>
                  <a:gd name="T69" fmla="*/ 259 h 502"/>
                  <a:gd name="T70" fmla="*/ 162 w 478"/>
                  <a:gd name="T71" fmla="*/ 239 h 502"/>
                  <a:gd name="T72" fmla="*/ 175 w 478"/>
                  <a:gd name="T73" fmla="*/ 229 h 502"/>
                  <a:gd name="T74" fmla="*/ 185 w 478"/>
                  <a:gd name="T75" fmla="*/ 215 h 502"/>
                  <a:gd name="T76" fmla="*/ 188 w 478"/>
                  <a:gd name="T77" fmla="*/ 207 h 502"/>
                  <a:gd name="T78" fmla="*/ 197 w 478"/>
                  <a:gd name="T79" fmla="*/ 206 h 502"/>
                  <a:gd name="T80" fmla="*/ 192 w 478"/>
                  <a:gd name="T81" fmla="*/ 204 h 502"/>
                  <a:gd name="T82" fmla="*/ 201 w 478"/>
                  <a:gd name="T83" fmla="*/ 195 h 502"/>
                  <a:gd name="T84" fmla="*/ 205 w 478"/>
                  <a:gd name="T85" fmla="*/ 164 h 502"/>
                  <a:gd name="T86" fmla="*/ 200 w 478"/>
                  <a:gd name="T87" fmla="*/ 143 h 502"/>
                  <a:gd name="T88" fmla="*/ 213 w 478"/>
                  <a:gd name="T89" fmla="*/ 123 h 502"/>
                  <a:gd name="T90" fmla="*/ 218 w 478"/>
                  <a:gd name="T91" fmla="*/ 112 h 502"/>
                  <a:gd name="T92" fmla="*/ 218 w 478"/>
                  <a:gd name="T93" fmla="*/ 104 h 502"/>
                  <a:gd name="T94" fmla="*/ 218 w 478"/>
                  <a:gd name="T95" fmla="*/ 100 h 502"/>
                  <a:gd name="T96" fmla="*/ 221 w 478"/>
                  <a:gd name="T97" fmla="*/ 90 h 502"/>
                  <a:gd name="T98" fmla="*/ 229 w 478"/>
                  <a:gd name="T99" fmla="*/ 79 h 502"/>
                  <a:gd name="T100" fmla="*/ 234 w 478"/>
                  <a:gd name="T101" fmla="*/ 82 h 502"/>
                  <a:gd name="T102" fmla="*/ 251 w 478"/>
                  <a:gd name="T103" fmla="*/ 82 h 5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78" h="502">
                    <a:moveTo>
                      <a:pt x="478" y="144"/>
                    </a:moveTo>
                    <a:lnTo>
                      <a:pt x="476" y="138"/>
                    </a:lnTo>
                    <a:lnTo>
                      <a:pt x="475" y="131"/>
                    </a:lnTo>
                    <a:lnTo>
                      <a:pt x="474" y="123"/>
                    </a:lnTo>
                    <a:lnTo>
                      <a:pt x="472" y="114"/>
                    </a:lnTo>
                    <a:lnTo>
                      <a:pt x="466" y="102"/>
                    </a:lnTo>
                    <a:lnTo>
                      <a:pt x="459" y="91"/>
                    </a:lnTo>
                    <a:lnTo>
                      <a:pt x="450" y="84"/>
                    </a:lnTo>
                    <a:lnTo>
                      <a:pt x="442" y="80"/>
                    </a:lnTo>
                    <a:lnTo>
                      <a:pt x="436" y="76"/>
                    </a:lnTo>
                    <a:lnTo>
                      <a:pt x="430" y="72"/>
                    </a:lnTo>
                    <a:lnTo>
                      <a:pt x="425" y="65"/>
                    </a:lnTo>
                    <a:lnTo>
                      <a:pt x="421" y="60"/>
                    </a:lnTo>
                    <a:lnTo>
                      <a:pt x="418" y="55"/>
                    </a:lnTo>
                    <a:lnTo>
                      <a:pt x="413" y="51"/>
                    </a:lnTo>
                    <a:lnTo>
                      <a:pt x="407" y="49"/>
                    </a:lnTo>
                    <a:lnTo>
                      <a:pt x="402" y="46"/>
                    </a:lnTo>
                    <a:lnTo>
                      <a:pt x="395" y="44"/>
                    </a:lnTo>
                    <a:lnTo>
                      <a:pt x="387" y="39"/>
                    </a:lnTo>
                    <a:lnTo>
                      <a:pt x="377" y="34"/>
                    </a:lnTo>
                    <a:lnTo>
                      <a:pt x="369" y="28"/>
                    </a:lnTo>
                    <a:lnTo>
                      <a:pt x="365" y="25"/>
                    </a:lnTo>
                    <a:lnTo>
                      <a:pt x="357" y="23"/>
                    </a:lnTo>
                    <a:lnTo>
                      <a:pt x="349" y="22"/>
                    </a:lnTo>
                    <a:lnTo>
                      <a:pt x="339" y="22"/>
                    </a:lnTo>
                    <a:lnTo>
                      <a:pt x="329" y="22"/>
                    </a:lnTo>
                    <a:lnTo>
                      <a:pt x="320" y="22"/>
                    </a:lnTo>
                    <a:lnTo>
                      <a:pt x="312" y="22"/>
                    </a:lnTo>
                    <a:lnTo>
                      <a:pt x="306" y="22"/>
                    </a:lnTo>
                    <a:lnTo>
                      <a:pt x="303" y="14"/>
                    </a:lnTo>
                    <a:lnTo>
                      <a:pt x="297" y="8"/>
                    </a:lnTo>
                    <a:lnTo>
                      <a:pt x="289" y="4"/>
                    </a:lnTo>
                    <a:lnTo>
                      <a:pt x="282" y="1"/>
                    </a:lnTo>
                    <a:lnTo>
                      <a:pt x="282" y="4"/>
                    </a:lnTo>
                    <a:lnTo>
                      <a:pt x="281" y="8"/>
                    </a:lnTo>
                    <a:lnTo>
                      <a:pt x="279" y="12"/>
                    </a:lnTo>
                    <a:lnTo>
                      <a:pt x="277" y="15"/>
                    </a:lnTo>
                    <a:lnTo>
                      <a:pt x="275" y="13"/>
                    </a:lnTo>
                    <a:lnTo>
                      <a:pt x="270" y="11"/>
                    </a:lnTo>
                    <a:lnTo>
                      <a:pt x="266" y="8"/>
                    </a:lnTo>
                    <a:lnTo>
                      <a:pt x="260" y="6"/>
                    </a:lnTo>
                    <a:lnTo>
                      <a:pt x="253" y="4"/>
                    </a:lnTo>
                    <a:lnTo>
                      <a:pt x="246" y="1"/>
                    </a:lnTo>
                    <a:lnTo>
                      <a:pt x="238" y="0"/>
                    </a:lnTo>
                    <a:lnTo>
                      <a:pt x="231" y="0"/>
                    </a:lnTo>
                    <a:lnTo>
                      <a:pt x="228" y="1"/>
                    </a:lnTo>
                    <a:lnTo>
                      <a:pt x="221" y="4"/>
                    </a:lnTo>
                    <a:lnTo>
                      <a:pt x="213" y="6"/>
                    </a:lnTo>
                    <a:lnTo>
                      <a:pt x="205" y="9"/>
                    </a:lnTo>
                    <a:lnTo>
                      <a:pt x="197" y="14"/>
                    </a:lnTo>
                    <a:lnTo>
                      <a:pt x="190" y="17"/>
                    </a:lnTo>
                    <a:lnTo>
                      <a:pt x="184" y="21"/>
                    </a:lnTo>
                    <a:lnTo>
                      <a:pt x="180" y="23"/>
                    </a:lnTo>
                    <a:lnTo>
                      <a:pt x="175" y="28"/>
                    </a:lnTo>
                    <a:lnTo>
                      <a:pt x="165" y="34"/>
                    </a:lnTo>
                    <a:lnTo>
                      <a:pt x="156" y="39"/>
                    </a:lnTo>
                    <a:lnTo>
                      <a:pt x="147" y="44"/>
                    </a:lnTo>
                    <a:lnTo>
                      <a:pt x="139" y="52"/>
                    </a:lnTo>
                    <a:lnTo>
                      <a:pt x="133" y="66"/>
                    </a:lnTo>
                    <a:lnTo>
                      <a:pt x="127" y="82"/>
                    </a:lnTo>
                    <a:lnTo>
                      <a:pt x="123" y="92"/>
                    </a:lnTo>
                    <a:lnTo>
                      <a:pt x="126" y="90"/>
                    </a:lnTo>
                    <a:lnTo>
                      <a:pt x="131" y="85"/>
                    </a:lnTo>
                    <a:lnTo>
                      <a:pt x="137" y="81"/>
                    </a:lnTo>
                    <a:lnTo>
                      <a:pt x="142" y="75"/>
                    </a:lnTo>
                    <a:lnTo>
                      <a:pt x="148" y="70"/>
                    </a:lnTo>
                    <a:lnTo>
                      <a:pt x="154" y="67"/>
                    </a:lnTo>
                    <a:lnTo>
                      <a:pt x="157" y="66"/>
                    </a:lnTo>
                    <a:lnTo>
                      <a:pt x="161" y="67"/>
                    </a:lnTo>
                    <a:lnTo>
                      <a:pt x="161" y="70"/>
                    </a:lnTo>
                    <a:lnTo>
                      <a:pt x="157" y="74"/>
                    </a:lnTo>
                    <a:lnTo>
                      <a:pt x="152" y="77"/>
                    </a:lnTo>
                    <a:lnTo>
                      <a:pt x="146" y="82"/>
                    </a:lnTo>
                    <a:lnTo>
                      <a:pt x="138" y="85"/>
                    </a:lnTo>
                    <a:lnTo>
                      <a:pt x="131" y="89"/>
                    </a:lnTo>
                    <a:lnTo>
                      <a:pt x="126" y="91"/>
                    </a:lnTo>
                    <a:lnTo>
                      <a:pt x="123" y="92"/>
                    </a:lnTo>
                    <a:lnTo>
                      <a:pt x="118" y="95"/>
                    </a:lnTo>
                    <a:lnTo>
                      <a:pt x="110" y="100"/>
                    </a:lnTo>
                    <a:lnTo>
                      <a:pt x="103" y="107"/>
                    </a:lnTo>
                    <a:lnTo>
                      <a:pt x="97" y="113"/>
                    </a:lnTo>
                    <a:lnTo>
                      <a:pt x="94" y="118"/>
                    </a:lnTo>
                    <a:lnTo>
                      <a:pt x="89" y="123"/>
                    </a:lnTo>
                    <a:lnTo>
                      <a:pt x="84" y="131"/>
                    </a:lnTo>
                    <a:lnTo>
                      <a:pt x="78" y="141"/>
                    </a:lnTo>
                    <a:lnTo>
                      <a:pt x="71" y="150"/>
                    </a:lnTo>
                    <a:lnTo>
                      <a:pt x="66" y="157"/>
                    </a:lnTo>
                    <a:lnTo>
                      <a:pt x="62" y="163"/>
                    </a:lnTo>
                    <a:lnTo>
                      <a:pt x="59" y="166"/>
                    </a:lnTo>
                    <a:lnTo>
                      <a:pt x="56" y="172"/>
                    </a:lnTo>
                    <a:lnTo>
                      <a:pt x="54" y="180"/>
                    </a:lnTo>
                    <a:lnTo>
                      <a:pt x="53" y="190"/>
                    </a:lnTo>
                    <a:lnTo>
                      <a:pt x="51" y="199"/>
                    </a:lnTo>
                    <a:lnTo>
                      <a:pt x="63" y="199"/>
                    </a:lnTo>
                    <a:lnTo>
                      <a:pt x="64" y="206"/>
                    </a:lnTo>
                    <a:lnTo>
                      <a:pt x="58" y="214"/>
                    </a:lnTo>
                    <a:lnTo>
                      <a:pt x="46" y="219"/>
                    </a:lnTo>
                    <a:lnTo>
                      <a:pt x="40" y="227"/>
                    </a:lnTo>
                    <a:lnTo>
                      <a:pt x="33" y="236"/>
                    </a:lnTo>
                    <a:lnTo>
                      <a:pt x="26" y="247"/>
                    </a:lnTo>
                    <a:lnTo>
                      <a:pt x="21" y="258"/>
                    </a:lnTo>
                    <a:lnTo>
                      <a:pt x="18" y="271"/>
                    </a:lnTo>
                    <a:lnTo>
                      <a:pt x="13" y="285"/>
                    </a:lnTo>
                    <a:lnTo>
                      <a:pt x="9" y="296"/>
                    </a:lnTo>
                    <a:lnTo>
                      <a:pt x="5" y="304"/>
                    </a:lnTo>
                    <a:lnTo>
                      <a:pt x="5" y="310"/>
                    </a:lnTo>
                    <a:lnTo>
                      <a:pt x="6" y="319"/>
                    </a:lnTo>
                    <a:lnTo>
                      <a:pt x="9" y="328"/>
                    </a:lnTo>
                    <a:lnTo>
                      <a:pt x="10" y="338"/>
                    </a:lnTo>
                    <a:lnTo>
                      <a:pt x="2" y="354"/>
                    </a:lnTo>
                    <a:lnTo>
                      <a:pt x="0" y="370"/>
                    </a:lnTo>
                    <a:lnTo>
                      <a:pt x="0" y="385"/>
                    </a:lnTo>
                    <a:lnTo>
                      <a:pt x="2" y="394"/>
                    </a:lnTo>
                    <a:lnTo>
                      <a:pt x="4" y="401"/>
                    </a:lnTo>
                    <a:lnTo>
                      <a:pt x="5" y="408"/>
                    </a:lnTo>
                    <a:lnTo>
                      <a:pt x="6" y="414"/>
                    </a:lnTo>
                    <a:lnTo>
                      <a:pt x="5" y="419"/>
                    </a:lnTo>
                    <a:lnTo>
                      <a:pt x="8" y="426"/>
                    </a:lnTo>
                    <a:lnTo>
                      <a:pt x="15" y="439"/>
                    </a:lnTo>
                    <a:lnTo>
                      <a:pt x="23" y="451"/>
                    </a:lnTo>
                    <a:lnTo>
                      <a:pt x="30" y="459"/>
                    </a:lnTo>
                    <a:lnTo>
                      <a:pt x="38" y="469"/>
                    </a:lnTo>
                    <a:lnTo>
                      <a:pt x="48" y="478"/>
                    </a:lnTo>
                    <a:lnTo>
                      <a:pt x="59" y="485"/>
                    </a:lnTo>
                    <a:lnTo>
                      <a:pt x="72" y="491"/>
                    </a:lnTo>
                    <a:lnTo>
                      <a:pt x="87" y="494"/>
                    </a:lnTo>
                    <a:lnTo>
                      <a:pt x="103" y="497"/>
                    </a:lnTo>
                    <a:lnTo>
                      <a:pt x="121" y="495"/>
                    </a:lnTo>
                    <a:lnTo>
                      <a:pt x="139" y="493"/>
                    </a:lnTo>
                    <a:lnTo>
                      <a:pt x="150" y="499"/>
                    </a:lnTo>
                    <a:lnTo>
                      <a:pt x="164" y="501"/>
                    </a:lnTo>
                    <a:lnTo>
                      <a:pt x="177" y="502"/>
                    </a:lnTo>
                    <a:lnTo>
                      <a:pt x="192" y="502"/>
                    </a:lnTo>
                    <a:lnTo>
                      <a:pt x="206" y="501"/>
                    </a:lnTo>
                    <a:lnTo>
                      <a:pt x="221" y="498"/>
                    </a:lnTo>
                    <a:lnTo>
                      <a:pt x="236" y="494"/>
                    </a:lnTo>
                    <a:lnTo>
                      <a:pt x="251" y="491"/>
                    </a:lnTo>
                    <a:lnTo>
                      <a:pt x="259" y="487"/>
                    </a:lnTo>
                    <a:lnTo>
                      <a:pt x="268" y="482"/>
                    </a:lnTo>
                    <a:lnTo>
                      <a:pt x="276" y="474"/>
                    </a:lnTo>
                    <a:lnTo>
                      <a:pt x="284" y="463"/>
                    </a:lnTo>
                    <a:lnTo>
                      <a:pt x="289" y="454"/>
                    </a:lnTo>
                    <a:lnTo>
                      <a:pt x="293" y="445"/>
                    </a:lnTo>
                    <a:lnTo>
                      <a:pt x="297" y="437"/>
                    </a:lnTo>
                    <a:lnTo>
                      <a:pt x="298" y="427"/>
                    </a:lnTo>
                    <a:lnTo>
                      <a:pt x="306" y="427"/>
                    </a:lnTo>
                    <a:lnTo>
                      <a:pt x="314" y="424"/>
                    </a:lnTo>
                    <a:lnTo>
                      <a:pt x="320" y="419"/>
                    </a:lnTo>
                    <a:lnTo>
                      <a:pt x="323" y="414"/>
                    </a:lnTo>
                    <a:lnTo>
                      <a:pt x="334" y="410"/>
                    </a:lnTo>
                    <a:lnTo>
                      <a:pt x="338" y="402"/>
                    </a:lnTo>
                    <a:lnTo>
                      <a:pt x="339" y="394"/>
                    </a:lnTo>
                    <a:lnTo>
                      <a:pt x="339" y="387"/>
                    </a:lnTo>
                    <a:lnTo>
                      <a:pt x="341" y="385"/>
                    </a:lnTo>
                    <a:lnTo>
                      <a:pt x="343" y="383"/>
                    </a:lnTo>
                    <a:lnTo>
                      <a:pt x="345" y="380"/>
                    </a:lnTo>
                    <a:lnTo>
                      <a:pt x="349" y="379"/>
                    </a:lnTo>
                    <a:lnTo>
                      <a:pt x="353" y="378"/>
                    </a:lnTo>
                    <a:lnTo>
                      <a:pt x="358" y="377"/>
                    </a:lnTo>
                    <a:lnTo>
                      <a:pt x="361" y="377"/>
                    </a:lnTo>
                    <a:lnTo>
                      <a:pt x="366" y="378"/>
                    </a:lnTo>
                    <a:lnTo>
                      <a:pt x="362" y="377"/>
                    </a:lnTo>
                    <a:lnTo>
                      <a:pt x="358" y="374"/>
                    </a:lnTo>
                    <a:lnTo>
                      <a:pt x="352" y="374"/>
                    </a:lnTo>
                    <a:lnTo>
                      <a:pt x="349" y="374"/>
                    </a:lnTo>
                    <a:lnTo>
                      <a:pt x="353" y="369"/>
                    </a:lnTo>
                    <a:lnTo>
                      <a:pt x="360" y="364"/>
                    </a:lnTo>
                    <a:lnTo>
                      <a:pt x="368" y="358"/>
                    </a:lnTo>
                    <a:lnTo>
                      <a:pt x="375" y="354"/>
                    </a:lnTo>
                    <a:lnTo>
                      <a:pt x="374" y="350"/>
                    </a:lnTo>
                    <a:lnTo>
                      <a:pt x="379" y="325"/>
                    </a:lnTo>
                    <a:lnTo>
                      <a:pt x="375" y="301"/>
                    </a:lnTo>
                    <a:lnTo>
                      <a:pt x="368" y="282"/>
                    </a:lnTo>
                    <a:lnTo>
                      <a:pt x="364" y="272"/>
                    </a:lnTo>
                    <a:lnTo>
                      <a:pt x="365" y="267"/>
                    </a:lnTo>
                    <a:lnTo>
                      <a:pt x="367" y="262"/>
                    </a:lnTo>
                    <a:lnTo>
                      <a:pt x="372" y="254"/>
                    </a:lnTo>
                    <a:lnTo>
                      <a:pt x="379" y="243"/>
                    </a:lnTo>
                    <a:lnTo>
                      <a:pt x="385" y="234"/>
                    </a:lnTo>
                    <a:lnTo>
                      <a:pt x="391" y="225"/>
                    </a:lnTo>
                    <a:lnTo>
                      <a:pt x="397" y="218"/>
                    </a:lnTo>
                    <a:lnTo>
                      <a:pt x="402" y="212"/>
                    </a:lnTo>
                    <a:lnTo>
                      <a:pt x="400" y="209"/>
                    </a:lnTo>
                    <a:lnTo>
                      <a:pt x="399" y="205"/>
                    </a:lnTo>
                    <a:lnTo>
                      <a:pt x="399" y="202"/>
                    </a:lnTo>
                    <a:lnTo>
                      <a:pt x="399" y="198"/>
                    </a:lnTo>
                    <a:lnTo>
                      <a:pt x="400" y="195"/>
                    </a:lnTo>
                    <a:lnTo>
                      <a:pt x="400" y="191"/>
                    </a:lnTo>
                    <a:lnTo>
                      <a:pt x="402" y="190"/>
                    </a:lnTo>
                    <a:lnTo>
                      <a:pt x="402" y="188"/>
                    </a:lnTo>
                    <a:lnTo>
                      <a:pt x="399" y="186"/>
                    </a:lnTo>
                    <a:lnTo>
                      <a:pt x="399" y="184"/>
                    </a:lnTo>
                    <a:lnTo>
                      <a:pt x="399" y="183"/>
                    </a:lnTo>
                    <a:lnTo>
                      <a:pt x="400" y="180"/>
                    </a:lnTo>
                    <a:lnTo>
                      <a:pt x="402" y="173"/>
                    </a:lnTo>
                    <a:lnTo>
                      <a:pt x="405" y="165"/>
                    </a:lnTo>
                    <a:lnTo>
                      <a:pt x="410" y="156"/>
                    </a:lnTo>
                    <a:lnTo>
                      <a:pt x="413" y="150"/>
                    </a:lnTo>
                    <a:lnTo>
                      <a:pt x="415" y="146"/>
                    </a:lnTo>
                    <a:lnTo>
                      <a:pt x="419" y="144"/>
                    </a:lnTo>
                    <a:lnTo>
                      <a:pt x="421" y="144"/>
                    </a:lnTo>
                    <a:lnTo>
                      <a:pt x="422" y="146"/>
                    </a:lnTo>
                    <a:lnTo>
                      <a:pt x="425" y="149"/>
                    </a:lnTo>
                    <a:lnTo>
                      <a:pt x="428" y="150"/>
                    </a:lnTo>
                    <a:lnTo>
                      <a:pt x="435" y="152"/>
                    </a:lnTo>
                    <a:lnTo>
                      <a:pt x="442" y="152"/>
                    </a:lnTo>
                    <a:lnTo>
                      <a:pt x="450" y="152"/>
                    </a:lnTo>
                    <a:lnTo>
                      <a:pt x="459" y="151"/>
                    </a:lnTo>
                    <a:lnTo>
                      <a:pt x="468" y="149"/>
                    </a:lnTo>
                    <a:lnTo>
                      <a:pt x="478"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4" name="Freeform 65">
                <a:extLst>
                  <a:ext uri="{FF2B5EF4-FFF2-40B4-BE49-F238E27FC236}">
                    <a16:creationId xmlns:a16="http://schemas.microsoft.com/office/drawing/2014/main" id="{5886C8B5-E345-437B-9F82-4CF5B4A6468E}"/>
                  </a:ext>
                </a:extLst>
              </p:cNvPr>
              <p:cNvSpPr>
                <a:spLocks/>
              </p:cNvSpPr>
              <p:nvPr/>
            </p:nvSpPr>
            <p:spPr bwMode="auto">
              <a:xfrm>
                <a:off x="3572" y="3073"/>
                <a:ext cx="302" cy="410"/>
              </a:xfrm>
              <a:custGeom>
                <a:avLst/>
                <a:gdLst>
                  <a:gd name="T0" fmla="*/ 252 w 552"/>
                  <a:gd name="T1" fmla="*/ 277 h 749"/>
                  <a:gd name="T2" fmla="*/ 247 w 552"/>
                  <a:gd name="T3" fmla="*/ 276 h 749"/>
                  <a:gd name="T4" fmla="*/ 240 w 552"/>
                  <a:gd name="T5" fmla="*/ 284 h 749"/>
                  <a:gd name="T6" fmla="*/ 233 w 552"/>
                  <a:gd name="T7" fmla="*/ 273 h 749"/>
                  <a:gd name="T8" fmla="*/ 225 w 552"/>
                  <a:gd name="T9" fmla="*/ 264 h 749"/>
                  <a:gd name="T10" fmla="*/ 210 w 552"/>
                  <a:gd name="T11" fmla="*/ 254 h 749"/>
                  <a:gd name="T12" fmla="*/ 196 w 552"/>
                  <a:gd name="T13" fmla="*/ 246 h 749"/>
                  <a:gd name="T14" fmla="*/ 188 w 552"/>
                  <a:gd name="T15" fmla="*/ 217 h 749"/>
                  <a:gd name="T16" fmla="*/ 180 w 552"/>
                  <a:gd name="T17" fmla="*/ 175 h 749"/>
                  <a:gd name="T18" fmla="*/ 176 w 552"/>
                  <a:gd name="T19" fmla="*/ 137 h 749"/>
                  <a:gd name="T20" fmla="*/ 178 w 552"/>
                  <a:gd name="T21" fmla="*/ 100 h 749"/>
                  <a:gd name="T22" fmla="*/ 172 w 552"/>
                  <a:gd name="T23" fmla="*/ 90 h 749"/>
                  <a:gd name="T24" fmla="*/ 169 w 552"/>
                  <a:gd name="T25" fmla="*/ 74 h 749"/>
                  <a:gd name="T26" fmla="*/ 166 w 552"/>
                  <a:gd name="T27" fmla="*/ 48 h 749"/>
                  <a:gd name="T28" fmla="*/ 173 w 552"/>
                  <a:gd name="T29" fmla="*/ 18 h 749"/>
                  <a:gd name="T30" fmla="*/ 149 w 552"/>
                  <a:gd name="T31" fmla="*/ 23 h 749"/>
                  <a:gd name="T32" fmla="*/ 126 w 552"/>
                  <a:gd name="T33" fmla="*/ 23 h 749"/>
                  <a:gd name="T34" fmla="*/ 102 w 552"/>
                  <a:gd name="T35" fmla="*/ 20 h 749"/>
                  <a:gd name="T36" fmla="*/ 76 w 552"/>
                  <a:gd name="T37" fmla="*/ 18 h 749"/>
                  <a:gd name="T38" fmla="*/ 57 w 552"/>
                  <a:gd name="T39" fmla="*/ 5 h 749"/>
                  <a:gd name="T40" fmla="*/ 46 w 552"/>
                  <a:gd name="T41" fmla="*/ 11 h 749"/>
                  <a:gd name="T42" fmla="*/ 38 w 552"/>
                  <a:gd name="T43" fmla="*/ 26 h 749"/>
                  <a:gd name="T44" fmla="*/ 33 w 552"/>
                  <a:gd name="T45" fmla="*/ 36 h 749"/>
                  <a:gd name="T46" fmla="*/ 24 w 552"/>
                  <a:gd name="T47" fmla="*/ 55 h 749"/>
                  <a:gd name="T48" fmla="*/ 18 w 552"/>
                  <a:gd name="T49" fmla="*/ 73 h 749"/>
                  <a:gd name="T50" fmla="*/ 10 w 552"/>
                  <a:gd name="T51" fmla="*/ 92 h 749"/>
                  <a:gd name="T52" fmla="*/ 7 w 552"/>
                  <a:gd name="T53" fmla="*/ 109 h 749"/>
                  <a:gd name="T54" fmla="*/ 3 w 552"/>
                  <a:gd name="T55" fmla="*/ 134 h 749"/>
                  <a:gd name="T56" fmla="*/ 3 w 552"/>
                  <a:gd name="T57" fmla="*/ 164 h 749"/>
                  <a:gd name="T58" fmla="*/ 0 w 552"/>
                  <a:gd name="T59" fmla="*/ 203 h 749"/>
                  <a:gd name="T60" fmla="*/ 3 w 552"/>
                  <a:gd name="T61" fmla="*/ 268 h 749"/>
                  <a:gd name="T62" fmla="*/ 13 w 552"/>
                  <a:gd name="T63" fmla="*/ 334 h 749"/>
                  <a:gd name="T64" fmla="*/ 16 w 552"/>
                  <a:gd name="T65" fmla="*/ 364 h 749"/>
                  <a:gd name="T66" fmla="*/ 20 w 552"/>
                  <a:gd name="T67" fmla="*/ 378 h 749"/>
                  <a:gd name="T68" fmla="*/ 27 w 552"/>
                  <a:gd name="T69" fmla="*/ 390 h 749"/>
                  <a:gd name="T70" fmla="*/ 28 w 552"/>
                  <a:gd name="T71" fmla="*/ 403 h 749"/>
                  <a:gd name="T72" fmla="*/ 53 w 552"/>
                  <a:gd name="T73" fmla="*/ 409 h 749"/>
                  <a:gd name="T74" fmla="*/ 106 w 552"/>
                  <a:gd name="T75" fmla="*/ 410 h 749"/>
                  <a:gd name="T76" fmla="*/ 170 w 552"/>
                  <a:gd name="T77" fmla="*/ 410 h 749"/>
                  <a:gd name="T78" fmla="*/ 233 w 552"/>
                  <a:gd name="T79" fmla="*/ 410 h 749"/>
                  <a:gd name="T80" fmla="*/ 282 w 552"/>
                  <a:gd name="T81" fmla="*/ 409 h 749"/>
                  <a:gd name="T82" fmla="*/ 302 w 552"/>
                  <a:gd name="T83" fmla="*/ 407 h 749"/>
                  <a:gd name="T84" fmla="*/ 295 w 552"/>
                  <a:gd name="T85" fmla="*/ 399 h 749"/>
                  <a:gd name="T86" fmla="*/ 294 w 552"/>
                  <a:gd name="T87" fmla="*/ 388 h 749"/>
                  <a:gd name="T88" fmla="*/ 288 w 552"/>
                  <a:gd name="T89" fmla="*/ 376 h 749"/>
                  <a:gd name="T90" fmla="*/ 278 w 552"/>
                  <a:gd name="T91" fmla="*/ 357 h 749"/>
                  <a:gd name="T92" fmla="*/ 270 w 552"/>
                  <a:gd name="T93" fmla="*/ 343 h 749"/>
                  <a:gd name="T94" fmla="*/ 262 w 552"/>
                  <a:gd name="T95" fmla="*/ 334 h 749"/>
                  <a:gd name="T96" fmla="*/ 250 w 552"/>
                  <a:gd name="T97" fmla="*/ 320 h 749"/>
                  <a:gd name="T98" fmla="*/ 245 w 552"/>
                  <a:gd name="T99" fmla="*/ 299 h 749"/>
                  <a:gd name="T100" fmla="*/ 253 w 552"/>
                  <a:gd name="T101" fmla="*/ 279 h 74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52" h="749">
                    <a:moveTo>
                      <a:pt x="463" y="510"/>
                    </a:moveTo>
                    <a:lnTo>
                      <a:pt x="461" y="508"/>
                    </a:lnTo>
                    <a:lnTo>
                      <a:pt x="460" y="506"/>
                    </a:lnTo>
                    <a:lnTo>
                      <a:pt x="457" y="504"/>
                    </a:lnTo>
                    <a:lnTo>
                      <a:pt x="455" y="503"/>
                    </a:lnTo>
                    <a:lnTo>
                      <a:pt x="451" y="505"/>
                    </a:lnTo>
                    <a:lnTo>
                      <a:pt x="447" y="510"/>
                    </a:lnTo>
                    <a:lnTo>
                      <a:pt x="442" y="514"/>
                    </a:lnTo>
                    <a:lnTo>
                      <a:pt x="438" y="518"/>
                    </a:lnTo>
                    <a:lnTo>
                      <a:pt x="434" y="513"/>
                    </a:lnTo>
                    <a:lnTo>
                      <a:pt x="430" y="506"/>
                    </a:lnTo>
                    <a:lnTo>
                      <a:pt x="425" y="499"/>
                    </a:lnTo>
                    <a:lnTo>
                      <a:pt x="422" y="493"/>
                    </a:lnTo>
                    <a:lnTo>
                      <a:pt x="418" y="488"/>
                    </a:lnTo>
                    <a:lnTo>
                      <a:pt x="411" y="483"/>
                    </a:lnTo>
                    <a:lnTo>
                      <a:pt x="403" y="476"/>
                    </a:lnTo>
                    <a:lnTo>
                      <a:pt x="394" y="471"/>
                    </a:lnTo>
                    <a:lnTo>
                      <a:pt x="383" y="464"/>
                    </a:lnTo>
                    <a:lnTo>
                      <a:pt x="373" y="458"/>
                    </a:lnTo>
                    <a:lnTo>
                      <a:pt x="365" y="453"/>
                    </a:lnTo>
                    <a:lnTo>
                      <a:pt x="358" y="450"/>
                    </a:lnTo>
                    <a:lnTo>
                      <a:pt x="354" y="437"/>
                    </a:lnTo>
                    <a:lnTo>
                      <a:pt x="348" y="418"/>
                    </a:lnTo>
                    <a:lnTo>
                      <a:pt x="343" y="396"/>
                    </a:lnTo>
                    <a:lnTo>
                      <a:pt x="337" y="370"/>
                    </a:lnTo>
                    <a:lnTo>
                      <a:pt x="333" y="345"/>
                    </a:lnTo>
                    <a:lnTo>
                      <a:pt x="329" y="320"/>
                    </a:lnTo>
                    <a:lnTo>
                      <a:pt x="326" y="298"/>
                    </a:lnTo>
                    <a:lnTo>
                      <a:pt x="324" y="281"/>
                    </a:lnTo>
                    <a:lnTo>
                      <a:pt x="322" y="250"/>
                    </a:lnTo>
                    <a:lnTo>
                      <a:pt x="325" y="221"/>
                    </a:lnTo>
                    <a:lnTo>
                      <a:pt x="326" y="198"/>
                    </a:lnTo>
                    <a:lnTo>
                      <a:pt x="326" y="182"/>
                    </a:lnTo>
                    <a:lnTo>
                      <a:pt x="320" y="178"/>
                    </a:lnTo>
                    <a:lnTo>
                      <a:pt x="317" y="174"/>
                    </a:lnTo>
                    <a:lnTo>
                      <a:pt x="314" y="165"/>
                    </a:lnTo>
                    <a:lnTo>
                      <a:pt x="316" y="155"/>
                    </a:lnTo>
                    <a:lnTo>
                      <a:pt x="313" y="146"/>
                    </a:lnTo>
                    <a:lnTo>
                      <a:pt x="309" y="136"/>
                    </a:lnTo>
                    <a:lnTo>
                      <a:pt x="303" y="123"/>
                    </a:lnTo>
                    <a:lnTo>
                      <a:pt x="301" y="109"/>
                    </a:lnTo>
                    <a:lnTo>
                      <a:pt x="303" y="87"/>
                    </a:lnTo>
                    <a:lnTo>
                      <a:pt x="307" y="65"/>
                    </a:lnTo>
                    <a:lnTo>
                      <a:pt x="313" y="46"/>
                    </a:lnTo>
                    <a:lnTo>
                      <a:pt x="317" y="32"/>
                    </a:lnTo>
                    <a:lnTo>
                      <a:pt x="302" y="35"/>
                    </a:lnTo>
                    <a:lnTo>
                      <a:pt x="287" y="39"/>
                    </a:lnTo>
                    <a:lnTo>
                      <a:pt x="272" y="42"/>
                    </a:lnTo>
                    <a:lnTo>
                      <a:pt x="258" y="43"/>
                    </a:lnTo>
                    <a:lnTo>
                      <a:pt x="243" y="43"/>
                    </a:lnTo>
                    <a:lnTo>
                      <a:pt x="230" y="42"/>
                    </a:lnTo>
                    <a:lnTo>
                      <a:pt x="216" y="40"/>
                    </a:lnTo>
                    <a:lnTo>
                      <a:pt x="205" y="34"/>
                    </a:lnTo>
                    <a:lnTo>
                      <a:pt x="187" y="36"/>
                    </a:lnTo>
                    <a:lnTo>
                      <a:pt x="169" y="38"/>
                    </a:lnTo>
                    <a:lnTo>
                      <a:pt x="153" y="35"/>
                    </a:lnTo>
                    <a:lnTo>
                      <a:pt x="138" y="32"/>
                    </a:lnTo>
                    <a:lnTo>
                      <a:pt x="125" y="26"/>
                    </a:lnTo>
                    <a:lnTo>
                      <a:pt x="114" y="19"/>
                    </a:lnTo>
                    <a:lnTo>
                      <a:pt x="104" y="10"/>
                    </a:lnTo>
                    <a:lnTo>
                      <a:pt x="96" y="0"/>
                    </a:lnTo>
                    <a:lnTo>
                      <a:pt x="89" y="11"/>
                    </a:lnTo>
                    <a:lnTo>
                      <a:pt x="84" y="21"/>
                    </a:lnTo>
                    <a:lnTo>
                      <a:pt x="78" y="31"/>
                    </a:lnTo>
                    <a:lnTo>
                      <a:pt x="75" y="39"/>
                    </a:lnTo>
                    <a:lnTo>
                      <a:pt x="70" y="48"/>
                    </a:lnTo>
                    <a:lnTo>
                      <a:pt x="67" y="55"/>
                    </a:lnTo>
                    <a:lnTo>
                      <a:pt x="63" y="61"/>
                    </a:lnTo>
                    <a:lnTo>
                      <a:pt x="60" y="65"/>
                    </a:lnTo>
                    <a:lnTo>
                      <a:pt x="53" y="76"/>
                    </a:lnTo>
                    <a:lnTo>
                      <a:pt x="47" y="88"/>
                    </a:lnTo>
                    <a:lnTo>
                      <a:pt x="43" y="101"/>
                    </a:lnTo>
                    <a:lnTo>
                      <a:pt x="39" y="112"/>
                    </a:lnTo>
                    <a:lnTo>
                      <a:pt x="37" y="123"/>
                    </a:lnTo>
                    <a:lnTo>
                      <a:pt x="33" y="134"/>
                    </a:lnTo>
                    <a:lnTo>
                      <a:pt x="29" y="146"/>
                    </a:lnTo>
                    <a:lnTo>
                      <a:pt x="23" y="157"/>
                    </a:lnTo>
                    <a:lnTo>
                      <a:pt x="18" y="168"/>
                    </a:lnTo>
                    <a:lnTo>
                      <a:pt x="16" y="179"/>
                    </a:lnTo>
                    <a:lnTo>
                      <a:pt x="14" y="191"/>
                    </a:lnTo>
                    <a:lnTo>
                      <a:pt x="13" y="200"/>
                    </a:lnTo>
                    <a:lnTo>
                      <a:pt x="10" y="212"/>
                    </a:lnTo>
                    <a:lnTo>
                      <a:pt x="7" y="228"/>
                    </a:lnTo>
                    <a:lnTo>
                      <a:pt x="5" y="245"/>
                    </a:lnTo>
                    <a:lnTo>
                      <a:pt x="5" y="260"/>
                    </a:lnTo>
                    <a:lnTo>
                      <a:pt x="5" y="277"/>
                    </a:lnTo>
                    <a:lnTo>
                      <a:pt x="5" y="300"/>
                    </a:lnTo>
                    <a:lnTo>
                      <a:pt x="5" y="326"/>
                    </a:lnTo>
                    <a:lnTo>
                      <a:pt x="2" y="345"/>
                    </a:lnTo>
                    <a:lnTo>
                      <a:pt x="0" y="370"/>
                    </a:lnTo>
                    <a:lnTo>
                      <a:pt x="0" y="408"/>
                    </a:lnTo>
                    <a:lnTo>
                      <a:pt x="2" y="451"/>
                    </a:lnTo>
                    <a:lnTo>
                      <a:pt x="5" y="490"/>
                    </a:lnTo>
                    <a:lnTo>
                      <a:pt x="10" y="529"/>
                    </a:lnTo>
                    <a:lnTo>
                      <a:pt x="17" y="572"/>
                    </a:lnTo>
                    <a:lnTo>
                      <a:pt x="23" y="611"/>
                    </a:lnTo>
                    <a:lnTo>
                      <a:pt x="26" y="637"/>
                    </a:lnTo>
                    <a:lnTo>
                      <a:pt x="28" y="652"/>
                    </a:lnTo>
                    <a:lnTo>
                      <a:pt x="29" y="665"/>
                    </a:lnTo>
                    <a:lnTo>
                      <a:pt x="31" y="676"/>
                    </a:lnTo>
                    <a:lnTo>
                      <a:pt x="33" y="684"/>
                    </a:lnTo>
                    <a:lnTo>
                      <a:pt x="37" y="691"/>
                    </a:lnTo>
                    <a:lnTo>
                      <a:pt x="43" y="699"/>
                    </a:lnTo>
                    <a:lnTo>
                      <a:pt x="47" y="707"/>
                    </a:lnTo>
                    <a:lnTo>
                      <a:pt x="49" y="713"/>
                    </a:lnTo>
                    <a:lnTo>
                      <a:pt x="49" y="718"/>
                    </a:lnTo>
                    <a:lnTo>
                      <a:pt x="51" y="726"/>
                    </a:lnTo>
                    <a:lnTo>
                      <a:pt x="52" y="736"/>
                    </a:lnTo>
                    <a:lnTo>
                      <a:pt x="54" y="748"/>
                    </a:lnTo>
                    <a:lnTo>
                      <a:pt x="72" y="748"/>
                    </a:lnTo>
                    <a:lnTo>
                      <a:pt x="97" y="748"/>
                    </a:lnTo>
                    <a:lnTo>
                      <a:pt x="125" y="748"/>
                    </a:lnTo>
                    <a:lnTo>
                      <a:pt x="158" y="749"/>
                    </a:lnTo>
                    <a:lnTo>
                      <a:pt x="193" y="749"/>
                    </a:lnTo>
                    <a:lnTo>
                      <a:pt x="231" y="749"/>
                    </a:lnTo>
                    <a:lnTo>
                      <a:pt x="271" y="749"/>
                    </a:lnTo>
                    <a:lnTo>
                      <a:pt x="310" y="749"/>
                    </a:lnTo>
                    <a:lnTo>
                      <a:pt x="350" y="749"/>
                    </a:lnTo>
                    <a:lnTo>
                      <a:pt x="388" y="749"/>
                    </a:lnTo>
                    <a:lnTo>
                      <a:pt x="425" y="749"/>
                    </a:lnTo>
                    <a:lnTo>
                      <a:pt x="460" y="749"/>
                    </a:lnTo>
                    <a:lnTo>
                      <a:pt x="489" y="748"/>
                    </a:lnTo>
                    <a:lnTo>
                      <a:pt x="516" y="748"/>
                    </a:lnTo>
                    <a:lnTo>
                      <a:pt x="537" y="748"/>
                    </a:lnTo>
                    <a:lnTo>
                      <a:pt x="552" y="748"/>
                    </a:lnTo>
                    <a:lnTo>
                      <a:pt x="552" y="744"/>
                    </a:lnTo>
                    <a:lnTo>
                      <a:pt x="549" y="737"/>
                    </a:lnTo>
                    <a:lnTo>
                      <a:pt x="546" y="731"/>
                    </a:lnTo>
                    <a:lnTo>
                      <a:pt x="540" y="728"/>
                    </a:lnTo>
                    <a:lnTo>
                      <a:pt x="540" y="722"/>
                    </a:lnTo>
                    <a:lnTo>
                      <a:pt x="539" y="716"/>
                    </a:lnTo>
                    <a:lnTo>
                      <a:pt x="538" y="709"/>
                    </a:lnTo>
                    <a:lnTo>
                      <a:pt x="534" y="702"/>
                    </a:lnTo>
                    <a:lnTo>
                      <a:pt x="531" y="696"/>
                    </a:lnTo>
                    <a:lnTo>
                      <a:pt x="526" y="687"/>
                    </a:lnTo>
                    <a:lnTo>
                      <a:pt x="522" y="677"/>
                    </a:lnTo>
                    <a:lnTo>
                      <a:pt x="515" y="664"/>
                    </a:lnTo>
                    <a:lnTo>
                      <a:pt x="509" y="653"/>
                    </a:lnTo>
                    <a:lnTo>
                      <a:pt x="503" y="641"/>
                    </a:lnTo>
                    <a:lnTo>
                      <a:pt x="498" y="632"/>
                    </a:lnTo>
                    <a:lnTo>
                      <a:pt x="494" y="627"/>
                    </a:lnTo>
                    <a:lnTo>
                      <a:pt x="491" y="624"/>
                    </a:lnTo>
                    <a:lnTo>
                      <a:pt x="485" y="618"/>
                    </a:lnTo>
                    <a:lnTo>
                      <a:pt x="478" y="611"/>
                    </a:lnTo>
                    <a:lnTo>
                      <a:pt x="471" y="603"/>
                    </a:lnTo>
                    <a:lnTo>
                      <a:pt x="463" y="594"/>
                    </a:lnTo>
                    <a:lnTo>
                      <a:pt x="457" y="585"/>
                    </a:lnTo>
                    <a:lnTo>
                      <a:pt x="451" y="576"/>
                    </a:lnTo>
                    <a:lnTo>
                      <a:pt x="448" y="565"/>
                    </a:lnTo>
                    <a:lnTo>
                      <a:pt x="447" y="547"/>
                    </a:lnTo>
                    <a:lnTo>
                      <a:pt x="450" y="531"/>
                    </a:lnTo>
                    <a:lnTo>
                      <a:pt x="457" y="519"/>
                    </a:lnTo>
                    <a:lnTo>
                      <a:pt x="463" y="51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5" name="Freeform 66">
                <a:extLst>
                  <a:ext uri="{FF2B5EF4-FFF2-40B4-BE49-F238E27FC236}">
                    <a16:creationId xmlns:a16="http://schemas.microsoft.com/office/drawing/2014/main" id="{5C3B6C63-A18B-4CFC-891D-D698F53752C6}"/>
                  </a:ext>
                </a:extLst>
              </p:cNvPr>
              <p:cNvSpPr>
                <a:spLocks/>
              </p:cNvSpPr>
              <p:nvPr/>
            </p:nvSpPr>
            <p:spPr bwMode="auto">
              <a:xfrm>
                <a:off x="3748" y="3319"/>
                <a:ext cx="76" cy="73"/>
              </a:xfrm>
              <a:custGeom>
                <a:avLst/>
                <a:gdLst>
                  <a:gd name="T0" fmla="*/ 73 w 142"/>
                  <a:gd name="T1" fmla="*/ 37 h 135"/>
                  <a:gd name="T2" fmla="*/ 67 w 142"/>
                  <a:gd name="T3" fmla="*/ 52 h 135"/>
                  <a:gd name="T4" fmla="*/ 67 w 142"/>
                  <a:gd name="T5" fmla="*/ 65 h 135"/>
                  <a:gd name="T6" fmla="*/ 65 w 142"/>
                  <a:gd name="T7" fmla="*/ 71 h 135"/>
                  <a:gd name="T8" fmla="*/ 60 w 142"/>
                  <a:gd name="T9" fmla="*/ 70 h 135"/>
                  <a:gd name="T10" fmla="*/ 58 w 142"/>
                  <a:gd name="T11" fmla="*/ 58 h 135"/>
                  <a:gd name="T12" fmla="*/ 54 w 142"/>
                  <a:gd name="T13" fmla="*/ 55 h 135"/>
                  <a:gd name="T14" fmla="*/ 49 w 142"/>
                  <a:gd name="T15" fmla="*/ 55 h 135"/>
                  <a:gd name="T16" fmla="*/ 43 w 142"/>
                  <a:gd name="T17" fmla="*/ 56 h 135"/>
                  <a:gd name="T18" fmla="*/ 39 w 142"/>
                  <a:gd name="T19" fmla="*/ 57 h 135"/>
                  <a:gd name="T20" fmla="*/ 35 w 142"/>
                  <a:gd name="T21" fmla="*/ 52 h 135"/>
                  <a:gd name="T22" fmla="*/ 39 w 142"/>
                  <a:gd name="T23" fmla="*/ 41 h 135"/>
                  <a:gd name="T24" fmla="*/ 44 w 142"/>
                  <a:gd name="T25" fmla="*/ 35 h 135"/>
                  <a:gd name="T26" fmla="*/ 41 w 142"/>
                  <a:gd name="T27" fmla="*/ 26 h 135"/>
                  <a:gd name="T28" fmla="*/ 35 w 142"/>
                  <a:gd name="T29" fmla="*/ 25 h 135"/>
                  <a:gd name="T30" fmla="*/ 27 w 142"/>
                  <a:gd name="T31" fmla="*/ 26 h 135"/>
                  <a:gd name="T32" fmla="*/ 18 w 142"/>
                  <a:gd name="T33" fmla="*/ 28 h 135"/>
                  <a:gd name="T34" fmla="*/ 7 w 142"/>
                  <a:gd name="T35" fmla="*/ 32 h 135"/>
                  <a:gd name="T36" fmla="*/ 2 w 142"/>
                  <a:gd name="T37" fmla="*/ 34 h 135"/>
                  <a:gd name="T38" fmla="*/ 0 w 142"/>
                  <a:gd name="T39" fmla="*/ 30 h 135"/>
                  <a:gd name="T40" fmla="*/ 3 w 142"/>
                  <a:gd name="T41" fmla="*/ 25 h 135"/>
                  <a:gd name="T42" fmla="*/ 10 w 142"/>
                  <a:gd name="T43" fmla="*/ 21 h 135"/>
                  <a:gd name="T44" fmla="*/ 17 w 142"/>
                  <a:gd name="T45" fmla="*/ 15 h 135"/>
                  <a:gd name="T46" fmla="*/ 22 w 142"/>
                  <a:gd name="T47" fmla="*/ 11 h 135"/>
                  <a:gd name="T48" fmla="*/ 22 w 142"/>
                  <a:gd name="T49" fmla="*/ 8 h 135"/>
                  <a:gd name="T50" fmla="*/ 21 w 142"/>
                  <a:gd name="T51" fmla="*/ 3 h 135"/>
                  <a:gd name="T52" fmla="*/ 24 w 142"/>
                  <a:gd name="T53" fmla="*/ 2 h 135"/>
                  <a:gd name="T54" fmla="*/ 33 w 142"/>
                  <a:gd name="T55" fmla="*/ 8 h 135"/>
                  <a:gd name="T56" fmla="*/ 44 w 142"/>
                  <a:gd name="T57" fmla="*/ 14 h 135"/>
                  <a:gd name="T58" fmla="*/ 52 w 142"/>
                  <a:gd name="T59" fmla="*/ 21 h 135"/>
                  <a:gd name="T60" fmla="*/ 56 w 142"/>
                  <a:gd name="T61" fmla="*/ 26 h 135"/>
                  <a:gd name="T62" fmla="*/ 60 w 142"/>
                  <a:gd name="T63" fmla="*/ 34 h 135"/>
                  <a:gd name="T64" fmla="*/ 65 w 142"/>
                  <a:gd name="T65" fmla="*/ 35 h 135"/>
                  <a:gd name="T66" fmla="*/ 70 w 142"/>
                  <a:gd name="T67" fmla="*/ 30 h 135"/>
                  <a:gd name="T68" fmla="*/ 73 w 142"/>
                  <a:gd name="T69" fmla="*/ 29 h 135"/>
                  <a:gd name="T70" fmla="*/ 75 w 142"/>
                  <a:gd name="T71" fmla="*/ 31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42" h="135">
                    <a:moveTo>
                      <a:pt x="142" y="60"/>
                    </a:moveTo>
                    <a:lnTo>
                      <a:pt x="136" y="69"/>
                    </a:lnTo>
                    <a:lnTo>
                      <a:pt x="129" y="81"/>
                    </a:lnTo>
                    <a:lnTo>
                      <a:pt x="126" y="97"/>
                    </a:lnTo>
                    <a:lnTo>
                      <a:pt x="127" y="115"/>
                    </a:lnTo>
                    <a:lnTo>
                      <a:pt x="126" y="121"/>
                    </a:lnTo>
                    <a:lnTo>
                      <a:pt x="125" y="128"/>
                    </a:lnTo>
                    <a:lnTo>
                      <a:pt x="122" y="132"/>
                    </a:lnTo>
                    <a:lnTo>
                      <a:pt x="119" y="135"/>
                    </a:lnTo>
                    <a:lnTo>
                      <a:pt x="113" y="130"/>
                    </a:lnTo>
                    <a:lnTo>
                      <a:pt x="111" y="119"/>
                    </a:lnTo>
                    <a:lnTo>
                      <a:pt x="109" y="107"/>
                    </a:lnTo>
                    <a:lnTo>
                      <a:pt x="104" y="101"/>
                    </a:lnTo>
                    <a:lnTo>
                      <a:pt x="101" y="101"/>
                    </a:lnTo>
                    <a:lnTo>
                      <a:pt x="96" y="102"/>
                    </a:lnTo>
                    <a:lnTo>
                      <a:pt x="91" y="102"/>
                    </a:lnTo>
                    <a:lnTo>
                      <a:pt x="86" y="104"/>
                    </a:lnTo>
                    <a:lnTo>
                      <a:pt x="81" y="104"/>
                    </a:lnTo>
                    <a:lnTo>
                      <a:pt x="76" y="105"/>
                    </a:lnTo>
                    <a:lnTo>
                      <a:pt x="72" y="105"/>
                    </a:lnTo>
                    <a:lnTo>
                      <a:pt x="68" y="105"/>
                    </a:lnTo>
                    <a:lnTo>
                      <a:pt x="65" y="97"/>
                    </a:lnTo>
                    <a:lnTo>
                      <a:pt x="66" y="85"/>
                    </a:lnTo>
                    <a:lnTo>
                      <a:pt x="72" y="76"/>
                    </a:lnTo>
                    <a:lnTo>
                      <a:pt x="80" y="69"/>
                    </a:lnTo>
                    <a:lnTo>
                      <a:pt x="83" y="64"/>
                    </a:lnTo>
                    <a:lnTo>
                      <a:pt x="82" y="56"/>
                    </a:lnTo>
                    <a:lnTo>
                      <a:pt x="77" y="49"/>
                    </a:lnTo>
                    <a:lnTo>
                      <a:pt x="71" y="46"/>
                    </a:lnTo>
                    <a:lnTo>
                      <a:pt x="66" y="46"/>
                    </a:lnTo>
                    <a:lnTo>
                      <a:pt x="59" y="47"/>
                    </a:lnTo>
                    <a:lnTo>
                      <a:pt x="51" y="48"/>
                    </a:lnTo>
                    <a:lnTo>
                      <a:pt x="42" y="49"/>
                    </a:lnTo>
                    <a:lnTo>
                      <a:pt x="33" y="52"/>
                    </a:lnTo>
                    <a:lnTo>
                      <a:pt x="23" y="55"/>
                    </a:lnTo>
                    <a:lnTo>
                      <a:pt x="14" y="59"/>
                    </a:lnTo>
                    <a:lnTo>
                      <a:pt x="7" y="63"/>
                    </a:lnTo>
                    <a:lnTo>
                      <a:pt x="4" y="62"/>
                    </a:lnTo>
                    <a:lnTo>
                      <a:pt x="1" y="59"/>
                    </a:lnTo>
                    <a:lnTo>
                      <a:pt x="0" y="55"/>
                    </a:lnTo>
                    <a:lnTo>
                      <a:pt x="0" y="52"/>
                    </a:lnTo>
                    <a:lnTo>
                      <a:pt x="6" y="47"/>
                    </a:lnTo>
                    <a:lnTo>
                      <a:pt x="13" y="43"/>
                    </a:lnTo>
                    <a:lnTo>
                      <a:pt x="19" y="38"/>
                    </a:lnTo>
                    <a:lnTo>
                      <a:pt x="26" y="32"/>
                    </a:lnTo>
                    <a:lnTo>
                      <a:pt x="31" y="28"/>
                    </a:lnTo>
                    <a:lnTo>
                      <a:pt x="37" y="23"/>
                    </a:lnTo>
                    <a:lnTo>
                      <a:pt x="41" y="20"/>
                    </a:lnTo>
                    <a:lnTo>
                      <a:pt x="42" y="17"/>
                    </a:lnTo>
                    <a:lnTo>
                      <a:pt x="42" y="14"/>
                    </a:lnTo>
                    <a:lnTo>
                      <a:pt x="42" y="9"/>
                    </a:lnTo>
                    <a:lnTo>
                      <a:pt x="39" y="5"/>
                    </a:lnTo>
                    <a:lnTo>
                      <a:pt x="37" y="0"/>
                    </a:lnTo>
                    <a:lnTo>
                      <a:pt x="44" y="3"/>
                    </a:lnTo>
                    <a:lnTo>
                      <a:pt x="52" y="8"/>
                    </a:lnTo>
                    <a:lnTo>
                      <a:pt x="62" y="14"/>
                    </a:lnTo>
                    <a:lnTo>
                      <a:pt x="73" y="21"/>
                    </a:lnTo>
                    <a:lnTo>
                      <a:pt x="82" y="26"/>
                    </a:lnTo>
                    <a:lnTo>
                      <a:pt x="90" y="33"/>
                    </a:lnTo>
                    <a:lnTo>
                      <a:pt x="97" y="38"/>
                    </a:lnTo>
                    <a:lnTo>
                      <a:pt x="101" y="43"/>
                    </a:lnTo>
                    <a:lnTo>
                      <a:pt x="104" y="49"/>
                    </a:lnTo>
                    <a:lnTo>
                      <a:pt x="109" y="56"/>
                    </a:lnTo>
                    <a:lnTo>
                      <a:pt x="113" y="63"/>
                    </a:lnTo>
                    <a:lnTo>
                      <a:pt x="117" y="68"/>
                    </a:lnTo>
                    <a:lnTo>
                      <a:pt x="121" y="64"/>
                    </a:lnTo>
                    <a:lnTo>
                      <a:pt x="126" y="60"/>
                    </a:lnTo>
                    <a:lnTo>
                      <a:pt x="130" y="55"/>
                    </a:lnTo>
                    <a:lnTo>
                      <a:pt x="134" y="53"/>
                    </a:lnTo>
                    <a:lnTo>
                      <a:pt x="136" y="54"/>
                    </a:lnTo>
                    <a:lnTo>
                      <a:pt x="139" y="56"/>
                    </a:lnTo>
                    <a:lnTo>
                      <a:pt x="140" y="58"/>
                    </a:lnTo>
                    <a:lnTo>
                      <a:pt x="142"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6" name="Freeform 67">
                <a:extLst>
                  <a:ext uri="{FF2B5EF4-FFF2-40B4-BE49-F238E27FC236}">
                    <a16:creationId xmlns:a16="http://schemas.microsoft.com/office/drawing/2014/main" id="{879B33B2-2AA8-4A78-8ABA-743BD1B129FD}"/>
                  </a:ext>
                </a:extLst>
              </p:cNvPr>
              <p:cNvSpPr>
                <a:spLocks/>
              </p:cNvSpPr>
              <p:nvPr/>
            </p:nvSpPr>
            <p:spPr bwMode="auto">
              <a:xfrm>
                <a:off x="3574" y="3094"/>
                <a:ext cx="41" cy="125"/>
              </a:xfrm>
              <a:custGeom>
                <a:avLst/>
                <a:gdLst>
                  <a:gd name="T0" fmla="*/ 31 w 73"/>
                  <a:gd name="T1" fmla="*/ 14 h 227"/>
                  <a:gd name="T2" fmla="*/ 33 w 73"/>
                  <a:gd name="T3" fmla="*/ 12 h 227"/>
                  <a:gd name="T4" fmla="*/ 35 w 73"/>
                  <a:gd name="T5" fmla="*/ 9 h 227"/>
                  <a:gd name="T6" fmla="*/ 37 w 73"/>
                  <a:gd name="T7" fmla="*/ 5 h 227"/>
                  <a:gd name="T8" fmla="*/ 39 w 73"/>
                  <a:gd name="T9" fmla="*/ 0 h 227"/>
                  <a:gd name="T10" fmla="*/ 40 w 73"/>
                  <a:gd name="T11" fmla="*/ 6 h 227"/>
                  <a:gd name="T12" fmla="*/ 40 w 73"/>
                  <a:gd name="T13" fmla="*/ 14 h 227"/>
                  <a:gd name="T14" fmla="*/ 41 w 73"/>
                  <a:gd name="T15" fmla="*/ 22 h 227"/>
                  <a:gd name="T16" fmla="*/ 40 w 73"/>
                  <a:gd name="T17" fmla="*/ 26 h 227"/>
                  <a:gd name="T18" fmla="*/ 38 w 73"/>
                  <a:gd name="T19" fmla="*/ 29 h 227"/>
                  <a:gd name="T20" fmla="*/ 35 w 73"/>
                  <a:gd name="T21" fmla="*/ 32 h 227"/>
                  <a:gd name="T22" fmla="*/ 33 w 73"/>
                  <a:gd name="T23" fmla="*/ 36 h 227"/>
                  <a:gd name="T24" fmla="*/ 33 w 73"/>
                  <a:gd name="T25" fmla="*/ 41 h 227"/>
                  <a:gd name="T26" fmla="*/ 33 w 73"/>
                  <a:gd name="T27" fmla="*/ 46 h 227"/>
                  <a:gd name="T28" fmla="*/ 33 w 73"/>
                  <a:gd name="T29" fmla="*/ 51 h 227"/>
                  <a:gd name="T30" fmla="*/ 34 w 73"/>
                  <a:gd name="T31" fmla="*/ 56 h 227"/>
                  <a:gd name="T32" fmla="*/ 35 w 73"/>
                  <a:gd name="T33" fmla="*/ 60 h 227"/>
                  <a:gd name="T34" fmla="*/ 35 w 73"/>
                  <a:gd name="T35" fmla="*/ 64 h 227"/>
                  <a:gd name="T36" fmla="*/ 36 w 73"/>
                  <a:gd name="T37" fmla="*/ 68 h 227"/>
                  <a:gd name="T38" fmla="*/ 35 w 73"/>
                  <a:gd name="T39" fmla="*/ 73 h 227"/>
                  <a:gd name="T40" fmla="*/ 34 w 73"/>
                  <a:gd name="T41" fmla="*/ 77 h 227"/>
                  <a:gd name="T42" fmla="*/ 31 w 73"/>
                  <a:gd name="T43" fmla="*/ 84 h 227"/>
                  <a:gd name="T44" fmla="*/ 29 w 73"/>
                  <a:gd name="T45" fmla="*/ 94 h 227"/>
                  <a:gd name="T46" fmla="*/ 26 w 73"/>
                  <a:gd name="T47" fmla="*/ 104 h 227"/>
                  <a:gd name="T48" fmla="*/ 24 w 73"/>
                  <a:gd name="T49" fmla="*/ 111 h 227"/>
                  <a:gd name="T50" fmla="*/ 22 w 73"/>
                  <a:gd name="T51" fmla="*/ 115 h 227"/>
                  <a:gd name="T52" fmla="*/ 20 w 73"/>
                  <a:gd name="T53" fmla="*/ 119 h 227"/>
                  <a:gd name="T54" fmla="*/ 16 w 73"/>
                  <a:gd name="T55" fmla="*/ 122 h 227"/>
                  <a:gd name="T56" fmla="*/ 13 w 73"/>
                  <a:gd name="T57" fmla="*/ 125 h 227"/>
                  <a:gd name="T58" fmla="*/ 11 w 73"/>
                  <a:gd name="T59" fmla="*/ 121 h 227"/>
                  <a:gd name="T60" fmla="*/ 11 w 73"/>
                  <a:gd name="T61" fmla="*/ 117 h 227"/>
                  <a:gd name="T62" fmla="*/ 13 w 73"/>
                  <a:gd name="T63" fmla="*/ 112 h 227"/>
                  <a:gd name="T64" fmla="*/ 14 w 73"/>
                  <a:gd name="T65" fmla="*/ 108 h 227"/>
                  <a:gd name="T66" fmla="*/ 15 w 73"/>
                  <a:gd name="T67" fmla="*/ 104 h 227"/>
                  <a:gd name="T68" fmla="*/ 16 w 73"/>
                  <a:gd name="T69" fmla="*/ 96 h 227"/>
                  <a:gd name="T70" fmla="*/ 16 w 73"/>
                  <a:gd name="T71" fmla="*/ 91 h 227"/>
                  <a:gd name="T72" fmla="*/ 13 w 73"/>
                  <a:gd name="T73" fmla="*/ 89 h 227"/>
                  <a:gd name="T74" fmla="*/ 10 w 73"/>
                  <a:gd name="T75" fmla="*/ 93 h 227"/>
                  <a:gd name="T76" fmla="*/ 6 w 73"/>
                  <a:gd name="T77" fmla="*/ 101 h 227"/>
                  <a:gd name="T78" fmla="*/ 2 w 73"/>
                  <a:gd name="T79" fmla="*/ 112 h 227"/>
                  <a:gd name="T80" fmla="*/ 0 w 73"/>
                  <a:gd name="T81" fmla="*/ 122 h 227"/>
                  <a:gd name="T82" fmla="*/ 0 w 73"/>
                  <a:gd name="T83" fmla="*/ 113 h 227"/>
                  <a:gd name="T84" fmla="*/ 1 w 73"/>
                  <a:gd name="T85" fmla="*/ 104 h 227"/>
                  <a:gd name="T86" fmla="*/ 3 w 73"/>
                  <a:gd name="T87" fmla="*/ 95 h 227"/>
                  <a:gd name="T88" fmla="*/ 4 w 73"/>
                  <a:gd name="T89" fmla="*/ 89 h 227"/>
                  <a:gd name="T90" fmla="*/ 6 w 73"/>
                  <a:gd name="T91" fmla="*/ 84 h 227"/>
                  <a:gd name="T92" fmla="*/ 10 w 73"/>
                  <a:gd name="T93" fmla="*/ 77 h 227"/>
                  <a:gd name="T94" fmla="*/ 13 w 73"/>
                  <a:gd name="T95" fmla="*/ 70 h 227"/>
                  <a:gd name="T96" fmla="*/ 16 w 73"/>
                  <a:gd name="T97" fmla="*/ 67 h 227"/>
                  <a:gd name="T98" fmla="*/ 19 w 73"/>
                  <a:gd name="T99" fmla="*/ 63 h 227"/>
                  <a:gd name="T100" fmla="*/ 22 w 73"/>
                  <a:gd name="T101" fmla="*/ 56 h 227"/>
                  <a:gd name="T102" fmla="*/ 26 w 73"/>
                  <a:gd name="T103" fmla="*/ 48 h 227"/>
                  <a:gd name="T104" fmla="*/ 27 w 73"/>
                  <a:gd name="T105" fmla="*/ 42 h 227"/>
                  <a:gd name="T106" fmla="*/ 27 w 73"/>
                  <a:gd name="T107" fmla="*/ 35 h 227"/>
                  <a:gd name="T108" fmla="*/ 27 w 73"/>
                  <a:gd name="T109" fmla="*/ 28 h 227"/>
                  <a:gd name="T110" fmla="*/ 28 w 73"/>
                  <a:gd name="T111" fmla="*/ 21 h 227"/>
                  <a:gd name="T112" fmla="*/ 31 w 73"/>
                  <a:gd name="T113" fmla="*/ 14 h 22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73" h="227">
                    <a:moveTo>
                      <a:pt x="55" y="26"/>
                    </a:moveTo>
                    <a:lnTo>
                      <a:pt x="58" y="22"/>
                    </a:lnTo>
                    <a:lnTo>
                      <a:pt x="62" y="16"/>
                    </a:lnTo>
                    <a:lnTo>
                      <a:pt x="65" y="9"/>
                    </a:lnTo>
                    <a:lnTo>
                      <a:pt x="70" y="0"/>
                    </a:lnTo>
                    <a:lnTo>
                      <a:pt x="71" y="11"/>
                    </a:lnTo>
                    <a:lnTo>
                      <a:pt x="72" y="26"/>
                    </a:lnTo>
                    <a:lnTo>
                      <a:pt x="73" y="40"/>
                    </a:lnTo>
                    <a:lnTo>
                      <a:pt x="72" y="48"/>
                    </a:lnTo>
                    <a:lnTo>
                      <a:pt x="67" y="53"/>
                    </a:lnTo>
                    <a:lnTo>
                      <a:pt x="63" y="58"/>
                    </a:lnTo>
                    <a:lnTo>
                      <a:pt x="59" y="65"/>
                    </a:lnTo>
                    <a:lnTo>
                      <a:pt x="58" y="75"/>
                    </a:lnTo>
                    <a:lnTo>
                      <a:pt x="58" y="84"/>
                    </a:lnTo>
                    <a:lnTo>
                      <a:pt x="59" y="93"/>
                    </a:lnTo>
                    <a:lnTo>
                      <a:pt x="61" y="101"/>
                    </a:lnTo>
                    <a:lnTo>
                      <a:pt x="62" y="109"/>
                    </a:lnTo>
                    <a:lnTo>
                      <a:pt x="63" y="116"/>
                    </a:lnTo>
                    <a:lnTo>
                      <a:pt x="64" y="124"/>
                    </a:lnTo>
                    <a:lnTo>
                      <a:pt x="63" y="133"/>
                    </a:lnTo>
                    <a:lnTo>
                      <a:pt x="61" y="140"/>
                    </a:lnTo>
                    <a:lnTo>
                      <a:pt x="56" y="152"/>
                    </a:lnTo>
                    <a:lnTo>
                      <a:pt x="51" y="170"/>
                    </a:lnTo>
                    <a:lnTo>
                      <a:pt x="47" y="189"/>
                    </a:lnTo>
                    <a:lnTo>
                      <a:pt x="43" y="201"/>
                    </a:lnTo>
                    <a:lnTo>
                      <a:pt x="40" y="208"/>
                    </a:lnTo>
                    <a:lnTo>
                      <a:pt x="35" y="216"/>
                    </a:lnTo>
                    <a:lnTo>
                      <a:pt x="28" y="222"/>
                    </a:lnTo>
                    <a:lnTo>
                      <a:pt x="23" y="227"/>
                    </a:lnTo>
                    <a:lnTo>
                      <a:pt x="20" y="219"/>
                    </a:lnTo>
                    <a:lnTo>
                      <a:pt x="20" y="212"/>
                    </a:lnTo>
                    <a:lnTo>
                      <a:pt x="23" y="204"/>
                    </a:lnTo>
                    <a:lnTo>
                      <a:pt x="25" y="197"/>
                    </a:lnTo>
                    <a:lnTo>
                      <a:pt x="27" y="188"/>
                    </a:lnTo>
                    <a:lnTo>
                      <a:pt x="28" y="175"/>
                    </a:lnTo>
                    <a:lnTo>
                      <a:pt x="28" y="166"/>
                    </a:lnTo>
                    <a:lnTo>
                      <a:pt x="24" y="161"/>
                    </a:lnTo>
                    <a:lnTo>
                      <a:pt x="17" y="168"/>
                    </a:lnTo>
                    <a:lnTo>
                      <a:pt x="10" y="184"/>
                    </a:lnTo>
                    <a:lnTo>
                      <a:pt x="3" y="204"/>
                    </a:lnTo>
                    <a:lnTo>
                      <a:pt x="0" y="221"/>
                    </a:lnTo>
                    <a:lnTo>
                      <a:pt x="0" y="206"/>
                    </a:lnTo>
                    <a:lnTo>
                      <a:pt x="2" y="189"/>
                    </a:lnTo>
                    <a:lnTo>
                      <a:pt x="5" y="173"/>
                    </a:lnTo>
                    <a:lnTo>
                      <a:pt x="8" y="161"/>
                    </a:lnTo>
                    <a:lnTo>
                      <a:pt x="11" y="152"/>
                    </a:lnTo>
                    <a:lnTo>
                      <a:pt x="17" y="139"/>
                    </a:lnTo>
                    <a:lnTo>
                      <a:pt x="24" y="128"/>
                    </a:lnTo>
                    <a:lnTo>
                      <a:pt x="28" y="121"/>
                    </a:lnTo>
                    <a:lnTo>
                      <a:pt x="34" y="114"/>
                    </a:lnTo>
                    <a:lnTo>
                      <a:pt x="40" y="102"/>
                    </a:lnTo>
                    <a:lnTo>
                      <a:pt x="46" y="88"/>
                    </a:lnTo>
                    <a:lnTo>
                      <a:pt x="48" y="76"/>
                    </a:lnTo>
                    <a:lnTo>
                      <a:pt x="48" y="63"/>
                    </a:lnTo>
                    <a:lnTo>
                      <a:pt x="48" y="50"/>
                    </a:lnTo>
                    <a:lnTo>
                      <a:pt x="50" y="38"/>
                    </a:lnTo>
                    <a:lnTo>
                      <a:pt x="55" y="2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7" name="Freeform 68">
                <a:extLst>
                  <a:ext uri="{FF2B5EF4-FFF2-40B4-BE49-F238E27FC236}">
                    <a16:creationId xmlns:a16="http://schemas.microsoft.com/office/drawing/2014/main" id="{CD79C320-DDFC-4B7F-90EB-8A351BFE822B}"/>
                  </a:ext>
                </a:extLst>
              </p:cNvPr>
              <p:cNvSpPr>
                <a:spLocks/>
              </p:cNvSpPr>
              <p:nvPr/>
            </p:nvSpPr>
            <p:spPr bwMode="auto">
              <a:xfrm>
                <a:off x="3788" y="2853"/>
                <a:ext cx="44" cy="17"/>
              </a:xfrm>
              <a:custGeom>
                <a:avLst/>
                <a:gdLst>
                  <a:gd name="T0" fmla="*/ 1 w 82"/>
                  <a:gd name="T1" fmla="*/ 2 h 33"/>
                  <a:gd name="T2" fmla="*/ 3 w 82"/>
                  <a:gd name="T3" fmla="*/ 1 h 33"/>
                  <a:gd name="T4" fmla="*/ 5 w 82"/>
                  <a:gd name="T5" fmla="*/ 0 h 33"/>
                  <a:gd name="T6" fmla="*/ 9 w 82"/>
                  <a:gd name="T7" fmla="*/ 0 h 33"/>
                  <a:gd name="T8" fmla="*/ 12 w 82"/>
                  <a:gd name="T9" fmla="*/ 0 h 33"/>
                  <a:gd name="T10" fmla="*/ 15 w 82"/>
                  <a:gd name="T11" fmla="*/ 0 h 33"/>
                  <a:gd name="T12" fmla="*/ 18 w 82"/>
                  <a:gd name="T13" fmla="*/ 0 h 33"/>
                  <a:gd name="T14" fmla="*/ 20 w 82"/>
                  <a:gd name="T15" fmla="*/ 0 h 33"/>
                  <a:gd name="T16" fmla="*/ 21 w 82"/>
                  <a:gd name="T17" fmla="*/ 0 h 33"/>
                  <a:gd name="T18" fmla="*/ 24 w 82"/>
                  <a:gd name="T19" fmla="*/ 0 h 33"/>
                  <a:gd name="T20" fmla="*/ 26 w 82"/>
                  <a:gd name="T21" fmla="*/ 1 h 33"/>
                  <a:gd name="T22" fmla="*/ 28 w 82"/>
                  <a:gd name="T23" fmla="*/ 2 h 33"/>
                  <a:gd name="T24" fmla="*/ 30 w 82"/>
                  <a:gd name="T25" fmla="*/ 3 h 33"/>
                  <a:gd name="T26" fmla="*/ 32 w 82"/>
                  <a:gd name="T27" fmla="*/ 4 h 33"/>
                  <a:gd name="T28" fmla="*/ 35 w 82"/>
                  <a:gd name="T29" fmla="*/ 5 h 33"/>
                  <a:gd name="T30" fmla="*/ 37 w 82"/>
                  <a:gd name="T31" fmla="*/ 7 h 33"/>
                  <a:gd name="T32" fmla="*/ 40 w 82"/>
                  <a:gd name="T33" fmla="*/ 8 h 33"/>
                  <a:gd name="T34" fmla="*/ 41 w 82"/>
                  <a:gd name="T35" fmla="*/ 9 h 33"/>
                  <a:gd name="T36" fmla="*/ 44 w 82"/>
                  <a:gd name="T37" fmla="*/ 11 h 33"/>
                  <a:gd name="T38" fmla="*/ 44 w 82"/>
                  <a:gd name="T39" fmla="*/ 14 h 33"/>
                  <a:gd name="T40" fmla="*/ 42 w 82"/>
                  <a:gd name="T41" fmla="*/ 17 h 33"/>
                  <a:gd name="T42" fmla="*/ 38 w 82"/>
                  <a:gd name="T43" fmla="*/ 15 h 33"/>
                  <a:gd name="T44" fmla="*/ 33 w 82"/>
                  <a:gd name="T45" fmla="*/ 14 h 33"/>
                  <a:gd name="T46" fmla="*/ 28 w 82"/>
                  <a:gd name="T47" fmla="*/ 15 h 33"/>
                  <a:gd name="T48" fmla="*/ 25 w 82"/>
                  <a:gd name="T49" fmla="*/ 16 h 33"/>
                  <a:gd name="T50" fmla="*/ 24 w 82"/>
                  <a:gd name="T51" fmla="*/ 12 h 33"/>
                  <a:gd name="T52" fmla="*/ 22 w 82"/>
                  <a:gd name="T53" fmla="*/ 10 h 33"/>
                  <a:gd name="T54" fmla="*/ 20 w 82"/>
                  <a:gd name="T55" fmla="*/ 9 h 33"/>
                  <a:gd name="T56" fmla="*/ 18 w 82"/>
                  <a:gd name="T57" fmla="*/ 8 h 33"/>
                  <a:gd name="T58" fmla="*/ 14 w 82"/>
                  <a:gd name="T59" fmla="*/ 9 h 33"/>
                  <a:gd name="T60" fmla="*/ 9 w 82"/>
                  <a:gd name="T61" fmla="*/ 9 h 33"/>
                  <a:gd name="T62" fmla="*/ 5 w 82"/>
                  <a:gd name="T63" fmla="*/ 9 h 33"/>
                  <a:gd name="T64" fmla="*/ 2 w 82"/>
                  <a:gd name="T65" fmla="*/ 8 h 33"/>
                  <a:gd name="T66" fmla="*/ 1 w 82"/>
                  <a:gd name="T67" fmla="*/ 7 h 33"/>
                  <a:gd name="T68" fmla="*/ 1 w 82"/>
                  <a:gd name="T69" fmla="*/ 5 h 33"/>
                  <a:gd name="T70" fmla="*/ 0 w 82"/>
                  <a:gd name="T71" fmla="*/ 3 h 33"/>
                  <a:gd name="T72" fmla="*/ 1 w 82"/>
                  <a:gd name="T73" fmla="*/ 2 h 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2" h="33">
                    <a:moveTo>
                      <a:pt x="1" y="3"/>
                    </a:moveTo>
                    <a:lnTo>
                      <a:pt x="6" y="2"/>
                    </a:lnTo>
                    <a:lnTo>
                      <a:pt x="10" y="0"/>
                    </a:lnTo>
                    <a:lnTo>
                      <a:pt x="16" y="0"/>
                    </a:lnTo>
                    <a:lnTo>
                      <a:pt x="22" y="0"/>
                    </a:lnTo>
                    <a:lnTo>
                      <a:pt x="28" y="0"/>
                    </a:lnTo>
                    <a:lnTo>
                      <a:pt x="33" y="0"/>
                    </a:lnTo>
                    <a:lnTo>
                      <a:pt x="37" y="0"/>
                    </a:lnTo>
                    <a:lnTo>
                      <a:pt x="40" y="0"/>
                    </a:lnTo>
                    <a:lnTo>
                      <a:pt x="44" y="0"/>
                    </a:lnTo>
                    <a:lnTo>
                      <a:pt x="48" y="2"/>
                    </a:lnTo>
                    <a:lnTo>
                      <a:pt x="53" y="3"/>
                    </a:lnTo>
                    <a:lnTo>
                      <a:pt x="56" y="5"/>
                    </a:lnTo>
                    <a:lnTo>
                      <a:pt x="60" y="7"/>
                    </a:lnTo>
                    <a:lnTo>
                      <a:pt x="65" y="10"/>
                    </a:lnTo>
                    <a:lnTo>
                      <a:pt x="69" y="13"/>
                    </a:lnTo>
                    <a:lnTo>
                      <a:pt x="74" y="15"/>
                    </a:lnTo>
                    <a:lnTo>
                      <a:pt x="77" y="18"/>
                    </a:lnTo>
                    <a:lnTo>
                      <a:pt x="82" y="22"/>
                    </a:lnTo>
                    <a:lnTo>
                      <a:pt x="82" y="27"/>
                    </a:lnTo>
                    <a:lnTo>
                      <a:pt x="78" y="33"/>
                    </a:lnTo>
                    <a:lnTo>
                      <a:pt x="71" y="30"/>
                    </a:lnTo>
                    <a:lnTo>
                      <a:pt x="62" y="28"/>
                    </a:lnTo>
                    <a:lnTo>
                      <a:pt x="53" y="29"/>
                    </a:lnTo>
                    <a:lnTo>
                      <a:pt x="47" y="32"/>
                    </a:lnTo>
                    <a:lnTo>
                      <a:pt x="45" y="23"/>
                    </a:lnTo>
                    <a:lnTo>
                      <a:pt x="41" y="19"/>
                    </a:lnTo>
                    <a:lnTo>
                      <a:pt x="37" y="17"/>
                    </a:lnTo>
                    <a:lnTo>
                      <a:pt x="33" y="15"/>
                    </a:lnTo>
                    <a:lnTo>
                      <a:pt x="27" y="17"/>
                    </a:lnTo>
                    <a:lnTo>
                      <a:pt x="17" y="17"/>
                    </a:lnTo>
                    <a:lnTo>
                      <a:pt x="9" y="17"/>
                    </a:lnTo>
                    <a:lnTo>
                      <a:pt x="3" y="15"/>
                    </a:lnTo>
                    <a:lnTo>
                      <a:pt x="2" y="13"/>
                    </a:lnTo>
                    <a:lnTo>
                      <a:pt x="1" y="10"/>
                    </a:lnTo>
                    <a:lnTo>
                      <a:pt x="0" y="6"/>
                    </a:lnTo>
                    <a:lnTo>
                      <a:pt x="1"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8" name="Freeform 69">
                <a:extLst>
                  <a:ext uri="{FF2B5EF4-FFF2-40B4-BE49-F238E27FC236}">
                    <a16:creationId xmlns:a16="http://schemas.microsoft.com/office/drawing/2014/main" id="{FFEAF791-7AC7-4CF0-9AAC-052D8BDB2B94}"/>
                  </a:ext>
                </a:extLst>
              </p:cNvPr>
              <p:cNvSpPr>
                <a:spLocks/>
              </p:cNvSpPr>
              <p:nvPr/>
            </p:nvSpPr>
            <p:spPr bwMode="auto">
              <a:xfrm>
                <a:off x="3718" y="3057"/>
                <a:ext cx="22" cy="26"/>
              </a:xfrm>
              <a:custGeom>
                <a:avLst/>
                <a:gdLst>
                  <a:gd name="T0" fmla="*/ 3 w 41"/>
                  <a:gd name="T1" fmla="*/ 5 h 48"/>
                  <a:gd name="T2" fmla="*/ 4 w 41"/>
                  <a:gd name="T3" fmla="*/ 6 h 48"/>
                  <a:gd name="T4" fmla="*/ 4 w 41"/>
                  <a:gd name="T5" fmla="*/ 7 h 48"/>
                  <a:gd name="T6" fmla="*/ 5 w 41"/>
                  <a:gd name="T7" fmla="*/ 9 h 48"/>
                  <a:gd name="T8" fmla="*/ 6 w 41"/>
                  <a:gd name="T9" fmla="*/ 10 h 48"/>
                  <a:gd name="T10" fmla="*/ 4 w 41"/>
                  <a:gd name="T11" fmla="*/ 12 h 48"/>
                  <a:gd name="T12" fmla="*/ 2 w 41"/>
                  <a:gd name="T13" fmla="*/ 16 h 48"/>
                  <a:gd name="T14" fmla="*/ 0 w 41"/>
                  <a:gd name="T15" fmla="*/ 19 h 48"/>
                  <a:gd name="T16" fmla="*/ 0 w 41"/>
                  <a:gd name="T17" fmla="*/ 22 h 48"/>
                  <a:gd name="T18" fmla="*/ 3 w 41"/>
                  <a:gd name="T19" fmla="*/ 25 h 48"/>
                  <a:gd name="T20" fmla="*/ 8 w 41"/>
                  <a:gd name="T21" fmla="*/ 26 h 48"/>
                  <a:gd name="T22" fmla="*/ 13 w 41"/>
                  <a:gd name="T23" fmla="*/ 26 h 48"/>
                  <a:gd name="T24" fmla="*/ 18 w 41"/>
                  <a:gd name="T25" fmla="*/ 24 h 48"/>
                  <a:gd name="T26" fmla="*/ 20 w 41"/>
                  <a:gd name="T27" fmla="*/ 21 h 48"/>
                  <a:gd name="T28" fmla="*/ 22 w 41"/>
                  <a:gd name="T29" fmla="*/ 15 h 48"/>
                  <a:gd name="T30" fmla="*/ 22 w 41"/>
                  <a:gd name="T31" fmla="*/ 11 h 48"/>
                  <a:gd name="T32" fmla="*/ 21 w 41"/>
                  <a:gd name="T33" fmla="*/ 8 h 48"/>
                  <a:gd name="T34" fmla="*/ 20 w 41"/>
                  <a:gd name="T35" fmla="*/ 8 h 48"/>
                  <a:gd name="T36" fmla="*/ 19 w 41"/>
                  <a:gd name="T37" fmla="*/ 8 h 48"/>
                  <a:gd name="T38" fmla="*/ 18 w 41"/>
                  <a:gd name="T39" fmla="*/ 8 h 48"/>
                  <a:gd name="T40" fmla="*/ 17 w 41"/>
                  <a:gd name="T41" fmla="*/ 9 h 48"/>
                  <a:gd name="T42" fmla="*/ 15 w 41"/>
                  <a:gd name="T43" fmla="*/ 5 h 48"/>
                  <a:gd name="T44" fmla="*/ 13 w 41"/>
                  <a:gd name="T45" fmla="*/ 3 h 48"/>
                  <a:gd name="T46" fmla="*/ 11 w 41"/>
                  <a:gd name="T47" fmla="*/ 1 h 48"/>
                  <a:gd name="T48" fmla="*/ 9 w 41"/>
                  <a:gd name="T49" fmla="*/ 0 h 48"/>
                  <a:gd name="T50" fmla="*/ 7 w 41"/>
                  <a:gd name="T51" fmla="*/ 1 h 48"/>
                  <a:gd name="T52" fmla="*/ 6 w 41"/>
                  <a:gd name="T53" fmla="*/ 1 h 48"/>
                  <a:gd name="T54" fmla="*/ 4 w 41"/>
                  <a:gd name="T55" fmla="*/ 3 h 48"/>
                  <a:gd name="T56" fmla="*/ 3 w 41"/>
                  <a:gd name="T57" fmla="*/ 5 h 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1" h="48">
                    <a:moveTo>
                      <a:pt x="6" y="9"/>
                    </a:moveTo>
                    <a:lnTo>
                      <a:pt x="7" y="11"/>
                    </a:lnTo>
                    <a:lnTo>
                      <a:pt x="8" y="13"/>
                    </a:lnTo>
                    <a:lnTo>
                      <a:pt x="10" y="16"/>
                    </a:lnTo>
                    <a:lnTo>
                      <a:pt x="11" y="18"/>
                    </a:lnTo>
                    <a:lnTo>
                      <a:pt x="7" y="23"/>
                    </a:lnTo>
                    <a:lnTo>
                      <a:pt x="3" y="30"/>
                    </a:lnTo>
                    <a:lnTo>
                      <a:pt x="0" y="35"/>
                    </a:lnTo>
                    <a:lnTo>
                      <a:pt x="0" y="41"/>
                    </a:lnTo>
                    <a:lnTo>
                      <a:pt x="6" y="46"/>
                    </a:lnTo>
                    <a:lnTo>
                      <a:pt x="14" y="48"/>
                    </a:lnTo>
                    <a:lnTo>
                      <a:pt x="24" y="48"/>
                    </a:lnTo>
                    <a:lnTo>
                      <a:pt x="33" y="45"/>
                    </a:lnTo>
                    <a:lnTo>
                      <a:pt x="37" y="38"/>
                    </a:lnTo>
                    <a:lnTo>
                      <a:pt x="41" y="28"/>
                    </a:lnTo>
                    <a:lnTo>
                      <a:pt x="41" y="20"/>
                    </a:lnTo>
                    <a:lnTo>
                      <a:pt x="39" y="15"/>
                    </a:lnTo>
                    <a:lnTo>
                      <a:pt x="37" y="15"/>
                    </a:lnTo>
                    <a:lnTo>
                      <a:pt x="36" y="15"/>
                    </a:lnTo>
                    <a:lnTo>
                      <a:pt x="34" y="15"/>
                    </a:lnTo>
                    <a:lnTo>
                      <a:pt x="31" y="16"/>
                    </a:lnTo>
                    <a:lnTo>
                      <a:pt x="28" y="10"/>
                    </a:lnTo>
                    <a:lnTo>
                      <a:pt x="24" y="5"/>
                    </a:lnTo>
                    <a:lnTo>
                      <a:pt x="20" y="2"/>
                    </a:lnTo>
                    <a:lnTo>
                      <a:pt x="16" y="0"/>
                    </a:lnTo>
                    <a:lnTo>
                      <a:pt x="13" y="1"/>
                    </a:lnTo>
                    <a:lnTo>
                      <a:pt x="11" y="2"/>
                    </a:lnTo>
                    <a:lnTo>
                      <a:pt x="7" y="5"/>
                    </a:lnTo>
                    <a:lnTo>
                      <a:pt x="6"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9" name="Freeform 70">
                <a:extLst>
                  <a:ext uri="{FF2B5EF4-FFF2-40B4-BE49-F238E27FC236}">
                    <a16:creationId xmlns:a16="http://schemas.microsoft.com/office/drawing/2014/main" id="{EA35528E-BB58-455D-9B6E-69E78AFF9A7B}"/>
                  </a:ext>
                </a:extLst>
              </p:cNvPr>
              <p:cNvSpPr>
                <a:spLocks/>
              </p:cNvSpPr>
              <p:nvPr/>
            </p:nvSpPr>
            <p:spPr bwMode="auto">
              <a:xfrm>
                <a:off x="3781" y="2880"/>
                <a:ext cx="88" cy="154"/>
              </a:xfrm>
              <a:custGeom>
                <a:avLst/>
                <a:gdLst>
                  <a:gd name="T0" fmla="*/ 83 w 163"/>
                  <a:gd name="T1" fmla="*/ 24 h 282"/>
                  <a:gd name="T2" fmla="*/ 73 w 163"/>
                  <a:gd name="T3" fmla="*/ 26 h 282"/>
                  <a:gd name="T4" fmla="*/ 65 w 163"/>
                  <a:gd name="T5" fmla="*/ 26 h 282"/>
                  <a:gd name="T6" fmla="*/ 59 w 163"/>
                  <a:gd name="T7" fmla="*/ 24 h 282"/>
                  <a:gd name="T8" fmla="*/ 57 w 163"/>
                  <a:gd name="T9" fmla="*/ 21 h 282"/>
                  <a:gd name="T10" fmla="*/ 54 w 163"/>
                  <a:gd name="T11" fmla="*/ 22 h 282"/>
                  <a:gd name="T12" fmla="*/ 51 w 163"/>
                  <a:gd name="T13" fmla="*/ 28 h 282"/>
                  <a:gd name="T14" fmla="*/ 47 w 163"/>
                  <a:gd name="T15" fmla="*/ 37 h 282"/>
                  <a:gd name="T16" fmla="*/ 45 w 163"/>
                  <a:gd name="T17" fmla="*/ 43 h 282"/>
                  <a:gd name="T18" fmla="*/ 45 w 163"/>
                  <a:gd name="T19" fmla="*/ 44 h 282"/>
                  <a:gd name="T20" fmla="*/ 47 w 163"/>
                  <a:gd name="T21" fmla="*/ 46 h 282"/>
                  <a:gd name="T22" fmla="*/ 46 w 163"/>
                  <a:gd name="T23" fmla="*/ 49 h 282"/>
                  <a:gd name="T24" fmla="*/ 45 w 163"/>
                  <a:gd name="T25" fmla="*/ 53 h 282"/>
                  <a:gd name="T26" fmla="*/ 46 w 163"/>
                  <a:gd name="T27" fmla="*/ 57 h 282"/>
                  <a:gd name="T28" fmla="*/ 44 w 163"/>
                  <a:gd name="T29" fmla="*/ 62 h 282"/>
                  <a:gd name="T30" fmla="*/ 38 w 163"/>
                  <a:gd name="T31" fmla="*/ 70 h 282"/>
                  <a:gd name="T32" fmla="*/ 31 w 163"/>
                  <a:gd name="T33" fmla="*/ 81 h 282"/>
                  <a:gd name="T34" fmla="*/ 27 w 163"/>
                  <a:gd name="T35" fmla="*/ 88 h 282"/>
                  <a:gd name="T36" fmla="*/ 29 w 163"/>
                  <a:gd name="T37" fmla="*/ 97 h 282"/>
                  <a:gd name="T38" fmla="*/ 35 w 163"/>
                  <a:gd name="T39" fmla="*/ 120 h 282"/>
                  <a:gd name="T40" fmla="*/ 32 w 163"/>
                  <a:gd name="T41" fmla="*/ 136 h 282"/>
                  <a:gd name="T42" fmla="*/ 24 w 163"/>
                  <a:gd name="T43" fmla="*/ 141 h 282"/>
                  <a:gd name="T44" fmla="*/ 18 w 163"/>
                  <a:gd name="T45" fmla="*/ 147 h 282"/>
                  <a:gd name="T46" fmla="*/ 23 w 163"/>
                  <a:gd name="T47" fmla="*/ 147 h 282"/>
                  <a:gd name="T48" fmla="*/ 28 w 163"/>
                  <a:gd name="T49" fmla="*/ 149 h 282"/>
                  <a:gd name="T50" fmla="*/ 23 w 163"/>
                  <a:gd name="T51" fmla="*/ 149 h 282"/>
                  <a:gd name="T52" fmla="*/ 18 w 163"/>
                  <a:gd name="T53" fmla="*/ 150 h 282"/>
                  <a:gd name="T54" fmla="*/ 15 w 163"/>
                  <a:gd name="T55" fmla="*/ 152 h 282"/>
                  <a:gd name="T56" fmla="*/ 13 w 163"/>
                  <a:gd name="T57" fmla="*/ 154 h 282"/>
                  <a:gd name="T58" fmla="*/ 13 w 163"/>
                  <a:gd name="T59" fmla="*/ 130 h 282"/>
                  <a:gd name="T60" fmla="*/ 21 w 163"/>
                  <a:gd name="T61" fmla="*/ 120 h 282"/>
                  <a:gd name="T62" fmla="*/ 19 w 163"/>
                  <a:gd name="T63" fmla="*/ 112 h 282"/>
                  <a:gd name="T64" fmla="*/ 13 w 163"/>
                  <a:gd name="T65" fmla="*/ 106 h 282"/>
                  <a:gd name="T66" fmla="*/ 7 w 163"/>
                  <a:gd name="T67" fmla="*/ 103 h 282"/>
                  <a:gd name="T68" fmla="*/ 3 w 163"/>
                  <a:gd name="T69" fmla="*/ 101 h 282"/>
                  <a:gd name="T70" fmla="*/ 1 w 163"/>
                  <a:gd name="T71" fmla="*/ 99 h 282"/>
                  <a:gd name="T72" fmla="*/ 1 w 163"/>
                  <a:gd name="T73" fmla="*/ 96 h 282"/>
                  <a:gd name="T74" fmla="*/ 6 w 163"/>
                  <a:gd name="T75" fmla="*/ 91 h 282"/>
                  <a:gd name="T76" fmla="*/ 18 w 163"/>
                  <a:gd name="T77" fmla="*/ 84 h 282"/>
                  <a:gd name="T78" fmla="*/ 23 w 163"/>
                  <a:gd name="T79" fmla="*/ 71 h 282"/>
                  <a:gd name="T80" fmla="*/ 21 w 163"/>
                  <a:gd name="T81" fmla="*/ 59 h 282"/>
                  <a:gd name="T82" fmla="*/ 19 w 163"/>
                  <a:gd name="T83" fmla="*/ 51 h 282"/>
                  <a:gd name="T84" fmla="*/ 19 w 163"/>
                  <a:gd name="T85" fmla="*/ 42 h 282"/>
                  <a:gd name="T86" fmla="*/ 31 w 163"/>
                  <a:gd name="T87" fmla="*/ 37 h 282"/>
                  <a:gd name="T88" fmla="*/ 39 w 163"/>
                  <a:gd name="T89" fmla="*/ 27 h 282"/>
                  <a:gd name="T90" fmla="*/ 43 w 163"/>
                  <a:gd name="T91" fmla="*/ 16 h 282"/>
                  <a:gd name="T92" fmla="*/ 44 w 163"/>
                  <a:gd name="T93" fmla="*/ 9 h 282"/>
                  <a:gd name="T94" fmla="*/ 45 w 163"/>
                  <a:gd name="T95" fmla="*/ 4 h 282"/>
                  <a:gd name="T96" fmla="*/ 50 w 163"/>
                  <a:gd name="T97" fmla="*/ 0 h 282"/>
                  <a:gd name="T98" fmla="*/ 56 w 163"/>
                  <a:gd name="T99" fmla="*/ 1 h 282"/>
                  <a:gd name="T100" fmla="*/ 58 w 163"/>
                  <a:gd name="T101" fmla="*/ 5 h 282"/>
                  <a:gd name="T102" fmla="*/ 63 w 163"/>
                  <a:gd name="T103" fmla="*/ 12 h 282"/>
                  <a:gd name="T104" fmla="*/ 68 w 163"/>
                  <a:gd name="T105" fmla="*/ 17 h 282"/>
                  <a:gd name="T106" fmla="*/ 76 w 163"/>
                  <a:gd name="T107" fmla="*/ 15 h 282"/>
                  <a:gd name="T108" fmla="*/ 85 w 163"/>
                  <a:gd name="T109" fmla="*/ 5 h 282"/>
                  <a:gd name="T110" fmla="*/ 86 w 163"/>
                  <a:gd name="T111" fmla="*/ 14 h 282"/>
                  <a:gd name="T112" fmla="*/ 88 w 163"/>
                  <a:gd name="T113" fmla="*/ 21 h 2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63" h="282">
                    <a:moveTo>
                      <a:pt x="163" y="39"/>
                    </a:moveTo>
                    <a:lnTo>
                      <a:pt x="153" y="44"/>
                    </a:lnTo>
                    <a:lnTo>
                      <a:pt x="144" y="46"/>
                    </a:lnTo>
                    <a:lnTo>
                      <a:pt x="135" y="47"/>
                    </a:lnTo>
                    <a:lnTo>
                      <a:pt x="127" y="47"/>
                    </a:lnTo>
                    <a:lnTo>
                      <a:pt x="120" y="47"/>
                    </a:lnTo>
                    <a:lnTo>
                      <a:pt x="113" y="45"/>
                    </a:lnTo>
                    <a:lnTo>
                      <a:pt x="110" y="44"/>
                    </a:lnTo>
                    <a:lnTo>
                      <a:pt x="107" y="41"/>
                    </a:lnTo>
                    <a:lnTo>
                      <a:pt x="106" y="39"/>
                    </a:lnTo>
                    <a:lnTo>
                      <a:pt x="104" y="39"/>
                    </a:lnTo>
                    <a:lnTo>
                      <a:pt x="100" y="41"/>
                    </a:lnTo>
                    <a:lnTo>
                      <a:pt x="98" y="45"/>
                    </a:lnTo>
                    <a:lnTo>
                      <a:pt x="95" y="51"/>
                    </a:lnTo>
                    <a:lnTo>
                      <a:pt x="90" y="60"/>
                    </a:lnTo>
                    <a:lnTo>
                      <a:pt x="87" y="68"/>
                    </a:lnTo>
                    <a:lnTo>
                      <a:pt x="85" y="75"/>
                    </a:lnTo>
                    <a:lnTo>
                      <a:pt x="84" y="78"/>
                    </a:lnTo>
                    <a:lnTo>
                      <a:pt x="84" y="79"/>
                    </a:lnTo>
                    <a:lnTo>
                      <a:pt x="84" y="81"/>
                    </a:lnTo>
                    <a:lnTo>
                      <a:pt x="87" y="83"/>
                    </a:lnTo>
                    <a:lnTo>
                      <a:pt x="87" y="85"/>
                    </a:lnTo>
                    <a:lnTo>
                      <a:pt x="85" y="86"/>
                    </a:lnTo>
                    <a:lnTo>
                      <a:pt x="85" y="90"/>
                    </a:lnTo>
                    <a:lnTo>
                      <a:pt x="84" y="93"/>
                    </a:lnTo>
                    <a:lnTo>
                      <a:pt x="84" y="97"/>
                    </a:lnTo>
                    <a:lnTo>
                      <a:pt x="84" y="100"/>
                    </a:lnTo>
                    <a:lnTo>
                      <a:pt x="85" y="104"/>
                    </a:lnTo>
                    <a:lnTo>
                      <a:pt x="87" y="107"/>
                    </a:lnTo>
                    <a:lnTo>
                      <a:pt x="82" y="113"/>
                    </a:lnTo>
                    <a:lnTo>
                      <a:pt x="76" y="120"/>
                    </a:lnTo>
                    <a:lnTo>
                      <a:pt x="70" y="129"/>
                    </a:lnTo>
                    <a:lnTo>
                      <a:pt x="64" y="138"/>
                    </a:lnTo>
                    <a:lnTo>
                      <a:pt x="57" y="149"/>
                    </a:lnTo>
                    <a:lnTo>
                      <a:pt x="52" y="157"/>
                    </a:lnTo>
                    <a:lnTo>
                      <a:pt x="50" y="162"/>
                    </a:lnTo>
                    <a:lnTo>
                      <a:pt x="49" y="167"/>
                    </a:lnTo>
                    <a:lnTo>
                      <a:pt x="53" y="177"/>
                    </a:lnTo>
                    <a:lnTo>
                      <a:pt x="60" y="196"/>
                    </a:lnTo>
                    <a:lnTo>
                      <a:pt x="64" y="220"/>
                    </a:lnTo>
                    <a:lnTo>
                      <a:pt x="59" y="245"/>
                    </a:lnTo>
                    <a:lnTo>
                      <a:pt x="60" y="249"/>
                    </a:lnTo>
                    <a:lnTo>
                      <a:pt x="53" y="253"/>
                    </a:lnTo>
                    <a:lnTo>
                      <a:pt x="45" y="259"/>
                    </a:lnTo>
                    <a:lnTo>
                      <a:pt x="38" y="264"/>
                    </a:lnTo>
                    <a:lnTo>
                      <a:pt x="34" y="269"/>
                    </a:lnTo>
                    <a:lnTo>
                      <a:pt x="37" y="269"/>
                    </a:lnTo>
                    <a:lnTo>
                      <a:pt x="43" y="269"/>
                    </a:lnTo>
                    <a:lnTo>
                      <a:pt x="47" y="272"/>
                    </a:lnTo>
                    <a:lnTo>
                      <a:pt x="51" y="273"/>
                    </a:lnTo>
                    <a:lnTo>
                      <a:pt x="46" y="272"/>
                    </a:lnTo>
                    <a:lnTo>
                      <a:pt x="43" y="272"/>
                    </a:lnTo>
                    <a:lnTo>
                      <a:pt x="38" y="273"/>
                    </a:lnTo>
                    <a:lnTo>
                      <a:pt x="34" y="274"/>
                    </a:lnTo>
                    <a:lnTo>
                      <a:pt x="30" y="275"/>
                    </a:lnTo>
                    <a:lnTo>
                      <a:pt x="28" y="278"/>
                    </a:lnTo>
                    <a:lnTo>
                      <a:pt x="26" y="280"/>
                    </a:lnTo>
                    <a:lnTo>
                      <a:pt x="24" y="282"/>
                    </a:lnTo>
                    <a:lnTo>
                      <a:pt x="21" y="256"/>
                    </a:lnTo>
                    <a:lnTo>
                      <a:pt x="24" y="238"/>
                    </a:lnTo>
                    <a:lnTo>
                      <a:pt x="31" y="227"/>
                    </a:lnTo>
                    <a:lnTo>
                      <a:pt x="39" y="220"/>
                    </a:lnTo>
                    <a:lnTo>
                      <a:pt x="38" y="212"/>
                    </a:lnTo>
                    <a:lnTo>
                      <a:pt x="35" y="205"/>
                    </a:lnTo>
                    <a:lnTo>
                      <a:pt x="30" y="199"/>
                    </a:lnTo>
                    <a:lnTo>
                      <a:pt x="24" y="195"/>
                    </a:lnTo>
                    <a:lnTo>
                      <a:pt x="19" y="190"/>
                    </a:lnTo>
                    <a:lnTo>
                      <a:pt x="13" y="188"/>
                    </a:lnTo>
                    <a:lnTo>
                      <a:pt x="7" y="187"/>
                    </a:lnTo>
                    <a:lnTo>
                      <a:pt x="5" y="185"/>
                    </a:lnTo>
                    <a:lnTo>
                      <a:pt x="2" y="185"/>
                    </a:lnTo>
                    <a:lnTo>
                      <a:pt x="1" y="182"/>
                    </a:lnTo>
                    <a:lnTo>
                      <a:pt x="0" y="178"/>
                    </a:lnTo>
                    <a:lnTo>
                      <a:pt x="1" y="175"/>
                    </a:lnTo>
                    <a:lnTo>
                      <a:pt x="5" y="172"/>
                    </a:lnTo>
                    <a:lnTo>
                      <a:pt x="12" y="166"/>
                    </a:lnTo>
                    <a:lnTo>
                      <a:pt x="22" y="160"/>
                    </a:lnTo>
                    <a:lnTo>
                      <a:pt x="34" y="153"/>
                    </a:lnTo>
                    <a:lnTo>
                      <a:pt x="41" y="143"/>
                    </a:lnTo>
                    <a:lnTo>
                      <a:pt x="43" y="130"/>
                    </a:lnTo>
                    <a:lnTo>
                      <a:pt x="42" y="117"/>
                    </a:lnTo>
                    <a:lnTo>
                      <a:pt x="38" y="108"/>
                    </a:lnTo>
                    <a:lnTo>
                      <a:pt x="36" y="101"/>
                    </a:lnTo>
                    <a:lnTo>
                      <a:pt x="35" y="93"/>
                    </a:lnTo>
                    <a:lnTo>
                      <a:pt x="35" y="84"/>
                    </a:lnTo>
                    <a:lnTo>
                      <a:pt x="36" y="77"/>
                    </a:lnTo>
                    <a:lnTo>
                      <a:pt x="49" y="74"/>
                    </a:lnTo>
                    <a:lnTo>
                      <a:pt x="58" y="68"/>
                    </a:lnTo>
                    <a:lnTo>
                      <a:pt x="66" y="60"/>
                    </a:lnTo>
                    <a:lnTo>
                      <a:pt x="72" y="49"/>
                    </a:lnTo>
                    <a:lnTo>
                      <a:pt x="76" y="39"/>
                    </a:lnTo>
                    <a:lnTo>
                      <a:pt x="79" y="30"/>
                    </a:lnTo>
                    <a:lnTo>
                      <a:pt x="81" y="22"/>
                    </a:lnTo>
                    <a:lnTo>
                      <a:pt x="82" y="17"/>
                    </a:lnTo>
                    <a:lnTo>
                      <a:pt x="83" y="13"/>
                    </a:lnTo>
                    <a:lnTo>
                      <a:pt x="84" y="7"/>
                    </a:lnTo>
                    <a:lnTo>
                      <a:pt x="88" y="2"/>
                    </a:lnTo>
                    <a:lnTo>
                      <a:pt x="92" y="0"/>
                    </a:lnTo>
                    <a:lnTo>
                      <a:pt x="99" y="0"/>
                    </a:lnTo>
                    <a:lnTo>
                      <a:pt x="103" y="1"/>
                    </a:lnTo>
                    <a:lnTo>
                      <a:pt x="106" y="5"/>
                    </a:lnTo>
                    <a:lnTo>
                      <a:pt x="108" y="10"/>
                    </a:lnTo>
                    <a:lnTo>
                      <a:pt x="112" y="16"/>
                    </a:lnTo>
                    <a:lnTo>
                      <a:pt x="117" y="22"/>
                    </a:lnTo>
                    <a:lnTo>
                      <a:pt x="122" y="28"/>
                    </a:lnTo>
                    <a:lnTo>
                      <a:pt x="126" y="32"/>
                    </a:lnTo>
                    <a:lnTo>
                      <a:pt x="132" y="33"/>
                    </a:lnTo>
                    <a:lnTo>
                      <a:pt x="140" y="28"/>
                    </a:lnTo>
                    <a:lnTo>
                      <a:pt x="149" y="18"/>
                    </a:lnTo>
                    <a:lnTo>
                      <a:pt x="157" y="9"/>
                    </a:lnTo>
                    <a:lnTo>
                      <a:pt x="159" y="18"/>
                    </a:lnTo>
                    <a:lnTo>
                      <a:pt x="160" y="26"/>
                    </a:lnTo>
                    <a:lnTo>
                      <a:pt x="161" y="33"/>
                    </a:lnTo>
                    <a:lnTo>
                      <a:pt x="163" y="3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0" name="Freeform 71">
                <a:extLst>
                  <a:ext uri="{FF2B5EF4-FFF2-40B4-BE49-F238E27FC236}">
                    <a16:creationId xmlns:a16="http://schemas.microsoft.com/office/drawing/2014/main" id="{23C02D2E-31CE-4FB3-9D79-FA87395D92B6}"/>
                  </a:ext>
                </a:extLst>
              </p:cNvPr>
              <p:cNvSpPr>
                <a:spLocks/>
              </p:cNvSpPr>
              <p:nvPr/>
            </p:nvSpPr>
            <p:spPr bwMode="auto">
              <a:xfrm>
                <a:off x="3798" y="2902"/>
                <a:ext cx="71" cy="131"/>
              </a:xfrm>
              <a:custGeom>
                <a:avLst/>
                <a:gdLst>
                  <a:gd name="T0" fmla="*/ 65 w 129"/>
                  <a:gd name="T1" fmla="*/ 3 h 241"/>
                  <a:gd name="T2" fmla="*/ 56 w 129"/>
                  <a:gd name="T3" fmla="*/ 4 h 241"/>
                  <a:gd name="T4" fmla="*/ 47 w 129"/>
                  <a:gd name="T5" fmla="*/ 4 h 241"/>
                  <a:gd name="T6" fmla="*/ 42 w 129"/>
                  <a:gd name="T7" fmla="*/ 3 h 241"/>
                  <a:gd name="T8" fmla="*/ 40 w 129"/>
                  <a:gd name="T9" fmla="*/ 0 h 241"/>
                  <a:gd name="T10" fmla="*/ 36 w 129"/>
                  <a:gd name="T11" fmla="*/ 1 h 241"/>
                  <a:gd name="T12" fmla="*/ 34 w 129"/>
                  <a:gd name="T13" fmla="*/ 7 h 241"/>
                  <a:gd name="T14" fmla="*/ 29 w 129"/>
                  <a:gd name="T15" fmla="*/ 16 h 241"/>
                  <a:gd name="T16" fmla="*/ 28 w 129"/>
                  <a:gd name="T17" fmla="*/ 21 h 241"/>
                  <a:gd name="T18" fmla="*/ 28 w 129"/>
                  <a:gd name="T19" fmla="*/ 23 h 241"/>
                  <a:gd name="T20" fmla="*/ 29 w 129"/>
                  <a:gd name="T21" fmla="*/ 25 h 241"/>
                  <a:gd name="T22" fmla="*/ 28 w 129"/>
                  <a:gd name="T23" fmla="*/ 28 h 241"/>
                  <a:gd name="T24" fmla="*/ 28 w 129"/>
                  <a:gd name="T25" fmla="*/ 32 h 241"/>
                  <a:gd name="T26" fmla="*/ 28 w 129"/>
                  <a:gd name="T27" fmla="*/ 35 h 241"/>
                  <a:gd name="T28" fmla="*/ 26 w 129"/>
                  <a:gd name="T29" fmla="*/ 40 h 241"/>
                  <a:gd name="T30" fmla="*/ 20 w 129"/>
                  <a:gd name="T31" fmla="*/ 49 h 241"/>
                  <a:gd name="T32" fmla="*/ 13 w 129"/>
                  <a:gd name="T33" fmla="*/ 60 h 241"/>
                  <a:gd name="T34" fmla="*/ 9 w 129"/>
                  <a:gd name="T35" fmla="*/ 67 h 241"/>
                  <a:gd name="T36" fmla="*/ 10 w 129"/>
                  <a:gd name="T37" fmla="*/ 75 h 241"/>
                  <a:gd name="T38" fmla="*/ 17 w 129"/>
                  <a:gd name="T39" fmla="*/ 98 h 241"/>
                  <a:gd name="T40" fmla="*/ 14 w 129"/>
                  <a:gd name="T41" fmla="*/ 114 h 241"/>
                  <a:gd name="T42" fmla="*/ 6 w 129"/>
                  <a:gd name="T43" fmla="*/ 120 h 241"/>
                  <a:gd name="T44" fmla="*/ 0 w 129"/>
                  <a:gd name="T45" fmla="*/ 125 h 241"/>
                  <a:gd name="T46" fmla="*/ 5 w 129"/>
                  <a:gd name="T47" fmla="*/ 125 h 241"/>
                  <a:gd name="T48" fmla="*/ 9 w 129"/>
                  <a:gd name="T49" fmla="*/ 127 h 241"/>
                  <a:gd name="T50" fmla="*/ 17 w 129"/>
                  <a:gd name="T51" fmla="*/ 130 h 241"/>
                  <a:gd name="T52" fmla="*/ 26 w 129"/>
                  <a:gd name="T53" fmla="*/ 131 h 241"/>
                  <a:gd name="T54" fmla="*/ 35 w 129"/>
                  <a:gd name="T55" fmla="*/ 128 h 241"/>
                  <a:gd name="T56" fmla="*/ 38 w 129"/>
                  <a:gd name="T57" fmla="*/ 121 h 241"/>
                  <a:gd name="T58" fmla="*/ 39 w 129"/>
                  <a:gd name="T59" fmla="*/ 110 h 241"/>
                  <a:gd name="T60" fmla="*/ 42 w 129"/>
                  <a:gd name="T61" fmla="*/ 103 h 241"/>
                  <a:gd name="T62" fmla="*/ 45 w 129"/>
                  <a:gd name="T63" fmla="*/ 100 h 241"/>
                  <a:gd name="T64" fmla="*/ 43 w 129"/>
                  <a:gd name="T65" fmla="*/ 96 h 241"/>
                  <a:gd name="T66" fmla="*/ 46 w 129"/>
                  <a:gd name="T67" fmla="*/ 94 h 241"/>
                  <a:gd name="T68" fmla="*/ 46 w 129"/>
                  <a:gd name="T69" fmla="*/ 91 h 241"/>
                  <a:gd name="T70" fmla="*/ 46 w 129"/>
                  <a:gd name="T71" fmla="*/ 86 h 241"/>
                  <a:gd name="T72" fmla="*/ 48 w 129"/>
                  <a:gd name="T73" fmla="*/ 78 h 241"/>
                  <a:gd name="T74" fmla="*/ 52 w 129"/>
                  <a:gd name="T75" fmla="*/ 77 h 241"/>
                  <a:gd name="T76" fmla="*/ 56 w 129"/>
                  <a:gd name="T77" fmla="*/ 77 h 241"/>
                  <a:gd name="T78" fmla="*/ 60 w 129"/>
                  <a:gd name="T79" fmla="*/ 73 h 241"/>
                  <a:gd name="T80" fmla="*/ 56 w 129"/>
                  <a:gd name="T81" fmla="*/ 65 h 241"/>
                  <a:gd name="T82" fmla="*/ 52 w 129"/>
                  <a:gd name="T83" fmla="*/ 55 h 241"/>
                  <a:gd name="T84" fmla="*/ 47 w 129"/>
                  <a:gd name="T85" fmla="*/ 45 h 241"/>
                  <a:gd name="T86" fmla="*/ 46 w 129"/>
                  <a:gd name="T87" fmla="*/ 42 h 241"/>
                  <a:gd name="T88" fmla="*/ 45 w 129"/>
                  <a:gd name="T89" fmla="*/ 40 h 241"/>
                  <a:gd name="T90" fmla="*/ 46 w 129"/>
                  <a:gd name="T91" fmla="*/ 34 h 241"/>
                  <a:gd name="T92" fmla="*/ 49 w 129"/>
                  <a:gd name="T93" fmla="*/ 29 h 241"/>
                  <a:gd name="T94" fmla="*/ 51 w 129"/>
                  <a:gd name="T95" fmla="*/ 28 h 241"/>
                  <a:gd name="T96" fmla="*/ 51 w 129"/>
                  <a:gd name="T97" fmla="*/ 27 h 241"/>
                  <a:gd name="T98" fmla="*/ 52 w 129"/>
                  <a:gd name="T99" fmla="*/ 20 h 241"/>
                  <a:gd name="T100" fmla="*/ 52 w 129"/>
                  <a:gd name="T101" fmla="*/ 16 h 241"/>
                  <a:gd name="T102" fmla="*/ 59 w 129"/>
                  <a:gd name="T103" fmla="*/ 13 h 241"/>
                  <a:gd name="T104" fmla="*/ 63 w 129"/>
                  <a:gd name="T105" fmla="*/ 5 h 241"/>
                  <a:gd name="T106" fmla="*/ 67 w 129"/>
                  <a:gd name="T107" fmla="*/ 4 h 241"/>
                  <a:gd name="T108" fmla="*/ 71 w 129"/>
                  <a:gd name="T109" fmla="*/ 0 h 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9" h="241">
                    <a:moveTo>
                      <a:pt x="129" y="0"/>
                    </a:moveTo>
                    <a:lnTo>
                      <a:pt x="119" y="5"/>
                    </a:lnTo>
                    <a:lnTo>
                      <a:pt x="110" y="7"/>
                    </a:lnTo>
                    <a:lnTo>
                      <a:pt x="101" y="8"/>
                    </a:lnTo>
                    <a:lnTo>
                      <a:pt x="93" y="8"/>
                    </a:lnTo>
                    <a:lnTo>
                      <a:pt x="86" y="8"/>
                    </a:lnTo>
                    <a:lnTo>
                      <a:pt x="79" y="6"/>
                    </a:lnTo>
                    <a:lnTo>
                      <a:pt x="76" y="5"/>
                    </a:lnTo>
                    <a:lnTo>
                      <a:pt x="73" y="2"/>
                    </a:lnTo>
                    <a:lnTo>
                      <a:pt x="72" y="0"/>
                    </a:lnTo>
                    <a:lnTo>
                      <a:pt x="70" y="0"/>
                    </a:lnTo>
                    <a:lnTo>
                      <a:pt x="66" y="2"/>
                    </a:lnTo>
                    <a:lnTo>
                      <a:pt x="64" y="6"/>
                    </a:lnTo>
                    <a:lnTo>
                      <a:pt x="61" y="12"/>
                    </a:lnTo>
                    <a:lnTo>
                      <a:pt x="56" y="21"/>
                    </a:lnTo>
                    <a:lnTo>
                      <a:pt x="53" y="29"/>
                    </a:lnTo>
                    <a:lnTo>
                      <a:pt x="51" y="36"/>
                    </a:lnTo>
                    <a:lnTo>
                      <a:pt x="50" y="39"/>
                    </a:lnTo>
                    <a:lnTo>
                      <a:pt x="50" y="40"/>
                    </a:lnTo>
                    <a:lnTo>
                      <a:pt x="50" y="42"/>
                    </a:lnTo>
                    <a:lnTo>
                      <a:pt x="53" y="44"/>
                    </a:lnTo>
                    <a:lnTo>
                      <a:pt x="53" y="46"/>
                    </a:lnTo>
                    <a:lnTo>
                      <a:pt x="51" y="47"/>
                    </a:lnTo>
                    <a:lnTo>
                      <a:pt x="51" y="51"/>
                    </a:lnTo>
                    <a:lnTo>
                      <a:pt x="50" y="54"/>
                    </a:lnTo>
                    <a:lnTo>
                      <a:pt x="50" y="58"/>
                    </a:lnTo>
                    <a:lnTo>
                      <a:pt x="50" y="61"/>
                    </a:lnTo>
                    <a:lnTo>
                      <a:pt x="51" y="65"/>
                    </a:lnTo>
                    <a:lnTo>
                      <a:pt x="53" y="68"/>
                    </a:lnTo>
                    <a:lnTo>
                      <a:pt x="48" y="74"/>
                    </a:lnTo>
                    <a:lnTo>
                      <a:pt x="42" y="81"/>
                    </a:lnTo>
                    <a:lnTo>
                      <a:pt x="36" y="90"/>
                    </a:lnTo>
                    <a:lnTo>
                      <a:pt x="30" y="99"/>
                    </a:lnTo>
                    <a:lnTo>
                      <a:pt x="23" y="110"/>
                    </a:lnTo>
                    <a:lnTo>
                      <a:pt x="18" y="118"/>
                    </a:lnTo>
                    <a:lnTo>
                      <a:pt x="16" y="123"/>
                    </a:lnTo>
                    <a:lnTo>
                      <a:pt x="15" y="128"/>
                    </a:lnTo>
                    <a:lnTo>
                      <a:pt x="19" y="138"/>
                    </a:lnTo>
                    <a:lnTo>
                      <a:pt x="26" y="157"/>
                    </a:lnTo>
                    <a:lnTo>
                      <a:pt x="30" y="181"/>
                    </a:lnTo>
                    <a:lnTo>
                      <a:pt x="25" y="206"/>
                    </a:lnTo>
                    <a:lnTo>
                      <a:pt x="26" y="210"/>
                    </a:lnTo>
                    <a:lnTo>
                      <a:pt x="19" y="214"/>
                    </a:lnTo>
                    <a:lnTo>
                      <a:pt x="11" y="220"/>
                    </a:lnTo>
                    <a:lnTo>
                      <a:pt x="4" y="225"/>
                    </a:lnTo>
                    <a:lnTo>
                      <a:pt x="0" y="230"/>
                    </a:lnTo>
                    <a:lnTo>
                      <a:pt x="3" y="230"/>
                    </a:lnTo>
                    <a:lnTo>
                      <a:pt x="9" y="230"/>
                    </a:lnTo>
                    <a:lnTo>
                      <a:pt x="13" y="233"/>
                    </a:lnTo>
                    <a:lnTo>
                      <a:pt x="17" y="234"/>
                    </a:lnTo>
                    <a:lnTo>
                      <a:pt x="23" y="236"/>
                    </a:lnTo>
                    <a:lnTo>
                      <a:pt x="30" y="239"/>
                    </a:lnTo>
                    <a:lnTo>
                      <a:pt x="38" y="240"/>
                    </a:lnTo>
                    <a:lnTo>
                      <a:pt x="47" y="241"/>
                    </a:lnTo>
                    <a:lnTo>
                      <a:pt x="57" y="239"/>
                    </a:lnTo>
                    <a:lnTo>
                      <a:pt x="64" y="235"/>
                    </a:lnTo>
                    <a:lnTo>
                      <a:pt x="68" y="228"/>
                    </a:lnTo>
                    <a:lnTo>
                      <a:pt x="69" y="222"/>
                    </a:lnTo>
                    <a:lnTo>
                      <a:pt x="69" y="212"/>
                    </a:lnTo>
                    <a:lnTo>
                      <a:pt x="71" y="202"/>
                    </a:lnTo>
                    <a:lnTo>
                      <a:pt x="74" y="194"/>
                    </a:lnTo>
                    <a:lnTo>
                      <a:pt x="77" y="189"/>
                    </a:lnTo>
                    <a:lnTo>
                      <a:pt x="80" y="188"/>
                    </a:lnTo>
                    <a:lnTo>
                      <a:pt x="81" y="184"/>
                    </a:lnTo>
                    <a:lnTo>
                      <a:pt x="81" y="181"/>
                    </a:lnTo>
                    <a:lnTo>
                      <a:pt x="79" y="176"/>
                    </a:lnTo>
                    <a:lnTo>
                      <a:pt x="80" y="174"/>
                    </a:lnTo>
                    <a:lnTo>
                      <a:pt x="84" y="173"/>
                    </a:lnTo>
                    <a:lnTo>
                      <a:pt x="85" y="172"/>
                    </a:lnTo>
                    <a:lnTo>
                      <a:pt x="84" y="167"/>
                    </a:lnTo>
                    <a:lnTo>
                      <a:pt x="83" y="164"/>
                    </a:lnTo>
                    <a:lnTo>
                      <a:pt x="84" y="158"/>
                    </a:lnTo>
                    <a:lnTo>
                      <a:pt x="85" y="151"/>
                    </a:lnTo>
                    <a:lnTo>
                      <a:pt x="87" y="143"/>
                    </a:lnTo>
                    <a:lnTo>
                      <a:pt x="92" y="142"/>
                    </a:lnTo>
                    <a:lnTo>
                      <a:pt x="95" y="141"/>
                    </a:lnTo>
                    <a:lnTo>
                      <a:pt x="99" y="142"/>
                    </a:lnTo>
                    <a:lnTo>
                      <a:pt x="102" y="142"/>
                    </a:lnTo>
                    <a:lnTo>
                      <a:pt x="108" y="139"/>
                    </a:lnTo>
                    <a:lnTo>
                      <a:pt x="109" y="134"/>
                    </a:lnTo>
                    <a:lnTo>
                      <a:pt x="106" y="126"/>
                    </a:lnTo>
                    <a:lnTo>
                      <a:pt x="102" y="119"/>
                    </a:lnTo>
                    <a:lnTo>
                      <a:pt x="99" y="112"/>
                    </a:lnTo>
                    <a:lnTo>
                      <a:pt x="94" y="101"/>
                    </a:lnTo>
                    <a:lnTo>
                      <a:pt x="89" y="91"/>
                    </a:lnTo>
                    <a:lnTo>
                      <a:pt x="85" y="82"/>
                    </a:lnTo>
                    <a:lnTo>
                      <a:pt x="84" y="80"/>
                    </a:lnTo>
                    <a:lnTo>
                      <a:pt x="83" y="77"/>
                    </a:lnTo>
                    <a:lnTo>
                      <a:pt x="83" y="76"/>
                    </a:lnTo>
                    <a:lnTo>
                      <a:pt x="81" y="74"/>
                    </a:lnTo>
                    <a:lnTo>
                      <a:pt x="83" y="69"/>
                    </a:lnTo>
                    <a:lnTo>
                      <a:pt x="84" y="63"/>
                    </a:lnTo>
                    <a:lnTo>
                      <a:pt x="86" y="59"/>
                    </a:lnTo>
                    <a:lnTo>
                      <a:pt x="89" y="54"/>
                    </a:lnTo>
                    <a:lnTo>
                      <a:pt x="91" y="53"/>
                    </a:lnTo>
                    <a:lnTo>
                      <a:pt x="92" y="51"/>
                    </a:lnTo>
                    <a:lnTo>
                      <a:pt x="92" y="50"/>
                    </a:lnTo>
                    <a:lnTo>
                      <a:pt x="93" y="49"/>
                    </a:lnTo>
                    <a:lnTo>
                      <a:pt x="95" y="43"/>
                    </a:lnTo>
                    <a:lnTo>
                      <a:pt x="95" y="37"/>
                    </a:lnTo>
                    <a:lnTo>
                      <a:pt x="95" y="34"/>
                    </a:lnTo>
                    <a:lnTo>
                      <a:pt x="94" y="30"/>
                    </a:lnTo>
                    <a:lnTo>
                      <a:pt x="101" y="28"/>
                    </a:lnTo>
                    <a:lnTo>
                      <a:pt x="108" y="23"/>
                    </a:lnTo>
                    <a:lnTo>
                      <a:pt x="112" y="17"/>
                    </a:lnTo>
                    <a:lnTo>
                      <a:pt x="115" y="10"/>
                    </a:lnTo>
                    <a:lnTo>
                      <a:pt x="118" y="9"/>
                    </a:lnTo>
                    <a:lnTo>
                      <a:pt x="122" y="7"/>
                    </a:lnTo>
                    <a:lnTo>
                      <a:pt x="125" y="5"/>
                    </a:lnTo>
                    <a:lnTo>
                      <a:pt x="1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1" name="Freeform 72">
                <a:extLst>
                  <a:ext uri="{FF2B5EF4-FFF2-40B4-BE49-F238E27FC236}">
                    <a16:creationId xmlns:a16="http://schemas.microsoft.com/office/drawing/2014/main" id="{9EE3B5E2-50E4-4188-BD3C-E3DC232BE9A3}"/>
                  </a:ext>
                </a:extLst>
              </p:cNvPr>
              <p:cNvSpPr>
                <a:spLocks/>
              </p:cNvSpPr>
              <p:nvPr/>
            </p:nvSpPr>
            <p:spPr bwMode="auto">
              <a:xfrm>
                <a:off x="3827" y="2902"/>
                <a:ext cx="42" cy="29"/>
              </a:xfrm>
              <a:custGeom>
                <a:avLst/>
                <a:gdLst>
                  <a:gd name="T0" fmla="*/ 42 w 79"/>
                  <a:gd name="T1" fmla="*/ 0 h 54"/>
                  <a:gd name="T2" fmla="*/ 40 w 79"/>
                  <a:gd name="T3" fmla="*/ 3 h 54"/>
                  <a:gd name="T4" fmla="*/ 38 w 79"/>
                  <a:gd name="T5" fmla="*/ 4 h 54"/>
                  <a:gd name="T6" fmla="*/ 36 w 79"/>
                  <a:gd name="T7" fmla="*/ 5 h 54"/>
                  <a:gd name="T8" fmla="*/ 35 w 79"/>
                  <a:gd name="T9" fmla="*/ 5 h 54"/>
                  <a:gd name="T10" fmla="*/ 33 w 79"/>
                  <a:gd name="T11" fmla="*/ 9 h 54"/>
                  <a:gd name="T12" fmla="*/ 31 w 79"/>
                  <a:gd name="T13" fmla="*/ 12 h 54"/>
                  <a:gd name="T14" fmla="*/ 27 w 79"/>
                  <a:gd name="T15" fmla="*/ 15 h 54"/>
                  <a:gd name="T16" fmla="*/ 23 w 79"/>
                  <a:gd name="T17" fmla="*/ 16 h 54"/>
                  <a:gd name="T18" fmla="*/ 21 w 79"/>
                  <a:gd name="T19" fmla="*/ 15 h 54"/>
                  <a:gd name="T20" fmla="*/ 18 w 79"/>
                  <a:gd name="T21" fmla="*/ 13 h 54"/>
                  <a:gd name="T22" fmla="*/ 14 w 79"/>
                  <a:gd name="T23" fmla="*/ 12 h 54"/>
                  <a:gd name="T24" fmla="*/ 12 w 79"/>
                  <a:gd name="T25" fmla="*/ 13 h 54"/>
                  <a:gd name="T26" fmla="*/ 10 w 79"/>
                  <a:gd name="T27" fmla="*/ 16 h 54"/>
                  <a:gd name="T28" fmla="*/ 6 w 79"/>
                  <a:gd name="T29" fmla="*/ 20 h 54"/>
                  <a:gd name="T30" fmla="*/ 3 w 79"/>
                  <a:gd name="T31" fmla="*/ 25 h 54"/>
                  <a:gd name="T32" fmla="*/ 0 w 79"/>
                  <a:gd name="T33" fmla="*/ 29 h 54"/>
                  <a:gd name="T34" fmla="*/ 1 w 79"/>
                  <a:gd name="T35" fmla="*/ 27 h 54"/>
                  <a:gd name="T36" fmla="*/ 1 w 79"/>
                  <a:gd name="T37" fmla="*/ 25 h 54"/>
                  <a:gd name="T38" fmla="*/ 2 w 79"/>
                  <a:gd name="T39" fmla="*/ 25 h 54"/>
                  <a:gd name="T40" fmla="*/ 2 w 79"/>
                  <a:gd name="T41" fmla="*/ 24 h 54"/>
                  <a:gd name="T42" fmla="*/ 0 w 79"/>
                  <a:gd name="T43" fmla="*/ 23 h 54"/>
                  <a:gd name="T44" fmla="*/ 0 w 79"/>
                  <a:gd name="T45" fmla="*/ 21 h 54"/>
                  <a:gd name="T46" fmla="*/ 0 w 79"/>
                  <a:gd name="T47" fmla="*/ 21 h 54"/>
                  <a:gd name="T48" fmla="*/ 1 w 79"/>
                  <a:gd name="T49" fmla="*/ 19 h 54"/>
                  <a:gd name="T50" fmla="*/ 2 w 79"/>
                  <a:gd name="T51" fmla="*/ 16 h 54"/>
                  <a:gd name="T52" fmla="*/ 3 w 79"/>
                  <a:gd name="T53" fmla="*/ 11 h 54"/>
                  <a:gd name="T54" fmla="*/ 6 w 79"/>
                  <a:gd name="T55" fmla="*/ 6 h 54"/>
                  <a:gd name="T56" fmla="*/ 7 w 79"/>
                  <a:gd name="T57" fmla="*/ 3 h 54"/>
                  <a:gd name="T58" fmla="*/ 9 w 79"/>
                  <a:gd name="T59" fmla="*/ 1 h 54"/>
                  <a:gd name="T60" fmla="*/ 11 w 79"/>
                  <a:gd name="T61" fmla="*/ 0 h 54"/>
                  <a:gd name="T62" fmla="*/ 12 w 79"/>
                  <a:gd name="T63" fmla="*/ 0 h 54"/>
                  <a:gd name="T64" fmla="*/ 12 w 79"/>
                  <a:gd name="T65" fmla="*/ 1 h 54"/>
                  <a:gd name="T66" fmla="*/ 14 w 79"/>
                  <a:gd name="T67" fmla="*/ 3 h 54"/>
                  <a:gd name="T68" fmla="*/ 15 w 79"/>
                  <a:gd name="T69" fmla="*/ 3 h 54"/>
                  <a:gd name="T70" fmla="*/ 19 w 79"/>
                  <a:gd name="T71" fmla="*/ 4 h 54"/>
                  <a:gd name="T72" fmla="*/ 23 w 79"/>
                  <a:gd name="T73" fmla="*/ 4 h 54"/>
                  <a:gd name="T74" fmla="*/ 27 w 79"/>
                  <a:gd name="T75" fmla="*/ 4 h 54"/>
                  <a:gd name="T76" fmla="*/ 32 w 79"/>
                  <a:gd name="T77" fmla="*/ 4 h 54"/>
                  <a:gd name="T78" fmla="*/ 37 w 79"/>
                  <a:gd name="T79" fmla="*/ 3 h 54"/>
                  <a:gd name="T80" fmla="*/ 42 w 79"/>
                  <a:gd name="T81" fmla="*/ 0 h 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9" h="54">
                    <a:moveTo>
                      <a:pt x="79" y="0"/>
                    </a:moveTo>
                    <a:lnTo>
                      <a:pt x="75" y="5"/>
                    </a:lnTo>
                    <a:lnTo>
                      <a:pt x="72" y="7"/>
                    </a:lnTo>
                    <a:lnTo>
                      <a:pt x="68" y="9"/>
                    </a:lnTo>
                    <a:lnTo>
                      <a:pt x="65" y="10"/>
                    </a:lnTo>
                    <a:lnTo>
                      <a:pt x="62" y="17"/>
                    </a:lnTo>
                    <a:lnTo>
                      <a:pt x="58" y="23"/>
                    </a:lnTo>
                    <a:lnTo>
                      <a:pt x="51" y="28"/>
                    </a:lnTo>
                    <a:lnTo>
                      <a:pt x="44" y="30"/>
                    </a:lnTo>
                    <a:lnTo>
                      <a:pt x="39" y="28"/>
                    </a:lnTo>
                    <a:lnTo>
                      <a:pt x="33" y="25"/>
                    </a:lnTo>
                    <a:lnTo>
                      <a:pt x="27" y="23"/>
                    </a:lnTo>
                    <a:lnTo>
                      <a:pt x="23" y="24"/>
                    </a:lnTo>
                    <a:lnTo>
                      <a:pt x="19" y="29"/>
                    </a:lnTo>
                    <a:lnTo>
                      <a:pt x="12" y="37"/>
                    </a:lnTo>
                    <a:lnTo>
                      <a:pt x="5" y="47"/>
                    </a:lnTo>
                    <a:lnTo>
                      <a:pt x="0" y="54"/>
                    </a:lnTo>
                    <a:lnTo>
                      <a:pt x="1" y="51"/>
                    </a:lnTo>
                    <a:lnTo>
                      <a:pt x="1" y="47"/>
                    </a:lnTo>
                    <a:lnTo>
                      <a:pt x="3" y="46"/>
                    </a:lnTo>
                    <a:lnTo>
                      <a:pt x="3" y="44"/>
                    </a:lnTo>
                    <a:lnTo>
                      <a:pt x="0" y="42"/>
                    </a:lnTo>
                    <a:lnTo>
                      <a:pt x="0" y="40"/>
                    </a:lnTo>
                    <a:lnTo>
                      <a:pt x="0" y="39"/>
                    </a:lnTo>
                    <a:lnTo>
                      <a:pt x="1" y="36"/>
                    </a:lnTo>
                    <a:lnTo>
                      <a:pt x="3" y="29"/>
                    </a:lnTo>
                    <a:lnTo>
                      <a:pt x="6" y="21"/>
                    </a:lnTo>
                    <a:lnTo>
                      <a:pt x="11" y="12"/>
                    </a:lnTo>
                    <a:lnTo>
                      <a:pt x="14" y="6"/>
                    </a:lnTo>
                    <a:lnTo>
                      <a:pt x="16" y="2"/>
                    </a:lnTo>
                    <a:lnTo>
                      <a:pt x="20" y="0"/>
                    </a:lnTo>
                    <a:lnTo>
                      <a:pt x="22" y="0"/>
                    </a:lnTo>
                    <a:lnTo>
                      <a:pt x="23" y="2"/>
                    </a:lnTo>
                    <a:lnTo>
                      <a:pt x="26" y="5"/>
                    </a:lnTo>
                    <a:lnTo>
                      <a:pt x="29" y="6"/>
                    </a:lnTo>
                    <a:lnTo>
                      <a:pt x="36" y="8"/>
                    </a:lnTo>
                    <a:lnTo>
                      <a:pt x="43" y="8"/>
                    </a:lnTo>
                    <a:lnTo>
                      <a:pt x="51" y="8"/>
                    </a:lnTo>
                    <a:lnTo>
                      <a:pt x="60" y="7"/>
                    </a:lnTo>
                    <a:lnTo>
                      <a:pt x="69" y="5"/>
                    </a:lnTo>
                    <a:lnTo>
                      <a:pt x="79"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2" name="Freeform 73">
                <a:extLst>
                  <a:ext uri="{FF2B5EF4-FFF2-40B4-BE49-F238E27FC236}">
                    <a16:creationId xmlns:a16="http://schemas.microsoft.com/office/drawing/2014/main" id="{38E81E25-3684-4EF7-B900-E505A532906B}"/>
                  </a:ext>
                </a:extLst>
              </p:cNvPr>
              <p:cNvSpPr>
                <a:spLocks/>
              </p:cNvSpPr>
              <p:nvPr/>
            </p:nvSpPr>
            <p:spPr bwMode="auto">
              <a:xfrm>
                <a:off x="3834" y="2992"/>
                <a:ext cx="11" cy="12"/>
              </a:xfrm>
              <a:custGeom>
                <a:avLst/>
                <a:gdLst>
                  <a:gd name="T0" fmla="*/ 10 w 20"/>
                  <a:gd name="T1" fmla="*/ 0 h 22"/>
                  <a:gd name="T2" fmla="*/ 11 w 20"/>
                  <a:gd name="T3" fmla="*/ 3 h 22"/>
                  <a:gd name="T4" fmla="*/ 10 w 20"/>
                  <a:gd name="T5" fmla="*/ 3 h 22"/>
                  <a:gd name="T6" fmla="*/ 8 w 20"/>
                  <a:gd name="T7" fmla="*/ 4 h 22"/>
                  <a:gd name="T8" fmla="*/ 8 w 20"/>
                  <a:gd name="T9" fmla="*/ 5 h 22"/>
                  <a:gd name="T10" fmla="*/ 9 w 20"/>
                  <a:gd name="T11" fmla="*/ 8 h 22"/>
                  <a:gd name="T12" fmla="*/ 9 w 20"/>
                  <a:gd name="T13" fmla="*/ 9 h 22"/>
                  <a:gd name="T14" fmla="*/ 8 w 20"/>
                  <a:gd name="T15" fmla="*/ 11 h 22"/>
                  <a:gd name="T16" fmla="*/ 7 w 20"/>
                  <a:gd name="T17" fmla="*/ 12 h 22"/>
                  <a:gd name="T18" fmla="*/ 4 w 20"/>
                  <a:gd name="T19" fmla="*/ 9 h 22"/>
                  <a:gd name="T20" fmla="*/ 3 w 20"/>
                  <a:gd name="T21" fmla="*/ 7 h 22"/>
                  <a:gd name="T22" fmla="*/ 2 w 20"/>
                  <a:gd name="T23" fmla="*/ 4 h 22"/>
                  <a:gd name="T24" fmla="*/ 0 w 20"/>
                  <a:gd name="T25" fmla="*/ 1 h 22"/>
                  <a:gd name="T26" fmla="*/ 3 w 20"/>
                  <a:gd name="T27" fmla="*/ 1 h 22"/>
                  <a:gd name="T28" fmla="*/ 5 w 20"/>
                  <a:gd name="T29" fmla="*/ 0 h 22"/>
                  <a:gd name="T30" fmla="*/ 8 w 20"/>
                  <a:gd name="T31" fmla="*/ 0 h 22"/>
                  <a:gd name="T32" fmla="*/ 10 w 2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2">
                    <a:moveTo>
                      <a:pt x="19" y="0"/>
                    </a:moveTo>
                    <a:lnTo>
                      <a:pt x="20" y="5"/>
                    </a:lnTo>
                    <a:lnTo>
                      <a:pt x="19" y="6"/>
                    </a:lnTo>
                    <a:lnTo>
                      <a:pt x="15" y="7"/>
                    </a:lnTo>
                    <a:lnTo>
                      <a:pt x="14" y="9"/>
                    </a:lnTo>
                    <a:lnTo>
                      <a:pt x="16" y="14"/>
                    </a:lnTo>
                    <a:lnTo>
                      <a:pt x="16" y="17"/>
                    </a:lnTo>
                    <a:lnTo>
                      <a:pt x="15" y="21"/>
                    </a:lnTo>
                    <a:lnTo>
                      <a:pt x="12" y="22"/>
                    </a:lnTo>
                    <a:lnTo>
                      <a:pt x="8" y="17"/>
                    </a:lnTo>
                    <a:lnTo>
                      <a:pt x="5" y="13"/>
                    </a:lnTo>
                    <a:lnTo>
                      <a:pt x="3" y="7"/>
                    </a:lnTo>
                    <a:lnTo>
                      <a:pt x="0" y="2"/>
                    </a:lnTo>
                    <a:lnTo>
                      <a:pt x="5" y="1"/>
                    </a:lnTo>
                    <a:lnTo>
                      <a:pt x="9" y="0"/>
                    </a:lnTo>
                    <a:lnTo>
                      <a:pt x="14" y="0"/>
                    </a:lnTo>
                    <a:lnTo>
                      <a:pt x="1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3" name="Freeform 74">
                <a:extLst>
                  <a:ext uri="{FF2B5EF4-FFF2-40B4-BE49-F238E27FC236}">
                    <a16:creationId xmlns:a16="http://schemas.microsoft.com/office/drawing/2014/main" id="{6C2E9D14-F0B9-482C-BBA9-9235ED24B60F}"/>
                  </a:ext>
                </a:extLst>
              </p:cNvPr>
              <p:cNvSpPr>
                <a:spLocks/>
              </p:cNvSpPr>
              <p:nvPr/>
            </p:nvSpPr>
            <p:spPr bwMode="auto">
              <a:xfrm>
                <a:off x="3798" y="3015"/>
                <a:ext cx="38" cy="18"/>
              </a:xfrm>
              <a:custGeom>
                <a:avLst/>
                <a:gdLst>
                  <a:gd name="T0" fmla="*/ 9 w 69"/>
                  <a:gd name="T1" fmla="*/ 14 h 31"/>
                  <a:gd name="T2" fmla="*/ 13 w 69"/>
                  <a:gd name="T3" fmla="*/ 15 h 31"/>
                  <a:gd name="T4" fmla="*/ 17 w 69"/>
                  <a:gd name="T5" fmla="*/ 17 h 31"/>
                  <a:gd name="T6" fmla="*/ 21 w 69"/>
                  <a:gd name="T7" fmla="*/ 17 h 31"/>
                  <a:gd name="T8" fmla="*/ 26 w 69"/>
                  <a:gd name="T9" fmla="*/ 18 h 31"/>
                  <a:gd name="T10" fmla="*/ 31 w 69"/>
                  <a:gd name="T11" fmla="*/ 17 h 31"/>
                  <a:gd name="T12" fmla="*/ 35 w 69"/>
                  <a:gd name="T13" fmla="*/ 15 h 31"/>
                  <a:gd name="T14" fmla="*/ 37 w 69"/>
                  <a:gd name="T15" fmla="*/ 10 h 31"/>
                  <a:gd name="T16" fmla="*/ 38 w 69"/>
                  <a:gd name="T17" fmla="*/ 7 h 31"/>
                  <a:gd name="T18" fmla="*/ 35 w 69"/>
                  <a:gd name="T19" fmla="*/ 7 h 31"/>
                  <a:gd name="T20" fmla="*/ 31 w 69"/>
                  <a:gd name="T21" fmla="*/ 7 h 31"/>
                  <a:gd name="T22" fmla="*/ 28 w 69"/>
                  <a:gd name="T23" fmla="*/ 6 h 31"/>
                  <a:gd name="T24" fmla="*/ 25 w 69"/>
                  <a:gd name="T25" fmla="*/ 5 h 31"/>
                  <a:gd name="T26" fmla="*/ 21 w 69"/>
                  <a:gd name="T27" fmla="*/ 5 h 31"/>
                  <a:gd name="T28" fmla="*/ 19 w 69"/>
                  <a:gd name="T29" fmla="*/ 3 h 31"/>
                  <a:gd name="T30" fmla="*/ 17 w 69"/>
                  <a:gd name="T31" fmla="*/ 1 h 31"/>
                  <a:gd name="T32" fmla="*/ 14 w 69"/>
                  <a:gd name="T33" fmla="*/ 0 h 31"/>
                  <a:gd name="T34" fmla="*/ 10 w 69"/>
                  <a:gd name="T35" fmla="*/ 2 h 31"/>
                  <a:gd name="T36" fmla="*/ 6 w 69"/>
                  <a:gd name="T37" fmla="*/ 6 h 31"/>
                  <a:gd name="T38" fmla="*/ 2 w 69"/>
                  <a:gd name="T39" fmla="*/ 9 h 31"/>
                  <a:gd name="T40" fmla="*/ 0 w 69"/>
                  <a:gd name="T41" fmla="*/ 12 h 31"/>
                  <a:gd name="T42" fmla="*/ 2 w 69"/>
                  <a:gd name="T43" fmla="*/ 12 h 31"/>
                  <a:gd name="T44" fmla="*/ 5 w 69"/>
                  <a:gd name="T45" fmla="*/ 12 h 31"/>
                  <a:gd name="T46" fmla="*/ 7 w 69"/>
                  <a:gd name="T47" fmla="*/ 13 h 31"/>
                  <a:gd name="T48" fmla="*/ 9 w 69"/>
                  <a:gd name="T49" fmla="*/ 1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31">
                    <a:moveTo>
                      <a:pt x="17" y="24"/>
                    </a:moveTo>
                    <a:lnTo>
                      <a:pt x="23" y="26"/>
                    </a:lnTo>
                    <a:lnTo>
                      <a:pt x="30" y="29"/>
                    </a:lnTo>
                    <a:lnTo>
                      <a:pt x="38" y="30"/>
                    </a:lnTo>
                    <a:lnTo>
                      <a:pt x="47" y="31"/>
                    </a:lnTo>
                    <a:lnTo>
                      <a:pt x="57" y="29"/>
                    </a:lnTo>
                    <a:lnTo>
                      <a:pt x="64" y="25"/>
                    </a:lnTo>
                    <a:lnTo>
                      <a:pt x="68" y="18"/>
                    </a:lnTo>
                    <a:lnTo>
                      <a:pt x="69" y="12"/>
                    </a:lnTo>
                    <a:lnTo>
                      <a:pt x="63" y="12"/>
                    </a:lnTo>
                    <a:lnTo>
                      <a:pt x="57" y="12"/>
                    </a:lnTo>
                    <a:lnTo>
                      <a:pt x="51" y="11"/>
                    </a:lnTo>
                    <a:lnTo>
                      <a:pt x="46" y="9"/>
                    </a:lnTo>
                    <a:lnTo>
                      <a:pt x="39" y="8"/>
                    </a:lnTo>
                    <a:lnTo>
                      <a:pt x="34" y="6"/>
                    </a:lnTo>
                    <a:lnTo>
                      <a:pt x="30" y="2"/>
                    </a:lnTo>
                    <a:lnTo>
                      <a:pt x="26" y="0"/>
                    </a:lnTo>
                    <a:lnTo>
                      <a:pt x="19" y="4"/>
                    </a:lnTo>
                    <a:lnTo>
                      <a:pt x="11" y="10"/>
                    </a:lnTo>
                    <a:lnTo>
                      <a:pt x="4" y="15"/>
                    </a:lnTo>
                    <a:lnTo>
                      <a:pt x="0" y="20"/>
                    </a:lnTo>
                    <a:lnTo>
                      <a:pt x="3" y="20"/>
                    </a:lnTo>
                    <a:lnTo>
                      <a:pt x="9" y="20"/>
                    </a:lnTo>
                    <a:lnTo>
                      <a:pt x="13" y="23"/>
                    </a:lnTo>
                    <a:lnTo>
                      <a:pt x="17" y="2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4" name="Freeform 75">
                <a:extLst>
                  <a:ext uri="{FF2B5EF4-FFF2-40B4-BE49-F238E27FC236}">
                    <a16:creationId xmlns:a16="http://schemas.microsoft.com/office/drawing/2014/main" id="{866886F8-DA5F-41DB-9F7A-962D5B551FC4}"/>
                  </a:ext>
                </a:extLst>
              </p:cNvPr>
              <p:cNvSpPr>
                <a:spLocks/>
              </p:cNvSpPr>
              <p:nvPr/>
            </p:nvSpPr>
            <p:spPr bwMode="auto">
              <a:xfrm>
                <a:off x="3845" y="2976"/>
                <a:ext cx="10" cy="3"/>
              </a:xfrm>
              <a:custGeom>
                <a:avLst/>
                <a:gdLst>
                  <a:gd name="T0" fmla="*/ 9 w 18"/>
                  <a:gd name="T1" fmla="*/ 3 h 6"/>
                  <a:gd name="T2" fmla="*/ 8 w 18"/>
                  <a:gd name="T3" fmla="*/ 3 h 6"/>
                  <a:gd name="T4" fmla="*/ 6 w 18"/>
                  <a:gd name="T5" fmla="*/ 2 h 6"/>
                  <a:gd name="T6" fmla="*/ 4 w 18"/>
                  <a:gd name="T7" fmla="*/ 3 h 6"/>
                  <a:gd name="T8" fmla="*/ 1 w 18"/>
                  <a:gd name="T9" fmla="*/ 3 h 6"/>
                  <a:gd name="T10" fmla="*/ 0 w 18"/>
                  <a:gd name="T11" fmla="*/ 3 h 6"/>
                  <a:gd name="T12" fmla="*/ 0 w 18"/>
                  <a:gd name="T13" fmla="*/ 2 h 6"/>
                  <a:gd name="T14" fmla="*/ 1 w 18"/>
                  <a:gd name="T15" fmla="*/ 1 h 6"/>
                  <a:gd name="T16" fmla="*/ 1 w 18"/>
                  <a:gd name="T17" fmla="*/ 0 h 6"/>
                  <a:gd name="T18" fmla="*/ 4 w 18"/>
                  <a:gd name="T19" fmla="*/ 0 h 6"/>
                  <a:gd name="T20" fmla="*/ 8 w 18"/>
                  <a:gd name="T21" fmla="*/ 1 h 6"/>
                  <a:gd name="T22" fmla="*/ 10 w 18"/>
                  <a:gd name="T23" fmla="*/ 1 h 6"/>
                  <a:gd name="T24" fmla="*/ 9 w 18"/>
                  <a:gd name="T25" fmla="*/ 3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6">
                    <a:moveTo>
                      <a:pt x="17" y="5"/>
                    </a:moveTo>
                    <a:lnTo>
                      <a:pt x="14" y="5"/>
                    </a:lnTo>
                    <a:lnTo>
                      <a:pt x="10" y="4"/>
                    </a:lnTo>
                    <a:lnTo>
                      <a:pt x="7" y="5"/>
                    </a:lnTo>
                    <a:lnTo>
                      <a:pt x="2" y="6"/>
                    </a:lnTo>
                    <a:lnTo>
                      <a:pt x="0" y="5"/>
                    </a:lnTo>
                    <a:lnTo>
                      <a:pt x="0" y="4"/>
                    </a:lnTo>
                    <a:lnTo>
                      <a:pt x="1" y="1"/>
                    </a:lnTo>
                    <a:lnTo>
                      <a:pt x="2" y="0"/>
                    </a:lnTo>
                    <a:lnTo>
                      <a:pt x="8" y="0"/>
                    </a:lnTo>
                    <a:lnTo>
                      <a:pt x="14" y="1"/>
                    </a:lnTo>
                    <a:lnTo>
                      <a:pt x="18" y="2"/>
                    </a:lnTo>
                    <a:lnTo>
                      <a:pt x="17"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5" name="Freeform 76">
                <a:extLst>
                  <a:ext uri="{FF2B5EF4-FFF2-40B4-BE49-F238E27FC236}">
                    <a16:creationId xmlns:a16="http://schemas.microsoft.com/office/drawing/2014/main" id="{D9028BBB-6356-4562-B370-A82017CE4612}"/>
                  </a:ext>
                </a:extLst>
              </p:cNvPr>
              <p:cNvSpPr>
                <a:spLocks/>
              </p:cNvSpPr>
              <p:nvPr/>
            </p:nvSpPr>
            <p:spPr bwMode="auto">
              <a:xfrm>
                <a:off x="3833" y="2931"/>
                <a:ext cx="14" cy="10"/>
              </a:xfrm>
              <a:custGeom>
                <a:avLst/>
                <a:gdLst>
                  <a:gd name="T0" fmla="*/ 10 w 26"/>
                  <a:gd name="T1" fmla="*/ 10 h 20"/>
                  <a:gd name="T2" fmla="*/ 11 w 26"/>
                  <a:gd name="T3" fmla="*/ 8 h 20"/>
                  <a:gd name="T4" fmla="*/ 11 w 26"/>
                  <a:gd name="T5" fmla="*/ 5 h 20"/>
                  <a:gd name="T6" fmla="*/ 12 w 26"/>
                  <a:gd name="T7" fmla="*/ 3 h 20"/>
                  <a:gd name="T8" fmla="*/ 14 w 26"/>
                  <a:gd name="T9" fmla="*/ 0 h 20"/>
                  <a:gd name="T10" fmla="*/ 11 w 26"/>
                  <a:gd name="T11" fmla="*/ 3 h 20"/>
                  <a:gd name="T12" fmla="*/ 7 w 26"/>
                  <a:gd name="T13" fmla="*/ 6 h 20"/>
                  <a:gd name="T14" fmla="*/ 3 w 26"/>
                  <a:gd name="T15" fmla="*/ 8 h 20"/>
                  <a:gd name="T16" fmla="*/ 0 w 26"/>
                  <a:gd name="T17" fmla="*/ 9 h 20"/>
                  <a:gd name="T18" fmla="*/ 3 w 26"/>
                  <a:gd name="T19" fmla="*/ 9 h 20"/>
                  <a:gd name="T20" fmla="*/ 5 w 26"/>
                  <a:gd name="T21" fmla="*/ 10 h 20"/>
                  <a:gd name="T22" fmla="*/ 8 w 26"/>
                  <a:gd name="T23" fmla="*/ 10 h 20"/>
                  <a:gd name="T24" fmla="*/ 10 w 26"/>
                  <a:gd name="T25" fmla="*/ 1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0">
                    <a:moveTo>
                      <a:pt x="18" y="20"/>
                    </a:moveTo>
                    <a:lnTo>
                      <a:pt x="20" y="15"/>
                    </a:lnTo>
                    <a:lnTo>
                      <a:pt x="21" y="9"/>
                    </a:lnTo>
                    <a:lnTo>
                      <a:pt x="23" y="5"/>
                    </a:lnTo>
                    <a:lnTo>
                      <a:pt x="26" y="0"/>
                    </a:lnTo>
                    <a:lnTo>
                      <a:pt x="20" y="5"/>
                    </a:lnTo>
                    <a:lnTo>
                      <a:pt x="13" y="11"/>
                    </a:lnTo>
                    <a:lnTo>
                      <a:pt x="6" y="15"/>
                    </a:lnTo>
                    <a:lnTo>
                      <a:pt x="0" y="18"/>
                    </a:lnTo>
                    <a:lnTo>
                      <a:pt x="5" y="18"/>
                    </a:lnTo>
                    <a:lnTo>
                      <a:pt x="10" y="19"/>
                    </a:lnTo>
                    <a:lnTo>
                      <a:pt x="15" y="19"/>
                    </a:lnTo>
                    <a:lnTo>
                      <a:pt x="18" y="2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6" name="Freeform 77">
                <a:extLst>
                  <a:ext uri="{FF2B5EF4-FFF2-40B4-BE49-F238E27FC236}">
                    <a16:creationId xmlns:a16="http://schemas.microsoft.com/office/drawing/2014/main" id="{27390300-DD90-4249-852A-BE45A8A9239F}"/>
                  </a:ext>
                </a:extLst>
              </p:cNvPr>
              <p:cNvSpPr>
                <a:spLocks/>
              </p:cNvSpPr>
              <p:nvPr/>
            </p:nvSpPr>
            <p:spPr bwMode="auto">
              <a:xfrm>
                <a:off x="3828" y="2918"/>
                <a:ext cx="23" cy="21"/>
              </a:xfrm>
              <a:custGeom>
                <a:avLst/>
                <a:gdLst>
                  <a:gd name="T0" fmla="*/ 22 w 42"/>
                  <a:gd name="T1" fmla="*/ 0 h 38"/>
                  <a:gd name="T2" fmla="*/ 23 w 42"/>
                  <a:gd name="T3" fmla="*/ 2 h 38"/>
                  <a:gd name="T4" fmla="*/ 23 w 42"/>
                  <a:gd name="T5" fmla="*/ 4 h 38"/>
                  <a:gd name="T6" fmla="*/ 23 w 42"/>
                  <a:gd name="T7" fmla="*/ 7 h 38"/>
                  <a:gd name="T8" fmla="*/ 22 w 42"/>
                  <a:gd name="T9" fmla="*/ 11 h 38"/>
                  <a:gd name="T10" fmla="*/ 20 w 42"/>
                  <a:gd name="T11" fmla="*/ 9 h 38"/>
                  <a:gd name="T12" fmla="*/ 18 w 42"/>
                  <a:gd name="T13" fmla="*/ 9 h 38"/>
                  <a:gd name="T14" fmla="*/ 15 w 42"/>
                  <a:gd name="T15" fmla="*/ 11 h 38"/>
                  <a:gd name="T16" fmla="*/ 12 w 42"/>
                  <a:gd name="T17" fmla="*/ 12 h 38"/>
                  <a:gd name="T18" fmla="*/ 8 w 42"/>
                  <a:gd name="T19" fmla="*/ 13 h 38"/>
                  <a:gd name="T20" fmla="*/ 5 w 42"/>
                  <a:gd name="T21" fmla="*/ 16 h 38"/>
                  <a:gd name="T22" fmla="*/ 2 w 42"/>
                  <a:gd name="T23" fmla="*/ 18 h 38"/>
                  <a:gd name="T24" fmla="*/ 0 w 42"/>
                  <a:gd name="T25" fmla="*/ 21 h 38"/>
                  <a:gd name="T26" fmla="*/ 1 w 42"/>
                  <a:gd name="T27" fmla="*/ 18 h 38"/>
                  <a:gd name="T28" fmla="*/ 3 w 42"/>
                  <a:gd name="T29" fmla="*/ 16 h 38"/>
                  <a:gd name="T30" fmla="*/ 5 w 42"/>
                  <a:gd name="T31" fmla="*/ 13 h 38"/>
                  <a:gd name="T32" fmla="*/ 9 w 42"/>
                  <a:gd name="T33" fmla="*/ 9 h 38"/>
                  <a:gd name="T34" fmla="*/ 12 w 42"/>
                  <a:gd name="T35" fmla="*/ 7 h 38"/>
                  <a:gd name="T36" fmla="*/ 15 w 42"/>
                  <a:gd name="T37" fmla="*/ 4 h 38"/>
                  <a:gd name="T38" fmla="*/ 19 w 42"/>
                  <a:gd name="T39" fmla="*/ 1 h 38"/>
                  <a:gd name="T40" fmla="*/ 22 w 42"/>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38">
                    <a:moveTo>
                      <a:pt x="41" y="0"/>
                    </a:moveTo>
                    <a:lnTo>
                      <a:pt x="42" y="4"/>
                    </a:lnTo>
                    <a:lnTo>
                      <a:pt x="42" y="7"/>
                    </a:lnTo>
                    <a:lnTo>
                      <a:pt x="42" y="13"/>
                    </a:lnTo>
                    <a:lnTo>
                      <a:pt x="40" y="19"/>
                    </a:lnTo>
                    <a:lnTo>
                      <a:pt x="36" y="17"/>
                    </a:lnTo>
                    <a:lnTo>
                      <a:pt x="32" y="17"/>
                    </a:lnTo>
                    <a:lnTo>
                      <a:pt x="27" y="19"/>
                    </a:lnTo>
                    <a:lnTo>
                      <a:pt x="21" y="21"/>
                    </a:lnTo>
                    <a:lnTo>
                      <a:pt x="15" y="24"/>
                    </a:lnTo>
                    <a:lnTo>
                      <a:pt x="9" y="29"/>
                    </a:lnTo>
                    <a:lnTo>
                      <a:pt x="4" y="33"/>
                    </a:lnTo>
                    <a:lnTo>
                      <a:pt x="0" y="38"/>
                    </a:lnTo>
                    <a:lnTo>
                      <a:pt x="2" y="33"/>
                    </a:lnTo>
                    <a:lnTo>
                      <a:pt x="5" y="29"/>
                    </a:lnTo>
                    <a:lnTo>
                      <a:pt x="10" y="23"/>
                    </a:lnTo>
                    <a:lnTo>
                      <a:pt x="16" y="17"/>
                    </a:lnTo>
                    <a:lnTo>
                      <a:pt x="21" y="12"/>
                    </a:lnTo>
                    <a:lnTo>
                      <a:pt x="28" y="7"/>
                    </a:lnTo>
                    <a:lnTo>
                      <a:pt x="34" y="2"/>
                    </a:lnTo>
                    <a:lnTo>
                      <a:pt x="4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7" name="Freeform 78">
                <a:extLst>
                  <a:ext uri="{FF2B5EF4-FFF2-40B4-BE49-F238E27FC236}">
                    <a16:creationId xmlns:a16="http://schemas.microsoft.com/office/drawing/2014/main" id="{900B0018-BAF1-49DE-93BA-537A5490F699}"/>
                  </a:ext>
                </a:extLst>
              </p:cNvPr>
              <p:cNvSpPr>
                <a:spLocks/>
              </p:cNvSpPr>
              <p:nvPr/>
            </p:nvSpPr>
            <p:spPr bwMode="auto">
              <a:xfrm>
                <a:off x="3844" y="2945"/>
                <a:ext cx="11" cy="23"/>
              </a:xfrm>
              <a:custGeom>
                <a:avLst/>
                <a:gdLst>
                  <a:gd name="T0" fmla="*/ 11 w 19"/>
                  <a:gd name="T1" fmla="*/ 21 h 41"/>
                  <a:gd name="T2" fmla="*/ 9 w 19"/>
                  <a:gd name="T3" fmla="*/ 17 h 41"/>
                  <a:gd name="T4" fmla="*/ 6 w 19"/>
                  <a:gd name="T5" fmla="*/ 11 h 41"/>
                  <a:gd name="T6" fmla="*/ 3 w 19"/>
                  <a:gd name="T7" fmla="*/ 5 h 41"/>
                  <a:gd name="T8" fmla="*/ 1 w 19"/>
                  <a:gd name="T9" fmla="*/ 0 h 41"/>
                  <a:gd name="T10" fmla="*/ 0 w 19"/>
                  <a:gd name="T11" fmla="*/ 3 h 41"/>
                  <a:gd name="T12" fmla="*/ 1 w 19"/>
                  <a:gd name="T13" fmla="*/ 10 h 41"/>
                  <a:gd name="T14" fmla="*/ 2 w 19"/>
                  <a:gd name="T15" fmla="*/ 17 h 41"/>
                  <a:gd name="T16" fmla="*/ 2 w 19"/>
                  <a:gd name="T17" fmla="*/ 23 h 41"/>
                  <a:gd name="T18" fmla="*/ 5 w 19"/>
                  <a:gd name="T19" fmla="*/ 22 h 41"/>
                  <a:gd name="T20" fmla="*/ 8 w 19"/>
                  <a:gd name="T21" fmla="*/ 21 h 41"/>
                  <a:gd name="T22" fmla="*/ 10 w 19"/>
                  <a:gd name="T23" fmla="*/ 21 h 41"/>
                  <a:gd name="T24" fmla="*/ 11 w 19"/>
                  <a:gd name="T25" fmla="*/ 2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41">
                    <a:moveTo>
                      <a:pt x="19" y="37"/>
                    </a:moveTo>
                    <a:lnTo>
                      <a:pt x="16" y="30"/>
                    </a:lnTo>
                    <a:lnTo>
                      <a:pt x="11" y="19"/>
                    </a:lnTo>
                    <a:lnTo>
                      <a:pt x="6" y="9"/>
                    </a:lnTo>
                    <a:lnTo>
                      <a:pt x="2" y="0"/>
                    </a:lnTo>
                    <a:lnTo>
                      <a:pt x="0" y="6"/>
                    </a:lnTo>
                    <a:lnTo>
                      <a:pt x="2" y="17"/>
                    </a:lnTo>
                    <a:lnTo>
                      <a:pt x="4" y="31"/>
                    </a:lnTo>
                    <a:lnTo>
                      <a:pt x="4" y="41"/>
                    </a:lnTo>
                    <a:lnTo>
                      <a:pt x="9" y="39"/>
                    </a:lnTo>
                    <a:lnTo>
                      <a:pt x="13" y="38"/>
                    </a:lnTo>
                    <a:lnTo>
                      <a:pt x="17" y="38"/>
                    </a:lnTo>
                    <a:lnTo>
                      <a:pt x="19" y="3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8" name="Freeform 79">
                <a:extLst>
                  <a:ext uri="{FF2B5EF4-FFF2-40B4-BE49-F238E27FC236}">
                    <a16:creationId xmlns:a16="http://schemas.microsoft.com/office/drawing/2014/main" id="{022301A8-6C03-4B2B-9B75-3D45446FFD45}"/>
                  </a:ext>
                </a:extLst>
              </p:cNvPr>
              <p:cNvSpPr>
                <a:spLocks/>
              </p:cNvSpPr>
              <p:nvPr/>
            </p:nvSpPr>
            <p:spPr bwMode="auto">
              <a:xfrm>
                <a:off x="3807" y="2939"/>
                <a:ext cx="23" cy="75"/>
              </a:xfrm>
              <a:custGeom>
                <a:avLst/>
                <a:gdLst>
                  <a:gd name="T0" fmla="*/ 21 w 42"/>
                  <a:gd name="T1" fmla="*/ 0 h 138"/>
                  <a:gd name="T2" fmla="*/ 18 w 42"/>
                  <a:gd name="T3" fmla="*/ 3 h 138"/>
                  <a:gd name="T4" fmla="*/ 15 w 42"/>
                  <a:gd name="T5" fmla="*/ 7 h 138"/>
                  <a:gd name="T6" fmla="*/ 12 w 42"/>
                  <a:gd name="T7" fmla="*/ 12 h 138"/>
                  <a:gd name="T8" fmla="*/ 8 w 42"/>
                  <a:gd name="T9" fmla="*/ 17 h 138"/>
                  <a:gd name="T10" fmla="*/ 4 w 42"/>
                  <a:gd name="T11" fmla="*/ 23 h 138"/>
                  <a:gd name="T12" fmla="*/ 2 w 42"/>
                  <a:gd name="T13" fmla="*/ 27 h 138"/>
                  <a:gd name="T14" fmla="*/ 1 w 42"/>
                  <a:gd name="T15" fmla="*/ 30 h 138"/>
                  <a:gd name="T16" fmla="*/ 0 w 42"/>
                  <a:gd name="T17" fmla="*/ 33 h 138"/>
                  <a:gd name="T18" fmla="*/ 2 w 42"/>
                  <a:gd name="T19" fmla="*/ 38 h 138"/>
                  <a:gd name="T20" fmla="*/ 6 w 42"/>
                  <a:gd name="T21" fmla="*/ 48 h 138"/>
                  <a:gd name="T22" fmla="*/ 8 w 42"/>
                  <a:gd name="T23" fmla="*/ 61 h 138"/>
                  <a:gd name="T24" fmla="*/ 5 w 42"/>
                  <a:gd name="T25" fmla="*/ 75 h 138"/>
                  <a:gd name="T26" fmla="*/ 9 w 42"/>
                  <a:gd name="T27" fmla="*/ 66 h 138"/>
                  <a:gd name="T28" fmla="*/ 13 w 42"/>
                  <a:gd name="T29" fmla="*/ 55 h 138"/>
                  <a:gd name="T30" fmla="*/ 18 w 42"/>
                  <a:gd name="T31" fmla="*/ 46 h 138"/>
                  <a:gd name="T32" fmla="*/ 22 w 42"/>
                  <a:gd name="T33" fmla="*/ 40 h 138"/>
                  <a:gd name="T34" fmla="*/ 23 w 42"/>
                  <a:gd name="T35" fmla="*/ 36 h 138"/>
                  <a:gd name="T36" fmla="*/ 23 w 42"/>
                  <a:gd name="T37" fmla="*/ 32 h 138"/>
                  <a:gd name="T38" fmla="*/ 21 w 42"/>
                  <a:gd name="T39" fmla="*/ 28 h 138"/>
                  <a:gd name="T40" fmla="*/ 19 w 42"/>
                  <a:gd name="T41" fmla="*/ 25 h 138"/>
                  <a:gd name="T42" fmla="*/ 17 w 42"/>
                  <a:gd name="T43" fmla="*/ 21 h 138"/>
                  <a:gd name="T44" fmla="*/ 15 w 42"/>
                  <a:gd name="T45" fmla="*/ 15 h 138"/>
                  <a:gd name="T46" fmla="*/ 17 w 42"/>
                  <a:gd name="T47" fmla="*/ 7 h 138"/>
                  <a:gd name="T48" fmla="*/ 21 w 42"/>
                  <a:gd name="T49" fmla="*/ 0 h 1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2" h="138">
                    <a:moveTo>
                      <a:pt x="38" y="0"/>
                    </a:moveTo>
                    <a:lnTo>
                      <a:pt x="33" y="6"/>
                    </a:lnTo>
                    <a:lnTo>
                      <a:pt x="27" y="13"/>
                    </a:lnTo>
                    <a:lnTo>
                      <a:pt x="21" y="22"/>
                    </a:lnTo>
                    <a:lnTo>
                      <a:pt x="15" y="31"/>
                    </a:lnTo>
                    <a:lnTo>
                      <a:pt x="8" y="42"/>
                    </a:lnTo>
                    <a:lnTo>
                      <a:pt x="3" y="50"/>
                    </a:lnTo>
                    <a:lnTo>
                      <a:pt x="1" y="55"/>
                    </a:lnTo>
                    <a:lnTo>
                      <a:pt x="0" y="60"/>
                    </a:lnTo>
                    <a:lnTo>
                      <a:pt x="4" y="70"/>
                    </a:lnTo>
                    <a:lnTo>
                      <a:pt x="11" y="89"/>
                    </a:lnTo>
                    <a:lnTo>
                      <a:pt x="15" y="113"/>
                    </a:lnTo>
                    <a:lnTo>
                      <a:pt x="10" y="138"/>
                    </a:lnTo>
                    <a:lnTo>
                      <a:pt x="16" y="121"/>
                    </a:lnTo>
                    <a:lnTo>
                      <a:pt x="24" y="101"/>
                    </a:lnTo>
                    <a:lnTo>
                      <a:pt x="32" y="84"/>
                    </a:lnTo>
                    <a:lnTo>
                      <a:pt x="41" y="73"/>
                    </a:lnTo>
                    <a:lnTo>
                      <a:pt x="42" y="67"/>
                    </a:lnTo>
                    <a:lnTo>
                      <a:pt x="42" y="59"/>
                    </a:lnTo>
                    <a:lnTo>
                      <a:pt x="39" y="52"/>
                    </a:lnTo>
                    <a:lnTo>
                      <a:pt x="35" y="46"/>
                    </a:lnTo>
                    <a:lnTo>
                      <a:pt x="31" y="38"/>
                    </a:lnTo>
                    <a:lnTo>
                      <a:pt x="28" y="27"/>
                    </a:lnTo>
                    <a:lnTo>
                      <a:pt x="31" y="13"/>
                    </a:lnTo>
                    <a:lnTo>
                      <a:pt x="38"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9" name="Freeform 80">
                <a:extLst>
                  <a:ext uri="{FF2B5EF4-FFF2-40B4-BE49-F238E27FC236}">
                    <a16:creationId xmlns:a16="http://schemas.microsoft.com/office/drawing/2014/main" id="{8E600E91-5246-4172-A18B-A06F76F603E8}"/>
                  </a:ext>
                </a:extLst>
              </p:cNvPr>
              <p:cNvSpPr>
                <a:spLocks/>
              </p:cNvSpPr>
              <p:nvPr/>
            </p:nvSpPr>
            <p:spPr bwMode="auto">
              <a:xfrm>
                <a:off x="3264" y="3089"/>
                <a:ext cx="371" cy="511"/>
              </a:xfrm>
              <a:custGeom>
                <a:avLst/>
                <a:gdLst>
                  <a:gd name="T0" fmla="*/ 359 w 680"/>
                  <a:gd name="T1" fmla="*/ 238 h 937"/>
                  <a:gd name="T2" fmla="*/ 348 w 680"/>
                  <a:gd name="T3" fmla="*/ 245 h 937"/>
                  <a:gd name="T4" fmla="*/ 325 w 680"/>
                  <a:gd name="T5" fmla="*/ 242 h 937"/>
                  <a:gd name="T6" fmla="*/ 300 w 680"/>
                  <a:gd name="T7" fmla="*/ 219 h 937"/>
                  <a:gd name="T8" fmla="*/ 287 w 680"/>
                  <a:gd name="T9" fmla="*/ 220 h 937"/>
                  <a:gd name="T10" fmla="*/ 265 w 680"/>
                  <a:gd name="T11" fmla="*/ 221 h 937"/>
                  <a:gd name="T12" fmla="*/ 244 w 680"/>
                  <a:gd name="T13" fmla="*/ 217 h 937"/>
                  <a:gd name="T14" fmla="*/ 223 w 680"/>
                  <a:gd name="T15" fmla="*/ 202 h 937"/>
                  <a:gd name="T16" fmla="*/ 192 w 680"/>
                  <a:gd name="T17" fmla="*/ 189 h 937"/>
                  <a:gd name="T18" fmla="*/ 185 w 680"/>
                  <a:gd name="T19" fmla="*/ 213 h 937"/>
                  <a:gd name="T20" fmla="*/ 208 w 680"/>
                  <a:gd name="T21" fmla="*/ 263 h 937"/>
                  <a:gd name="T22" fmla="*/ 240 w 680"/>
                  <a:gd name="T23" fmla="*/ 321 h 937"/>
                  <a:gd name="T24" fmla="*/ 268 w 680"/>
                  <a:gd name="T25" fmla="*/ 362 h 937"/>
                  <a:gd name="T26" fmla="*/ 288 w 680"/>
                  <a:gd name="T27" fmla="*/ 369 h 937"/>
                  <a:gd name="T28" fmla="*/ 321 w 680"/>
                  <a:gd name="T29" fmla="*/ 378 h 937"/>
                  <a:gd name="T30" fmla="*/ 344 w 680"/>
                  <a:gd name="T31" fmla="*/ 378 h 937"/>
                  <a:gd name="T32" fmla="*/ 366 w 680"/>
                  <a:gd name="T33" fmla="*/ 370 h 937"/>
                  <a:gd name="T34" fmla="*/ 367 w 680"/>
                  <a:gd name="T35" fmla="*/ 420 h 937"/>
                  <a:gd name="T36" fmla="*/ 355 w 680"/>
                  <a:gd name="T37" fmla="*/ 461 h 937"/>
                  <a:gd name="T38" fmla="*/ 355 w 680"/>
                  <a:gd name="T39" fmla="*/ 503 h 937"/>
                  <a:gd name="T40" fmla="*/ 316 w 680"/>
                  <a:gd name="T41" fmla="*/ 511 h 937"/>
                  <a:gd name="T42" fmla="*/ 226 w 680"/>
                  <a:gd name="T43" fmla="*/ 511 h 937"/>
                  <a:gd name="T44" fmla="*/ 125 w 680"/>
                  <a:gd name="T45" fmla="*/ 511 h 937"/>
                  <a:gd name="T46" fmla="*/ 46 w 680"/>
                  <a:gd name="T47" fmla="*/ 511 h 937"/>
                  <a:gd name="T48" fmla="*/ 34 w 680"/>
                  <a:gd name="T49" fmla="*/ 484 h 937"/>
                  <a:gd name="T50" fmla="*/ 22 w 680"/>
                  <a:gd name="T51" fmla="*/ 462 h 937"/>
                  <a:gd name="T52" fmla="*/ 3 w 680"/>
                  <a:gd name="T53" fmla="*/ 437 h 937"/>
                  <a:gd name="T54" fmla="*/ 4 w 680"/>
                  <a:gd name="T55" fmla="*/ 392 h 937"/>
                  <a:gd name="T56" fmla="*/ 17 w 680"/>
                  <a:gd name="T57" fmla="*/ 322 h 937"/>
                  <a:gd name="T58" fmla="*/ 27 w 680"/>
                  <a:gd name="T59" fmla="*/ 253 h 937"/>
                  <a:gd name="T60" fmla="*/ 39 w 680"/>
                  <a:gd name="T61" fmla="*/ 220 h 937"/>
                  <a:gd name="T62" fmla="*/ 56 w 680"/>
                  <a:gd name="T63" fmla="*/ 190 h 937"/>
                  <a:gd name="T64" fmla="*/ 65 w 680"/>
                  <a:gd name="T65" fmla="*/ 169 h 937"/>
                  <a:gd name="T66" fmla="*/ 77 w 680"/>
                  <a:gd name="T67" fmla="*/ 146 h 937"/>
                  <a:gd name="T68" fmla="*/ 82 w 680"/>
                  <a:gd name="T69" fmla="*/ 127 h 937"/>
                  <a:gd name="T70" fmla="*/ 97 w 680"/>
                  <a:gd name="T71" fmla="*/ 88 h 937"/>
                  <a:gd name="T72" fmla="*/ 123 w 680"/>
                  <a:gd name="T73" fmla="*/ 52 h 937"/>
                  <a:gd name="T74" fmla="*/ 137 w 680"/>
                  <a:gd name="T75" fmla="*/ 45 h 937"/>
                  <a:gd name="T76" fmla="*/ 149 w 680"/>
                  <a:gd name="T77" fmla="*/ 34 h 937"/>
                  <a:gd name="T78" fmla="*/ 163 w 680"/>
                  <a:gd name="T79" fmla="*/ 13 h 937"/>
                  <a:gd name="T80" fmla="*/ 172 w 680"/>
                  <a:gd name="T81" fmla="*/ 1 h 937"/>
                  <a:gd name="T82" fmla="*/ 182 w 680"/>
                  <a:gd name="T83" fmla="*/ 4 h 937"/>
                  <a:gd name="T84" fmla="*/ 205 w 680"/>
                  <a:gd name="T85" fmla="*/ 17 h 937"/>
                  <a:gd name="T86" fmla="*/ 229 w 680"/>
                  <a:gd name="T87" fmla="*/ 28 h 937"/>
                  <a:gd name="T88" fmla="*/ 253 w 680"/>
                  <a:gd name="T89" fmla="*/ 33 h 937"/>
                  <a:gd name="T90" fmla="*/ 289 w 680"/>
                  <a:gd name="T91" fmla="*/ 44 h 937"/>
                  <a:gd name="T92" fmla="*/ 296 w 680"/>
                  <a:gd name="T93" fmla="*/ 41 h 937"/>
                  <a:gd name="T94" fmla="*/ 310 w 680"/>
                  <a:gd name="T95" fmla="*/ 56 h 937"/>
                  <a:gd name="T96" fmla="*/ 320 w 680"/>
                  <a:gd name="T97" fmla="*/ 75 h 937"/>
                  <a:gd name="T98" fmla="*/ 318 w 680"/>
                  <a:gd name="T99" fmla="*/ 89 h 937"/>
                  <a:gd name="T100" fmla="*/ 332 w 680"/>
                  <a:gd name="T101" fmla="*/ 126 h 937"/>
                  <a:gd name="T102" fmla="*/ 324 w 680"/>
                  <a:gd name="T103" fmla="*/ 127 h 937"/>
                  <a:gd name="T104" fmla="*/ 313 w 680"/>
                  <a:gd name="T105" fmla="*/ 119 h 937"/>
                  <a:gd name="T106" fmla="*/ 314 w 680"/>
                  <a:gd name="T107" fmla="*/ 136 h 937"/>
                  <a:gd name="T108" fmla="*/ 332 w 680"/>
                  <a:gd name="T109" fmla="*/ 173 h 937"/>
                  <a:gd name="T110" fmla="*/ 342 w 680"/>
                  <a:gd name="T111" fmla="*/ 201 h 937"/>
                  <a:gd name="T112" fmla="*/ 355 w 680"/>
                  <a:gd name="T113" fmla="*/ 219 h 93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80" h="937">
                    <a:moveTo>
                      <a:pt x="655" y="412"/>
                    </a:moveTo>
                    <a:lnTo>
                      <a:pt x="657" y="419"/>
                    </a:lnTo>
                    <a:lnTo>
                      <a:pt x="658" y="427"/>
                    </a:lnTo>
                    <a:lnTo>
                      <a:pt x="658" y="436"/>
                    </a:lnTo>
                    <a:lnTo>
                      <a:pt x="658" y="444"/>
                    </a:lnTo>
                    <a:lnTo>
                      <a:pt x="651" y="444"/>
                    </a:lnTo>
                    <a:lnTo>
                      <a:pt x="644" y="446"/>
                    </a:lnTo>
                    <a:lnTo>
                      <a:pt x="637" y="450"/>
                    </a:lnTo>
                    <a:lnTo>
                      <a:pt x="632" y="452"/>
                    </a:lnTo>
                    <a:lnTo>
                      <a:pt x="621" y="453"/>
                    </a:lnTo>
                    <a:lnTo>
                      <a:pt x="609" y="450"/>
                    </a:lnTo>
                    <a:lnTo>
                      <a:pt x="596" y="443"/>
                    </a:lnTo>
                    <a:lnTo>
                      <a:pt x="582" y="433"/>
                    </a:lnTo>
                    <a:lnTo>
                      <a:pt x="570" y="423"/>
                    </a:lnTo>
                    <a:lnTo>
                      <a:pt x="559" y="413"/>
                    </a:lnTo>
                    <a:lnTo>
                      <a:pt x="550" y="402"/>
                    </a:lnTo>
                    <a:lnTo>
                      <a:pt x="543" y="394"/>
                    </a:lnTo>
                    <a:lnTo>
                      <a:pt x="537" y="398"/>
                    </a:lnTo>
                    <a:lnTo>
                      <a:pt x="531" y="400"/>
                    </a:lnTo>
                    <a:lnTo>
                      <a:pt x="526" y="404"/>
                    </a:lnTo>
                    <a:lnTo>
                      <a:pt x="520" y="406"/>
                    </a:lnTo>
                    <a:lnTo>
                      <a:pt x="508" y="406"/>
                    </a:lnTo>
                    <a:lnTo>
                      <a:pt x="497" y="406"/>
                    </a:lnTo>
                    <a:lnTo>
                      <a:pt x="485" y="405"/>
                    </a:lnTo>
                    <a:lnTo>
                      <a:pt x="475" y="404"/>
                    </a:lnTo>
                    <a:lnTo>
                      <a:pt x="465" y="401"/>
                    </a:lnTo>
                    <a:lnTo>
                      <a:pt x="455" y="400"/>
                    </a:lnTo>
                    <a:lnTo>
                      <a:pt x="447" y="397"/>
                    </a:lnTo>
                    <a:lnTo>
                      <a:pt x="440" y="393"/>
                    </a:lnTo>
                    <a:lnTo>
                      <a:pt x="432" y="387"/>
                    </a:lnTo>
                    <a:lnTo>
                      <a:pt x="422" y="379"/>
                    </a:lnTo>
                    <a:lnTo>
                      <a:pt x="408" y="370"/>
                    </a:lnTo>
                    <a:lnTo>
                      <a:pt x="393" y="361"/>
                    </a:lnTo>
                    <a:lnTo>
                      <a:pt x="377" y="353"/>
                    </a:lnTo>
                    <a:lnTo>
                      <a:pt x="363" y="348"/>
                    </a:lnTo>
                    <a:lnTo>
                      <a:pt x="351" y="347"/>
                    </a:lnTo>
                    <a:lnTo>
                      <a:pt x="340" y="353"/>
                    </a:lnTo>
                    <a:lnTo>
                      <a:pt x="336" y="361"/>
                    </a:lnTo>
                    <a:lnTo>
                      <a:pt x="336" y="374"/>
                    </a:lnTo>
                    <a:lnTo>
                      <a:pt x="339" y="390"/>
                    </a:lnTo>
                    <a:lnTo>
                      <a:pt x="346" y="409"/>
                    </a:lnTo>
                    <a:lnTo>
                      <a:pt x="355" y="432"/>
                    </a:lnTo>
                    <a:lnTo>
                      <a:pt x="367" y="457"/>
                    </a:lnTo>
                    <a:lnTo>
                      <a:pt x="381" y="483"/>
                    </a:lnTo>
                    <a:lnTo>
                      <a:pt x="394" y="510"/>
                    </a:lnTo>
                    <a:lnTo>
                      <a:pt x="409" y="537"/>
                    </a:lnTo>
                    <a:lnTo>
                      <a:pt x="426" y="564"/>
                    </a:lnTo>
                    <a:lnTo>
                      <a:pt x="440" y="588"/>
                    </a:lnTo>
                    <a:lnTo>
                      <a:pt x="455" y="611"/>
                    </a:lnTo>
                    <a:lnTo>
                      <a:pt x="468" y="632"/>
                    </a:lnTo>
                    <a:lnTo>
                      <a:pt x="481" y="649"/>
                    </a:lnTo>
                    <a:lnTo>
                      <a:pt x="491" y="663"/>
                    </a:lnTo>
                    <a:lnTo>
                      <a:pt x="498" y="671"/>
                    </a:lnTo>
                    <a:lnTo>
                      <a:pt x="505" y="671"/>
                    </a:lnTo>
                    <a:lnTo>
                      <a:pt x="515" y="673"/>
                    </a:lnTo>
                    <a:lnTo>
                      <a:pt x="528" y="677"/>
                    </a:lnTo>
                    <a:lnTo>
                      <a:pt x="543" y="681"/>
                    </a:lnTo>
                    <a:lnTo>
                      <a:pt x="559" y="686"/>
                    </a:lnTo>
                    <a:lnTo>
                      <a:pt x="574" y="690"/>
                    </a:lnTo>
                    <a:lnTo>
                      <a:pt x="588" y="694"/>
                    </a:lnTo>
                    <a:lnTo>
                      <a:pt x="599" y="696"/>
                    </a:lnTo>
                    <a:lnTo>
                      <a:pt x="610" y="697"/>
                    </a:lnTo>
                    <a:lnTo>
                      <a:pt x="620" y="696"/>
                    </a:lnTo>
                    <a:lnTo>
                      <a:pt x="631" y="694"/>
                    </a:lnTo>
                    <a:lnTo>
                      <a:pt x="641" y="690"/>
                    </a:lnTo>
                    <a:lnTo>
                      <a:pt x="650" y="686"/>
                    </a:lnTo>
                    <a:lnTo>
                      <a:pt x="661" y="682"/>
                    </a:lnTo>
                    <a:lnTo>
                      <a:pt x="670" y="678"/>
                    </a:lnTo>
                    <a:lnTo>
                      <a:pt x="678" y="674"/>
                    </a:lnTo>
                    <a:lnTo>
                      <a:pt x="680" y="705"/>
                    </a:lnTo>
                    <a:lnTo>
                      <a:pt x="679" y="739"/>
                    </a:lnTo>
                    <a:lnTo>
                      <a:pt x="673" y="771"/>
                    </a:lnTo>
                    <a:lnTo>
                      <a:pt x="663" y="795"/>
                    </a:lnTo>
                    <a:lnTo>
                      <a:pt x="659" y="806"/>
                    </a:lnTo>
                    <a:lnTo>
                      <a:pt x="655" y="825"/>
                    </a:lnTo>
                    <a:lnTo>
                      <a:pt x="651" y="846"/>
                    </a:lnTo>
                    <a:lnTo>
                      <a:pt x="650" y="859"/>
                    </a:lnTo>
                    <a:lnTo>
                      <a:pt x="650" y="876"/>
                    </a:lnTo>
                    <a:lnTo>
                      <a:pt x="651" y="899"/>
                    </a:lnTo>
                    <a:lnTo>
                      <a:pt x="651" y="922"/>
                    </a:lnTo>
                    <a:lnTo>
                      <a:pt x="651" y="937"/>
                    </a:lnTo>
                    <a:lnTo>
                      <a:pt x="634" y="937"/>
                    </a:lnTo>
                    <a:lnTo>
                      <a:pt x="610" y="937"/>
                    </a:lnTo>
                    <a:lnTo>
                      <a:pt x="579" y="937"/>
                    </a:lnTo>
                    <a:lnTo>
                      <a:pt x="543" y="937"/>
                    </a:lnTo>
                    <a:lnTo>
                      <a:pt x="504" y="937"/>
                    </a:lnTo>
                    <a:lnTo>
                      <a:pt x="460" y="937"/>
                    </a:lnTo>
                    <a:lnTo>
                      <a:pt x="415" y="937"/>
                    </a:lnTo>
                    <a:lnTo>
                      <a:pt x="368" y="937"/>
                    </a:lnTo>
                    <a:lnTo>
                      <a:pt x="321" y="937"/>
                    </a:lnTo>
                    <a:lnTo>
                      <a:pt x="275" y="937"/>
                    </a:lnTo>
                    <a:lnTo>
                      <a:pt x="230" y="937"/>
                    </a:lnTo>
                    <a:lnTo>
                      <a:pt x="187" y="937"/>
                    </a:lnTo>
                    <a:lnTo>
                      <a:pt x="148" y="937"/>
                    </a:lnTo>
                    <a:lnTo>
                      <a:pt x="113" y="937"/>
                    </a:lnTo>
                    <a:lnTo>
                      <a:pt x="85" y="937"/>
                    </a:lnTo>
                    <a:lnTo>
                      <a:pt x="62" y="937"/>
                    </a:lnTo>
                    <a:lnTo>
                      <a:pt x="60" y="924"/>
                    </a:lnTo>
                    <a:lnTo>
                      <a:pt x="60" y="906"/>
                    </a:lnTo>
                    <a:lnTo>
                      <a:pt x="63" y="888"/>
                    </a:lnTo>
                    <a:lnTo>
                      <a:pt x="67" y="875"/>
                    </a:lnTo>
                    <a:lnTo>
                      <a:pt x="59" y="867"/>
                    </a:lnTo>
                    <a:lnTo>
                      <a:pt x="49" y="857"/>
                    </a:lnTo>
                    <a:lnTo>
                      <a:pt x="40" y="847"/>
                    </a:lnTo>
                    <a:lnTo>
                      <a:pt x="29" y="837"/>
                    </a:lnTo>
                    <a:lnTo>
                      <a:pt x="20" y="825"/>
                    </a:lnTo>
                    <a:lnTo>
                      <a:pt x="12" y="814"/>
                    </a:lnTo>
                    <a:lnTo>
                      <a:pt x="6" y="802"/>
                    </a:lnTo>
                    <a:lnTo>
                      <a:pt x="3" y="792"/>
                    </a:lnTo>
                    <a:lnTo>
                      <a:pt x="0" y="769"/>
                    </a:lnTo>
                    <a:lnTo>
                      <a:pt x="2" y="743"/>
                    </a:lnTo>
                    <a:lnTo>
                      <a:pt x="7" y="718"/>
                    </a:lnTo>
                    <a:lnTo>
                      <a:pt x="17" y="696"/>
                    </a:lnTo>
                    <a:lnTo>
                      <a:pt x="26" y="668"/>
                    </a:lnTo>
                    <a:lnTo>
                      <a:pt x="30" y="630"/>
                    </a:lnTo>
                    <a:lnTo>
                      <a:pt x="32" y="591"/>
                    </a:lnTo>
                    <a:lnTo>
                      <a:pt x="33" y="560"/>
                    </a:lnTo>
                    <a:lnTo>
                      <a:pt x="36" y="531"/>
                    </a:lnTo>
                    <a:lnTo>
                      <a:pt x="42" y="497"/>
                    </a:lnTo>
                    <a:lnTo>
                      <a:pt x="49" y="463"/>
                    </a:lnTo>
                    <a:lnTo>
                      <a:pt x="55" y="440"/>
                    </a:lnTo>
                    <a:lnTo>
                      <a:pt x="58" y="430"/>
                    </a:lnTo>
                    <a:lnTo>
                      <a:pt x="64" y="417"/>
                    </a:lnTo>
                    <a:lnTo>
                      <a:pt x="71" y="404"/>
                    </a:lnTo>
                    <a:lnTo>
                      <a:pt x="80" y="389"/>
                    </a:lnTo>
                    <a:lnTo>
                      <a:pt x="88" y="374"/>
                    </a:lnTo>
                    <a:lnTo>
                      <a:pt x="96" y="360"/>
                    </a:lnTo>
                    <a:lnTo>
                      <a:pt x="103" y="348"/>
                    </a:lnTo>
                    <a:lnTo>
                      <a:pt x="106" y="339"/>
                    </a:lnTo>
                    <a:lnTo>
                      <a:pt x="110" y="331"/>
                    </a:lnTo>
                    <a:lnTo>
                      <a:pt x="114" y="321"/>
                    </a:lnTo>
                    <a:lnTo>
                      <a:pt x="119" y="309"/>
                    </a:lnTo>
                    <a:lnTo>
                      <a:pt x="126" y="296"/>
                    </a:lnTo>
                    <a:lnTo>
                      <a:pt x="132" y="285"/>
                    </a:lnTo>
                    <a:lnTo>
                      <a:pt x="136" y="276"/>
                    </a:lnTo>
                    <a:lnTo>
                      <a:pt x="141" y="268"/>
                    </a:lnTo>
                    <a:lnTo>
                      <a:pt x="144" y="262"/>
                    </a:lnTo>
                    <a:lnTo>
                      <a:pt x="147" y="255"/>
                    </a:lnTo>
                    <a:lnTo>
                      <a:pt x="149" y="246"/>
                    </a:lnTo>
                    <a:lnTo>
                      <a:pt x="151" y="233"/>
                    </a:lnTo>
                    <a:lnTo>
                      <a:pt x="154" y="212"/>
                    </a:lnTo>
                    <a:lnTo>
                      <a:pt x="158" y="199"/>
                    </a:lnTo>
                    <a:lnTo>
                      <a:pt x="165" y="181"/>
                    </a:lnTo>
                    <a:lnTo>
                      <a:pt x="177" y="162"/>
                    </a:lnTo>
                    <a:lnTo>
                      <a:pt x="189" y="142"/>
                    </a:lnTo>
                    <a:lnTo>
                      <a:pt x="202" y="124"/>
                    </a:lnTo>
                    <a:lnTo>
                      <a:pt x="215" y="106"/>
                    </a:lnTo>
                    <a:lnTo>
                      <a:pt x="226" y="95"/>
                    </a:lnTo>
                    <a:lnTo>
                      <a:pt x="235" y="88"/>
                    </a:lnTo>
                    <a:lnTo>
                      <a:pt x="241" y="86"/>
                    </a:lnTo>
                    <a:lnTo>
                      <a:pt x="246" y="83"/>
                    </a:lnTo>
                    <a:lnTo>
                      <a:pt x="252" y="83"/>
                    </a:lnTo>
                    <a:lnTo>
                      <a:pt x="258" y="83"/>
                    </a:lnTo>
                    <a:lnTo>
                      <a:pt x="262" y="79"/>
                    </a:lnTo>
                    <a:lnTo>
                      <a:pt x="268" y="72"/>
                    </a:lnTo>
                    <a:lnTo>
                      <a:pt x="273" y="63"/>
                    </a:lnTo>
                    <a:lnTo>
                      <a:pt x="280" y="52"/>
                    </a:lnTo>
                    <a:lnTo>
                      <a:pt x="287" y="42"/>
                    </a:lnTo>
                    <a:lnTo>
                      <a:pt x="293" y="31"/>
                    </a:lnTo>
                    <a:lnTo>
                      <a:pt x="298" y="23"/>
                    </a:lnTo>
                    <a:lnTo>
                      <a:pt x="301" y="19"/>
                    </a:lnTo>
                    <a:lnTo>
                      <a:pt x="306" y="12"/>
                    </a:lnTo>
                    <a:lnTo>
                      <a:pt x="310" y="6"/>
                    </a:lnTo>
                    <a:lnTo>
                      <a:pt x="315" y="2"/>
                    </a:lnTo>
                    <a:lnTo>
                      <a:pt x="320" y="0"/>
                    </a:lnTo>
                    <a:lnTo>
                      <a:pt x="323" y="3"/>
                    </a:lnTo>
                    <a:lnTo>
                      <a:pt x="328" y="6"/>
                    </a:lnTo>
                    <a:lnTo>
                      <a:pt x="333" y="8"/>
                    </a:lnTo>
                    <a:lnTo>
                      <a:pt x="338" y="12"/>
                    </a:lnTo>
                    <a:lnTo>
                      <a:pt x="349" y="19"/>
                    </a:lnTo>
                    <a:lnTo>
                      <a:pt x="362" y="26"/>
                    </a:lnTo>
                    <a:lnTo>
                      <a:pt x="375" y="31"/>
                    </a:lnTo>
                    <a:lnTo>
                      <a:pt x="388" y="38"/>
                    </a:lnTo>
                    <a:lnTo>
                      <a:pt x="400" y="44"/>
                    </a:lnTo>
                    <a:lnTo>
                      <a:pt x="411" y="49"/>
                    </a:lnTo>
                    <a:lnTo>
                      <a:pt x="419" y="51"/>
                    </a:lnTo>
                    <a:lnTo>
                      <a:pt x="426" y="53"/>
                    </a:lnTo>
                    <a:lnTo>
                      <a:pt x="434" y="55"/>
                    </a:lnTo>
                    <a:lnTo>
                      <a:pt x="447" y="58"/>
                    </a:lnTo>
                    <a:lnTo>
                      <a:pt x="464" y="61"/>
                    </a:lnTo>
                    <a:lnTo>
                      <a:pt x="481" y="67"/>
                    </a:lnTo>
                    <a:lnTo>
                      <a:pt x="498" y="72"/>
                    </a:lnTo>
                    <a:lnTo>
                      <a:pt x="515" y="76"/>
                    </a:lnTo>
                    <a:lnTo>
                      <a:pt x="530" y="81"/>
                    </a:lnTo>
                    <a:lnTo>
                      <a:pt x="541" y="84"/>
                    </a:lnTo>
                    <a:lnTo>
                      <a:pt x="542" y="82"/>
                    </a:lnTo>
                    <a:lnTo>
                      <a:pt x="543" y="79"/>
                    </a:lnTo>
                    <a:lnTo>
                      <a:pt x="543" y="75"/>
                    </a:lnTo>
                    <a:lnTo>
                      <a:pt x="544" y="71"/>
                    </a:lnTo>
                    <a:lnTo>
                      <a:pt x="553" y="81"/>
                    </a:lnTo>
                    <a:lnTo>
                      <a:pt x="561" y="91"/>
                    </a:lnTo>
                    <a:lnTo>
                      <a:pt x="568" y="102"/>
                    </a:lnTo>
                    <a:lnTo>
                      <a:pt x="575" y="112"/>
                    </a:lnTo>
                    <a:lnTo>
                      <a:pt x="580" y="121"/>
                    </a:lnTo>
                    <a:lnTo>
                      <a:pt x="583" y="131"/>
                    </a:lnTo>
                    <a:lnTo>
                      <a:pt x="586" y="137"/>
                    </a:lnTo>
                    <a:lnTo>
                      <a:pt x="584" y="142"/>
                    </a:lnTo>
                    <a:lnTo>
                      <a:pt x="582" y="149"/>
                    </a:lnTo>
                    <a:lnTo>
                      <a:pt x="582" y="156"/>
                    </a:lnTo>
                    <a:lnTo>
                      <a:pt x="583" y="164"/>
                    </a:lnTo>
                    <a:lnTo>
                      <a:pt x="588" y="171"/>
                    </a:lnTo>
                    <a:lnTo>
                      <a:pt x="595" y="184"/>
                    </a:lnTo>
                    <a:lnTo>
                      <a:pt x="603" y="205"/>
                    </a:lnTo>
                    <a:lnTo>
                      <a:pt x="609" y="231"/>
                    </a:lnTo>
                    <a:lnTo>
                      <a:pt x="609" y="251"/>
                    </a:lnTo>
                    <a:lnTo>
                      <a:pt x="604" y="245"/>
                    </a:lnTo>
                    <a:lnTo>
                      <a:pt x="598" y="238"/>
                    </a:lnTo>
                    <a:lnTo>
                      <a:pt x="594" y="232"/>
                    </a:lnTo>
                    <a:lnTo>
                      <a:pt x="588" y="226"/>
                    </a:lnTo>
                    <a:lnTo>
                      <a:pt x="583" y="222"/>
                    </a:lnTo>
                    <a:lnTo>
                      <a:pt x="579" y="219"/>
                    </a:lnTo>
                    <a:lnTo>
                      <a:pt x="574" y="219"/>
                    </a:lnTo>
                    <a:lnTo>
                      <a:pt x="571" y="222"/>
                    </a:lnTo>
                    <a:lnTo>
                      <a:pt x="567" y="231"/>
                    </a:lnTo>
                    <a:lnTo>
                      <a:pt x="571" y="240"/>
                    </a:lnTo>
                    <a:lnTo>
                      <a:pt x="576" y="249"/>
                    </a:lnTo>
                    <a:lnTo>
                      <a:pt x="584" y="257"/>
                    </a:lnTo>
                    <a:lnTo>
                      <a:pt x="593" y="269"/>
                    </a:lnTo>
                    <a:lnTo>
                      <a:pt x="602" y="289"/>
                    </a:lnTo>
                    <a:lnTo>
                      <a:pt x="608" y="318"/>
                    </a:lnTo>
                    <a:lnTo>
                      <a:pt x="608" y="351"/>
                    </a:lnTo>
                    <a:lnTo>
                      <a:pt x="613" y="354"/>
                    </a:lnTo>
                    <a:lnTo>
                      <a:pt x="620" y="360"/>
                    </a:lnTo>
                    <a:lnTo>
                      <a:pt x="627" y="368"/>
                    </a:lnTo>
                    <a:lnTo>
                      <a:pt x="634" y="376"/>
                    </a:lnTo>
                    <a:lnTo>
                      <a:pt x="641" y="384"/>
                    </a:lnTo>
                    <a:lnTo>
                      <a:pt x="647" y="393"/>
                    </a:lnTo>
                    <a:lnTo>
                      <a:pt x="651" y="402"/>
                    </a:lnTo>
                    <a:lnTo>
                      <a:pt x="655" y="41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0" name="Freeform 81">
                <a:extLst>
                  <a:ext uri="{FF2B5EF4-FFF2-40B4-BE49-F238E27FC236}">
                    <a16:creationId xmlns:a16="http://schemas.microsoft.com/office/drawing/2014/main" id="{7B3AE6BD-0A46-4C3D-94BE-FEBD3D4396CB}"/>
                  </a:ext>
                </a:extLst>
              </p:cNvPr>
              <p:cNvSpPr>
                <a:spLocks/>
              </p:cNvSpPr>
              <p:nvPr/>
            </p:nvSpPr>
            <p:spPr bwMode="auto">
              <a:xfrm>
                <a:off x="3391" y="2861"/>
                <a:ext cx="243" cy="273"/>
              </a:xfrm>
              <a:custGeom>
                <a:avLst/>
                <a:gdLst>
                  <a:gd name="T0" fmla="*/ 236 w 446"/>
                  <a:gd name="T1" fmla="*/ 202 h 501"/>
                  <a:gd name="T2" fmla="*/ 231 w 446"/>
                  <a:gd name="T3" fmla="*/ 190 h 501"/>
                  <a:gd name="T4" fmla="*/ 235 w 446"/>
                  <a:gd name="T5" fmla="*/ 184 h 501"/>
                  <a:gd name="T6" fmla="*/ 233 w 446"/>
                  <a:gd name="T7" fmla="*/ 173 h 501"/>
                  <a:gd name="T8" fmla="*/ 230 w 446"/>
                  <a:gd name="T9" fmla="*/ 165 h 501"/>
                  <a:gd name="T10" fmla="*/ 235 w 446"/>
                  <a:gd name="T11" fmla="*/ 156 h 501"/>
                  <a:gd name="T12" fmla="*/ 232 w 446"/>
                  <a:gd name="T13" fmla="*/ 146 h 501"/>
                  <a:gd name="T14" fmla="*/ 236 w 446"/>
                  <a:gd name="T15" fmla="*/ 140 h 501"/>
                  <a:gd name="T16" fmla="*/ 242 w 446"/>
                  <a:gd name="T17" fmla="*/ 136 h 501"/>
                  <a:gd name="T18" fmla="*/ 239 w 446"/>
                  <a:gd name="T19" fmla="*/ 128 h 501"/>
                  <a:gd name="T20" fmla="*/ 226 w 446"/>
                  <a:gd name="T21" fmla="*/ 117 h 501"/>
                  <a:gd name="T22" fmla="*/ 214 w 446"/>
                  <a:gd name="T23" fmla="*/ 103 h 501"/>
                  <a:gd name="T24" fmla="*/ 212 w 446"/>
                  <a:gd name="T25" fmla="*/ 89 h 501"/>
                  <a:gd name="T26" fmla="*/ 214 w 446"/>
                  <a:gd name="T27" fmla="*/ 80 h 501"/>
                  <a:gd name="T28" fmla="*/ 211 w 446"/>
                  <a:gd name="T29" fmla="*/ 74 h 501"/>
                  <a:gd name="T30" fmla="*/ 203 w 446"/>
                  <a:gd name="T31" fmla="*/ 64 h 501"/>
                  <a:gd name="T32" fmla="*/ 188 w 446"/>
                  <a:gd name="T33" fmla="*/ 47 h 501"/>
                  <a:gd name="T34" fmla="*/ 181 w 446"/>
                  <a:gd name="T35" fmla="*/ 37 h 501"/>
                  <a:gd name="T36" fmla="*/ 180 w 446"/>
                  <a:gd name="T37" fmla="*/ 22 h 501"/>
                  <a:gd name="T38" fmla="*/ 171 w 446"/>
                  <a:gd name="T39" fmla="*/ 17 h 501"/>
                  <a:gd name="T40" fmla="*/ 162 w 446"/>
                  <a:gd name="T41" fmla="*/ 16 h 501"/>
                  <a:gd name="T42" fmla="*/ 155 w 446"/>
                  <a:gd name="T43" fmla="*/ 8 h 501"/>
                  <a:gd name="T44" fmla="*/ 148 w 446"/>
                  <a:gd name="T45" fmla="*/ 2 h 501"/>
                  <a:gd name="T46" fmla="*/ 140 w 446"/>
                  <a:gd name="T47" fmla="*/ 0 h 501"/>
                  <a:gd name="T48" fmla="*/ 131 w 446"/>
                  <a:gd name="T49" fmla="*/ 2 h 501"/>
                  <a:gd name="T50" fmla="*/ 123 w 446"/>
                  <a:gd name="T51" fmla="*/ 3 h 501"/>
                  <a:gd name="T52" fmla="*/ 113 w 446"/>
                  <a:gd name="T53" fmla="*/ 4 h 501"/>
                  <a:gd name="T54" fmla="*/ 104 w 446"/>
                  <a:gd name="T55" fmla="*/ 9 h 501"/>
                  <a:gd name="T56" fmla="*/ 98 w 446"/>
                  <a:gd name="T57" fmla="*/ 11 h 501"/>
                  <a:gd name="T58" fmla="*/ 86 w 446"/>
                  <a:gd name="T59" fmla="*/ 14 h 501"/>
                  <a:gd name="T60" fmla="*/ 71 w 446"/>
                  <a:gd name="T61" fmla="*/ 16 h 501"/>
                  <a:gd name="T62" fmla="*/ 50 w 446"/>
                  <a:gd name="T63" fmla="*/ 28 h 501"/>
                  <a:gd name="T64" fmla="*/ 27 w 446"/>
                  <a:gd name="T65" fmla="*/ 48 h 501"/>
                  <a:gd name="T66" fmla="*/ 10 w 446"/>
                  <a:gd name="T67" fmla="*/ 71 h 501"/>
                  <a:gd name="T68" fmla="*/ 0 w 446"/>
                  <a:gd name="T69" fmla="*/ 108 h 501"/>
                  <a:gd name="T70" fmla="*/ 4 w 446"/>
                  <a:gd name="T71" fmla="*/ 135 h 501"/>
                  <a:gd name="T72" fmla="*/ 9 w 446"/>
                  <a:gd name="T73" fmla="*/ 152 h 501"/>
                  <a:gd name="T74" fmla="*/ 9 w 446"/>
                  <a:gd name="T75" fmla="*/ 165 h 501"/>
                  <a:gd name="T76" fmla="*/ 17 w 446"/>
                  <a:gd name="T77" fmla="*/ 175 h 501"/>
                  <a:gd name="T78" fmla="*/ 27 w 446"/>
                  <a:gd name="T79" fmla="*/ 185 h 501"/>
                  <a:gd name="T80" fmla="*/ 30 w 446"/>
                  <a:gd name="T81" fmla="*/ 197 h 501"/>
                  <a:gd name="T82" fmla="*/ 36 w 446"/>
                  <a:gd name="T83" fmla="*/ 209 h 501"/>
                  <a:gd name="T84" fmla="*/ 46 w 446"/>
                  <a:gd name="T85" fmla="*/ 217 h 501"/>
                  <a:gd name="T86" fmla="*/ 47 w 446"/>
                  <a:gd name="T87" fmla="*/ 220 h 501"/>
                  <a:gd name="T88" fmla="*/ 46 w 446"/>
                  <a:gd name="T89" fmla="*/ 223 h 501"/>
                  <a:gd name="T90" fmla="*/ 53 w 446"/>
                  <a:gd name="T91" fmla="*/ 231 h 501"/>
                  <a:gd name="T92" fmla="*/ 77 w 446"/>
                  <a:gd name="T93" fmla="*/ 244 h 501"/>
                  <a:gd name="T94" fmla="*/ 100 w 446"/>
                  <a:gd name="T95" fmla="*/ 255 h 501"/>
                  <a:gd name="T96" fmla="*/ 117 w 446"/>
                  <a:gd name="T97" fmla="*/ 259 h 501"/>
                  <a:gd name="T98" fmla="*/ 144 w 446"/>
                  <a:gd name="T99" fmla="*/ 266 h 501"/>
                  <a:gd name="T100" fmla="*/ 168 w 446"/>
                  <a:gd name="T101" fmla="*/ 273 h 501"/>
                  <a:gd name="T102" fmla="*/ 171 w 446"/>
                  <a:gd name="T103" fmla="*/ 259 h 501"/>
                  <a:gd name="T104" fmla="*/ 172 w 446"/>
                  <a:gd name="T105" fmla="*/ 250 h 501"/>
                  <a:gd name="T106" fmla="*/ 176 w 446"/>
                  <a:gd name="T107" fmla="*/ 241 h 501"/>
                  <a:gd name="T108" fmla="*/ 179 w 446"/>
                  <a:gd name="T109" fmla="*/ 238 h 501"/>
                  <a:gd name="T110" fmla="*/ 186 w 446"/>
                  <a:gd name="T111" fmla="*/ 235 h 501"/>
                  <a:gd name="T112" fmla="*/ 196 w 446"/>
                  <a:gd name="T113" fmla="*/ 232 h 501"/>
                  <a:gd name="T114" fmla="*/ 205 w 446"/>
                  <a:gd name="T115" fmla="*/ 227 h 501"/>
                  <a:gd name="T116" fmla="*/ 218 w 446"/>
                  <a:gd name="T117" fmla="*/ 222 h 501"/>
                  <a:gd name="T118" fmla="*/ 231 w 446"/>
                  <a:gd name="T119" fmla="*/ 215 h 5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46" h="501">
                    <a:moveTo>
                      <a:pt x="431" y="390"/>
                    </a:moveTo>
                    <a:lnTo>
                      <a:pt x="434" y="382"/>
                    </a:lnTo>
                    <a:lnTo>
                      <a:pt x="433" y="370"/>
                    </a:lnTo>
                    <a:lnTo>
                      <a:pt x="430" y="359"/>
                    </a:lnTo>
                    <a:lnTo>
                      <a:pt x="423" y="352"/>
                    </a:lnTo>
                    <a:lnTo>
                      <a:pt x="424" y="348"/>
                    </a:lnTo>
                    <a:lnTo>
                      <a:pt x="426" y="344"/>
                    </a:lnTo>
                    <a:lnTo>
                      <a:pt x="429" y="339"/>
                    </a:lnTo>
                    <a:lnTo>
                      <a:pt x="432" y="337"/>
                    </a:lnTo>
                    <a:lnTo>
                      <a:pt x="433" y="331"/>
                    </a:lnTo>
                    <a:lnTo>
                      <a:pt x="433" y="324"/>
                    </a:lnTo>
                    <a:lnTo>
                      <a:pt x="428" y="318"/>
                    </a:lnTo>
                    <a:lnTo>
                      <a:pt x="416" y="316"/>
                    </a:lnTo>
                    <a:lnTo>
                      <a:pt x="418" y="309"/>
                    </a:lnTo>
                    <a:lnTo>
                      <a:pt x="423" y="302"/>
                    </a:lnTo>
                    <a:lnTo>
                      <a:pt x="428" y="296"/>
                    </a:lnTo>
                    <a:lnTo>
                      <a:pt x="431" y="292"/>
                    </a:lnTo>
                    <a:lnTo>
                      <a:pt x="432" y="287"/>
                    </a:lnTo>
                    <a:lnTo>
                      <a:pt x="433" y="280"/>
                    </a:lnTo>
                    <a:lnTo>
                      <a:pt x="431" y="273"/>
                    </a:lnTo>
                    <a:lnTo>
                      <a:pt x="425" y="268"/>
                    </a:lnTo>
                    <a:lnTo>
                      <a:pt x="428" y="264"/>
                    </a:lnTo>
                    <a:lnTo>
                      <a:pt x="431" y="261"/>
                    </a:lnTo>
                    <a:lnTo>
                      <a:pt x="433" y="257"/>
                    </a:lnTo>
                    <a:lnTo>
                      <a:pt x="437" y="256"/>
                    </a:lnTo>
                    <a:lnTo>
                      <a:pt x="442" y="254"/>
                    </a:lnTo>
                    <a:lnTo>
                      <a:pt x="445" y="249"/>
                    </a:lnTo>
                    <a:lnTo>
                      <a:pt x="446" y="243"/>
                    </a:lnTo>
                    <a:lnTo>
                      <a:pt x="442" y="239"/>
                    </a:lnTo>
                    <a:lnTo>
                      <a:pt x="438" y="235"/>
                    </a:lnTo>
                    <a:lnTo>
                      <a:pt x="431" y="230"/>
                    </a:lnTo>
                    <a:lnTo>
                      <a:pt x="423" y="223"/>
                    </a:lnTo>
                    <a:lnTo>
                      <a:pt x="414" y="215"/>
                    </a:lnTo>
                    <a:lnTo>
                      <a:pt x="404" y="207"/>
                    </a:lnTo>
                    <a:lnTo>
                      <a:pt x="398" y="197"/>
                    </a:lnTo>
                    <a:lnTo>
                      <a:pt x="393" y="189"/>
                    </a:lnTo>
                    <a:lnTo>
                      <a:pt x="391" y="182"/>
                    </a:lnTo>
                    <a:lnTo>
                      <a:pt x="389" y="171"/>
                    </a:lnTo>
                    <a:lnTo>
                      <a:pt x="389" y="163"/>
                    </a:lnTo>
                    <a:lnTo>
                      <a:pt x="389" y="156"/>
                    </a:lnTo>
                    <a:lnTo>
                      <a:pt x="391" y="150"/>
                    </a:lnTo>
                    <a:lnTo>
                      <a:pt x="392" y="146"/>
                    </a:lnTo>
                    <a:lnTo>
                      <a:pt x="392" y="141"/>
                    </a:lnTo>
                    <a:lnTo>
                      <a:pt x="391" y="137"/>
                    </a:lnTo>
                    <a:lnTo>
                      <a:pt x="388" y="135"/>
                    </a:lnTo>
                    <a:lnTo>
                      <a:pt x="385" y="132"/>
                    </a:lnTo>
                    <a:lnTo>
                      <a:pt x="379" y="126"/>
                    </a:lnTo>
                    <a:lnTo>
                      <a:pt x="372" y="117"/>
                    </a:lnTo>
                    <a:lnTo>
                      <a:pt x="363" y="106"/>
                    </a:lnTo>
                    <a:lnTo>
                      <a:pt x="354" y="96"/>
                    </a:lnTo>
                    <a:lnTo>
                      <a:pt x="345" y="87"/>
                    </a:lnTo>
                    <a:lnTo>
                      <a:pt x="338" y="79"/>
                    </a:lnTo>
                    <a:lnTo>
                      <a:pt x="332" y="74"/>
                    </a:lnTo>
                    <a:lnTo>
                      <a:pt x="333" y="67"/>
                    </a:lnTo>
                    <a:lnTo>
                      <a:pt x="333" y="59"/>
                    </a:lnTo>
                    <a:lnTo>
                      <a:pt x="333" y="50"/>
                    </a:lnTo>
                    <a:lnTo>
                      <a:pt x="331" y="41"/>
                    </a:lnTo>
                    <a:lnTo>
                      <a:pt x="327" y="35"/>
                    </a:lnTo>
                    <a:lnTo>
                      <a:pt x="320" y="32"/>
                    </a:lnTo>
                    <a:lnTo>
                      <a:pt x="313" y="32"/>
                    </a:lnTo>
                    <a:lnTo>
                      <a:pt x="307" y="33"/>
                    </a:lnTo>
                    <a:lnTo>
                      <a:pt x="303" y="32"/>
                    </a:lnTo>
                    <a:lnTo>
                      <a:pt x="298" y="29"/>
                    </a:lnTo>
                    <a:lnTo>
                      <a:pt x="294" y="25"/>
                    </a:lnTo>
                    <a:lnTo>
                      <a:pt x="289" y="20"/>
                    </a:lnTo>
                    <a:lnTo>
                      <a:pt x="284" y="15"/>
                    </a:lnTo>
                    <a:lnTo>
                      <a:pt x="279" y="11"/>
                    </a:lnTo>
                    <a:lnTo>
                      <a:pt x="274" y="7"/>
                    </a:lnTo>
                    <a:lnTo>
                      <a:pt x="271" y="4"/>
                    </a:lnTo>
                    <a:lnTo>
                      <a:pt x="267" y="2"/>
                    </a:lnTo>
                    <a:lnTo>
                      <a:pt x="263" y="2"/>
                    </a:lnTo>
                    <a:lnTo>
                      <a:pt x="257" y="0"/>
                    </a:lnTo>
                    <a:lnTo>
                      <a:pt x="252" y="2"/>
                    </a:lnTo>
                    <a:lnTo>
                      <a:pt x="247" y="3"/>
                    </a:lnTo>
                    <a:lnTo>
                      <a:pt x="241" y="4"/>
                    </a:lnTo>
                    <a:lnTo>
                      <a:pt x="236" y="5"/>
                    </a:lnTo>
                    <a:lnTo>
                      <a:pt x="233" y="7"/>
                    </a:lnTo>
                    <a:lnTo>
                      <a:pt x="226" y="6"/>
                    </a:lnTo>
                    <a:lnTo>
                      <a:pt x="220" y="6"/>
                    </a:lnTo>
                    <a:lnTo>
                      <a:pt x="213" y="7"/>
                    </a:lnTo>
                    <a:lnTo>
                      <a:pt x="207" y="8"/>
                    </a:lnTo>
                    <a:lnTo>
                      <a:pt x="201" y="12"/>
                    </a:lnTo>
                    <a:lnTo>
                      <a:pt x="196" y="14"/>
                    </a:lnTo>
                    <a:lnTo>
                      <a:pt x="191" y="17"/>
                    </a:lnTo>
                    <a:lnTo>
                      <a:pt x="188" y="18"/>
                    </a:lnTo>
                    <a:lnTo>
                      <a:pt x="184" y="19"/>
                    </a:lnTo>
                    <a:lnTo>
                      <a:pt x="179" y="20"/>
                    </a:lnTo>
                    <a:lnTo>
                      <a:pt x="173" y="22"/>
                    </a:lnTo>
                    <a:lnTo>
                      <a:pt x="165" y="23"/>
                    </a:lnTo>
                    <a:lnTo>
                      <a:pt x="157" y="26"/>
                    </a:lnTo>
                    <a:lnTo>
                      <a:pt x="148" y="27"/>
                    </a:lnTo>
                    <a:lnTo>
                      <a:pt x="140" y="29"/>
                    </a:lnTo>
                    <a:lnTo>
                      <a:pt x="130" y="30"/>
                    </a:lnTo>
                    <a:lnTo>
                      <a:pt x="120" y="34"/>
                    </a:lnTo>
                    <a:lnTo>
                      <a:pt x="107" y="42"/>
                    </a:lnTo>
                    <a:lnTo>
                      <a:pt x="92" y="52"/>
                    </a:lnTo>
                    <a:lnTo>
                      <a:pt x="77" y="64"/>
                    </a:lnTo>
                    <a:lnTo>
                      <a:pt x="62" y="76"/>
                    </a:lnTo>
                    <a:lnTo>
                      <a:pt x="50" y="89"/>
                    </a:lnTo>
                    <a:lnTo>
                      <a:pt x="38" y="101"/>
                    </a:lnTo>
                    <a:lnTo>
                      <a:pt x="30" y="110"/>
                    </a:lnTo>
                    <a:lnTo>
                      <a:pt x="19" y="131"/>
                    </a:lnTo>
                    <a:lnTo>
                      <a:pt x="11" y="156"/>
                    </a:lnTo>
                    <a:lnTo>
                      <a:pt x="4" y="181"/>
                    </a:lnTo>
                    <a:lnTo>
                      <a:pt x="0" y="199"/>
                    </a:lnTo>
                    <a:lnTo>
                      <a:pt x="0" y="213"/>
                    </a:lnTo>
                    <a:lnTo>
                      <a:pt x="4" y="231"/>
                    </a:lnTo>
                    <a:lnTo>
                      <a:pt x="8" y="248"/>
                    </a:lnTo>
                    <a:lnTo>
                      <a:pt x="12" y="261"/>
                    </a:lnTo>
                    <a:lnTo>
                      <a:pt x="14" y="270"/>
                    </a:lnTo>
                    <a:lnTo>
                      <a:pt x="16" y="279"/>
                    </a:lnTo>
                    <a:lnTo>
                      <a:pt x="16" y="288"/>
                    </a:lnTo>
                    <a:lnTo>
                      <a:pt x="16" y="298"/>
                    </a:lnTo>
                    <a:lnTo>
                      <a:pt x="17" y="302"/>
                    </a:lnTo>
                    <a:lnTo>
                      <a:pt x="21" y="308"/>
                    </a:lnTo>
                    <a:lnTo>
                      <a:pt x="25" y="315"/>
                    </a:lnTo>
                    <a:lnTo>
                      <a:pt x="31" y="322"/>
                    </a:lnTo>
                    <a:lnTo>
                      <a:pt x="37" y="329"/>
                    </a:lnTo>
                    <a:lnTo>
                      <a:pt x="44" y="334"/>
                    </a:lnTo>
                    <a:lnTo>
                      <a:pt x="49" y="340"/>
                    </a:lnTo>
                    <a:lnTo>
                      <a:pt x="53" y="345"/>
                    </a:lnTo>
                    <a:lnTo>
                      <a:pt x="54" y="354"/>
                    </a:lnTo>
                    <a:lnTo>
                      <a:pt x="55" y="362"/>
                    </a:lnTo>
                    <a:lnTo>
                      <a:pt x="58" y="369"/>
                    </a:lnTo>
                    <a:lnTo>
                      <a:pt x="61" y="376"/>
                    </a:lnTo>
                    <a:lnTo>
                      <a:pt x="66" y="383"/>
                    </a:lnTo>
                    <a:lnTo>
                      <a:pt x="74" y="390"/>
                    </a:lnTo>
                    <a:lnTo>
                      <a:pt x="81" y="394"/>
                    </a:lnTo>
                    <a:lnTo>
                      <a:pt x="85" y="398"/>
                    </a:lnTo>
                    <a:lnTo>
                      <a:pt x="87" y="400"/>
                    </a:lnTo>
                    <a:lnTo>
                      <a:pt x="87" y="401"/>
                    </a:lnTo>
                    <a:lnTo>
                      <a:pt x="87" y="404"/>
                    </a:lnTo>
                    <a:lnTo>
                      <a:pt x="85" y="406"/>
                    </a:lnTo>
                    <a:lnTo>
                      <a:pt x="84" y="408"/>
                    </a:lnTo>
                    <a:lnTo>
                      <a:pt x="84" y="410"/>
                    </a:lnTo>
                    <a:lnTo>
                      <a:pt x="85" y="414"/>
                    </a:lnTo>
                    <a:lnTo>
                      <a:pt x="87" y="417"/>
                    </a:lnTo>
                    <a:lnTo>
                      <a:pt x="97" y="424"/>
                    </a:lnTo>
                    <a:lnTo>
                      <a:pt x="111" y="431"/>
                    </a:lnTo>
                    <a:lnTo>
                      <a:pt x="126" y="440"/>
                    </a:lnTo>
                    <a:lnTo>
                      <a:pt x="142" y="448"/>
                    </a:lnTo>
                    <a:lnTo>
                      <a:pt x="158" y="457"/>
                    </a:lnTo>
                    <a:lnTo>
                      <a:pt x="172" y="463"/>
                    </a:lnTo>
                    <a:lnTo>
                      <a:pt x="184" y="468"/>
                    </a:lnTo>
                    <a:lnTo>
                      <a:pt x="193" y="470"/>
                    </a:lnTo>
                    <a:lnTo>
                      <a:pt x="201" y="472"/>
                    </a:lnTo>
                    <a:lnTo>
                      <a:pt x="214" y="475"/>
                    </a:lnTo>
                    <a:lnTo>
                      <a:pt x="231" y="478"/>
                    </a:lnTo>
                    <a:lnTo>
                      <a:pt x="248" y="484"/>
                    </a:lnTo>
                    <a:lnTo>
                      <a:pt x="265" y="489"/>
                    </a:lnTo>
                    <a:lnTo>
                      <a:pt x="282" y="493"/>
                    </a:lnTo>
                    <a:lnTo>
                      <a:pt x="297" y="498"/>
                    </a:lnTo>
                    <a:lnTo>
                      <a:pt x="308" y="501"/>
                    </a:lnTo>
                    <a:lnTo>
                      <a:pt x="310" y="493"/>
                    </a:lnTo>
                    <a:lnTo>
                      <a:pt x="312" y="484"/>
                    </a:lnTo>
                    <a:lnTo>
                      <a:pt x="313" y="475"/>
                    </a:lnTo>
                    <a:lnTo>
                      <a:pt x="313" y="468"/>
                    </a:lnTo>
                    <a:lnTo>
                      <a:pt x="313" y="463"/>
                    </a:lnTo>
                    <a:lnTo>
                      <a:pt x="316" y="458"/>
                    </a:lnTo>
                    <a:lnTo>
                      <a:pt x="317" y="452"/>
                    </a:lnTo>
                    <a:lnTo>
                      <a:pt x="320" y="445"/>
                    </a:lnTo>
                    <a:lnTo>
                      <a:pt x="323" y="443"/>
                    </a:lnTo>
                    <a:lnTo>
                      <a:pt x="324" y="440"/>
                    </a:lnTo>
                    <a:lnTo>
                      <a:pt x="326" y="438"/>
                    </a:lnTo>
                    <a:lnTo>
                      <a:pt x="328" y="437"/>
                    </a:lnTo>
                    <a:lnTo>
                      <a:pt x="332" y="435"/>
                    </a:lnTo>
                    <a:lnTo>
                      <a:pt x="338" y="434"/>
                    </a:lnTo>
                    <a:lnTo>
                      <a:pt x="342" y="431"/>
                    </a:lnTo>
                    <a:lnTo>
                      <a:pt x="349" y="429"/>
                    </a:lnTo>
                    <a:lnTo>
                      <a:pt x="355" y="428"/>
                    </a:lnTo>
                    <a:lnTo>
                      <a:pt x="360" y="425"/>
                    </a:lnTo>
                    <a:lnTo>
                      <a:pt x="365" y="423"/>
                    </a:lnTo>
                    <a:lnTo>
                      <a:pt x="369" y="421"/>
                    </a:lnTo>
                    <a:lnTo>
                      <a:pt x="377" y="416"/>
                    </a:lnTo>
                    <a:lnTo>
                      <a:pt x="386" y="413"/>
                    </a:lnTo>
                    <a:lnTo>
                      <a:pt x="395" y="409"/>
                    </a:lnTo>
                    <a:lnTo>
                      <a:pt x="401" y="408"/>
                    </a:lnTo>
                    <a:lnTo>
                      <a:pt x="407" y="406"/>
                    </a:lnTo>
                    <a:lnTo>
                      <a:pt x="416" y="401"/>
                    </a:lnTo>
                    <a:lnTo>
                      <a:pt x="424" y="395"/>
                    </a:lnTo>
                    <a:lnTo>
                      <a:pt x="431" y="39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1" name="Freeform 82">
                <a:extLst>
                  <a:ext uri="{FF2B5EF4-FFF2-40B4-BE49-F238E27FC236}">
                    <a16:creationId xmlns:a16="http://schemas.microsoft.com/office/drawing/2014/main" id="{E6A50BE1-6395-442A-ACF9-C55DD74B35A6}"/>
                  </a:ext>
                </a:extLst>
              </p:cNvPr>
              <p:cNvSpPr>
                <a:spLocks/>
              </p:cNvSpPr>
              <p:nvPr/>
            </p:nvSpPr>
            <p:spPr bwMode="auto">
              <a:xfrm>
                <a:off x="3562" y="2902"/>
                <a:ext cx="72" cy="128"/>
              </a:xfrm>
              <a:custGeom>
                <a:avLst/>
                <a:gdLst>
                  <a:gd name="T0" fmla="*/ 62 w 133"/>
                  <a:gd name="T1" fmla="*/ 103 h 235"/>
                  <a:gd name="T2" fmla="*/ 65 w 133"/>
                  <a:gd name="T3" fmla="*/ 100 h 235"/>
                  <a:gd name="T4" fmla="*/ 70 w 133"/>
                  <a:gd name="T5" fmla="*/ 98 h 235"/>
                  <a:gd name="T6" fmla="*/ 72 w 133"/>
                  <a:gd name="T7" fmla="*/ 92 h 235"/>
                  <a:gd name="T8" fmla="*/ 68 w 133"/>
                  <a:gd name="T9" fmla="*/ 88 h 235"/>
                  <a:gd name="T10" fmla="*/ 60 w 133"/>
                  <a:gd name="T11" fmla="*/ 81 h 235"/>
                  <a:gd name="T12" fmla="*/ 49 w 133"/>
                  <a:gd name="T13" fmla="*/ 72 h 235"/>
                  <a:gd name="T14" fmla="*/ 43 w 133"/>
                  <a:gd name="T15" fmla="*/ 63 h 235"/>
                  <a:gd name="T16" fmla="*/ 41 w 133"/>
                  <a:gd name="T17" fmla="*/ 53 h 235"/>
                  <a:gd name="T18" fmla="*/ 41 w 133"/>
                  <a:gd name="T19" fmla="*/ 45 h 235"/>
                  <a:gd name="T20" fmla="*/ 43 w 133"/>
                  <a:gd name="T21" fmla="*/ 39 h 235"/>
                  <a:gd name="T22" fmla="*/ 42 w 133"/>
                  <a:gd name="T23" fmla="*/ 35 h 235"/>
                  <a:gd name="T24" fmla="*/ 39 w 133"/>
                  <a:gd name="T25" fmla="*/ 32 h 235"/>
                  <a:gd name="T26" fmla="*/ 32 w 133"/>
                  <a:gd name="T27" fmla="*/ 23 h 235"/>
                  <a:gd name="T28" fmla="*/ 22 w 133"/>
                  <a:gd name="T29" fmla="*/ 12 h 235"/>
                  <a:gd name="T30" fmla="*/ 14 w 133"/>
                  <a:gd name="T31" fmla="*/ 3 h 235"/>
                  <a:gd name="T32" fmla="*/ 6 w 133"/>
                  <a:gd name="T33" fmla="*/ 4 h 235"/>
                  <a:gd name="T34" fmla="*/ 0 w 133"/>
                  <a:gd name="T35" fmla="*/ 15 h 235"/>
                  <a:gd name="T36" fmla="*/ 4 w 133"/>
                  <a:gd name="T37" fmla="*/ 21 h 235"/>
                  <a:gd name="T38" fmla="*/ 10 w 133"/>
                  <a:gd name="T39" fmla="*/ 27 h 235"/>
                  <a:gd name="T40" fmla="*/ 12 w 133"/>
                  <a:gd name="T41" fmla="*/ 31 h 235"/>
                  <a:gd name="T42" fmla="*/ 12 w 133"/>
                  <a:gd name="T43" fmla="*/ 34 h 235"/>
                  <a:gd name="T44" fmla="*/ 18 w 133"/>
                  <a:gd name="T45" fmla="*/ 38 h 235"/>
                  <a:gd name="T46" fmla="*/ 29 w 133"/>
                  <a:gd name="T47" fmla="*/ 48 h 235"/>
                  <a:gd name="T48" fmla="*/ 27 w 133"/>
                  <a:gd name="T49" fmla="*/ 60 h 235"/>
                  <a:gd name="T50" fmla="*/ 23 w 133"/>
                  <a:gd name="T51" fmla="*/ 66 h 235"/>
                  <a:gd name="T52" fmla="*/ 20 w 133"/>
                  <a:gd name="T53" fmla="*/ 75 h 235"/>
                  <a:gd name="T54" fmla="*/ 18 w 133"/>
                  <a:gd name="T55" fmla="*/ 93 h 235"/>
                  <a:gd name="T56" fmla="*/ 24 w 133"/>
                  <a:gd name="T57" fmla="*/ 102 h 235"/>
                  <a:gd name="T58" fmla="*/ 31 w 133"/>
                  <a:gd name="T59" fmla="*/ 108 h 235"/>
                  <a:gd name="T60" fmla="*/ 38 w 133"/>
                  <a:gd name="T61" fmla="*/ 116 h 235"/>
                  <a:gd name="T62" fmla="*/ 41 w 133"/>
                  <a:gd name="T63" fmla="*/ 124 h 235"/>
                  <a:gd name="T64" fmla="*/ 44 w 133"/>
                  <a:gd name="T65" fmla="*/ 124 h 235"/>
                  <a:gd name="T66" fmla="*/ 49 w 133"/>
                  <a:gd name="T67" fmla="*/ 115 h 235"/>
                  <a:gd name="T68" fmla="*/ 51 w 133"/>
                  <a:gd name="T69" fmla="*/ 110 h 235"/>
                  <a:gd name="T70" fmla="*/ 57 w 133"/>
                  <a:gd name="T71" fmla="*/ 106 h 2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3" h="235">
                    <a:moveTo>
                      <a:pt x="112" y="194"/>
                    </a:moveTo>
                    <a:lnTo>
                      <a:pt x="115" y="190"/>
                    </a:lnTo>
                    <a:lnTo>
                      <a:pt x="118" y="187"/>
                    </a:lnTo>
                    <a:lnTo>
                      <a:pt x="120" y="183"/>
                    </a:lnTo>
                    <a:lnTo>
                      <a:pt x="124" y="182"/>
                    </a:lnTo>
                    <a:lnTo>
                      <a:pt x="129" y="180"/>
                    </a:lnTo>
                    <a:lnTo>
                      <a:pt x="132" y="175"/>
                    </a:lnTo>
                    <a:lnTo>
                      <a:pt x="133" y="169"/>
                    </a:lnTo>
                    <a:lnTo>
                      <a:pt x="129" y="165"/>
                    </a:lnTo>
                    <a:lnTo>
                      <a:pt x="125" y="161"/>
                    </a:lnTo>
                    <a:lnTo>
                      <a:pt x="118" y="156"/>
                    </a:lnTo>
                    <a:lnTo>
                      <a:pt x="110" y="149"/>
                    </a:lnTo>
                    <a:lnTo>
                      <a:pt x="101" y="141"/>
                    </a:lnTo>
                    <a:lnTo>
                      <a:pt x="91" y="133"/>
                    </a:lnTo>
                    <a:lnTo>
                      <a:pt x="85" y="123"/>
                    </a:lnTo>
                    <a:lnTo>
                      <a:pt x="80" y="115"/>
                    </a:lnTo>
                    <a:lnTo>
                      <a:pt x="78" y="108"/>
                    </a:lnTo>
                    <a:lnTo>
                      <a:pt x="76" y="97"/>
                    </a:lnTo>
                    <a:lnTo>
                      <a:pt x="76" y="89"/>
                    </a:lnTo>
                    <a:lnTo>
                      <a:pt x="76" y="82"/>
                    </a:lnTo>
                    <a:lnTo>
                      <a:pt x="78" y="76"/>
                    </a:lnTo>
                    <a:lnTo>
                      <a:pt x="79" y="72"/>
                    </a:lnTo>
                    <a:lnTo>
                      <a:pt x="79" y="68"/>
                    </a:lnTo>
                    <a:lnTo>
                      <a:pt x="78" y="65"/>
                    </a:lnTo>
                    <a:lnTo>
                      <a:pt x="75" y="61"/>
                    </a:lnTo>
                    <a:lnTo>
                      <a:pt x="72" y="58"/>
                    </a:lnTo>
                    <a:lnTo>
                      <a:pt x="66" y="52"/>
                    </a:lnTo>
                    <a:lnTo>
                      <a:pt x="59" y="43"/>
                    </a:lnTo>
                    <a:lnTo>
                      <a:pt x="50" y="32"/>
                    </a:lnTo>
                    <a:lnTo>
                      <a:pt x="41" y="22"/>
                    </a:lnTo>
                    <a:lnTo>
                      <a:pt x="32" y="13"/>
                    </a:lnTo>
                    <a:lnTo>
                      <a:pt x="25" y="5"/>
                    </a:lnTo>
                    <a:lnTo>
                      <a:pt x="19" y="0"/>
                    </a:lnTo>
                    <a:lnTo>
                      <a:pt x="12" y="8"/>
                    </a:lnTo>
                    <a:lnTo>
                      <a:pt x="5" y="19"/>
                    </a:lnTo>
                    <a:lnTo>
                      <a:pt x="0" y="28"/>
                    </a:lnTo>
                    <a:lnTo>
                      <a:pt x="2" y="34"/>
                    </a:lnTo>
                    <a:lnTo>
                      <a:pt x="7" y="38"/>
                    </a:lnTo>
                    <a:lnTo>
                      <a:pt x="13" y="43"/>
                    </a:lnTo>
                    <a:lnTo>
                      <a:pt x="19" y="49"/>
                    </a:lnTo>
                    <a:lnTo>
                      <a:pt x="21" y="53"/>
                    </a:lnTo>
                    <a:lnTo>
                      <a:pt x="22" y="57"/>
                    </a:lnTo>
                    <a:lnTo>
                      <a:pt x="22" y="60"/>
                    </a:lnTo>
                    <a:lnTo>
                      <a:pt x="22" y="62"/>
                    </a:lnTo>
                    <a:lnTo>
                      <a:pt x="26" y="65"/>
                    </a:lnTo>
                    <a:lnTo>
                      <a:pt x="34" y="69"/>
                    </a:lnTo>
                    <a:lnTo>
                      <a:pt x="44" y="77"/>
                    </a:lnTo>
                    <a:lnTo>
                      <a:pt x="53" y="89"/>
                    </a:lnTo>
                    <a:lnTo>
                      <a:pt x="55" y="100"/>
                    </a:lnTo>
                    <a:lnTo>
                      <a:pt x="50" y="110"/>
                    </a:lnTo>
                    <a:lnTo>
                      <a:pt x="47" y="115"/>
                    </a:lnTo>
                    <a:lnTo>
                      <a:pt x="43" y="121"/>
                    </a:lnTo>
                    <a:lnTo>
                      <a:pt x="41" y="127"/>
                    </a:lnTo>
                    <a:lnTo>
                      <a:pt x="37" y="138"/>
                    </a:lnTo>
                    <a:lnTo>
                      <a:pt x="35" y="154"/>
                    </a:lnTo>
                    <a:lnTo>
                      <a:pt x="34" y="171"/>
                    </a:lnTo>
                    <a:lnTo>
                      <a:pt x="40" y="182"/>
                    </a:lnTo>
                    <a:lnTo>
                      <a:pt x="45" y="187"/>
                    </a:lnTo>
                    <a:lnTo>
                      <a:pt x="51" y="192"/>
                    </a:lnTo>
                    <a:lnTo>
                      <a:pt x="57" y="199"/>
                    </a:lnTo>
                    <a:lnTo>
                      <a:pt x="64" y="206"/>
                    </a:lnTo>
                    <a:lnTo>
                      <a:pt x="70" y="213"/>
                    </a:lnTo>
                    <a:lnTo>
                      <a:pt x="73" y="221"/>
                    </a:lnTo>
                    <a:lnTo>
                      <a:pt x="76" y="228"/>
                    </a:lnTo>
                    <a:lnTo>
                      <a:pt x="76" y="235"/>
                    </a:lnTo>
                    <a:lnTo>
                      <a:pt x="81" y="227"/>
                    </a:lnTo>
                    <a:lnTo>
                      <a:pt x="86" y="219"/>
                    </a:lnTo>
                    <a:lnTo>
                      <a:pt x="90" y="211"/>
                    </a:lnTo>
                    <a:lnTo>
                      <a:pt x="93" y="205"/>
                    </a:lnTo>
                    <a:lnTo>
                      <a:pt x="95" y="202"/>
                    </a:lnTo>
                    <a:lnTo>
                      <a:pt x="100" y="197"/>
                    </a:lnTo>
                    <a:lnTo>
                      <a:pt x="105" y="195"/>
                    </a:lnTo>
                    <a:lnTo>
                      <a:pt x="112" y="1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2" name="Freeform 83">
                <a:extLst>
                  <a:ext uri="{FF2B5EF4-FFF2-40B4-BE49-F238E27FC236}">
                    <a16:creationId xmlns:a16="http://schemas.microsoft.com/office/drawing/2014/main" id="{A1249FFB-D5C0-4646-8641-5F43EF86D366}"/>
                  </a:ext>
                </a:extLst>
              </p:cNvPr>
              <p:cNvSpPr>
                <a:spLocks/>
              </p:cNvSpPr>
              <p:nvPr/>
            </p:nvSpPr>
            <p:spPr bwMode="auto">
              <a:xfrm>
                <a:off x="3606" y="3019"/>
                <a:ext cx="22" cy="54"/>
              </a:xfrm>
              <a:custGeom>
                <a:avLst/>
                <a:gdLst>
                  <a:gd name="T0" fmla="*/ 20 w 40"/>
                  <a:gd name="T1" fmla="*/ 54 h 102"/>
                  <a:gd name="T2" fmla="*/ 22 w 40"/>
                  <a:gd name="T3" fmla="*/ 50 h 102"/>
                  <a:gd name="T4" fmla="*/ 21 w 40"/>
                  <a:gd name="T5" fmla="*/ 43 h 102"/>
                  <a:gd name="T6" fmla="*/ 20 w 40"/>
                  <a:gd name="T7" fmla="*/ 38 h 102"/>
                  <a:gd name="T8" fmla="*/ 16 w 40"/>
                  <a:gd name="T9" fmla="*/ 34 h 102"/>
                  <a:gd name="T10" fmla="*/ 17 w 40"/>
                  <a:gd name="T11" fmla="*/ 32 h 102"/>
                  <a:gd name="T12" fmla="*/ 18 w 40"/>
                  <a:gd name="T13" fmla="*/ 30 h 102"/>
                  <a:gd name="T14" fmla="*/ 19 w 40"/>
                  <a:gd name="T15" fmla="*/ 27 h 102"/>
                  <a:gd name="T16" fmla="*/ 21 w 40"/>
                  <a:gd name="T17" fmla="*/ 26 h 102"/>
                  <a:gd name="T18" fmla="*/ 22 w 40"/>
                  <a:gd name="T19" fmla="*/ 23 h 102"/>
                  <a:gd name="T20" fmla="*/ 21 w 40"/>
                  <a:gd name="T21" fmla="*/ 20 h 102"/>
                  <a:gd name="T22" fmla="*/ 19 w 40"/>
                  <a:gd name="T23" fmla="*/ 16 h 102"/>
                  <a:gd name="T24" fmla="*/ 14 w 40"/>
                  <a:gd name="T25" fmla="*/ 15 h 102"/>
                  <a:gd name="T26" fmla="*/ 13 w 40"/>
                  <a:gd name="T27" fmla="*/ 15 h 102"/>
                  <a:gd name="T28" fmla="*/ 13 w 40"/>
                  <a:gd name="T29" fmla="*/ 15 h 102"/>
                  <a:gd name="T30" fmla="*/ 13 w 40"/>
                  <a:gd name="T31" fmla="*/ 15 h 102"/>
                  <a:gd name="T32" fmla="*/ 12 w 40"/>
                  <a:gd name="T33" fmla="*/ 15 h 102"/>
                  <a:gd name="T34" fmla="*/ 12 w 40"/>
                  <a:gd name="T35" fmla="*/ 14 h 102"/>
                  <a:gd name="T36" fmla="*/ 13 w 40"/>
                  <a:gd name="T37" fmla="*/ 14 h 102"/>
                  <a:gd name="T38" fmla="*/ 13 w 40"/>
                  <a:gd name="T39" fmla="*/ 13 h 102"/>
                  <a:gd name="T40" fmla="*/ 13 w 40"/>
                  <a:gd name="T41" fmla="*/ 12 h 102"/>
                  <a:gd name="T42" fmla="*/ 15 w 40"/>
                  <a:gd name="T43" fmla="*/ 10 h 102"/>
                  <a:gd name="T44" fmla="*/ 17 w 40"/>
                  <a:gd name="T45" fmla="*/ 6 h 102"/>
                  <a:gd name="T46" fmla="*/ 19 w 40"/>
                  <a:gd name="T47" fmla="*/ 4 h 102"/>
                  <a:gd name="T48" fmla="*/ 20 w 40"/>
                  <a:gd name="T49" fmla="*/ 2 h 102"/>
                  <a:gd name="T50" fmla="*/ 18 w 40"/>
                  <a:gd name="T51" fmla="*/ 0 h 102"/>
                  <a:gd name="T52" fmla="*/ 14 w 40"/>
                  <a:gd name="T53" fmla="*/ 1 h 102"/>
                  <a:gd name="T54" fmla="*/ 12 w 40"/>
                  <a:gd name="T55" fmla="*/ 3 h 102"/>
                  <a:gd name="T56" fmla="*/ 9 w 40"/>
                  <a:gd name="T57" fmla="*/ 4 h 102"/>
                  <a:gd name="T58" fmla="*/ 8 w 40"/>
                  <a:gd name="T59" fmla="*/ 6 h 102"/>
                  <a:gd name="T60" fmla="*/ 6 w 40"/>
                  <a:gd name="T61" fmla="*/ 8 h 102"/>
                  <a:gd name="T62" fmla="*/ 3 w 40"/>
                  <a:gd name="T63" fmla="*/ 11 h 102"/>
                  <a:gd name="T64" fmla="*/ 1 w 40"/>
                  <a:gd name="T65" fmla="*/ 14 h 102"/>
                  <a:gd name="T66" fmla="*/ 0 w 40"/>
                  <a:gd name="T67" fmla="*/ 19 h 102"/>
                  <a:gd name="T68" fmla="*/ 1 w 40"/>
                  <a:gd name="T69" fmla="*/ 29 h 102"/>
                  <a:gd name="T70" fmla="*/ 3 w 40"/>
                  <a:gd name="T71" fmla="*/ 39 h 102"/>
                  <a:gd name="T72" fmla="*/ 6 w 40"/>
                  <a:gd name="T73" fmla="*/ 46 h 102"/>
                  <a:gd name="T74" fmla="*/ 8 w 40"/>
                  <a:gd name="T75" fmla="*/ 49 h 102"/>
                  <a:gd name="T76" fmla="*/ 12 w 40"/>
                  <a:gd name="T77" fmla="*/ 51 h 102"/>
                  <a:gd name="T78" fmla="*/ 15 w 40"/>
                  <a:gd name="T79" fmla="*/ 52 h 102"/>
                  <a:gd name="T80" fmla="*/ 20 w 40"/>
                  <a:gd name="T81" fmla="*/ 54 h 10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0" h="102">
                    <a:moveTo>
                      <a:pt x="37" y="102"/>
                    </a:moveTo>
                    <a:lnTo>
                      <a:pt x="40" y="94"/>
                    </a:lnTo>
                    <a:lnTo>
                      <a:pt x="39" y="82"/>
                    </a:lnTo>
                    <a:lnTo>
                      <a:pt x="36" y="71"/>
                    </a:lnTo>
                    <a:lnTo>
                      <a:pt x="29" y="64"/>
                    </a:lnTo>
                    <a:lnTo>
                      <a:pt x="30" y="60"/>
                    </a:lnTo>
                    <a:lnTo>
                      <a:pt x="32" y="56"/>
                    </a:lnTo>
                    <a:lnTo>
                      <a:pt x="35" y="51"/>
                    </a:lnTo>
                    <a:lnTo>
                      <a:pt x="38" y="49"/>
                    </a:lnTo>
                    <a:lnTo>
                      <a:pt x="40" y="44"/>
                    </a:lnTo>
                    <a:lnTo>
                      <a:pt x="39" y="37"/>
                    </a:lnTo>
                    <a:lnTo>
                      <a:pt x="35" y="31"/>
                    </a:lnTo>
                    <a:lnTo>
                      <a:pt x="25" y="28"/>
                    </a:lnTo>
                    <a:lnTo>
                      <a:pt x="24" y="28"/>
                    </a:lnTo>
                    <a:lnTo>
                      <a:pt x="23" y="28"/>
                    </a:lnTo>
                    <a:lnTo>
                      <a:pt x="22" y="28"/>
                    </a:lnTo>
                    <a:lnTo>
                      <a:pt x="22" y="27"/>
                    </a:lnTo>
                    <a:lnTo>
                      <a:pt x="23" y="26"/>
                    </a:lnTo>
                    <a:lnTo>
                      <a:pt x="23" y="25"/>
                    </a:lnTo>
                    <a:lnTo>
                      <a:pt x="23" y="23"/>
                    </a:lnTo>
                    <a:lnTo>
                      <a:pt x="27" y="18"/>
                    </a:lnTo>
                    <a:lnTo>
                      <a:pt x="31" y="12"/>
                    </a:lnTo>
                    <a:lnTo>
                      <a:pt x="35" y="7"/>
                    </a:lnTo>
                    <a:lnTo>
                      <a:pt x="37" y="4"/>
                    </a:lnTo>
                    <a:lnTo>
                      <a:pt x="32" y="0"/>
                    </a:lnTo>
                    <a:lnTo>
                      <a:pt x="25" y="2"/>
                    </a:lnTo>
                    <a:lnTo>
                      <a:pt x="21" y="5"/>
                    </a:lnTo>
                    <a:lnTo>
                      <a:pt x="17" y="8"/>
                    </a:lnTo>
                    <a:lnTo>
                      <a:pt x="14" y="12"/>
                    </a:lnTo>
                    <a:lnTo>
                      <a:pt x="10" y="16"/>
                    </a:lnTo>
                    <a:lnTo>
                      <a:pt x="6" y="21"/>
                    </a:lnTo>
                    <a:lnTo>
                      <a:pt x="1" y="26"/>
                    </a:lnTo>
                    <a:lnTo>
                      <a:pt x="0" y="36"/>
                    </a:lnTo>
                    <a:lnTo>
                      <a:pt x="2" y="55"/>
                    </a:lnTo>
                    <a:lnTo>
                      <a:pt x="6" y="74"/>
                    </a:lnTo>
                    <a:lnTo>
                      <a:pt x="10" y="87"/>
                    </a:lnTo>
                    <a:lnTo>
                      <a:pt x="15" y="93"/>
                    </a:lnTo>
                    <a:lnTo>
                      <a:pt x="21" y="96"/>
                    </a:lnTo>
                    <a:lnTo>
                      <a:pt x="28" y="98"/>
                    </a:lnTo>
                    <a:lnTo>
                      <a:pt x="37" y="1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3" name="Freeform 84">
                <a:extLst>
                  <a:ext uri="{FF2B5EF4-FFF2-40B4-BE49-F238E27FC236}">
                    <a16:creationId xmlns:a16="http://schemas.microsoft.com/office/drawing/2014/main" id="{E764BB07-7C92-470E-A173-C0C8C9598098}"/>
                  </a:ext>
                </a:extLst>
              </p:cNvPr>
              <p:cNvSpPr>
                <a:spLocks/>
              </p:cNvSpPr>
              <p:nvPr/>
            </p:nvSpPr>
            <p:spPr bwMode="auto">
              <a:xfrm>
                <a:off x="3479" y="3018"/>
                <a:ext cx="11" cy="21"/>
              </a:xfrm>
              <a:custGeom>
                <a:avLst/>
                <a:gdLst>
                  <a:gd name="T0" fmla="*/ 5 w 19"/>
                  <a:gd name="T1" fmla="*/ 0 h 39"/>
                  <a:gd name="T2" fmla="*/ 3 w 19"/>
                  <a:gd name="T3" fmla="*/ 3 h 39"/>
                  <a:gd name="T4" fmla="*/ 1 w 19"/>
                  <a:gd name="T5" fmla="*/ 7 h 39"/>
                  <a:gd name="T6" fmla="*/ 0 w 19"/>
                  <a:gd name="T7" fmla="*/ 11 h 39"/>
                  <a:gd name="T8" fmla="*/ 0 w 19"/>
                  <a:gd name="T9" fmla="*/ 15 h 39"/>
                  <a:gd name="T10" fmla="*/ 2 w 19"/>
                  <a:gd name="T11" fmla="*/ 16 h 39"/>
                  <a:gd name="T12" fmla="*/ 6 w 19"/>
                  <a:gd name="T13" fmla="*/ 18 h 39"/>
                  <a:gd name="T14" fmla="*/ 9 w 19"/>
                  <a:gd name="T15" fmla="*/ 20 h 39"/>
                  <a:gd name="T16" fmla="*/ 11 w 19"/>
                  <a:gd name="T17" fmla="*/ 21 h 39"/>
                  <a:gd name="T18" fmla="*/ 9 w 19"/>
                  <a:gd name="T19" fmla="*/ 17 h 39"/>
                  <a:gd name="T20" fmla="*/ 6 w 19"/>
                  <a:gd name="T21" fmla="*/ 12 h 39"/>
                  <a:gd name="T22" fmla="*/ 5 w 19"/>
                  <a:gd name="T23" fmla="*/ 6 h 39"/>
                  <a:gd name="T24" fmla="*/ 5 w 19"/>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39">
                    <a:moveTo>
                      <a:pt x="9" y="0"/>
                    </a:moveTo>
                    <a:lnTo>
                      <a:pt x="5" y="6"/>
                    </a:lnTo>
                    <a:lnTo>
                      <a:pt x="2" y="13"/>
                    </a:lnTo>
                    <a:lnTo>
                      <a:pt x="0" y="20"/>
                    </a:lnTo>
                    <a:lnTo>
                      <a:pt x="0" y="27"/>
                    </a:lnTo>
                    <a:lnTo>
                      <a:pt x="4" y="30"/>
                    </a:lnTo>
                    <a:lnTo>
                      <a:pt x="10" y="34"/>
                    </a:lnTo>
                    <a:lnTo>
                      <a:pt x="16" y="37"/>
                    </a:lnTo>
                    <a:lnTo>
                      <a:pt x="19" y="39"/>
                    </a:lnTo>
                    <a:lnTo>
                      <a:pt x="15" y="32"/>
                    </a:lnTo>
                    <a:lnTo>
                      <a:pt x="10" y="22"/>
                    </a:lnTo>
                    <a:lnTo>
                      <a:pt x="8" y="12"/>
                    </a:lnTo>
                    <a:lnTo>
                      <a:pt x="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4" name="Freeform 85">
                <a:extLst>
                  <a:ext uri="{FF2B5EF4-FFF2-40B4-BE49-F238E27FC236}">
                    <a16:creationId xmlns:a16="http://schemas.microsoft.com/office/drawing/2014/main" id="{39C116A9-4F65-4912-A3B6-11AB0C9CDEB4}"/>
                  </a:ext>
                </a:extLst>
              </p:cNvPr>
              <p:cNvSpPr>
                <a:spLocks/>
              </p:cNvSpPr>
              <p:nvPr/>
            </p:nvSpPr>
            <p:spPr bwMode="auto">
              <a:xfrm>
                <a:off x="3482" y="3008"/>
                <a:ext cx="18" cy="12"/>
              </a:xfrm>
              <a:custGeom>
                <a:avLst/>
                <a:gdLst>
                  <a:gd name="T0" fmla="*/ 0 w 34"/>
                  <a:gd name="T1" fmla="*/ 4 h 22"/>
                  <a:gd name="T2" fmla="*/ 4 w 34"/>
                  <a:gd name="T3" fmla="*/ 2 h 22"/>
                  <a:gd name="T4" fmla="*/ 7 w 34"/>
                  <a:gd name="T5" fmla="*/ 1 h 22"/>
                  <a:gd name="T6" fmla="*/ 11 w 34"/>
                  <a:gd name="T7" fmla="*/ 0 h 22"/>
                  <a:gd name="T8" fmla="*/ 12 w 34"/>
                  <a:gd name="T9" fmla="*/ 1 h 22"/>
                  <a:gd name="T10" fmla="*/ 14 w 34"/>
                  <a:gd name="T11" fmla="*/ 2 h 22"/>
                  <a:gd name="T12" fmla="*/ 16 w 34"/>
                  <a:gd name="T13" fmla="*/ 5 h 22"/>
                  <a:gd name="T14" fmla="*/ 18 w 34"/>
                  <a:gd name="T15" fmla="*/ 8 h 22"/>
                  <a:gd name="T16" fmla="*/ 18 w 34"/>
                  <a:gd name="T17" fmla="*/ 9 h 22"/>
                  <a:gd name="T18" fmla="*/ 16 w 34"/>
                  <a:gd name="T19" fmla="*/ 10 h 22"/>
                  <a:gd name="T20" fmla="*/ 15 w 34"/>
                  <a:gd name="T21" fmla="*/ 11 h 22"/>
                  <a:gd name="T22" fmla="*/ 14 w 34"/>
                  <a:gd name="T23" fmla="*/ 12 h 22"/>
                  <a:gd name="T24" fmla="*/ 14 w 34"/>
                  <a:gd name="T25" fmla="*/ 11 h 22"/>
                  <a:gd name="T26" fmla="*/ 12 w 34"/>
                  <a:gd name="T27" fmla="*/ 8 h 22"/>
                  <a:gd name="T28" fmla="*/ 9 w 34"/>
                  <a:gd name="T29" fmla="*/ 5 h 22"/>
                  <a:gd name="T30" fmla="*/ 6 w 34"/>
                  <a:gd name="T31" fmla="*/ 4 h 22"/>
                  <a:gd name="T32" fmla="*/ 0 w 34"/>
                  <a:gd name="T33" fmla="*/ 4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22">
                    <a:moveTo>
                      <a:pt x="0" y="8"/>
                    </a:moveTo>
                    <a:lnTo>
                      <a:pt x="7" y="3"/>
                    </a:lnTo>
                    <a:lnTo>
                      <a:pt x="14" y="1"/>
                    </a:lnTo>
                    <a:lnTo>
                      <a:pt x="20" y="0"/>
                    </a:lnTo>
                    <a:lnTo>
                      <a:pt x="23" y="1"/>
                    </a:lnTo>
                    <a:lnTo>
                      <a:pt x="27" y="4"/>
                    </a:lnTo>
                    <a:lnTo>
                      <a:pt x="31" y="9"/>
                    </a:lnTo>
                    <a:lnTo>
                      <a:pt x="34" y="14"/>
                    </a:lnTo>
                    <a:lnTo>
                      <a:pt x="34" y="17"/>
                    </a:lnTo>
                    <a:lnTo>
                      <a:pt x="31" y="19"/>
                    </a:lnTo>
                    <a:lnTo>
                      <a:pt x="29" y="21"/>
                    </a:lnTo>
                    <a:lnTo>
                      <a:pt x="27" y="22"/>
                    </a:lnTo>
                    <a:lnTo>
                      <a:pt x="26" y="21"/>
                    </a:lnTo>
                    <a:lnTo>
                      <a:pt x="23" y="15"/>
                    </a:lnTo>
                    <a:lnTo>
                      <a:pt x="17" y="9"/>
                    </a:lnTo>
                    <a:lnTo>
                      <a:pt x="11" y="7"/>
                    </a:lnTo>
                    <a:lnTo>
                      <a:pt x="0"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5" name="Freeform 86">
                <a:extLst>
                  <a:ext uri="{FF2B5EF4-FFF2-40B4-BE49-F238E27FC236}">
                    <a16:creationId xmlns:a16="http://schemas.microsoft.com/office/drawing/2014/main" id="{8FF88CB4-28BF-490E-A886-32CD851BBB7C}"/>
                  </a:ext>
                </a:extLst>
              </p:cNvPr>
              <p:cNvSpPr>
                <a:spLocks/>
              </p:cNvSpPr>
              <p:nvPr/>
            </p:nvSpPr>
            <p:spPr bwMode="auto">
              <a:xfrm>
                <a:off x="3611" y="3040"/>
                <a:ext cx="16" cy="12"/>
              </a:xfrm>
              <a:custGeom>
                <a:avLst/>
                <a:gdLst>
                  <a:gd name="T0" fmla="*/ 16 w 29"/>
                  <a:gd name="T1" fmla="*/ 4 h 22"/>
                  <a:gd name="T2" fmla="*/ 14 w 29"/>
                  <a:gd name="T3" fmla="*/ 5 h 22"/>
                  <a:gd name="T4" fmla="*/ 13 w 29"/>
                  <a:gd name="T5" fmla="*/ 8 h 22"/>
                  <a:gd name="T6" fmla="*/ 12 w 29"/>
                  <a:gd name="T7" fmla="*/ 10 h 22"/>
                  <a:gd name="T8" fmla="*/ 11 w 29"/>
                  <a:gd name="T9" fmla="*/ 12 h 22"/>
                  <a:gd name="T10" fmla="*/ 8 w 29"/>
                  <a:gd name="T11" fmla="*/ 9 h 22"/>
                  <a:gd name="T12" fmla="*/ 6 w 29"/>
                  <a:gd name="T13" fmla="*/ 5 h 22"/>
                  <a:gd name="T14" fmla="*/ 3 w 29"/>
                  <a:gd name="T15" fmla="*/ 2 h 22"/>
                  <a:gd name="T16" fmla="*/ 0 w 29"/>
                  <a:gd name="T17" fmla="*/ 0 h 22"/>
                  <a:gd name="T18" fmla="*/ 4 w 29"/>
                  <a:gd name="T19" fmla="*/ 1 h 22"/>
                  <a:gd name="T20" fmla="*/ 9 w 29"/>
                  <a:gd name="T21" fmla="*/ 2 h 22"/>
                  <a:gd name="T22" fmla="*/ 13 w 29"/>
                  <a:gd name="T23" fmla="*/ 3 h 22"/>
                  <a:gd name="T24" fmla="*/ 16 w 29"/>
                  <a:gd name="T25" fmla="*/ 4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2">
                    <a:moveTo>
                      <a:pt x="29" y="7"/>
                    </a:moveTo>
                    <a:lnTo>
                      <a:pt x="26" y="9"/>
                    </a:lnTo>
                    <a:lnTo>
                      <a:pt x="23" y="14"/>
                    </a:lnTo>
                    <a:lnTo>
                      <a:pt x="21" y="18"/>
                    </a:lnTo>
                    <a:lnTo>
                      <a:pt x="20" y="22"/>
                    </a:lnTo>
                    <a:lnTo>
                      <a:pt x="15" y="16"/>
                    </a:lnTo>
                    <a:lnTo>
                      <a:pt x="11" y="10"/>
                    </a:lnTo>
                    <a:lnTo>
                      <a:pt x="5" y="4"/>
                    </a:lnTo>
                    <a:lnTo>
                      <a:pt x="0" y="0"/>
                    </a:lnTo>
                    <a:lnTo>
                      <a:pt x="8" y="2"/>
                    </a:lnTo>
                    <a:lnTo>
                      <a:pt x="16" y="4"/>
                    </a:lnTo>
                    <a:lnTo>
                      <a:pt x="23" y="6"/>
                    </a:lnTo>
                    <a:lnTo>
                      <a:pt x="29" y="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6" name="Freeform 87">
                <a:extLst>
                  <a:ext uri="{FF2B5EF4-FFF2-40B4-BE49-F238E27FC236}">
                    <a16:creationId xmlns:a16="http://schemas.microsoft.com/office/drawing/2014/main" id="{52FE1BB2-9693-4A3F-8F5A-A1247E4DB37D}"/>
                  </a:ext>
                </a:extLst>
              </p:cNvPr>
              <p:cNvSpPr>
                <a:spLocks/>
              </p:cNvSpPr>
              <p:nvPr/>
            </p:nvSpPr>
            <p:spPr bwMode="auto">
              <a:xfrm>
                <a:off x="3584" y="2934"/>
                <a:ext cx="21" cy="37"/>
              </a:xfrm>
              <a:custGeom>
                <a:avLst/>
                <a:gdLst>
                  <a:gd name="T0" fmla="*/ 0 w 38"/>
                  <a:gd name="T1" fmla="*/ 37 h 67"/>
                  <a:gd name="T2" fmla="*/ 1 w 38"/>
                  <a:gd name="T3" fmla="*/ 34 h 67"/>
                  <a:gd name="T4" fmla="*/ 3 w 38"/>
                  <a:gd name="T5" fmla="*/ 30 h 67"/>
                  <a:gd name="T6" fmla="*/ 5 w 38"/>
                  <a:gd name="T7" fmla="*/ 28 h 67"/>
                  <a:gd name="T8" fmla="*/ 8 w 38"/>
                  <a:gd name="T9" fmla="*/ 22 h 67"/>
                  <a:gd name="T10" fmla="*/ 9 w 38"/>
                  <a:gd name="T11" fmla="*/ 18 h 67"/>
                  <a:gd name="T12" fmla="*/ 12 w 38"/>
                  <a:gd name="T13" fmla="*/ 14 h 67"/>
                  <a:gd name="T14" fmla="*/ 13 w 38"/>
                  <a:gd name="T15" fmla="*/ 9 h 67"/>
                  <a:gd name="T16" fmla="*/ 14 w 38"/>
                  <a:gd name="T17" fmla="*/ 6 h 67"/>
                  <a:gd name="T18" fmla="*/ 14 w 38"/>
                  <a:gd name="T19" fmla="*/ 4 h 67"/>
                  <a:gd name="T20" fmla="*/ 16 w 38"/>
                  <a:gd name="T21" fmla="*/ 1 h 67"/>
                  <a:gd name="T22" fmla="*/ 17 w 38"/>
                  <a:gd name="T23" fmla="*/ 0 h 67"/>
                  <a:gd name="T24" fmla="*/ 19 w 38"/>
                  <a:gd name="T25" fmla="*/ 1 h 67"/>
                  <a:gd name="T26" fmla="*/ 20 w 38"/>
                  <a:gd name="T27" fmla="*/ 3 h 67"/>
                  <a:gd name="T28" fmla="*/ 21 w 38"/>
                  <a:gd name="T29" fmla="*/ 4 h 67"/>
                  <a:gd name="T30" fmla="*/ 21 w 38"/>
                  <a:gd name="T31" fmla="*/ 7 h 67"/>
                  <a:gd name="T32" fmla="*/ 20 w 38"/>
                  <a:gd name="T33" fmla="*/ 9 h 67"/>
                  <a:gd name="T34" fmla="*/ 18 w 38"/>
                  <a:gd name="T35" fmla="*/ 13 h 67"/>
                  <a:gd name="T36" fmla="*/ 16 w 38"/>
                  <a:gd name="T37" fmla="*/ 18 h 67"/>
                  <a:gd name="T38" fmla="*/ 12 w 38"/>
                  <a:gd name="T39" fmla="*/ 23 h 67"/>
                  <a:gd name="T40" fmla="*/ 9 w 38"/>
                  <a:gd name="T41" fmla="*/ 27 h 67"/>
                  <a:gd name="T42" fmla="*/ 6 w 38"/>
                  <a:gd name="T43" fmla="*/ 30 h 67"/>
                  <a:gd name="T44" fmla="*/ 4 w 38"/>
                  <a:gd name="T45" fmla="*/ 32 h 67"/>
                  <a:gd name="T46" fmla="*/ 2 w 38"/>
                  <a:gd name="T47" fmla="*/ 34 h 67"/>
                  <a:gd name="T48" fmla="*/ 0 w 38"/>
                  <a:gd name="T49" fmla="*/ 37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67">
                    <a:moveTo>
                      <a:pt x="0" y="67"/>
                    </a:moveTo>
                    <a:lnTo>
                      <a:pt x="2" y="61"/>
                    </a:lnTo>
                    <a:lnTo>
                      <a:pt x="6" y="55"/>
                    </a:lnTo>
                    <a:lnTo>
                      <a:pt x="9" y="50"/>
                    </a:lnTo>
                    <a:lnTo>
                      <a:pt x="14" y="40"/>
                    </a:lnTo>
                    <a:lnTo>
                      <a:pt x="17" y="33"/>
                    </a:lnTo>
                    <a:lnTo>
                      <a:pt x="21" y="25"/>
                    </a:lnTo>
                    <a:lnTo>
                      <a:pt x="23" y="16"/>
                    </a:lnTo>
                    <a:lnTo>
                      <a:pt x="25" y="10"/>
                    </a:lnTo>
                    <a:lnTo>
                      <a:pt x="26" y="7"/>
                    </a:lnTo>
                    <a:lnTo>
                      <a:pt x="29" y="2"/>
                    </a:lnTo>
                    <a:lnTo>
                      <a:pt x="31" y="0"/>
                    </a:lnTo>
                    <a:lnTo>
                      <a:pt x="34" y="1"/>
                    </a:lnTo>
                    <a:lnTo>
                      <a:pt x="37" y="5"/>
                    </a:lnTo>
                    <a:lnTo>
                      <a:pt x="38" y="8"/>
                    </a:lnTo>
                    <a:lnTo>
                      <a:pt x="38" y="12"/>
                    </a:lnTo>
                    <a:lnTo>
                      <a:pt x="37" y="16"/>
                    </a:lnTo>
                    <a:lnTo>
                      <a:pt x="33" y="24"/>
                    </a:lnTo>
                    <a:lnTo>
                      <a:pt x="29" y="32"/>
                    </a:lnTo>
                    <a:lnTo>
                      <a:pt x="22" y="41"/>
                    </a:lnTo>
                    <a:lnTo>
                      <a:pt x="16" y="48"/>
                    </a:lnTo>
                    <a:lnTo>
                      <a:pt x="11" y="54"/>
                    </a:lnTo>
                    <a:lnTo>
                      <a:pt x="7" y="58"/>
                    </a:lnTo>
                    <a:lnTo>
                      <a:pt x="3" y="62"/>
                    </a:lnTo>
                    <a:lnTo>
                      <a:pt x="0" y="6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7" name="Freeform 88">
                <a:extLst>
                  <a:ext uri="{FF2B5EF4-FFF2-40B4-BE49-F238E27FC236}">
                    <a16:creationId xmlns:a16="http://schemas.microsoft.com/office/drawing/2014/main" id="{5BF08C61-E001-4ED9-B19C-D238F8A96A3C}"/>
                  </a:ext>
                </a:extLst>
              </p:cNvPr>
              <p:cNvSpPr>
                <a:spLocks/>
              </p:cNvSpPr>
              <p:nvPr/>
            </p:nvSpPr>
            <p:spPr bwMode="auto">
              <a:xfrm>
                <a:off x="3591" y="2961"/>
                <a:ext cx="38" cy="46"/>
              </a:xfrm>
              <a:custGeom>
                <a:avLst/>
                <a:gdLst>
                  <a:gd name="T0" fmla="*/ 32 w 71"/>
                  <a:gd name="T1" fmla="*/ 46 h 86"/>
                  <a:gd name="T2" fmla="*/ 33 w 71"/>
                  <a:gd name="T3" fmla="*/ 44 h 86"/>
                  <a:gd name="T4" fmla="*/ 35 w 71"/>
                  <a:gd name="T5" fmla="*/ 42 h 86"/>
                  <a:gd name="T6" fmla="*/ 36 w 71"/>
                  <a:gd name="T7" fmla="*/ 40 h 86"/>
                  <a:gd name="T8" fmla="*/ 38 w 71"/>
                  <a:gd name="T9" fmla="*/ 40 h 86"/>
                  <a:gd name="T10" fmla="*/ 36 w 71"/>
                  <a:gd name="T11" fmla="*/ 40 h 86"/>
                  <a:gd name="T12" fmla="*/ 33 w 71"/>
                  <a:gd name="T13" fmla="*/ 40 h 86"/>
                  <a:gd name="T14" fmla="*/ 29 w 71"/>
                  <a:gd name="T15" fmla="*/ 41 h 86"/>
                  <a:gd name="T16" fmla="*/ 26 w 71"/>
                  <a:gd name="T17" fmla="*/ 42 h 86"/>
                  <a:gd name="T18" fmla="*/ 27 w 71"/>
                  <a:gd name="T19" fmla="*/ 38 h 86"/>
                  <a:gd name="T20" fmla="*/ 28 w 71"/>
                  <a:gd name="T21" fmla="*/ 35 h 86"/>
                  <a:gd name="T22" fmla="*/ 31 w 71"/>
                  <a:gd name="T23" fmla="*/ 33 h 86"/>
                  <a:gd name="T24" fmla="*/ 32 w 71"/>
                  <a:gd name="T25" fmla="*/ 31 h 86"/>
                  <a:gd name="T26" fmla="*/ 31 w 71"/>
                  <a:gd name="T27" fmla="*/ 30 h 86"/>
                  <a:gd name="T28" fmla="*/ 28 w 71"/>
                  <a:gd name="T29" fmla="*/ 29 h 86"/>
                  <a:gd name="T30" fmla="*/ 27 w 71"/>
                  <a:gd name="T31" fmla="*/ 28 h 86"/>
                  <a:gd name="T32" fmla="*/ 25 w 71"/>
                  <a:gd name="T33" fmla="*/ 28 h 86"/>
                  <a:gd name="T34" fmla="*/ 23 w 71"/>
                  <a:gd name="T35" fmla="*/ 26 h 86"/>
                  <a:gd name="T36" fmla="*/ 19 w 71"/>
                  <a:gd name="T37" fmla="*/ 20 h 86"/>
                  <a:gd name="T38" fmla="*/ 16 w 71"/>
                  <a:gd name="T39" fmla="*/ 14 h 86"/>
                  <a:gd name="T40" fmla="*/ 14 w 71"/>
                  <a:gd name="T41" fmla="*/ 11 h 86"/>
                  <a:gd name="T42" fmla="*/ 12 w 71"/>
                  <a:gd name="T43" fmla="*/ 8 h 86"/>
                  <a:gd name="T44" fmla="*/ 12 w 71"/>
                  <a:gd name="T45" fmla="*/ 6 h 86"/>
                  <a:gd name="T46" fmla="*/ 12 w 71"/>
                  <a:gd name="T47" fmla="*/ 3 h 86"/>
                  <a:gd name="T48" fmla="*/ 13 w 71"/>
                  <a:gd name="T49" fmla="*/ 0 h 86"/>
                  <a:gd name="T50" fmla="*/ 10 w 71"/>
                  <a:gd name="T51" fmla="*/ 3 h 86"/>
                  <a:gd name="T52" fmla="*/ 6 w 71"/>
                  <a:gd name="T53" fmla="*/ 8 h 86"/>
                  <a:gd name="T54" fmla="*/ 2 w 71"/>
                  <a:gd name="T55" fmla="*/ 14 h 86"/>
                  <a:gd name="T56" fmla="*/ 0 w 71"/>
                  <a:gd name="T57" fmla="*/ 20 h 86"/>
                  <a:gd name="T58" fmla="*/ 3 w 71"/>
                  <a:gd name="T59" fmla="*/ 19 h 86"/>
                  <a:gd name="T60" fmla="*/ 5 w 71"/>
                  <a:gd name="T61" fmla="*/ 18 h 86"/>
                  <a:gd name="T62" fmla="*/ 7 w 71"/>
                  <a:gd name="T63" fmla="*/ 16 h 86"/>
                  <a:gd name="T64" fmla="*/ 8 w 71"/>
                  <a:gd name="T65" fmla="*/ 16 h 86"/>
                  <a:gd name="T66" fmla="*/ 10 w 71"/>
                  <a:gd name="T67" fmla="*/ 18 h 86"/>
                  <a:gd name="T68" fmla="*/ 12 w 71"/>
                  <a:gd name="T69" fmla="*/ 20 h 86"/>
                  <a:gd name="T70" fmla="*/ 13 w 71"/>
                  <a:gd name="T71" fmla="*/ 22 h 86"/>
                  <a:gd name="T72" fmla="*/ 14 w 71"/>
                  <a:gd name="T73" fmla="*/ 26 h 86"/>
                  <a:gd name="T74" fmla="*/ 14 w 71"/>
                  <a:gd name="T75" fmla="*/ 28 h 86"/>
                  <a:gd name="T76" fmla="*/ 14 w 71"/>
                  <a:gd name="T77" fmla="*/ 30 h 86"/>
                  <a:gd name="T78" fmla="*/ 15 w 71"/>
                  <a:gd name="T79" fmla="*/ 33 h 86"/>
                  <a:gd name="T80" fmla="*/ 16 w 71"/>
                  <a:gd name="T81" fmla="*/ 35 h 86"/>
                  <a:gd name="T82" fmla="*/ 16 w 71"/>
                  <a:gd name="T83" fmla="*/ 39 h 86"/>
                  <a:gd name="T84" fmla="*/ 16 w 71"/>
                  <a:gd name="T85" fmla="*/ 43 h 86"/>
                  <a:gd name="T86" fmla="*/ 16 w 71"/>
                  <a:gd name="T87" fmla="*/ 45 h 86"/>
                  <a:gd name="T88" fmla="*/ 18 w 71"/>
                  <a:gd name="T89" fmla="*/ 46 h 86"/>
                  <a:gd name="T90" fmla="*/ 20 w 71"/>
                  <a:gd name="T91" fmla="*/ 45 h 86"/>
                  <a:gd name="T92" fmla="*/ 24 w 71"/>
                  <a:gd name="T93" fmla="*/ 45 h 86"/>
                  <a:gd name="T94" fmla="*/ 27 w 71"/>
                  <a:gd name="T95" fmla="*/ 45 h 86"/>
                  <a:gd name="T96" fmla="*/ 32 w 71"/>
                  <a:gd name="T97" fmla="*/ 46 h 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1" h="86">
                    <a:moveTo>
                      <a:pt x="59" y="86"/>
                    </a:moveTo>
                    <a:lnTo>
                      <a:pt x="62" y="82"/>
                    </a:lnTo>
                    <a:lnTo>
                      <a:pt x="65" y="79"/>
                    </a:lnTo>
                    <a:lnTo>
                      <a:pt x="67" y="75"/>
                    </a:lnTo>
                    <a:lnTo>
                      <a:pt x="71" y="74"/>
                    </a:lnTo>
                    <a:lnTo>
                      <a:pt x="67" y="74"/>
                    </a:lnTo>
                    <a:lnTo>
                      <a:pt x="62" y="75"/>
                    </a:lnTo>
                    <a:lnTo>
                      <a:pt x="55" y="76"/>
                    </a:lnTo>
                    <a:lnTo>
                      <a:pt x="48" y="79"/>
                    </a:lnTo>
                    <a:lnTo>
                      <a:pt x="50" y="71"/>
                    </a:lnTo>
                    <a:lnTo>
                      <a:pt x="53" y="65"/>
                    </a:lnTo>
                    <a:lnTo>
                      <a:pt x="58" y="61"/>
                    </a:lnTo>
                    <a:lnTo>
                      <a:pt x="59" y="58"/>
                    </a:lnTo>
                    <a:lnTo>
                      <a:pt x="57" y="57"/>
                    </a:lnTo>
                    <a:lnTo>
                      <a:pt x="53" y="55"/>
                    </a:lnTo>
                    <a:lnTo>
                      <a:pt x="50" y="53"/>
                    </a:lnTo>
                    <a:lnTo>
                      <a:pt x="47" y="53"/>
                    </a:lnTo>
                    <a:lnTo>
                      <a:pt x="43" y="49"/>
                    </a:lnTo>
                    <a:lnTo>
                      <a:pt x="36" y="38"/>
                    </a:lnTo>
                    <a:lnTo>
                      <a:pt x="30" y="27"/>
                    </a:lnTo>
                    <a:lnTo>
                      <a:pt x="26" y="20"/>
                    </a:lnTo>
                    <a:lnTo>
                      <a:pt x="23" y="15"/>
                    </a:lnTo>
                    <a:lnTo>
                      <a:pt x="23" y="11"/>
                    </a:lnTo>
                    <a:lnTo>
                      <a:pt x="23" y="6"/>
                    </a:lnTo>
                    <a:lnTo>
                      <a:pt x="25" y="0"/>
                    </a:lnTo>
                    <a:lnTo>
                      <a:pt x="19" y="6"/>
                    </a:lnTo>
                    <a:lnTo>
                      <a:pt x="11" y="15"/>
                    </a:lnTo>
                    <a:lnTo>
                      <a:pt x="4" y="27"/>
                    </a:lnTo>
                    <a:lnTo>
                      <a:pt x="0" y="38"/>
                    </a:lnTo>
                    <a:lnTo>
                      <a:pt x="5" y="35"/>
                    </a:lnTo>
                    <a:lnTo>
                      <a:pt x="10" y="33"/>
                    </a:lnTo>
                    <a:lnTo>
                      <a:pt x="13" y="30"/>
                    </a:lnTo>
                    <a:lnTo>
                      <a:pt x="15" y="30"/>
                    </a:lnTo>
                    <a:lnTo>
                      <a:pt x="19" y="33"/>
                    </a:lnTo>
                    <a:lnTo>
                      <a:pt x="22" y="37"/>
                    </a:lnTo>
                    <a:lnTo>
                      <a:pt x="25" y="42"/>
                    </a:lnTo>
                    <a:lnTo>
                      <a:pt x="26" y="48"/>
                    </a:lnTo>
                    <a:lnTo>
                      <a:pt x="27" y="52"/>
                    </a:lnTo>
                    <a:lnTo>
                      <a:pt x="27" y="57"/>
                    </a:lnTo>
                    <a:lnTo>
                      <a:pt x="28" y="61"/>
                    </a:lnTo>
                    <a:lnTo>
                      <a:pt x="30" y="65"/>
                    </a:lnTo>
                    <a:lnTo>
                      <a:pt x="29" y="73"/>
                    </a:lnTo>
                    <a:lnTo>
                      <a:pt x="29" y="80"/>
                    </a:lnTo>
                    <a:lnTo>
                      <a:pt x="30" y="84"/>
                    </a:lnTo>
                    <a:lnTo>
                      <a:pt x="34" y="86"/>
                    </a:lnTo>
                    <a:lnTo>
                      <a:pt x="38" y="84"/>
                    </a:lnTo>
                    <a:lnTo>
                      <a:pt x="44" y="84"/>
                    </a:lnTo>
                    <a:lnTo>
                      <a:pt x="51" y="84"/>
                    </a:lnTo>
                    <a:lnTo>
                      <a:pt x="59" y="8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8" name="Freeform 89">
                <a:extLst>
                  <a:ext uri="{FF2B5EF4-FFF2-40B4-BE49-F238E27FC236}">
                    <a16:creationId xmlns:a16="http://schemas.microsoft.com/office/drawing/2014/main" id="{58552DDD-29A1-4A3B-A668-5A0A3C536E43}"/>
                  </a:ext>
                </a:extLst>
              </p:cNvPr>
              <p:cNvSpPr>
                <a:spLocks/>
              </p:cNvSpPr>
              <p:nvPr/>
            </p:nvSpPr>
            <p:spPr bwMode="auto">
              <a:xfrm>
                <a:off x="3448" y="3095"/>
                <a:ext cx="119" cy="109"/>
              </a:xfrm>
              <a:custGeom>
                <a:avLst/>
                <a:gdLst>
                  <a:gd name="T0" fmla="*/ 105 w 218"/>
                  <a:gd name="T1" fmla="*/ 38 h 199"/>
                  <a:gd name="T2" fmla="*/ 87 w 218"/>
                  <a:gd name="T3" fmla="*/ 33 h 199"/>
                  <a:gd name="T4" fmla="*/ 69 w 218"/>
                  <a:gd name="T5" fmla="*/ 27 h 199"/>
                  <a:gd name="T6" fmla="*/ 52 w 218"/>
                  <a:gd name="T7" fmla="*/ 24 h 199"/>
                  <a:gd name="T8" fmla="*/ 44 w 218"/>
                  <a:gd name="T9" fmla="*/ 21 h 199"/>
                  <a:gd name="T10" fmla="*/ 34 w 218"/>
                  <a:gd name="T11" fmla="*/ 18 h 199"/>
                  <a:gd name="T12" fmla="*/ 20 w 218"/>
                  <a:gd name="T13" fmla="*/ 10 h 199"/>
                  <a:gd name="T14" fmla="*/ 6 w 218"/>
                  <a:gd name="T15" fmla="*/ 4 h 199"/>
                  <a:gd name="T16" fmla="*/ 4 w 218"/>
                  <a:gd name="T17" fmla="*/ 5 h 199"/>
                  <a:gd name="T18" fmla="*/ 11 w 218"/>
                  <a:gd name="T19" fmla="*/ 14 h 199"/>
                  <a:gd name="T20" fmla="*/ 17 w 218"/>
                  <a:gd name="T21" fmla="*/ 24 h 199"/>
                  <a:gd name="T22" fmla="*/ 22 w 218"/>
                  <a:gd name="T23" fmla="*/ 30 h 199"/>
                  <a:gd name="T24" fmla="*/ 29 w 218"/>
                  <a:gd name="T25" fmla="*/ 35 h 199"/>
                  <a:gd name="T26" fmla="*/ 43 w 218"/>
                  <a:gd name="T27" fmla="*/ 45 h 199"/>
                  <a:gd name="T28" fmla="*/ 57 w 218"/>
                  <a:gd name="T29" fmla="*/ 55 h 199"/>
                  <a:gd name="T30" fmla="*/ 66 w 218"/>
                  <a:gd name="T31" fmla="*/ 64 h 199"/>
                  <a:gd name="T32" fmla="*/ 70 w 218"/>
                  <a:gd name="T33" fmla="*/ 67 h 199"/>
                  <a:gd name="T34" fmla="*/ 78 w 218"/>
                  <a:gd name="T35" fmla="*/ 71 h 199"/>
                  <a:gd name="T36" fmla="*/ 84 w 218"/>
                  <a:gd name="T37" fmla="*/ 74 h 199"/>
                  <a:gd name="T38" fmla="*/ 88 w 218"/>
                  <a:gd name="T39" fmla="*/ 79 h 199"/>
                  <a:gd name="T40" fmla="*/ 92 w 218"/>
                  <a:gd name="T41" fmla="*/ 87 h 199"/>
                  <a:gd name="T42" fmla="*/ 96 w 218"/>
                  <a:gd name="T43" fmla="*/ 94 h 199"/>
                  <a:gd name="T44" fmla="*/ 101 w 218"/>
                  <a:gd name="T45" fmla="*/ 96 h 199"/>
                  <a:gd name="T46" fmla="*/ 107 w 218"/>
                  <a:gd name="T47" fmla="*/ 99 h 199"/>
                  <a:gd name="T48" fmla="*/ 112 w 218"/>
                  <a:gd name="T49" fmla="*/ 103 h 199"/>
                  <a:gd name="T50" fmla="*/ 117 w 218"/>
                  <a:gd name="T51" fmla="*/ 107 h 199"/>
                  <a:gd name="T52" fmla="*/ 117 w 218"/>
                  <a:gd name="T53" fmla="*/ 101 h 199"/>
                  <a:gd name="T54" fmla="*/ 111 w 218"/>
                  <a:gd name="T55" fmla="*/ 82 h 199"/>
                  <a:gd name="T56" fmla="*/ 108 w 218"/>
                  <a:gd name="T57" fmla="*/ 72 h 199"/>
                  <a:gd name="T58" fmla="*/ 109 w 218"/>
                  <a:gd name="T59" fmla="*/ 68 h 199"/>
                  <a:gd name="T60" fmla="*/ 112 w 218"/>
                  <a:gd name="T61" fmla="*/ 63 h 199"/>
                  <a:gd name="T62" fmla="*/ 113 w 218"/>
                  <a:gd name="T63" fmla="*/ 47 h 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8" h="199">
                    <a:moveTo>
                      <a:pt x="203" y="72"/>
                    </a:moveTo>
                    <a:lnTo>
                      <a:pt x="192" y="69"/>
                    </a:lnTo>
                    <a:lnTo>
                      <a:pt x="177" y="64"/>
                    </a:lnTo>
                    <a:lnTo>
                      <a:pt x="160" y="60"/>
                    </a:lnTo>
                    <a:lnTo>
                      <a:pt x="143" y="55"/>
                    </a:lnTo>
                    <a:lnTo>
                      <a:pt x="126" y="49"/>
                    </a:lnTo>
                    <a:lnTo>
                      <a:pt x="109" y="46"/>
                    </a:lnTo>
                    <a:lnTo>
                      <a:pt x="96" y="43"/>
                    </a:lnTo>
                    <a:lnTo>
                      <a:pt x="88" y="41"/>
                    </a:lnTo>
                    <a:lnTo>
                      <a:pt x="81" y="39"/>
                    </a:lnTo>
                    <a:lnTo>
                      <a:pt x="73" y="37"/>
                    </a:lnTo>
                    <a:lnTo>
                      <a:pt x="62" y="32"/>
                    </a:lnTo>
                    <a:lnTo>
                      <a:pt x="50" y="26"/>
                    </a:lnTo>
                    <a:lnTo>
                      <a:pt x="37" y="19"/>
                    </a:lnTo>
                    <a:lnTo>
                      <a:pt x="24" y="14"/>
                    </a:lnTo>
                    <a:lnTo>
                      <a:pt x="11" y="7"/>
                    </a:lnTo>
                    <a:lnTo>
                      <a:pt x="0" y="0"/>
                    </a:lnTo>
                    <a:lnTo>
                      <a:pt x="7" y="9"/>
                    </a:lnTo>
                    <a:lnTo>
                      <a:pt x="14" y="18"/>
                    </a:lnTo>
                    <a:lnTo>
                      <a:pt x="20" y="26"/>
                    </a:lnTo>
                    <a:lnTo>
                      <a:pt x="25" y="34"/>
                    </a:lnTo>
                    <a:lnTo>
                      <a:pt x="31" y="43"/>
                    </a:lnTo>
                    <a:lnTo>
                      <a:pt x="36" y="49"/>
                    </a:lnTo>
                    <a:lnTo>
                      <a:pt x="41" y="54"/>
                    </a:lnTo>
                    <a:lnTo>
                      <a:pt x="46" y="59"/>
                    </a:lnTo>
                    <a:lnTo>
                      <a:pt x="54" y="64"/>
                    </a:lnTo>
                    <a:lnTo>
                      <a:pt x="64" y="72"/>
                    </a:lnTo>
                    <a:lnTo>
                      <a:pt x="78" y="82"/>
                    </a:lnTo>
                    <a:lnTo>
                      <a:pt x="91" y="92"/>
                    </a:lnTo>
                    <a:lnTo>
                      <a:pt x="104" y="101"/>
                    </a:lnTo>
                    <a:lnTo>
                      <a:pt x="113" y="110"/>
                    </a:lnTo>
                    <a:lnTo>
                      <a:pt x="120" y="117"/>
                    </a:lnTo>
                    <a:lnTo>
                      <a:pt x="120" y="122"/>
                    </a:lnTo>
                    <a:lnTo>
                      <a:pt x="128" y="123"/>
                    </a:lnTo>
                    <a:lnTo>
                      <a:pt x="135" y="125"/>
                    </a:lnTo>
                    <a:lnTo>
                      <a:pt x="142" y="129"/>
                    </a:lnTo>
                    <a:lnTo>
                      <a:pt x="149" y="132"/>
                    </a:lnTo>
                    <a:lnTo>
                      <a:pt x="154" y="136"/>
                    </a:lnTo>
                    <a:lnTo>
                      <a:pt x="159" y="140"/>
                    </a:lnTo>
                    <a:lnTo>
                      <a:pt x="162" y="145"/>
                    </a:lnTo>
                    <a:lnTo>
                      <a:pt x="165" y="150"/>
                    </a:lnTo>
                    <a:lnTo>
                      <a:pt x="168" y="158"/>
                    </a:lnTo>
                    <a:lnTo>
                      <a:pt x="170" y="166"/>
                    </a:lnTo>
                    <a:lnTo>
                      <a:pt x="175" y="172"/>
                    </a:lnTo>
                    <a:lnTo>
                      <a:pt x="181" y="175"/>
                    </a:lnTo>
                    <a:lnTo>
                      <a:pt x="185" y="176"/>
                    </a:lnTo>
                    <a:lnTo>
                      <a:pt x="190" y="178"/>
                    </a:lnTo>
                    <a:lnTo>
                      <a:pt x="196" y="181"/>
                    </a:lnTo>
                    <a:lnTo>
                      <a:pt x="202" y="184"/>
                    </a:lnTo>
                    <a:lnTo>
                      <a:pt x="206" y="188"/>
                    </a:lnTo>
                    <a:lnTo>
                      <a:pt x="211" y="191"/>
                    </a:lnTo>
                    <a:lnTo>
                      <a:pt x="215" y="195"/>
                    </a:lnTo>
                    <a:lnTo>
                      <a:pt x="218" y="199"/>
                    </a:lnTo>
                    <a:lnTo>
                      <a:pt x="215" y="184"/>
                    </a:lnTo>
                    <a:lnTo>
                      <a:pt x="210" y="167"/>
                    </a:lnTo>
                    <a:lnTo>
                      <a:pt x="203" y="150"/>
                    </a:lnTo>
                    <a:lnTo>
                      <a:pt x="196" y="137"/>
                    </a:lnTo>
                    <a:lnTo>
                      <a:pt x="197" y="132"/>
                    </a:lnTo>
                    <a:lnTo>
                      <a:pt x="198" y="128"/>
                    </a:lnTo>
                    <a:lnTo>
                      <a:pt x="199" y="125"/>
                    </a:lnTo>
                    <a:lnTo>
                      <a:pt x="202" y="123"/>
                    </a:lnTo>
                    <a:lnTo>
                      <a:pt x="205" y="115"/>
                    </a:lnTo>
                    <a:lnTo>
                      <a:pt x="207" y="102"/>
                    </a:lnTo>
                    <a:lnTo>
                      <a:pt x="207" y="86"/>
                    </a:lnTo>
                    <a:lnTo>
                      <a:pt x="203" y="7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9" name="Freeform 90">
                <a:extLst>
                  <a:ext uri="{FF2B5EF4-FFF2-40B4-BE49-F238E27FC236}">
                    <a16:creationId xmlns:a16="http://schemas.microsoft.com/office/drawing/2014/main" id="{5058258E-C130-4A3B-8C1C-5871FC8E38F2}"/>
                  </a:ext>
                </a:extLst>
              </p:cNvPr>
              <p:cNvSpPr>
                <a:spLocks/>
              </p:cNvSpPr>
              <p:nvPr/>
            </p:nvSpPr>
            <p:spPr bwMode="auto">
              <a:xfrm>
                <a:off x="3281" y="3329"/>
                <a:ext cx="15" cy="97"/>
              </a:xfrm>
              <a:custGeom>
                <a:avLst/>
                <a:gdLst>
                  <a:gd name="T0" fmla="*/ 0 w 26"/>
                  <a:gd name="T1" fmla="*/ 65 h 179"/>
                  <a:gd name="T2" fmla="*/ 2 w 26"/>
                  <a:gd name="T3" fmla="*/ 49 h 179"/>
                  <a:gd name="T4" fmla="*/ 5 w 26"/>
                  <a:gd name="T5" fmla="*/ 31 h 179"/>
                  <a:gd name="T6" fmla="*/ 9 w 26"/>
                  <a:gd name="T7" fmla="*/ 12 h 179"/>
                  <a:gd name="T8" fmla="*/ 13 w 26"/>
                  <a:gd name="T9" fmla="*/ 0 h 179"/>
                  <a:gd name="T10" fmla="*/ 10 w 26"/>
                  <a:gd name="T11" fmla="*/ 19 h 179"/>
                  <a:gd name="T12" fmla="*/ 9 w 26"/>
                  <a:gd name="T13" fmla="*/ 37 h 179"/>
                  <a:gd name="T14" fmla="*/ 10 w 26"/>
                  <a:gd name="T15" fmla="*/ 51 h 179"/>
                  <a:gd name="T16" fmla="*/ 11 w 26"/>
                  <a:gd name="T17" fmla="*/ 61 h 179"/>
                  <a:gd name="T18" fmla="*/ 13 w 26"/>
                  <a:gd name="T19" fmla="*/ 69 h 179"/>
                  <a:gd name="T20" fmla="*/ 14 w 26"/>
                  <a:gd name="T21" fmla="*/ 80 h 179"/>
                  <a:gd name="T22" fmla="*/ 15 w 26"/>
                  <a:gd name="T23" fmla="*/ 90 h 179"/>
                  <a:gd name="T24" fmla="*/ 15 w 26"/>
                  <a:gd name="T25" fmla="*/ 97 h 179"/>
                  <a:gd name="T26" fmla="*/ 12 w 26"/>
                  <a:gd name="T27" fmla="*/ 87 h 179"/>
                  <a:gd name="T28" fmla="*/ 8 w 26"/>
                  <a:gd name="T29" fmla="*/ 78 h 179"/>
                  <a:gd name="T30" fmla="*/ 3 w 26"/>
                  <a:gd name="T31" fmla="*/ 71 h 179"/>
                  <a:gd name="T32" fmla="*/ 0 w 26"/>
                  <a:gd name="T33" fmla="*/ 65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 h="179">
                    <a:moveTo>
                      <a:pt x="0" y="120"/>
                    </a:moveTo>
                    <a:lnTo>
                      <a:pt x="3" y="91"/>
                    </a:lnTo>
                    <a:lnTo>
                      <a:pt x="9" y="57"/>
                    </a:lnTo>
                    <a:lnTo>
                      <a:pt x="16" y="23"/>
                    </a:lnTo>
                    <a:lnTo>
                      <a:pt x="22" y="0"/>
                    </a:lnTo>
                    <a:lnTo>
                      <a:pt x="18" y="35"/>
                    </a:lnTo>
                    <a:lnTo>
                      <a:pt x="16" y="68"/>
                    </a:lnTo>
                    <a:lnTo>
                      <a:pt x="17" y="95"/>
                    </a:lnTo>
                    <a:lnTo>
                      <a:pt x="19" y="112"/>
                    </a:lnTo>
                    <a:lnTo>
                      <a:pt x="23" y="128"/>
                    </a:lnTo>
                    <a:lnTo>
                      <a:pt x="25" y="148"/>
                    </a:lnTo>
                    <a:lnTo>
                      <a:pt x="26" y="167"/>
                    </a:lnTo>
                    <a:lnTo>
                      <a:pt x="26" y="179"/>
                    </a:lnTo>
                    <a:lnTo>
                      <a:pt x="20" y="161"/>
                    </a:lnTo>
                    <a:lnTo>
                      <a:pt x="14" y="144"/>
                    </a:lnTo>
                    <a:lnTo>
                      <a:pt x="5" y="131"/>
                    </a:lnTo>
                    <a:lnTo>
                      <a:pt x="0" y="1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0" name="Freeform 91">
                <a:extLst>
                  <a:ext uri="{FF2B5EF4-FFF2-40B4-BE49-F238E27FC236}">
                    <a16:creationId xmlns:a16="http://schemas.microsoft.com/office/drawing/2014/main" id="{A0CDEF24-D3E1-4BBF-93F4-F3F50A2E6C3E}"/>
                  </a:ext>
                </a:extLst>
              </p:cNvPr>
              <p:cNvSpPr>
                <a:spLocks/>
              </p:cNvSpPr>
              <p:nvPr/>
            </p:nvSpPr>
            <p:spPr bwMode="auto">
              <a:xfrm>
                <a:off x="3515" y="3455"/>
                <a:ext cx="120" cy="102"/>
              </a:xfrm>
              <a:custGeom>
                <a:avLst/>
                <a:gdLst>
                  <a:gd name="T0" fmla="*/ 120 w 220"/>
                  <a:gd name="T1" fmla="*/ 18 h 188"/>
                  <a:gd name="T2" fmla="*/ 116 w 220"/>
                  <a:gd name="T3" fmla="*/ 54 h 188"/>
                  <a:gd name="T4" fmla="*/ 109 w 220"/>
                  <a:gd name="T5" fmla="*/ 73 h 188"/>
                  <a:gd name="T6" fmla="*/ 104 w 220"/>
                  <a:gd name="T7" fmla="*/ 95 h 188"/>
                  <a:gd name="T8" fmla="*/ 102 w 220"/>
                  <a:gd name="T9" fmla="*/ 97 h 188"/>
                  <a:gd name="T10" fmla="*/ 103 w 220"/>
                  <a:gd name="T11" fmla="*/ 87 h 188"/>
                  <a:gd name="T12" fmla="*/ 105 w 220"/>
                  <a:gd name="T13" fmla="*/ 78 h 188"/>
                  <a:gd name="T14" fmla="*/ 101 w 220"/>
                  <a:gd name="T15" fmla="*/ 71 h 188"/>
                  <a:gd name="T16" fmla="*/ 94 w 220"/>
                  <a:gd name="T17" fmla="*/ 68 h 188"/>
                  <a:gd name="T18" fmla="*/ 84 w 220"/>
                  <a:gd name="T19" fmla="*/ 67 h 188"/>
                  <a:gd name="T20" fmla="*/ 77 w 220"/>
                  <a:gd name="T21" fmla="*/ 64 h 188"/>
                  <a:gd name="T22" fmla="*/ 71 w 220"/>
                  <a:gd name="T23" fmla="*/ 61 h 188"/>
                  <a:gd name="T24" fmla="*/ 65 w 220"/>
                  <a:gd name="T25" fmla="*/ 57 h 188"/>
                  <a:gd name="T26" fmla="*/ 59 w 220"/>
                  <a:gd name="T27" fmla="*/ 54 h 188"/>
                  <a:gd name="T28" fmla="*/ 55 w 220"/>
                  <a:gd name="T29" fmla="*/ 53 h 188"/>
                  <a:gd name="T30" fmla="*/ 45 w 220"/>
                  <a:gd name="T31" fmla="*/ 56 h 188"/>
                  <a:gd name="T32" fmla="*/ 33 w 220"/>
                  <a:gd name="T33" fmla="*/ 60 h 188"/>
                  <a:gd name="T34" fmla="*/ 21 w 220"/>
                  <a:gd name="T35" fmla="*/ 66 h 188"/>
                  <a:gd name="T36" fmla="*/ 11 w 220"/>
                  <a:gd name="T37" fmla="*/ 69 h 188"/>
                  <a:gd name="T38" fmla="*/ 2 w 220"/>
                  <a:gd name="T39" fmla="*/ 68 h 188"/>
                  <a:gd name="T40" fmla="*/ 1 w 220"/>
                  <a:gd name="T41" fmla="*/ 63 h 188"/>
                  <a:gd name="T42" fmla="*/ 7 w 220"/>
                  <a:gd name="T43" fmla="*/ 56 h 188"/>
                  <a:gd name="T44" fmla="*/ 13 w 220"/>
                  <a:gd name="T45" fmla="*/ 49 h 188"/>
                  <a:gd name="T46" fmla="*/ 20 w 220"/>
                  <a:gd name="T47" fmla="*/ 44 h 188"/>
                  <a:gd name="T48" fmla="*/ 26 w 220"/>
                  <a:gd name="T49" fmla="*/ 41 h 188"/>
                  <a:gd name="T50" fmla="*/ 34 w 220"/>
                  <a:gd name="T51" fmla="*/ 35 h 188"/>
                  <a:gd name="T52" fmla="*/ 43 w 220"/>
                  <a:gd name="T53" fmla="*/ 30 h 188"/>
                  <a:gd name="T54" fmla="*/ 49 w 220"/>
                  <a:gd name="T55" fmla="*/ 27 h 188"/>
                  <a:gd name="T56" fmla="*/ 52 w 220"/>
                  <a:gd name="T57" fmla="*/ 25 h 188"/>
                  <a:gd name="T58" fmla="*/ 53 w 220"/>
                  <a:gd name="T59" fmla="*/ 21 h 188"/>
                  <a:gd name="T60" fmla="*/ 52 w 220"/>
                  <a:gd name="T61" fmla="*/ 19 h 188"/>
                  <a:gd name="T62" fmla="*/ 46 w 220"/>
                  <a:gd name="T63" fmla="*/ 17 h 188"/>
                  <a:gd name="T64" fmla="*/ 38 w 220"/>
                  <a:gd name="T65" fmla="*/ 14 h 188"/>
                  <a:gd name="T66" fmla="*/ 32 w 220"/>
                  <a:gd name="T67" fmla="*/ 12 h 188"/>
                  <a:gd name="T68" fmla="*/ 29 w 220"/>
                  <a:gd name="T69" fmla="*/ 10 h 188"/>
                  <a:gd name="T70" fmla="*/ 26 w 220"/>
                  <a:gd name="T71" fmla="*/ 8 h 188"/>
                  <a:gd name="T72" fmla="*/ 25 w 220"/>
                  <a:gd name="T73" fmla="*/ 4 h 188"/>
                  <a:gd name="T74" fmla="*/ 23 w 220"/>
                  <a:gd name="T75" fmla="*/ 1 h 188"/>
                  <a:gd name="T76" fmla="*/ 25 w 220"/>
                  <a:gd name="T77" fmla="*/ 0 h 188"/>
                  <a:gd name="T78" fmla="*/ 37 w 220"/>
                  <a:gd name="T79" fmla="*/ 3 h 188"/>
                  <a:gd name="T80" fmla="*/ 54 w 220"/>
                  <a:gd name="T81" fmla="*/ 8 h 188"/>
                  <a:gd name="T82" fmla="*/ 70 w 220"/>
                  <a:gd name="T83" fmla="*/ 12 h 188"/>
                  <a:gd name="T84" fmla="*/ 82 w 220"/>
                  <a:gd name="T85" fmla="*/ 14 h 188"/>
                  <a:gd name="T86" fmla="*/ 93 w 220"/>
                  <a:gd name="T87" fmla="*/ 12 h 188"/>
                  <a:gd name="T88" fmla="*/ 104 w 220"/>
                  <a:gd name="T89" fmla="*/ 8 h 188"/>
                  <a:gd name="T90" fmla="*/ 115 w 220"/>
                  <a:gd name="T91" fmla="*/ 4 h 18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0" h="188">
                    <a:moveTo>
                      <a:pt x="218" y="3"/>
                    </a:moveTo>
                    <a:lnTo>
                      <a:pt x="220" y="34"/>
                    </a:lnTo>
                    <a:lnTo>
                      <a:pt x="219" y="68"/>
                    </a:lnTo>
                    <a:lnTo>
                      <a:pt x="213" y="100"/>
                    </a:lnTo>
                    <a:lnTo>
                      <a:pt x="203" y="124"/>
                    </a:lnTo>
                    <a:lnTo>
                      <a:pt x="199" y="135"/>
                    </a:lnTo>
                    <a:lnTo>
                      <a:pt x="195" y="154"/>
                    </a:lnTo>
                    <a:lnTo>
                      <a:pt x="191" y="175"/>
                    </a:lnTo>
                    <a:lnTo>
                      <a:pt x="190" y="188"/>
                    </a:lnTo>
                    <a:lnTo>
                      <a:pt x="187" y="178"/>
                    </a:lnTo>
                    <a:lnTo>
                      <a:pt x="187" y="169"/>
                    </a:lnTo>
                    <a:lnTo>
                      <a:pt x="189" y="160"/>
                    </a:lnTo>
                    <a:lnTo>
                      <a:pt x="191" y="152"/>
                    </a:lnTo>
                    <a:lnTo>
                      <a:pt x="192" y="144"/>
                    </a:lnTo>
                    <a:lnTo>
                      <a:pt x="189" y="137"/>
                    </a:lnTo>
                    <a:lnTo>
                      <a:pt x="186" y="131"/>
                    </a:lnTo>
                    <a:lnTo>
                      <a:pt x="180" y="125"/>
                    </a:lnTo>
                    <a:lnTo>
                      <a:pt x="173" y="125"/>
                    </a:lnTo>
                    <a:lnTo>
                      <a:pt x="164" y="125"/>
                    </a:lnTo>
                    <a:lnTo>
                      <a:pt x="154" y="123"/>
                    </a:lnTo>
                    <a:lnTo>
                      <a:pt x="146" y="121"/>
                    </a:lnTo>
                    <a:lnTo>
                      <a:pt x="142" y="118"/>
                    </a:lnTo>
                    <a:lnTo>
                      <a:pt x="137" y="116"/>
                    </a:lnTo>
                    <a:lnTo>
                      <a:pt x="131" y="113"/>
                    </a:lnTo>
                    <a:lnTo>
                      <a:pt x="126" y="108"/>
                    </a:lnTo>
                    <a:lnTo>
                      <a:pt x="119" y="105"/>
                    </a:lnTo>
                    <a:lnTo>
                      <a:pt x="113" y="101"/>
                    </a:lnTo>
                    <a:lnTo>
                      <a:pt x="108" y="99"/>
                    </a:lnTo>
                    <a:lnTo>
                      <a:pt x="105" y="98"/>
                    </a:lnTo>
                    <a:lnTo>
                      <a:pt x="100" y="98"/>
                    </a:lnTo>
                    <a:lnTo>
                      <a:pt x="93" y="100"/>
                    </a:lnTo>
                    <a:lnTo>
                      <a:pt x="83" y="103"/>
                    </a:lnTo>
                    <a:lnTo>
                      <a:pt x="71" y="107"/>
                    </a:lnTo>
                    <a:lnTo>
                      <a:pt x="60" y="111"/>
                    </a:lnTo>
                    <a:lnTo>
                      <a:pt x="48" y="116"/>
                    </a:lnTo>
                    <a:lnTo>
                      <a:pt x="38" y="121"/>
                    </a:lnTo>
                    <a:lnTo>
                      <a:pt x="31" y="124"/>
                    </a:lnTo>
                    <a:lnTo>
                      <a:pt x="21" y="128"/>
                    </a:lnTo>
                    <a:lnTo>
                      <a:pt x="12" y="129"/>
                    </a:lnTo>
                    <a:lnTo>
                      <a:pt x="4" y="126"/>
                    </a:lnTo>
                    <a:lnTo>
                      <a:pt x="0" y="123"/>
                    </a:lnTo>
                    <a:lnTo>
                      <a:pt x="2" y="117"/>
                    </a:lnTo>
                    <a:lnTo>
                      <a:pt x="6" y="110"/>
                    </a:lnTo>
                    <a:lnTo>
                      <a:pt x="12" y="103"/>
                    </a:lnTo>
                    <a:lnTo>
                      <a:pt x="17" y="97"/>
                    </a:lnTo>
                    <a:lnTo>
                      <a:pt x="24" y="91"/>
                    </a:lnTo>
                    <a:lnTo>
                      <a:pt x="31" y="86"/>
                    </a:lnTo>
                    <a:lnTo>
                      <a:pt x="37" y="82"/>
                    </a:lnTo>
                    <a:lnTo>
                      <a:pt x="43" y="78"/>
                    </a:lnTo>
                    <a:lnTo>
                      <a:pt x="48" y="75"/>
                    </a:lnTo>
                    <a:lnTo>
                      <a:pt x="55" y="70"/>
                    </a:lnTo>
                    <a:lnTo>
                      <a:pt x="63" y="65"/>
                    </a:lnTo>
                    <a:lnTo>
                      <a:pt x="71" y="61"/>
                    </a:lnTo>
                    <a:lnTo>
                      <a:pt x="78" y="56"/>
                    </a:lnTo>
                    <a:lnTo>
                      <a:pt x="85" y="53"/>
                    </a:lnTo>
                    <a:lnTo>
                      <a:pt x="90" y="49"/>
                    </a:lnTo>
                    <a:lnTo>
                      <a:pt x="93" y="48"/>
                    </a:lnTo>
                    <a:lnTo>
                      <a:pt x="96" y="46"/>
                    </a:lnTo>
                    <a:lnTo>
                      <a:pt x="97" y="42"/>
                    </a:lnTo>
                    <a:lnTo>
                      <a:pt x="98" y="39"/>
                    </a:lnTo>
                    <a:lnTo>
                      <a:pt x="97" y="37"/>
                    </a:lnTo>
                    <a:lnTo>
                      <a:pt x="95" y="35"/>
                    </a:lnTo>
                    <a:lnTo>
                      <a:pt x="90" y="33"/>
                    </a:lnTo>
                    <a:lnTo>
                      <a:pt x="84" y="31"/>
                    </a:lnTo>
                    <a:lnTo>
                      <a:pt x="77" y="27"/>
                    </a:lnTo>
                    <a:lnTo>
                      <a:pt x="70" y="25"/>
                    </a:lnTo>
                    <a:lnTo>
                      <a:pt x="63" y="23"/>
                    </a:lnTo>
                    <a:lnTo>
                      <a:pt x="59" y="22"/>
                    </a:lnTo>
                    <a:lnTo>
                      <a:pt x="57" y="21"/>
                    </a:lnTo>
                    <a:lnTo>
                      <a:pt x="54" y="19"/>
                    </a:lnTo>
                    <a:lnTo>
                      <a:pt x="51" y="17"/>
                    </a:lnTo>
                    <a:lnTo>
                      <a:pt x="48" y="15"/>
                    </a:lnTo>
                    <a:lnTo>
                      <a:pt x="47" y="11"/>
                    </a:lnTo>
                    <a:lnTo>
                      <a:pt x="46" y="8"/>
                    </a:lnTo>
                    <a:lnTo>
                      <a:pt x="46" y="4"/>
                    </a:lnTo>
                    <a:lnTo>
                      <a:pt x="43" y="2"/>
                    </a:lnTo>
                    <a:lnTo>
                      <a:pt x="38" y="0"/>
                    </a:lnTo>
                    <a:lnTo>
                      <a:pt x="45" y="0"/>
                    </a:lnTo>
                    <a:lnTo>
                      <a:pt x="55" y="2"/>
                    </a:lnTo>
                    <a:lnTo>
                      <a:pt x="68" y="6"/>
                    </a:lnTo>
                    <a:lnTo>
                      <a:pt x="83" y="10"/>
                    </a:lnTo>
                    <a:lnTo>
                      <a:pt x="99" y="15"/>
                    </a:lnTo>
                    <a:lnTo>
                      <a:pt x="114" y="19"/>
                    </a:lnTo>
                    <a:lnTo>
                      <a:pt x="128" y="23"/>
                    </a:lnTo>
                    <a:lnTo>
                      <a:pt x="139" y="25"/>
                    </a:lnTo>
                    <a:lnTo>
                      <a:pt x="150" y="26"/>
                    </a:lnTo>
                    <a:lnTo>
                      <a:pt x="160" y="25"/>
                    </a:lnTo>
                    <a:lnTo>
                      <a:pt x="171" y="23"/>
                    </a:lnTo>
                    <a:lnTo>
                      <a:pt x="181" y="19"/>
                    </a:lnTo>
                    <a:lnTo>
                      <a:pt x="190" y="15"/>
                    </a:lnTo>
                    <a:lnTo>
                      <a:pt x="201" y="11"/>
                    </a:lnTo>
                    <a:lnTo>
                      <a:pt x="210" y="7"/>
                    </a:lnTo>
                    <a:lnTo>
                      <a:pt x="218"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1" name="Freeform 92">
                <a:extLst>
                  <a:ext uri="{FF2B5EF4-FFF2-40B4-BE49-F238E27FC236}">
                    <a16:creationId xmlns:a16="http://schemas.microsoft.com/office/drawing/2014/main" id="{6632FB95-3B8C-455D-8DF3-E40CC2614882}"/>
                  </a:ext>
                </a:extLst>
              </p:cNvPr>
              <p:cNvSpPr>
                <a:spLocks/>
              </p:cNvSpPr>
              <p:nvPr/>
            </p:nvSpPr>
            <p:spPr bwMode="auto">
              <a:xfrm>
                <a:off x="3428" y="3131"/>
                <a:ext cx="140" cy="179"/>
              </a:xfrm>
              <a:custGeom>
                <a:avLst/>
                <a:gdLst>
                  <a:gd name="T0" fmla="*/ 123 w 256"/>
                  <a:gd name="T1" fmla="*/ 178 h 327"/>
                  <a:gd name="T2" fmla="*/ 129 w 256"/>
                  <a:gd name="T3" fmla="*/ 175 h 327"/>
                  <a:gd name="T4" fmla="*/ 131 w 256"/>
                  <a:gd name="T5" fmla="*/ 164 h 327"/>
                  <a:gd name="T6" fmla="*/ 135 w 256"/>
                  <a:gd name="T7" fmla="*/ 140 h 327"/>
                  <a:gd name="T8" fmla="*/ 140 w 256"/>
                  <a:gd name="T9" fmla="*/ 122 h 327"/>
                  <a:gd name="T10" fmla="*/ 132 w 256"/>
                  <a:gd name="T11" fmla="*/ 109 h 327"/>
                  <a:gd name="T12" fmla="*/ 123 w 256"/>
                  <a:gd name="T13" fmla="*/ 102 h 327"/>
                  <a:gd name="T14" fmla="*/ 114 w 256"/>
                  <a:gd name="T15" fmla="*/ 96 h 327"/>
                  <a:gd name="T16" fmla="*/ 106 w 256"/>
                  <a:gd name="T17" fmla="*/ 88 h 327"/>
                  <a:gd name="T18" fmla="*/ 100 w 256"/>
                  <a:gd name="T19" fmla="*/ 81 h 327"/>
                  <a:gd name="T20" fmla="*/ 96 w 256"/>
                  <a:gd name="T21" fmla="*/ 75 h 327"/>
                  <a:gd name="T22" fmla="*/ 103 w 256"/>
                  <a:gd name="T23" fmla="*/ 68 h 327"/>
                  <a:gd name="T24" fmla="*/ 108 w 256"/>
                  <a:gd name="T25" fmla="*/ 67 h 327"/>
                  <a:gd name="T26" fmla="*/ 110 w 256"/>
                  <a:gd name="T27" fmla="*/ 65 h 327"/>
                  <a:gd name="T28" fmla="*/ 104 w 256"/>
                  <a:gd name="T29" fmla="*/ 60 h 327"/>
                  <a:gd name="T30" fmla="*/ 97 w 256"/>
                  <a:gd name="T31" fmla="*/ 54 h 327"/>
                  <a:gd name="T32" fmla="*/ 92 w 256"/>
                  <a:gd name="T33" fmla="*/ 47 h 327"/>
                  <a:gd name="T34" fmla="*/ 89 w 256"/>
                  <a:gd name="T35" fmla="*/ 40 h 327"/>
                  <a:gd name="T36" fmla="*/ 83 w 256"/>
                  <a:gd name="T37" fmla="*/ 31 h 327"/>
                  <a:gd name="T38" fmla="*/ 69 w 256"/>
                  <a:gd name="T39" fmla="*/ 21 h 327"/>
                  <a:gd name="T40" fmla="*/ 53 w 256"/>
                  <a:gd name="T41" fmla="*/ 12 h 327"/>
                  <a:gd name="T42" fmla="*/ 37 w 256"/>
                  <a:gd name="T43" fmla="*/ 5 h 327"/>
                  <a:gd name="T44" fmla="*/ 27 w 256"/>
                  <a:gd name="T45" fmla="*/ 1 h 327"/>
                  <a:gd name="T46" fmla="*/ 19 w 256"/>
                  <a:gd name="T47" fmla="*/ 0 h 327"/>
                  <a:gd name="T48" fmla="*/ 11 w 256"/>
                  <a:gd name="T49" fmla="*/ 1 h 327"/>
                  <a:gd name="T50" fmla="*/ 4 w 256"/>
                  <a:gd name="T51" fmla="*/ 5 h 327"/>
                  <a:gd name="T52" fmla="*/ 0 w 256"/>
                  <a:gd name="T53" fmla="*/ 16 h 327"/>
                  <a:gd name="T54" fmla="*/ 5 w 256"/>
                  <a:gd name="T55" fmla="*/ 29 h 327"/>
                  <a:gd name="T56" fmla="*/ 16 w 256"/>
                  <a:gd name="T57" fmla="*/ 35 h 327"/>
                  <a:gd name="T58" fmla="*/ 25 w 256"/>
                  <a:gd name="T59" fmla="*/ 40 h 327"/>
                  <a:gd name="T60" fmla="*/ 32 w 256"/>
                  <a:gd name="T61" fmla="*/ 45 h 327"/>
                  <a:gd name="T62" fmla="*/ 38 w 256"/>
                  <a:gd name="T63" fmla="*/ 50 h 327"/>
                  <a:gd name="T64" fmla="*/ 40 w 256"/>
                  <a:gd name="T65" fmla="*/ 58 h 327"/>
                  <a:gd name="T66" fmla="*/ 46 w 256"/>
                  <a:gd name="T67" fmla="*/ 70 h 327"/>
                  <a:gd name="T68" fmla="*/ 55 w 256"/>
                  <a:gd name="T69" fmla="*/ 76 h 327"/>
                  <a:gd name="T70" fmla="*/ 61 w 256"/>
                  <a:gd name="T71" fmla="*/ 82 h 327"/>
                  <a:gd name="T72" fmla="*/ 66 w 256"/>
                  <a:gd name="T73" fmla="*/ 89 h 327"/>
                  <a:gd name="T74" fmla="*/ 69 w 256"/>
                  <a:gd name="T75" fmla="*/ 95 h 327"/>
                  <a:gd name="T76" fmla="*/ 68 w 256"/>
                  <a:gd name="T77" fmla="*/ 104 h 327"/>
                  <a:gd name="T78" fmla="*/ 66 w 256"/>
                  <a:gd name="T79" fmla="*/ 118 h 327"/>
                  <a:gd name="T80" fmla="*/ 71 w 256"/>
                  <a:gd name="T81" fmla="*/ 131 h 327"/>
                  <a:gd name="T82" fmla="*/ 87 w 256"/>
                  <a:gd name="T83" fmla="*/ 145 h 327"/>
                  <a:gd name="T84" fmla="*/ 105 w 256"/>
                  <a:gd name="T85" fmla="*/ 159 h 327"/>
                  <a:gd name="T86" fmla="*/ 118 w 256"/>
                  <a:gd name="T87" fmla="*/ 172 h 3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327">
                    <a:moveTo>
                      <a:pt x="219" y="327"/>
                    </a:moveTo>
                    <a:lnTo>
                      <a:pt x="225" y="325"/>
                    </a:lnTo>
                    <a:lnTo>
                      <a:pt x="230" y="321"/>
                    </a:lnTo>
                    <a:lnTo>
                      <a:pt x="236" y="319"/>
                    </a:lnTo>
                    <a:lnTo>
                      <a:pt x="242" y="315"/>
                    </a:lnTo>
                    <a:lnTo>
                      <a:pt x="239" y="300"/>
                    </a:lnTo>
                    <a:lnTo>
                      <a:pt x="241" y="278"/>
                    </a:lnTo>
                    <a:lnTo>
                      <a:pt x="247" y="255"/>
                    </a:lnTo>
                    <a:lnTo>
                      <a:pt x="254" y="236"/>
                    </a:lnTo>
                    <a:lnTo>
                      <a:pt x="256" y="222"/>
                    </a:lnTo>
                    <a:lnTo>
                      <a:pt x="251" y="209"/>
                    </a:lnTo>
                    <a:lnTo>
                      <a:pt x="242" y="199"/>
                    </a:lnTo>
                    <a:lnTo>
                      <a:pt x="230" y="191"/>
                    </a:lnTo>
                    <a:lnTo>
                      <a:pt x="224" y="186"/>
                    </a:lnTo>
                    <a:lnTo>
                      <a:pt x="217" y="181"/>
                    </a:lnTo>
                    <a:lnTo>
                      <a:pt x="209" y="175"/>
                    </a:lnTo>
                    <a:lnTo>
                      <a:pt x="202" y="168"/>
                    </a:lnTo>
                    <a:lnTo>
                      <a:pt x="194" y="161"/>
                    </a:lnTo>
                    <a:lnTo>
                      <a:pt x="188" y="154"/>
                    </a:lnTo>
                    <a:lnTo>
                      <a:pt x="182" y="148"/>
                    </a:lnTo>
                    <a:lnTo>
                      <a:pt x="179" y="144"/>
                    </a:lnTo>
                    <a:lnTo>
                      <a:pt x="176" y="137"/>
                    </a:lnTo>
                    <a:lnTo>
                      <a:pt x="180" y="130"/>
                    </a:lnTo>
                    <a:lnTo>
                      <a:pt x="188" y="125"/>
                    </a:lnTo>
                    <a:lnTo>
                      <a:pt x="197" y="124"/>
                    </a:lnTo>
                    <a:lnTo>
                      <a:pt x="198" y="122"/>
                    </a:lnTo>
                    <a:lnTo>
                      <a:pt x="199" y="121"/>
                    </a:lnTo>
                    <a:lnTo>
                      <a:pt x="201" y="118"/>
                    </a:lnTo>
                    <a:lnTo>
                      <a:pt x="201" y="117"/>
                    </a:lnTo>
                    <a:lnTo>
                      <a:pt x="190" y="110"/>
                    </a:lnTo>
                    <a:lnTo>
                      <a:pt x="183" y="105"/>
                    </a:lnTo>
                    <a:lnTo>
                      <a:pt x="178" y="99"/>
                    </a:lnTo>
                    <a:lnTo>
                      <a:pt x="173" y="93"/>
                    </a:lnTo>
                    <a:lnTo>
                      <a:pt x="168" y="86"/>
                    </a:lnTo>
                    <a:lnTo>
                      <a:pt x="166" y="80"/>
                    </a:lnTo>
                    <a:lnTo>
                      <a:pt x="163" y="73"/>
                    </a:lnTo>
                    <a:lnTo>
                      <a:pt x="159" y="65"/>
                    </a:lnTo>
                    <a:lnTo>
                      <a:pt x="152" y="57"/>
                    </a:lnTo>
                    <a:lnTo>
                      <a:pt x="141" y="48"/>
                    </a:lnTo>
                    <a:lnTo>
                      <a:pt x="127" y="39"/>
                    </a:lnTo>
                    <a:lnTo>
                      <a:pt x="112" y="30"/>
                    </a:lnTo>
                    <a:lnTo>
                      <a:pt x="96" y="22"/>
                    </a:lnTo>
                    <a:lnTo>
                      <a:pt x="81" y="15"/>
                    </a:lnTo>
                    <a:lnTo>
                      <a:pt x="67" y="9"/>
                    </a:lnTo>
                    <a:lnTo>
                      <a:pt x="58" y="4"/>
                    </a:lnTo>
                    <a:lnTo>
                      <a:pt x="50" y="2"/>
                    </a:lnTo>
                    <a:lnTo>
                      <a:pt x="42" y="0"/>
                    </a:lnTo>
                    <a:lnTo>
                      <a:pt x="34" y="0"/>
                    </a:lnTo>
                    <a:lnTo>
                      <a:pt x="27" y="0"/>
                    </a:lnTo>
                    <a:lnTo>
                      <a:pt x="20" y="1"/>
                    </a:lnTo>
                    <a:lnTo>
                      <a:pt x="14" y="4"/>
                    </a:lnTo>
                    <a:lnTo>
                      <a:pt x="8" y="9"/>
                    </a:lnTo>
                    <a:lnTo>
                      <a:pt x="5" y="15"/>
                    </a:lnTo>
                    <a:lnTo>
                      <a:pt x="0" y="29"/>
                    </a:lnTo>
                    <a:lnTo>
                      <a:pt x="4" y="41"/>
                    </a:lnTo>
                    <a:lnTo>
                      <a:pt x="10" y="53"/>
                    </a:lnTo>
                    <a:lnTo>
                      <a:pt x="22" y="61"/>
                    </a:lnTo>
                    <a:lnTo>
                      <a:pt x="29" y="64"/>
                    </a:lnTo>
                    <a:lnTo>
                      <a:pt x="37" y="69"/>
                    </a:lnTo>
                    <a:lnTo>
                      <a:pt x="45" y="73"/>
                    </a:lnTo>
                    <a:lnTo>
                      <a:pt x="52" y="78"/>
                    </a:lnTo>
                    <a:lnTo>
                      <a:pt x="59" y="83"/>
                    </a:lnTo>
                    <a:lnTo>
                      <a:pt x="66" y="87"/>
                    </a:lnTo>
                    <a:lnTo>
                      <a:pt x="69" y="92"/>
                    </a:lnTo>
                    <a:lnTo>
                      <a:pt x="72" y="96"/>
                    </a:lnTo>
                    <a:lnTo>
                      <a:pt x="74" y="106"/>
                    </a:lnTo>
                    <a:lnTo>
                      <a:pt x="78" y="116"/>
                    </a:lnTo>
                    <a:lnTo>
                      <a:pt x="85" y="128"/>
                    </a:lnTo>
                    <a:lnTo>
                      <a:pt x="95" y="136"/>
                    </a:lnTo>
                    <a:lnTo>
                      <a:pt x="100" y="139"/>
                    </a:lnTo>
                    <a:lnTo>
                      <a:pt x="106" y="145"/>
                    </a:lnTo>
                    <a:lnTo>
                      <a:pt x="112" y="149"/>
                    </a:lnTo>
                    <a:lnTo>
                      <a:pt x="118" y="155"/>
                    </a:lnTo>
                    <a:lnTo>
                      <a:pt x="121" y="162"/>
                    </a:lnTo>
                    <a:lnTo>
                      <a:pt x="125" y="168"/>
                    </a:lnTo>
                    <a:lnTo>
                      <a:pt x="127" y="174"/>
                    </a:lnTo>
                    <a:lnTo>
                      <a:pt x="127" y="179"/>
                    </a:lnTo>
                    <a:lnTo>
                      <a:pt x="125" y="190"/>
                    </a:lnTo>
                    <a:lnTo>
                      <a:pt x="121" y="202"/>
                    </a:lnTo>
                    <a:lnTo>
                      <a:pt x="120" y="215"/>
                    </a:lnTo>
                    <a:lnTo>
                      <a:pt x="122" y="227"/>
                    </a:lnTo>
                    <a:lnTo>
                      <a:pt x="130" y="239"/>
                    </a:lnTo>
                    <a:lnTo>
                      <a:pt x="143" y="252"/>
                    </a:lnTo>
                    <a:lnTo>
                      <a:pt x="159" y="265"/>
                    </a:lnTo>
                    <a:lnTo>
                      <a:pt x="176" y="278"/>
                    </a:lnTo>
                    <a:lnTo>
                      <a:pt x="192" y="291"/>
                    </a:lnTo>
                    <a:lnTo>
                      <a:pt x="206" y="304"/>
                    </a:lnTo>
                    <a:lnTo>
                      <a:pt x="216" y="315"/>
                    </a:lnTo>
                    <a:lnTo>
                      <a:pt x="219" y="3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2" name="Freeform 93">
                <a:extLst>
                  <a:ext uri="{FF2B5EF4-FFF2-40B4-BE49-F238E27FC236}">
                    <a16:creationId xmlns:a16="http://schemas.microsoft.com/office/drawing/2014/main" id="{E938C2E8-BD00-49D5-987F-A76708ABECB5}"/>
                  </a:ext>
                </a:extLst>
              </p:cNvPr>
              <p:cNvSpPr>
                <a:spLocks/>
              </p:cNvSpPr>
              <p:nvPr/>
            </p:nvSpPr>
            <p:spPr bwMode="auto">
              <a:xfrm>
                <a:off x="3463" y="3150"/>
                <a:ext cx="36" cy="25"/>
              </a:xfrm>
              <a:custGeom>
                <a:avLst/>
                <a:gdLst>
                  <a:gd name="T0" fmla="*/ 36 w 66"/>
                  <a:gd name="T1" fmla="*/ 25 h 45"/>
                  <a:gd name="T2" fmla="*/ 33 w 66"/>
                  <a:gd name="T3" fmla="*/ 21 h 45"/>
                  <a:gd name="T4" fmla="*/ 28 w 66"/>
                  <a:gd name="T5" fmla="*/ 16 h 45"/>
                  <a:gd name="T6" fmla="*/ 23 w 66"/>
                  <a:gd name="T7" fmla="*/ 12 h 45"/>
                  <a:gd name="T8" fmla="*/ 18 w 66"/>
                  <a:gd name="T9" fmla="*/ 8 h 45"/>
                  <a:gd name="T10" fmla="*/ 13 w 66"/>
                  <a:gd name="T11" fmla="*/ 4 h 45"/>
                  <a:gd name="T12" fmla="*/ 9 w 66"/>
                  <a:gd name="T13" fmla="*/ 1 h 45"/>
                  <a:gd name="T14" fmla="*/ 5 w 66"/>
                  <a:gd name="T15" fmla="*/ 0 h 45"/>
                  <a:gd name="T16" fmla="*/ 3 w 66"/>
                  <a:gd name="T17" fmla="*/ 1 h 45"/>
                  <a:gd name="T18" fmla="*/ 2 w 66"/>
                  <a:gd name="T19" fmla="*/ 4 h 45"/>
                  <a:gd name="T20" fmla="*/ 0 w 66"/>
                  <a:gd name="T21" fmla="*/ 9 h 45"/>
                  <a:gd name="T22" fmla="*/ 0 w 66"/>
                  <a:gd name="T23" fmla="*/ 14 h 45"/>
                  <a:gd name="T24" fmla="*/ 4 w 66"/>
                  <a:gd name="T25" fmla="*/ 16 h 45"/>
                  <a:gd name="T26" fmla="*/ 7 w 66"/>
                  <a:gd name="T27" fmla="*/ 16 h 45"/>
                  <a:gd name="T28" fmla="*/ 10 w 66"/>
                  <a:gd name="T29" fmla="*/ 16 h 45"/>
                  <a:gd name="T30" fmla="*/ 14 w 66"/>
                  <a:gd name="T31" fmla="*/ 16 h 45"/>
                  <a:gd name="T32" fmla="*/ 19 w 66"/>
                  <a:gd name="T33" fmla="*/ 16 h 45"/>
                  <a:gd name="T34" fmla="*/ 23 w 66"/>
                  <a:gd name="T35" fmla="*/ 17 h 45"/>
                  <a:gd name="T36" fmla="*/ 27 w 66"/>
                  <a:gd name="T37" fmla="*/ 19 h 45"/>
                  <a:gd name="T38" fmla="*/ 32 w 66"/>
                  <a:gd name="T39" fmla="*/ 21 h 45"/>
                  <a:gd name="T40" fmla="*/ 36 w 66"/>
                  <a:gd name="T41" fmla="*/ 25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6" h="45">
                    <a:moveTo>
                      <a:pt x="66" y="45"/>
                    </a:moveTo>
                    <a:lnTo>
                      <a:pt x="60" y="37"/>
                    </a:lnTo>
                    <a:lnTo>
                      <a:pt x="52" y="29"/>
                    </a:lnTo>
                    <a:lnTo>
                      <a:pt x="43" y="21"/>
                    </a:lnTo>
                    <a:lnTo>
                      <a:pt x="33" y="14"/>
                    </a:lnTo>
                    <a:lnTo>
                      <a:pt x="24" y="7"/>
                    </a:lnTo>
                    <a:lnTo>
                      <a:pt x="17" y="2"/>
                    </a:lnTo>
                    <a:lnTo>
                      <a:pt x="10" y="0"/>
                    </a:lnTo>
                    <a:lnTo>
                      <a:pt x="6" y="1"/>
                    </a:lnTo>
                    <a:lnTo>
                      <a:pt x="3" y="8"/>
                    </a:lnTo>
                    <a:lnTo>
                      <a:pt x="0" y="16"/>
                    </a:lnTo>
                    <a:lnTo>
                      <a:pt x="0" y="25"/>
                    </a:lnTo>
                    <a:lnTo>
                      <a:pt x="7" y="29"/>
                    </a:lnTo>
                    <a:lnTo>
                      <a:pt x="13" y="29"/>
                    </a:lnTo>
                    <a:lnTo>
                      <a:pt x="19" y="29"/>
                    </a:lnTo>
                    <a:lnTo>
                      <a:pt x="26" y="29"/>
                    </a:lnTo>
                    <a:lnTo>
                      <a:pt x="34" y="29"/>
                    </a:lnTo>
                    <a:lnTo>
                      <a:pt x="42" y="30"/>
                    </a:lnTo>
                    <a:lnTo>
                      <a:pt x="50" y="34"/>
                    </a:lnTo>
                    <a:lnTo>
                      <a:pt x="58" y="38"/>
                    </a:lnTo>
                    <a:lnTo>
                      <a:pt x="66" y="4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3" name="Freeform 94">
                <a:extLst>
                  <a:ext uri="{FF2B5EF4-FFF2-40B4-BE49-F238E27FC236}">
                    <a16:creationId xmlns:a16="http://schemas.microsoft.com/office/drawing/2014/main" id="{1435C4FE-227C-41E5-9378-B1544F44AB3E}"/>
                  </a:ext>
                </a:extLst>
              </p:cNvPr>
              <p:cNvSpPr>
                <a:spLocks/>
              </p:cNvSpPr>
              <p:nvPr/>
            </p:nvSpPr>
            <p:spPr bwMode="auto">
              <a:xfrm>
                <a:off x="3504" y="3203"/>
                <a:ext cx="42" cy="72"/>
              </a:xfrm>
              <a:custGeom>
                <a:avLst/>
                <a:gdLst>
                  <a:gd name="T0" fmla="*/ 0 w 78"/>
                  <a:gd name="T1" fmla="*/ 0 h 131"/>
                  <a:gd name="T2" fmla="*/ 6 w 78"/>
                  <a:gd name="T3" fmla="*/ 4 h 131"/>
                  <a:gd name="T4" fmla="*/ 11 w 78"/>
                  <a:gd name="T5" fmla="*/ 10 h 131"/>
                  <a:gd name="T6" fmla="*/ 13 w 78"/>
                  <a:gd name="T7" fmla="*/ 16 h 131"/>
                  <a:gd name="T8" fmla="*/ 17 w 78"/>
                  <a:gd name="T9" fmla="*/ 23 h 131"/>
                  <a:gd name="T10" fmla="*/ 19 w 78"/>
                  <a:gd name="T11" fmla="*/ 25 h 131"/>
                  <a:gd name="T12" fmla="*/ 22 w 78"/>
                  <a:gd name="T13" fmla="*/ 29 h 131"/>
                  <a:gd name="T14" fmla="*/ 26 w 78"/>
                  <a:gd name="T15" fmla="*/ 33 h 131"/>
                  <a:gd name="T16" fmla="*/ 31 w 78"/>
                  <a:gd name="T17" fmla="*/ 38 h 131"/>
                  <a:gd name="T18" fmla="*/ 35 w 78"/>
                  <a:gd name="T19" fmla="*/ 43 h 131"/>
                  <a:gd name="T20" fmla="*/ 38 w 78"/>
                  <a:gd name="T21" fmla="*/ 48 h 131"/>
                  <a:gd name="T22" fmla="*/ 40 w 78"/>
                  <a:gd name="T23" fmla="*/ 53 h 131"/>
                  <a:gd name="T24" fmla="*/ 42 w 78"/>
                  <a:gd name="T25" fmla="*/ 56 h 131"/>
                  <a:gd name="T26" fmla="*/ 42 w 78"/>
                  <a:gd name="T27" fmla="*/ 62 h 131"/>
                  <a:gd name="T28" fmla="*/ 42 w 78"/>
                  <a:gd name="T29" fmla="*/ 66 h 131"/>
                  <a:gd name="T30" fmla="*/ 40 w 78"/>
                  <a:gd name="T31" fmla="*/ 70 h 131"/>
                  <a:gd name="T32" fmla="*/ 37 w 78"/>
                  <a:gd name="T33" fmla="*/ 72 h 131"/>
                  <a:gd name="T34" fmla="*/ 35 w 78"/>
                  <a:gd name="T35" fmla="*/ 72 h 131"/>
                  <a:gd name="T36" fmla="*/ 32 w 78"/>
                  <a:gd name="T37" fmla="*/ 71 h 131"/>
                  <a:gd name="T38" fmla="*/ 29 w 78"/>
                  <a:gd name="T39" fmla="*/ 69 h 131"/>
                  <a:gd name="T40" fmla="*/ 25 w 78"/>
                  <a:gd name="T41" fmla="*/ 67 h 131"/>
                  <a:gd name="T42" fmla="*/ 22 w 78"/>
                  <a:gd name="T43" fmla="*/ 64 h 131"/>
                  <a:gd name="T44" fmla="*/ 18 w 78"/>
                  <a:gd name="T45" fmla="*/ 60 h 131"/>
                  <a:gd name="T46" fmla="*/ 16 w 78"/>
                  <a:gd name="T47" fmla="*/ 57 h 131"/>
                  <a:gd name="T48" fmla="*/ 13 w 78"/>
                  <a:gd name="T49" fmla="*/ 53 h 131"/>
                  <a:gd name="T50" fmla="*/ 10 w 78"/>
                  <a:gd name="T51" fmla="*/ 45 h 131"/>
                  <a:gd name="T52" fmla="*/ 7 w 78"/>
                  <a:gd name="T53" fmla="*/ 33 h 131"/>
                  <a:gd name="T54" fmla="*/ 5 w 78"/>
                  <a:gd name="T55" fmla="*/ 23 h 131"/>
                  <a:gd name="T56" fmla="*/ 4 w 78"/>
                  <a:gd name="T57" fmla="*/ 15 h 131"/>
                  <a:gd name="T58" fmla="*/ 3 w 78"/>
                  <a:gd name="T59" fmla="*/ 12 h 131"/>
                  <a:gd name="T60" fmla="*/ 3 w 78"/>
                  <a:gd name="T61" fmla="*/ 8 h 131"/>
                  <a:gd name="T62" fmla="*/ 2 w 78"/>
                  <a:gd name="T63" fmla="*/ 4 h 131"/>
                  <a:gd name="T64" fmla="*/ 0 w 78"/>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8" h="131">
                    <a:moveTo>
                      <a:pt x="0" y="0"/>
                    </a:moveTo>
                    <a:lnTo>
                      <a:pt x="12" y="8"/>
                    </a:lnTo>
                    <a:lnTo>
                      <a:pt x="20" y="18"/>
                    </a:lnTo>
                    <a:lnTo>
                      <a:pt x="25" y="30"/>
                    </a:lnTo>
                    <a:lnTo>
                      <a:pt x="32" y="41"/>
                    </a:lnTo>
                    <a:lnTo>
                      <a:pt x="35" y="46"/>
                    </a:lnTo>
                    <a:lnTo>
                      <a:pt x="41" y="52"/>
                    </a:lnTo>
                    <a:lnTo>
                      <a:pt x="49" y="60"/>
                    </a:lnTo>
                    <a:lnTo>
                      <a:pt x="57" y="69"/>
                    </a:lnTo>
                    <a:lnTo>
                      <a:pt x="65" y="78"/>
                    </a:lnTo>
                    <a:lnTo>
                      <a:pt x="71" y="88"/>
                    </a:lnTo>
                    <a:lnTo>
                      <a:pt x="75" y="96"/>
                    </a:lnTo>
                    <a:lnTo>
                      <a:pt x="78" y="101"/>
                    </a:lnTo>
                    <a:lnTo>
                      <a:pt x="78" y="112"/>
                    </a:lnTo>
                    <a:lnTo>
                      <a:pt x="78" y="120"/>
                    </a:lnTo>
                    <a:lnTo>
                      <a:pt x="74" y="127"/>
                    </a:lnTo>
                    <a:lnTo>
                      <a:pt x="68" y="131"/>
                    </a:lnTo>
                    <a:lnTo>
                      <a:pt x="65" y="131"/>
                    </a:lnTo>
                    <a:lnTo>
                      <a:pt x="59" y="129"/>
                    </a:lnTo>
                    <a:lnTo>
                      <a:pt x="53" y="126"/>
                    </a:lnTo>
                    <a:lnTo>
                      <a:pt x="47" y="121"/>
                    </a:lnTo>
                    <a:lnTo>
                      <a:pt x="41" y="116"/>
                    </a:lnTo>
                    <a:lnTo>
                      <a:pt x="34" y="109"/>
                    </a:lnTo>
                    <a:lnTo>
                      <a:pt x="29" y="104"/>
                    </a:lnTo>
                    <a:lnTo>
                      <a:pt x="25" y="97"/>
                    </a:lnTo>
                    <a:lnTo>
                      <a:pt x="18" y="81"/>
                    </a:lnTo>
                    <a:lnTo>
                      <a:pt x="13" y="60"/>
                    </a:lnTo>
                    <a:lnTo>
                      <a:pt x="9" y="41"/>
                    </a:lnTo>
                    <a:lnTo>
                      <a:pt x="7" y="28"/>
                    </a:lnTo>
                    <a:lnTo>
                      <a:pt x="6" y="21"/>
                    </a:lnTo>
                    <a:lnTo>
                      <a:pt x="6" y="15"/>
                    </a:lnTo>
                    <a:lnTo>
                      <a:pt x="4"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4" name="Freeform 95">
                <a:extLst>
                  <a:ext uri="{FF2B5EF4-FFF2-40B4-BE49-F238E27FC236}">
                    <a16:creationId xmlns:a16="http://schemas.microsoft.com/office/drawing/2014/main" id="{01A4197A-5790-4A87-AE84-CE6B214DEEC9}"/>
                  </a:ext>
                </a:extLst>
              </p:cNvPr>
              <p:cNvSpPr>
                <a:spLocks/>
              </p:cNvSpPr>
              <p:nvPr/>
            </p:nvSpPr>
            <p:spPr bwMode="auto">
              <a:xfrm>
                <a:off x="4519" y="3087"/>
                <a:ext cx="293" cy="499"/>
              </a:xfrm>
              <a:custGeom>
                <a:avLst/>
                <a:gdLst>
                  <a:gd name="T0" fmla="*/ 42 w 535"/>
                  <a:gd name="T1" fmla="*/ 333 h 911"/>
                  <a:gd name="T2" fmla="*/ 59 w 535"/>
                  <a:gd name="T3" fmla="*/ 332 h 911"/>
                  <a:gd name="T4" fmla="*/ 77 w 535"/>
                  <a:gd name="T5" fmla="*/ 326 h 911"/>
                  <a:gd name="T6" fmla="*/ 91 w 535"/>
                  <a:gd name="T7" fmla="*/ 319 h 911"/>
                  <a:gd name="T8" fmla="*/ 104 w 535"/>
                  <a:gd name="T9" fmla="*/ 308 h 911"/>
                  <a:gd name="T10" fmla="*/ 114 w 535"/>
                  <a:gd name="T11" fmla="*/ 291 h 911"/>
                  <a:gd name="T12" fmla="*/ 127 w 535"/>
                  <a:gd name="T13" fmla="*/ 264 h 911"/>
                  <a:gd name="T14" fmla="*/ 148 w 535"/>
                  <a:gd name="T15" fmla="*/ 205 h 911"/>
                  <a:gd name="T16" fmla="*/ 163 w 535"/>
                  <a:gd name="T17" fmla="*/ 106 h 911"/>
                  <a:gd name="T18" fmla="*/ 156 w 535"/>
                  <a:gd name="T19" fmla="*/ 105 h 911"/>
                  <a:gd name="T20" fmla="*/ 131 w 535"/>
                  <a:gd name="T21" fmla="*/ 123 h 911"/>
                  <a:gd name="T22" fmla="*/ 109 w 535"/>
                  <a:gd name="T23" fmla="*/ 116 h 911"/>
                  <a:gd name="T24" fmla="*/ 92 w 535"/>
                  <a:gd name="T25" fmla="*/ 108 h 911"/>
                  <a:gd name="T26" fmla="*/ 72 w 535"/>
                  <a:gd name="T27" fmla="*/ 108 h 911"/>
                  <a:gd name="T28" fmla="*/ 77 w 535"/>
                  <a:gd name="T29" fmla="*/ 90 h 911"/>
                  <a:gd name="T30" fmla="*/ 112 w 535"/>
                  <a:gd name="T31" fmla="*/ 69 h 911"/>
                  <a:gd name="T32" fmla="*/ 168 w 535"/>
                  <a:gd name="T33" fmla="*/ 45 h 911"/>
                  <a:gd name="T34" fmla="*/ 149 w 535"/>
                  <a:gd name="T35" fmla="*/ 32 h 911"/>
                  <a:gd name="T36" fmla="*/ 131 w 535"/>
                  <a:gd name="T37" fmla="*/ 23 h 911"/>
                  <a:gd name="T38" fmla="*/ 143 w 535"/>
                  <a:gd name="T39" fmla="*/ 20 h 911"/>
                  <a:gd name="T40" fmla="*/ 156 w 535"/>
                  <a:gd name="T41" fmla="*/ 20 h 911"/>
                  <a:gd name="T42" fmla="*/ 144 w 535"/>
                  <a:gd name="T43" fmla="*/ 11 h 911"/>
                  <a:gd name="T44" fmla="*/ 126 w 535"/>
                  <a:gd name="T45" fmla="*/ 14 h 911"/>
                  <a:gd name="T46" fmla="*/ 111 w 535"/>
                  <a:gd name="T47" fmla="*/ 26 h 911"/>
                  <a:gd name="T48" fmla="*/ 99 w 535"/>
                  <a:gd name="T49" fmla="*/ 40 h 911"/>
                  <a:gd name="T50" fmla="*/ 85 w 535"/>
                  <a:gd name="T51" fmla="*/ 50 h 911"/>
                  <a:gd name="T52" fmla="*/ 83 w 535"/>
                  <a:gd name="T53" fmla="*/ 47 h 911"/>
                  <a:gd name="T54" fmla="*/ 104 w 535"/>
                  <a:gd name="T55" fmla="*/ 25 h 911"/>
                  <a:gd name="T56" fmla="*/ 106 w 535"/>
                  <a:gd name="T57" fmla="*/ 11 h 911"/>
                  <a:gd name="T58" fmla="*/ 131 w 535"/>
                  <a:gd name="T59" fmla="*/ 3 h 911"/>
                  <a:gd name="T60" fmla="*/ 155 w 535"/>
                  <a:gd name="T61" fmla="*/ 0 h 911"/>
                  <a:gd name="T62" fmla="*/ 176 w 535"/>
                  <a:gd name="T63" fmla="*/ 19 h 911"/>
                  <a:gd name="T64" fmla="*/ 202 w 535"/>
                  <a:gd name="T65" fmla="*/ 47 h 911"/>
                  <a:gd name="T66" fmla="*/ 217 w 535"/>
                  <a:gd name="T67" fmla="*/ 66 h 911"/>
                  <a:gd name="T68" fmla="*/ 225 w 535"/>
                  <a:gd name="T69" fmla="*/ 85 h 911"/>
                  <a:gd name="T70" fmla="*/ 245 w 535"/>
                  <a:gd name="T71" fmla="*/ 131 h 911"/>
                  <a:gd name="T72" fmla="*/ 266 w 535"/>
                  <a:gd name="T73" fmla="*/ 170 h 911"/>
                  <a:gd name="T74" fmla="*/ 279 w 535"/>
                  <a:gd name="T75" fmla="*/ 220 h 911"/>
                  <a:gd name="T76" fmla="*/ 288 w 535"/>
                  <a:gd name="T77" fmla="*/ 304 h 911"/>
                  <a:gd name="T78" fmla="*/ 289 w 535"/>
                  <a:gd name="T79" fmla="*/ 359 h 911"/>
                  <a:gd name="T80" fmla="*/ 287 w 535"/>
                  <a:gd name="T81" fmla="*/ 381 h 911"/>
                  <a:gd name="T82" fmla="*/ 285 w 535"/>
                  <a:gd name="T83" fmla="*/ 393 h 911"/>
                  <a:gd name="T84" fmla="*/ 289 w 535"/>
                  <a:gd name="T85" fmla="*/ 423 h 911"/>
                  <a:gd name="T86" fmla="*/ 291 w 535"/>
                  <a:gd name="T87" fmla="*/ 466 h 911"/>
                  <a:gd name="T88" fmla="*/ 284 w 535"/>
                  <a:gd name="T89" fmla="*/ 499 h 911"/>
                  <a:gd name="T90" fmla="*/ 217 w 535"/>
                  <a:gd name="T91" fmla="*/ 499 h 911"/>
                  <a:gd name="T92" fmla="*/ 95 w 535"/>
                  <a:gd name="T93" fmla="*/ 499 h 911"/>
                  <a:gd name="T94" fmla="*/ 5 w 535"/>
                  <a:gd name="T95" fmla="*/ 499 h 911"/>
                  <a:gd name="T96" fmla="*/ 9 w 535"/>
                  <a:gd name="T97" fmla="*/ 465 h 911"/>
                  <a:gd name="T98" fmla="*/ 23 w 535"/>
                  <a:gd name="T99" fmla="*/ 429 h 911"/>
                  <a:gd name="T100" fmla="*/ 35 w 535"/>
                  <a:gd name="T101" fmla="*/ 409 h 911"/>
                  <a:gd name="T102" fmla="*/ 43 w 535"/>
                  <a:gd name="T103" fmla="*/ 395 h 911"/>
                  <a:gd name="T104" fmla="*/ 42 w 535"/>
                  <a:gd name="T105" fmla="*/ 373 h 911"/>
                  <a:gd name="T106" fmla="*/ 27 w 535"/>
                  <a:gd name="T107" fmla="*/ 354 h 911"/>
                  <a:gd name="T108" fmla="*/ 19 w 535"/>
                  <a:gd name="T109" fmla="*/ 337 h 91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35" h="911">
                    <a:moveTo>
                      <a:pt x="28" y="608"/>
                    </a:moveTo>
                    <a:lnTo>
                      <a:pt x="41" y="608"/>
                    </a:lnTo>
                    <a:lnTo>
                      <a:pt x="54" y="608"/>
                    </a:lnTo>
                    <a:lnTo>
                      <a:pt x="65" y="608"/>
                    </a:lnTo>
                    <a:lnTo>
                      <a:pt x="77" y="608"/>
                    </a:lnTo>
                    <a:lnTo>
                      <a:pt x="86" y="608"/>
                    </a:lnTo>
                    <a:lnTo>
                      <a:pt x="94" y="608"/>
                    </a:lnTo>
                    <a:lnTo>
                      <a:pt x="100" y="607"/>
                    </a:lnTo>
                    <a:lnTo>
                      <a:pt x="103" y="607"/>
                    </a:lnTo>
                    <a:lnTo>
                      <a:pt x="108" y="606"/>
                    </a:lnTo>
                    <a:lnTo>
                      <a:pt x="114" y="605"/>
                    </a:lnTo>
                    <a:lnTo>
                      <a:pt x="121" y="603"/>
                    </a:lnTo>
                    <a:lnTo>
                      <a:pt x="128" y="600"/>
                    </a:lnTo>
                    <a:lnTo>
                      <a:pt x="134" y="598"/>
                    </a:lnTo>
                    <a:lnTo>
                      <a:pt x="141" y="596"/>
                    </a:lnTo>
                    <a:lnTo>
                      <a:pt x="147" y="593"/>
                    </a:lnTo>
                    <a:lnTo>
                      <a:pt x="152" y="591"/>
                    </a:lnTo>
                    <a:lnTo>
                      <a:pt x="156" y="589"/>
                    </a:lnTo>
                    <a:lnTo>
                      <a:pt x="161" y="585"/>
                    </a:lnTo>
                    <a:lnTo>
                      <a:pt x="167" y="582"/>
                    </a:lnTo>
                    <a:lnTo>
                      <a:pt x="172" y="578"/>
                    </a:lnTo>
                    <a:lnTo>
                      <a:pt x="178" y="575"/>
                    </a:lnTo>
                    <a:lnTo>
                      <a:pt x="183" y="570"/>
                    </a:lnTo>
                    <a:lnTo>
                      <a:pt x="187" y="566"/>
                    </a:lnTo>
                    <a:lnTo>
                      <a:pt x="190" y="562"/>
                    </a:lnTo>
                    <a:lnTo>
                      <a:pt x="193" y="558"/>
                    </a:lnTo>
                    <a:lnTo>
                      <a:pt x="198" y="551"/>
                    </a:lnTo>
                    <a:lnTo>
                      <a:pt x="202" y="544"/>
                    </a:lnTo>
                    <a:lnTo>
                      <a:pt x="206" y="538"/>
                    </a:lnTo>
                    <a:lnTo>
                      <a:pt x="209" y="532"/>
                    </a:lnTo>
                    <a:lnTo>
                      <a:pt x="214" y="524"/>
                    </a:lnTo>
                    <a:lnTo>
                      <a:pt x="219" y="514"/>
                    </a:lnTo>
                    <a:lnTo>
                      <a:pt x="223" y="505"/>
                    </a:lnTo>
                    <a:lnTo>
                      <a:pt x="227" y="497"/>
                    </a:lnTo>
                    <a:lnTo>
                      <a:pt x="232" y="482"/>
                    </a:lnTo>
                    <a:lnTo>
                      <a:pt x="240" y="461"/>
                    </a:lnTo>
                    <a:lnTo>
                      <a:pt x="249" y="439"/>
                    </a:lnTo>
                    <a:lnTo>
                      <a:pt x="257" y="415"/>
                    </a:lnTo>
                    <a:lnTo>
                      <a:pt x="265" y="393"/>
                    </a:lnTo>
                    <a:lnTo>
                      <a:pt x="270" y="374"/>
                    </a:lnTo>
                    <a:lnTo>
                      <a:pt x="274" y="361"/>
                    </a:lnTo>
                    <a:lnTo>
                      <a:pt x="280" y="326"/>
                    </a:lnTo>
                    <a:lnTo>
                      <a:pt x="288" y="273"/>
                    </a:lnTo>
                    <a:lnTo>
                      <a:pt x="295" y="224"/>
                    </a:lnTo>
                    <a:lnTo>
                      <a:pt x="297" y="194"/>
                    </a:lnTo>
                    <a:lnTo>
                      <a:pt x="296" y="184"/>
                    </a:lnTo>
                    <a:lnTo>
                      <a:pt x="293" y="184"/>
                    </a:lnTo>
                    <a:lnTo>
                      <a:pt x="290" y="187"/>
                    </a:lnTo>
                    <a:lnTo>
                      <a:pt x="288" y="190"/>
                    </a:lnTo>
                    <a:lnTo>
                      <a:pt x="285" y="192"/>
                    </a:lnTo>
                    <a:lnTo>
                      <a:pt x="281" y="198"/>
                    </a:lnTo>
                    <a:lnTo>
                      <a:pt x="274" y="204"/>
                    </a:lnTo>
                    <a:lnTo>
                      <a:pt x="265" y="212"/>
                    </a:lnTo>
                    <a:lnTo>
                      <a:pt x="253" y="219"/>
                    </a:lnTo>
                    <a:lnTo>
                      <a:pt x="240" y="225"/>
                    </a:lnTo>
                    <a:lnTo>
                      <a:pt x="225" y="229"/>
                    </a:lnTo>
                    <a:lnTo>
                      <a:pt x="209" y="230"/>
                    </a:lnTo>
                    <a:lnTo>
                      <a:pt x="207" y="224"/>
                    </a:lnTo>
                    <a:lnTo>
                      <a:pt x="204" y="217"/>
                    </a:lnTo>
                    <a:lnTo>
                      <a:pt x="199" y="211"/>
                    </a:lnTo>
                    <a:lnTo>
                      <a:pt x="194" y="205"/>
                    </a:lnTo>
                    <a:lnTo>
                      <a:pt x="187" y="202"/>
                    </a:lnTo>
                    <a:lnTo>
                      <a:pt x="182" y="198"/>
                    </a:lnTo>
                    <a:lnTo>
                      <a:pt x="175" y="197"/>
                    </a:lnTo>
                    <a:lnTo>
                      <a:pt x="168" y="197"/>
                    </a:lnTo>
                    <a:lnTo>
                      <a:pt x="161" y="198"/>
                    </a:lnTo>
                    <a:lnTo>
                      <a:pt x="153" y="198"/>
                    </a:lnTo>
                    <a:lnTo>
                      <a:pt x="145" y="199"/>
                    </a:lnTo>
                    <a:lnTo>
                      <a:pt x="138" y="198"/>
                    </a:lnTo>
                    <a:lnTo>
                      <a:pt x="132" y="198"/>
                    </a:lnTo>
                    <a:lnTo>
                      <a:pt x="128" y="196"/>
                    </a:lnTo>
                    <a:lnTo>
                      <a:pt x="125" y="194"/>
                    </a:lnTo>
                    <a:lnTo>
                      <a:pt x="125" y="189"/>
                    </a:lnTo>
                    <a:lnTo>
                      <a:pt x="131" y="177"/>
                    </a:lnTo>
                    <a:lnTo>
                      <a:pt x="140" y="164"/>
                    </a:lnTo>
                    <a:lnTo>
                      <a:pt x="149" y="151"/>
                    </a:lnTo>
                    <a:lnTo>
                      <a:pt x="158" y="145"/>
                    </a:lnTo>
                    <a:lnTo>
                      <a:pt x="166" y="142"/>
                    </a:lnTo>
                    <a:lnTo>
                      <a:pt x="183" y="135"/>
                    </a:lnTo>
                    <a:lnTo>
                      <a:pt x="205" y="126"/>
                    </a:lnTo>
                    <a:lnTo>
                      <a:pt x="230" y="114"/>
                    </a:lnTo>
                    <a:lnTo>
                      <a:pt x="255" y="104"/>
                    </a:lnTo>
                    <a:lnTo>
                      <a:pt x="280" y="95"/>
                    </a:lnTo>
                    <a:lnTo>
                      <a:pt x="297" y="86"/>
                    </a:lnTo>
                    <a:lnTo>
                      <a:pt x="307" y="83"/>
                    </a:lnTo>
                    <a:lnTo>
                      <a:pt x="303" y="80"/>
                    </a:lnTo>
                    <a:lnTo>
                      <a:pt x="297" y="74"/>
                    </a:lnTo>
                    <a:lnTo>
                      <a:pt x="289" y="69"/>
                    </a:lnTo>
                    <a:lnTo>
                      <a:pt x="281" y="63"/>
                    </a:lnTo>
                    <a:lnTo>
                      <a:pt x="272" y="58"/>
                    </a:lnTo>
                    <a:lnTo>
                      <a:pt x="263" y="53"/>
                    </a:lnTo>
                    <a:lnTo>
                      <a:pt x="257" y="50"/>
                    </a:lnTo>
                    <a:lnTo>
                      <a:pt x="251" y="47"/>
                    </a:lnTo>
                    <a:lnTo>
                      <a:pt x="244" y="45"/>
                    </a:lnTo>
                    <a:lnTo>
                      <a:pt x="240" y="42"/>
                    </a:lnTo>
                    <a:lnTo>
                      <a:pt x="242" y="39"/>
                    </a:lnTo>
                    <a:lnTo>
                      <a:pt x="247" y="37"/>
                    </a:lnTo>
                    <a:lnTo>
                      <a:pt x="251" y="36"/>
                    </a:lnTo>
                    <a:lnTo>
                      <a:pt x="257" y="36"/>
                    </a:lnTo>
                    <a:lnTo>
                      <a:pt x="261" y="36"/>
                    </a:lnTo>
                    <a:lnTo>
                      <a:pt x="267" y="35"/>
                    </a:lnTo>
                    <a:lnTo>
                      <a:pt x="272" y="35"/>
                    </a:lnTo>
                    <a:lnTo>
                      <a:pt x="277" y="35"/>
                    </a:lnTo>
                    <a:lnTo>
                      <a:pt x="281" y="36"/>
                    </a:lnTo>
                    <a:lnTo>
                      <a:pt x="284" y="36"/>
                    </a:lnTo>
                    <a:lnTo>
                      <a:pt x="283" y="30"/>
                    </a:lnTo>
                    <a:lnTo>
                      <a:pt x="280" y="25"/>
                    </a:lnTo>
                    <a:lnTo>
                      <a:pt x="275" y="22"/>
                    </a:lnTo>
                    <a:lnTo>
                      <a:pt x="268" y="20"/>
                    </a:lnTo>
                    <a:lnTo>
                      <a:pt x="263" y="20"/>
                    </a:lnTo>
                    <a:lnTo>
                      <a:pt x="259" y="20"/>
                    </a:lnTo>
                    <a:lnTo>
                      <a:pt x="252" y="21"/>
                    </a:lnTo>
                    <a:lnTo>
                      <a:pt x="245" y="21"/>
                    </a:lnTo>
                    <a:lnTo>
                      <a:pt x="238" y="23"/>
                    </a:lnTo>
                    <a:lnTo>
                      <a:pt x="230" y="25"/>
                    </a:lnTo>
                    <a:lnTo>
                      <a:pt x="223" y="28"/>
                    </a:lnTo>
                    <a:lnTo>
                      <a:pt x="217" y="32"/>
                    </a:lnTo>
                    <a:lnTo>
                      <a:pt x="213" y="37"/>
                    </a:lnTo>
                    <a:lnTo>
                      <a:pt x="207" y="43"/>
                    </a:lnTo>
                    <a:lnTo>
                      <a:pt x="202" y="48"/>
                    </a:lnTo>
                    <a:lnTo>
                      <a:pt x="198" y="54"/>
                    </a:lnTo>
                    <a:lnTo>
                      <a:pt x="192" y="60"/>
                    </a:lnTo>
                    <a:lnTo>
                      <a:pt x="189" y="65"/>
                    </a:lnTo>
                    <a:lnTo>
                      <a:pt x="184" y="69"/>
                    </a:lnTo>
                    <a:lnTo>
                      <a:pt x="181" y="73"/>
                    </a:lnTo>
                    <a:lnTo>
                      <a:pt x="176" y="76"/>
                    </a:lnTo>
                    <a:lnTo>
                      <a:pt x="171" y="80"/>
                    </a:lnTo>
                    <a:lnTo>
                      <a:pt x="166" y="84"/>
                    </a:lnTo>
                    <a:lnTo>
                      <a:pt x="160" y="88"/>
                    </a:lnTo>
                    <a:lnTo>
                      <a:pt x="155" y="92"/>
                    </a:lnTo>
                    <a:lnTo>
                      <a:pt x="149" y="95"/>
                    </a:lnTo>
                    <a:lnTo>
                      <a:pt x="146" y="97"/>
                    </a:lnTo>
                    <a:lnTo>
                      <a:pt x="144" y="97"/>
                    </a:lnTo>
                    <a:lnTo>
                      <a:pt x="145" y="93"/>
                    </a:lnTo>
                    <a:lnTo>
                      <a:pt x="152" y="85"/>
                    </a:lnTo>
                    <a:lnTo>
                      <a:pt x="161" y="76"/>
                    </a:lnTo>
                    <a:lnTo>
                      <a:pt x="170" y="68"/>
                    </a:lnTo>
                    <a:lnTo>
                      <a:pt x="175" y="62"/>
                    </a:lnTo>
                    <a:lnTo>
                      <a:pt x="182" y="55"/>
                    </a:lnTo>
                    <a:lnTo>
                      <a:pt x="189" y="46"/>
                    </a:lnTo>
                    <a:lnTo>
                      <a:pt x="196" y="37"/>
                    </a:lnTo>
                    <a:lnTo>
                      <a:pt x="200" y="29"/>
                    </a:lnTo>
                    <a:lnTo>
                      <a:pt x="202" y="22"/>
                    </a:lnTo>
                    <a:lnTo>
                      <a:pt x="200" y="19"/>
                    </a:lnTo>
                    <a:lnTo>
                      <a:pt x="194" y="20"/>
                    </a:lnTo>
                    <a:lnTo>
                      <a:pt x="200" y="17"/>
                    </a:lnTo>
                    <a:lnTo>
                      <a:pt x="208" y="15"/>
                    </a:lnTo>
                    <a:lnTo>
                      <a:pt x="217" y="13"/>
                    </a:lnTo>
                    <a:lnTo>
                      <a:pt x="229" y="9"/>
                    </a:lnTo>
                    <a:lnTo>
                      <a:pt x="239" y="6"/>
                    </a:lnTo>
                    <a:lnTo>
                      <a:pt x="251" y="4"/>
                    </a:lnTo>
                    <a:lnTo>
                      <a:pt x="262" y="1"/>
                    </a:lnTo>
                    <a:lnTo>
                      <a:pt x="272" y="0"/>
                    </a:lnTo>
                    <a:lnTo>
                      <a:pt x="277" y="0"/>
                    </a:lnTo>
                    <a:lnTo>
                      <a:pt x="283" y="0"/>
                    </a:lnTo>
                    <a:lnTo>
                      <a:pt x="289" y="0"/>
                    </a:lnTo>
                    <a:lnTo>
                      <a:pt x="292" y="0"/>
                    </a:lnTo>
                    <a:lnTo>
                      <a:pt x="300" y="10"/>
                    </a:lnTo>
                    <a:lnTo>
                      <a:pt x="311" y="22"/>
                    </a:lnTo>
                    <a:lnTo>
                      <a:pt x="321" y="35"/>
                    </a:lnTo>
                    <a:lnTo>
                      <a:pt x="333" y="47"/>
                    </a:lnTo>
                    <a:lnTo>
                      <a:pt x="343" y="60"/>
                    </a:lnTo>
                    <a:lnTo>
                      <a:pt x="353" y="70"/>
                    </a:lnTo>
                    <a:lnTo>
                      <a:pt x="363" y="80"/>
                    </a:lnTo>
                    <a:lnTo>
                      <a:pt x="369" y="86"/>
                    </a:lnTo>
                    <a:lnTo>
                      <a:pt x="375" y="92"/>
                    </a:lnTo>
                    <a:lnTo>
                      <a:pt x="381" y="99"/>
                    </a:lnTo>
                    <a:lnTo>
                      <a:pt x="387" y="106"/>
                    </a:lnTo>
                    <a:lnTo>
                      <a:pt x="393" y="113"/>
                    </a:lnTo>
                    <a:lnTo>
                      <a:pt x="397" y="120"/>
                    </a:lnTo>
                    <a:lnTo>
                      <a:pt x="401" y="126"/>
                    </a:lnTo>
                    <a:lnTo>
                      <a:pt x="404" y="131"/>
                    </a:lnTo>
                    <a:lnTo>
                      <a:pt x="405" y="136"/>
                    </a:lnTo>
                    <a:lnTo>
                      <a:pt x="407" y="143"/>
                    </a:lnTo>
                    <a:lnTo>
                      <a:pt x="411" y="156"/>
                    </a:lnTo>
                    <a:lnTo>
                      <a:pt x="418" y="172"/>
                    </a:lnTo>
                    <a:lnTo>
                      <a:pt x="425" y="190"/>
                    </a:lnTo>
                    <a:lnTo>
                      <a:pt x="432" y="209"/>
                    </a:lnTo>
                    <a:lnTo>
                      <a:pt x="440" y="225"/>
                    </a:lnTo>
                    <a:lnTo>
                      <a:pt x="447" y="239"/>
                    </a:lnTo>
                    <a:lnTo>
                      <a:pt x="452" y="248"/>
                    </a:lnTo>
                    <a:lnTo>
                      <a:pt x="458" y="257"/>
                    </a:lnTo>
                    <a:lnTo>
                      <a:pt x="466" y="272"/>
                    </a:lnTo>
                    <a:lnTo>
                      <a:pt x="475" y="290"/>
                    </a:lnTo>
                    <a:lnTo>
                      <a:pt x="485" y="310"/>
                    </a:lnTo>
                    <a:lnTo>
                      <a:pt x="494" y="331"/>
                    </a:lnTo>
                    <a:lnTo>
                      <a:pt x="501" y="350"/>
                    </a:lnTo>
                    <a:lnTo>
                      <a:pt x="505" y="366"/>
                    </a:lnTo>
                    <a:lnTo>
                      <a:pt x="508" y="377"/>
                    </a:lnTo>
                    <a:lnTo>
                      <a:pt x="510" y="402"/>
                    </a:lnTo>
                    <a:lnTo>
                      <a:pt x="513" y="439"/>
                    </a:lnTo>
                    <a:lnTo>
                      <a:pt x="518" y="475"/>
                    </a:lnTo>
                    <a:lnTo>
                      <a:pt x="522" y="497"/>
                    </a:lnTo>
                    <a:lnTo>
                      <a:pt x="524" y="518"/>
                    </a:lnTo>
                    <a:lnTo>
                      <a:pt x="526" y="555"/>
                    </a:lnTo>
                    <a:lnTo>
                      <a:pt x="528" y="592"/>
                    </a:lnTo>
                    <a:lnTo>
                      <a:pt x="528" y="615"/>
                    </a:lnTo>
                    <a:lnTo>
                      <a:pt x="527" y="629"/>
                    </a:lnTo>
                    <a:lnTo>
                      <a:pt x="527" y="643"/>
                    </a:lnTo>
                    <a:lnTo>
                      <a:pt x="527" y="655"/>
                    </a:lnTo>
                    <a:lnTo>
                      <a:pt x="527" y="664"/>
                    </a:lnTo>
                    <a:lnTo>
                      <a:pt x="528" y="670"/>
                    </a:lnTo>
                    <a:lnTo>
                      <a:pt x="527" y="681"/>
                    </a:lnTo>
                    <a:lnTo>
                      <a:pt x="526" y="690"/>
                    </a:lnTo>
                    <a:lnTo>
                      <a:pt x="524" y="696"/>
                    </a:lnTo>
                    <a:lnTo>
                      <a:pt x="520" y="698"/>
                    </a:lnTo>
                    <a:lnTo>
                      <a:pt x="518" y="700"/>
                    </a:lnTo>
                    <a:lnTo>
                      <a:pt x="516" y="704"/>
                    </a:lnTo>
                    <a:lnTo>
                      <a:pt x="512" y="706"/>
                    </a:lnTo>
                    <a:lnTo>
                      <a:pt x="520" y="718"/>
                    </a:lnTo>
                    <a:lnTo>
                      <a:pt x="527" y="733"/>
                    </a:lnTo>
                    <a:lnTo>
                      <a:pt x="533" y="746"/>
                    </a:lnTo>
                    <a:lnTo>
                      <a:pt x="535" y="755"/>
                    </a:lnTo>
                    <a:lnTo>
                      <a:pt x="533" y="761"/>
                    </a:lnTo>
                    <a:lnTo>
                      <a:pt x="528" y="773"/>
                    </a:lnTo>
                    <a:lnTo>
                      <a:pt x="524" y="786"/>
                    </a:lnTo>
                    <a:lnTo>
                      <a:pt x="522" y="795"/>
                    </a:lnTo>
                    <a:lnTo>
                      <a:pt x="523" y="808"/>
                    </a:lnTo>
                    <a:lnTo>
                      <a:pt x="527" y="829"/>
                    </a:lnTo>
                    <a:lnTo>
                      <a:pt x="532" y="850"/>
                    </a:lnTo>
                    <a:lnTo>
                      <a:pt x="534" y="863"/>
                    </a:lnTo>
                    <a:lnTo>
                      <a:pt x="532" y="872"/>
                    </a:lnTo>
                    <a:lnTo>
                      <a:pt x="528" y="886"/>
                    </a:lnTo>
                    <a:lnTo>
                      <a:pt x="524" y="901"/>
                    </a:lnTo>
                    <a:lnTo>
                      <a:pt x="519" y="911"/>
                    </a:lnTo>
                    <a:lnTo>
                      <a:pt x="510" y="911"/>
                    </a:lnTo>
                    <a:lnTo>
                      <a:pt x="493" y="911"/>
                    </a:lnTo>
                    <a:lnTo>
                      <a:pt x="466" y="911"/>
                    </a:lnTo>
                    <a:lnTo>
                      <a:pt x="434" y="911"/>
                    </a:lnTo>
                    <a:lnTo>
                      <a:pt x="397" y="911"/>
                    </a:lnTo>
                    <a:lnTo>
                      <a:pt x="354" y="911"/>
                    </a:lnTo>
                    <a:lnTo>
                      <a:pt x="311" y="911"/>
                    </a:lnTo>
                    <a:lnTo>
                      <a:pt x="265" y="911"/>
                    </a:lnTo>
                    <a:lnTo>
                      <a:pt x="219" y="911"/>
                    </a:lnTo>
                    <a:lnTo>
                      <a:pt x="174" y="911"/>
                    </a:lnTo>
                    <a:lnTo>
                      <a:pt x="131" y="911"/>
                    </a:lnTo>
                    <a:lnTo>
                      <a:pt x="92" y="911"/>
                    </a:lnTo>
                    <a:lnTo>
                      <a:pt x="58" y="911"/>
                    </a:lnTo>
                    <a:lnTo>
                      <a:pt x="31" y="911"/>
                    </a:lnTo>
                    <a:lnTo>
                      <a:pt x="10" y="911"/>
                    </a:lnTo>
                    <a:lnTo>
                      <a:pt x="0" y="911"/>
                    </a:lnTo>
                    <a:lnTo>
                      <a:pt x="1" y="901"/>
                    </a:lnTo>
                    <a:lnTo>
                      <a:pt x="5" y="886"/>
                    </a:lnTo>
                    <a:lnTo>
                      <a:pt x="11" y="867"/>
                    </a:lnTo>
                    <a:lnTo>
                      <a:pt x="17" y="849"/>
                    </a:lnTo>
                    <a:lnTo>
                      <a:pt x="24" y="829"/>
                    </a:lnTo>
                    <a:lnTo>
                      <a:pt x="31" y="813"/>
                    </a:lnTo>
                    <a:lnTo>
                      <a:pt x="35" y="801"/>
                    </a:lnTo>
                    <a:lnTo>
                      <a:pt x="38" y="794"/>
                    </a:lnTo>
                    <a:lnTo>
                      <a:pt x="42" y="784"/>
                    </a:lnTo>
                    <a:lnTo>
                      <a:pt x="48" y="774"/>
                    </a:lnTo>
                    <a:lnTo>
                      <a:pt x="55" y="765"/>
                    </a:lnTo>
                    <a:lnTo>
                      <a:pt x="58" y="757"/>
                    </a:lnTo>
                    <a:lnTo>
                      <a:pt x="61" y="751"/>
                    </a:lnTo>
                    <a:lnTo>
                      <a:pt x="64" y="746"/>
                    </a:lnTo>
                    <a:lnTo>
                      <a:pt x="68" y="742"/>
                    </a:lnTo>
                    <a:lnTo>
                      <a:pt x="73" y="740"/>
                    </a:lnTo>
                    <a:lnTo>
                      <a:pt x="76" y="735"/>
                    </a:lnTo>
                    <a:lnTo>
                      <a:pt x="77" y="729"/>
                    </a:lnTo>
                    <a:lnTo>
                      <a:pt x="78" y="722"/>
                    </a:lnTo>
                    <a:lnTo>
                      <a:pt x="77" y="717"/>
                    </a:lnTo>
                    <a:lnTo>
                      <a:pt x="75" y="708"/>
                    </a:lnTo>
                    <a:lnTo>
                      <a:pt x="73" y="698"/>
                    </a:lnTo>
                    <a:lnTo>
                      <a:pt x="73" y="688"/>
                    </a:lnTo>
                    <a:lnTo>
                      <a:pt x="76" y="681"/>
                    </a:lnTo>
                    <a:lnTo>
                      <a:pt x="72" y="676"/>
                    </a:lnTo>
                    <a:lnTo>
                      <a:pt x="67" y="670"/>
                    </a:lnTo>
                    <a:lnTo>
                      <a:pt x="61" y="662"/>
                    </a:lnTo>
                    <a:lnTo>
                      <a:pt x="54" y="654"/>
                    </a:lnTo>
                    <a:lnTo>
                      <a:pt x="49" y="646"/>
                    </a:lnTo>
                    <a:lnTo>
                      <a:pt x="45" y="638"/>
                    </a:lnTo>
                    <a:lnTo>
                      <a:pt x="42" y="630"/>
                    </a:lnTo>
                    <a:lnTo>
                      <a:pt x="42" y="623"/>
                    </a:lnTo>
                    <a:lnTo>
                      <a:pt x="39" y="620"/>
                    </a:lnTo>
                    <a:lnTo>
                      <a:pt x="35" y="615"/>
                    </a:lnTo>
                    <a:lnTo>
                      <a:pt x="32" y="611"/>
                    </a:lnTo>
                    <a:lnTo>
                      <a:pt x="28" y="60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5" name="Freeform 96">
                <a:extLst>
                  <a:ext uri="{FF2B5EF4-FFF2-40B4-BE49-F238E27FC236}">
                    <a16:creationId xmlns:a16="http://schemas.microsoft.com/office/drawing/2014/main" id="{5E6C35D6-6BFA-421D-9F8C-77883B6BBC50}"/>
                  </a:ext>
                </a:extLst>
              </p:cNvPr>
              <p:cNvSpPr>
                <a:spLocks/>
              </p:cNvSpPr>
              <p:nvPr/>
            </p:nvSpPr>
            <p:spPr bwMode="auto">
              <a:xfrm>
                <a:off x="4507" y="3098"/>
                <a:ext cx="119" cy="228"/>
              </a:xfrm>
              <a:custGeom>
                <a:avLst/>
                <a:gdLst>
                  <a:gd name="T0" fmla="*/ 110 w 216"/>
                  <a:gd name="T1" fmla="*/ 7 h 415"/>
                  <a:gd name="T2" fmla="*/ 93 w 216"/>
                  <a:gd name="T3" fmla="*/ 28 h 415"/>
                  <a:gd name="T4" fmla="*/ 76 w 216"/>
                  <a:gd name="T5" fmla="*/ 52 h 415"/>
                  <a:gd name="T6" fmla="*/ 64 w 216"/>
                  <a:gd name="T7" fmla="*/ 73 h 415"/>
                  <a:gd name="T8" fmla="*/ 53 w 216"/>
                  <a:gd name="T9" fmla="*/ 97 h 415"/>
                  <a:gd name="T10" fmla="*/ 45 w 216"/>
                  <a:gd name="T11" fmla="*/ 140 h 415"/>
                  <a:gd name="T12" fmla="*/ 42 w 216"/>
                  <a:gd name="T13" fmla="*/ 166 h 415"/>
                  <a:gd name="T14" fmla="*/ 36 w 216"/>
                  <a:gd name="T15" fmla="*/ 194 h 415"/>
                  <a:gd name="T16" fmla="*/ 33 w 216"/>
                  <a:gd name="T17" fmla="*/ 202 h 415"/>
                  <a:gd name="T18" fmla="*/ 31 w 216"/>
                  <a:gd name="T19" fmla="*/ 204 h 415"/>
                  <a:gd name="T20" fmla="*/ 31 w 216"/>
                  <a:gd name="T21" fmla="*/ 205 h 415"/>
                  <a:gd name="T22" fmla="*/ 34 w 216"/>
                  <a:gd name="T23" fmla="*/ 209 h 415"/>
                  <a:gd name="T24" fmla="*/ 29 w 216"/>
                  <a:gd name="T25" fmla="*/ 213 h 415"/>
                  <a:gd name="T26" fmla="*/ 20 w 216"/>
                  <a:gd name="T27" fmla="*/ 223 h 415"/>
                  <a:gd name="T28" fmla="*/ 13 w 216"/>
                  <a:gd name="T29" fmla="*/ 227 h 415"/>
                  <a:gd name="T30" fmla="*/ 4 w 216"/>
                  <a:gd name="T31" fmla="*/ 226 h 415"/>
                  <a:gd name="T32" fmla="*/ 1 w 216"/>
                  <a:gd name="T33" fmla="*/ 218 h 415"/>
                  <a:gd name="T34" fmla="*/ 0 w 216"/>
                  <a:gd name="T35" fmla="*/ 194 h 415"/>
                  <a:gd name="T36" fmla="*/ 2 w 216"/>
                  <a:gd name="T37" fmla="*/ 179 h 415"/>
                  <a:gd name="T38" fmla="*/ 4 w 216"/>
                  <a:gd name="T39" fmla="*/ 160 h 415"/>
                  <a:gd name="T40" fmla="*/ 8 w 216"/>
                  <a:gd name="T41" fmla="*/ 150 h 415"/>
                  <a:gd name="T42" fmla="*/ 12 w 216"/>
                  <a:gd name="T43" fmla="*/ 137 h 415"/>
                  <a:gd name="T44" fmla="*/ 14 w 216"/>
                  <a:gd name="T45" fmla="*/ 123 h 415"/>
                  <a:gd name="T46" fmla="*/ 20 w 216"/>
                  <a:gd name="T47" fmla="*/ 93 h 415"/>
                  <a:gd name="T48" fmla="*/ 25 w 216"/>
                  <a:gd name="T49" fmla="*/ 76 h 415"/>
                  <a:gd name="T50" fmla="*/ 26 w 216"/>
                  <a:gd name="T51" fmla="*/ 58 h 415"/>
                  <a:gd name="T52" fmla="*/ 31 w 216"/>
                  <a:gd name="T53" fmla="*/ 48 h 415"/>
                  <a:gd name="T54" fmla="*/ 34 w 216"/>
                  <a:gd name="T55" fmla="*/ 38 h 415"/>
                  <a:gd name="T56" fmla="*/ 35 w 216"/>
                  <a:gd name="T57" fmla="*/ 30 h 415"/>
                  <a:gd name="T58" fmla="*/ 41 w 216"/>
                  <a:gd name="T59" fmla="*/ 14 h 415"/>
                  <a:gd name="T60" fmla="*/ 46 w 216"/>
                  <a:gd name="T61" fmla="*/ 13 h 415"/>
                  <a:gd name="T62" fmla="*/ 52 w 216"/>
                  <a:gd name="T63" fmla="*/ 18 h 415"/>
                  <a:gd name="T64" fmla="*/ 60 w 216"/>
                  <a:gd name="T65" fmla="*/ 25 h 415"/>
                  <a:gd name="T66" fmla="*/ 64 w 216"/>
                  <a:gd name="T67" fmla="*/ 30 h 415"/>
                  <a:gd name="T68" fmla="*/ 62 w 216"/>
                  <a:gd name="T69" fmla="*/ 31 h 415"/>
                  <a:gd name="T70" fmla="*/ 56 w 216"/>
                  <a:gd name="T71" fmla="*/ 31 h 415"/>
                  <a:gd name="T72" fmla="*/ 55 w 216"/>
                  <a:gd name="T73" fmla="*/ 34 h 415"/>
                  <a:gd name="T74" fmla="*/ 56 w 216"/>
                  <a:gd name="T75" fmla="*/ 38 h 415"/>
                  <a:gd name="T76" fmla="*/ 61 w 216"/>
                  <a:gd name="T77" fmla="*/ 40 h 415"/>
                  <a:gd name="T78" fmla="*/ 69 w 216"/>
                  <a:gd name="T79" fmla="*/ 43 h 415"/>
                  <a:gd name="T80" fmla="*/ 74 w 216"/>
                  <a:gd name="T81" fmla="*/ 39 h 415"/>
                  <a:gd name="T82" fmla="*/ 80 w 216"/>
                  <a:gd name="T83" fmla="*/ 30 h 415"/>
                  <a:gd name="T84" fmla="*/ 85 w 216"/>
                  <a:gd name="T85" fmla="*/ 23 h 415"/>
                  <a:gd name="T86" fmla="*/ 96 w 216"/>
                  <a:gd name="T87" fmla="*/ 15 h 415"/>
                  <a:gd name="T88" fmla="*/ 106 w 216"/>
                  <a:gd name="T89" fmla="*/ 7 h 415"/>
                  <a:gd name="T90" fmla="*/ 116 w 216"/>
                  <a:gd name="T91" fmla="*/ 1 h 4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16" h="415">
                    <a:moveTo>
                      <a:pt x="216" y="0"/>
                    </a:moveTo>
                    <a:lnTo>
                      <a:pt x="200" y="13"/>
                    </a:lnTo>
                    <a:lnTo>
                      <a:pt x="184" y="31"/>
                    </a:lnTo>
                    <a:lnTo>
                      <a:pt x="168" y="51"/>
                    </a:lnTo>
                    <a:lnTo>
                      <a:pt x="152" y="72"/>
                    </a:lnTo>
                    <a:lnTo>
                      <a:pt x="138" y="94"/>
                    </a:lnTo>
                    <a:lnTo>
                      <a:pt x="125" y="115"/>
                    </a:lnTo>
                    <a:lnTo>
                      <a:pt x="116" y="132"/>
                    </a:lnTo>
                    <a:lnTo>
                      <a:pt x="108" y="146"/>
                    </a:lnTo>
                    <a:lnTo>
                      <a:pt x="97" y="177"/>
                    </a:lnTo>
                    <a:lnTo>
                      <a:pt x="87" y="217"/>
                    </a:lnTo>
                    <a:lnTo>
                      <a:pt x="82" y="255"/>
                    </a:lnTo>
                    <a:lnTo>
                      <a:pt x="79" y="282"/>
                    </a:lnTo>
                    <a:lnTo>
                      <a:pt x="77" y="303"/>
                    </a:lnTo>
                    <a:lnTo>
                      <a:pt x="71" y="330"/>
                    </a:lnTo>
                    <a:lnTo>
                      <a:pt x="65" y="353"/>
                    </a:lnTo>
                    <a:lnTo>
                      <a:pt x="62" y="365"/>
                    </a:lnTo>
                    <a:lnTo>
                      <a:pt x="60" y="367"/>
                    </a:lnTo>
                    <a:lnTo>
                      <a:pt x="59" y="369"/>
                    </a:lnTo>
                    <a:lnTo>
                      <a:pt x="56" y="372"/>
                    </a:lnTo>
                    <a:lnTo>
                      <a:pt x="54" y="373"/>
                    </a:lnTo>
                    <a:lnTo>
                      <a:pt x="56" y="374"/>
                    </a:lnTo>
                    <a:lnTo>
                      <a:pt x="59" y="377"/>
                    </a:lnTo>
                    <a:lnTo>
                      <a:pt x="61" y="380"/>
                    </a:lnTo>
                    <a:lnTo>
                      <a:pt x="63" y="382"/>
                    </a:lnTo>
                    <a:lnTo>
                      <a:pt x="53" y="388"/>
                    </a:lnTo>
                    <a:lnTo>
                      <a:pt x="45" y="396"/>
                    </a:lnTo>
                    <a:lnTo>
                      <a:pt x="37" y="406"/>
                    </a:lnTo>
                    <a:lnTo>
                      <a:pt x="30" y="415"/>
                    </a:lnTo>
                    <a:lnTo>
                      <a:pt x="24" y="414"/>
                    </a:lnTo>
                    <a:lnTo>
                      <a:pt x="16" y="413"/>
                    </a:lnTo>
                    <a:lnTo>
                      <a:pt x="8" y="412"/>
                    </a:lnTo>
                    <a:lnTo>
                      <a:pt x="1" y="411"/>
                    </a:lnTo>
                    <a:lnTo>
                      <a:pt x="1" y="396"/>
                    </a:lnTo>
                    <a:lnTo>
                      <a:pt x="0" y="374"/>
                    </a:lnTo>
                    <a:lnTo>
                      <a:pt x="0" y="354"/>
                    </a:lnTo>
                    <a:lnTo>
                      <a:pt x="1" y="342"/>
                    </a:lnTo>
                    <a:lnTo>
                      <a:pt x="3" y="326"/>
                    </a:lnTo>
                    <a:lnTo>
                      <a:pt x="6" y="307"/>
                    </a:lnTo>
                    <a:lnTo>
                      <a:pt x="8" y="291"/>
                    </a:lnTo>
                    <a:lnTo>
                      <a:pt x="10" y="281"/>
                    </a:lnTo>
                    <a:lnTo>
                      <a:pt x="14" y="273"/>
                    </a:lnTo>
                    <a:lnTo>
                      <a:pt x="18" y="262"/>
                    </a:lnTo>
                    <a:lnTo>
                      <a:pt x="22" y="250"/>
                    </a:lnTo>
                    <a:lnTo>
                      <a:pt x="24" y="240"/>
                    </a:lnTo>
                    <a:lnTo>
                      <a:pt x="26" y="224"/>
                    </a:lnTo>
                    <a:lnTo>
                      <a:pt x="30" y="198"/>
                    </a:lnTo>
                    <a:lnTo>
                      <a:pt x="37" y="170"/>
                    </a:lnTo>
                    <a:lnTo>
                      <a:pt x="46" y="149"/>
                    </a:lnTo>
                    <a:lnTo>
                      <a:pt x="46" y="138"/>
                    </a:lnTo>
                    <a:lnTo>
                      <a:pt x="47" y="122"/>
                    </a:lnTo>
                    <a:lnTo>
                      <a:pt x="48" y="106"/>
                    </a:lnTo>
                    <a:lnTo>
                      <a:pt x="52" y="95"/>
                    </a:lnTo>
                    <a:lnTo>
                      <a:pt x="56" y="87"/>
                    </a:lnTo>
                    <a:lnTo>
                      <a:pt x="60" y="78"/>
                    </a:lnTo>
                    <a:lnTo>
                      <a:pt x="62" y="69"/>
                    </a:lnTo>
                    <a:lnTo>
                      <a:pt x="63" y="63"/>
                    </a:lnTo>
                    <a:lnTo>
                      <a:pt x="64" y="54"/>
                    </a:lnTo>
                    <a:lnTo>
                      <a:pt x="69" y="40"/>
                    </a:lnTo>
                    <a:lnTo>
                      <a:pt x="74" y="26"/>
                    </a:lnTo>
                    <a:lnTo>
                      <a:pt x="78" y="19"/>
                    </a:lnTo>
                    <a:lnTo>
                      <a:pt x="84" y="23"/>
                    </a:lnTo>
                    <a:lnTo>
                      <a:pt x="90" y="27"/>
                    </a:lnTo>
                    <a:lnTo>
                      <a:pt x="95" y="33"/>
                    </a:lnTo>
                    <a:lnTo>
                      <a:pt x="102" y="39"/>
                    </a:lnTo>
                    <a:lnTo>
                      <a:pt x="108" y="45"/>
                    </a:lnTo>
                    <a:lnTo>
                      <a:pt x="113" y="50"/>
                    </a:lnTo>
                    <a:lnTo>
                      <a:pt x="117" y="55"/>
                    </a:lnTo>
                    <a:lnTo>
                      <a:pt x="120" y="58"/>
                    </a:lnTo>
                    <a:lnTo>
                      <a:pt x="113" y="57"/>
                    </a:lnTo>
                    <a:lnTo>
                      <a:pt x="106" y="56"/>
                    </a:lnTo>
                    <a:lnTo>
                      <a:pt x="101" y="56"/>
                    </a:lnTo>
                    <a:lnTo>
                      <a:pt x="99" y="57"/>
                    </a:lnTo>
                    <a:lnTo>
                      <a:pt x="99" y="61"/>
                    </a:lnTo>
                    <a:lnTo>
                      <a:pt x="99" y="64"/>
                    </a:lnTo>
                    <a:lnTo>
                      <a:pt x="101" y="69"/>
                    </a:lnTo>
                    <a:lnTo>
                      <a:pt x="105" y="71"/>
                    </a:lnTo>
                    <a:lnTo>
                      <a:pt x="110" y="73"/>
                    </a:lnTo>
                    <a:lnTo>
                      <a:pt x="118" y="76"/>
                    </a:lnTo>
                    <a:lnTo>
                      <a:pt x="125" y="78"/>
                    </a:lnTo>
                    <a:lnTo>
                      <a:pt x="130" y="77"/>
                    </a:lnTo>
                    <a:lnTo>
                      <a:pt x="135" y="71"/>
                    </a:lnTo>
                    <a:lnTo>
                      <a:pt x="141" y="63"/>
                    </a:lnTo>
                    <a:lnTo>
                      <a:pt x="146" y="54"/>
                    </a:lnTo>
                    <a:lnTo>
                      <a:pt x="148" y="46"/>
                    </a:lnTo>
                    <a:lnTo>
                      <a:pt x="155" y="41"/>
                    </a:lnTo>
                    <a:lnTo>
                      <a:pt x="163" y="35"/>
                    </a:lnTo>
                    <a:lnTo>
                      <a:pt x="174" y="28"/>
                    </a:lnTo>
                    <a:lnTo>
                      <a:pt x="184" y="20"/>
                    </a:lnTo>
                    <a:lnTo>
                      <a:pt x="193" y="13"/>
                    </a:lnTo>
                    <a:lnTo>
                      <a:pt x="203" y="7"/>
                    </a:lnTo>
                    <a:lnTo>
                      <a:pt x="211" y="2"/>
                    </a:lnTo>
                    <a:lnTo>
                      <a:pt x="216"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6" name="Freeform 97">
                <a:extLst>
                  <a:ext uri="{FF2B5EF4-FFF2-40B4-BE49-F238E27FC236}">
                    <a16:creationId xmlns:a16="http://schemas.microsoft.com/office/drawing/2014/main" id="{C7A59D48-ECDE-458F-9C1B-4CCF426FB98D}"/>
                  </a:ext>
                </a:extLst>
              </p:cNvPr>
              <p:cNvSpPr>
                <a:spLocks/>
              </p:cNvSpPr>
              <p:nvPr/>
            </p:nvSpPr>
            <p:spPr bwMode="auto">
              <a:xfrm>
                <a:off x="4536" y="3394"/>
                <a:ext cx="136" cy="51"/>
              </a:xfrm>
              <a:custGeom>
                <a:avLst/>
                <a:gdLst>
                  <a:gd name="T0" fmla="*/ 6 w 252"/>
                  <a:gd name="T1" fmla="*/ 33 h 91"/>
                  <a:gd name="T2" fmla="*/ 2 w 252"/>
                  <a:gd name="T3" fmla="*/ 27 h 91"/>
                  <a:gd name="T4" fmla="*/ 7 w 252"/>
                  <a:gd name="T5" fmla="*/ 26 h 91"/>
                  <a:gd name="T6" fmla="*/ 20 w 252"/>
                  <a:gd name="T7" fmla="*/ 26 h 91"/>
                  <a:gd name="T8" fmla="*/ 31 w 252"/>
                  <a:gd name="T9" fmla="*/ 26 h 91"/>
                  <a:gd name="T10" fmla="*/ 39 w 252"/>
                  <a:gd name="T11" fmla="*/ 25 h 91"/>
                  <a:gd name="T12" fmla="*/ 43 w 252"/>
                  <a:gd name="T13" fmla="*/ 25 h 91"/>
                  <a:gd name="T14" fmla="*/ 50 w 252"/>
                  <a:gd name="T15" fmla="*/ 23 h 91"/>
                  <a:gd name="T16" fmla="*/ 57 w 252"/>
                  <a:gd name="T17" fmla="*/ 20 h 91"/>
                  <a:gd name="T18" fmla="*/ 64 w 252"/>
                  <a:gd name="T19" fmla="*/ 17 h 91"/>
                  <a:gd name="T20" fmla="*/ 69 w 252"/>
                  <a:gd name="T21" fmla="*/ 15 h 91"/>
                  <a:gd name="T22" fmla="*/ 75 w 252"/>
                  <a:gd name="T23" fmla="*/ 11 h 91"/>
                  <a:gd name="T24" fmla="*/ 81 w 252"/>
                  <a:gd name="T25" fmla="*/ 7 h 91"/>
                  <a:gd name="T26" fmla="*/ 86 w 252"/>
                  <a:gd name="T27" fmla="*/ 2 h 91"/>
                  <a:gd name="T28" fmla="*/ 91 w 252"/>
                  <a:gd name="T29" fmla="*/ 3 h 91"/>
                  <a:gd name="T30" fmla="*/ 103 w 252"/>
                  <a:gd name="T31" fmla="*/ 7 h 91"/>
                  <a:gd name="T32" fmla="*/ 117 w 252"/>
                  <a:gd name="T33" fmla="*/ 12 h 91"/>
                  <a:gd name="T34" fmla="*/ 131 w 252"/>
                  <a:gd name="T35" fmla="*/ 15 h 91"/>
                  <a:gd name="T36" fmla="*/ 134 w 252"/>
                  <a:gd name="T37" fmla="*/ 18 h 91"/>
                  <a:gd name="T38" fmla="*/ 130 w 252"/>
                  <a:gd name="T39" fmla="*/ 23 h 91"/>
                  <a:gd name="T40" fmla="*/ 125 w 252"/>
                  <a:gd name="T41" fmla="*/ 24 h 91"/>
                  <a:gd name="T42" fmla="*/ 113 w 252"/>
                  <a:gd name="T43" fmla="*/ 21 h 91"/>
                  <a:gd name="T44" fmla="*/ 98 w 252"/>
                  <a:gd name="T45" fmla="*/ 20 h 91"/>
                  <a:gd name="T46" fmla="*/ 86 w 252"/>
                  <a:gd name="T47" fmla="*/ 17 h 91"/>
                  <a:gd name="T48" fmla="*/ 79 w 252"/>
                  <a:gd name="T49" fmla="*/ 17 h 91"/>
                  <a:gd name="T50" fmla="*/ 79 w 252"/>
                  <a:gd name="T51" fmla="*/ 25 h 91"/>
                  <a:gd name="T52" fmla="*/ 84 w 252"/>
                  <a:gd name="T53" fmla="*/ 30 h 91"/>
                  <a:gd name="T54" fmla="*/ 91 w 252"/>
                  <a:gd name="T55" fmla="*/ 34 h 91"/>
                  <a:gd name="T56" fmla="*/ 99 w 252"/>
                  <a:gd name="T57" fmla="*/ 38 h 91"/>
                  <a:gd name="T58" fmla="*/ 105 w 252"/>
                  <a:gd name="T59" fmla="*/ 41 h 91"/>
                  <a:gd name="T60" fmla="*/ 106 w 252"/>
                  <a:gd name="T61" fmla="*/ 43 h 91"/>
                  <a:gd name="T62" fmla="*/ 105 w 252"/>
                  <a:gd name="T63" fmla="*/ 45 h 91"/>
                  <a:gd name="T64" fmla="*/ 101 w 252"/>
                  <a:gd name="T65" fmla="*/ 46 h 91"/>
                  <a:gd name="T66" fmla="*/ 95 w 252"/>
                  <a:gd name="T67" fmla="*/ 47 h 91"/>
                  <a:gd name="T68" fmla="*/ 89 w 252"/>
                  <a:gd name="T69" fmla="*/ 47 h 91"/>
                  <a:gd name="T70" fmla="*/ 81 w 252"/>
                  <a:gd name="T71" fmla="*/ 47 h 91"/>
                  <a:gd name="T72" fmla="*/ 76 w 252"/>
                  <a:gd name="T73" fmla="*/ 46 h 91"/>
                  <a:gd name="T74" fmla="*/ 67 w 252"/>
                  <a:gd name="T75" fmla="*/ 43 h 91"/>
                  <a:gd name="T76" fmla="*/ 60 w 252"/>
                  <a:gd name="T77" fmla="*/ 40 h 91"/>
                  <a:gd name="T78" fmla="*/ 55 w 252"/>
                  <a:gd name="T79" fmla="*/ 38 h 91"/>
                  <a:gd name="T80" fmla="*/ 50 w 252"/>
                  <a:gd name="T81" fmla="*/ 38 h 91"/>
                  <a:gd name="T82" fmla="*/ 42 w 252"/>
                  <a:gd name="T83" fmla="*/ 38 h 91"/>
                  <a:gd name="T84" fmla="*/ 36 w 252"/>
                  <a:gd name="T85" fmla="*/ 41 h 91"/>
                  <a:gd name="T86" fmla="*/ 30 w 252"/>
                  <a:gd name="T87" fmla="*/ 49 h 91"/>
                  <a:gd name="T88" fmla="*/ 25 w 252"/>
                  <a:gd name="T89" fmla="*/ 49 h 91"/>
                  <a:gd name="T90" fmla="*/ 19 w 252"/>
                  <a:gd name="T91" fmla="*/ 44 h 91"/>
                  <a:gd name="T92" fmla="*/ 14 w 252"/>
                  <a:gd name="T93" fmla="*/ 39 h 91"/>
                  <a:gd name="T94" fmla="*/ 9 w 252"/>
                  <a:gd name="T95" fmla="*/ 36 h 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2" h="91">
                    <a:moveTo>
                      <a:pt x="14" y="61"/>
                    </a:moveTo>
                    <a:lnTo>
                      <a:pt x="11" y="58"/>
                    </a:lnTo>
                    <a:lnTo>
                      <a:pt x="7" y="53"/>
                    </a:lnTo>
                    <a:lnTo>
                      <a:pt x="4" y="49"/>
                    </a:lnTo>
                    <a:lnTo>
                      <a:pt x="0" y="46"/>
                    </a:lnTo>
                    <a:lnTo>
                      <a:pt x="13" y="46"/>
                    </a:lnTo>
                    <a:lnTo>
                      <a:pt x="26" y="46"/>
                    </a:lnTo>
                    <a:lnTo>
                      <a:pt x="37" y="46"/>
                    </a:lnTo>
                    <a:lnTo>
                      <a:pt x="49" y="46"/>
                    </a:lnTo>
                    <a:lnTo>
                      <a:pt x="58" y="46"/>
                    </a:lnTo>
                    <a:lnTo>
                      <a:pt x="66" y="46"/>
                    </a:lnTo>
                    <a:lnTo>
                      <a:pt x="72" y="45"/>
                    </a:lnTo>
                    <a:lnTo>
                      <a:pt x="75" y="45"/>
                    </a:lnTo>
                    <a:lnTo>
                      <a:pt x="80" y="44"/>
                    </a:lnTo>
                    <a:lnTo>
                      <a:pt x="86" y="43"/>
                    </a:lnTo>
                    <a:lnTo>
                      <a:pt x="93" y="41"/>
                    </a:lnTo>
                    <a:lnTo>
                      <a:pt x="100" y="38"/>
                    </a:lnTo>
                    <a:lnTo>
                      <a:pt x="106" y="36"/>
                    </a:lnTo>
                    <a:lnTo>
                      <a:pt x="113" y="34"/>
                    </a:lnTo>
                    <a:lnTo>
                      <a:pt x="119" y="31"/>
                    </a:lnTo>
                    <a:lnTo>
                      <a:pt x="124" y="29"/>
                    </a:lnTo>
                    <a:lnTo>
                      <a:pt x="128" y="27"/>
                    </a:lnTo>
                    <a:lnTo>
                      <a:pt x="133" y="23"/>
                    </a:lnTo>
                    <a:lnTo>
                      <a:pt x="139" y="20"/>
                    </a:lnTo>
                    <a:lnTo>
                      <a:pt x="144" y="16"/>
                    </a:lnTo>
                    <a:lnTo>
                      <a:pt x="150" y="13"/>
                    </a:lnTo>
                    <a:lnTo>
                      <a:pt x="155" y="8"/>
                    </a:lnTo>
                    <a:lnTo>
                      <a:pt x="159" y="4"/>
                    </a:lnTo>
                    <a:lnTo>
                      <a:pt x="162" y="0"/>
                    </a:lnTo>
                    <a:lnTo>
                      <a:pt x="169" y="5"/>
                    </a:lnTo>
                    <a:lnTo>
                      <a:pt x="179" y="8"/>
                    </a:lnTo>
                    <a:lnTo>
                      <a:pt x="191" y="13"/>
                    </a:lnTo>
                    <a:lnTo>
                      <a:pt x="203" y="17"/>
                    </a:lnTo>
                    <a:lnTo>
                      <a:pt x="217" y="21"/>
                    </a:lnTo>
                    <a:lnTo>
                      <a:pt x="230" y="24"/>
                    </a:lnTo>
                    <a:lnTo>
                      <a:pt x="242" y="26"/>
                    </a:lnTo>
                    <a:lnTo>
                      <a:pt x="252" y="27"/>
                    </a:lnTo>
                    <a:lnTo>
                      <a:pt x="248" y="32"/>
                    </a:lnTo>
                    <a:lnTo>
                      <a:pt x="245" y="37"/>
                    </a:lnTo>
                    <a:lnTo>
                      <a:pt x="240" y="41"/>
                    </a:lnTo>
                    <a:lnTo>
                      <a:pt x="235" y="42"/>
                    </a:lnTo>
                    <a:lnTo>
                      <a:pt x="231" y="42"/>
                    </a:lnTo>
                    <a:lnTo>
                      <a:pt x="222" y="41"/>
                    </a:lnTo>
                    <a:lnTo>
                      <a:pt x="210" y="38"/>
                    </a:lnTo>
                    <a:lnTo>
                      <a:pt x="196" y="37"/>
                    </a:lnTo>
                    <a:lnTo>
                      <a:pt x="182" y="35"/>
                    </a:lnTo>
                    <a:lnTo>
                      <a:pt x="169" y="32"/>
                    </a:lnTo>
                    <a:lnTo>
                      <a:pt x="159" y="31"/>
                    </a:lnTo>
                    <a:lnTo>
                      <a:pt x="153" y="30"/>
                    </a:lnTo>
                    <a:lnTo>
                      <a:pt x="147" y="31"/>
                    </a:lnTo>
                    <a:lnTo>
                      <a:pt x="144" y="37"/>
                    </a:lnTo>
                    <a:lnTo>
                      <a:pt x="146" y="45"/>
                    </a:lnTo>
                    <a:lnTo>
                      <a:pt x="150" y="51"/>
                    </a:lnTo>
                    <a:lnTo>
                      <a:pt x="155" y="53"/>
                    </a:lnTo>
                    <a:lnTo>
                      <a:pt x="162" y="57"/>
                    </a:lnTo>
                    <a:lnTo>
                      <a:pt x="169" y="60"/>
                    </a:lnTo>
                    <a:lnTo>
                      <a:pt x="176" y="64"/>
                    </a:lnTo>
                    <a:lnTo>
                      <a:pt x="184" y="67"/>
                    </a:lnTo>
                    <a:lnTo>
                      <a:pt x="189" y="70"/>
                    </a:lnTo>
                    <a:lnTo>
                      <a:pt x="194" y="74"/>
                    </a:lnTo>
                    <a:lnTo>
                      <a:pt x="197" y="76"/>
                    </a:lnTo>
                    <a:lnTo>
                      <a:pt x="197" y="77"/>
                    </a:lnTo>
                    <a:lnTo>
                      <a:pt x="196" y="79"/>
                    </a:lnTo>
                    <a:lnTo>
                      <a:pt x="194" y="81"/>
                    </a:lnTo>
                    <a:lnTo>
                      <a:pt x="193" y="82"/>
                    </a:lnTo>
                    <a:lnTo>
                      <a:pt x="187" y="82"/>
                    </a:lnTo>
                    <a:lnTo>
                      <a:pt x="182" y="82"/>
                    </a:lnTo>
                    <a:lnTo>
                      <a:pt x="176" y="83"/>
                    </a:lnTo>
                    <a:lnTo>
                      <a:pt x="170" y="83"/>
                    </a:lnTo>
                    <a:lnTo>
                      <a:pt x="164" y="83"/>
                    </a:lnTo>
                    <a:lnTo>
                      <a:pt x="158" y="83"/>
                    </a:lnTo>
                    <a:lnTo>
                      <a:pt x="151" y="83"/>
                    </a:lnTo>
                    <a:lnTo>
                      <a:pt x="146" y="83"/>
                    </a:lnTo>
                    <a:lnTo>
                      <a:pt x="140" y="82"/>
                    </a:lnTo>
                    <a:lnTo>
                      <a:pt x="133" y="80"/>
                    </a:lnTo>
                    <a:lnTo>
                      <a:pt x="125" y="77"/>
                    </a:lnTo>
                    <a:lnTo>
                      <a:pt x="118" y="75"/>
                    </a:lnTo>
                    <a:lnTo>
                      <a:pt x="111" y="72"/>
                    </a:lnTo>
                    <a:lnTo>
                      <a:pt x="105" y="69"/>
                    </a:lnTo>
                    <a:lnTo>
                      <a:pt x="101" y="68"/>
                    </a:lnTo>
                    <a:lnTo>
                      <a:pt x="98" y="67"/>
                    </a:lnTo>
                    <a:lnTo>
                      <a:pt x="93" y="67"/>
                    </a:lnTo>
                    <a:lnTo>
                      <a:pt x="86" y="67"/>
                    </a:lnTo>
                    <a:lnTo>
                      <a:pt x="78" y="68"/>
                    </a:lnTo>
                    <a:lnTo>
                      <a:pt x="72" y="68"/>
                    </a:lnTo>
                    <a:lnTo>
                      <a:pt x="66" y="73"/>
                    </a:lnTo>
                    <a:lnTo>
                      <a:pt x="60" y="80"/>
                    </a:lnTo>
                    <a:lnTo>
                      <a:pt x="55" y="87"/>
                    </a:lnTo>
                    <a:lnTo>
                      <a:pt x="51" y="91"/>
                    </a:lnTo>
                    <a:lnTo>
                      <a:pt x="47" y="88"/>
                    </a:lnTo>
                    <a:lnTo>
                      <a:pt x="42" y="83"/>
                    </a:lnTo>
                    <a:lnTo>
                      <a:pt x="36" y="79"/>
                    </a:lnTo>
                    <a:lnTo>
                      <a:pt x="32" y="74"/>
                    </a:lnTo>
                    <a:lnTo>
                      <a:pt x="26" y="70"/>
                    </a:lnTo>
                    <a:lnTo>
                      <a:pt x="21" y="67"/>
                    </a:lnTo>
                    <a:lnTo>
                      <a:pt x="17" y="64"/>
                    </a:lnTo>
                    <a:lnTo>
                      <a:pt x="14" y="6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7" name="Freeform 98">
                <a:extLst>
                  <a:ext uri="{FF2B5EF4-FFF2-40B4-BE49-F238E27FC236}">
                    <a16:creationId xmlns:a16="http://schemas.microsoft.com/office/drawing/2014/main" id="{8AF3C7E2-89B6-4871-BC02-FDDC8E589EAF}"/>
                  </a:ext>
                </a:extLst>
              </p:cNvPr>
              <p:cNvSpPr>
                <a:spLocks/>
              </p:cNvSpPr>
              <p:nvPr/>
            </p:nvSpPr>
            <p:spPr bwMode="auto">
              <a:xfrm>
                <a:off x="4560" y="3459"/>
                <a:ext cx="40" cy="33"/>
              </a:xfrm>
              <a:custGeom>
                <a:avLst/>
                <a:gdLst>
                  <a:gd name="T0" fmla="*/ 2 w 74"/>
                  <a:gd name="T1" fmla="*/ 20 h 59"/>
                  <a:gd name="T2" fmla="*/ 1 w 74"/>
                  <a:gd name="T3" fmla="*/ 15 h 59"/>
                  <a:gd name="T4" fmla="*/ 0 w 74"/>
                  <a:gd name="T5" fmla="*/ 10 h 59"/>
                  <a:gd name="T6" fmla="*/ 0 w 74"/>
                  <a:gd name="T7" fmla="*/ 4 h 59"/>
                  <a:gd name="T8" fmla="*/ 2 w 74"/>
                  <a:gd name="T9" fmla="*/ 0 h 59"/>
                  <a:gd name="T10" fmla="*/ 4 w 74"/>
                  <a:gd name="T11" fmla="*/ 1 h 59"/>
                  <a:gd name="T12" fmla="*/ 8 w 74"/>
                  <a:gd name="T13" fmla="*/ 4 h 59"/>
                  <a:gd name="T14" fmla="*/ 11 w 74"/>
                  <a:gd name="T15" fmla="*/ 6 h 59"/>
                  <a:gd name="T16" fmla="*/ 15 w 74"/>
                  <a:gd name="T17" fmla="*/ 9 h 59"/>
                  <a:gd name="T18" fmla="*/ 19 w 74"/>
                  <a:gd name="T19" fmla="*/ 12 h 59"/>
                  <a:gd name="T20" fmla="*/ 22 w 74"/>
                  <a:gd name="T21" fmla="*/ 14 h 59"/>
                  <a:gd name="T22" fmla="*/ 25 w 74"/>
                  <a:gd name="T23" fmla="*/ 16 h 59"/>
                  <a:gd name="T24" fmla="*/ 27 w 74"/>
                  <a:gd name="T25" fmla="*/ 17 h 59"/>
                  <a:gd name="T26" fmla="*/ 31 w 74"/>
                  <a:gd name="T27" fmla="*/ 20 h 59"/>
                  <a:gd name="T28" fmla="*/ 35 w 74"/>
                  <a:gd name="T29" fmla="*/ 25 h 59"/>
                  <a:gd name="T30" fmla="*/ 38 w 74"/>
                  <a:gd name="T31" fmla="*/ 29 h 59"/>
                  <a:gd name="T32" fmla="*/ 40 w 74"/>
                  <a:gd name="T33" fmla="*/ 31 h 59"/>
                  <a:gd name="T34" fmla="*/ 38 w 74"/>
                  <a:gd name="T35" fmla="*/ 32 h 59"/>
                  <a:gd name="T36" fmla="*/ 36 w 74"/>
                  <a:gd name="T37" fmla="*/ 32 h 59"/>
                  <a:gd name="T38" fmla="*/ 34 w 74"/>
                  <a:gd name="T39" fmla="*/ 33 h 59"/>
                  <a:gd name="T40" fmla="*/ 32 w 74"/>
                  <a:gd name="T41" fmla="*/ 33 h 59"/>
                  <a:gd name="T42" fmla="*/ 30 w 74"/>
                  <a:gd name="T43" fmla="*/ 31 h 59"/>
                  <a:gd name="T44" fmla="*/ 27 w 74"/>
                  <a:gd name="T45" fmla="*/ 30 h 59"/>
                  <a:gd name="T46" fmla="*/ 23 w 74"/>
                  <a:gd name="T47" fmla="*/ 27 h 59"/>
                  <a:gd name="T48" fmla="*/ 19 w 74"/>
                  <a:gd name="T49" fmla="*/ 26 h 59"/>
                  <a:gd name="T50" fmla="*/ 15 w 74"/>
                  <a:gd name="T51" fmla="*/ 25 h 59"/>
                  <a:gd name="T52" fmla="*/ 10 w 74"/>
                  <a:gd name="T53" fmla="*/ 22 h 59"/>
                  <a:gd name="T54" fmla="*/ 6 w 74"/>
                  <a:gd name="T55" fmla="*/ 21 h 59"/>
                  <a:gd name="T56" fmla="*/ 2 w 74"/>
                  <a:gd name="T57" fmla="*/ 20 h 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59">
                    <a:moveTo>
                      <a:pt x="4" y="36"/>
                    </a:moveTo>
                    <a:lnTo>
                      <a:pt x="2" y="27"/>
                    </a:lnTo>
                    <a:lnTo>
                      <a:pt x="0" y="17"/>
                    </a:lnTo>
                    <a:lnTo>
                      <a:pt x="0" y="7"/>
                    </a:lnTo>
                    <a:lnTo>
                      <a:pt x="3" y="0"/>
                    </a:lnTo>
                    <a:lnTo>
                      <a:pt x="7" y="2"/>
                    </a:lnTo>
                    <a:lnTo>
                      <a:pt x="14" y="7"/>
                    </a:lnTo>
                    <a:lnTo>
                      <a:pt x="21" y="11"/>
                    </a:lnTo>
                    <a:lnTo>
                      <a:pt x="28" y="16"/>
                    </a:lnTo>
                    <a:lnTo>
                      <a:pt x="35" y="21"/>
                    </a:lnTo>
                    <a:lnTo>
                      <a:pt x="41" y="25"/>
                    </a:lnTo>
                    <a:lnTo>
                      <a:pt x="46" y="29"/>
                    </a:lnTo>
                    <a:lnTo>
                      <a:pt x="50" y="31"/>
                    </a:lnTo>
                    <a:lnTo>
                      <a:pt x="57" y="36"/>
                    </a:lnTo>
                    <a:lnTo>
                      <a:pt x="64" y="44"/>
                    </a:lnTo>
                    <a:lnTo>
                      <a:pt x="71" y="51"/>
                    </a:lnTo>
                    <a:lnTo>
                      <a:pt x="74" y="56"/>
                    </a:lnTo>
                    <a:lnTo>
                      <a:pt x="70" y="57"/>
                    </a:lnTo>
                    <a:lnTo>
                      <a:pt x="66" y="57"/>
                    </a:lnTo>
                    <a:lnTo>
                      <a:pt x="63" y="59"/>
                    </a:lnTo>
                    <a:lnTo>
                      <a:pt x="60" y="59"/>
                    </a:lnTo>
                    <a:lnTo>
                      <a:pt x="56" y="56"/>
                    </a:lnTo>
                    <a:lnTo>
                      <a:pt x="50" y="53"/>
                    </a:lnTo>
                    <a:lnTo>
                      <a:pt x="42" y="48"/>
                    </a:lnTo>
                    <a:lnTo>
                      <a:pt x="36" y="46"/>
                    </a:lnTo>
                    <a:lnTo>
                      <a:pt x="28" y="44"/>
                    </a:lnTo>
                    <a:lnTo>
                      <a:pt x="19" y="40"/>
                    </a:lnTo>
                    <a:lnTo>
                      <a:pt x="11" y="38"/>
                    </a:lnTo>
                    <a:lnTo>
                      <a:pt x="4"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8" name="Freeform 99">
                <a:extLst>
                  <a:ext uri="{FF2B5EF4-FFF2-40B4-BE49-F238E27FC236}">
                    <a16:creationId xmlns:a16="http://schemas.microsoft.com/office/drawing/2014/main" id="{FEF5ED99-7356-4D49-9239-692026BD933B}"/>
                  </a:ext>
                </a:extLst>
              </p:cNvPr>
              <p:cNvSpPr>
                <a:spLocks/>
              </p:cNvSpPr>
              <p:nvPr/>
            </p:nvSpPr>
            <p:spPr bwMode="auto">
              <a:xfrm>
                <a:off x="4767" y="3223"/>
                <a:ext cx="42" cy="201"/>
              </a:xfrm>
              <a:custGeom>
                <a:avLst/>
                <a:gdLst>
                  <a:gd name="T0" fmla="*/ 42 w 76"/>
                  <a:gd name="T1" fmla="*/ 201 h 367"/>
                  <a:gd name="T2" fmla="*/ 42 w 76"/>
                  <a:gd name="T3" fmla="*/ 188 h 367"/>
                  <a:gd name="T4" fmla="*/ 41 w 76"/>
                  <a:gd name="T5" fmla="*/ 168 h 367"/>
                  <a:gd name="T6" fmla="*/ 40 w 76"/>
                  <a:gd name="T7" fmla="*/ 148 h 367"/>
                  <a:gd name="T8" fmla="*/ 39 w 76"/>
                  <a:gd name="T9" fmla="*/ 136 h 367"/>
                  <a:gd name="T10" fmla="*/ 36 w 76"/>
                  <a:gd name="T11" fmla="*/ 124 h 367"/>
                  <a:gd name="T12" fmla="*/ 34 w 76"/>
                  <a:gd name="T13" fmla="*/ 105 h 367"/>
                  <a:gd name="T14" fmla="*/ 32 w 76"/>
                  <a:gd name="T15" fmla="*/ 84 h 367"/>
                  <a:gd name="T16" fmla="*/ 31 w 76"/>
                  <a:gd name="T17" fmla="*/ 71 h 367"/>
                  <a:gd name="T18" fmla="*/ 29 w 76"/>
                  <a:gd name="T19" fmla="*/ 65 h 367"/>
                  <a:gd name="T20" fmla="*/ 27 w 76"/>
                  <a:gd name="T21" fmla="*/ 56 h 367"/>
                  <a:gd name="T22" fmla="*/ 23 w 76"/>
                  <a:gd name="T23" fmla="*/ 45 h 367"/>
                  <a:gd name="T24" fmla="*/ 18 w 76"/>
                  <a:gd name="T25" fmla="*/ 34 h 367"/>
                  <a:gd name="T26" fmla="*/ 13 w 76"/>
                  <a:gd name="T27" fmla="*/ 23 h 367"/>
                  <a:gd name="T28" fmla="*/ 8 w 76"/>
                  <a:gd name="T29" fmla="*/ 13 h 367"/>
                  <a:gd name="T30" fmla="*/ 3 w 76"/>
                  <a:gd name="T31" fmla="*/ 5 h 367"/>
                  <a:gd name="T32" fmla="*/ 0 w 76"/>
                  <a:gd name="T33" fmla="*/ 0 h 367"/>
                  <a:gd name="T34" fmla="*/ 3 w 76"/>
                  <a:gd name="T35" fmla="*/ 6 h 367"/>
                  <a:gd name="T36" fmla="*/ 6 w 76"/>
                  <a:gd name="T37" fmla="*/ 14 h 367"/>
                  <a:gd name="T38" fmla="*/ 8 w 76"/>
                  <a:gd name="T39" fmla="*/ 22 h 367"/>
                  <a:gd name="T40" fmla="*/ 12 w 76"/>
                  <a:gd name="T41" fmla="*/ 31 h 367"/>
                  <a:gd name="T42" fmla="*/ 14 w 76"/>
                  <a:gd name="T43" fmla="*/ 39 h 367"/>
                  <a:gd name="T44" fmla="*/ 16 w 76"/>
                  <a:gd name="T45" fmla="*/ 48 h 367"/>
                  <a:gd name="T46" fmla="*/ 17 w 76"/>
                  <a:gd name="T47" fmla="*/ 55 h 367"/>
                  <a:gd name="T48" fmla="*/ 17 w 76"/>
                  <a:gd name="T49" fmla="*/ 61 h 367"/>
                  <a:gd name="T50" fmla="*/ 13 w 76"/>
                  <a:gd name="T51" fmla="*/ 59 h 367"/>
                  <a:gd name="T52" fmla="*/ 9 w 76"/>
                  <a:gd name="T53" fmla="*/ 55 h 367"/>
                  <a:gd name="T54" fmla="*/ 4 w 76"/>
                  <a:gd name="T55" fmla="*/ 53 h 367"/>
                  <a:gd name="T56" fmla="*/ 1 w 76"/>
                  <a:gd name="T57" fmla="*/ 50 h 367"/>
                  <a:gd name="T58" fmla="*/ 6 w 76"/>
                  <a:gd name="T59" fmla="*/ 58 h 367"/>
                  <a:gd name="T60" fmla="*/ 11 w 76"/>
                  <a:gd name="T61" fmla="*/ 64 h 367"/>
                  <a:gd name="T62" fmla="*/ 15 w 76"/>
                  <a:gd name="T63" fmla="*/ 69 h 367"/>
                  <a:gd name="T64" fmla="*/ 19 w 76"/>
                  <a:gd name="T65" fmla="*/ 74 h 367"/>
                  <a:gd name="T66" fmla="*/ 21 w 76"/>
                  <a:gd name="T67" fmla="*/ 80 h 367"/>
                  <a:gd name="T68" fmla="*/ 24 w 76"/>
                  <a:gd name="T69" fmla="*/ 85 h 367"/>
                  <a:gd name="T70" fmla="*/ 25 w 76"/>
                  <a:gd name="T71" fmla="*/ 91 h 367"/>
                  <a:gd name="T72" fmla="*/ 28 w 76"/>
                  <a:gd name="T73" fmla="*/ 97 h 367"/>
                  <a:gd name="T74" fmla="*/ 32 w 76"/>
                  <a:gd name="T75" fmla="*/ 117 h 367"/>
                  <a:gd name="T76" fmla="*/ 36 w 76"/>
                  <a:gd name="T77" fmla="*/ 146 h 367"/>
                  <a:gd name="T78" fmla="*/ 40 w 76"/>
                  <a:gd name="T79" fmla="*/ 177 h 367"/>
                  <a:gd name="T80" fmla="*/ 42 w 76"/>
                  <a:gd name="T81" fmla="*/ 201 h 3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6" h="367">
                    <a:moveTo>
                      <a:pt x="76" y="367"/>
                    </a:moveTo>
                    <a:lnTo>
                      <a:pt x="76" y="344"/>
                    </a:lnTo>
                    <a:lnTo>
                      <a:pt x="74" y="307"/>
                    </a:lnTo>
                    <a:lnTo>
                      <a:pt x="72" y="270"/>
                    </a:lnTo>
                    <a:lnTo>
                      <a:pt x="70" y="249"/>
                    </a:lnTo>
                    <a:lnTo>
                      <a:pt x="66" y="227"/>
                    </a:lnTo>
                    <a:lnTo>
                      <a:pt x="61" y="191"/>
                    </a:lnTo>
                    <a:lnTo>
                      <a:pt x="58" y="154"/>
                    </a:lnTo>
                    <a:lnTo>
                      <a:pt x="56" y="129"/>
                    </a:lnTo>
                    <a:lnTo>
                      <a:pt x="53" y="118"/>
                    </a:lnTo>
                    <a:lnTo>
                      <a:pt x="49" y="102"/>
                    </a:lnTo>
                    <a:lnTo>
                      <a:pt x="42" y="83"/>
                    </a:lnTo>
                    <a:lnTo>
                      <a:pt x="33" y="62"/>
                    </a:lnTo>
                    <a:lnTo>
                      <a:pt x="23" y="42"/>
                    </a:lnTo>
                    <a:lnTo>
                      <a:pt x="14" y="24"/>
                    </a:lnTo>
                    <a:lnTo>
                      <a:pt x="6" y="9"/>
                    </a:lnTo>
                    <a:lnTo>
                      <a:pt x="0" y="0"/>
                    </a:lnTo>
                    <a:lnTo>
                      <a:pt x="5" y="11"/>
                    </a:lnTo>
                    <a:lnTo>
                      <a:pt x="10" y="25"/>
                    </a:lnTo>
                    <a:lnTo>
                      <a:pt x="15" y="41"/>
                    </a:lnTo>
                    <a:lnTo>
                      <a:pt x="21" y="57"/>
                    </a:lnTo>
                    <a:lnTo>
                      <a:pt x="26" y="72"/>
                    </a:lnTo>
                    <a:lnTo>
                      <a:pt x="29" y="87"/>
                    </a:lnTo>
                    <a:lnTo>
                      <a:pt x="30" y="101"/>
                    </a:lnTo>
                    <a:lnTo>
                      <a:pt x="30" y="111"/>
                    </a:lnTo>
                    <a:lnTo>
                      <a:pt x="23" y="107"/>
                    </a:lnTo>
                    <a:lnTo>
                      <a:pt x="17" y="101"/>
                    </a:lnTo>
                    <a:lnTo>
                      <a:pt x="8" y="96"/>
                    </a:lnTo>
                    <a:lnTo>
                      <a:pt x="2" y="92"/>
                    </a:lnTo>
                    <a:lnTo>
                      <a:pt x="11" y="105"/>
                    </a:lnTo>
                    <a:lnTo>
                      <a:pt x="20" y="116"/>
                    </a:lnTo>
                    <a:lnTo>
                      <a:pt x="27" y="126"/>
                    </a:lnTo>
                    <a:lnTo>
                      <a:pt x="34" y="136"/>
                    </a:lnTo>
                    <a:lnTo>
                      <a:pt x="38" y="146"/>
                    </a:lnTo>
                    <a:lnTo>
                      <a:pt x="43" y="155"/>
                    </a:lnTo>
                    <a:lnTo>
                      <a:pt x="46" y="166"/>
                    </a:lnTo>
                    <a:lnTo>
                      <a:pt x="50" y="177"/>
                    </a:lnTo>
                    <a:lnTo>
                      <a:pt x="57" y="214"/>
                    </a:lnTo>
                    <a:lnTo>
                      <a:pt x="65" y="267"/>
                    </a:lnTo>
                    <a:lnTo>
                      <a:pt x="72" y="323"/>
                    </a:lnTo>
                    <a:lnTo>
                      <a:pt x="76" y="36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9" name="Freeform 100">
                <a:extLst>
                  <a:ext uri="{FF2B5EF4-FFF2-40B4-BE49-F238E27FC236}">
                    <a16:creationId xmlns:a16="http://schemas.microsoft.com/office/drawing/2014/main" id="{78462470-7053-416F-84C1-44715C6A6E98}"/>
                  </a:ext>
                </a:extLst>
              </p:cNvPr>
              <p:cNvSpPr>
                <a:spLocks/>
              </p:cNvSpPr>
              <p:nvPr/>
            </p:nvSpPr>
            <p:spPr bwMode="auto">
              <a:xfrm>
                <a:off x="4632" y="3363"/>
                <a:ext cx="49" cy="36"/>
              </a:xfrm>
              <a:custGeom>
                <a:avLst/>
                <a:gdLst>
                  <a:gd name="T0" fmla="*/ 9 w 89"/>
                  <a:gd name="T1" fmla="*/ 0 h 65"/>
                  <a:gd name="T2" fmla="*/ 7 w 89"/>
                  <a:gd name="T3" fmla="*/ 5 h 65"/>
                  <a:gd name="T4" fmla="*/ 4 w 89"/>
                  <a:gd name="T5" fmla="*/ 11 h 65"/>
                  <a:gd name="T6" fmla="*/ 2 w 89"/>
                  <a:gd name="T7" fmla="*/ 15 h 65"/>
                  <a:gd name="T8" fmla="*/ 0 w 89"/>
                  <a:gd name="T9" fmla="*/ 18 h 65"/>
                  <a:gd name="T10" fmla="*/ 4 w 89"/>
                  <a:gd name="T11" fmla="*/ 20 h 65"/>
                  <a:gd name="T12" fmla="*/ 10 w 89"/>
                  <a:gd name="T13" fmla="*/ 22 h 65"/>
                  <a:gd name="T14" fmla="*/ 17 w 89"/>
                  <a:gd name="T15" fmla="*/ 25 h 65"/>
                  <a:gd name="T16" fmla="*/ 24 w 89"/>
                  <a:gd name="T17" fmla="*/ 28 h 65"/>
                  <a:gd name="T18" fmla="*/ 31 w 89"/>
                  <a:gd name="T19" fmla="*/ 30 h 65"/>
                  <a:gd name="T20" fmla="*/ 37 w 89"/>
                  <a:gd name="T21" fmla="*/ 33 h 65"/>
                  <a:gd name="T22" fmla="*/ 42 w 89"/>
                  <a:gd name="T23" fmla="*/ 35 h 65"/>
                  <a:gd name="T24" fmla="*/ 46 w 89"/>
                  <a:gd name="T25" fmla="*/ 36 h 65"/>
                  <a:gd name="T26" fmla="*/ 47 w 89"/>
                  <a:gd name="T27" fmla="*/ 35 h 65"/>
                  <a:gd name="T28" fmla="*/ 49 w 89"/>
                  <a:gd name="T29" fmla="*/ 34 h 65"/>
                  <a:gd name="T30" fmla="*/ 49 w 89"/>
                  <a:gd name="T31" fmla="*/ 33 h 65"/>
                  <a:gd name="T32" fmla="*/ 49 w 89"/>
                  <a:gd name="T33" fmla="*/ 32 h 65"/>
                  <a:gd name="T34" fmla="*/ 47 w 89"/>
                  <a:gd name="T35" fmla="*/ 29 h 65"/>
                  <a:gd name="T36" fmla="*/ 43 w 89"/>
                  <a:gd name="T37" fmla="*/ 27 h 65"/>
                  <a:gd name="T38" fmla="*/ 41 w 89"/>
                  <a:gd name="T39" fmla="*/ 25 h 65"/>
                  <a:gd name="T40" fmla="*/ 38 w 89"/>
                  <a:gd name="T41" fmla="*/ 22 h 65"/>
                  <a:gd name="T42" fmla="*/ 34 w 89"/>
                  <a:gd name="T43" fmla="*/ 20 h 65"/>
                  <a:gd name="T44" fmla="*/ 31 w 89"/>
                  <a:gd name="T45" fmla="*/ 18 h 65"/>
                  <a:gd name="T46" fmla="*/ 29 w 89"/>
                  <a:gd name="T47" fmla="*/ 17 h 65"/>
                  <a:gd name="T48" fmla="*/ 26 w 89"/>
                  <a:gd name="T49" fmla="*/ 15 h 65"/>
                  <a:gd name="T50" fmla="*/ 21 w 89"/>
                  <a:gd name="T51" fmla="*/ 13 h 65"/>
                  <a:gd name="T52" fmla="*/ 17 w 89"/>
                  <a:gd name="T53" fmla="*/ 8 h 65"/>
                  <a:gd name="T54" fmla="*/ 12 w 89"/>
                  <a:gd name="T55" fmla="*/ 4 h 65"/>
                  <a:gd name="T56" fmla="*/ 9 w 89"/>
                  <a:gd name="T57" fmla="*/ 0 h 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9" h="65">
                    <a:moveTo>
                      <a:pt x="17" y="0"/>
                    </a:moveTo>
                    <a:lnTo>
                      <a:pt x="13" y="9"/>
                    </a:lnTo>
                    <a:lnTo>
                      <a:pt x="8" y="19"/>
                    </a:lnTo>
                    <a:lnTo>
                      <a:pt x="3" y="27"/>
                    </a:lnTo>
                    <a:lnTo>
                      <a:pt x="0" y="33"/>
                    </a:lnTo>
                    <a:lnTo>
                      <a:pt x="7" y="36"/>
                    </a:lnTo>
                    <a:lnTo>
                      <a:pt x="18" y="40"/>
                    </a:lnTo>
                    <a:lnTo>
                      <a:pt x="30" y="46"/>
                    </a:lnTo>
                    <a:lnTo>
                      <a:pt x="44" y="50"/>
                    </a:lnTo>
                    <a:lnTo>
                      <a:pt x="56" y="55"/>
                    </a:lnTo>
                    <a:lnTo>
                      <a:pt x="68" y="59"/>
                    </a:lnTo>
                    <a:lnTo>
                      <a:pt x="77" y="63"/>
                    </a:lnTo>
                    <a:lnTo>
                      <a:pt x="83" y="65"/>
                    </a:lnTo>
                    <a:lnTo>
                      <a:pt x="86" y="63"/>
                    </a:lnTo>
                    <a:lnTo>
                      <a:pt x="89" y="61"/>
                    </a:lnTo>
                    <a:lnTo>
                      <a:pt x="89" y="59"/>
                    </a:lnTo>
                    <a:lnTo>
                      <a:pt x="89" y="57"/>
                    </a:lnTo>
                    <a:lnTo>
                      <a:pt x="85" y="53"/>
                    </a:lnTo>
                    <a:lnTo>
                      <a:pt x="79" y="49"/>
                    </a:lnTo>
                    <a:lnTo>
                      <a:pt x="75" y="45"/>
                    </a:lnTo>
                    <a:lnTo>
                      <a:pt x="69" y="40"/>
                    </a:lnTo>
                    <a:lnTo>
                      <a:pt x="62" y="36"/>
                    </a:lnTo>
                    <a:lnTo>
                      <a:pt x="57" y="32"/>
                    </a:lnTo>
                    <a:lnTo>
                      <a:pt x="52" y="30"/>
                    </a:lnTo>
                    <a:lnTo>
                      <a:pt x="48" y="27"/>
                    </a:lnTo>
                    <a:lnTo>
                      <a:pt x="39" y="23"/>
                    </a:lnTo>
                    <a:lnTo>
                      <a:pt x="30" y="15"/>
                    </a:lnTo>
                    <a:lnTo>
                      <a:pt x="22" y="7"/>
                    </a:lnTo>
                    <a:lnTo>
                      <a:pt x="17"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0" name="Freeform 101">
                <a:extLst>
                  <a:ext uri="{FF2B5EF4-FFF2-40B4-BE49-F238E27FC236}">
                    <a16:creationId xmlns:a16="http://schemas.microsoft.com/office/drawing/2014/main" id="{74B0AA87-D133-4F45-B94E-46A3BE8B2B37}"/>
                  </a:ext>
                </a:extLst>
              </p:cNvPr>
              <p:cNvSpPr>
                <a:spLocks/>
              </p:cNvSpPr>
              <p:nvPr/>
            </p:nvSpPr>
            <p:spPr bwMode="auto">
              <a:xfrm>
                <a:off x="4510" y="3118"/>
                <a:ext cx="50" cy="208"/>
              </a:xfrm>
              <a:custGeom>
                <a:avLst/>
                <a:gdLst>
                  <a:gd name="T0" fmla="*/ 23 w 88"/>
                  <a:gd name="T1" fmla="*/ 62 h 378"/>
                  <a:gd name="T2" fmla="*/ 23 w 88"/>
                  <a:gd name="T3" fmla="*/ 56 h 378"/>
                  <a:gd name="T4" fmla="*/ 23 w 88"/>
                  <a:gd name="T5" fmla="*/ 47 h 378"/>
                  <a:gd name="T6" fmla="*/ 24 w 88"/>
                  <a:gd name="T7" fmla="*/ 38 h 378"/>
                  <a:gd name="T8" fmla="*/ 26 w 88"/>
                  <a:gd name="T9" fmla="*/ 32 h 378"/>
                  <a:gd name="T10" fmla="*/ 31 w 88"/>
                  <a:gd name="T11" fmla="*/ 29 h 378"/>
                  <a:gd name="T12" fmla="*/ 35 w 88"/>
                  <a:gd name="T13" fmla="*/ 25 h 378"/>
                  <a:gd name="T14" fmla="*/ 37 w 88"/>
                  <a:gd name="T15" fmla="*/ 21 h 378"/>
                  <a:gd name="T16" fmla="*/ 39 w 88"/>
                  <a:gd name="T17" fmla="*/ 18 h 378"/>
                  <a:gd name="T18" fmla="*/ 39 w 88"/>
                  <a:gd name="T19" fmla="*/ 14 h 378"/>
                  <a:gd name="T20" fmla="*/ 40 w 88"/>
                  <a:gd name="T21" fmla="*/ 8 h 378"/>
                  <a:gd name="T22" fmla="*/ 41 w 88"/>
                  <a:gd name="T23" fmla="*/ 3 h 378"/>
                  <a:gd name="T24" fmla="*/ 42 w 88"/>
                  <a:gd name="T25" fmla="*/ 0 h 378"/>
                  <a:gd name="T26" fmla="*/ 45 w 88"/>
                  <a:gd name="T27" fmla="*/ 1 h 378"/>
                  <a:gd name="T28" fmla="*/ 47 w 88"/>
                  <a:gd name="T29" fmla="*/ 2 h 378"/>
                  <a:gd name="T30" fmla="*/ 49 w 88"/>
                  <a:gd name="T31" fmla="*/ 3 h 378"/>
                  <a:gd name="T32" fmla="*/ 49 w 88"/>
                  <a:gd name="T33" fmla="*/ 5 h 378"/>
                  <a:gd name="T34" fmla="*/ 49 w 88"/>
                  <a:gd name="T35" fmla="*/ 7 h 378"/>
                  <a:gd name="T36" fmla="*/ 50 w 88"/>
                  <a:gd name="T37" fmla="*/ 11 h 378"/>
                  <a:gd name="T38" fmla="*/ 49 w 88"/>
                  <a:gd name="T39" fmla="*/ 16 h 378"/>
                  <a:gd name="T40" fmla="*/ 49 w 88"/>
                  <a:gd name="T41" fmla="*/ 21 h 378"/>
                  <a:gd name="T42" fmla="*/ 47 w 88"/>
                  <a:gd name="T43" fmla="*/ 28 h 378"/>
                  <a:gd name="T44" fmla="*/ 44 w 88"/>
                  <a:gd name="T45" fmla="*/ 36 h 378"/>
                  <a:gd name="T46" fmla="*/ 41 w 88"/>
                  <a:gd name="T47" fmla="*/ 44 h 378"/>
                  <a:gd name="T48" fmla="*/ 39 w 88"/>
                  <a:gd name="T49" fmla="*/ 50 h 378"/>
                  <a:gd name="T50" fmla="*/ 37 w 88"/>
                  <a:gd name="T51" fmla="*/ 55 h 378"/>
                  <a:gd name="T52" fmla="*/ 35 w 88"/>
                  <a:gd name="T53" fmla="*/ 63 h 378"/>
                  <a:gd name="T54" fmla="*/ 33 w 88"/>
                  <a:gd name="T55" fmla="*/ 72 h 378"/>
                  <a:gd name="T56" fmla="*/ 32 w 88"/>
                  <a:gd name="T57" fmla="*/ 80 h 378"/>
                  <a:gd name="T58" fmla="*/ 32 w 88"/>
                  <a:gd name="T59" fmla="*/ 86 h 378"/>
                  <a:gd name="T60" fmla="*/ 32 w 88"/>
                  <a:gd name="T61" fmla="*/ 92 h 378"/>
                  <a:gd name="T62" fmla="*/ 32 w 88"/>
                  <a:gd name="T63" fmla="*/ 99 h 378"/>
                  <a:gd name="T64" fmla="*/ 30 w 88"/>
                  <a:gd name="T65" fmla="*/ 105 h 378"/>
                  <a:gd name="T66" fmla="*/ 27 w 88"/>
                  <a:gd name="T67" fmla="*/ 114 h 378"/>
                  <a:gd name="T68" fmla="*/ 23 w 88"/>
                  <a:gd name="T69" fmla="*/ 129 h 378"/>
                  <a:gd name="T70" fmla="*/ 19 w 88"/>
                  <a:gd name="T71" fmla="*/ 143 h 378"/>
                  <a:gd name="T72" fmla="*/ 18 w 88"/>
                  <a:gd name="T73" fmla="*/ 154 h 378"/>
                  <a:gd name="T74" fmla="*/ 16 w 88"/>
                  <a:gd name="T75" fmla="*/ 164 h 378"/>
                  <a:gd name="T76" fmla="*/ 14 w 88"/>
                  <a:gd name="T77" fmla="*/ 179 h 378"/>
                  <a:gd name="T78" fmla="*/ 13 w 88"/>
                  <a:gd name="T79" fmla="*/ 195 h 378"/>
                  <a:gd name="T80" fmla="*/ 14 w 88"/>
                  <a:gd name="T81" fmla="*/ 208 h 378"/>
                  <a:gd name="T82" fmla="*/ 11 w 88"/>
                  <a:gd name="T83" fmla="*/ 207 h 378"/>
                  <a:gd name="T84" fmla="*/ 7 w 88"/>
                  <a:gd name="T85" fmla="*/ 207 h 378"/>
                  <a:gd name="T86" fmla="*/ 3 w 88"/>
                  <a:gd name="T87" fmla="*/ 206 h 378"/>
                  <a:gd name="T88" fmla="*/ 0 w 88"/>
                  <a:gd name="T89" fmla="*/ 206 h 378"/>
                  <a:gd name="T90" fmla="*/ 0 w 88"/>
                  <a:gd name="T91" fmla="*/ 198 h 378"/>
                  <a:gd name="T92" fmla="*/ 0 w 88"/>
                  <a:gd name="T93" fmla="*/ 188 h 378"/>
                  <a:gd name="T94" fmla="*/ 0 w 88"/>
                  <a:gd name="T95" fmla="*/ 178 h 378"/>
                  <a:gd name="T96" fmla="*/ 1 w 88"/>
                  <a:gd name="T97" fmla="*/ 171 h 378"/>
                  <a:gd name="T98" fmla="*/ 2 w 88"/>
                  <a:gd name="T99" fmla="*/ 165 h 378"/>
                  <a:gd name="T100" fmla="*/ 5 w 88"/>
                  <a:gd name="T101" fmla="*/ 157 h 378"/>
                  <a:gd name="T102" fmla="*/ 6 w 88"/>
                  <a:gd name="T103" fmla="*/ 149 h 378"/>
                  <a:gd name="T104" fmla="*/ 7 w 88"/>
                  <a:gd name="T105" fmla="*/ 144 h 378"/>
                  <a:gd name="T106" fmla="*/ 9 w 88"/>
                  <a:gd name="T107" fmla="*/ 136 h 378"/>
                  <a:gd name="T108" fmla="*/ 10 w 88"/>
                  <a:gd name="T109" fmla="*/ 124 h 378"/>
                  <a:gd name="T110" fmla="*/ 11 w 88"/>
                  <a:gd name="T111" fmla="*/ 112 h 378"/>
                  <a:gd name="T112" fmla="*/ 13 w 88"/>
                  <a:gd name="T113" fmla="*/ 103 h 378"/>
                  <a:gd name="T114" fmla="*/ 16 w 88"/>
                  <a:gd name="T115" fmla="*/ 97 h 378"/>
                  <a:gd name="T116" fmla="*/ 20 w 88"/>
                  <a:gd name="T117" fmla="*/ 88 h 378"/>
                  <a:gd name="T118" fmla="*/ 23 w 88"/>
                  <a:gd name="T119" fmla="*/ 76 h 378"/>
                  <a:gd name="T120" fmla="*/ 23 w 88"/>
                  <a:gd name="T121" fmla="*/ 62 h 3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 h="378">
                    <a:moveTo>
                      <a:pt x="40" y="112"/>
                    </a:moveTo>
                    <a:lnTo>
                      <a:pt x="40" y="101"/>
                    </a:lnTo>
                    <a:lnTo>
                      <a:pt x="41" y="85"/>
                    </a:lnTo>
                    <a:lnTo>
                      <a:pt x="42" y="69"/>
                    </a:lnTo>
                    <a:lnTo>
                      <a:pt x="46" y="58"/>
                    </a:lnTo>
                    <a:lnTo>
                      <a:pt x="54" y="53"/>
                    </a:lnTo>
                    <a:lnTo>
                      <a:pt x="61" y="46"/>
                    </a:lnTo>
                    <a:lnTo>
                      <a:pt x="65" y="39"/>
                    </a:lnTo>
                    <a:lnTo>
                      <a:pt x="68" y="32"/>
                    </a:lnTo>
                    <a:lnTo>
                      <a:pt x="69" y="25"/>
                    </a:lnTo>
                    <a:lnTo>
                      <a:pt x="71" y="14"/>
                    </a:lnTo>
                    <a:lnTo>
                      <a:pt x="73" y="5"/>
                    </a:lnTo>
                    <a:lnTo>
                      <a:pt x="74" y="0"/>
                    </a:lnTo>
                    <a:lnTo>
                      <a:pt x="79" y="1"/>
                    </a:lnTo>
                    <a:lnTo>
                      <a:pt x="83" y="3"/>
                    </a:lnTo>
                    <a:lnTo>
                      <a:pt x="86" y="5"/>
                    </a:lnTo>
                    <a:lnTo>
                      <a:pt x="87" y="9"/>
                    </a:lnTo>
                    <a:lnTo>
                      <a:pt x="87" y="12"/>
                    </a:lnTo>
                    <a:lnTo>
                      <a:pt x="88" y="20"/>
                    </a:lnTo>
                    <a:lnTo>
                      <a:pt x="87" y="29"/>
                    </a:lnTo>
                    <a:lnTo>
                      <a:pt x="86" y="39"/>
                    </a:lnTo>
                    <a:lnTo>
                      <a:pt x="83" y="50"/>
                    </a:lnTo>
                    <a:lnTo>
                      <a:pt x="78" y="65"/>
                    </a:lnTo>
                    <a:lnTo>
                      <a:pt x="72" y="80"/>
                    </a:lnTo>
                    <a:lnTo>
                      <a:pt x="69" y="91"/>
                    </a:lnTo>
                    <a:lnTo>
                      <a:pt x="65" y="100"/>
                    </a:lnTo>
                    <a:lnTo>
                      <a:pt x="61" y="115"/>
                    </a:lnTo>
                    <a:lnTo>
                      <a:pt x="58" y="131"/>
                    </a:lnTo>
                    <a:lnTo>
                      <a:pt x="57" y="145"/>
                    </a:lnTo>
                    <a:lnTo>
                      <a:pt x="57" y="156"/>
                    </a:lnTo>
                    <a:lnTo>
                      <a:pt x="57" y="168"/>
                    </a:lnTo>
                    <a:lnTo>
                      <a:pt x="56" y="180"/>
                    </a:lnTo>
                    <a:lnTo>
                      <a:pt x="53" y="191"/>
                    </a:lnTo>
                    <a:lnTo>
                      <a:pt x="47" y="208"/>
                    </a:lnTo>
                    <a:lnTo>
                      <a:pt x="40" y="234"/>
                    </a:lnTo>
                    <a:lnTo>
                      <a:pt x="34" y="260"/>
                    </a:lnTo>
                    <a:lnTo>
                      <a:pt x="31" y="279"/>
                    </a:lnTo>
                    <a:lnTo>
                      <a:pt x="28" y="298"/>
                    </a:lnTo>
                    <a:lnTo>
                      <a:pt x="25" y="325"/>
                    </a:lnTo>
                    <a:lnTo>
                      <a:pt x="23" y="354"/>
                    </a:lnTo>
                    <a:lnTo>
                      <a:pt x="24" y="378"/>
                    </a:lnTo>
                    <a:lnTo>
                      <a:pt x="19" y="377"/>
                    </a:lnTo>
                    <a:lnTo>
                      <a:pt x="13" y="376"/>
                    </a:lnTo>
                    <a:lnTo>
                      <a:pt x="6" y="375"/>
                    </a:lnTo>
                    <a:lnTo>
                      <a:pt x="0" y="374"/>
                    </a:lnTo>
                    <a:lnTo>
                      <a:pt x="0" y="360"/>
                    </a:lnTo>
                    <a:lnTo>
                      <a:pt x="0" y="342"/>
                    </a:lnTo>
                    <a:lnTo>
                      <a:pt x="0" y="323"/>
                    </a:lnTo>
                    <a:lnTo>
                      <a:pt x="1" y="311"/>
                    </a:lnTo>
                    <a:lnTo>
                      <a:pt x="3" y="299"/>
                    </a:lnTo>
                    <a:lnTo>
                      <a:pt x="8" y="285"/>
                    </a:lnTo>
                    <a:lnTo>
                      <a:pt x="11" y="271"/>
                    </a:lnTo>
                    <a:lnTo>
                      <a:pt x="13" y="262"/>
                    </a:lnTo>
                    <a:lnTo>
                      <a:pt x="15" y="248"/>
                    </a:lnTo>
                    <a:lnTo>
                      <a:pt x="17" y="226"/>
                    </a:lnTo>
                    <a:lnTo>
                      <a:pt x="19" y="203"/>
                    </a:lnTo>
                    <a:lnTo>
                      <a:pt x="23" y="188"/>
                    </a:lnTo>
                    <a:lnTo>
                      <a:pt x="28" y="177"/>
                    </a:lnTo>
                    <a:lnTo>
                      <a:pt x="35" y="160"/>
                    </a:lnTo>
                    <a:lnTo>
                      <a:pt x="40" y="138"/>
                    </a:lnTo>
                    <a:lnTo>
                      <a:pt x="40" y="11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1" name="Freeform 102">
                <a:extLst>
                  <a:ext uri="{FF2B5EF4-FFF2-40B4-BE49-F238E27FC236}">
                    <a16:creationId xmlns:a16="http://schemas.microsoft.com/office/drawing/2014/main" id="{857FE848-684D-4150-A80E-B4630F4C9508}"/>
                  </a:ext>
                </a:extLst>
              </p:cNvPr>
              <p:cNvSpPr>
                <a:spLocks/>
              </p:cNvSpPr>
              <p:nvPr/>
            </p:nvSpPr>
            <p:spPr bwMode="auto">
              <a:xfrm>
                <a:off x="4463" y="2854"/>
                <a:ext cx="243" cy="287"/>
              </a:xfrm>
              <a:custGeom>
                <a:avLst/>
                <a:gdLst>
                  <a:gd name="T0" fmla="*/ 96 w 444"/>
                  <a:gd name="T1" fmla="*/ 262 h 525"/>
                  <a:gd name="T2" fmla="*/ 108 w 444"/>
                  <a:gd name="T3" fmla="*/ 274 h 525"/>
                  <a:gd name="T4" fmla="*/ 100 w 444"/>
                  <a:gd name="T5" fmla="*/ 275 h 525"/>
                  <a:gd name="T6" fmla="*/ 100 w 444"/>
                  <a:gd name="T7" fmla="*/ 282 h 525"/>
                  <a:gd name="T8" fmla="*/ 113 w 444"/>
                  <a:gd name="T9" fmla="*/ 287 h 525"/>
                  <a:gd name="T10" fmla="*/ 124 w 444"/>
                  <a:gd name="T11" fmla="*/ 274 h 525"/>
                  <a:gd name="T12" fmla="*/ 140 w 444"/>
                  <a:gd name="T13" fmla="*/ 260 h 525"/>
                  <a:gd name="T14" fmla="*/ 160 w 444"/>
                  <a:gd name="T15" fmla="*/ 245 h 525"/>
                  <a:gd name="T16" fmla="*/ 175 w 444"/>
                  <a:gd name="T17" fmla="*/ 241 h 525"/>
                  <a:gd name="T18" fmla="*/ 200 w 444"/>
                  <a:gd name="T19" fmla="*/ 234 h 525"/>
                  <a:gd name="T20" fmla="*/ 197 w 444"/>
                  <a:gd name="T21" fmla="*/ 222 h 525"/>
                  <a:gd name="T22" fmla="*/ 183 w 444"/>
                  <a:gd name="T23" fmla="*/ 205 h 525"/>
                  <a:gd name="T24" fmla="*/ 195 w 444"/>
                  <a:gd name="T25" fmla="*/ 204 h 525"/>
                  <a:gd name="T26" fmla="*/ 209 w 444"/>
                  <a:gd name="T27" fmla="*/ 187 h 525"/>
                  <a:gd name="T28" fmla="*/ 221 w 444"/>
                  <a:gd name="T29" fmla="*/ 182 h 525"/>
                  <a:gd name="T30" fmla="*/ 221 w 444"/>
                  <a:gd name="T31" fmla="*/ 175 h 525"/>
                  <a:gd name="T32" fmla="*/ 229 w 444"/>
                  <a:gd name="T33" fmla="*/ 168 h 525"/>
                  <a:gd name="T34" fmla="*/ 241 w 444"/>
                  <a:gd name="T35" fmla="*/ 154 h 525"/>
                  <a:gd name="T36" fmla="*/ 242 w 444"/>
                  <a:gd name="T37" fmla="*/ 109 h 525"/>
                  <a:gd name="T38" fmla="*/ 231 w 444"/>
                  <a:gd name="T39" fmla="*/ 80 h 525"/>
                  <a:gd name="T40" fmla="*/ 216 w 444"/>
                  <a:gd name="T41" fmla="*/ 75 h 525"/>
                  <a:gd name="T42" fmla="*/ 215 w 444"/>
                  <a:gd name="T43" fmla="*/ 60 h 525"/>
                  <a:gd name="T44" fmla="*/ 206 w 444"/>
                  <a:gd name="T45" fmla="*/ 46 h 525"/>
                  <a:gd name="T46" fmla="*/ 194 w 444"/>
                  <a:gd name="T47" fmla="*/ 39 h 525"/>
                  <a:gd name="T48" fmla="*/ 191 w 444"/>
                  <a:gd name="T49" fmla="*/ 27 h 525"/>
                  <a:gd name="T50" fmla="*/ 175 w 444"/>
                  <a:gd name="T51" fmla="*/ 14 h 525"/>
                  <a:gd name="T52" fmla="*/ 155 w 444"/>
                  <a:gd name="T53" fmla="*/ 12 h 525"/>
                  <a:gd name="T54" fmla="*/ 142 w 444"/>
                  <a:gd name="T55" fmla="*/ 10 h 525"/>
                  <a:gd name="T56" fmla="*/ 132 w 444"/>
                  <a:gd name="T57" fmla="*/ 13 h 525"/>
                  <a:gd name="T58" fmla="*/ 120 w 444"/>
                  <a:gd name="T59" fmla="*/ 9 h 525"/>
                  <a:gd name="T60" fmla="*/ 119 w 444"/>
                  <a:gd name="T61" fmla="*/ 4 h 525"/>
                  <a:gd name="T62" fmla="*/ 105 w 444"/>
                  <a:gd name="T63" fmla="*/ 1 h 525"/>
                  <a:gd name="T64" fmla="*/ 80 w 444"/>
                  <a:gd name="T65" fmla="*/ 2 h 525"/>
                  <a:gd name="T66" fmla="*/ 70 w 444"/>
                  <a:gd name="T67" fmla="*/ 13 h 525"/>
                  <a:gd name="T68" fmla="*/ 61 w 444"/>
                  <a:gd name="T69" fmla="*/ 19 h 525"/>
                  <a:gd name="T70" fmla="*/ 45 w 444"/>
                  <a:gd name="T71" fmla="*/ 19 h 525"/>
                  <a:gd name="T72" fmla="*/ 30 w 444"/>
                  <a:gd name="T73" fmla="*/ 23 h 525"/>
                  <a:gd name="T74" fmla="*/ 23 w 444"/>
                  <a:gd name="T75" fmla="*/ 40 h 525"/>
                  <a:gd name="T76" fmla="*/ 11 w 444"/>
                  <a:gd name="T77" fmla="*/ 54 h 525"/>
                  <a:gd name="T78" fmla="*/ 1 w 444"/>
                  <a:gd name="T79" fmla="*/ 74 h 525"/>
                  <a:gd name="T80" fmla="*/ 4 w 444"/>
                  <a:gd name="T81" fmla="*/ 96 h 525"/>
                  <a:gd name="T82" fmla="*/ 0 w 444"/>
                  <a:gd name="T83" fmla="*/ 108 h 525"/>
                  <a:gd name="T84" fmla="*/ 10 w 444"/>
                  <a:gd name="T85" fmla="*/ 120 h 525"/>
                  <a:gd name="T86" fmla="*/ 15 w 444"/>
                  <a:gd name="T87" fmla="*/ 133 h 525"/>
                  <a:gd name="T88" fmla="*/ 16 w 444"/>
                  <a:gd name="T89" fmla="*/ 143 h 525"/>
                  <a:gd name="T90" fmla="*/ 11 w 444"/>
                  <a:gd name="T91" fmla="*/ 172 h 525"/>
                  <a:gd name="T92" fmla="*/ 17 w 444"/>
                  <a:gd name="T93" fmla="*/ 180 h 525"/>
                  <a:gd name="T94" fmla="*/ 24 w 444"/>
                  <a:gd name="T95" fmla="*/ 183 h 525"/>
                  <a:gd name="T96" fmla="*/ 23 w 444"/>
                  <a:gd name="T97" fmla="*/ 194 h 525"/>
                  <a:gd name="T98" fmla="*/ 28 w 444"/>
                  <a:gd name="T99" fmla="*/ 201 h 525"/>
                  <a:gd name="T100" fmla="*/ 25 w 444"/>
                  <a:gd name="T101" fmla="*/ 207 h 525"/>
                  <a:gd name="T102" fmla="*/ 30 w 444"/>
                  <a:gd name="T103" fmla="*/ 215 h 525"/>
                  <a:gd name="T104" fmla="*/ 30 w 444"/>
                  <a:gd name="T105" fmla="*/ 233 h 525"/>
                  <a:gd name="T106" fmla="*/ 40 w 444"/>
                  <a:gd name="T107" fmla="*/ 239 h 525"/>
                  <a:gd name="T108" fmla="*/ 53 w 444"/>
                  <a:gd name="T109" fmla="*/ 238 h 525"/>
                  <a:gd name="T110" fmla="*/ 70 w 444"/>
                  <a:gd name="T111" fmla="*/ 235 h 525"/>
                  <a:gd name="T112" fmla="*/ 79 w 444"/>
                  <a:gd name="T113" fmla="*/ 242 h 525"/>
                  <a:gd name="T114" fmla="*/ 86 w 444"/>
                  <a:gd name="T115" fmla="*/ 253 h 52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44" h="525">
                    <a:moveTo>
                      <a:pt x="159" y="466"/>
                    </a:moveTo>
                    <a:lnTo>
                      <a:pt x="165" y="470"/>
                    </a:lnTo>
                    <a:lnTo>
                      <a:pt x="171" y="474"/>
                    </a:lnTo>
                    <a:lnTo>
                      <a:pt x="176" y="480"/>
                    </a:lnTo>
                    <a:lnTo>
                      <a:pt x="183" y="486"/>
                    </a:lnTo>
                    <a:lnTo>
                      <a:pt x="189" y="492"/>
                    </a:lnTo>
                    <a:lnTo>
                      <a:pt x="194" y="497"/>
                    </a:lnTo>
                    <a:lnTo>
                      <a:pt x="198" y="502"/>
                    </a:lnTo>
                    <a:lnTo>
                      <a:pt x="201" y="505"/>
                    </a:lnTo>
                    <a:lnTo>
                      <a:pt x="194" y="504"/>
                    </a:lnTo>
                    <a:lnTo>
                      <a:pt x="187" y="503"/>
                    </a:lnTo>
                    <a:lnTo>
                      <a:pt x="182" y="503"/>
                    </a:lnTo>
                    <a:lnTo>
                      <a:pt x="180" y="504"/>
                    </a:lnTo>
                    <a:lnTo>
                      <a:pt x="180" y="508"/>
                    </a:lnTo>
                    <a:lnTo>
                      <a:pt x="180" y="511"/>
                    </a:lnTo>
                    <a:lnTo>
                      <a:pt x="182" y="516"/>
                    </a:lnTo>
                    <a:lnTo>
                      <a:pt x="186" y="518"/>
                    </a:lnTo>
                    <a:lnTo>
                      <a:pt x="191" y="520"/>
                    </a:lnTo>
                    <a:lnTo>
                      <a:pt x="199" y="523"/>
                    </a:lnTo>
                    <a:lnTo>
                      <a:pt x="206" y="525"/>
                    </a:lnTo>
                    <a:lnTo>
                      <a:pt x="211" y="524"/>
                    </a:lnTo>
                    <a:lnTo>
                      <a:pt x="216" y="518"/>
                    </a:lnTo>
                    <a:lnTo>
                      <a:pt x="222" y="510"/>
                    </a:lnTo>
                    <a:lnTo>
                      <a:pt x="227" y="501"/>
                    </a:lnTo>
                    <a:lnTo>
                      <a:pt x="229" y="493"/>
                    </a:lnTo>
                    <a:lnTo>
                      <a:pt x="236" y="488"/>
                    </a:lnTo>
                    <a:lnTo>
                      <a:pt x="244" y="482"/>
                    </a:lnTo>
                    <a:lnTo>
                      <a:pt x="255" y="475"/>
                    </a:lnTo>
                    <a:lnTo>
                      <a:pt x="265" y="467"/>
                    </a:lnTo>
                    <a:lnTo>
                      <a:pt x="274" y="460"/>
                    </a:lnTo>
                    <a:lnTo>
                      <a:pt x="284" y="454"/>
                    </a:lnTo>
                    <a:lnTo>
                      <a:pt x="292" y="449"/>
                    </a:lnTo>
                    <a:lnTo>
                      <a:pt x="297" y="447"/>
                    </a:lnTo>
                    <a:lnTo>
                      <a:pt x="303" y="444"/>
                    </a:lnTo>
                    <a:lnTo>
                      <a:pt x="311" y="442"/>
                    </a:lnTo>
                    <a:lnTo>
                      <a:pt x="320" y="440"/>
                    </a:lnTo>
                    <a:lnTo>
                      <a:pt x="332" y="436"/>
                    </a:lnTo>
                    <a:lnTo>
                      <a:pt x="342" y="433"/>
                    </a:lnTo>
                    <a:lnTo>
                      <a:pt x="354" y="431"/>
                    </a:lnTo>
                    <a:lnTo>
                      <a:pt x="365" y="428"/>
                    </a:lnTo>
                    <a:lnTo>
                      <a:pt x="375" y="427"/>
                    </a:lnTo>
                    <a:lnTo>
                      <a:pt x="371" y="422"/>
                    </a:lnTo>
                    <a:lnTo>
                      <a:pt x="365" y="416"/>
                    </a:lnTo>
                    <a:lnTo>
                      <a:pt x="360" y="407"/>
                    </a:lnTo>
                    <a:lnTo>
                      <a:pt x="353" y="398"/>
                    </a:lnTo>
                    <a:lnTo>
                      <a:pt x="346" y="390"/>
                    </a:lnTo>
                    <a:lnTo>
                      <a:pt x="340" y="382"/>
                    </a:lnTo>
                    <a:lnTo>
                      <a:pt x="335" y="375"/>
                    </a:lnTo>
                    <a:lnTo>
                      <a:pt x="333" y="369"/>
                    </a:lnTo>
                    <a:lnTo>
                      <a:pt x="341" y="372"/>
                    </a:lnTo>
                    <a:lnTo>
                      <a:pt x="349" y="373"/>
                    </a:lnTo>
                    <a:lnTo>
                      <a:pt x="356" y="373"/>
                    </a:lnTo>
                    <a:lnTo>
                      <a:pt x="363" y="369"/>
                    </a:lnTo>
                    <a:lnTo>
                      <a:pt x="370" y="361"/>
                    </a:lnTo>
                    <a:lnTo>
                      <a:pt x="377" y="352"/>
                    </a:lnTo>
                    <a:lnTo>
                      <a:pt x="381" y="342"/>
                    </a:lnTo>
                    <a:lnTo>
                      <a:pt x="385" y="334"/>
                    </a:lnTo>
                    <a:lnTo>
                      <a:pt x="391" y="335"/>
                    </a:lnTo>
                    <a:lnTo>
                      <a:pt x="398" y="335"/>
                    </a:lnTo>
                    <a:lnTo>
                      <a:pt x="404" y="333"/>
                    </a:lnTo>
                    <a:lnTo>
                      <a:pt x="410" y="329"/>
                    </a:lnTo>
                    <a:lnTo>
                      <a:pt x="407" y="327"/>
                    </a:lnTo>
                    <a:lnTo>
                      <a:pt x="404" y="323"/>
                    </a:lnTo>
                    <a:lnTo>
                      <a:pt x="403" y="320"/>
                    </a:lnTo>
                    <a:lnTo>
                      <a:pt x="404" y="318"/>
                    </a:lnTo>
                    <a:lnTo>
                      <a:pt x="407" y="315"/>
                    </a:lnTo>
                    <a:lnTo>
                      <a:pt x="411" y="312"/>
                    </a:lnTo>
                    <a:lnTo>
                      <a:pt x="418" y="307"/>
                    </a:lnTo>
                    <a:lnTo>
                      <a:pt x="425" y="300"/>
                    </a:lnTo>
                    <a:lnTo>
                      <a:pt x="432" y="295"/>
                    </a:lnTo>
                    <a:lnTo>
                      <a:pt x="438" y="288"/>
                    </a:lnTo>
                    <a:lnTo>
                      <a:pt x="441" y="282"/>
                    </a:lnTo>
                    <a:lnTo>
                      <a:pt x="444" y="276"/>
                    </a:lnTo>
                    <a:lnTo>
                      <a:pt x="444" y="258"/>
                    </a:lnTo>
                    <a:lnTo>
                      <a:pt x="444" y="229"/>
                    </a:lnTo>
                    <a:lnTo>
                      <a:pt x="443" y="200"/>
                    </a:lnTo>
                    <a:lnTo>
                      <a:pt x="440" y="181"/>
                    </a:lnTo>
                    <a:lnTo>
                      <a:pt x="436" y="169"/>
                    </a:lnTo>
                    <a:lnTo>
                      <a:pt x="429" y="158"/>
                    </a:lnTo>
                    <a:lnTo>
                      <a:pt x="422" y="147"/>
                    </a:lnTo>
                    <a:lnTo>
                      <a:pt x="414" y="141"/>
                    </a:lnTo>
                    <a:lnTo>
                      <a:pt x="407" y="139"/>
                    </a:lnTo>
                    <a:lnTo>
                      <a:pt x="400" y="138"/>
                    </a:lnTo>
                    <a:lnTo>
                      <a:pt x="395" y="138"/>
                    </a:lnTo>
                    <a:lnTo>
                      <a:pt x="390" y="138"/>
                    </a:lnTo>
                    <a:lnTo>
                      <a:pt x="391" y="130"/>
                    </a:lnTo>
                    <a:lnTo>
                      <a:pt x="392" y="120"/>
                    </a:lnTo>
                    <a:lnTo>
                      <a:pt x="392" y="110"/>
                    </a:lnTo>
                    <a:lnTo>
                      <a:pt x="391" y="101"/>
                    </a:lnTo>
                    <a:lnTo>
                      <a:pt x="387" y="94"/>
                    </a:lnTo>
                    <a:lnTo>
                      <a:pt x="383" y="88"/>
                    </a:lnTo>
                    <a:lnTo>
                      <a:pt x="376" y="84"/>
                    </a:lnTo>
                    <a:lnTo>
                      <a:pt x="369" y="83"/>
                    </a:lnTo>
                    <a:lnTo>
                      <a:pt x="362" y="82"/>
                    </a:lnTo>
                    <a:lnTo>
                      <a:pt x="357" y="77"/>
                    </a:lnTo>
                    <a:lnTo>
                      <a:pt x="355" y="72"/>
                    </a:lnTo>
                    <a:lnTo>
                      <a:pt x="354" y="67"/>
                    </a:lnTo>
                    <a:lnTo>
                      <a:pt x="354" y="63"/>
                    </a:lnTo>
                    <a:lnTo>
                      <a:pt x="352" y="57"/>
                    </a:lnTo>
                    <a:lnTo>
                      <a:pt x="349" y="50"/>
                    </a:lnTo>
                    <a:lnTo>
                      <a:pt x="345" y="42"/>
                    </a:lnTo>
                    <a:lnTo>
                      <a:pt x="339" y="35"/>
                    </a:lnTo>
                    <a:lnTo>
                      <a:pt x="330" y="30"/>
                    </a:lnTo>
                    <a:lnTo>
                      <a:pt x="319" y="26"/>
                    </a:lnTo>
                    <a:lnTo>
                      <a:pt x="305" y="26"/>
                    </a:lnTo>
                    <a:lnTo>
                      <a:pt x="296" y="26"/>
                    </a:lnTo>
                    <a:lnTo>
                      <a:pt x="289" y="24"/>
                    </a:lnTo>
                    <a:lnTo>
                      <a:pt x="284" y="22"/>
                    </a:lnTo>
                    <a:lnTo>
                      <a:pt x="278" y="19"/>
                    </a:lnTo>
                    <a:lnTo>
                      <a:pt x="272" y="18"/>
                    </a:lnTo>
                    <a:lnTo>
                      <a:pt x="266" y="18"/>
                    </a:lnTo>
                    <a:lnTo>
                      <a:pt x="259" y="18"/>
                    </a:lnTo>
                    <a:lnTo>
                      <a:pt x="254" y="20"/>
                    </a:lnTo>
                    <a:lnTo>
                      <a:pt x="249" y="22"/>
                    </a:lnTo>
                    <a:lnTo>
                      <a:pt x="246" y="23"/>
                    </a:lnTo>
                    <a:lnTo>
                      <a:pt x="241" y="24"/>
                    </a:lnTo>
                    <a:lnTo>
                      <a:pt x="236" y="23"/>
                    </a:lnTo>
                    <a:lnTo>
                      <a:pt x="231" y="20"/>
                    </a:lnTo>
                    <a:lnTo>
                      <a:pt x="226" y="18"/>
                    </a:lnTo>
                    <a:lnTo>
                      <a:pt x="219" y="17"/>
                    </a:lnTo>
                    <a:lnTo>
                      <a:pt x="212" y="17"/>
                    </a:lnTo>
                    <a:lnTo>
                      <a:pt x="213" y="14"/>
                    </a:lnTo>
                    <a:lnTo>
                      <a:pt x="216" y="10"/>
                    </a:lnTo>
                    <a:lnTo>
                      <a:pt x="218" y="8"/>
                    </a:lnTo>
                    <a:lnTo>
                      <a:pt x="220" y="8"/>
                    </a:lnTo>
                    <a:lnTo>
                      <a:pt x="213" y="5"/>
                    </a:lnTo>
                    <a:lnTo>
                      <a:pt x="204" y="3"/>
                    </a:lnTo>
                    <a:lnTo>
                      <a:pt x="191" y="1"/>
                    </a:lnTo>
                    <a:lnTo>
                      <a:pt x="180" y="0"/>
                    </a:lnTo>
                    <a:lnTo>
                      <a:pt x="167" y="0"/>
                    </a:lnTo>
                    <a:lnTo>
                      <a:pt x="156" y="1"/>
                    </a:lnTo>
                    <a:lnTo>
                      <a:pt x="146" y="3"/>
                    </a:lnTo>
                    <a:lnTo>
                      <a:pt x="140" y="8"/>
                    </a:lnTo>
                    <a:lnTo>
                      <a:pt x="135" y="14"/>
                    </a:lnTo>
                    <a:lnTo>
                      <a:pt x="131" y="19"/>
                    </a:lnTo>
                    <a:lnTo>
                      <a:pt x="128" y="24"/>
                    </a:lnTo>
                    <a:lnTo>
                      <a:pt x="125" y="29"/>
                    </a:lnTo>
                    <a:lnTo>
                      <a:pt x="121" y="32"/>
                    </a:lnTo>
                    <a:lnTo>
                      <a:pt x="117" y="34"/>
                    </a:lnTo>
                    <a:lnTo>
                      <a:pt x="111" y="35"/>
                    </a:lnTo>
                    <a:lnTo>
                      <a:pt x="105" y="35"/>
                    </a:lnTo>
                    <a:lnTo>
                      <a:pt x="98" y="34"/>
                    </a:lnTo>
                    <a:lnTo>
                      <a:pt x="90" y="34"/>
                    </a:lnTo>
                    <a:lnTo>
                      <a:pt x="82" y="34"/>
                    </a:lnTo>
                    <a:lnTo>
                      <a:pt x="74" y="35"/>
                    </a:lnTo>
                    <a:lnTo>
                      <a:pt x="67" y="37"/>
                    </a:lnTo>
                    <a:lnTo>
                      <a:pt x="60" y="39"/>
                    </a:lnTo>
                    <a:lnTo>
                      <a:pt x="54" y="42"/>
                    </a:lnTo>
                    <a:lnTo>
                      <a:pt x="50" y="47"/>
                    </a:lnTo>
                    <a:lnTo>
                      <a:pt x="45" y="55"/>
                    </a:lnTo>
                    <a:lnTo>
                      <a:pt x="43" y="64"/>
                    </a:lnTo>
                    <a:lnTo>
                      <a:pt x="42" y="73"/>
                    </a:lnTo>
                    <a:lnTo>
                      <a:pt x="42" y="83"/>
                    </a:lnTo>
                    <a:lnTo>
                      <a:pt x="36" y="87"/>
                    </a:lnTo>
                    <a:lnTo>
                      <a:pt x="28" y="92"/>
                    </a:lnTo>
                    <a:lnTo>
                      <a:pt x="21" y="99"/>
                    </a:lnTo>
                    <a:lnTo>
                      <a:pt x="14" y="107"/>
                    </a:lnTo>
                    <a:lnTo>
                      <a:pt x="7" y="115"/>
                    </a:lnTo>
                    <a:lnTo>
                      <a:pt x="4" y="125"/>
                    </a:lnTo>
                    <a:lnTo>
                      <a:pt x="2" y="135"/>
                    </a:lnTo>
                    <a:lnTo>
                      <a:pt x="4" y="145"/>
                    </a:lnTo>
                    <a:lnTo>
                      <a:pt x="8" y="159"/>
                    </a:lnTo>
                    <a:lnTo>
                      <a:pt x="8" y="168"/>
                    </a:lnTo>
                    <a:lnTo>
                      <a:pt x="7" y="176"/>
                    </a:lnTo>
                    <a:lnTo>
                      <a:pt x="4" y="182"/>
                    </a:lnTo>
                    <a:lnTo>
                      <a:pt x="1" y="186"/>
                    </a:lnTo>
                    <a:lnTo>
                      <a:pt x="0" y="191"/>
                    </a:lnTo>
                    <a:lnTo>
                      <a:pt x="0" y="197"/>
                    </a:lnTo>
                    <a:lnTo>
                      <a:pt x="1" y="202"/>
                    </a:lnTo>
                    <a:lnTo>
                      <a:pt x="4" y="209"/>
                    </a:lnTo>
                    <a:lnTo>
                      <a:pt x="9" y="215"/>
                    </a:lnTo>
                    <a:lnTo>
                      <a:pt x="19" y="220"/>
                    </a:lnTo>
                    <a:lnTo>
                      <a:pt x="30" y="223"/>
                    </a:lnTo>
                    <a:lnTo>
                      <a:pt x="29" y="229"/>
                    </a:lnTo>
                    <a:lnTo>
                      <a:pt x="28" y="236"/>
                    </a:lnTo>
                    <a:lnTo>
                      <a:pt x="28" y="244"/>
                    </a:lnTo>
                    <a:lnTo>
                      <a:pt x="29" y="250"/>
                    </a:lnTo>
                    <a:lnTo>
                      <a:pt x="28" y="253"/>
                    </a:lnTo>
                    <a:lnTo>
                      <a:pt x="28" y="258"/>
                    </a:lnTo>
                    <a:lnTo>
                      <a:pt x="30" y="262"/>
                    </a:lnTo>
                    <a:lnTo>
                      <a:pt x="34" y="266"/>
                    </a:lnTo>
                    <a:lnTo>
                      <a:pt x="30" y="277"/>
                    </a:lnTo>
                    <a:lnTo>
                      <a:pt x="24" y="296"/>
                    </a:lnTo>
                    <a:lnTo>
                      <a:pt x="20" y="315"/>
                    </a:lnTo>
                    <a:lnTo>
                      <a:pt x="21" y="327"/>
                    </a:lnTo>
                    <a:lnTo>
                      <a:pt x="24" y="329"/>
                    </a:lnTo>
                    <a:lnTo>
                      <a:pt x="28" y="330"/>
                    </a:lnTo>
                    <a:lnTo>
                      <a:pt x="31" y="330"/>
                    </a:lnTo>
                    <a:lnTo>
                      <a:pt x="34" y="331"/>
                    </a:lnTo>
                    <a:lnTo>
                      <a:pt x="36" y="331"/>
                    </a:lnTo>
                    <a:lnTo>
                      <a:pt x="40" y="334"/>
                    </a:lnTo>
                    <a:lnTo>
                      <a:pt x="44" y="335"/>
                    </a:lnTo>
                    <a:lnTo>
                      <a:pt x="46" y="337"/>
                    </a:lnTo>
                    <a:lnTo>
                      <a:pt x="45" y="342"/>
                    </a:lnTo>
                    <a:lnTo>
                      <a:pt x="44" y="348"/>
                    </a:lnTo>
                    <a:lnTo>
                      <a:pt x="42" y="355"/>
                    </a:lnTo>
                    <a:lnTo>
                      <a:pt x="42" y="359"/>
                    </a:lnTo>
                    <a:lnTo>
                      <a:pt x="44" y="363"/>
                    </a:lnTo>
                    <a:lnTo>
                      <a:pt x="47" y="365"/>
                    </a:lnTo>
                    <a:lnTo>
                      <a:pt x="51" y="367"/>
                    </a:lnTo>
                    <a:lnTo>
                      <a:pt x="55" y="368"/>
                    </a:lnTo>
                    <a:lnTo>
                      <a:pt x="52" y="371"/>
                    </a:lnTo>
                    <a:lnTo>
                      <a:pt x="49" y="374"/>
                    </a:lnTo>
                    <a:lnTo>
                      <a:pt x="46" y="379"/>
                    </a:lnTo>
                    <a:lnTo>
                      <a:pt x="45" y="382"/>
                    </a:lnTo>
                    <a:lnTo>
                      <a:pt x="47" y="386"/>
                    </a:lnTo>
                    <a:lnTo>
                      <a:pt x="51" y="389"/>
                    </a:lnTo>
                    <a:lnTo>
                      <a:pt x="54" y="393"/>
                    </a:lnTo>
                    <a:lnTo>
                      <a:pt x="55" y="396"/>
                    </a:lnTo>
                    <a:lnTo>
                      <a:pt x="54" y="403"/>
                    </a:lnTo>
                    <a:lnTo>
                      <a:pt x="53" y="414"/>
                    </a:lnTo>
                    <a:lnTo>
                      <a:pt x="55" y="426"/>
                    </a:lnTo>
                    <a:lnTo>
                      <a:pt x="61" y="434"/>
                    </a:lnTo>
                    <a:lnTo>
                      <a:pt x="65" y="436"/>
                    </a:lnTo>
                    <a:lnTo>
                      <a:pt x="69" y="437"/>
                    </a:lnTo>
                    <a:lnTo>
                      <a:pt x="73" y="437"/>
                    </a:lnTo>
                    <a:lnTo>
                      <a:pt x="77" y="437"/>
                    </a:lnTo>
                    <a:lnTo>
                      <a:pt x="84" y="437"/>
                    </a:lnTo>
                    <a:lnTo>
                      <a:pt x="91" y="436"/>
                    </a:lnTo>
                    <a:lnTo>
                      <a:pt x="97" y="435"/>
                    </a:lnTo>
                    <a:lnTo>
                      <a:pt x="103" y="434"/>
                    </a:lnTo>
                    <a:lnTo>
                      <a:pt x="111" y="433"/>
                    </a:lnTo>
                    <a:lnTo>
                      <a:pt x="120" y="431"/>
                    </a:lnTo>
                    <a:lnTo>
                      <a:pt x="127" y="429"/>
                    </a:lnTo>
                    <a:lnTo>
                      <a:pt x="133" y="428"/>
                    </a:lnTo>
                    <a:lnTo>
                      <a:pt x="136" y="433"/>
                    </a:lnTo>
                    <a:lnTo>
                      <a:pt x="141" y="437"/>
                    </a:lnTo>
                    <a:lnTo>
                      <a:pt x="145" y="443"/>
                    </a:lnTo>
                    <a:lnTo>
                      <a:pt x="148" y="447"/>
                    </a:lnTo>
                    <a:lnTo>
                      <a:pt x="150" y="452"/>
                    </a:lnTo>
                    <a:lnTo>
                      <a:pt x="153" y="458"/>
                    </a:lnTo>
                    <a:lnTo>
                      <a:pt x="157" y="463"/>
                    </a:lnTo>
                    <a:lnTo>
                      <a:pt x="159" y="46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2" name="Freeform 103">
                <a:extLst>
                  <a:ext uri="{FF2B5EF4-FFF2-40B4-BE49-F238E27FC236}">
                    <a16:creationId xmlns:a16="http://schemas.microsoft.com/office/drawing/2014/main" id="{53A5505D-A2CC-45D9-8471-709D7011341E}"/>
                  </a:ext>
                </a:extLst>
              </p:cNvPr>
              <p:cNvSpPr>
                <a:spLocks/>
              </p:cNvSpPr>
              <p:nvPr/>
            </p:nvSpPr>
            <p:spPr bwMode="auto">
              <a:xfrm>
                <a:off x="4544" y="3059"/>
                <a:ext cx="45" cy="82"/>
              </a:xfrm>
              <a:custGeom>
                <a:avLst/>
                <a:gdLst>
                  <a:gd name="T0" fmla="*/ 44 w 83"/>
                  <a:gd name="T1" fmla="*/ 65 h 151"/>
                  <a:gd name="T2" fmla="*/ 43 w 83"/>
                  <a:gd name="T3" fmla="*/ 69 h 151"/>
                  <a:gd name="T4" fmla="*/ 40 w 83"/>
                  <a:gd name="T5" fmla="*/ 74 h 151"/>
                  <a:gd name="T6" fmla="*/ 37 w 83"/>
                  <a:gd name="T7" fmla="*/ 78 h 151"/>
                  <a:gd name="T8" fmla="*/ 34 w 83"/>
                  <a:gd name="T9" fmla="*/ 81 h 151"/>
                  <a:gd name="T10" fmla="*/ 31 w 83"/>
                  <a:gd name="T11" fmla="*/ 82 h 151"/>
                  <a:gd name="T12" fmla="*/ 28 w 83"/>
                  <a:gd name="T13" fmla="*/ 81 h 151"/>
                  <a:gd name="T14" fmla="*/ 23 w 83"/>
                  <a:gd name="T15" fmla="*/ 79 h 151"/>
                  <a:gd name="T16" fmla="*/ 21 w 83"/>
                  <a:gd name="T17" fmla="*/ 78 h 151"/>
                  <a:gd name="T18" fmla="*/ 18 w 83"/>
                  <a:gd name="T19" fmla="*/ 77 h 151"/>
                  <a:gd name="T20" fmla="*/ 17 w 83"/>
                  <a:gd name="T21" fmla="*/ 74 h 151"/>
                  <a:gd name="T22" fmla="*/ 17 w 83"/>
                  <a:gd name="T23" fmla="*/ 73 h 151"/>
                  <a:gd name="T24" fmla="*/ 17 w 83"/>
                  <a:gd name="T25" fmla="*/ 71 h 151"/>
                  <a:gd name="T26" fmla="*/ 18 w 83"/>
                  <a:gd name="T27" fmla="*/ 70 h 151"/>
                  <a:gd name="T28" fmla="*/ 21 w 83"/>
                  <a:gd name="T29" fmla="*/ 70 h 151"/>
                  <a:gd name="T30" fmla="*/ 25 w 83"/>
                  <a:gd name="T31" fmla="*/ 71 h 151"/>
                  <a:gd name="T32" fmla="*/ 29 w 83"/>
                  <a:gd name="T33" fmla="*/ 71 h 151"/>
                  <a:gd name="T34" fmla="*/ 27 w 83"/>
                  <a:gd name="T35" fmla="*/ 70 h 151"/>
                  <a:gd name="T36" fmla="*/ 25 w 83"/>
                  <a:gd name="T37" fmla="*/ 67 h 151"/>
                  <a:gd name="T38" fmla="*/ 22 w 83"/>
                  <a:gd name="T39" fmla="*/ 64 h 151"/>
                  <a:gd name="T40" fmla="*/ 19 w 83"/>
                  <a:gd name="T41" fmla="*/ 61 h 151"/>
                  <a:gd name="T42" fmla="*/ 15 w 83"/>
                  <a:gd name="T43" fmla="*/ 58 h 151"/>
                  <a:gd name="T44" fmla="*/ 12 w 83"/>
                  <a:gd name="T45" fmla="*/ 54 h 151"/>
                  <a:gd name="T46" fmla="*/ 9 w 83"/>
                  <a:gd name="T47" fmla="*/ 52 h 151"/>
                  <a:gd name="T48" fmla="*/ 6 w 83"/>
                  <a:gd name="T49" fmla="*/ 50 h 151"/>
                  <a:gd name="T50" fmla="*/ 5 w 83"/>
                  <a:gd name="T51" fmla="*/ 48 h 151"/>
                  <a:gd name="T52" fmla="*/ 3 w 83"/>
                  <a:gd name="T53" fmla="*/ 46 h 151"/>
                  <a:gd name="T54" fmla="*/ 1 w 83"/>
                  <a:gd name="T55" fmla="*/ 42 h 151"/>
                  <a:gd name="T56" fmla="*/ 0 w 83"/>
                  <a:gd name="T57" fmla="*/ 40 h 151"/>
                  <a:gd name="T58" fmla="*/ 7 w 83"/>
                  <a:gd name="T59" fmla="*/ 36 h 151"/>
                  <a:gd name="T60" fmla="*/ 12 w 83"/>
                  <a:gd name="T61" fmla="*/ 32 h 151"/>
                  <a:gd name="T62" fmla="*/ 17 w 83"/>
                  <a:gd name="T63" fmla="*/ 28 h 151"/>
                  <a:gd name="T64" fmla="*/ 21 w 83"/>
                  <a:gd name="T65" fmla="*/ 23 h 151"/>
                  <a:gd name="T66" fmla="*/ 24 w 83"/>
                  <a:gd name="T67" fmla="*/ 19 h 151"/>
                  <a:gd name="T68" fmla="*/ 27 w 83"/>
                  <a:gd name="T69" fmla="*/ 15 h 151"/>
                  <a:gd name="T70" fmla="*/ 29 w 83"/>
                  <a:gd name="T71" fmla="*/ 11 h 151"/>
                  <a:gd name="T72" fmla="*/ 30 w 83"/>
                  <a:gd name="T73" fmla="*/ 8 h 151"/>
                  <a:gd name="T74" fmla="*/ 31 w 83"/>
                  <a:gd name="T75" fmla="*/ 5 h 151"/>
                  <a:gd name="T76" fmla="*/ 31 w 83"/>
                  <a:gd name="T77" fmla="*/ 3 h 151"/>
                  <a:gd name="T78" fmla="*/ 33 w 83"/>
                  <a:gd name="T79" fmla="*/ 1 h 151"/>
                  <a:gd name="T80" fmla="*/ 34 w 83"/>
                  <a:gd name="T81" fmla="*/ 0 h 151"/>
                  <a:gd name="T82" fmla="*/ 35 w 83"/>
                  <a:gd name="T83" fmla="*/ 3 h 151"/>
                  <a:gd name="T84" fmla="*/ 37 w 83"/>
                  <a:gd name="T85" fmla="*/ 7 h 151"/>
                  <a:gd name="T86" fmla="*/ 38 w 83"/>
                  <a:gd name="T87" fmla="*/ 11 h 151"/>
                  <a:gd name="T88" fmla="*/ 38 w 83"/>
                  <a:gd name="T89" fmla="*/ 16 h 151"/>
                  <a:gd name="T90" fmla="*/ 38 w 83"/>
                  <a:gd name="T91" fmla="*/ 22 h 151"/>
                  <a:gd name="T92" fmla="*/ 39 w 83"/>
                  <a:gd name="T93" fmla="*/ 29 h 151"/>
                  <a:gd name="T94" fmla="*/ 40 w 83"/>
                  <a:gd name="T95" fmla="*/ 36 h 151"/>
                  <a:gd name="T96" fmla="*/ 42 w 83"/>
                  <a:gd name="T97" fmla="*/ 41 h 151"/>
                  <a:gd name="T98" fmla="*/ 43 w 83"/>
                  <a:gd name="T99" fmla="*/ 46 h 151"/>
                  <a:gd name="T100" fmla="*/ 44 w 83"/>
                  <a:gd name="T101" fmla="*/ 53 h 151"/>
                  <a:gd name="T102" fmla="*/ 45 w 83"/>
                  <a:gd name="T103" fmla="*/ 60 h 151"/>
                  <a:gd name="T104" fmla="*/ 44 w 83"/>
                  <a:gd name="T105" fmla="*/ 65 h 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 h="151">
                    <a:moveTo>
                      <a:pt x="81" y="119"/>
                    </a:moveTo>
                    <a:lnTo>
                      <a:pt x="79" y="127"/>
                    </a:lnTo>
                    <a:lnTo>
                      <a:pt x="74" y="136"/>
                    </a:lnTo>
                    <a:lnTo>
                      <a:pt x="68" y="144"/>
                    </a:lnTo>
                    <a:lnTo>
                      <a:pt x="63" y="150"/>
                    </a:lnTo>
                    <a:lnTo>
                      <a:pt x="58" y="151"/>
                    </a:lnTo>
                    <a:lnTo>
                      <a:pt x="51" y="149"/>
                    </a:lnTo>
                    <a:lnTo>
                      <a:pt x="43" y="146"/>
                    </a:lnTo>
                    <a:lnTo>
                      <a:pt x="38" y="144"/>
                    </a:lnTo>
                    <a:lnTo>
                      <a:pt x="34" y="142"/>
                    </a:lnTo>
                    <a:lnTo>
                      <a:pt x="32" y="137"/>
                    </a:lnTo>
                    <a:lnTo>
                      <a:pt x="32" y="134"/>
                    </a:lnTo>
                    <a:lnTo>
                      <a:pt x="32" y="130"/>
                    </a:lnTo>
                    <a:lnTo>
                      <a:pt x="34" y="129"/>
                    </a:lnTo>
                    <a:lnTo>
                      <a:pt x="39" y="129"/>
                    </a:lnTo>
                    <a:lnTo>
                      <a:pt x="46" y="130"/>
                    </a:lnTo>
                    <a:lnTo>
                      <a:pt x="53" y="131"/>
                    </a:lnTo>
                    <a:lnTo>
                      <a:pt x="50" y="128"/>
                    </a:lnTo>
                    <a:lnTo>
                      <a:pt x="46" y="123"/>
                    </a:lnTo>
                    <a:lnTo>
                      <a:pt x="41" y="118"/>
                    </a:lnTo>
                    <a:lnTo>
                      <a:pt x="35" y="112"/>
                    </a:lnTo>
                    <a:lnTo>
                      <a:pt x="28" y="106"/>
                    </a:lnTo>
                    <a:lnTo>
                      <a:pt x="23" y="100"/>
                    </a:lnTo>
                    <a:lnTo>
                      <a:pt x="17" y="96"/>
                    </a:lnTo>
                    <a:lnTo>
                      <a:pt x="11" y="92"/>
                    </a:lnTo>
                    <a:lnTo>
                      <a:pt x="9" y="89"/>
                    </a:lnTo>
                    <a:lnTo>
                      <a:pt x="5" y="84"/>
                    </a:lnTo>
                    <a:lnTo>
                      <a:pt x="2" y="78"/>
                    </a:lnTo>
                    <a:lnTo>
                      <a:pt x="0" y="73"/>
                    </a:lnTo>
                    <a:lnTo>
                      <a:pt x="12" y="66"/>
                    </a:lnTo>
                    <a:lnTo>
                      <a:pt x="23" y="59"/>
                    </a:lnTo>
                    <a:lnTo>
                      <a:pt x="32" y="51"/>
                    </a:lnTo>
                    <a:lnTo>
                      <a:pt x="39" y="43"/>
                    </a:lnTo>
                    <a:lnTo>
                      <a:pt x="45" y="35"/>
                    </a:lnTo>
                    <a:lnTo>
                      <a:pt x="49" y="28"/>
                    </a:lnTo>
                    <a:lnTo>
                      <a:pt x="53" y="21"/>
                    </a:lnTo>
                    <a:lnTo>
                      <a:pt x="55" y="14"/>
                    </a:lnTo>
                    <a:lnTo>
                      <a:pt x="57" y="9"/>
                    </a:lnTo>
                    <a:lnTo>
                      <a:pt x="58" y="5"/>
                    </a:lnTo>
                    <a:lnTo>
                      <a:pt x="61" y="2"/>
                    </a:lnTo>
                    <a:lnTo>
                      <a:pt x="62" y="0"/>
                    </a:lnTo>
                    <a:lnTo>
                      <a:pt x="65" y="5"/>
                    </a:lnTo>
                    <a:lnTo>
                      <a:pt x="68" y="12"/>
                    </a:lnTo>
                    <a:lnTo>
                      <a:pt x="70" y="20"/>
                    </a:lnTo>
                    <a:lnTo>
                      <a:pt x="70" y="29"/>
                    </a:lnTo>
                    <a:lnTo>
                      <a:pt x="70" y="40"/>
                    </a:lnTo>
                    <a:lnTo>
                      <a:pt x="72" y="54"/>
                    </a:lnTo>
                    <a:lnTo>
                      <a:pt x="74" y="67"/>
                    </a:lnTo>
                    <a:lnTo>
                      <a:pt x="77" y="76"/>
                    </a:lnTo>
                    <a:lnTo>
                      <a:pt x="79" y="85"/>
                    </a:lnTo>
                    <a:lnTo>
                      <a:pt x="81" y="97"/>
                    </a:lnTo>
                    <a:lnTo>
                      <a:pt x="83" y="110"/>
                    </a:lnTo>
                    <a:lnTo>
                      <a:pt x="81" y="1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3" name="Freeform 104">
                <a:extLst>
                  <a:ext uri="{FF2B5EF4-FFF2-40B4-BE49-F238E27FC236}">
                    <a16:creationId xmlns:a16="http://schemas.microsoft.com/office/drawing/2014/main" id="{3E336C7B-07F3-40D7-8DF7-46AA461D67AC}"/>
                  </a:ext>
                </a:extLst>
              </p:cNvPr>
              <p:cNvSpPr>
                <a:spLocks/>
              </p:cNvSpPr>
              <p:nvPr/>
            </p:nvSpPr>
            <p:spPr bwMode="auto">
              <a:xfrm>
                <a:off x="4474" y="2952"/>
                <a:ext cx="47" cy="141"/>
              </a:xfrm>
              <a:custGeom>
                <a:avLst/>
                <a:gdLst>
                  <a:gd name="T0" fmla="*/ 29 w 86"/>
                  <a:gd name="T1" fmla="*/ 141 h 258"/>
                  <a:gd name="T2" fmla="*/ 25 w 86"/>
                  <a:gd name="T3" fmla="*/ 140 h 258"/>
                  <a:gd name="T4" fmla="*/ 20 w 86"/>
                  <a:gd name="T5" fmla="*/ 137 h 258"/>
                  <a:gd name="T6" fmla="*/ 19 w 86"/>
                  <a:gd name="T7" fmla="*/ 128 h 258"/>
                  <a:gd name="T8" fmla="*/ 19 w 86"/>
                  <a:gd name="T9" fmla="*/ 122 h 258"/>
                  <a:gd name="T10" fmla="*/ 19 w 86"/>
                  <a:gd name="T11" fmla="*/ 119 h 258"/>
                  <a:gd name="T12" fmla="*/ 19 w 86"/>
                  <a:gd name="T13" fmla="*/ 117 h 258"/>
                  <a:gd name="T14" fmla="*/ 15 w 86"/>
                  <a:gd name="T15" fmla="*/ 113 h 258"/>
                  <a:gd name="T16" fmla="*/ 14 w 86"/>
                  <a:gd name="T17" fmla="*/ 109 h 258"/>
                  <a:gd name="T18" fmla="*/ 17 w 86"/>
                  <a:gd name="T19" fmla="*/ 105 h 258"/>
                  <a:gd name="T20" fmla="*/ 17 w 86"/>
                  <a:gd name="T21" fmla="*/ 103 h 258"/>
                  <a:gd name="T22" fmla="*/ 13 w 86"/>
                  <a:gd name="T23" fmla="*/ 101 h 258"/>
                  <a:gd name="T24" fmla="*/ 12 w 86"/>
                  <a:gd name="T25" fmla="*/ 96 h 258"/>
                  <a:gd name="T26" fmla="*/ 14 w 86"/>
                  <a:gd name="T27" fmla="*/ 89 h 258"/>
                  <a:gd name="T28" fmla="*/ 13 w 86"/>
                  <a:gd name="T29" fmla="*/ 85 h 258"/>
                  <a:gd name="T30" fmla="*/ 9 w 86"/>
                  <a:gd name="T31" fmla="*/ 83 h 258"/>
                  <a:gd name="T32" fmla="*/ 6 w 86"/>
                  <a:gd name="T33" fmla="*/ 83 h 258"/>
                  <a:gd name="T34" fmla="*/ 2 w 86"/>
                  <a:gd name="T35" fmla="*/ 82 h 258"/>
                  <a:gd name="T36" fmla="*/ 0 w 86"/>
                  <a:gd name="T37" fmla="*/ 74 h 258"/>
                  <a:gd name="T38" fmla="*/ 5 w 86"/>
                  <a:gd name="T39" fmla="*/ 54 h 258"/>
                  <a:gd name="T40" fmla="*/ 5 w 86"/>
                  <a:gd name="T41" fmla="*/ 45 h 258"/>
                  <a:gd name="T42" fmla="*/ 4 w 86"/>
                  <a:gd name="T43" fmla="*/ 40 h 258"/>
                  <a:gd name="T44" fmla="*/ 4 w 86"/>
                  <a:gd name="T45" fmla="*/ 36 h 258"/>
                  <a:gd name="T46" fmla="*/ 5 w 86"/>
                  <a:gd name="T47" fmla="*/ 27 h 258"/>
                  <a:gd name="T48" fmla="*/ 6 w 86"/>
                  <a:gd name="T49" fmla="*/ 21 h 258"/>
                  <a:gd name="T50" fmla="*/ 9 w 86"/>
                  <a:gd name="T51" fmla="*/ 15 h 258"/>
                  <a:gd name="T52" fmla="*/ 15 w 86"/>
                  <a:gd name="T53" fmla="*/ 12 h 258"/>
                  <a:gd name="T54" fmla="*/ 21 w 86"/>
                  <a:gd name="T55" fmla="*/ 9 h 258"/>
                  <a:gd name="T56" fmla="*/ 26 w 86"/>
                  <a:gd name="T57" fmla="*/ 6 h 258"/>
                  <a:gd name="T58" fmla="*/ 31 w 86"/>
                  <a:gd name="T59" fmla="*/ 1 h 258"/>
                  <a:gd name="T60" fmla="*/ 33 w 86"/>
                  <a:gd name="T61" fmla="*/ 3 h 258"/>
                  <a:gd name="T62" fmla="*/ 31 w 86"/>
                  <a:gd name="T63" fmla="*/ 10 h 258"/>
                  <a:gd name="T64" fmla="*/ 30 w 86"/>
                  <a:gd name="T65" fmla="*/ 20 h 258"/>
                  <a:gd name="T66" fmla="*/ 34 w 86"/>
                  <a:gd name="T67" fmla="*/ 32 h 258"/>
                  <a:gd name="T68" fmla="*/ 39 w 86"/>
                  <a:gd name="T69" fmla="*/ 39 h 258"/>
                  <a:gd name="T70" fmla="*/ 46 w 86"/>
                  <a:gd name="T71" fmla="*/ 49 h 258"/>
                  <a:gd name="T72" fmla="*/ 45 w 86"/>
                  <a:gd name="T73" fmla="*/ 60 h 258"/>
                  <a:gd name="T74" fmla="*/ 38 w 86"/>
                  <a:gd name="T75" fmla="*/ 69 h 258"/>
                  <a:gd name="T76" fmla="*/ 31 w 86"/>
                  <a:gd name="T77" fmla="*/ 78 h 258"/>
                  <a:gd name="T78" fmla="*/ 30 w 86"/>
                  <a:gd name="T79" fmla="*/ 91 h 258"/>
                  <a:gd name="T80" fmla="*/ 31 w 86"/>
                  <a:gd name="T81" fmla="*/ 98 h 258"/>
                  <a:gd name="T82" fmla="*/ 33 w 86"/>
                  <a:gd name="T83" fmla="*/ 104 h 258"/>
                  <a:gd name="T84" fmla="*/ 33 w 86"/>
                  <a:gd name="T85" fmla="*/ 111 h 258"/>
                  <a:gd name="T86" fmla="*/ 34 w 86"/>
                  <a:gd name="T87" fmla="*/ 117 h 258"/>
                  <a:gd name="T88" fmla="*/ 37 w 86"/>
                  <a:gd name="T89" fmla="*/ 123 h 258"/>
                  <a:gd name="T90" fmla="*/ 37 w 86"/>
                  <a:gd name="T91" fmla="*/ 138 h 25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6" h="258">
                    <a:moveTo>
                      <a:pt x="57" y="258"/>
                    </a:moveTo>
                    <a:lnTo>
                      <a:pt x="53" y="258"/>
                    </a:lnTo>
                    <a:lnTo>
                      <a:pt x="49" y="258"/>
                    </a:lnTo>
                    <a:lnTo>
                      <a:pt x="45" y="257"/>
                    </a:lnTo>
                    <a:lnTo>
                      <a:pt x="41" y="255"/>
                    </a:lnTo>
                    <a:lnTo>
                      <a:pt x="37" y="250"/>
                    </a:lnTo>
                    <a:lnTo>
                      <a:pt x="34" y="242"/>
                    </a:lnTo>
                    <a:lnTo>
                      <a:pt x="34" y="234"/>
                    </a:lnTo>
                    <a:lnTo>
                      <a:pt x="34" y="226"/>
                    </a:lnTo>
                    <a:lnTo>
                      <a:pt x="34" y="223"/>
                    </a:lnTo>
                    <a:lnTo>
                      <a:pt x="35" y="220"/>
                    </a:lnTo>
                    <a:lnTo>
                      <a:pt x="35" y="218"/>
                    </a:lnTo>
                    <a:lnTo>
                      <a:pt x="35" y="217"/>
                    </a:lnTo>
                    <a:lnTo>
                      <a:pt x="34" y="214"/>
                    </a:lnTo>
                    <a:lnTo>
                      <a:pt x="31" y="210"/>
                    </a:lnTo>
                    <a:lnTo>
                      <a:pt x="27" y="207"/>
                    </a:lnTo>
                    <a:lnTo>
                      <a:pt x="25" y="203"/>
                    </a:lnTo>
                    <a:lnTo>
                      <a:pt x="26" y="200"/>
                    </a:lnTo>
                    <a:lnTo>
                      <a:pt x="29" y="195"/>
                    </a:lnTo>
                    <a:lnTo>
                      <a:pt x="32" y="192"/>
                    </a:lnTo>
                    <a:lnTo>
                      <a:pt x="35" y="189"/>
                    </a:lnTo>
                    <a:lnTo>
                      <a:pt x="31" y="188"/>
                    </a:lnTo>
                    <a:lnTo>
                      <a:pt x="27" y="186"/>
                    </a:lnTo>
                    <a:lnTo>
                      <a:pt x="24" y="184"/>
                    </a:lnTo>
                    <a:lnTo>
                      <a:pt x="22" y="180"/>
                    </a:lnTo>
                    <a:lnTo>
                      <a:pt x="22" y="176"/>
                    </a:lnTo>
                    <a:lnTo>
                      <a:pt x="24" y="169"/>
                    </a:lnTo>
                    <a:lnTo>
                      <a:pt x="25" y="163"/>
                    </a:lnTo>
                    <a:lnTo>
                      <a:pt x="26" y="158"/>
                    </a:lnTo>
                    <a:lnTo>
                      <a:pt x="24" y="156"/>
                    </a:lnTo>
                    <a:lnTo>
                      <a:pt x="20" y="155"/>
                    </a:lnTo>
                    <a:lnTo>
                      <a:pt x="16" y="152"/>
                    </a:lnTo>
                    <a:lnTo>
                      <a:pt x="14" y="152"/>
                    </a:lnTo>
                    <a:lnTo>
                      <a:pt x="11" y="151"/>
                    </a:lnTo>
                    <a:lnTo>
                      <a:pt x="8" y="151"/>
                    </a:lnTo>
                    <a:lnTo>
                      <a:pt x="4" y="150"/>
                    </a:lnTo>
                    <a:lnTo>
                      <a:pt x="1" y="148"/>
                    </a:lnTo>
                    <a:lnTo>
                      <a:pt x="0" y="136"/>
                    </a:lnTo>
                    <a:lnTo>
                      <a:pt x="4" y="117"/>
                    </a:lnTo>
                    <a:lnTo>
                      <a:pt x="10" y="98"/>
                    </a:lnTo>
                    <a:lnTo>
                      <a:pt x="14" y="87"/>
                    </a:lnTo>
                    <a:lnTo>
                      <a:pt x="10" y="83"/>
                    </a:lnTo>
                    <a:lnTo>
                      <a:pt x="8" y="79"/>
                    </a:lnTo>
                    <a:lnTo>
                      <a:pt x="8" y="74"/>
                    </a:lnTo>
                    <a:lnTo>
                      <a:pt x="9" y="71"/>
                    </a:lnTo>
                    <a:lnTo>
                      <a:pt x="8" y="65"/>
                    </a:lnTo>
                    <a:lnTo>
                      <a:pt x="8" y="57"/>
                    </a:lnTo>
                    <a:lnTo>
                      <a:pt x="9" y="50"/>
                    </a:lnTo>
                    <a:lnTo>
                      <a:pt x="10" y="44"/>
                    </a:lnTo>
                    <a:lnTo>
                      <a:pt x="11" y="38"/>
                    </a:lnTo>
                    <a:lnTo>
                      <a:pt x="15" y="33"/>
                    </a:lnTo>
                    <a:lnTo>
                      <a:pt x="17" y="28"/>
                    </a:lnTo>
                    <a:lnTo>
                      <a:pt x="22" y="25"/>
                    </a:lnTo>
                    <a:lnTo>
                      <a:pt x="27" y="22"/>
                    </a:lnTo>
                    <a:lnTo>
                      <a:pt x="33" y="20"/>
                    </a:lnTo>
                    <a:lnTo>
                      <a:pt x="39" y="17"/>
                    </a:lnTo>
                    <a:lnTo>
                      <a:pt x="44" y="14"/>
                    </a:lnTo>
                    <a:lnTo>
                      <a:pt x="47" y="11"/>
                    </a:lnTo>
                    <a:lnTo>
                      <a:pt x="53" y="6"/>
                    </a:lnTo>
                    <a:lnTo>
                      <a:pt x="57" y="2"/>
                    </a:lnTo>
                    <a:lnTo>
                      <a:pt x="62" y="0"/>
                    </a:lnTo>
                    <a:lnTo>
                      <a:pt x="61" y="5"/>
                    </a:lnTo>
                    <a:lnTo>
                      <a:pt x="59" y="11"/>
                    </a:lnTo>
                    <a:lnTo>
                      <a:pt x="56" y="18"/>
                    </a:lnTo>
                    <a:lnTo>
                      <a:pt x="54" y="26"/>
                    </a:lnTo>
                    <a:lnTo>
                      <a:pt x="54" y="36"/>
                    </a:lnTo>
                    <a:lnTo>
                      <a:pt x="57" y="48"/>
                    </a:lnTo>
                    <a:lnTo>
                      <a:pt x="62" y="59"/>
                    </a:lnTo>
                    <a:lnTo>
                      <a:pt x="67" y="65"/>
                    </a:lnTo>
                    <a:lnTo>
                      <a:pt x="72" y="71"/>
                    </a:lnTo>
                    <a:lnTo>
                      <a:pt x="79" y="79"/>
                    </a:lnTo>
                    <a:lnTo>
                      <a:pt x="84" y="90"/>
                    </a:lnTo>
                    <a:lnTo>
                      <a:pt x="86" y="101"/>
                    </a:lnTo>
                    <a:lnTo>
                      <a:pt x="83" y="110"/>
                    </a:lnTo>
                    <a:lnTo>
                      <a:pt x="77" y="118"/>
                    </a:lnTo>
                    <a:lnTo>
                      <a:pt x="69" y="126"/>
                    </a:lnTo>
                    <a:lnTo>
                      <a:pt x="62" y="134"/>
                    </a:lnTo>
                    <a:lnTo>
                      <a:pt x="57" y="143"/>
                    </a:lnTo>
                    <a:lnTo>
                      <a:pt x="55" y="154"/>
                    </a:lnTo>
                    <a:lnTo>
                      <a:pt x="55" y="166"/>
                    </a:lnTo>
                    <a:lnTo>
                      <a:pt x="56" y="177"/>
                    </a:lnTo>
                    <a:lnTo>
                      <a:pt x="57" y="180"/>
                    </a:lnTo>
                    <a:lnTo>
                      <a:pt x="59" y="185"/>
                    </a:lnTo>
                    <a:lnTo>
                      <a:pt x="60" y="190"/>
                    </a:lnTo>
                    <a:lnTo>
                      <a:pt x="60" y="197"/>
                    </a:lnTo>
                    <a:lnTo>
                      <a:pt x="60" y="203"/>
                    </a:lnTo>
                    <a:lnTo>
                      <a:pt x="61" y="209"/>
                    </a:lnTo>
                    <a:lnTo>
                      <a:pt x="63" y="214"/>
                    </a:lnTo>
                    <a:lnTo>
                      <a:pt x="64" y="217"/>
                    </a:lnTo>
                    <a:lnTo>
                      <a:pt x="67" y="225"/>
                    </a:lnTo>
                    <a:lnTo>
                      <a:pt x="69" y="238"/>
                    </a:lnTo>
                    <a:lnTo>
                      <a:pt x="67" y="252"/>
                    </a:lnTo>
                    <a:lnTo>
                      <a:pt x="57" y="25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4" name="Freeform 105">
                <a:extLst>
                  <a:ext uri="{FF2B5EF4-FFF2-40B4-BE49-F238E27FC236}">
                    <a16:creationId xmlns:a16="http://schemas.microsoft.com/office/drawing/2014/main" id="{A51CF4A3-249A-403D-819F-50FE50F87BB2}"/>
                  </a:ext>
                </a:extLst>
              </p:cNvPr>
              <p:cNvSpPr>
                <a:spLocks/>
              </p:cNvSpPr>
              <p:nvPr/>
            </p:nvSpPr>
            <p:spPr bwMode="auto">
              <a:xfrm>
                <a:off x="4563" y="3018"/>
                <a:ext cx="18" cy="37"/>
              </a:xfrm>
              <a:custGeom>
                <a:avLst/>
                <a:gdLst>
                  <a:gd name="T0" fmla="*/ 0 w 34"/>
                  <a:gd name="T1" fmla="*/ 5 h 68"/>
                  <a:gd name="T2" fmla="*/ 4 w 34"/>
                  <a:gd name="T3" fmla="*/ 5 h 68"/>
                  <a:gd name="T4" fmla="*/ 8 w 34"/>
                  <a:gd name="T5" fmla="*/ 5 h 68"/>
                  <a:gd name="T6" fmla="*/ 11 w 34"/>
                  <a:gd name="T7" fmla="*/ 3 h 68"/>
                  <a:gd name="T8" fmla="*/ 13 w 34"/>
                  <a:gd name="T9" fmla="*/ 0 h 68"/>
                  <a:gd name="T10" fmla="*/ 16 w 34"/>
                  <a:gd name="T11" fmla="*/ 7 h 68"/>
                  <a:gd name="T12" fmla="*/ 18 w 34"/>
                  <a:gd name="T13" fmla="*/ 14 h 68"/>
                  <a:gd name="T14" fmla="*/ 18 w 34"/>
                  <a:gd name="T15" fmla="*/ 21 h 68"/>
                  <a:gd name="T16" fmla="*/ 16 w 34"/>
                  <a:gd name="T17" fmla="*/ 26 h 68"/>
                  <a:gd name="T18" fmla="*/ 12 w 34"/>
                  <a:gd name="T19" fmla="*/ 29 h 68"/>
                  <a:gd name="T20" fmla="*/ 8 w 34"/>
                  <a:gd name="T21" fmla="*/ 32 h 68"/>
                  <a:gd name="T22" fmla="*/ 4 w 34"/>
                  <a:gd name="T23" fmla="*/ 34 h 68"/>
                  <a:gd name="T24" fmla="*/ 2 w 34"/>
                  <a:gd name="T25" fmla="*/ 37 h 68"/>
                  <a:gd name="T26" fmla="*/ 3 w 34"/>
                  <a:gd name="T27" fmla="*/ 30 h 68"/>
                  <a:gd name="T28" fmla="*/ 3 w 34"/>
                  <a:gd name="T29" fmla="*/ 21 h 68"/>
                  <a:gd name="T30" fmla="*/ 2 w 34"/>
                  <a:gd name="T31" fmla="*/ 12 h 68"/>
                  <a:gd name="T32" fmla="*/ 0 w 34"/>
                  <a:gd name="T33" fmla="*/ 5 h 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68">
                    <a:moveTo>
                      <a:pt x="0" y="9"/>
                    </a:moveTo>
                    <a:lnTo>
                      <a:pt x="7" y="10"/>
                    </a:lnTo>
                    <a:lnTo>
                      <a:pt x="15" y="9"/>
                    </a:lnTo>
                    <a:lnTo>
                      <a:pt x="21" y="6"/>
                    </a:lnTo>
                    <a:lnTo>
                      <a:pt x="24" y="0"/>
                    </a:lnTo>
                    <a:lnTo>
                      <a:pt x="30" y="12"/>
                    </a:lnTo>
                    <a:lnTo>
                      <a:pt x="34" y="25"/>
                    </a:lnTo>
                    <a:lnTo>
                      <a:pt x="34" y="38"/>
                    </a:lnTo>
                    <a:lnTo>
                      <a:pt x="30" y="47"/>
                    </a:lnTo>
                    <a:lnTo>
                      <a:pt x="23" y="53"/>
                    </a:lnTo>
                    <a:lnTo>
                      <a:pt x="15" y="58"/>
                    </a:lnTo>
                    <a:lnTo>
                      <a:pt x="8" y="62"/>
                    </a:lnTo>
                    <a:lnTo>
                      <a:pt x="4" y="68"/>
                    </a:lnTo>
                    <a:lnTo>
                      <a:pt x="6" y="55"/>
                    </a:lnTo>
                    <a:lnTo>
                      <a:pt x="6" y="38"/>
                    </a:lnTo>
                    <a:lnTo>
                      <a:pt x="4" y="22"/>
                    </a:lnTo>
                    <a:lnTo>
                      <a:pt x="0"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5" name="Freeform 106">
                <a:extLst>
                  <a:ext uri="{FF2B5EF4-FFF2-40B4-BE49-F238E27FC236}">
                    <a16:creationId xmlns:a16="http://schemas.microsoft.com/office/drawing/2014/main" id="{461576C1-91F6-4938-A3BE-0CE7A84D79D3}"/>
                  </a:ext>
                </a:extLst>
              </p:cNvPr>
              <p:cNvSpPr>
                <a:spLocks/>
              </p:cNvSpPr>
              <p:nvPr/>
            </p:nvSpPr>
            <p:spPr bwMode="auto">
              <a:xfrm>
                <a:off x="4631" y="2990"/>
                <a:ext cx="24" cy="18"/>
              </a:xfrm>
              <a:custGeom>
                <a:avLst/>
                <a:gdLst>
                  <a:gd name="T0" fmla="*/ 0 w 44"/>
                  <a:gd name="T1" fmla="*/ 9 h 33"/>
                  <a:gd name="T2" fmla="*/ 4 w 44"/>
                  <a:gd name="T3" fmla="*/ 9 h 33"/>
                  <a:gd name="T4" fmla="*/ 8 w 44"/>
                  <a:gd name="T5" fmla="*/ 9 h 33"/>
                  <a:gd name="T6" fmla="*/ 11 w 44"/>
                  <a:gd name="T7" fmla="*/ 8 h 33"/>
                  <a:gd name="T8" fmla="*/ 15 w 44"/>
                  <a:gd name="T9" fmla="*/ 7 h 33"/>
                  <a:gd name="T10" fmla="*/ 17 w 44"/>
                  <a:gd name="T11" fmla="*/ 5 h 33"/>
                  <a:gd name="T12" fmla="*/ 19 w 44"/>
                  <a:gd name="T13" fmla="*/ 3 h 33"/>
                  <a:gd name="T14" fmla="*/ 20 w 44"/>
                  <a:gd name="T15" fmla="*/ 2 h 33"/>
                  <a:gd name="T16" fmla="*/ 21 w 44"/>
                  <a:gd name="T17" fmla="*/ 0 h 33"/>
                  <a:gd name="T18" fmla="*/ 23 w 44"/>
                  <a:gd name="T19" fmla="*/ 3 h 33"/>
                  <a:gd name="T20" fmla="*/ 24 w 44"/>
                  <a:gd name="T21" fmla="*/ 7 h 33"/>
                  <a:gd name="T22" fmla="*/ 23 w 44"/>
                  <a:gd name="T23" fmla="*/ 10 h 33"/>
                  <a:gd name="T24" fmla="*/ 20 w 44"/>
                  <a:gd name="T25" fmla="*/ 14 h 33"/>
                  <a:gd name="T26" fmla="*/ 15 w 44"/>
                  <a:gd name="T27" fmla="*/ 16 h 33"/>
                  <a:gd name="T28" fmla="*/ 11 w 44"/>
                  <a:gd name="T29" fmla="*/ 18 h 33"/>
                  <a:gd name="T30" fmla="*/ 9 w 44"/>
                  <a:gd name="T31" fmla="*/ 18 h 33"/>
                  <a:gd name="T32" fmla="*/ 7 w 44"/>
                  <a:gd name="T33" fmla="*/ 17 h 33"/>
                  <a:gd name="T34" fmla="*/ 4 w 44"/>
                  <a:gd name="T35" fmla="*/ 15 h 33"/>
                  <a:gd name="T36" fmla="*/ 3 w 44"/>
                  <a:gd name="T37" fmla="*/ 13 h 33"/>
                  <a:gd name="T38" fmla="*/ 2 w 44"/>
                  <a:gd name="T39" fmla="*/ 11 h 33"/>
                  <a:gd name="T40" fmla="*/ 0 w 44"/>
                  <a:gd name="T41" fmla="*/ 9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4" h="33">
                    <a:moveTo>
                      <a:pt x="0" y="16"/>
                    </a:moveTo>
                    <a:lnTo>
                      <a:pt x="7" y="17"/>
                    </a:lnTo>
                    <a:lnTo>
                      <a:pt x="14" y="16"/>
                    </a:lnTo>
                    <a:lnTo>
                      <a:pt x="21" y="15"/>
                    </a:lnTo>
                    <a:lnTo>
                      <a:pt x="27" y="12"/>
                    </a:lnTo>
                    <a:lnTo>
                      <a:pt x="32" y="10"/>
                    </a:lnTo>
                    <a:lnTo>
                      <a:pt x="35" y="6"/>
                    </a:lnTo>
                    <a:lnTo>
                      <a:pt x="37" y="3"/>
                    </a:lnTo>
                    <a:lnTo>
                      <a:pt x="38" y="0"/>
                    </a:lnTo>
                    <a:lnTo>
                      <a:pt x="42" y="6"/>
                    </a:lnTo>
                    <a:lnTo>
                      <a:pt x="44" y="13"/>
                    </a:lnTo>
                    <a:lnTo>
                      <a:pt x="43" y="19"/>
                    </a:lnTo>
                    <a:lnTo>
                      <a:pt x="37" y="25"/>
                    </a:lnTo>
                    <a:lnTo>
                      <a:pt x="28" y="29"/>
                    </a:lnTo>
                    <a:lnTo>
                      <a:pt x="21" y="33"/>
                    </a:lnTo>
                    <a:lnTo>
                      <a:pt x="17" y="33"/>
                    </a:lnTo>
                    <a:lnTo>
                      <a:pt x="12" y="31"/>
                    </a:lnTo>
                    <a:lnTo>
                      <a:pt x="8" y="27"/>
                    </a:lnTo>
                    <a:lnTo>
                      <a:pt x="5" y="24"/>
                    </a:lnTo>
                    <a:lnTo>
                      <a:pt x="3" y="20"/>
                    </a:lnTo>
                    <a:lnTo>
                      <a:pt x="0"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6" name="Freeform 107">
                <a:extLst>
                  <a:ext uri="{FF2B5EF4-FFF2-40B4-BE49-F238E27FC236}">
                    <a16:creationId xmlns:a16="http://schemas.microsoft.com/office/drawing/2014/main" id="{A6296236-02C1-4093-BCC9-09F5C023CA5C}"/>
                  </a:ext>
                </a:extLst>
              </p:cNvPr>
              <p:cNvSpPr>
                <a:spLocks/>
              </p:cNvSpPr>
              <p:nvPr/>
            </p:nvSpPr>
            <p:spPr bwMode="auto">
              <a:xfrm>
                <a:off x="4632" y="2983"/>
                <a:ext cx="11" cy="8"/>
              </a:xfrm>
              <a:custGeom>
                <a:avLst/>
                <a:gdLst>
                  <a:gd name="T0" fmla="*/ 0 w 19"/>
                  <a:gd name="T1" fmla="*/ 1 h 17"/>
                  <a:gd name="T2" fmla="*/ 2 w 19"/>
                  <a:gd name="T3" fmla="*/ 2 h 17"/>
                  <a:gd name="T4" fmla="*/ 6 w 19"/>
                  <a:gd name="T5" fmla="*/ 3 h 17"/>
                  <a:gd name="T6" fmla="*/ 9 w 19"/>
                  <a:gd name="T7" fmla="*/ 2 h 17"/>
                  <a:gd name="T8" fmla="*/ 10 w 19"/>
                  <a:gd name="T9" fmla="*/ 0 h 17"/>
                  <a:gd name="T10" fmla="*/ 11 w 19"/>
                  <a:gd name="T11" fmla="*/ 2 h 17"/>
                  <a:gd name="T12" fmla="*/ 11 w 19"/>
                  <a:gd name="T13" fmla="*/ 5 h 17"/>
                  <a:gd name="T14" fmla="*/ 10 w 19"/>
                  <a:gd name="T15" fmla="*/ 7 h 17"/>
                  <a:gd name="T16" fmla="*/ 8 w 19"/>
                  <a:gd name="T17" fmla="*/ 8 h 17"/>
                  <a:gd name="T18" fmla="*/ 5 w 19"/>
                  <a:gd name="T19" fmla="*/ 8 h 17"/>
                  <a:gd name="T20" fmla="*/ 1 w 19"/>
                  <a:gd name="T21" fmla="*/ 7 h 17"/>
                  <a:gd name="T22" fmla="*/ 0 w 19"/>
                  <a:gd name="T23" fmla="*/ 5 h 17"/>
                  <a:gd name="T24" fmla="*/ 0 w 19"/>
                  <a:gd name="T25" fmla="*/ 1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17">
                    <a:moveTo>
                      <a:pt x="0" y="3"/>
                    </a:moveTo>
                    <a:lnTo>
                      <a:pt x="4" y="5"/>
                    </a:lnTo>
                    <a:lnTo>
                      <a:pt x="10" y="7"/>
                    </a:lnTo>
                    <a:lnTo>
                      <a:pt x="15" y="4"/>
                    </a:lnTo>
                    <a:lnTo>
                      <a:pt x="17" y="0"/>
                    </a:lnTo>
                    <a:lnTo>
                      <a:pt x="19" y="5"/>
                    </a:lnTo>
                    <a:lnTo>
                      <a:pt x="19" y="10"/>
                    </a:lnTo>
                    <a:lnTo>
                      <a:pt x="17" y="15"/>
                    </a:lnTo>
                    <a:lnTo>
                      <a:pt x="14" y="17"/>
                    </a:lnTo>
                    <a:lnTo>
                      <a:pt x="8" y="17"/>
                    </a:lnTo>
                    <a:lnTo>
                      <a:pt x="2" y="15"/>
                    </a:lnTo>
                    <a:lnTo>
                      <a:pt x="0" y="10"/>
                    </a:lnTo>
                    <a:lnTo>
                      <a:pt x="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7" name="Freeform 108">
                <a:extLst>
                  <a:ext uri="{FF2B5EF4-FFF2-40B4-BE49-F238E27FC236}">
                    <a16:creationId xmlns:a16="http://schemas.microsoft.com/office/drawing/2014/main" id="{9151E1C5-81BC-4BCB-8D6C-E3FA558148DC}"/>
                  </a:ext>
                </a:extLst>
              </p:cNvPr>
              <p:cNvSpPr>
                <a:spLocks/>
              </p:cNvSpPr>
              <p:nvPr/>
            </p:nvSpPr>
            <p:spPr bwMode="auto">
              <a:xfrm>
                <a:off x="4567" y="2895"/>
                <a:ext cx="40" cy="19"/>
              </a:xfrm>
              <a:custGeom>
                <a:avLst/>
                <a:gdLst>
                  <a:gd name="T0" fmla="*/ 0 w 73"/>
                  <a:gd name="T1" fmla="*/ 13 h 33"/>
                  <a:gd name="T2" fmla="*/ 7 w 73"/>
                  <a:gd name="T3" fmla="*/ 14 h 33"/>
                  <a:gd name="T4" fmla="*/ 12 w 73"/>
                  <a:gd name="T5" fmla="*/ 12 h 33"/>
                  <a:gd name="T6" fmla="*/ 15 w 73"/>
                  <a:gd name="T7" fmla="*/ 9 h 33"/>
                  <a:gd name="T8" fmla="*/ 19 w 73"/>
                  <a:gd name="T9" fmla="*/ 5 h 33"/>
                  <a:gd name="T10" fmla="*/ 20 w 73"/>
                  <a:gd name="T11" fmla="*/ 3 h 33"/>
                  <a:gd name="T12" fmla="*/ 24 w 73"/>
                  <a:gd name="T13" fmla="*/ 2 h 33"/>
                  <a:gd name="T14" fmla="*/ 27 w 73"/>
                  <a:gd name="T15" fmla="*/ 1 h 33"/>
                  <a:gd name="T16" fmla="*/ 31 w 73"/>
                  <a:gd name="T17" fmla="*/ 0 h 33"/>
                  <a:gd name="T18" fmla="*/ 33 w 73"/>
                  <a:gd name="T19" fmla="*/ 1 h 33"/>
                  <a:gd name="T20" fmla="*/ 37 w 73"/>
                  <a:gd name="T21" fmla="*/ 2 h 33"/>
                  <a:gd name="T22" fmla="*/ 39 w 73"/>
                  <a:gd name="T23" fmla="*/ 6 h 33"/>
                  <a:gd name="T24" fmla="*/ 40 w 73"/>
                  <a:gd name="T25" fmla="*/ 12 h 33"/>
                  <a:gd name="T26" fmla="*/ 36 w 73"/>
                  <a:gd name="T27" fmla="*/ 9 h 33"/>
                  <a:gd name="T28" fmla="*/ 31 w 73"/>
                  <a:gd name="T29" fmla="*/ 7 h 33"/>
                  <a:gd name="T30" fmla="*/ 27 w 73"/>
                  <a:gd name="T31" fmla="*/ 9 h 33"/>
                  <a:gd name="T32" fmla="*/ 21 w 73"/>
                  <a:gd name="T33" fmla="*/ 12 h 33"/>
                  <a:gd name="T34" fmla="*/ 19 w 73"/>
                  <a:gd name="T35" fmla="*/ 15 h 33"/>
                  <a:gd name="T36" fmla="*/ 16 w 73"/>
                  <a:gd name="T37" fmla="*/ 17 h 33"/>
                  <a:gd name="T38" fmla="*/ 14 w 73"/>
                  <a:gd name="T39" fmla="*/ 18 h 33"/>
                  <a:gd name="T40" fmla="*/ 12 w 73"/>
                  <a:gd name="T41" fmla="*/ 19 h 33"/>
                  <a:gd name="T42" fmla="*/ 8 w 73"/>
                  <a:gd name="T43" fmla="*/ 19 h 33"/>
                  <a:gd name="T44" fmla="*/ 6 w 73"/>
                  <a:gd name="T45" fmla="*/ 18 h 33"/>
                  <a:gd name="T46" fmla="*/ 3 w 73"/>
                  <a:gd name="T47" fmla="*/ 16 h 33"/>
                  <a:gd name="T48" fmla="*/ 0 w 73"/>
                  <a:gd name="T49" fmla="*/ 13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 h="33">
                    <a:moveTo>
                      <a:pt x="0" y="23"/>
                    </a:moveTo>
                    <a:lnTo>
                      <a:pt x="12" y="24"/>
                    </a:lnTo>
                    <a:lnTo>
                      <a:pt x="21" y="20"/>
                    </a:lnTo>
                    <a:lnTo>
                      <a:pt x="28" y="15"/>
                    </a:lnTo>
                    <a:lnTo>
                      <a:pt x="34" y="9"/>
                    </a:lnTo>
                    <a:lnTo>
                      <a:pt x="37" y="5"/>
                    </a:lnTo>
                    <a:lnTo>
                      <a:pt x="43" y="3"/>
                    </a:lnTo>
                    <a:lnTo>
                      <a:pt x="49" y="1"/>
                    </a:lnTo>
                    <a:lnTo>
                      <a:pt x="56" y="0"/>
                    </a:lnTo>
                    <a:lnTo>
                      <a:pt x="61" y="1"/>
                    </a:lnTo>
                    <a:lnTo>
                      <a:pt x="67" y="4"/>
                    </a:lnTo>
                    <a:lnTo>
                      <a:pt x="71" y="11"/>
                    </a:lnTo>
                    <a:lnTo>
                      <a:pt x="73" y="21"/>
                    </a:lnTo>
                    <a:lnTo>
                      <a:pt x="66" y="16"/>
                    </a:lnTo>
                    <a:lnTo>
                      <a:pt x="57" y="13"/>
                    </a:lnTo>
                    <a:lnTo>
                      <a:pt x="49" y="15"/>
                    </a:lnTo>
                    <a:lnTo>
                      <a:pt x="39" y="21"/>
                    </a:lnTo>
                    <a:lnTo>
                      <a:pt x="35" y="26"/>
                    </a:lnTo>
                    <a:lnTo>
                      <a:pt x="30" y="30"/>
                    </a:lnTo>
                    <a:lnTo>
                      <a:pt x="26" y="32"/>
                    </a:lnTo>
                    <a:lnTo>
                      <a:pt x="21" y="33"/>
                    </a:lnTo>
                    <a:lnTo>
                      <a:pt x="15" y="33"/>
                    </a:lnTo>
                    <a:lnTo>
                      <a:pt x="11" y="31"/>
                    </a:lnTo>
                    <a:lnTo>
                      <a:pt x="5" y="27"/>
                    </a:lnTo>
                    <a:lnTo>
                      <a:pt x="0" y="2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8" name="Freeform 109">
                <a:extLst>
                  <a:ext uri="{FF2B5EF4-FFF2-40B4-BE49-F238E27FC236}">
                    <a16:creationId xmlns:a16="http://schemas.microsoft.com/office/drawing/2014/main" id="{29160E1C-36AD-454D-9DCB-B9FB4DFFAB9D}"/>
                  </a:ext>
                </a:extLst>
              </p:cNvPr>
              <p:cNvSpPr>
                <a:spLocks/>
              </p:cNvSpPr>
              <p:nvPr/>
            </p:nvSpPr>
            <p:spPr bwMode="auto">
              <a:xfrm>
                <a:off x="4615" y="2865"/>
                <a:ext cx="89" cy="126"/>
              </a:xfrm>
              <a:custGeom>
                <a:avLst/>
                <a:gdLst>
                  <a:gd name="T0" fmla="*/ 60 w 162"/>
                  <a:gd name="T1" fmla="*/ 41 h 232"/>
                  <a:gd name="T2" fmla="*/ 54 w 162"/>
                  <a:gd name="T3" fmla="*/ 35 h 232"/>
                  <a:gd name="T4" fmla="*/ 46 w 162"/>
                  <a:gd name="T5" fmla="*/ 34 h 232"/>
                  <a:gd name="T6" fmla="*/ 42 w 162"/>
                  <a:gd name="T7" fmla="*/ 29 h 232"/>
                  <a:gd name="T8" fmla="*/ 42 w 162"/>
                  <a:gd name="T9" fmla="*/ 24 h 232"/>
                  <a:gd name="T10" fmla="*/ 39 w 162"/>
                  <a:gd name="T11" fmla="*/ 17 h 232"/>
                  <a:gd name="T12" fmla="*/ 34 w 162"/>
                  <a:gd name="T13" fmla="*/ 9 h 232"/>
                  <a:gd name="T14" fmla="*/ 23 w 162"/>
                  <a:gd name="T15" fmla="*/ 4 h 232"/>
                  <a:gd name="T16" fmla="*/ 10 w 162"/>
                  <a:gd name="T17" fmla="*/ 4 h 232"/>
                  <a:gd name="T18" fmla="*/ 3 w 162"/>
                  <a:gd name="T19" fmla="*/ 2 h 232"/>
                  <a:gd name="T20" fmla="*/ 4 w 162"/>
                  <a:gd name="T21" fmla="*/ 3 h 232"/>
                  <a:gd name="T22" fmla="*/ 10 w 162"/>
                  <a:gd name="T23" fmla="*/ 8 h 232"/>
                  <a:gd name="T24" fmla="*/ 14 w 162"/>
                  <a:gd name="T25" fmla="*/ 14 h 232"/>
                  <a:gd name="T26" fmla="*/ 18 w 162"/>
                  <a:gd name="T27" fmla="*/ 18 h 232"/>
                  <a:gd name="T28" fmla="*/ 21 w 162"/>
                  <a:gd name="T29" fmla="*/ 24 h 232"/>
                  <a:gd name="T30" fmla="*/ 29 w 162"/>
                  <a:gd name="T31" fmla="*/ 32 h 232"/>
                  <a:gd name="T32" fmla="*/ 37 w 162"/>
                  <a:gd name="T33" fmla="*/ 37 h 232"/>
                  <a:gd name="T34" fmla="*/ 46 w 162"/>
                  <a:gd name="T35" fmla="*/ 47 h 232"/>
                  <a:gd name="T36" fmla="*/ 44 w 162"/>
                  <a:gd name="T37" fmla="*/ 58 h 232"/>
                  <a:gd name="T38" fmla="*/ 43 w 162"/>
                  <a:gd name="T39" fmla="*/ 70 h 232"/>
                  <a:gd name="T40" fmla="*/ 52 w 162"/>
                  <a:gd name="T41" fmla="*/ 77 h 232"/>
                  <a:gd name="T42" fmla="*/ 57 w 162"/>
                  <a:gd name="T43" fmla="*/ 86 h 232"/>
                  <a:gd name="T44" fmla="*/ 53 w 162"/>
                  <a:gd name="T45" fmla="*/ 98 h 232"/>
                  <a:gd name="T46" fmla="*/ 43 w 162"/>
                  <a:gd name="T47" fmla="*/ 103 h 232"/>
                  <a:gd name="T48" fmla="*/ 38 w 162"/>
                  <a:gd name="T49" fmla="*/ 93 h 232"/>
                  <a:gd name="T50" fmla="*/ 34 w 162"/>
                  <a:gd name="T51" fmla="*/ 85 h 232"/>
                  <a:gd name="T52" fmla="*/ 30 w 162"/>
                  <a:gd name="T53" fmla="*/ 80 h 232"/>
                  <a:gd name="T54" fmla="*/ 23 w 162"/>
                  <a:gd name="T55" fmla="*/ 78 h 232"/>
                  <a:gd name="T56" fmla="*/ 12 w 162"/>
                  <a:gd name="T57" fmla="*/ 84 h 232"/>
                  <a:gd name="T58" fmla="*/ 4 w 162"/>
                  <a:gd name="T59" fmla="*/ 99 h 232"/>
                  <a:gd name="T60" fmla="*/ 9 w 162"/>
                  <a:gd name="T61" fmla="*/ 104 h 232"/>
                  <a:gd name="T62" fmla="*/ 16 w 162"/>
                  <a:gd name="T63" fmla="*/ 105 h 232"/>
                  <a:gd name="T64" fmla="*/ 24 w 162"/>
                  <a:gd name="T65" fmla="*/ 105 h 232"/>
                  <a:gd name="T66" fmla="*/ 32 w 162"/>
                  <a:gd name="T67" fmla="*/ 106 h 232"/>
                  <a:gd name="T68" fmla="*/ 41 w 162"/>
                  <a:gd name="T69" fmla="*/ 109 h 232"/>
                  <a:gd name="T70" fmla="*/ 48 w 162"/>
                  <a:gd name="T71" fmla="*/ 114 h 232"/>
                  <a:gd name="T72" fmla="*/ 51 w 162"/>
                  <a:gd name="T73" fmla="*/ 122 h 232"/>
                  <a:gd name="T74" fmla="*/ 58 w 162"/>
                  <a:gd name="T75" fmla="*/ 126 h 232"/>
                  <a:gd name="T76" fmla="*/ 67 w 162"/>
                  <a:gd name="T77" fmla="*/ 123 h 232"/>
                  <a:gd name="T78" fmla="*/ 73 w 162"/>
                  <a:gd name="T79" fmla="*/ 117 h 232"/>
                  <a:gd name="T80" fmla="*/ 70 w 162"/>
                  <a:gd name="T81" fmla="*/ 111 h 232"/>
                  <a:gd name="T82" fmla="*/ 64 w 162"/>
                  <a:gd name="T83" fmla="*/ 112 h 232"/>
                  <a:gd name="T84" fmla="*/ 60 w 162"/>
                  <a:gd name="T85" fmla="*/ 109 h 232"/>
                  <a:gd name="T86" fmla="*/ 64 w 162"/>
                  <a:gd name="T87" fmla="*/ 95 h 232"/>
                  <a:gd name="T88" fmla="*/ 69 w 162"/>
                  <a:gd name="T89" fmla="*/ 88 h 232"/>
                  <a:gd name="T90" fmla="*/ 75 w 162"/>
                  <a:gd name="T91" fmla="*/ 85 h 232"/>
                  <a:gd name="T92" fmla="*/ 80 w 162"/>
                  <a:gd name="T93" fmla="*/ 84 h 232"/>
                  <a:gd name="T94" fmla="*/ 87 w 162"/>
                  <a:gd name="T95" fmla="*/ 86 h 232"/>
                  <a:gd name="T96" fmla="*/ 87 w 162"/>
                  <a:gd name="T97" fmla="*/ 81 h 232"/>
                  <a:gd name="T98" fmla="*/ 79 w 162"/>
                  <a:gd name="T99" fmla="*/ 70 h 232"/>
                  <a:gd name="T100" fmla="*/ 71 w 162"/>
                  <a:gd name="T101" fmla="*/ 66 h 232"/>
                  <a:gd name="T102" fmla="*/ 66 w 162"/>
                  <a:gd name="T103" fmla="*/ 68 h 232"/>
                  <a:gd name="T104" fmla="*/ 66 w 162"/>
                  <a:gd name="T105" fmla="*/ 72 h 232"/>
                  <a:gd name="T106" fmla="*/ 67 w 162"/>
                  <a:gd name="T107" fmla="*/ 77 h 232"/>
                  <a:gd name="T108" fmla="*/ 64 w 162"/>
                  <a:gd name="T109" fmla="*/ 78 h 232"/>
                  <a:gd name="T110" fmla="*/ 59 w 162"/>
                  <a:gd name="T111" fmla="*/ 75 h 232"/>
                  <a:gd name="T112" fmla="*/ 57 w 162"/>
                  <a:gd name="T113" fmla="*/ 70 h 232"/>
                  <a:gd name="T114" fmla="*/ 54 w 162"/>
                  <a:gd name="T115" fmla="*/ 64 h 232"/>
                  <a:gd name="T116" fmla="*/ 58 w 162"/>
                  <a:gd name="T117" fmla="*/ 55 h 232"/>
                  <a:gd name="T118" fmla="*/ 62 w 162"/>
                  <a:gd name="T119" fmla="*/ 48 h 23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2" h="232">
                    <a:moveTo>
                      <a:pt x="113" y="82"/>
                    </a:moveTo>
                    <a:lnTo>
                      <a:pt x="109" y="75"/>
                    </a:lnTo>
                    <a:lnTo>
                      <a:pt x="105" y="69"/>
                    </a:lnTo>
                    <a:lnTo>
                      <a:pt x="98" y="65"/>
                    </a:lnTo>
                    <a:lnTo>
                      <a:pt x="91" y="64"/>
                    </a:lnTo>
                    <a:lnTo>
                      <a:pt x="84" y="63"/>
                    </a:lnTo>
                    <a:lnTo>
                      <a:pt x="79" y="58"/>
                    </a:lnTo>
                    <a:lnTo>
                      <a:pt x="77" y="53"/>
                    </a:lnTo>
                    <a:lnTo>
                      <a:pt x="76" y="48"/>
                    </a:lnTo>
                    <a:lnTo>
                      <a:pt x="76" y="44"/>
                    </a:lnTo>
                    <a:lnTo>
                      <a:pt x="74" y="38"/>
                    </a:lnTo>
                    <a:lnTo>
                      <a:pt x="71" y="31"/>
                    </a:lnTo>
                    <a:lnTo>
                      <a:pt x="67" y="23"/>
                    </a:lnTo>
                    <a:lnTo>
                      <a:pt x="61" y="16"/>
                    </a:lnTo>
                    <a:lnTo>
                      <a:pt x="52" y="11"/>
                    </a:lnTo>
                    <a:lnTo>
                      <a:pt x="41" y="7"/>
                    </a:lnTo>
                    <a:lnTo>
                      <a:pt x="27" y="7"/>
                    </a:lnTo>
                    <a:lnTo>
                      <a:pt x="18" y="7"/>
                    </a:lnTo>
                    <a:lnTo>
                      <a:pt x="11" y="5"/>
                    </a:lnTo>
                    <a:lnTo>
                      <a:pt x="6" y="3"/>
                    </a:lnTo>
                    <a:lnTo>
                      <a:pt x="0" y="0"/>
                    </a:lnTo>
                    <a:lnTo>
                      <a:pt x="7" y="5"/>
                    </a:lnTo>
                    <a:lnTo>
                      <a:pt x="14" y="11"/>
                    </a:lnTo>
                    <a:lnTo>
                      <a:pt x="18" y="15"/>
                    </a:lnTo>
                    <a:lnTo>
                      <a:pt x="23" y="21"/>
                    </a:lnTo>
                    <a:lnTo>
                      <a:pt x="26" y="26"/>
                    </a:lnTo>
                    <a:lnTo>
                      <a:pt x="30" y="30"/>
                    </a:lnTo>
                    <a:lnTo>
                      <a:pt x="32" y="34"/>
                    </a:lnTo>
                    <a:lnTo>
                      <a:pt x="34" y="38"/>
                    </a:lnTo>
                    <a:lnTo>
                      <a:pt x="39" y="45"/>
                    </a:lnTo>
                    <a:lnTo>
                      <a:pt x="46" y="52"/>
                    </a:lnTo>
                    <a:lnTo>
                      <a:pt x="53" y="59"/>
                    </a:lnTo>
                    <a:lnTo>
                      <a:pt x="60" y="63"/>
                    </a:lnTo>
                    <a:lnTo>
                      <a:pt x="68" y="68"/>
                    </a:lnTo>
                    <a:lnTo>
                      <a:pt x="76" y="75"/>
                    </a:lnTo>
                    <a:lnTo>
                      <a:pt x="83" y="86"/>
                    </a:lnTo>
                    <a:lnTo>
                      <a:pt x="84" y="95"/>
                    </a:lnTo>
                    <a:lnTo>
                      <a:pt x="80" y="106"/>
                    </a:lnTo>
                    <a:lnTo>
                      <a:pt x="78" y="118"/>
                    </a:lnTo>
                    <a:lnTo>
                      <a:pt x="79" y="129"/>
                    </a:lnTo>
                    <a:lnTo>
                      <a:pt x="85" y="136"/>
                    </a:lnTo>
                    <a:lnTo>
                      <a:pt x="94" y="142"/>
                    </a:lnTo>
                    <a:lnTo>
                      <a:pt x="100" y="150"/>
                    </a:lnTo>
                    <a:lnTo>
                      <a:pt x="103" y="159"/>
                    </a:lnTo>
                    <a:lnTo>
                      <a:pt x="102" y="170"/>
                    </a:lnTo>
                    <a:lnTo>
                      <a:pt x="97" y="180"/>
                    </a:lnTo>
                    <a:lnTo>
                      <a:pt x="88" y="187"/>
                    </a:lnTo>
                    <a:lnTo>
                      <a:pt x="79" y="189"/>
                    </a:lnTo>
                    <a:lnTo>
                      <a:pt x="72" y="180"/>
                    </a:lnTo>
                    <a:lnTo>
                      <a:pt x="69" y="172"/>
                    </a:lnTo>
                    <a:lnTo>
                      <a:pt x="65" y="165"/>
                    </a:lnTo>
                    <a:lnTo>
                      <a:pt x="62" y="157"/>
                    </a:lnTo>
                    <a:lnTo>
                      <a:pt x="59" y="151"/>
                    </a:lnTo>
                    <a:lnTo>
                      <a:pt x="54" y="147"/>
                    </a:lnTo>
                    <a:lnTo>
                      <a:pt x="48" y="143"/>
                    </a:lnTo>
                    <a:lnTo>
                      <a:pt x="41" y="143"/>
                    </a:lnTo>
                    <a:lnTo>
                      <a:pt x="34" y="144"/>
                    </a:lnTo>
                    <a:lnTo>
                      <a:pt x="21" y="154"/>
                    </a:lnTo>
                    <a:lnTo>
                      <a:pt x="11" y="168"/>
                    </a:lnTo>
                    <a:lnTo>
                      <a:pt x="8" y="182"/>
                    </a:lnTo>
                    <a:lnTo>
                      <a:pt x="11" y="190"/>
                    </a:lnTo>
                    <a:lnTo>
                      <a:pt x="16" y="192"/>
                    </a:lnTo>
                    <a:lnTo>
                      <a:pt x="22" y="193"/>
                    </a:lnTo>
                    <a:lnTo>
                      <a:pt x="29" y="194"/>
                    </a:lnTo>
                    <a:lnTo>
                      <a:pt x="37" y="194"/>
                    </a:lnTo>
                    <a:lnTo>
                      <a:pt x="44" y="194"/>
                    </a:lnTo>
                    <a:lnTo>
                      <a:pt x="52" y="195"/>
                    </a:lnTo>
                    <a:lnTo>
                      <a:pt x="59" y="196"/>
                    </a:lnTo>
                    <a:lnTo>
                      <a:pt x="64" y="197"/>
                    </a:lnTo>
                    <a:lnTo>
                      <a:pt x="74" y="201"/>
                    </a:lnTo>
                    <a:lnTo>
                      <a:pt x="82" y="205"/>
                    </a:lnTo>
                    <a:lnTo>
                      <a:pt x="87" y="210"/>
                    </a:lnTo>
                    <a:lnTo>
                      <a:pt x="90" y="217"/>
                    </a:lnTo>
                    <a:lnTo>
                      <a:pt x="93" y="224"/>
                    </a:lnTo>
                    <a:lnTo>
                      <a:pt x="99" y="230"/>
                    </a:lnTo>
                    <a:lnTo>
                      <a:pt x="106" y="232"/>
                    </a:lnTo>
                    <a:lnTo>
                      <a:pt x="114" y="231"/>
                    </a:lnTo>
                    <a:lnTo>
                      <a:pt x="122" y="226"/>
                    </a:lnTo>
                    <a:lnTo>
                      <a:pt x="129" y="220"/>
                    </a:lnTo>
                    <a:lnTo>
                      <a:pt x="132" y="215"/>
                    </a:lnTo>
                    <a:lnTo>
                      <a:pt x="132" y="209"/>
                    </a:lnTo>
                    <a:lnTo>
                      <a:pt x="128" y="205"/>
                    </a:lnTo>
                    <a:lnTo>
                      <a:pt x="122" y="205"/>
                    </a:lnTo>
                    <a:lnTo>
                      <a:pt x="116" y="206"/>
                    </a:lnTo>
                    <a:lnTo>
                      <a:pt x="113" y="210"/>
                    </a:lnTo>
                    <a:lnTo>
                      <a:pt x="110" y="200"/>
                    </a:lnTo>
                    <a:lnTo>
                      <a:pt x="112" y="187"/>
                    </a:lnTo>
                    <a:lnTo>
                      <a:pt x="116" y="175"/>
                    </a:lnTo>
                    <a:lnTo>
                      <a:pt x="121" y="167"/>
                    </a:lnTo>
                    <a:lnTo>
                      <a:pt x="125" y="162"/>
                    </a:lnTo>
                    <a:lnTo>
                      <a:pt x="131" y="158"/>
                    </a:lnTo>
                    <a:lnTo>
                      <a:pt x="136" y="156"/>
                    </a:lnTo>
                    <a:lnTo>
                      <a:pt x="140" y="155"/>
                    </a:lnTo>
                    <a:lnTo>
                      <a:pt x="145" y="155"/>
                    </a:lnTo>
                    <a:lnTo>
                      <a:pt x="152" y="156"/>
                    </a:lnTo>
                    <a:lnTo>
                      <a:pt x="159" y="158"/>
                    </a:lnTo>
                    <a:lnTo>
                      <a:pt x="162" y="162"/>
                    </a:lnTo>
                    <a:lnTo>
                      <a:pt x="158" y="150"/>
                    </a:lnTo>
                    <a:lnTo>
                      <a:pt x="151" y="139"/>
                    </a:lnTo>
                    <a:lnTo>
                      <a:pt x="144" y="128"/>
                    </a:lnTo>
                    <a:lnTo>
                      <a:pt x="136" y="122"/>
                    </a:lnTo>
                    <a:lnTo>
                      <a:pt x="130" y="122"/>
                    </a:lnTo>
                    <a:lnTo>
                      <a:pt x="124" y="122"/>
                    </a:lnTo>
                    <a:lnTo>
                      <a:pt x="120" y="125"/>
                    </a:lnTo>
                    <a:lnTo>
                      <a:pt x="118" y="128"/>
                    </a:lnTo>
                    <a:lnTo>
                      <a:pt x="121" y="133"/>
                    </a:lnTo>
                    <a:lnTo>
                      <a:pt x="122" y="137"/>
                    </a:lnTo>
                    <a:lnTo>
                      <a:pt x="122" y="142"/>
                    </a:lnTo>
                    <a:lnTo>
                      <a:pt x="120" y="144"/>
                    </a:lnTo>
                    <a:lnTo>
                      <a:pt x="116" y="144"/>
                    </a:lnTo>
                    <a:lnTo>
                      <a:pt x="112" y="142"/>
                    </a:lnTo>
                    <a:lnTo>
                      <a:pt x="108" y="139"/>
                    </a:lnTo>
                    <a:lnTo>
                      <a:pt x="106" y="134"/>
                    </a:lnTo>
                    <a:lnTo>
                      <a:pt x="103" y="129"/>
                    </a:lnTo>
                    <a:lnTo>
                      <a:pt x="101" y="124"/>
                    </a:lnTo>
                    <a:lnTo>
                      <a:pt x="99" y="117"/>
                    </a:lnTo>
                    <a:lnTo>
                      <a:pt x="101" y="110"/>
                    </a:lnTo>
                    <a:lnTo>
                      <a:pt x="106" y="102"/>
                    </a:lnTo>
                    <a:lnTo>
                      <a:pt x="109" y="95"/>
                    </a:lnTo>
                    <a:lnTo>
                      <a:pt x="112" y="88"/>
                    </a:lnTo>
                    <a:lnTo>
                      <a:pt x="113" y="8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9" name="Freeform 110">
                <a:extLst>
                  <a:ext uri="{FF2B5EF4-FFF2-40B4-BE49-F238E27FC236}">
                    <a16:creationId xmlns:a16="http://schemas.microsoft.com/office/drawing/2014/main" id="{CC55662E-7562-4C08-89E7-7387F16423EB}"/>
                  </a:ext>
                </a:extLst>
              </p:cNvPr>
              <p:cNvSpPr>
                <a:spLocks/>
              </p:cNvSpPr>
              <p:nvPr/>
            </p:nvSpPr>
            <p:spPr bwMode="auto">
              <a:xfrm>
                <a:off x="4479" y="2986"/>
                <a:ext cx="23" cy="13"/>
              </a:xfrm>
              <a:custGeom>
                <a:avLst/>
                <a:gdLst>
                  <a:gd name="T0" fmla="*/ 3 w 41"/>
                  <a:gd name="T1" fmla="*/ 13 h 26"/>
                  <a:gd name="T2" fmla="*/ 1 w 41"/>
                  <a:gd name="T3" fmla="*/ 11 h 26"/>
                  <a:gd name="T4" fmla="*/ 0 w 41"/>
                  <a:gd name="T5" fmla="*/ 9 h 26"/>
                  <a:gd name="T6" fmla="*/ 0 w 41"/>
                  <a:gd name="T7" fmla="*/ 7 h 26"/>
                  <a:gd name="T8" fmla="*/ 1 w 41"/>
                  <a:gd name="T9" fmla="*/ 5 h 26"/>
                  <a:gd name="T10" fmla="*/ 2 w 41"/>
                  <a:gd name="T11" fmla="*/ 3 h 26"/>
                  <a:gd name="T12" fmla="*/ 4 w 41"/>
                  <a:gd name="T13" fmla="*/ 2 h 26"/>
                  <a:gd name="T14" fmla="*/ 7 w 41"/>
                  <a:gd name="T15" fmla="*/ 2 h 26"/>
                  <a:gd name="T16" fmla="*/ 10 w 41"/>
                  <a:gd name="T17" fmla="*/ 1 h 26"/>
                  <a:gd name="T18" fmla="*/ 13 w 41"/>
                  <a:gd name="T19" fmla="*/ 0 h 26"/>
                  <a:gd name="T20" fmla="*/ 16 w 41"/>
                  <a:gd name="T21" fmla="*/ 1 h 26"/>
                  <a:gd name="T22" fmla="*/ 19 w 41"/>
                  <a:gd name="T23" fmla="*/ 1 h 26"/>
                  <a:gd name="T24" fmla="*/ 23 w 41"/>
                  <a:gd name="T25" fmla="*/ 2 h 26"/>
                  <a:gd name="T26" fmla="*/ 17 w 41"/>
                  <a:gd name="T27" fmla="*/ 2 h 26"/>
                  <a:gd name="T28" fmla="*/ 13 w 41"/>
                  <a:gd name="T29" fmla="*/ 3 h 26"/>
                  <a:gd name="T30" fmla="*/ 9 w 41"/>
                  <a:gd name="T31" fmla="*/ 4 h 26"/>
                  <a:gd name="T32" fmla="*/ 6 w 41"/>
                  <a:gd name="T33" fmla="*/ 5 h 26"/>
                  <a:gd name="T34" fmla="*/ 5 w 41"/>
                  <a:gd name="T35" fmla="*/ 7 h 26"/>
                  <a:gd name="T36" fmla="*/ 6 w 41"/>
                  <a:gd name="T37" fmla="*/ 9 h 26"/>
                  <a:gd name="T38" fmla="*/ 6 w 41"/>
                  <a:gd name="T39" fmla="*/ 11 h 26"/>
                  <a:gd name="T40" fmla="*/ 3 w 41"/>
                  <a:gd name="T41" fmla="*/ 13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26">
                    <a:moveTo>
                      <a:pt x="6" y="26"/>
                    </a:moveTo>
                    <a:lnTo>
                      <a:pt x="2" y="22"/>
                    </a:lnTo>
                    <a:lnTo>
                      <a:pt x="0" y="18"/>
                    </a:lnTo>
                    <a:lnTo>
                      <a:pt x="0" y="13"/>
                    </a:lnTo>
                    <a:lnTo>
                      <a:pt x="1" y="10"/>
                    </a:lnTo>
                    <a:lnTo>
                      <a:pt x="4" y="6"/>
                    </a:lnTo>
                    <a:lnTo>
                      <a:pt x="8" y="4"/>
                    </a:lnTo>
                    <a:lnTo>
                      <a:pt x="12" y="3"/>
                    </a:lnTo>
                    <a:lnTo>
                      <a:pt x="17" y="2"/>
                    </a:lnTo>
                    <a:lnTo>
                      <a:pt x="23" y="0"/>
                    </a:lnTo>
                    <a:lnTo>
                      <a:pt x="29" y="2"/>
                    </a:lnTo>
                    <a:lnTo>
                      <a:pt x="34" y="2"/>
                    </a:lnTo>
                    <a:lnTo>
                      <a:pt x="41" y="3"/>
                    </a:lnTo>
                    <a:lnTo>
                      <a:pt x="31" y="4"/>
                    </a:lnTo>
                    <a:lnTo>
                      <a:pt x="23" y="6"/>
                    </a:lnTo>
                    <a:lnTo>
                      <a:pt x="16" y="7"/>
                    </a:lnTo>
                    <a:lnTo>
                      <a:pt x="11" y="10"/>
                    </a:lnTo>
                    <a:lnTo>
                      <a:pt x="9" y="13"/>
                    </a:lnTo>
                    <a:lnTo>
                      <a:pt x="10" y="18"/>
                    </a:lnTo>
                    <a:lnTo>
                      <a:pt x="10" y="22"/>
                    </a:lnTo>
                    <a:lnTo>
                      <a:pt x="6" y="2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0" name="Freeform 111">
                <a:extLst>
                  <a:ext uri="{FF2B5EF4-FFF2-40B4-BE49-F238E27FC236}">
                    <a16:creationId xmlns:a16="http://schemas.microsoft.com/office/drawing/2014/main" id="{1544567A-DB5F-4C2E-8FDF-8BCAA10B6C35}"/>
                  </a:ext>
                </a:extLst>
              </p:cNvPr>
              <p:cNvSpPr>
                <a:spLocks/>
              </p:cNvSpPr>
              <p:nvPr/>
            </p:nvSpPr>
            <p:spPr bwMode="auto">
              <a:xfrm>
                <a:off x="4474" y="3032"/>
                <a:ext cx="18" cy="6"/>
              </a:xfrm>
              <a:custGeom>
                <a:avLst/>
                <a:gdLst>
                  <a:gd name="T0" fmla="*/ 15 w 31"/>
                  <a:gd name="T1" fmla="*/ 6 h 11"/>
                  <a:gd name="T2" fmla="*/ 13 w 31"/>
                  <a:gd name="T3" fmla="*/ 5 h 11"/>
                  <a:gd name="T4" fmla="*/ 11 w 31"/>
                  <a:gd name="T5" fmla="*/ 4 h 11"/>
                  <a:gd name="T6" fmla="*/ 9 w 31"/>
                  <a:gd name="T7" fmla="*/ 3 h 11"/>
                  <a:gd name="T8" fmla="*/ 8 w 31"/>
                  <a:gd name="T9" fmla="*/ 3 h 11"/>
                  <a:gd name="T10" fmla="*/ 6 w 31"/>
                  <a:gd name="T11" fmla="*/ 2 h 11"/>
                  <a:gd name="T12" fmla="*/ 4 w 31"/>
                  <a:gd name="T13" fmla="*/ 2 h 11"/>
                  <a:gd name="T14" fmla="*/ 2 w 31"/>
                  <a:gd name="T15" fmla="*/ 2 h 11"/>
                  <a:gd name="T16" fmla="*/ 0 w 31"/>
                  <a:gd name="T17" fmla="*/ 1 h 11"/>
                  <a:gd name="T18" fmla="*/ 3 w 31"/>
                  <a:gd name="T19" fmla="*/ 0 h 11"/>
                  <a:gd name="T20" fmla="*/ 5 w 31"/>
                  <a:gd name="T21" fmla="*/ 0 h 11"/>
                  <a:gd name="T22" fmla="*/ 6 w 31"/>
                  <a:gd name="T23" fmla="*/ 0 h 11"/>
                  <a:gd name="T24" fmla="*/ 8 w 31"/>
                  <a:gd name="T25" fmla="*/ 1 h 11"/>
                  <a:gd name="T26" fmla="*/ 10 w 31"/>
                  <a:gd name="T27" fmla="*/ 1 h 11"/>
                  <a:gd name="T28" fmla="*/ 13 w 31"/>
                  <a:gd name="T29" fmla="*/ 1 h 11"/>
                  <a:gd name="T30" fmla="*/ 16 w 31"/>
                  <a:gd name="T31" fmla="*/ 1 h 11"/>
                  <a:gd name="T32" fmla="*/ 18 w 31"/>
                  <a:gd name="T33" fmla="*/ 0 h 11"/>
                  <a:gd name="T34" fmla="*/ 18 w 31"/>
                  <a:gd name="T35" fmla="*/ 2 h 11"/>
                  <a:gd name="T36" fmla="*/ 18 w 31"/>
                  <a:gd name="T37" fmla="*/ 4 h 11"/>
                  <a:gd name="T38" fmla="*/ 17 w 31"/>
                  <a:gd name="T39" fmla="*/ 5 h 11"/>
                  <a:gd name="T40" fmla="*/ 15 w 31"/>
                  <a:gd name="T41" fmla="*/ 6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1" h="11">
                    <a:moveTo>
                      <a:pt x="25" y="11"/>
                    </a:moveTo>
                    <a:lnTo>
                      <a:pt x="23" y="9"/>
                    </a:lnTo>
                    <a:lnTo>
                      <a:pt x="19" y="8"/>
                    </a:lnTo>
                    <a:lnTo>
                      <a:pt x="15" y="5"/>
                    </a:lnTo>
                    <a:lnTo>
                      <a:pt x="13" y="5"/>
                    </a:lnTo>
                    <a:lnTo>
                      <a:pt x="10" y="4"/>
                    </a:lnTo>
                    <a:lnTo>
                      <a:pt x="7" y="4"/>
                    </a:lnTo>
                    <a:lnTo>
                      <a:pt x="3" y="3"/>
                    </a:lnTo>
                    <a:lnTo>
                      <a:pt x="0" y="1"/>
                    </a:lnTo>
                    <a:lnTo>
                      <a:pt x="5" y="0"/>
                    </a:lnTo>
                    <a:lnTo>
                      <a:pt x="8" y="0"/>
                    </a:lnTo>
                    <a:lnTo>
                      <a:pt x="11" y="0"/>
                    </a:lnTo>
                    <a:lnTo>
                      <a:pt x="14" y="1"/>
                    </a:lnTo>
                    <a:lnTo>
                      <a:pt x="17" y="2"/>
                    </a:lnTo>
                    <a:lnTo>
                      <a:pt x="23" y="2"/>
                    </a:lnTo>
                    <a:lnTo>
                      <a:pt x="28" y="1"/>
                    </a:lnTo>
                    <a:lnTo>
                      <a:pt x="31" y="0"/>
                    </a:lnTo>
                    <a:lnTo>
                      <a:pt x="31" y="3"/>
                    </a:lnTo>
                    <a:lnTo>
                      <a:pt x="31" y="7"/>
                    </a:lnTo>
                    <a:lnTo>
                      <a:pt x="29" y="10"/>
                    </a:lnTo>
                    <a:lnTo>
                      <a:pt x="25" y="11"/>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1" name="Freeform 112">
                <a:extLst>
                  <a:ext uri="{FF2B5EF4-FFF2-40B4-BE49-F238E27FC236}">
                    <a16:creationId xmlns:a16="http://schemas.microsoft.com/office/drawing/2014/main" id="{A9D9786A-B304-4992-9F57-59746ECA61D7}"/>
                  </a:ext>
                </a:extLst>
              </p:cNvPr>
              <p:cNvSpPr>
                <a:spLocks/>
              </p:cNvSpPr>
              <p:nvPr/>
            </p:nvSpPr>
            <p:spPr bwMode="auto">
              <a:xfrm>
                <a:off x="4486" y="3048"/>
                <a:ext cx="18" cy="9"/>
              </a:xfrm>
              <a:custGeom>
                <a:avLst/>
                <a:gdLst>
                  <a:gd name="T0" fmla="*/ 7 w 32"/>
                  <a:gd name="T1" fmla="*/ 7 h 16"/>
                  <a:gd name="T2" fmla="*/ 5 w 32"/>
                  <a:gd name="T3" fmla="*/ 6 h 16"/>
                  <a:gd name="T4" fmla="*/ 3 w 32"/>
                  <a:gd name="T5" fmla="*/ 5 h 16"/>
                  <a:gd name="T6" fmla="*/ 1 w 32"/>
                  <a:gd name="T7" fmla="*/ 4 h 16"/>
                  <a:gd name="T8" fmla="*/ 0 w 32"/>
                  <a:gd name="T9" fmla="*/ 2 h 16"/>
                  <a:gd name="T10" fmla="*/ 1 w 32"/>
                  <a:gd name="T11" fmla="*/ 1 h 16"/>
                  <a:gd name="T12" fmla="*/ 1 w 32"/>
                  <a:gd name="T13" fmla="*/ 0 h 16"/>
                  <a:gd name="T14" fmla="*/ 2 w 32"/>
                  <a:gd name="T15" fmla="*/ 0 h 16"/>
                  <a:gd name="T16" fmla="*/ 5 w 32"/>
                  <a:gd name="T17" fmla="*/ 1 h 16"/>
                  <a:gd name="T18" fmla="*/ 7 w 32"/>
                  <a:gd name="T19" fmla="*/ 2 h 16"/>
                  <a:gd name="T20" fmla="*/ 11 w 32"/>
                  <a:gd name="T21" fmla="*/ 5 h 16"/>
                  <a:gd name="T22" fmla="*/ 15 w 32"/>
                  <a:gd name="T23" fmla="*/ 7 h 16"/>
                  <a:gd name="T24" fmla="*/ 18 w 32"/>
                  <a:gd name="T25" fmla="*/ 9 h 16"/>
                  <a:gd name="T26" fmla="*/ 15 w 32"/>
                  <a:gd name="T27" fmla="*/ 8 h 16"/>
                  <a:gd name="T28" fmla="*/ 13 w 32"/>
                  <a:gd name="T29" fmla="*/ 7 h 16"/>
                  <a:gd name="T30" fmla="*/ 10 w 32"/>
                  <a:gd name="T31" fmla="*/ 7 h 16"/>
                  <a:gd name="T32" fmla="*/ 7 w 32"/>
                  <a:gd name="T33" fmla="*/ 7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 h="16">
                    <a:moveTo>
                      <a:pt x="13" y="12"/>
                    </a:moveTo>
                    <a:lnTo>
                      <a:pt x="9" y="11"/>
                    </a:lnTo>
                    <a:lnTo>
                      <a:pt x="5" y="9"/>
                    </a:lnTo>
                    <a:lnTo>
                      <a:pt x="2" y="7"/>
                    </a:lnTo>
                    <a:lnTo>
                      <a:pt x="0" y="3"/>
                    </a:lnTo>
                    <a:lnTo>
                      <a:pt x="1" y="1"/>
                    </a:lnTo>
                    <a:lnTo>
                      <a:pt x="2" y="0"/>
                    </a:lnTo>
                    <a:lnTo>
                      <a:pt x="4" y="0"/>
                    </a:lnTo>
                    <a:lnTo>
                      <a:pt x="8" y="1"/>
                    </a:lnTo>
                    <a:lnTo>
                      <a:pt x="12" y="3"/>
                    </a:lnTo>
                    <a:lnTo>
                      <a:pt x="20" y="8"/>
                    </a:lnTo>
                    <a:lnTo>
                      <a:pt x="27" y="12"/>
                    </a:lnTo>
                    <a:lnTo>
                      <a:pt x="32" y="16"/>
                    </a:lnTo>
                    <a:lnTo>
                      <a:pt x="27" y="15"/>
                    </a:lnTo>
                    <a:lnTo>
                      <a:pt x="23" y="13"/>
                    </a:lnTo>
                    <a:lnTo>
                      <a:pt x="17" y="13"/>
                    </a:lnTo>
                    <a:lnTo>
                      <a:pt x="13" y="12"/>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2" name="Freeform 113">
                <a:extLst>
                  <a:ext uri="{FF2B5EF4-FFF2-40B4-BE49-F238E27FC236}">
                    <a16:creationId xmlns:a16="http://schemas.microsoft.com/office/drawing/2014/main" id="{8CE10351-1E27-4DAB-A90A-4E354F4FCF7D}"/>
                  </a:ext>
                </a:extLst>
              </p:cNvPr>
              <p:cNvSpPr>
                <a:spLocks/>
              </p:cNvSpPr>
              <p:nvPr/>
            </p:nvSpPr>
            <p:spPr bwMode="auto">
              <a:xfrm>
                <a:off x="4489" y="3062"/>
                <a:ext cx="11" cy="13"/>
              </a:xfrm>
              <a:custGeom>
                <a:avLst/>
                <a:gdLst>
                  <a:gd name="T0" fmla="*/ 5 w 22"/>
                  <a:gd name="T1" fmla="*/ 13 h 24"/>
                  <a:gd name="T2" fmla="*/ 5 w 22"/>
                  <a:gd name="T3" fmla="*/ 11 h 24"/>
                  <a:gd name="T4" fmla="*/ 5 w 22"/>
                  <a:gd name="T5" fmla="*/ 10 h 24"/>
                  <a:gd name="T6" fmla="*/ 5 w 22"/>
                  <a:gd name="T7" fmla="*/ 9 h 24"/>
                  <a:gd name="T8" fmla="*/ 5 w 22"/>
                  <a:gd name="T9" fmla="*/ 8 h 24"/>
                  <a:gd name="T10" fmla="*/ 5 w 22"/>
                  <a:gd name="T11" fmla="*/ 7 h 24"/>
                  <a:gd name="T12" fmla="*/ 3 w 22"/>
                  <a:gd name="T13" fmla="*/ 4 h 24"/>
                  <a:gd name="T14" fmla="*/ 1 w 22"/>
                  <a:gd name="T15" fmla="*/ 3 h 24"/>
                  <a:gd name="T16" fmla="*/ 0 w 22"/>
                  <a:gd name="T17" fmla="*/ 1 h 24"/>
                  <a:gd name="T18" fmla="*/ 3 w 22"/>
                  <a:gd name="T19" fmla="*/ 0 h 24"/>
                  <a:gd name="T20" fmla="*/ 6 w 22"/>
                  <a:gd name="T21" fmla="*/ 0 h 24"/>
                  <a:gd name="T22" fmla="*/ 8 w 22"/>
                  <a:gd name="T23" fmla="*/ 1 h 24"/>
                  <a:gd name="T24" fmla="*/ 10 w 22"/>
                  <a:gd name="T25" fmla="*/ 2 h 24"/>
                  <a:gd name="T26" fmla="*/ 11 w 22"/>
                  <a:gd name="T27" fmla="*/ 4 h 24"/>
                  <a:gd name="T28" fmla="*/ 11 w 22"/>
                  <a:gd name="T29" fmla="*/ 7 h 24"/>
                  <a:gd name="T30" fmla="*/ 11 w 22"/>
                  <a:gd name="T31" fmla="*/ 10 h 24"/>
                  <a:gd name="T32" fmla="*/ 11 w 22"/>
                  <a:gd name="T33" fmla="*/ 12 h 24"/>
                  <a:gd name="T34" fmla="*/ 9 w 22"/>
                  <a:gd name="T35" fmla="*/ 12 h 24"/>
                  <a:gd name="T36" fmla="*/ 7 w 22"/>
                  <a:gd name="T37" fmla="*/ 12 h 24"/>
                  <a:gd name="T38" fmla="*/ 6 w 22"/>
                  <a:gd name="T39" fmla="*/ 12 h 24"/>
                  <a:gd name="T40" fmla="*/ 5 w 22"/>
                  <a:gd name="T41" fmla="*/ 13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 h="24">
                    <a:moveTo>
                      <a:pt x="9" y="24"/>
                    </a:moveTo>
                    <a:lnTo>
                      <a:pt x="9" y="21"/>
                    </a:lnTo>
                    <a:lnTo>
                      <a:pt x="10" y="18"/>
                    </a:lnTo>
                    <a:lnTo>
                      <a:pt x="10" y="16"/>
                    </a:lnTo>
                    <a:lnTo>
                      <a:pt x="10" y="15"/>
                    </a:lnTo>
                    <a:lnTo>
                      <a:pt x="9" y="12"/>
                    </a:lnTo>
                    <a:lnTo>
                      <a:pt x="6" y="8"/>
                    </a:lnTo>
                    <a:lnTo>
                      <a:pt x="2" y="5"/>
                    </a:lnTo>
                    <a:lnTo>
                      <a:pt x="0" y="1"/>
                    </a:lnTo>
                    <a:lnTo>
                      <a:pt x="5" y="0"/>
                    </a:lnTo>
                    <a:lnTo>
                      <a:pt x="12" y="0"/>
                    </a:lnTo>
                    <a:lnTo>
                      <a:pt x="16" y="1"/>
                    </a:lnTo>
                    <a:lnTo>
                      <a:pt x="20" y="3"/>
                    </a:lnTo>
                    <a:lnTo>
                      <a:pt x="21" y="7"/>
                    </a:lnTo>
                    <a:lnTo>
                      <a:pt x="22" y="13"/>
                    </a:lnTo>
                    <a:lnTo>
                      <a:pt x="22" y="18"/>
                    </a:lnTo>
                    <a:lnTo>
                      <a:pt x="21" y="23"/>
                    </a:lnTo>
                    <a:lnTo>
                      <a:pt x="17" y="22"/>
                    </a:lnTo>
                    <a:lnTo>
                      <a:pt x="14" y="22"/>
                    </a:lnTo>
                    <a:lnTo>
                      <a:pt x="12" y="23"/>
                    </a:lnTo>
                    <a:lnTo>
                      <a:pt x="9" y="24"/>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3" name="Freeform 114">
                <a:extLst>
                  <a:ext uri="{FF2B5EF4-FFF2-40B4-BE49-F238E27FC236}">
                    <a16:creationId xmlns:a16="http://schemas.microsoft.com/office/drawing/2014/main" id="{205F1688-4421-4449-B4EF-78923D95FA60}"/>
                  </a:ext>
                </a:extLst>
              </p:cNvPr>
              <p:cNvSpPr>
                <a:spLocks/>
              </p:cNvSpPr>
              <p:nvPr/>
            </p:nvSpPr>
            <p:spPr bwMode="auto">
              <a:xfrm>
                <a:off x="4486" y="2997"/>
                <a:ext cx="17" cy="21"/>
              </a:xfrm>
              <a:custGeom>
                <a:avLst/>
                <a:gdLst>
                  <a:gd name="T0" fmla="*/ 17 w 29"/>
                  <a:gd name="T1" fmla="*/ 0 h 38"/>
                  <a:gd name="T2" fmla="*/ 14 w 29"/>
                  <a:gd name="T3" fmla="*/ 5 h 38"/>
                  <a:gd name="T4" fmla="*/ 11 w 29"/>
                  <a:gd name="T5" fmla="*/ 11 h 38"/>
                  <a:gd name="T6" fmla="*/ 8 w 29"/>
                  <a:gd name="T7" fmla="*/ 17 h 38"/>
                  <a:gd name="T8" fmla="*/ 6 w 29"/>
                  <a:gd name="T9" fmla="*/ 21 h 38"/>
                  <a:gd name="T10" fmla="*/ 6 w 29"/>
                  <a:gd name="T11" fmla="*/ 17 h 38"/>
                  <a:gd name="T12" fmla="*/ 5 w 29"/>
                  <a:gd name="T13" fmla="*/ 14 h 38"/>
                  <a:gd name="T14" fmla="*/ 2 w 29"/>
                  <a:gd name="T15" fmla="*/ 12 h 38"/>
                  <a:gd name="T16" fmla="*/ 0 w 29"/>
                  <a:gd name="T17" fmla="*/ 9 h 38"/>
                  <a:gd name="T18" fmla="*/ 4 w 29"/>
                  <a:gd name="T19" fmla="*/ 9 h 38"/>
                  <a:gd name="T20" fmla="*/ 9 w 29"/>
                  <a:gd name="T21" fmla="*/ 7 h 38"/>
                  <a:gd name="T22" fmla="*/ 13 w 29"/>
                  <a:gd name="T23" fmla="*/ 3 h 38"/>
                  <a:gd name="T24" fmla="*/ 17 w 29"/>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38">
                    <a:moveTo>
                      <a:pt x="29" y="0"/>
                    </a:moveTo>
                    <a:lnTo>
                      <a:pt x="24" y="9"/>
                    </a:lnTo>
                    <a:lnTo>
                      <a:pt x="18" y="20"/>
                    </a:lnTo>
                    <a:lnTo>
                      <a:pt x="14" y="30"/>
                    </a:lnTo>
                    <a:lnTo>
                      <a:pt x="11" y="38"/>
                    </a:lnTo>
                    <a:lnTo>
                      <a:pt x="10" y="31"/>
                    </a:lnTo>
                    <a:lnTo>
                      <a:pt x="8" y="25"/>
                    </a:lnTo>
                    <a:lnTo>
                      <a:pt x="3" y="21"/>
                    </a:lnTo>
                    <a:lnTo>
                      <a:pt x="0" y="17"/>
                    </a:lnTo>
                    <a:lnTo>
                      <a:pt x="7" y="16"/>
                    </a:lnTo>
                    <a:lnTo>
                      <a:pt x="15" y="12"/>
                    </a:lnTo>
                    <a:lnTo>
                      <a:pt x="23" y="6"/>
                    </a:lnTo>
                    <a:lnTo>
                      <a:pt x="2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4" name="Freeform 115">
                <a:extLst>
                  <a:ext uri="{FF2B5EF4-FFF2-40B4-BE49-F238E27FC236}">
                    <a16:creationId xmlns:a16="http://schemas.microsoft.com/office/drawing/2014/main" id="{40683D5E-9A90-4607-BEBF-F739D9A1CD65}"/>
                  </a:ext>
                </a:extLst>
              </p:cNvPr>
              <p:cNvSpPr>
                <a:spLocks/>
              </p:cNvSpPr>
              <p:nvPr/>
            </p:nvSpPr>
            <p:spPr bwMode="auto">
              <a:xfrm>
                <a:off x="4473" y="3003"/>
                <a:ext cx="51" cy="29"/>
              </a:xfrm>
              <a:custGeom>
                <a:avLst/>
                <a:gdLst>
                  <a:gd name="T0" fmla="*/ 20 w 94"/>
                  <a:gd name="T1" fmla="*/ 25 h 53"/>
                  <a:gd name="T2" fmla="*/ 21 w 94"/>
                  <a:gd name="T3" fmla="*/ 22 h 53"/>
                  <a:gd name="T4" fmla="*/ 22 w 94"/>
                  <a:gd name="T5" fmla="*/ 19 h 53"/>
                  <a:gd name="T6" fmla="*/ 22 w 94"/>
                  <a:gd name="T7" fmla="*/ 16 h 53"/>
                  <a:gd name="T8" fmla="*/ 22 w 94"/>
                  <a:gd name="T9" fmla="*/ 14 h 53"/>
                  <a:gd name="T10" fmla="*/ 24 w 94"/>
                  <a:gd name="T11" fmla="*/ 14 h 53"/>
                  <a:gd name="T12" fmla="*/ 28 w 94"/>
                  <a:gd name="T13" fmla="*/ 13 h 53"/>
                  <a:gd name="T14" fmla="*/ 32 w 94"/>
                  <a:gd name="T15" fmla="*/ 10 h 53"/>
                  <a:gd name="T16" fmla="*/ 36 w 94"/>
                  <a:gd name="T17" fmla="*/ 9 h 53"/>
                  <a:gd name="T18" fmla="*/ 41 w 94"/>
                  <a:gd name="T19" fmla="*/ 8 h 53"/>
                  <a:gd name="T20" fmla="*/ 46 w 94"/>
                  <a:gd name="T21" fmla="*/ 6 h 53"/>
                  <a:gd name="T22" fmla="*/ 49 w 94"/>
                  <a:gd name="T23" fmla="*/ 5 h 53"/>
                  <a:gd name="T24" fmla="*/ 51 w 94"/>
                  <a:gd name="T25" fmla="*/ 4 h 53"/>
                  <a:gd name="T26" fmla="*/ 49 w 94"/>
                  <a:gd name="T27" fmla="*/ 0 h 53"/>
                  <a:gd name="T28" fmla="*/ 47 w 94"/>
                  <a:gd name="T29" fmla="*/ 1 h 53"/>
                  <a:gd name="T30" fmla="*/ 41 w 94"/>
                  <a:gd name="T31" fmla="*/ 2 h 53"/>
                  <a:gd name="T32" fmla="*/ 35 w 94"/>
                  <a:gd name="T33" fmla="*/ 5 h 53"/>
                  <a:gd name="T34" fmla="*/ 28 w 94"/>
                  <a:gd name="T35" fmla="*/ 7 h 53"/>
                  <a:gd name="T36" fmla="*/ 22 w 94"/>
                  <a:gd name="T37" fmla="*/ 9 h 53"/>
                  <a:gd name="T38" fmla="*/ 16 w 94"/>
                  <a:gd name="T39" fmla="*/ 11 h 53"/>
                  <a:gd name="T40" fmla="*/ 11 w 94"/>
                  <a:gd name="T41" fmla="*/ 13 h 53"/>
                  <a:gd name="T42" fmla="*/ 8 w 94"/>
                  <a:gd name="T43" fmla="*/ 13 h 53"/>
                  <a:gd name="T44" fmla="*/ 7 w 94"/>
                  <a:gd name="T45" fmla="*/ 10 h 53"/>
                  <a:gd name="T46" fmla="*/ 6 w 94"/>
                  <a:gd name="T47" fmla="*/ 8 h 53"/>
                  <a:gd name="T48" fmla="*/ 5 w 94"/>
                  <a:gd name="T49" fmla="*/ 4 h 53"/>
                  <a:gd name="T50" fmla="*/ 5 w 94"/>
                  <a:gd name="T51" fmla="*/ 2 h 53"/>
                  <a:gd name="T52" fmla="*/ 3 w 94"/>
                  <a:gd name="T53" fmla="*/ 1 h 53"/>
                  <a:gd name="T54" fmla="*/ 2 w 94"/>
                  <a:gd name="T55" fmla="*/ 2 h 53"/>
                  <a:gd name="T56" fmla="*/ 1 w 94"/>
                  <a:gd name="T57" fmla="*/ 2 h 53"/>
                  <a:gd name="T58" fmla="*/ 0 w 94"/>
                  <a:gd name="T59" fmla="*/ 4 h 53"/>
                  <a:gd name="T60" fmla="*/ 1 w 94"/>
                  <a:gd name="T61" fmla="*/ 6 h 53"/>
                  <a:gd name="T62" fmla="*/ 2 w 94"/>
                  <a:gd name="T63" fmla="*/ 9 h 53"/>
                  <a:gd name="T64" fmla="*/ 3 w 94"/>
                  <a:gd name="T65" fmla="*/ 14 h 53"/>
                  <a:gd name="T66" fmla="*/ 5 w 94"/>
                  <a:gd name="T67" fmla="*/ 18 h 53"/>
                  <a:gd name="T68" fmla="*/ 7 w 94"/>
                  <a:gd name="T69" fmla="*/ 21 h 53"/>
                  <a:gd name="T70" fmla="*/ 10 w 94"/>
                  <a:gd name="T71" fmla="*/ 25 h 53"/>
                  <a:gd name="T72" fmla="*/ 14 w 94"/>
                  <a:gd name="T73" fmla="*/ 27 h 53"/>
                  <a:gd name="T74" fmla="*/ 19 w 94"/>
                  <a:gd name="T75" fmla="*/ 29 h 53"/>
                  <a:gd name="T76" fmla="*/ 20 w 94"/>
                  <a:gd name="T77" fmla="*/ 27 h 53"/>
                  <a:gd name="T78" fmla="*/ 20 w 94"/>
                  <a:gd name="T79" fmla="*/ 27 h 53"/>
                  <a:gd name="T80" fmla="*/ 20 w 94"/>
                  <a:gd name="T81" fmla="*/ 26 h 53"/>
                  <a:gd name="T82" fmla="*/ 20 w 94"/>
                  <a:gd name="T83" fmla="*/ 25 h 53"/>
                  <a:gd name="T84" fmla="*/ 18 w 94"/>
                  <a:gd name="T85" fmla="*/ 24 h 53"/>
                  <a:gd name="T86" fmla="*/ 15 w 94"/>
                  <a:gd name="T87" fmla="*/ 22 h 53"/>
                  <a:gd name="T88" fmla="*/ 12 w 94"/>
                  <a:gd name="T89" fmla="*/ 19 h 53"/>
                  <a:gd name="T90" fmla="*/ 11 w 94"/>
                  <a:gd name="T91" fmla="*/ 18 h 53"/>
                  <a:gd name="T92" fmla="*/ 14 w 94"/>
                  <a:gd name="T93" fmla="*/ 17 h 53"/>
                  <a:gd name="T94" fmla="*/ 15 w 94"/>
                  <a:gd name="T95" fmla="*/ 16 h 53"/>
                  <a:gd name="T96" fmla="*/ 17 w 94"/>
                  <a:gd name="T97" fmla="*/ 16 h 53"/>
                  <a:gd name="T98" fmla="*/ 18 w 94"/>
                  <a:gd name="T99" fmla="*/ 15 h 53"/>
                  <a:gd name="T100" fmla="*/ 19 w 94"/>
                  <a:gd name="T101" fmla="*/ 17 h 53"/>
                  <a:gd name="T102" fmla="*/ 19 w 94"/>
                  <a:gd name="T103" fmla="*/ 19 h 53"/>
                  <a:gd name="T104" fmla="*/ 18 w 94"/>
                  <a:gd name="T105" fmla="*/ 22 h 53"/>
                  <a:gd name="T106" fmla="*/ 18 w 94"/>
                  <a:gd name="T107" fmla="*/ 24 h 53"/>
                  <a:gd name="T108" fmla="*/ 20 w 94"/>
                  <a:gd name="T109" fmla="*/ 25 h 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4" h="53">
                    <a:moveTo>
                      <a:pt x="37" y="45"/>
                    </a:moveTo>
                    <a:lnTo>
                      <a:pt x="38" y="41"/>
                    </a:lnTo>
                    <a:lnTo>
                      <a:pt x="41" y="35"/>
                    </a:lnTo>
                    <a:lnTo>
                      <a:pt x="41" y="30"/>
                    </a:lnTo>
                    <a:lnTo>
                      <a:pt x="41" y="26"/>
                    </a:lnTo>
                    <a:lnTo>
                      <a:pt x="44" y="25"/>
                    </a:lnTo>
                    <a:lnTo>
                      <a:pt x="51" y="23"/>
                    </a:lnTo>
                    <a:lnTo>
                      <a:pt x="59" y="19"/>
                    </a:lnTo>
                    <a:lnTo>
                      <a:pt x="67" y="17"/>
                    </a:lnTo>
                    <a:lnTo>
                      <a:pt x="76" y="14"/>
                    </a:lnTo>
                    <a:lnTo>
                      <a:pt x="85" y="11"/>
                    </a:lnTo>
                    <a:lnTo>
                      <a:pt x="90" y="9"/>
                    </a:lnTo>
                    <a:lnTo>
                      <a:pt x="94" y="8"/>
                    </a:lnTo>
                    <a:lnTo>
                      <a:pt x="91" y="0"/>
                    </a:lnTo>
                    <a:lnTo>
                      <a:pt x="86" y="2"/>
                    </a:lnTo>
                    <a:lnTo>
                      <a:pt x="76" y="4"/>
                    </a:lnTo>
                    <a:lnTo>
                      <a:pt x="65" y="9"/>
                    </a:lnTo>
                    <a:lnTo>
                      <a:pt x="52" y="12"/>
                    </a:lnTo>
                    <a:lnTo>
                      <a:pt x="40" y="17"/>
                    </a:lnTo>
                    <a:lnTo>
                      <a:pt x="29" y="20"/>
                    </a:lnTo>
                    <a:lnTo>
                      <a:pt x="20" y="23"/>
                    </a:lnTo>
                    <a:lnTo>
                      <a:pt x="15" y="24"/>
                    </a:lnTo>
                    <a:lnTo>
                      <a:pt x="13" y="19"/>
                    </a:lnTo>
                    <a:lnTo>
                      <a:pt x="11" y="14"/>
                    </a:lnTo>
                    <a:lnTo>
                      <a:pt x="10" y="8"/>
                    </a:lnTo>
                    <a:lnTo>
                      <a:pt x="9" y="3"/>
                    </a:lnTo>
                    <a:lnTo>
                      <a:pt x="6" y="2"/>
                    </a:lnTo>
                    <a:lnTo>
                      <a:pt x="4" y="3"/>
                    </a:lnTo>
                    <a:lnTo>
                      <a:pt x="2" y="4"/>
                    </a:lnTo>
                    <a:lnTo>
                      <a:pt x="0" y="7"/>
                    </a:lnTo>
                    <a:lnTo>
                      <a:pt x="2" y="11"/>
                    </a:lnTo>
                    <a:lnTo>
                      <a:pt x="3" y="17"/>
                    </a:lnTo>
                    <a:lnTo>
                      <a:pt x="5" y="25"/>
                    </a:lnTo>
                    <a:lnTo>
                      <a:pt x="9" y="32"/>
                    </a:lnTo>
                    <a:lnTo>
                      <a:pt x="13" y="39"/>
                    </a:lnTo>
                    <a:lnTo>
                      <a:pt x="19" y="45"/>
                    </a:lnTo>
                    <a:lnTo>
                      <a:pt x="26" y="50"/>
                    </a:lnTo>
                    <a:lnTo>
                      <a:pt x="35" y="53"/>
                    </a:lnTo>
                    <a:lnTo>
                      <a:pt x="37" y="50"/>
                    </a:lnTo>
                    <a:lnTo>
                      <a:pt x="37" y="49"/>
                    </a:lnTo>
                    <a:lnTo>
                      <a:pt x="37" y="47"/>
                    </a:lnTo>
                    <a:lnTo>
                      <a:pt x="37" y="45"/>
                    </a:lnTo>
                    <a:lnTo>
                      <a:pt x="33" y="43"/>
                    </a:lnTo>
                    <a:lnTo>
                      <a:pt x="27" y="40"/>
                    </a:lnTo>
                    <a:lnTo>
                      <a:pt x="22" y="35"/>
                    </a:lnTo>
                    <a:lnTo>
                      <a:pt x="20" y="32"/>
                    </a:lnTo>
                    <a:lnTo>
                      <a:pt x="25" y="31"/>
                    </a:lnTo>
                    <a:lnTo>
                      <a:pt x="28" y="30"/>
                    </a:lnTo>
                    <a:lnTo>
                      <a:pt x="32" y="29"/>
                    </a:lnTo>
                    <a:lnTo>
                      <a:pt x="34" y="27"/>
                    </a:lnTo>
                    <a:lnTo>
                      <a:pt x="35" y="31"/>
                    </a:lnTo>
                    <a:lnTo>
                      <a:pt x="35" y="35"/>
                    </a:lnTo>
                    <a:lnTo>
                      <a:pt x="34" y="40"/>
                    </a:lnTo>
                    <a:lnTo>
                      <a:pt x="33" y="43"/>
                    </a:lnTo>
                    <a:lnTo>
                      <a:pt x="37" y="4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5" name="Freeform 116">
                <a:extLst>
                  <a:ext uri="{FF2B5EF4-FFF2-40B4-BE49-F238E27FC236}">
                    <a16:creationId xmlns:a16="http://schemas.microsoft.com/office/drawing/2014/main" id="{EB50F556-4FF4-401A-B974-DD95E3FE4D19}"/>
                  </a:ext>
                </a:extLst>
              </p:cNvPr>
              <p:cNvSpPr>
                <a:spLocks/>
              </p:cNvSpPr>
              <p:nvPr/>
            </p:nvSpPr>
            <p:spPr bwMode="auto">
              <a:xfrm>
                <a:off x="3373" y="3238"/>
                <a:ext cx="1475" cy="363"/>
              </a:xfrm>
              <a:custGeom>
                <a:avLst/>
                <a:gdLst>
                  <a:gd name="T0" fmla="*/ 1072 w 2700"/>
                  <a:gd name="T1" fmla="*/ 0 h 663"/>
                  <a:gd name="T2" fmla="*/ 1475 w 2700"/>
                  <a:gd name="T3" fmla="*/ 363 h 663"/>
                  <a:gd name="T4" fmla="*/ 279 w 2700"/>
                  <a:gd name="T5" fmla="*/ 363 h 663"/>
                  <a:gd name="T6" fmla="*/ 80 w 2700"/>
                  <a:gd name="T7" fmla="*/ 363 h 663"/>
                  <a:gd name="T8" fmla="*/ 0 w 2700"/>
                  <a:gd name="T9" fmla="*/ 363 h 663"/>
                  <a:gd name="T10" fmla="*/ 477 w 2700"/>
                  <a:gd name="T11" fmla="*/ 0 h 663"/>
                  <a:gd name="T12" fmla="*/ 1072 w 2700"/>
                  <a:gd name="T13" fmla="*/ 0 h 6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00" h="663">
                    <a:moveTo>
                      <a:pt x="1962" y="0"/>
                    </a:moveTo>
                    <a:lnTo>
                      <a:pt x="2700" y="663"/>
                    </a:lnTo>
                    <a:lnTo>
                      <a:pt x="510" y="663"/>
                    </a:lnTo>
                    <a:lnTo>
                      <a:pt x="147" y="663"/>
                    </a:lnTo>
                    <a:lnTo>
                      <a:pt x="0" y="663"/>
                    </a:lnTo>
                    <a:lnTo>
                      <a:pt x="874" y="0"/>
                    </a:lnTo>
                    <a:lnTo>
                      <a:pt x="1962"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6" name="Freeform 117">
                <a:extLst>
                  <a:ext uri="{FF2B5EF4-FFF2-40B4-BE49-F238E27FC236}">
                    <a16:creationId xmlns:a16="http://schemas.microsoft.com/office/drawing/2014/main" id="{F2D4E3B3-A572-42B6-8532-143D324A52F5}"/>
                  </a:ext>
                </a:extLst>
              </p:cNvPr>
              <p:cNvSpPr>
                <a:spLocks/>
              </p:cNvSpPr>
              <p:nvPr/>
            </p:nvSpPr>
            <p:spPr bwMode="auto">
              <a:xfrm>
                <a:off x="4139" y="3350"/>
                <a:ext cx="296" cy="114"/>
              </a:xfrm>
              <a:custGeom>
                <a:avLst/>
                <a:gdLst>
                  <a:gd name="T0" fmla="*/ 296 w 542"/>
                  <a:gd name="T1" fmla="*/ 5 h 211"/>
                  <a:gd name="T2" fmla="*/ 222 w 542"/>
                  <a:gd name="T3" fmla="*/ 114 h 211"/>
                  <a:gd name="T4" fmla="*/ 0 w 542"/>
                  <a:gd name="T5" fmla="*/ 57 h 211"/>
                  <a:gd name="T6" fmla="*/ 7 w 542"/>
                  <a:gd name="T7" fmla="*/ 44 h 211"/>
                  <a:gd name="T8" fmla="*/ 213 w 542"/>
                  <a:gd name="T9" fmla="*/ 97 h 211"/>
                  <a:gd name="T10" fmla="*/ 279 w 542"/>
                  <a:gd name="T11" fmla="*/ 0 h 211"/>
                  <a:gd name="T12" fmla="*/ 296 w 542"/>
                  <a:gd name="T13" fmla="*/ 5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2" h="211">
                    <a:moveTo>
                      <a:pt x="542" y="9"/>
                    </a:moveTo>
                    <a:lnTo>
                      <a:pt x="406" y="211"/>
                    </a:lnTo>
                    <a:lnTo>
                      <a:pt x="0" y="105"/>
                    </a:lnTo>
                    <a:lnTo>
                      <a:pt x="12" y="82"/>
                    </a:lnTo>
                    <a:lnTo>
                      <a:pt x="390" y="180"/>
                    </a:lnTo>
                    <a:lnTo>
                      <a:pt x="511" y="0"/>
                    </a:lnTo>
                    <a:lnTo>
                      <a:pt x="542"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7" name="Freeform 118">
                <a:extLst>
                  <a:ext uri="{FF2B5EF4-FFF2-40B4-BE49-F238E27FC236}">
                    <a16:creationId xmlns:a16="http://schemas.microsoft.com/office/drawing/2014/main" id="{9FBD75D1-8049-431D-A139-113FE4A2FDD2}"/>
                  </a:ext>
                </a:extLst>
              </p:cNvPr>
              <p:cNvSpPr>
                <a:spLocks/>
              </p:cNvSpPr>
              <p:nvPr/>
            </p:nvSpPr>
            <p:spPr bwMode="auto">
              <a:xfrm>
                <a:off x="3734" y="3301"/>
                <a:ext cx="310" cy="106"/>
              </a:xfrm>
              <a:custGeom>
                <a:avLst/>
                <a:gdLst>
                  <a:gd name="T0" fmla="*/ 305 w 569"/>
                  <a:gd name="T1" fmla="*/ 0 h 195"/>
                  <a:gd name="T2" fmla="*/ 310 w 569"/>
                  <a:gd name="T3" fmla="*/ 1 h 195"/>
                  <a:gd name="T4" fmla="*/ 302 w 569"/>
                  <a:gd name="T5" fmla="*/ 13 h 195"/>
                  <a:gd name="T6" fmla="*/ 308 w 569"/>
                  <a:gd name="T7" fmla="*/ 14 h 195"/>
                  <a:gd name="T8" fmla="*/ 247 w 569"/>
                  <a:gd name="T9" fmla="*/ 106 h 195"/>
                  <a:gd name="T10" fmla="*/ 0 w 569"/>
                  <a:gd name="T11" fmla="*/ 55 h 195"/>
                  <a:gd name="T12" fmla="*/ 10 w 569"/>
                  <a:gd name="T13" fmla="*/ 47 h 195"/>
                  <a:gd name="T14" fmla="*/ 243 w 569"/>
                  <a:gd name="T15" fmla="*/ 95 h 195"/>
                  <a:gd name="T16" fmla="*/ 305 w 569"/>
                  <a:gd name="T17" fmla="*/ 0 h 1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9" h="195">
                    <a:moveTo>
                      <a:pt x="560" y="0"/>
                    </a:moveTo>
                    <a:lnTo>
                      <a:pt x="569" y="2"/>
                    </a:lnTo>
                    <a:lnTo>
                      <a:pt x="555" y="23"/>
                    </a:lnTo>
                    <a:lnTo>
                      <a:pt x="566" y="25"/>
                    </a:lnTo>
                    <a:lnTo>
                      <a:pt x="454" y="195"/>
                    </a:lnTo>
                    <a:lnTo>
                      <a:pt x="0" y="101"/>
                    </a:lnTo>
                    <a:lnTo>
                      <a:pt x="18" y="87"/>
                    </a:lnTo>
                    <a:lnTo>
                      <a:pt x="446" y="174"/>
                    </a:lnTo>
                    <a:lnTo>
                      <a:pt x="56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8" name="Freeform 119">
                <a:extLst>
                  <a:ext uri="{FF2B5EF4-FFF2-40B4-BE49-F238E27FC236}">
                    <a16:creationId xmlns:a16="http://schemas.microsoft.com/office/drawing/2014/main" id="{EFC2EF9F-5AD3-4769-918E-8DCCAC73BDA0}"/>
                  </a:ext>
                </a:extLst>
              </p:cNvPr>
              <p:cNvSpPr>
                <a:spLocks/>
              </p:cNvSpPr>
              <p:nvPr/>
            </p:nvSpPr>
            <p:spPr bwMode="auto">
              <a:xfrm>
                <a:off x="4377" y="3247"/>
                <a:ext cx="131" cy="75"/>
              </a:xfrm>
              <a:custGeom>
                <a:avLst/>
                <a:gdLst>
                  <a:gd name="T0" fmla="*/ 131 w 240"/>
                  <a:gd name="T1" fmla="*/ 70 h 138"/>
                  <a:gd name="T2" fmla="*/ 130 w 240"/>
                  <a:gd name="T3" fmla="*/ 57 h 138"/>
                  <a:gd name="T4" fmla="*/ 130 w 240"/>
                  <a:gd name="T5" fmla="*/ 46 h 138"/>
                  <a:gd name="T6" fmla="*/ 130 w 240"/>
                  <a:gd name="T7" fmla="*/ 39 h 138"/>
                  <a:gd name="T8" fmla="*/ 129 w 240"/>
                  <a:gd name="T9" fmla="*/ 37 h 138"/>
                  <a:gd name="T10" fmla="*/ 126 w 240"/>
                  <a:gd name="T11" fmla="*/ 35 h 138"/>
                  <a:gd name="T12" fmla="*/ 123 w 240"/>
                  <a:gd name="T13" fmla="*/ 34 h 138"/>
                  <a:gd name="T14" fmla="*/ 120 w 240"/>
                  <a:gd name="T15" fmla="*/ 33 h 138"/>
                  <a:gd name="T16" fmla="*/ 115 w 240"/>
                  <a:gd name="T17" fmla="*/ 29 h 138"/>
                  <a:gd name="T18" fmla="*/ 103 w 240"/>
                  <a:gd name="T19" fmla="*/ 21 h 138"/>
                  <a:gd name="T20" fmla="*/ 91 w 240"/>
                  <a:gd name="T21" fmla="*/ 13 h 138"/>
                  <a:gd name="T22" fmla="*/ 82 w 240"/>
                  <a:gd name="T23" fmla="*/ 7 h 138"/>
                  <a:gd name="T24" fmla="*/ 78 w 240"/>
                  <a:gd name="T25" fmla="*/ 3 h 138"/>
                  <a:gd name="T26" fmla="*/ 69 w 240"/>
                  <a:gd name="T27" fmla="*/ 0 h 138"/>
                  <a:gd name="T28" fmla="*/ 61 w 240"/>
                  <a:gd name="T29" fmla="*/ 1 h 138"/>
                  <a:gd name="T30" fmla="*/ 52 w 240"/>
                  <a:gd name="T31" fmla="*/ 2 h 138"/>
                  <a:gd name="T32" fmla="*/ 44 w 240"/>
                  <a:gd name="T33" fmla="*/ 4 h 138"/>
                  <a:gd name="T34" fmla="*/ 37 w 240"/>
                  <a:gd name="T35" fmla="*/ 4 h 138"/>
                  <a:gd name="T36" fmla="*/ 30 w 240"/>
                  <a:gd name="T37" fmla="*/ 5 h 138"/>
                  <a:gd name="T38" fmla="*/ 20 w 240"/>
                  <a:gd name="T39" fmla="*/ 7 h 138"/>
                  <a:gd name="T40" fmla="*/ 15 w 240"/>
                  <a:gd name="T41" fmla="*/ 13 h 138"/>
                  <a:gd name="T42" fmla="*/ 10 w 240"/>
                  <a:gd name="T43" fmla="*/ 25 h 138"/>
                  <a:gd name="T44" fmla="*/ 4 w 240"/>
                  <a:gd name="T45" fmla="*/ 34 h 138"/>
                  <a:gd name="T46" fmla="*/ 0 w 240"/>
                  <a:gd name="T47" fmla="*/ 46 h 138"/>
                  <a:gd name="T48" fmla="*/ 4 w 240"/>
                  <a:gd name="T49" fmla="*/ 49 h 138"/>
                  <a:gd name="T50" fmla="*/ 8 w 240"/>
                  <a:gd name="T51" fmla="*/ 49 h 138"/>
                  <a:gd name="T52" fmla="*/ 13 w 240"/>
                  <a:gd name="T53" fmla="*/ 52 h 138"/>
                  <a:gd name="T54" fmla="*/ 19 w 240"/>
                  <a:gd name="T55" fmla="*/ 59 h 138"/>
                  <a:gd name="T56" fmla="*/ 22 w 240"/>
                  <a:gd name="T57" fmla="*/ 60 h 138"/>
                  <a:gd name="T58" fmla="*/ 25 w 240"/>
                  <a:gd name="T59" fmla="*/ 57 h 138"/>
                  <a:gd name="T60" fmla="*/ 24 w 240"/>
                  <a:gd name="T61" fmla="*/ 52 h 138"/>
                  <a:gd name="T62" fmla="*/ 24 w 240"/>
                  <a:gd name="T63" fmla="*/ 50 h 138"/>
                  <a:gd name="T64" fmla="*/ 26 w 240"/>
                  <a:gd name="T65" fmla="*/ 50 h 138"/>
                  <a:gd name="T66" fmla="*/ 32 w 240"/>
                  <a:gd name="T67" fmla="*/ 53 h 138"/>
                  <a:gd name="T68" fmla="*/ 37 w 240"/>
                  <a:gd name="T69" fmla="*/ 52 h 138"/>
                  <a:gd name="T70" fmla="*/ 39 w 240"/>
                  <a:gd name="T71" fmla="*/ 54 h 138"/>
                  <a:gd name="T72" fmla="*/ 41 w 240"/>
                  <a:gd name="T73" fmla="*/ 54 h 138"/>
                  <a:gd name="T74" fmla="*/ 43 w 240"/>
                  <a:gd name="T75" fmla="*/ 51 h 138"/>
                  <a:gd name="T76" fmla="*/ 45 w 240"/>
                  <a:gd name="T77" fmla="*/ 50 h 138"/>
                  <a:gd name="T78" fmla="*/ 51 w 240"/>
                  <a:gd name="T79" fmla="*/ 51 h 138"/>
                  <a:gd name="T80" fmla="*/ 57 w 240"/>
                  <a:gd name="T81" fmla="*/ 51 h 138"/>
                  <a:gd name="T82" fmla="*/ 63 w 240"/>
                  <a:gd name="T83" fmla="*/ 51 h 138"/>
                  <a:gd name="T84" fmla="*/ 68 w 240"/>
                  <a:gd name="T85" fmla="*/ 51 h 138"/>
                  <a:gd name="T86" fmla="*/ 73 w 240"/>
                  <a:gd name="T87" fmla="*/ 51 h 138"/>
                  <a:gd name="T88" fmla="*/ 75 w 240"/>
                  <a:gd name="T89" fmla="*/ 52 h 138"/>
                  <a:gd name="T90" fmla="*/ 81 w 240"/>
                  <a:gd name="T91" fmla="*/ 57 h 138"/>
                  <a:gd name="T92" fmla="*/ 88 w 240"/>
                  <a:gd name="T93" fmla="*/ 63 h 138"/>
                  <a:gd name="T94" fmla="*/ 95 w 240"/>
                  <a:gd name="T95" fmla="*/ 67 h 138"/>
                  <a:gd name="T96" fmla="*/ 99 w 240"/>
                  <a:gd name="T97" fmla="*/ 68 h 138"/>
                  <a:gd name="T98" fmla="*/ 107 w 240"/>
                  <a:gd name="T99" fmla="*/ 70 h 138"/>
                  <a:gd name="T100" fmla="*/ 118 w 240"/>
                  <a:gd name="T101" fmla="*/ 72 h 138"/>
                  <a:gd name="T102" fmla="*/ 128 w 240"/>
                  <a:gd name="T103" fmla="*/ 74 h 13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40" h="138">
                    <a:moveTo>
                      <a:pt x="240" y="138"/>
                    </a:moveTo>
                    <a:lnTo>
                      <a:pt x="240" y="129"/>
                    </a:lnTo>
                    <a:lnTo>
                      <a:pt x="240" y="117"/>
                    </a:lnTo>
                    <a:lnTo>
                      <a:pt x="239" y="104"/>
                    </a:lnTo>
                    <a:lnTo>
                      <a:pt x="239" y="91"/>
                    </a:lnTo>
                    <a:lnTo>
                      <a:pt x="239" y="84"/>
                    </a:lnTo>
                    <a:lnTo>
                      <a:pt x="239" y="77"/>
                    </a:lnTo>
                    <a:lnTo>
                      <a:pt x="239" y="72"/>
                    </a:lnTo>
                    <a:lnTo>
                      <a:pt x="240" y="69"/>
                    </a:lnTo>
                    <a:lnTo>
                      <a:pt x="237" y="68"/>
                    </a:lnTo>
                    <a:lnTo>
                      <a:pt x="234" y="66"/>
                    </a:lnTo>
                    <a:lnTo>
                      <a:pt x="231" y="65"/>
                    </a:lnTo>
                    <a:lnTo>
                      <a:pt x="228" y="64"/>
                    </a:lnTo>
                    <a:lnTo>
                      <a:pt x="226" y="63"/>
                    </a:lnTo>
                    <a:lnTo>
                      <a:pt x="223" y="62"/>
                    </a:lnTo>
                    <a:lnTo>
                      <a:pt x="220" y="61"/>
                    </a:lnTo>
                    <a:lnTo>
                      <a:pt x="217" y="60"/>
                    </a:lnTo>
                    <a:lnTo>
                      <a:pt x="210" y="54"/>
                    </a:lnTo>
                    <a:lnTo>
                      <a:pt x="201" y="46"/>
                    </a:lnTo>
                    <a:lnTo>
                      <a:pt x="189" y="38"/>
                    </a:lnTo>
                    <a:lnTo>
                      <a:pt x="178" y="31"/>
                    </a:lnTo>
                    <a:lnTo>
                      <a:pt x="167" y="23"/>
                    </a:lnTo>
                    <a:lnTo>
                      <a:pt x="157" y="17"/>
                    </a:lnTo>
                    <a:lnTo>
                      <a:pt x="150" y="12"/>
                    </a:lnTo>
                    <a:lnTo>
                      <a:pt x="147" y="9"/>
                    </a:lnTo>
                    <a:lnTo>
                      <a:pt x="142" y="5"/>
                    </a:lnTo>
                    <a:lnTo>
                      <a:pt x="135" y="2"/>
                    </a:lnTo>
                    <a:lnTo>
                      <a:pt x="127" y="0"/>
                    </a:lnTo>
                    <a:lnTo>
                      <a:pt x="118" y="0"/>
                    </a:lnTo>
                    <a:lnTo>
                      <a:pt x="111" y="1"/>
                    </a:lnTo>
                    <a:lnTo>
                      <a:pt x="104" y="2"/>
                    </a:lnTo>
                    <a:lnTo>
                      <a:pt x="96" y="3"/>
                    </a:lnTo>
                    <a:lnTo>
                      <a:pt x="88" y="4"/>
                    </a:lnTo>
                    <a:lnTo>
                      <a:pt x="80" y="7"/>
                    </a:lnTo>
                    <a:lnTo>
                      <a:pt x="73" y="8"/>
                    </a:lnTo>
                    <a:lnTo>
                      <a:pt x="67" y="8"/>
                    </a:lnTo>
                    <a:lnTo>
                      <a:pt x="63" y="9"/>
                    </a:lnTo>
                    <a:lnTo>
                      <a:pt x="55" y="10"/>
                    </a:lnTo>
                    <a:lnTo>
                      <a:pt x="45" y="11"/>
                    </a:lnTo>
                    <a:lnTo>
                      <a:pt x="36" y="13"/>
                    </a:lnTo>
                    <a:lnTo>
                      <a:pt x="31" y="16"/>
                    </a:lnTo>
                    <a:lnTo>
                      <a:pt x="28" y="23"/>
                    </a:lnTo>
                    <a:lnTo>
                      <a:pt x="23" y="34"/>
                    </a:lnTo>
                    <a:lnTo>
                      <a:pt x="18" y="46"/>
                    </a:lnTo>
                    <a:lnTo>
                      <a:pt x="13" y="54"/>
                    </a:lnTo>
                    <a:lnTo>
                      <a:pt x="8" y="62"/>
                    </a:lnTo>
                    <a:lnTo>
                      <a:pt x="3" y="73"/>
                    </a:lnTo>
                    <a:lnTo>
                      <a:pt x="0" y="85"/>
                    </a:lnTo>
                    <a:lnTo>
                      <a:pt x="3" y="91"/>
                    </a:lnTo>
                    <a:lnTo>
                      <a:pt x="7" y="91"/>
                    </a:lnTo>
                    <a:lnTo>
                      <a:pt x="12" y="91"/>
                    </a:lnTo>
                    <a:lnTo>
                      <a:pt x="15" y="91"/>
                    </a:lnTo>
                    <a:lnTo>
                      <a:pt x="19" y="89"/>
                    </a:lnTo>
                    <a:lnTo>
                      <a:pt x="23" y="95"/>
                    </a:lnTo>
                    <a:lnTo>
                      <a:pt x="29" y="102"/>
                    </a:lnTo>
                    <a:lnTo>
                      <a:pt x="35" y="109"/>
                    </a:lnTo>
                    <a:lnTo>
                      <a:pt x="38" y="111"/>
                    </a:lnTo>
                    <a:lnTo>
                      <a:pt x="41" y="111"/>
                    </a:lnTo>
                    <a:lnTo>
                      <a:pt x="44" y="109"/>
                    </a:lnTo>
                    <a:lnTo>
                      <a:pt x="45" y="104"/>
                    </a:lnTo>
                    <a:lnTo>
                      <a:pt x="45" y="99"/>
                    </a:lnTo>
                    <a:lnTo>
                      <a:pt x="44" y="95"/>
                    </a:lnTo>
                    <a:lnTo>
                      <a:pt x="44" y="93"/>
                    </a:lnTo>
                    <a:lnTo>
                      <a:pt x="44" y="92"/>
                    </a:lnTo>
                    <a:lnTo>
                      <a:pt x="43" y="89"/>
                    </a:lnTo>
                    <a:lnTo>
                      <a:pt x="48" y="92"/>
                    </a:lnTo>
                    <a:lnTo>
                      <a:pt x="53" y="95"/>
                    </a:lnTo>
                    <a:lnTo>
                      <a:pt x="59" y="98"/>
                    </a:lnTo>
                    <a:lnTo>
                      <a:pt x="65" y="95"/>
                    </a:lnTo>
                    <a:lnTo>
                      <a:pt x="67" y="96"/>
                    </a:lnTo>
                    <a:lnTo>
                      <a:pt x="69" y="99"/>
                    </a:lnTo>
                    <a:lnTo>
                      <a:pt x="71" y="100"/>
                    </a:lnTo>
                    <a:lnTo>
                      <a:pt x="73" y="100"/>
                    </a:lnTo>
                    <a:lnTo>
                      <a:pt x="75" y="99"/>
                    </a:lnTo>
                    <a:lnTo>
                      <a:pt x="78" y="96"/>
                    </a:lnTo>
                    <a:lnTo>
                      <a:pt x="79" y="94"/>
                    </a:lnTo>
                    <a:lnTo>
                      <a:pt x="79" y="91"/>
                    </a:lnTo>
                    <a:lnTo>
                      <a:pt x="83" y="92"/>
                    </a:lnTo>
                    <a:lnTo>
                      <a:pt x="88" y="92"/>
                    </a:lnTo>
                    <a:lnTo>
                      <a:pt x="94" y="93"/>
                    </a:lnTo>
                    <a:lnTo>
                      <a:pt x="99" y="93"/>
                    </a:lnTo>
                    <a:lnTo>
                      <a:pt x="105" y="94"/>
                    </a:lnTo>
                    <a:lnTo>
                      <a:pt x="111" y="94"/>
                    </a:lnTo>
                    <a:lnTo>
                      <a:pt x="116" y="94"/>
                    </a:lnTo>
                    <a:lnTo>
                      <a:pt x="119" y="94"/>
                    </a:lnTo>
                    <a:lnTo>
                      <a:pt x="125" y="93"/>
                    </a:lnTo>
                    <a:lnTo>
                      <a:pt x="129" y="93"/>
                    </a:lnTo>
                    <a:lnTo>
                      <a:pt x="133" y="94"/>
                    </a:lnTo>
                    <a:lnTo>
                      <a:pt x="135" y="95"/>
                    </a:lnTo>
                    <a:lnTo>
                      <a:pt x="137" y="96"/>
                    </a:lnTo>
                    <a:lnTo>
                      <a:pt x="142" y="100"/>
                    </a:lnTo>
                    <a:lnTo>
                      <a:pt x="148" y="104"/>
                    </a:lnTo>
                    <a:lnTo>
                      <a:pt x="155" y="110"/>
                    </a:lnTo>
                    <a:lnTo>
                      <a:pt x="162" y="115"/>
                    </a:lnTo>
                    <a:lnTo>
                      <a:pt x="169" y="119"/>
                    </a:lnTo>
                    <a:lnTo>
                      <a:pt x="174" y="123"/>
                    </a:lnTo>
                    <a:lnTo>
                      <a:pt x="178" y="125"/>
                    </a:lnTo>
                    <a:lnTo>
                      <a:pt x="181" y="126"/>
                    </a:lnTo>
                    <a:lnTo>
                      <a:pt x="188" y="126"/>
                    </a:lnTo>
                    <a:lnTo>
                      <a:pt x="196" y="129"/>
                    </a:lnTo>
                    <a:lnTo>
                      <a:pt x="207" y="130"/>
                    </a:lnTo>
                    <a:lnTo>
                      <a:pt x="217" y="132"/>
                    </a:lnTo>
                    <a:lnTo>
                      <a:pt x="226" y="133"/>
                    </a:lnTo>
                    <a:lnTo>
                      <a:pt x="234" y="136"/>
                    </a:lnTo>
                    <a:lnTo>
                      <a:pt x="240" y="13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9" name="Freeform 120">
                <a:extLst>
                  <a:ext uri="{FF2B5EF4-FFF2-40B4-BE49-F238E27FC236}">
                    <a16:creationId xmlns:a16="http://schemas.microsoft.com/office/drawing/2014/main" id="{DA3FF15E-B22C-4AE2-B0C8-B66B04BC60FE}"/>
                  </a:ext>
                </a:extLst>
              </p:cNvPr>
              <p:cNvSpPr>
                <a:spLocks/>
              </p:cNvSpPr>
              <p:nvPr/>
            </p:nvSpPr>
            <p:spPr bwMode="auto">
              <a:xfrm>
                <a:off x="4238" y="3311"/>
                <a:ext cx="253" cy="89"/>
              </a:xfrm>
              <a:custGeom>
                <a:avLst/>
                <a:gdLst>
                  <a:gd name="T0" fmla="*/ 250 w 462"/>
                  <a:gd name="T1" fmla="*/ 17 h 163"/>
                  <a:gd name="T2" fmla="*/ 253 w 462"/>
                  <a:gd name="T3" fmla="*/ 29 h 163"/>
                  <a:gd name="T4" fmla="*/ 252 w 462"/>
                  <a:gd name="T5" fmla="*/ 58 h 163"/>
                  <a:gd name="T6" fmla="*/ 250 w 462"/>
                  <a:gd name="T7" fmla="*/ 82 h 163"/>
                  <a:gd name="T8" fmla="*/ 237 w 462"/>
                  <a:gd name="T9" fmla="*/ 87 h 163"/>
                  <a:gd name="T10" fmla="*/ 221 w 462"/>
                  <a:gd name="T11" fmla="*/ 85 h 163"/>
                  <a:gd name="T12" fmla="*/ 211 w 462"/>
                  <a:gd name="T13" fmla="*/ 83 h 163"/>
                  <a:gd name="T14" fmla="*/ 201 w 462"/>
                  <a:gd name="T15" fmla="*/ 81 h 163"/>
                  <a:gd name="T16" fmla="*/ 189 w 462"/>
                  <a:gd name="T17" fmla="*/ 79 h 163"/>
                  <a:gd name="T18" fmla="*/ 178 w 462"/>
                  <a:gd name="T19" fmla="*/ 79 h 163"/>
                  <a:gd name="T20" fmla="*/ 163 w 462"/>
                  <a:gd name="T21" fmla="*/ 76 h 163"/>
                  <a:gd name="T22" fmla="*/ 151 w 462"/>
                  <a:gd name="T23" fmla="*/ 74 h 163"/>
                  <a:gd name="T24" fmla="*/ 146 w 462"/>
                  <a:gd name="T25" fmla="*/ 73 h 163"/>
                  <a:gd name="T26" fmla="*/ 139 w 462"/>
                  <a:gd name="T27" fmla="*/ 72 h 163"/>
                  <a:gd name="T28" fmla="*/ 130 w 462"/>
                  <a:gd name="T29" fmla="*/ 71 h 163"/>
                  <a:gd name="T30" fmla="*/ 121 w 462"/>
                  <a:gd name="T31" fmla="*/ 70 h 163"/>
                  <a:gd name="T32" fmla="*/ 113 w 462"/>
                  <a:gd name="T33" fmla="*/ 69 h 163"/>
                  <a:gd name="T34" fmla="*/ 104 w 462"/>
                  <a:gd name="T35" fmla="*/ 69 h 163"/>
                  <a:gd name="T36" fmla="*/ 87 w 462"/>
                  <a:gd name="T37" fmla="*/ 69 h 163"/>
                  <a:gd name="T38" fmla="*/ 71 w 462"/>
                  <a:gd name="T39" fmla="*/ 70 h 163"/>
                  <a:gd name="T40" fmla="*/ 60 w 462"/>
                  <a:gd name="T41" fmla="*/ 72 h 163"/>
                  <a:gd name="T42" fmla="*/ 42 w 462"/>
                  <a:gd name="T43" fmla="*/ 74 h 163"/>
                  <a:gd name="T44" fmla="*/ 29 w 462"/>
                  <a:gd name="T45" fmla="*/ 75 h 163"/>
                  <a:gd name="T46" fmla="*/ 25 w 462"/>
                  <a:gd name="T47" fmla="*/ 66 h 163"/>
                  <a:gd name="T48" fmla="*/ 23 w 462"/>
                  <a:gd name="T49" fmla="*/ 61 h 163"/>
                  <a:gd name="T50" fmla="*/ 16 w 462"/>
                  <a:gd name="T51" fmla="*/ 57 h 163"/>
                  <a:gd name="T52" fmla="*/ 9 w 462"/>
                  <a:gd name="T53" fmla="*/ 50 h 163"/>
                  <a:gd name="T54" fmla="*/ 9 w 462"/>
                  <a:gd name="T55" fmla="*/ 44 h 163"/>
                  <a:gd name="T56" fmla="*/ 12 w 462"/>
                  <a:gd name="T57" fmla="*/ 39 h 163"/>
                  <a:gd name="T58" fmla="*/ 8 w 462"/>
                  <a:gd name="T59" fmla="*/ 34 h 163"/>
                  <a:gd name="T60" fmla="*/ 2 w 462"/>
                  <a:gd name="T61" fmla="*/ 29 h 163"/>
                  <a:gd name="T62" fmla="*/ 0 w 462"/>
                  <a:gd name="T63" fmla="*/ 20 h 163"/>
                  <a:gd name="T64" fmla="*/ 8 w 462"/>
                  <a:gd name="T65" fmla="*/ 15 h 163"/>
                  <a:gd name="T66" fmla="*/ 25 w 462"/>
                  <a:gd name="T67" fmla="*/ 10 h 163"/>
                  <a:gd name="T68" fmla="*/ 38 w 462"/>
                  <a:gd name="T69" fmla="*/ 8 h 163"/>
                  <a:gd name="T70" fmla="*/ 46 w 462"/>
                  <a:gd name="T71" fmla="*/ 8 h 163"/>
                  <a:gd name="T72" fmla="*/ 50 w 462"/>
                  <a:gd name="T73" fmla="*/ 4 h 163"/>
                  <a:gd name="T74" fmla="*/ 55 w 462"/>
                  <a:gd name="T75" fmla="*/ 1 h 163"/>
                  <a:gd name="T76" fmla="*/ 63 w 462"/>
                  <a:gd name="T77" fmla="*/ 4 h 163"/>
                  <a:gd name="T78" fmla="*/ 71 w 462"/>
                  <a:gd name="T79" fmla="*/ 9 h 163"/>
                  <a:gd name="T80" fmla="*/ 76 w 462"/>
                  <a:gd name="T81" fmla="*/ 12 h 163"/>
                  <a:gd name="T82" fmla="*/ 83 w 462"/>
                  <a:gd name="T83" fmla="*/ 17 h 163"/>
                  <a:gd name="T84" fmla="*/ 92 w 462"/>
                  <a:gd name="T85" fmla="*/ 21 h 163"/>
                  <a:gd name="T86" fmla="*/ 100 w 462"/>
                  <a:gd name="T87" fmla="*/ 23 h 163"/>
                  <a:gd name="T88" fmla="*/ 111 w 462"/>
                  <a:gd name="T89" fmla="*/ 23 h 163"/>
                  <a:gd name="T90" fmla="*/ 123 w 462"/>
                  <a:gd name="T91" fmla="*/ 24 h 163"/>
                  <a:gd name="T92" fmla="*/ 133 w 462"/>
                  <a:gd name="T93" fmla="*/ 24 h 163"/>
                  <a:gd name="T94" fmla="*/ 137 w 462"/>
                  <a:gd name="T95" fmla="*/ 24 h 163"/>
                  <a:gd name="T96" fmla="*/ 149 w 462"/>
                  <a:gd name="T97" fmla="*/ 23 h 163"/>
                  <a:gd name="T98" fmla="*/ 171 w 462"/>
                  <a:gd name="T99" fmla="*/ 22 h 163"/>
                  <a:gd name="T100" fmla="*/ 196 w 462"/>
                  <a:gd name="T101" fmla="*/ 19 h 163"/>
                  <a:gd name="T102" fmla="*/ 221 w 462"/>
                  <a:gd name="T103" fmla="*/ 16 h 163"/>
                  <a:gd name="T104" fmla="*/ 240 w 462"/>
                  <a:gd name="T105" fmla="*/ 15 h 1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62" h="163">
                    <a:moveTo>
                      <a:pt x="452" y="27"/>
                    </a:moveTo>
                    <a:lnTo>
                      <a:pt x="454" y="29"/>
                    </a:lnTo>
                    <a:lnTo>
                      <a:pt x="456" y="31"/>
                    </a:lnTo>
                    <a:lnTo>
                      <a:pt x="457" y="35"/>
                    </a:lnTo>
                    <a:lnTo>
                      <a:pt x="458" y="37"/>
                    </a:lnTo>
                    <a:lnTo>
                      <a:pt x="462" y="54"/>
                    </a:lnTo>
                    <a:lnTo>
                      <a:pt x="462" y="73"/>
                    </a:lnTo>
                    <a:lnTo>
                      <a:pt x="461" y="90"/>
                    </a:lnTo>
                    <a:lnTo>
                      <a:pt x="461" y="106"/>
                    </a:lnTo>
                    <a:lnTo>
                      <a:pt x="461" y="118"/>
                    </a:lnTo>
                    <a:lnTo>
                      <a:pt x="458" y="134"/>
                    </a:lnTo>
                    <a:lnTo>
                      <a:pt x="456" y="150"/>
                    </a:lnTo>
                    <a:lnTo>
                      <a:pt x="454" y="163"/>
                    </a:lnTo>
                    <a:lnTo>
                      <a:pt x="443" y="161"/>
                    </a:lnTo>
                    <a:lnTo>
                      <a:pt x="433" y="160"/>
                    </a:lnTo>
                    <a:lnTo>
                      <a:pt x="423" y="159"/>
                    </a:lnTo>
                    <a:lnTo>
                      <a:pt x="412" y="157"/>
                    </a:lnTo>
                    <a:lnTo>
                      <a:pt x="403" y="156"/>
                    </a:lnTo>
                    <a:lnTo>
                      <a:pt x="395" y="154"/>
                    </a:lnTo>
                    <a:lnTo>
                      <a:pt x="389" y="153"/>
                    </a:lnTo>
                    <a:lnTo>
                      <a:pt x="385" y="152"/>
                    </a:lnTo>
                    <a:lnTo>
                      <a:pt x="380" y="151"/>
                    </a:lnTo>
                    <a:lnTo>
                      <a:pt x="374" y="150"/>
                    </a:lnTo>
                    <a:lnTo>
                      <a:pt x="367" y="149"/>
                    </a:lnTo>
                    <a:lnTo>
                      <a:pt x="360" y="148"/>
                    </a:lnTo>
                    <a:lnTo>
                      <a:pt x="352" y="146"/>
                    </a:lnTo>
                    <a:lnTo>
                      <a:pt x="345" y="145"/>
                    </a:lnTo>
                    <a:lnTo>
                      <a:pt x="338" y="144"/>
                    </a:lnTo>
                    <a:lnTo>
                      <a:pt x="333" y="144"/>
                    </a:lnTo>
                    <a:lnTo>
                      <a:pt x="325" y="144"/>
                    </a:lnTo>
                    <a:lnTo>
                      <a:pt x="317" y="143"/>
                    </a:lnTo>
                    <a:lnTo>
                      <a:pt x="307" y="142"/>
                    </a:lnTo>
                    <a:lnTo>
                      <a:pt x="298" y="140"/>
                    </a:lnTo>
                    <a:lnTo>
                      <a:pt x="290" y="138"/>
                    </a:lnTo>
                    <a:lnTo>
                      <a:pt x="282" y="137"/>
                    </a:lnTo>
                    <a:lnTo>
                      <a:pt x="276" y="136"/>
                    </a:lnTo>
                    <a:lnTo>
                      <a:pt x="272" y="135"/>
                    </a:lnTo>
                    <a:lnTo>
                      <a:pt x="269" y="135"/>
                    </a:lnTo>
                    <a:lnTo>
                      <a:pt x="267" y="134"/>
                    </a:lnTo>
                    <a:lnTo>
                      <a:pt x="262" y="134"/>
                    </a:lnTo>
                    <a:lnTo>
                      <a:pt x="259" y="133"/>
                    </a:lnTo>
                    <a:lnTo>
                      <a:pt x="254" y="131"/>
                    </a:lnTo>
                    <a:lnTo>
                      <a:pt x="249" y="131"/>
                    </a:lnTo>
                    <a:lnTo>
                      <a:pt x="243" y="130"/>
                    </a:lnTo>
                    <a:lnTo>
                      <a:pt x="237" y="130"/>
                    </a:lnTo>
                    <a:lnTo>
                      <a:pt x="231" y="129"/>
                    </a:lnTo>
                    <a:lnTo>
                      <a:pt x="227" y="129"/>
                    </a:lnTo>
                    <a:lnTo>
                      <a:pt x="221" y="128"/>
                    </a:lnTo>
                    <a:lnTo>
                      <a:pt x="215" y="128"/>
                    </a:lnTo>
                    <a:lnTo>
                      <a:pt x="211" y="127"/>
                    </a:lnTo>
                    <a:lnTo>
                      <a:pt x="207" y="127"/>
                    </a:lnTo>
                    <a:lnTo>
                      <a:pt x="203" y="127"/>
                    </a:lnTo>
                    <a:lnTo>
                      <a:pt x="198" y="126"/>
                    </a:lnTo>
                    <a:lnTo>
                      <a:pt x="189" y="126"/>
                    </a:lnTo>
                    <a:lnTo>
                      <a:pt x="178" y="126"/>
                    </a:lnTo>
                    <a:lnTo>
                      <a:pt x="168" y="126"/>
                    </a:lnTo>
                    <a:lnTo>
                      <a:pt x="158" y="126"/>
                    </a:lnTo>
                    <a:lnTo>
                      <a:pt x="147" y="127"/>
                    </a:lnTo>
                    <a:lnTo>
                      <a:pt x="138" y="128"/>
                    </a:lnTo>
                    <a:lnTo>
                      <a:pt x="130" y="128"/>
                    </a:lnTo>
                    <a:lnTo>
                      <a:pt x="124" y="129"/>
                    </a:lnTo>
                    <a:lnTo>
                      <a:pt x="117" y="130"/>
                    </a:lnTo>
                    <a:lnTo>
                      <a:pt x="109" y="131"/>
                    </a:lnTo>
                    <a:lnTo>
                      <a:pt x="99" y="134"/>
                    </a:lnTo>
                    <a:lnTo>
                      <a:pt x="87" y="135"/>
                    </a:lnTo>
                    <a:lnTo>
                      <a:pt x="77" y="136"/>
                    </a:lnTo>
                    <a:lnTo>
                      <a:pt x="67" y="137"/>
                    </a:lnTo>
                    <a:lnTo>
                      <a:pt x="59" y="137"/>
                    </a:lnTo>
                    <a:lnTo>
                      <a:pt x="53" y="137"/>
                    </a:lnTo>
                    <a:lnTo>
                      <a:pt x="48" y="134"/>
                    </a:lnTo>
                    <a:lnTo>
                      <a:pt x="46" y="128"/>
                    </a:lnTo>
                    <a:lnTo>
                      <a:pt x="46" y="121"/>
                    </a:lnTo>
                    <a:lnTo>
                      <a:pt x="46" y="116"/>
                    </a:lnTo>
                    <a:lnTo>
                      <a:pt x="46" y="113"/>
                    </a:lnTo>
                    <a:lnTo>
                      <a:pt x="42" y="111"/>
                    </a:lnTo>
                    <a:lnTo>
                      <a:pt x="39" y="108"/>
                    </a:lnTo>
                    <a:lnTo>
                      <a:pt x="34" y="106"/>
                    </a:lnTo>
                    <a:lnTo>
                      <a:pt x="30" y="104"/>
                    </a:lnTo>
                    <a:lnTo>
                      <a:pt x="24" y="100"/>
                    </a:lnTo>
                    <a:lnTo>
                      <a:pt x="18" y="96"/>
                    </a:lnTo>
                    <a:lnTo>
                      <a:pt x="16" y="91"/>
                    </a:lnTo>
                    <a:lnTo>
                      <a:pt x="16" y="88"/>
                    </a:lnTo>
                    <a:lnTo>
                      <a:pt x="16" y="83"/>
                    </a:lnTo>
                    <a:lnTo>
                      <a:pt x="17" y="80"/>
                    </a:lnTo>
                    <a:lnTo>
                      <a:pt x="19" y="77"/>
                    </a:lnTo>
                    <a:lnTo>
                      <a:pt x="21" y="75"/>
                    </a:lnTo>
                    <a:lnTo>
                      <a:pt x="22" y="72"/>
                    </a:lnTo>
                    <a:lnTo>
                      <a:pt x="22" y="69"/>
                    </a:lnTo>
                    <a:lnTo>
                      <a:pt x="18" y="66"/>
                    </a:lnTo>
                    <a:lnTo>
                      <a:pt x="14" y="63"/>
                    </a:lnTo>
                    <a:lnTo>
                      <a:pt x="9" y="60"/>
                    </a:lnTo>
                    <a:lnTo>
                      <a:pt x="6" y="57"/>
                    </a:lnTo>
                    <a:lnTo>
                      <a:pt x="3" y="53"/>
                    </a:lnTo>
                    <a:lnTo>
                      <a:pt x="1" y="47"/>
                    </a:lnTo>
                    <a:lnTo>
                      <a:pt x="0" y="42"/>
                    </a:lnTo>
                    <a:lnTo>
                      <a:pt x="0" y="37"/>
                    </a:lnTo>
                    <a:lnTo>
                      <a:pt x="2" y="32"/>
                    </a:lnTo>
                    <a:lnTo>
                      <a:pt x="8" y="29"/>
                    </a:lnTo>
                    <a:lnTo>
                      <a:pt x="15" y="27"/>
                    </a:lnTo>
                    <a:lnTo>
                      <a:pt x="24" y="23"/>
                    </a:lnTo>
                    <a:lnTo>
                      <a:pt x="34" y="21"/>
                    </a:lnTo>
                    <a:lnTo>
                      <a:pt x="45" y="19"/>
                    </a:lnTo>
                    <a:lnTo>
                      <a:pt x="54" y="16"/>
                    </a:lnTo>
                    <a:lnTo>
                      <a:pt x="63" y="15"/>
                    </a:lnTo>
                    <a:lnTo>
                      <a:pt x="70" y="15"/>
                    </a:lnTo>
                    <a:lnTo>
                      <a:pt x="75" y="15"/>
                    </a:lnTo>
                    <a:lnTo>
                      <a:pt x="79" y="15"/>
                    </a:lnTo>
                    <a:lnTo>
                      <a:pt x="84" y="15"/>
                    </a:lnTo>
                    <a:lnTo>
                      <a:pt x="87" y="15"/>
                    </a:lnTo>
                    <a:lnTo>
                      <a:pt x="90" y="12"/>
                    </a:lnTo>
                    <a:lnTo>
                      <a:pt x="92" y="8"/>
                    </a:lnTo>
                    <a:lnTo>
                      <a:pt x="93" y="5"/>
                    </a:lnTo>
                    <a:lnTo>
                      <a:pt x="95" y="0"/>
                    </a:lnTo>
                    <a:lnTo>
                      <a:pt x="100" y="1"/>
                    </a:lnTo>
                    <a:lnTo>
                      <a:pt x="105" y="4"/>
                    </a:lnTo>
                    <a:lnTo>
                      <a:pt x="109" y="6"/>
                    </a:lnTo>
                    <a:lnTo>
                      <a:pt x="115" y="8"/>
                    </a:lnTo>
                    <a:lnTo>
                      <a:pt x="121" y="11"/>
                    </a:lnTo>
                    <a:lnTo>
                      <a:pt x="125" y="14"/>
                    </a:lnTo>
                    <a:lnTo>
                      <a:pt x="129" y="16"/>
                    </a:lnTo>
                    <a:lnTo>
                      <a:pt x="132" y="17"/>
                    </a:lnTo>
                    <a:lnTo>
                      <a:pt x="136" y="20"/>
                    </a:lnTo>
                    <a:lnTo>
                      <a:pt x="139" y="22"/>
                    </a:lnTo>
                    <a:lnTo>
                      <a:pt x="143" y="25"/>
                    </a:lnTo>
                    <a:lnTo>
                      <a:pt x="147" y="29"/>
                    </a:lnTo>
                    <a:lnTo>
                      <a:pt x="151" y="32"/>
                    </a:lnTo>
                    <a:lnTo>
                      <a:pt x="156" y="35"/>
                    </a:lnTo>
                    <a:lnTo>
                      <a:pt x="162" y="37"/>
                    </a:lnTo>
                    <a:lnTo>
                      <a:pt x="168" y="39"/>
                    </a:lnTo>
                    <a:lnTo>
                      <a:pt x="173" y="40"/>
                    </a:lnTo>
                    <a:lnTo>
                      <a:pt x="177" y="40"/>
                    </a:lnTo>
                    <a:lnTo>
                      <a:pt x="183" y="42"/>
                    </a:lnTo>
                    <a:lnTo>
                      <a:pt x="190" y="42"/>
                    </a:lnTo>
                    <a:lnTo>
                      <a:pt x="196" y="43"/>
                    </a:lnTo>
                    <a:lnTo>
                      <a:pt x="203" y="43"/>
                    </a:lnTo>
                    <a:lnTo>
                      <a:pt x="209" y="43"/>
                    </a:lnTo>
                    <a:lnTo>
                      <a:pt x="216" y="43"/>
                    </a:lnTo>
                    <a:lnTo>
                      <a:pt x="224" y="44"/>
                    </a:lnTo>
                    <a:lnTo>
                      <a:pt x="231" y="44"/>
                    </a:lnTo>
                    <a:lnTo>
                      <a:pt x="237" y="44"/>
                    </a:lnTo>
                    <a:lnTo>
                      <a:pt x="243" y="44"/>
                    </a:lnTo>
                    <a:lnTo>
                      <a:pt x="245" y="44"/>
                    </a:lnTo>
                    <a:lnTo>
                      <a:pt x="249" y="44"/>
                    </a:lnTo>
                    <a:lnTo>
                      <a:pt x="251" y="44"/>
                    </a:lnTo>
                    <a:lnTo>
                      <a:pt x="253" y="44"/>
                    </a:lnTo>
                    <a:lnTo>
                      <a:pt x="261" y="44"/>
                    </a:lnTo>
                    <a:lnTo>
                      <a:pt x="272" y="43"/>
                    </a:lnTo>
                    <a:lnTo>
                      <a:pt x="284" y="43"/>
                    </a:lnTo>
                    <a:lnTo>
                      <a:pt x="297" y="42"/>
                    </a:lnTo>
                    <a:lnTo>
                      <a:pt x="312" y="40"/>
                    </a:lnTo>
                    <a:lnTo>
                      <a:pt x="327" y="38"/>
                    </a:lnTo>
                    <a:lnTo>
                      <a:pt x="343" y="37"/>
                    </a:lnTo>
                    <a:lnTo>
                      <a:pt x="358" y="35"/>
                    </a:lnTo>
                    <a:lnTo>
                      <a:pt x="374" y="34"/>
                    </a:lnTo>
                    <a:lnTo>
                      <a:pt x="389" y="32"/>
                    </a:lnTo>
                    <a:lnTo>
                      <a:pt x="404" y="30"/>
                    </a:lnTo>
                    <a:lnTo>
                      <a:pt x="417" y="29"/>
                    </a:lnTo>
                    <a:lnTo>
                      <a:pt x="428" y="28"/>
                    </a:lnTo>
                    <a:lnTo>
                      <a:pt x="439" y="28"/>
                    </a:lnTo>
                    <a:lnTo>
                      <a:pt x="447" y="27"/>
                    </a:lnTo>
                    <a:lnTo>
                      <a:pt x="452" y="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0" name="Freeform 121">
                <a:extLst>
                  <a:ext uri="{FF2B5EF4-FFF2-40B4-BE49-F238E27FC236}">
                    <a16:creationId xmlns:a16="http://schemas.microsoft.com/office/drawing/2014/main" id="{F498BC3E-4A30-4033-93E1-5B0095EA53DE}"/>
                  </a:ext>
                </a:extLst>
              </p:cNvPr>
              <p:cNvSpPr>
                <a:spLocks/>
              </p:cNvSpPr>
              <p:nvPr/>
            </p:nvSpPr>
            <p:spPr bwMode="auto">
              <a:xfrm>
                <a:off x="4277" y="3274"/>
                <a:ext cx="36" cy="46"/>
              </a:xfrm>
              <a:custGeom>
                <a:avLst/>
                <a:gdLst>
                  <a:gd name="T0" fmla="*/ 13 w 67"/>
                  <a:gd name="T1" fmla="*/ 38 h 84"/>
                  <a:gd name="T2" fmla="*/ 12 w 67"/>
                  <a:gd name="T3" fmla="*/ 41 h 84"/>
                  <a:gd name="T4" fmla="*/ 12 w 67"/>
                  <a:gd name="T5" fmla="*/ 42 h 84"/>
                  <a:gd name="T6" fmla="*/ 11 w 67"/>
                  <a:gd name="T7" fmla="*/ 44 h 84"/>
                  <a:gd name="T8" fmla="*/ 9 w 67"/>
                  <a:gd name="T9" fmla="*/ 46 h 84"/>
                  <a:gd name="T10" fmla="*/ 8 w 67"/>
                  <a:gd name="T11" fmla="*/ 46 h 84"/>
                  <a:gd name="T12" fmla="*/ 5 w 67"/>
                  <a:gd name="T13" fmla="*/ 46 h 84"/>
                  <a:gd name="T14" fmla="*/ 3 w 67"/>
                  <a:gd name="T15" fmla="*/ 46 h 84"/>
                  <a:gd name="T16" fmla="*/ 0 w 67"/>
                  <a:gd name="T17" fmla="*/ 46 h 84"/>
                  <a:gd name="T18" fmla="*/ 2 w 67"/>
                  <a:gd name="T19" fmla="*/ 42 h 84"/>
                  <a:gd name="T20" fmla="*/ 5 w 67"/>
                  <a:gd name="T21" fmla="*/ 37 h 84"/>
                  <a:gd name="T22" fmla="*/ 10 w 67"/>
                  <a:gd name="T23" fmla="*/ 30 h 84"/>
                  <a:gd name="T24" fmla="*/ 15 w 67"/>
                  <a:gd name="T25" fmla="*/ 22 h 84"/>
                  <a:gd name="T26" fmla="*/ 19 w 67"/>
                  <a:gd name="T27" fmla="*/ 15 h 84"/>
                  <a:gd name="T28" fmla="*/ 24 w 67"/>
                  <a:gd name="T29" fmla="*/ 8 h 84"/>
                  <a:gd name="T30" fmla="*/ 27 w 67"/>
                  <a:gd name="T31" fmla="*/ 3 h 84"/>
                  <a:gd name="T32" fmla="*/ 28 w 67"/>
                  <a:gd name="T33" fmla="*/ 0 h 84"/>
                  <a:gd name="T34" fmla="*/ 30 w 67"/>
                  <a:gd name="T35" fmla="*/ 0 h 84"/>
                  <a:gd name="T36" fmla="*/ 32 w 67"/>
                  <a:gd name="T37" fmla="*/ 0 h 84"/>
                  <a:gd name="T38" fmla="*/ 34 w 67"/>
                  <a:gd name="T39" fmla="*/ 0 h 84"/>
                  <a:gd name="T40" fmla="*/ 36 w 67"/>
                  <a:gd name="T41" fmla="*/ 0 h 84"/>
                  <a:gd name="T42" fmla="*/ 34 w 67"/>
                  <a:gd name="T43" fmla="*/ 3 h 84"/>
                  <a:gd name="T44" fmla="*/ 32 w 67"/>
                  <a:gd name="T45" fmla="*/ 8 h 84"/>
                  <a:gd name="T46" fmla="*/ 28 w 67"/>
                  <a:gd name="T47" fmla="*/ 14 h 84"/>
                  <a:gd name="T48" fmla="*/ 24 w 67"/>
                  <a:gd name="T49" fmla="*/ 20 h 84"/>
                  <a:gd name="T50" fmla="*/ 20 w 67"/>
                  <a:gd name="T51" fmla="*/ 26 h 84"/>
                  <a:gd name="T52" fmla="*/ 17 w 67"/>
                  <a:gd name="T53" fmla="*/ 32 h 84"/>
                  <a:gd name="T54" fmla="*/ 15 w 67"/>
                  <a:gd name="T55" fmla="*/ 36 h 84"/>
                  <a:gd name="T56" fmla="*/ 13 w 67"/>
                  <a:gd name="T57" fmla="*/ 38 h 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4">
                    <a:moveTo>
                      <a:pt x="25" y="69"/>
                    </a:moveTo>
                    <a:lnTo>
                      <a:pt x="23" y="74"/>
                    </a:lnTo>
                    <a:lnTo>
                      <a:pt x="22" y="77"/>
                    </a:lnTo>
                    <a:lnTo>
                      <a:pt x="20" y="81"/>
                    </a:lnTo>
                    <a:lnTo>
                      <a:pt x="17" y="84"/>
                    </a:lnTo>
                    <a:lnTo>
                      <a:pt x="14" y="84"/>
                    </a:lnTo>
                    <a:lnTo>
                      <a:pt x="9" y="84"/>
                    </a:lnTo>
                    <a:lnTo>
                      <a:pt x="5" y="84"/>
                    </a:lnTo>
                    <a:lnTo>
                      <a:pt x="0" y="84"/>
                    </a:lnTo>
                    <a:lnTo>
                      <a:pt x="4" y="77"/>
                    </a:lnTo>
                    <a:lnTo>
                      <a:pt x="10" y="67"/>
                    </a:lnTo>
                    <a:lnTo>
                      <a:pt x="18" y="54"/>
                    </a:lnTo>
                    <a:lnTo>
                      <a:pt x="27" y="40"/>
                    </a:lnTo>
                    <a:lnTo>
                      <a:pt x="36" y="27"/>
                    </a:lnTo>
                    <a:lnTo>
                      <a:pt x="44" y="15"/>
                    </a:lnTo>
                    <a:lnTo>
                      <a:pt x="50" y="6"/>
                    </a:lnTo>
                    <a:lnTo>
                      <a:pt x="53" y="0"/>
                    </a:lnTo>
                    <a:lnTo>
                      <a:pt x="56" y="0"/>
                    </a:lnTo>
                    <a:lnTo>
                      <a:pt x="60" y="0"/>
                    </a:lnTo>
                    <a:lnTo>
                      <a:pt x="63" y="0"/>
                    </a:lnTo>
                    <a:lnTo>
                      <a:pt x="67" y="0"/>
                    </a:lnTo>
                    <a:lnTo>
                      <a:pt x="63" y="6"/>
                    </a:lnTo>
                    <a:lnTo>
                      <a:pt x="59" y="15"/>
                    </a:lnTo>
                    <a:lnTo>
                      <a:pt x="52" y="25"/>
                    </a:lnTo>
                    <a:lnTo>
                      <a:pt x="45" y="37"/>
                    </a:lnTo>
                    <a:lnTo>
                      <a:pt x="38" y="48"/>
                    </a:lnTo>
                    <a:lnTo>
                      <a:pt x="32" y="59"/>
                    </a:lnTo>
                    <a:lnTo>
                      <a:pt x="28" y="66"/>
                    </a:lnTo>
                    <a:lnTo>
                      <a:pt x="25" y="6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1" name="Freeform 122">
                <a:extLst>
                  <a:ext uri="{FF2B5EF4-FFF2-40B4-BE49-F238E27FC236}">
                    <a16:creationId xmlns:a16="http://schemas.microsoft.com/office/drawing/2014/main" id="{2A14E152-B434-4342-9B7A-CF494E504EBD}"/>
                  </a:ext>
                </a:extLst>
              </p:cNvPr>
              <p:cNvSpPr>
                <a:spLocks/>
              </p:cNvSpPr>
              <p:nvPr/>
            </p:nvSpPr>
            <p:spPr bwMode="auto">
              <a:xfrm>
                <a:off x="4286" y="3316"/>
                <a:ext cx="203" cy="37"/>
              </a:xfrm>
              <a:custGeom>
                <a:avLst/>
                <a:gdLst>
                  <a:gd name="T0" fmla="*/ 202 w 371"/>
                  <a:gd name="T1" fmla="*/ 20 h 67"/>
                  <a:gd name="T2" fmla="*/ 197 w 371"/>
                  <a:gd name="T3" fmla="*/ 29 h 67"/>
                  <a:gd name="T4" fmla="*/ 185 w 371"/>
                  <a:gd name="T5" fmla="*/ 34 h 67"/>
                  <a:gd name="T6" fmla="*/ 168 w 371"/>
                  <a:gd name="T7" fmla="*/ 36 h 67"/>
                  <a:gd name="T8" fmla="*/ 150 w 371"/>
                  <a:gd name="T9" fmla="*/ 37 h 67"/>
                  <a:gd name="T10" fmla="*/ 133 w 371"/>
                  <a:gd name="T11" fmla="*/ 36 h 67"/>
                  <a:gd name="T12" fmla="*/ 118 w 371"/>
                  <a:gd name="T13" fmla="*/ 36 h 67"/>
                  <a:gd name="T14" fmla="*/ 104 w 371"/>
                  <a:gd name="T15" fmla="*/ 34 h 67"/>
                  <a:gd name="T16" fmla="*/ 94 w 371"/>
                  <a:gd name="T17" fmla="*/ 33 h 67"/>
                  <a:gd name="T18" fmla="*/ 86 w 371"/>
                  <a:gd name="T19" fmla="*/ 31 h 67"/>
                  <a:gd name="T20" fmla="*/ 79 w 371"/>
                  <a:gd name="T21" fmla="*/ 30 h 67"/>
                  <a:gd name="T22" fmla="*/ 62 w 371"/>
                  <a:gd name="T23" fmla="*/ 28 h 67"/>
                  <a:gd name="T24" fmla="*/ 40 w 371"/>
                  <a:gd name="T25" fmla="*/ 25 h 67"/>
                  <a:gd name="T26" fmla="*/ 24 w 371"/>
                  <a:gd name="T27" fmla="*/ 24 h 67"/>
                  <a:gd name="T28" fmla="*/ 20 w 371"/>
                  <a:gd name="T29" fmla="*/ 23 h 67"/>
                  <a:gd name="T30" fmla="*/ 20 w 371"/>
                  <a:gd name="T31" fmla="*/ 17 h 67"/>
                  <a:gd name="T32" fmla="*/ 20 w 371"/>
                  <a:gd name="T33" fmla="*/ 14 h 67"/>
                  <a:gd name="T34" fmla="*/ 16 w 371"/>
                  <a:gd name="T35" fmla="*/ 12 h 67"/>
                  <a:gd name="T36" fmla="*/ 10 w 371"/>
                  <a:gd name="T37" fmla="*/ 9 h 67"/>
                  <a:gd name="T38" fmla="*/ 3 w 371"/>
                  <a:gd name="T39" fmla="*/ 6 h 67"/>
                  <a:gd name="T40" fmla="*/ 1 w 371"/>
                  <a:gd name="T41" fmla="*/ 3 h 67"/>
                  <a:gd name="T42" fmla="*/ 2 w 371"/>
                  <a:gd name="T43" fmla="*/ 1 h 67"/>
                  <a:gd name="T44" fmla="*/ 4 w 371"/>
                  <a:gd name="T45" fmla="*/ 0 h 67"/>
                  <a:gd name="T46" fmla="*/ 10 w 371"/>
                  <a:gd name="T47" fmla="*/ 1 h 67"/>
                  <a:gd name="T48" fmla="*/ 16 w 371"/>
                  <a:gd name="T49" fmla="*/ 2 h 67"/>
                  <a:gd name="T50" fmla="*/ 22 w 371"/>
                  <a:gd name="T51" fmla="*/ 4 h 67"/>
                  <a:gd name="T52" fmla="*/ 27 w 371"/>
                  <a:gd name="T53" fmla="*/ 7 h 67"/>
                  <a:gd name="T54" fmla="*/ 31 w 371"/>
                  <a:gd name="T55" fmla="*/ 9 h 67"/>
                  <a:gd name="T56" fmla="*/ 35 w 371"/>
                  <a:gd name="T57" fmla="*/ 13 h 67"/>
                  <a:gd name="T58" fmla="*/ 41 w 371"/>
                  <a:gd name="T59" fmla="*/ 16 h 67"/>
                  <a:gd name="T60" fmla="*/ 47 w 371"/>
                  <a:gd name="T61" fmla="*/ 18 h 67"/>
                  <a:gd name="T62" fmla="*/ 54 w 371"/>
                  <a:gd name="T63" fmla="*/ 20 h 67"/>
                  <a:gd name="T64" fmla="*/ 62 w 371"/>
                  <a:gd name="T65" fmla="*/ 23 h 67"/>
                  <a:gd name="T66" fmla="*/ 68 w 371"/>
                  <a:gd name="T67" fmla="*/ 25 h 67"/>
                  <a:gd name="T68" fmla="*/ 70 w 371"/>
                  <a:gd name="T69" fmla="*/ 24 h 67"/>
                  <a:gd name="T70" fmla="*/ 70 w 371"/>
                  <a:gd name="T71" fmla="*/ 20 h 67"/>
                  <a:gd name="T72" fmla="*/ 75 w 371"/>
                  <a:gd name="T73" fmla="*/ 20 h 67"/>
                  <a:gd name="T74" fmla="*/ 82 w 371"/>
                  <a:gd name="T75" fmla="*/ 20 h 67"/>
                  <a:gd name="T76" fmla="*/ 85 w 371"/>
                  <a:gd name="T77" fmla="*/ 21 h 67"/>
                  <a:gd name="T78" fmla="*/ 85 w 371"/>
                  <a:gd name="T79" fmla="*/ 24 h 67"/>
                  <a:gd name="T80" fmla="*/ 88 w 371"/>
                  <a:gd name="T81" fmla="*/ 25 h 67"/>
                  <a:gd name="T82" fmla="*/ 98 w 371"/>
                  <a:gd name="T83" fmla="*/ 23 h 67"/>
                  <a:gd name="T84" fmla="*/ 113 w 371"/>
                  <a:gd name="T85" fmla="*/ 20 h 67"/>
                  <a:gd name="T86" fmla="*/ 126 w 371"/>
                  <a:gd name="T87" fmla="*/ 18 h 67"/>
                  <a:gd name="T88" fmla="*/ 136 w 371"/>
                  <a:gd name="T89" fmla="*/ 17 h 67"/>
                  <a:gd name="T90" fmla="*/ 149 w 371"/>
                  <a:gd name="T91" fmla="*/ 15 h 67"/>
                  <a:gd name="T92" fmla="*/ 161 w 371"/>
                  <a:gd name="T93" fmla="*/ 14 h 67"/>
                  <a:gd name="T94" fmla="*/ 173 w 371"/>
                  <a:gd name="T95" fmla="*/ 13 h 67"/>
                  <a:gd name="T96" fmla="*/ 182 w 371"/>
                  <a:gd name="T97" fmla="*/ 12 h 67"/>
                  <a:gd name="T98" fmla="*/ 188 w 371"/>
                  <a:gd name="T99" fmla="*/ 13 h 67"/>
                  <a:gd name="T100" fmla="*/ 195 w 371"/>
                  <a:gd name="T101" fmla="*/ 14 h 67"/>
                  <a:gd name="T102" fmla="*/ 201 w 371"/>
                  <a:gd name="T103" fmla="*/ 15 h 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1" h="67">
                    <a:moveTo>
                      <a:pt x="371" y="29"/>
                    </a:moveTo>
                    <a:lnTo>
                      <a:pt x="369" y="36"/>
                    </a:lnTo>
                    <a:lnTo>
                      <a:pt x="364" y="44"/>
                    </a:lnTo>
                    <a:lnTo>
                      <a:pt x="360" y="53"/>
                    </a:lnTo>
                    <a:lnTo>
                      <a:pt x="355" y="59"/>
                    </a:lnTo>
                    <a:lnTo>
                      <a:pt x="339" y="62"/>
                    </a:lnTo>
                    <a:lnTo>
                      <a:pt x="323" y="65"/>
                    </a:lnTo>
                    <a:lnTo>
                      <a:pt x="307" y="66"/>
                    </a:lnTo>
                    <a:lnTo>
                      <a:pt x="291" y="67"/>
                    </a:lnTo>
                    <a:lnTo>
                      <a:pt x="274" y="67"/>
                    </a:lnTo>
                    <a:lnTo>
                      <a:pt x="260" y="67"/>
                    </a:lnTo>
                    <a:lnTo>
                      <a:pt x="243" y="66"/>
                    </a:lnTo>
                    <a:lnTo>
                      <a:pt x="230" y="66"/>
                    </a:lnTo>
                    <a:lnTo>
                      <a:pt x="216" y="65"/>
                    </a:lnTo>
                    <a:lnTo>
                      <a:pt x="203" y="62"/>
                    </a:lnTo>
                    <a:lnTo>
                      <a:pt x="190" y="61"/>
                    </a:lnTo>
                    <a:lnTo>
                      <a:pt x="180" y="60"/>
                    </a:lnTo>
                    <a:lnTo>
                      <a:pt x="171" y="59"/>
                    </a:lnTo>
                    <a:lnTo>
                      <a:pt x="164" y="58"/>
                    </a:lnTo>
                    <a:lnTo>
                      <a:pt x="157" y="57"/>
                    </a:lnTo>
                    <a:lnTo>
                      <a:pt x="154" y="55"/>
                    </a:lnTo>
                    <a:lnTo>
                      <a:pt x="145" y="54"/>
                    </a:lnTo>
                    <a:lnTo>
                      <a:pt x="132" y="52"/>
                    </a:lnTo>
                    <a:lnTo>
                      <a:pt x="113" y="51"/>
                    </a:lnTo>
                    <a:lnTo>
                      <a:pt x="94" y="49"/>
                    </a:lnTo>
                    <a:lnTo>
                      <a:pt x="74" y="46"/>
                    </a:lnTo>
                    <a:lnTo>
                      <a:pt x="57" y="44"/>
                    </a:lnTo>
                    <a:lnTo>
                      <a:pt x="44" y="43"/>
                    </a:lnTo>
                    <a:lnTo>
                      <a:pt x="38" y="43"/>
                    </a:lnTo>
                    <a:lnTo>
                      <a:pt x="36" y="41"/>
                    </a:lnTo>
                    <a:lnTo>
                      <a:pt x="36" y="36"/>
                    </a:lnTo>
                    <a:lnTo>
                      <a:pt x="37" y="31"/>
                    </a:lnTo>
                    <a:lnTo>
                      <a:pt x="38" y="27"/>
                    </a:lnTo>
                    <a:lnTo>
                      <a:pt x="37" y="26"/>
                    </a:lnTo>
                    <a:lnTo>
                      <a:pt x="35" y="23"/>
                    </a:lnTo>
                    <a:lnTo>
                      <a:pt x="30" y="21"/>
                    </a:lnTo>
                    <a:lnTo>
                      <a:pt x="25" y="19"/>
                    </a:lnTo>
                    <a:lnTo>
                      <a:pt x="19" y="16"/>
                    </a:lnTo>
                    <a:lnTo>
                      <a:pt x="12" y="13"/>
                    </a:lnTo>
                    <a:lnTo>
                      <a:pt x="6" y="11"/>
                    </a:lnTo>
                    <a:lnTo>
                      <a:pt x="0" y="7"/>
                    </a:lnTo>
                    <a:lnTo>
                      <a:pt x="1" y="5"/>
                    </a:lnTo>
                    <a:lnTo>
                      <a:pt x="3" y="4"/>
                    </a:lnTo>
                    <a:lnTo>
                      <a:pt x="3" y="1"/>
                    </a:lnTo>
                    <a:lnTo>
                      <a:pt x="4" y="0"/>
                    </a:lnTo>
                    <a:lnTo>
                      <a:pt x="8" y="0"/>
                    </a:lnTo>
                    <a:lnTo>
                      <a:pt x="13" y="1"/>
                    </a:lnTo>
                    <a:lnTo>
                      <a:pt x="19" y="1"/>
                    </a:lnTo>
                    <a:lnTo>
                      <a:pt x="25" y="3"/>
                    </a:lnTo>
                    <a:lnTo>
                      <a:pt x="30" y="4"/>
                    </a:lnTo>
                    <a:lnTo>
                      <a:pt x="36" y="6"/>
                    </a:lnTo>
                    <a:lnTo>
                      <a:pt x="41" y="7"/>
                    </a:lnTo>
                    <a:lnTo>
                      <a:pt x="45" y="9"/>
                    </a:lnTo>
                    <a:lnTo>
                      <a:pt x="49" y="12"/>
                    </a:lnTo>
                    <a:lnTo>
                      <a:pt x="52" y="14"/>
                    </a:lnTo>
                    <a:lnTo>
                      <a:pt x="56" y="17"/>
                    </a:lnTo>
                    <a:lnTo>
                      <a:pt x="60" y="21"/>
                    </a:lnTo>
                    <a:lnTo>
                      <a:pt x="64" y="24"/>
                    </a:lnTo>
                    <a:lnTo>
                      <a:pt x="69" y="27"/>
                    </a:lnTo>
                    <a:lnTo>
                      <a:pt x="75" y="29"/>
                    </a:lnTo>
                    <a:lnTo>
                      <a:pt x="81" y="31"/>
                    </a:lnTo>
                    <a:lnTo>
                      <a:pt x="86" y="32"/>
                    </a:lnTo>
                    <a:lnTo>
                      <a:pt x="92" y="35"/>
                    </a:lnTo>
                    <a:lnTo>
                      <a:pt x="99" y="36"/>
                    </a:lnTo>
                    <a:lnTo>
                      <a:pt x="106" y="38"/>
                    </a:lnTo>
                    <a:lnTo>
                      <a:pt x="113" y="42"/>
                    </a:lnTo>
                    <a:lnTo>
                      <a:pt x="119" y="43"/>
                    </a:lnTo>
                    <a:lnTo>
                      <a:pt x="125" y="45"/>
                    </a:lnTo>
                    <a:lnTo>
                      <a:pt x="128" y="46"/>
                    </a:lnTo>
                    <a:lnTo>
                      <a:pt x="128" y="44"/>
                    </a:lnTo>
                    <a:lnTo>
                      <a:pt x="128" y="41"/>
                    </a:lnTo>
                    <a:lnTo>
                      <a:pt x="128" y="37"/>
                    </a:lnTo>
                    <a:lnTo>
                      <a:pt x="129" y="35"/>
                    </a:lnTo>
                    <a:lnTo>
                      <a:pt x="137" y="36"/>
                    </a:lnTo>
                    <a:lnTo>
                      <a:pt x="144" y="36"/>
                    </a:lnTo>
                    <a:lnTo>
                      <a:pt x="150" y="36"/>
                    </a:lnTo>
                    <a:lnTo>
                      <a:pt x="156" y="36"/>
                    </a:lnTo>
                    <a:lnTo>
                      <a:pt x="156" y="38"/>
                    </a:lnTo>
                    <a:lnTo>
                      <a:pt x="156" y="41"/>
                    </a:lnTo>
                    <a:lnTo>
                      <a:pt x="156" y="44"/>
                    </a:lnTo>
                    <a:lnTo>
                      <a:pt x="156" y="46"/>
                    </a:lnTo>
                    <a:lnTo>
                      <a:pt x="160" y="45"/>
                    </a:lnTo>
                    <a:lnTo>
                      <a:pt x="170" y="44"/>
                    </a:lnTo>
                    <a:lnTo>
                      <a:pt x="180" y="42"/>
                    </a:lnTo>
                    <a:lnTo>
                      <a:pt x="193" y="39"/>
                    </a:lnTo>
                    <a:lnTo>
                      <a:pt x="207" y="37"/>
                    </a:lnTo>
                    <a:lnTo>
                      <a:pt x="218" y="35"/>
                    </a:lnTo>
                    <a:lnTo>
                      <a:pt x="230" y="32"/>
                    </a:lnTo>
                    <a:lnTo>
                      <a:pt x="236" y="31"/>
                    </a:lnTo>
                    <a:lnTo>
                      <a:pt x="248" y="30"/>
                    </a:lnTo>
                    <a:lnTo>
                      <a:pt x="261" y="29"/>
                    </a:lnTo>
                    <a:lnTo>
                      <a:pt x="272" y="28"/>
                    </a:lnTo>
                    <a:lnTo>
                      <a:pt x="284" y="27"/>
                    </a:lnTo>
                    <a:lnTo>
                      <a:pt x="295" y="26"/>
                    </a:lnTo>
                    <a:lnTo>
                      <a:pt x="307" y="24"/>
                    </a:lnTo>
                    <a:lnTo>
                      <a:pt x="317" y="23"/>
                    </a:lnTo>
                    <a:lnTo>
                      <a:pt x="327" y="22"/>
                    </a:lnTo>
                    <a:lnTo>
                      <a:pt x="332" y="22"/>
                    </a:lnTo>
                    <a:lnTo>
                      <a:pt x="337" y="23"/>
                    </a:lnTo>
                    <a:lnTo>
                      <a:pt x="344" y="23"/>
                    </a:lnTo>
                    <a:lnTo>
                      <a:pt x="351" y="24"/>
                    </a:lnTo>
                    <a:lnTo>
                      <a:pt x="356" y="26"/>
                    </a:lnTo>
                    <a:lnTo>
                      <a:pt x="363" y="27"/>
                    </a:lnTo>
                    <a:lnTo>
                      <a:pt x="368" y="28"/>
                    </a:lnTo>
                    <a:lnTo>
                      <a:pt x="371" y="29"/>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2" name="Freeform 123">
                <a:extLst>
                  <a:ext uri="{FF2B5EF4-FFF2-40B4-BE49-F238E27FC236}">
                    <a16:creationId xmlns:a16="http://schemas.microsoft.com/office/drawing/2014/main" id="{D28E0F7F-5455-42D6-BBA8-B25FE19D0AAC}"/>
                  </a:ext>
                </a:extLst>
              </p:cNvPr>
              <p:cNvSpPr>
                <a:spLocks/>
              </p:cNvSpPr>
              <p:nvPr/>
            </p:nvSpPr>
            <p:spPr bwMode="auto">
              <a:xfrm>
                <a:off x="4348" y="3334"/>
                <a:ext cx="29" cy="48"/>
              </a:xfrm>
              <a:custGeom>
                <a:avLst/>
                <a:gdLst>
                  <a:gd name="T0" fmla="*/ 23 w 54"/>
                  <a:gd name="T1" fmla="*/ 6 h 87"/>
                  <a:gd name="T2" fmla="*/ 23 w 54"/>
                  <a:gd name="T3" fmla="*/ 5 h 87"/>
                  <a:gd name="T4" fmla="*/ 23 w 54"/>
                  <a:gd name="T5" fmla="*/ 3 h 87"/>
                  <a:gd name="T6" fmla="*/ 23 w 54"/>
                  <a:gd name="T7" fmla="*/ 2 h 87"/>
                  <a:gd name="T8" fmla="*/ 23 w 54"/>
                  <a:gd name="T9" fmla="*/ 1 h 87"/>
                  <a:gd name="T10" fmla="*/ 22 w 54"/>
                  <a:gd name="T11" fmla="*/ 1 h 87"/>
                  <a:gd name="T12" fmla="*/ 21 w 54"/>
                  <a:gd name="T13" fmla="*/ 1 h 87"/>
                  <a:gd name="T14" fmla="*/ 20 w 54"/>
                  <a:gd name="T15" fmla="*/ 1 h 87"/>
                  <a:gd name="T16" fmla="*/ 19 w 54"/>
                  <a:gd name="T17" fmla="*/ 1 h 87"/>
                  <a:gd name="T18" fmla="*/ 16 w 54"/>
                  <a:gd name="T19" fmla="*/ 1 h 87"/>
                  <a:gd name="T20" fmla="*/ 14 w 54"/>
                  <a:gd name="T21" fmla="*/ 1 h 87"/>
                  <a:gd name="T22" fmla="*/ 11 w 54"/>
                  <a:gd name="T23" fmla="*/ 1 h 87"/>
                  <a:gd name="T24" fmla="*/ 9 w 54"/>
                  <a:gd name="T25" fmla="*/ 0 h 87"/>
                  <a:gd name="T26" fmla="*/ 8 w 54"/>
                  <a:gd name="T27" fmla="*/ 1 h 87"/>
                  <a:gd name="T28" fmla="*/ 8 w 54"/>
                  <a:gd name="T29" fmla="*/ 3 h 87"/>
                  <a:gd name="T30" fmla="*/ 8 w 54"/>
                  <a:gd name="T31" fmla="*/ 5 h 87"/>
                  <a:gd name="T32" fmla="*/ 8 w 54"/>
                  <a:gd name="T33" fmla="*/ 6 h 87"/>
                  <a:gd name="T34" fmla="*/ 8 w 54"/>
                  <a:gd name="T35" fmla="*/ 8 h 87"/>
                  <a:gd name="T36" fmla="*/ 8 w 54"/>
                  <a:gd name="T37" fmla="*/ 10 h 87"/>
                  <a:gd name="T38" fmla="*/ 8 w 54"/>
                  <a:gd name="T39" fmla="*/ 13 h 87"/>
                  <a:gd name="T40" fmla="*/ 9 w 54"/>
                  <a:gd name="T41" fmla="*/ 15 h 87"/>
                  <a:gd name="T42" fmla="*/ 5 w 54"/>
                  <a:gd name="T43" fmla="*/ 18 h 87"/>
                  <a:gd name="T44" fmla="*/ 2 w 54"/>
                  <a:gd name="T45" fmla="*/ 22 h 87"/>
                  <a:gd name="T46" fmla="*/ 1 w 54"/>
                  <a:gd name="T47" fmla="*/ 26 h 87"/>
                  <a:gd name="T48" fmla="*/ 0 w 54"/>
                  <a:gd name="T49" fmla="*/ 29 h 87"/>
                  <a:gd name="T50" fmla="*/ 1 w 54"/>
                  <a:gd name="T51" fmla="*/ 31 h 87"/>
                  <a:gd name="T52" fmla="*/ 2 w 54"/>
                  <a:gd name="T53" fmla="*/ 35 h 87"/>
                  <a:gd name="T54" fmla="*/ 4 w 54"/>
                  <a:gd name="T55" fmla="*/ 38 h 87"/>
                  <a:gd name="T56" fmla="*/ 8 w 54"/>
                  <a:gd name="T57" fmla="*/ 41 h 87"/>
                  <a:gd name="T58" fmla="*/ 8 w 54"/>
                  <a:gd name="T59" fmla="*/ 42 h 87"/>
                  <a:gd name="T60" fmla="*/ 8 w 54"/>
                  <a:gd name="T61" fmla="*/ 44 h 87"/>
                  <a:gd name="T62" fmla="*/ 8 w 54"/>
                  <a:gd name="T63" fmla="*/ 46 h 87"/>
                  <a:gd name="T64" fmla="*/ 8 w 54"/>
                  <a:gd name="T65" fmla="*/ 47 h 87"/>
                  <a:gd name="T66" fmla="*/ 11 w 54"/>
                  <a:gd name="T67" fmla="*/ 47 h 87"/>
                  <a:gd name="T68" fmla="*/ 15 w 54"/>
                  <a:gd name="T69" fmla="*/ 47 h 87"/>
                  <a:gd name="T70" fmla="*/ 17 w 54"/>
                  <a:gd name="T71" fmla="*/ 47 h 87"/>
                  <a:gd name="T72" fmla="*/ 20 w 54"/>
                  <a:gd name="T73" fmla="*/ 48 h 87"/>
                  <a:gd name="T74" fmla="*/ 20 w 54"/>
                  <a:gd name="T75" fmla="*/ 46 h 87"/>
                  <a:gd name="T76" fmla="*/ 20 w 54"/>
                  <a:gd name="T77" fmla="*/ 44 h 87"/>
                  <a:gd name="T78" fmla="*/ 20 w 54"/>
                  <a:gd name="T79" fmla="*/ 42 h 87"/>
                  <a:gd name="T80" fmla="*/ 20 w 54"/>
                  <a:gd name="T81" fmla="*/ 41 h 87"/>
                  <a:gd name="T82" fmla="*/ 25 w 54"/>
                  <a:gd name="T83" fmla="*/ 39 h 87"/>
                  <a:gd name="T84" fmla="*/ 27 w 54"/>
                  <a:gd name="T85" fmla="*/ 36 h 87"/>
                  <a:gd name="T86" fmla="*/ 28 w 54"/>
                  <a:gd name="T87" fmla="*/ 33 h 87"/>
                  <a:gd name="T88" fmla="*/ 29 w 54"/>
                  <a:gd name="T89" fmla="*/ 28 h 87"/>
                  <a:gd name="T90" fmla="*/ 29 w 54"/>
                  <a:gd name="T91" fmla="*/ 24 h 87"/>
                  <a:gd name="T92" fmla="*/ 28 w 54"/>
                  <a:gd name="T93" fmla="*/ 20 h 87"/>
                  <a:gd name="T94" fmla="*/ 26 w 54"/>
                  <a:gd name="T95" fmla="*/ 18 h 87"/>
                  <a:gd name="T96" fmla="*/ 24 w 54"/>
                  <a:gd name="T97" fmla="*/ 16 h 87"/>
                  <a:gd name="T98" fmla="*/ 24 w 54"/>
                  <a:gd name="T99" fmla="*/ 13 h 87"/>
                  <a:gd name="T100" fmla="*/ 24 w 54"/>
                  <a:gd name="T101" fmla="*/ 10 h 87"/>
                  <a:gd name="T102" fmla="*/ 23 w 54"/>
                  <a:gd name="T103" fmla="*/ 8 h 87"/>
                  <a:gd name="T104" fmla="*/ 23 w 54"/>
                  <a:gd name="T105" fmla="*/ 6 h 8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4" h="87">
                    <a:moveTo>
                      <a:pt x="43" y="11"/>
                    </a:moveTo>
                    <a:lnTo>
                      <a:pt x="43" y="9"/>
                    </a:lnTo>
                    <a:lnTo>
                      <a:pt x="43" y="6"/>
                    </a:lnTo>
                    <a:lnTo>
                      <a:pt x="43" y="3"/>
                    </a:lnTo>
                    <a:lnTo>
                      <a:pt x="43" y="1"/>
                    </a:lnTo>
                    <a:lnTo>
                      <a:pt x="41" y="1"/>
                    </a:lnTo>
                    <a:lnTo>
                      <a:pt x="39" y="1"/>
                    </a:lnTo>
                    <a:lnTo>
                      <a:pt x="37" y="1"/>
                    </a:lnTo>
                    <a:lnTo>
                      <a:pt x="35" y="1"/>
                    </a:lnTo>
                    <a:lnTo>
                      <a:pt x="30" y="1"/>
                    </a:lnTo>
                    <a:lnTo>
                      <a:pt x="26" y="1"/>
                    </a:lnTo>
                    <a:lnTo>
                      <a:pt x="21" y="1"/>
                    </a:lnTo>
                    <a:lnTo>
                      <a:pt x="16" y="0"/>
                    </a:lnTo>
                    <a:lnTo>
                      <a:pt x="15" y="2"/>
                    </a:lnTo>
                    <a:lnTo>
                      <a:pt x="15" y="6"/>
                    </a:lnTo>
                    <a:lnTo>
                      <a:pt x="15" y="9"/>
                    </a:lnTo>
                    <a:lnTo>
                      <a:pt x="15" y="11"/>
                    </a:lnTo>
                    <a:lnTo>
                      <a:pt x="15" y="15"/>
                    </a:lnTo>
                    <a:lnTo>
                      <a:pt x="15" y="19"/>
                    </a:lnTo>
                    <a:lnTo>
                      <a:pt x="15" y="24"/>
                    </a:lnTo>
                    <a:lnTo>
                      <a:pt x="16" y="27"/>
                    </a:lnTo>
                    <a:lnTo>
                      <a:pt x="9" y="32"/>
                    </a:lnTo>
                    <a:lnTo>
                      <a:pt x="4" y="39"/>
                    </a:lnTo>
                    <a:lnTo>
                      <a:pt x="1" y="47"/>
                    </a:lnTo>
                    <a:lnTo>
                      <a:pt x="0" y="52"/>
                    </a:lnTo>
                    <a:lnTo>
                      <a:pt x="1" y="56"/>
                    </a:lnTo>
                    <a:lnTo>
                      <a:pt x="3" y="63"/>
                    </a:lnTo>
                    <a:lnTo>
                      <a:pt x="7" y="69"/>
                    </a:lnTo>
                    <a:lnTo>
                      <a:pt x="14" y="75"/>
                    </a:lnTo>
                    <a:lnTo>
                      <a:pt x="14" y="77"/>
                    </a:lnTo>
                    <a:lnTo>
                      <a:pt x="15" y="79"/>
                    </a:lnTo>
                    <a:lnTo>
                      <a:pt x="15" y="83"/>
                    </a:lnTo>
                    <a:lnTo>
                      <a:pt x="15" y="85"/>
                    </a:lnTo>
                    <a:lnTo>
                      <a:pt x="21" y="85"/>
                    </a:lnTo>
                    <a:lnTo>
                      <a:pt x="27" y="86"/>
                    </a:lnTo>
                    <a:lnTo>
                      <a:pt x="31" y="86"/>
                    </a:lnTo>
                    <a:lnTo>
                      <a:pt x="37" y="87"/>
                    </a:lnTo>
                    <a:lnTo>
                      <a:pt x="37" y="83"/>
                    </a:lnTo>
                    <a:lnTo>
                      <a:pt x="38" y="79"/>
                    </a:lnTo>
                    <a:lnTo>
                      <a:pt x="38" y="77"/>
                    </a:lnTo>
                    <a:lnTo>
                      <a:pt x="38" y="75"/>
                    </a:lnTo>
                    <a:lnTo>
                      <a:pt x="46" y="71"/>
                    </a:lnTo>
                    <a:lnTo>
                      <a:pt x="51" y="65"/>
                    </a:lnTo>
                    <a:lnTo>
                      <a:pt x="53" y="59"/>
                    </a:lnTo>
                    <a:lnTo>
                      <a:pt x="54" y="50"/>
                    </a:lnTo>
                    <a:lnTo>
                      <a:pt x="54" y="44"/>
                    </a:lnTo>
                    <a:lnTo>
                      <a:pt x="52" y="37"/>
                    </a:lnTo>
                    <a:lnTo>
                      <a:pt x="49" y="32"/>
                    </a:lnTo>
                    <a:lnTo>
                      <a:pt x="44" y="29"/>
                    </a:lnTo>
                    <a:lnTo>
                      <a:pt x="44" y="24"/>
                    </a:lnTo>
                    <a:lnTo>
                      <a:pt x="44" y="19"/>
                    </a:lnTo>
                    <a:lnTo>
                      <a:pt x="43" y="15"/>
                    </a:lnTo>
                    <a:lnTo>
                      <a:pt x="43" y="1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3" name="Freeform 124">
                <a:extLst>
                  <a:ext uri="{FF2B5EF4-FFF2-40B4-BE49-F238E27FC236}">
                    <a16:creationId xmlns:a16="http://schemas.microsoft.com/office/drawing/2014/main" id="{B3524898-EC89-4515-989F-602F1D192D29}"/>
                  </a:ext>
                </a:extLst>
              </p:cNvPr>
              <p:cNvSpPr>
                <a:spLocks/>
              </p:cNvSpPr>
              <p:nvPr/>
            </p:nvSpPr>
            <p:spPr bwMode="auto">
              <a:xfrm>
                <a:off x="4366" y="3335"/>
                <a:ext cx="6" cy="16"/>
              </a:xfrm>
              <a:custGeom>
                <a:avLst/>
                <a:gdLst>
                  <a:gd name="T0" fmla="*/ 6 w 9"/>
                  <a:gd name="T1" fmla="*/ 16 h 28"/>
                  <a:gd name="T2" fmla="*/ 6 w 9"/>
                  <a:gd name="T3" fmla="*/ 13 h 28"/>
                  <a:gd name="T4" fmla="*/ 6 w 9"/>
                  <a:gd name="T5" fmla="*/ 10 h 28"/>
                  <a:gd name="T6" fmla="*/ 5 w 9"/>
                  <a:gd name="T7" fmla="*/ 8 h 28"/>
                  <a:gd name="T8" fmla="*/ 5 w 9"/>
                  <a:gd name="T9" fmla="*/ 6 h 28"/>
                  <a:gd name="T10" fmla="*/ 5 w 9"/>
                  <a:gd name="T11" fmla="*/ 5 h 28"/>
                  <a:gd name="T12" fmla="*/ 5 w 9"/>
                  <a:gd name="T13" fmla="*/ 3 h 28"/>
                  <a:gd name="T14" fmla="*/ 5 w 9"/>
                  <a:gd name="T15" fmla="*/ 1 h 28"/>
                  <a:gd name="T16" fmla="*/ 5 w 9"/>
                  <a:gd name="T17" fmla="*/ 0 h 28"/>
                  <a:gd name="T18" fmla="*/ 4 w 9"/>
                  <a:gd name="T19" fmla="*/ 0 h 28"/>
                  <a:gd name="T20" fmla="*/ 3 w 9"/>
                  <a:gd name="T21" fmla="*/ 0 h 28"/>
                  <a:gd name="T22" fmla="*/ 1 w 9"/>
                  <a:gd name="T23" fmla="*/ 0 h 28"/>
                  <a:gd name="T24" fmla="*/ 0 w 9"/>
                  <a:gd name="T25" fmla="*/ 0 h 28"/>
                  <a:gd name="T26" fmla="*/ 0 w 9"/>
                  <a:gd name="T27" fmla="*/ 3 h 28"/>
                  <a:gd name="T28" fmla="*/ 1 w 9"/>
                  <a:gd name="T29" fmla="*/ 9 h 28"/>
                  <a:gd name="T30" fmla="*/ 1 w 9"/>
                  <a:gd name="T31" fmla="*/ 13 h 28"/>
                  <a:gd name="T32" fmla="*/ 1 w 9"/>
                  <a:gd name="T33" fmla="*/ 15 h 28"/>
                  <a:gd name="T34" fmla="*/ 2 w 9"/>
                  <a:gd name="T35" fmla="*/ 15 h 28"/>
                  <a:gd name="T36" fmla="*/ 3 w 9"/>
                  <a:gd name="T37" fmla="*/ 15 h 28"/>
                  <a:gd name="T38" fmla="*/ 5 w 9"/>
                  <a:gd name="T39" fmla="*/ 16 h 28"/>
                  <a:gd name="T40" fmla="*/ 5 w 9"/>
                  <a:gd name="T41" fmla="*/ 16 h 28"/>
                  <a:gd name="T42" fmla="*/ 6 w 9"/>
                  <a:gd name="T43" fmla="*/ 16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 h="28">
                    <a:moveTo>
                      <a:pt x="9" y="28"/>
                    </a:moveTo>
                    <a:lnTo>
                      <a:pt x="9" y="23"/>
                    </a:lnTo>
                    <a:lnTo>
                      <a:pt x="9" y="18"/>
                    </a:lnTo>
                    <a:lnTo>
                      <a:pt x="8" y="14"/>
                    </a:lnTo>
                    <a:lnTo>
                      <a:pt x="8" y="10"/>
                    </a:lnTo>
                    <a:lnTo>
                      <a:pt x="8" y="8"/>
                    </a:lnTo>
                    <a:lnTo>
                      <a:pt x="8" y="5"/>
                    </a:lnTo>
                    <a:lnTo>
                      <a:pt x="8" y="2"/>
                    </a:lnTo>
                    <a:lnTo>
                      <a:pt x="8" y="0"/>
                    </a:lnTo>
                    <a:lnTo>
                      <a:pt x="6" y="0"/>
                    </a:lnTo>
                    <a:lnTo>
                      <a:pt x="4" y="0"/>
                    </a:lnTo>
                    <a:lnTo>
                      <a:pt x="2" y="0"/>
                    </a:lnTo>
                    <a:lnTo>
                      <a:pt x="0" y="0"/>
                    </a:lnTo>
                    <a:lnTo>
                      <a:pt x="0" y="6"/>
                    </a:lnTo>
                    <a:lnTo>
                      <a:pt x="1" y="15"/>
                    </a:lnTo>
                    <a:lnTo>
                      <a:pt x="1" y="22"/>
                    </a:lnTo>
                    <a:lnTo>
                      <a:pt x="1" y="26"/>
                    </a:lnTo>
                    <a:lnTo>
                      <a:pt x="3" y="26"/>
                    </a:lnTo>
                    <a:lnTo>
                      <a:pt x="4" y="26"/>
                    </a:lnTo>
                    <a:lnTo>
                      <a:pt x="7" y="28"/>
                    </a:lnTo>
                    <a:lnTo>
                      <a:pt x="8" y="28"/>
                    </a:lnTo>
                    <a:lnTo>
                      <a:pt x="9" y="2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4" name="Freeform 125">
                <a:extLst>
                  <a:ext uri="{FF2B5EF4-FFF2-40B4-BE49-F238E27FC236}">
                    <a16:creationId xmlns:a16="http://schemas.microsoft.com/office/drawing/2014/main" id="{DF3264BE-227F-4DDF-BA8C-FCB62A63B72A}"/>
                  </a:ext>
                </a:extLst>
              </p:cNvPr>
              <p:cNvSpPr>
                <a:spLocks/>
              </p:cNvSpPr>
              <p:nvPr/>
            </p:nvSpPr>
            <p:spPr bwMode="auto">
              <a:xfrm>
                <a:off x="4485" y="3097"/>
                <a:ext cx="202" cy="324"/>
              </a:xfrm>
              <a:custGeom>
                <a:avLst/>
                <a:gdLst>
                  <a:gd name="T0" fmla="*/ 114 w 370"/>
                  <a:gd name="T1" fmla="*/ 29 h 590"/>
                  <a:gd name="T2" fmla="*/ 86 w 370"/>
                  <a:gd name="T3" fmla="*/ 73 h 590"/>
                  <a:gd name="T4" fmla="*/ 67 w 370"/>
                  <a:gd name="T5" fmla="*/ 141 h 590"/>
                  <a:gd name="T6" fmla="*/ 58 w 370"/>
                  <a:gd name="T7" fmla="*/ 194 h 590"/>
                  <a:gd name="T8" fmla="*/ 53 w 370"/>
                  <a:gd name="T9" fmla="*/ 205 h 590"/>
                  <a:gd name="T10" fmla="*/ 56 w 370"/>
                  <a:gd name="T11" fmla="*/ 209 h 590"/>
                  <a:gd name="T12" fmla="*/ 43 w 370"/>
                  <a:gd name="T13" fmla="*/ 224 h 590"/>
                  <a:gd name="T14" fmla="*/ 27 w 370"/>
                  <a:gd name="T15" fmla="*/ 227 h 590"/>
                  <a:gd name="T16" fmla="*/ 14 w 370"/>
                  <a:gd name="T17" fmla="*/ 227 h 590"/>
                  <a:gd name="T18" fmla="*/ 2 w 370"/>
                  <a:gd name="T19" fmla="*/ 228 h 590"/>
                  <a:gd name="T20" fmla="*/ 5 w 370"/>
                  <a:gd name="T21" fmla="*/ 263 h 590"/>
                  <a:gd name="T22" fmla="*/ 2 w 370"/>
                  <a:gd name="T23" fmla="*/ 297 h 590"/>
                  <a:gd name="T24" fmla="*/ 8 w 370"/>
                  <a:gd name="T25" fmla="*/ 319 h 590"/>
                  <a:gd name="T26" fmla="*/ 28 w 370"/>
                  <a:gd name="T27" fmla="*/ 322 h 590"/>
                  <a:gd name="T28" fmla="*/ 48 w 370"/>
                  <a:gd name="T29" fmla="*/ 323 h 590"/>
                  <a:gd name="T30" fmla="*/ 70 w 370"/>
                  <a:gd name="T31" fmla="*/ 323 h 590"/>
                  <a:gd name="T32" fmla="*/ 89 w 370"/>
                  <a:gd name="T33" fmla="*/ 323 h 590"/>
                  <a:gd name="T34" fmla="*/ 100 w 370"/>
                  <a:gd name="T35" fmla="*/ 321 h 590"/>
                  <a:gd name="T36" fmla="*/ 115 w 370"/>
                  <a:gd name="T37" fmla="*/ 315 h 590"/>
                  <a:gd name="T38" fmla="*/ 126 w 370"/>
                  <a:gd name="T39" fmla="*/ 309 h 590"/>
                  <a:gd name="T40" fmla="*/ 136 w 370"/>
                  <a:gd name="T41" fmla="*/ 300 h 590"/>
                  <a:gd name="T42" fmla="*/ 145 w 370"/>
                  <a:gd name="T43" fmla="*/ 288 h 590"/>
                  <a:gd name="T44" fmla="*/ 154 w 370"/>
                  <a:gd name="T45" fmla="*/ 272 h 590"/>
                  <a:gd name="T46" fmla="*/ 165 w 370"/>
                  <a:gd name="T47" fmla="*/ 243 h 590"/>
                  <a:gd name="T48" fmla="*/ 182 w 370"/>
                  <a:gd name="T49" fmla="*/ 195 h 590"/>
                  <a:gd name="T50" fmla="*/ 195 w 370"/>
                  <a:gd name="T51" fmla="*/ 113 h 590"/>
                  <a:gd name="T52" fmla="*/ 193 w 370"/>
                  <a:gd name="T53" fmla="*/ 92 h 590"/>
                  <a:gd name="T54" fmla="*/ 184 w 370"/>
                  <a:gd name="T55" fmla="*/ 102 h 590"/>
                  <a:gd name="T56" fmla="*/ 157 w 370"/>
                  <a:gd name="T57" fmla="*/ 115 h 590"/>
                  <a:gd name="T58" fmla="*/ 143 w 370"/>
                  <a:gd name="T59" fmla="*/ 105 h 590"/>
                  <a:gd name="T60" fmla="*/ 130 w 370"/>
                  <a:gd name="T61" fmla="*/ 98 h 590"/>
                  <a:gd name="T62" fmla="*/ 114 w 370"/>
                  <a:gd name="T63" fmla="*/ 99 h 590"/>
                  <a:gd name="T64" fmla="*/ 103 w 370"/>
                  <a:gd name="T65" fmla="*/ 96 h 590"/>
                  <a:gd name="T66" fmla="*/ 116 w 370"/>
                  <a:gd name="T67" fmla="*/ 72 h 590"/>
                  <a:gd name="T68" fmla="*/ 146 w 370"/>
                  <a:gd name="T69" fmla="*/ 59 h 590"/>
                  <a:gd name="T70" fmla="*/ 197 w 370"/>
                  <a:gd name="T71" fmla="*/ 37 h 590"/>
                  <a:gd name="T72" fmla="*/ 192 w 370"/>
                  <a:gd name="T73" fmla="*/ 27 h 590"/>
                  <a:gd name="T74" fmla="*/ 175 w 370"/>
                  <a:gd name="T75" fmla="*/ 17 h 590"/>
                  <a:gd name="T76" fmla="*/ 167 w 370"/>
                  <a:gd name="T77" fmla="*/ 11 h 590"/>
                  <a:gd name="T78" fmla="*/ 177 w 370"/>
                  <a:gd name="T79" fmla="*/ 9 h 590"/>
                  <a:gd name="T80" fmla="*/ 188 w 370"/>
                  <a:gd name="T81" fmla="*/ 9 h 590"/>
                  <a:gd name="T82" fmla="*/ 185 w 370"/>
                  <a:gd name="T83" fmla="*/ 2 h 590"/>
                  <a:gd name="T84" fmla="*/ 172 w 370"/>
                  <a:gd name="T85" fmla="*/ 1 h 590"/>
                  <a:gd name="T86" fmla="*/ 156 w 370"/>
                  <a:gd name="T87" fmla="*/ 5 h 590"/>
                  <a:gd name="T88" fmla="*/ 145 w 370"/>
                  <a:gd name="T89" fmla="*/ 16 h 590"/>
                  <a:gd name="T90" fmla="*/ 135 w 370"/>
                  <a:gd name="T91" fmla="*/ 27 h 590"/>
                  <a:gd name="T92" fmla="*/ 125 w 370"/>
                  <a:gd name="T93" fmla="*/ 36 h 590"/>
                  <a:gd name="T94" fmla="*/ 114 w 370"/>
                  <a:gd name="T95" fmla="*/ 43 h 590"/>
                  <a:gd name="T96" fmla="*/ 122 w 370"/>
                  <a:gd name="T97" fmla="*/ 31 h 590"/>
                  <a:gd name="T98" fmla="*/ 138 w 370"/>
                  <a:gd name="T99" fmla="*/ 15 h 590"/>
                  <a:gd name="T100" fmla="*/ 144 w 370"/>
                  <a:gd name="T101" fmla="*/ 0 h 5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70" h="590">
                    <a:moveTo>
                      <a:pt x="257" y="1"/>
                    </a:move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9" y="509"/>
                    </a:lnTo>
                    <a:lnTo>
                      <a:pt x="6" y="525"/>
                    </a:lnTo>
                    <a:lnTo>
                      <a:pt x="4" y="541"/>
                    </a:lnTo>
                    <a:lnTo>
                      <a:pt x="2" y="554"/>
                    </a:lnTo>
                    <a:lnTo>
                      <a:pt x="6" y="560"/>
                    </a:lnTo>
                    <a:lnTo>
                      <a:pt x="12" y="570"/>
                    </a:lnTo>
                    <a:lnTo>
                      <a:pt x="15" y="580"/>
                    </a:lnTo>
                    <a:lnTo>
                      <a:pt x="18" y="590"/>
                    </a:lnTo>
                    <a:lnTo>
                      <a:pt x="28" y="588"/>
                    </a:lnTo>
                    <a:lnTo>
                      <a:pt x="41" y="587"/>
                    </a:lnTo>
                    <a:lnTo>
                      <a:pt x="52" y="586"/>
                    </a:lnTo>
                    <a:lnTo>
                      <a:pt x="64" y="586"/>
                    </a:lnTo>
                    <a:lnTo>
                      <a:pt x="73" y="587"/>
                    </a:lnTo>
                    <a:lnTo>
                      <a:pt x="82" y="588"/>
                    </a:lnTo>
                    <a:lnTo>
                      <a:pt x="88" y="588"/>
                    </a:lnTo>
                    <a:lnTo>
                      <a:pt x="91" y="589"/>
                    </a:lnTo>
                    <a:lnTo>
                      <a:pt x="104" y="589"/>
                    </a:lnTo>
                    <a:lnTo>
                      <a:pt x="117" y="589"/>
                    </a:lnTo>
                    <a:lnTo>
                      <a:pt x="128" y="589"/>
                    </a:lnTo>
                    <a:lnTo>
                      <a:pt x="140" y="589"/>
                    </a:lnTo>
                    <a:lnTo>
                      <a:pt x="149" y="589"/>
                    </a:lnTo>
                    <a:lnTo>
                      <a:pt x="157" y="589"/>
                    </a:lnTo>
                    <a:lnTo>
                      <a:pt x="163" y="588"/>
                    </a:lnTo>
                    <a:lnTo>
                      <a:pt x="166" y="588"/>
                    </a:lnTo>
                    <a:lnTo>
                      <a:pt x="171" y="587"/>
                    </a:lnTo>
                    <a:lnTo>
                      <a:pt x="177" y="586"/>
                    </a:lnTo>
                    <a:lnTo>
                      <a:pt x="184" y="584"/>
                    </a:lnTo>
                    <a:lnTo>
                      <a:pt x="191" y="581"/>
                    </a:lnTo>
                    <a:lnTo>
                      <a:pt x="197" y="579"/>
                    </a:lnTo>
                    <a:lnTo>
                      <a:pt x="204" y="577"/>
                    </a:lnTo>
                    <a:lnTo>
                      <a:pt x="210" y="574"/>
                    </a:lnTo>
                    <a:lnTo>
                      <a:pt x="215" y="572"/>
                    </a:lnTo>
                    <a:lnTo>
                      <a:pt x="219" y="570"/>
                    </a:lnTo>
                    <a:lnTo>
                      <a:pt x="224" y="566"/>
                    </a:lnTo>
                    <a:lnTo>
                      <a:pt x="230" y="563"/>
                    </a:lnTo>
                    <a:lnTo>
                      <a:pt x="235" y="559"/>
                    </a:lnTo>
                    <a:lnTo>
                      <a:pt x="241" y="556"/>
                    </a:lnTo>
                    <a:lnTo>
                      <a:pt x="246" y="551"/>
                    </a:lnTo>
                    <a:lnTo>
                      <a:pt x="250" y="547"/>
                    </a:lnTo>
                    <a:lnTo>
                      <a:pt x="253" y="543"/>
                    </a:lnTo>
                    <a:lnTo>
                      <a:pt x="256" y="539"/>
                    </a:lnTo>
                    <a:lnTo>
                      <a:pt x="261" y="532"/>
                    </a:lnTo>
                    <a:lnTo>
                      <a:pt x="265" y="525"/>
                    </a:lnTo>
                    <a:lnTo>
                      <a:pt x="269" y="519"/>
                    </a:lnTo>
                    <a:lnTo>
                      <a:pt x="272" y="513"/>
                    </a:lnTo>
                    <a:lnTo>
                      <a:pt x="277" y="505"/>
                    </a:lnTo>
                    <a:lnTo>
                      <a:pt x="282" y="495"/>
                    </a:lnTo>
                    <a:lnTo>
                      <a:pt x="286" y="486"/>
                    </a:lnTo>
                    <a:lnTo>
                      <a:pt x="290" y="478"/>
                    </a:lnTo>
                    <a:lnTo>
                      <a:pt x="295" y="463"/>
                    </a:lnTo>
                    <a:lnTo>
                      <a:pt x="303" y="442"/>
                    </a:lnTo>
                    <a:lnTo>
                      <a:pt x="312" y="420"/>
                    </a:lnTo>
                    <a:lnTo>
                      <a:pt x="320" y="396"/>
                    </a:lnTo>
                    <a:lnTo>
                      <a:pt x="328" y="374"/>
                    </a:lnTo>
                    <a:lnTo>
                      <a:pt x="333" y="355"/>
                    </a:lnTo>
                    <a:lnTo>
                      <a:pt x="337" y="342"/>
                    </a:lnTo>
                    <a:lnTo>
                      <a:pt x="343" y="307"/>
                    </a:lnTo>
                    <a:lnTo>
                      <a:pt x="351" y="254"/>
                    </a:lnTo>
                    <a:lnTo>
                      <a:pt x="358" y="205"/>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5" name="Freeform 126">
                <a:extLst>
                  <a:ext uri="{FF2B5EF4-FFF2-40B4-BE49-F238E27FC236}">
                    <a16:creationId xmlns:a16="http://schemas.microsoft.com/office/drawing/2014/main" id="{EB45DE3E-7E59-4DA2-BF60-F5FCEA7567EF}"/>
                  </a:ext>
                </a:extLst>
              </p:cNvPr>
              <p:cNvSpPr>
                <a:spLocks/>
              </p:cNvSpPr>
              <p:nvPr/>
            </p:nvSpPr>
            <p:spPr bwMode="auto">
              <a:xfrm>
                <a:off x="4485" y="3097"/>
                <a:ext cx="202" cy="272"/>
              </a:xfrm>
              <a:custGeom>
                <a:avLst/>
                <a:gdLst>
                  <a:gd name="T0" fmla="*/ 121 w 370"/>
                  <a:gd name="T1" fmla="*/ 69 h 497"/>
                  <a:gd name="T2" fmla="*/ 174 w 370"/>
                  <a:gd name="T3" fmla="*/ 47 h 497"/>
                  <a:gd name="T4" fmla="*/ 197 w 370"/>
                  <a:gd name="T5" fmla="*/ 30 h 497"/>
                  <a:gd name="T6" fmla="*/ 175 w 370"/>
                  <a:gd name="T7" fmla="*/ 17 h 497"/>
                  <a:gd name="T8" fmla="*/ 169 w 370"/>
                  <a:gd name="T9" fmla="*/ 10 h 497"/>
                  <a:gd name="T10" fmla="*/ 183 w 370"/>
                  <a:gd name="T11" fmla="*/ 9 h 497"/>
                  <a:gd name="T12" fmla="*/ 187 w 370"/>
                  <a:gd name="T13" fmla="*/ 3 h 497"/>
                  <a:gd name="T14" fmla="*/ 172 w 370"/>
                  <a:gd name="T15" fmla="*/ 1 h 497"/>
                  <a:gd name="T16" fmla="*/ 153 w 370"/>
                  <a:gd name="T17" fmla="*/ 7 h 497"/>
                  <a:gd name="T18" fmla="*/ 139 w 370"/>
                  <a:gd name="T19" fmla="*/ 22 h 497"/>
                  <a:gd name="T20" fmla="*/ 128 w 370"/>
                  <a:gd name="T21" fmla="*/ 33 h 497"/>
                  <a:gd name="T22" fmla="*/ 114 w 370"/>
                  <a:gd name="T23" fmla="*/ 43 h 497"/>
                  <a:gd name="T24" fmla="*/ 127 w 370"/>
                  <a:gd name="T25" fmla="*/ 27 h 497"/>
                  <a:gd name="T26" fmla="*/ 144 w 370"/>
                  <a:gd name="T27" fmla="*/ 5 h 497"/>
                  <a:gd name="T28" fmla="*/ 123 w 370"/>
                  <a:gd name="T29" fmla="*/ 18 h 497"/>
                  <a:gd name="T30" fmla="*/ 86 w 370"/>
                  <a:gd name="T31" fmla="*/ 73 h 497"/>
                  <a:gd name="T32" fmla="*/ 66 w 370"/>
                  <a:gd name="T33" fmla="*/ 155 h 497"/>
                  <a:gd name="T34" fmla="*/ 55 w 370"/>
                  <a:gd name="T35" fmla="*/ 201 h 497"/>
                  <a:gd name="T36" fmla="*/ 55 w 370"/>
                  <a:gd name="T37" fmla="*/ 207 h 497"/>
                  <a:gd name="T38" fmla="*/ 43 w 370"/>
                  <a:gd name="T39" fmla="*/ 223 h 497"/>
                  <a:gd name="T40" fmla="*/ 23 w 370"/>
                  <a:gd name="T41" fmla="*/ 225 h 497"/>
                  <a:gd name="T42" fmla="*/ 8 w 370"/>
                  <a:gd name="T43" fmla="*/ 227 h 497"/>
                  <a:gd name="T44" fmla="*/ 5 w 370"/>
                  <a:gd name="T45" fmla="*/ 250 h 497"/>
                  <a:gd name="T46" fmla="*/ 17 w 370"/>
                  <a:gd name="T47" fmla="*/ 271 h 497"/>
                  <a:gd name="T48" fmla="*/ 37 w 370"/>
                  <a:gd name="T49" fmla="*/ 271 h 497"/>
                  <a:gd name="T50" fmla="*/ 43 w 370"/>
                  <a:gd name="T51" fmla="*/ 257 h 497"/>
                  <a:gd name="T52" fmla="*/ 45 w 370"/>
                  <a:gd name="T53" fmla="*/ 246 h 497"/>
                  <a:gd name="T54" fmla="*/ 50 w 370"/>
                  <a:gd name="T55" fmla="*/ 238 h 497"/>
                  <a:gd name="T56" fmla="*/ 56 w 370"/>
                  <a:gd name="T57" fmla="*/ 233 h 497"/>
                  <a:gd name="T58" fmla="*/ 82 w 370"/>
                  <a:gd name="T59" fmla="*/ 244 h 497"/>
                  <a:gd name="T60" fmla="*/ 103 w 370"/>
                  <a:gd name="T61" fmla="*/ 254 h 497"/>
                  <a:gd name="T62" fmla="*/ 122 w 370"/>
                  <a:gd name="T63" fmla="*/ 248 h 497"/>
                  <a:gd name="T64" fmla="*/ 109 w 370"/>
                  <a:gd name="T65" fmla="*/ 230 h 497"/>
                  <a:gd name="T66" fmla="*/ 93 w 370"/>
                  <a:gd name="T67" fmla="*/ 209 h 497"/>
                  <a:gd name="T68" fmla="*/ 107 w 370"/>
                  <a:gd name="T69" fmla="*/ 197 h 497"/>
                  <a:gd name="T70" fmla="*/ 138 w 370"/>
                  <a:gd name="T71" fmla="*/ 193 h 497"/>
                  <a:gd name="T72" fmla="*/ 157 w 370"/>
                  <a:gd name="T73" fmla="*/ 184 h 497"/>
                  <a:gd name="T74" fmla="*/ 136 w 370"/>
                  <a:gd name="T75" fmla="*/ 161 h 497"/>
                  <a:gd name="T76" fmla="*/ 116 w 370"/>
                  <a:gd name="T77" fmla="*/ 159 h 497"/>
                  <a:gd name="T78" fmla="*/ 105 w 370"/>
                  <a:gd name="T79" fmla="*/ 155 h 497"/>
                  <a:gd name="T80" fmla="*/ 121 w 370"/>
                  <a:gd name="T81" fmla="*/ 144 h 497"/>
                  <a:gd name="T82" fmla="*/ 171 w 370"/>
                  <a:gd name="T83" fmla="*/ 128 h 497"/>
                  <a:gd name="T84" fmla="*/ 194 w 370"/>
                  <a:gd name="T85" fmla="*/ 90 h 497"/>
                  <a:gd name="T86" fmla="*/ 184 w 370"/>
                  <a:gd name="T87" fmla="*/ 101 h 497"/>
                  <a:gd name="T88" fmla="*/ 148 w 370"/>
                  <a:gd name="T89" fmla="*/ 115 h 497"/>
                  <a:gd name="T90" fmla="*/ 136 w 370"/>
                  <a:gd name="T91" fmla="*/ 100 h 497"/>
                  <a:gd name="T92" fmla="*/ 118 w 370"/>
                  <a:gd name="T93" fmla="*/ 98 h 497"/>
                  <a:gd name="T94" fmla="*/ 103 w 370"/>
                  <a:gd name="T95" fmla="*/ 96 h 497"/>
                  <a:gd name="T96" fmla="*/ 95 w 370"/>
                  <a:gd name="T97" fmla="*/ 117 h 497"/>
                  <a:gd name="T98" fmla="*/ 118 w 370"/>
                  <a:gd name="T99" fmla="*/ 110 h 497"/>
                  <a:gd name="T100" fmla="*/ 135 w 370"/>
                  <a:gd name="T101" fmla="*/ 117 h 497"/>
                  <a:gd name="T102" fmla="*/ 122 w 370"/>
                  <a:gd name="T103" fmla="*/ 115 h 497"/>
                  <a:gd name="T104" fmla="*/ 110 w 370"/>
                  <a:gd name="T105" fmla="*/ 125 h 497"/>
                  <a:gd name="T106" fmla="*/ 95 w 370"/>
                  <a:gd name="T107" fmla="*/ 135 h 497"/>
                  <a:gd name="T108" fmla="*/ 82 w 370"/>
                  <a:gd name="T109" fmla="*/ 171 h 497"/>
                  <a:gd name="T110" fmla="*/ 73 w 370"/>
                  <a:gd name="T111" fmla="*/ 205 h 497"/>
                  <a:gd name="T112" fmla="*/ 81 w 370"/>
                  <a:gd name="T113" fmla="*/ 160 h 497"/>
                  <a:gd name="T114" fmla="*/ 86 w 370"/>
                  <a:gd name="T115" fmla="*/ 125 h 497"/>
                  <a:gd name="T116" fmla="*/ 95 w 370"/>
                  <a:gd name="T117" fmla="*/ 100 h 49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70" h="497">
                    <a:moveTo>
                      <a:pt x="188" y="170"/>
                    </a:move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15" y="497"/>
                    </a:lnTo>
                    <a:lnTo>
                      <a:pt x="24" y="496"/>
                    </a:lnTo>
                    <a:lnTo>
                      <a:pt x="32" y="495"/>
                    </a:lnTo>
                    <a:lnTo>
                      <a:pt x="41" y="494"/>
                    </a:lnTo>
                    <a:lnTo>
                      <a:pt x="49" y="494"/>
                    </a:lnTo>
                    <a:lnTo>
                      <a:pt x="57" y="494"/>
                    </a:lnTo>
                    <a:lnTo>
                      <a:pt x="63" y="494"/>
                    </a:lnTo>
                    <a:lnTo>
                      <a:pt x="68" y="495"/>
                    </a:lnTo>
                    <a:lnTo>
                      <a:pt x="73" y="488"/>
                    </a:lnTo>
                    <a:lnTo>
                      <a:pt x="77" y="482"/>
                    </a:lnTo>
                    <a:lnTo>
                      <a:pt x="79" y="478"/>
                    </a:lnTo>
                    <a:lnTo>
                      <a:pt x="79" y="474"/>
                    </a:lnTo>
                    <a:lnTo>
                      <a:pt x="78" y="469"/>
                    </a:lnTo>
                    <a:lnTo>
                      <a:pt x="77" y="463"/>
                    </a:lnTo>
                    <a:lnTo>
                      <a:pt x="75" y="456"/>
                    </a:lnTo>
                    <a:lnTo>
                      <a:pt x="74" y="451"/>
                    </a:lnTo>
                    <a:lnTo>
                      <a:pt x="78" y="451"/>
                    </a:lnTo>
                    <a:lnTo>
                      <a:pt x="82" y="449"/>
                    </a:lnTo>
                    <a:lnTo>
                      <a:pt x="86" y="446"/>
                    </a:lnTo>
                    <a:lnTo>
                      <a:pt x="88" y="445"/>
                    </a:lnTo>
                    <a:lnTo>
                      <a:pt x="90" y="443"/>
                    </a:lnTo>
                    <a:lnTo>
                      <a:pt x="91" y="438"/>
                    </a:lnTo>
                    <a:lnTo>
                      <a:pt x="91" y="434"/>
                    </a:lnTo>
                    <a:lnTo>
                      <a:pt x="90" y="430"/>
                    </a:lnTo>
                    <a:lnTo>
                      <a:pt x="94" y="428"/>
                    </a:lnTo>
                    <a:lnTo>
                      <a:pt x="97" y="427"/>
                    </a:lnTo>
                    <a:lnTo>
                      <a:pt x="101" y="425"/>
                    </a:lnTo>
                    <a:lnTo>
                      <a:pt x="103" y="425"/>
                    </a:lnTo>
                    <a:lnTo>
                      <a:pt x="110" y="427"/>
                    </a:lnTo>
                    <a:lnTo>
                      <a:pt x="119" y="431"/>
                    </a:lnTo>
                    <a:lnTo>
                      <a:pt x="130" y="436"/>
                    </a:lnTo>
                    <a:lnTo>
                      <a:pt x="140" y="441"/>
                    </a:lnTo>
                    <a:lnTo>
                      <a:pt x="150" y="445"/>
                    </a:lnTo>
                    <a:lnTo>
                      <a:pt x="161" y="450"/>
                    </a:lnTo>
                    <a:lnTo>
                      <a:pt x="169" y="454"/>
                    </a:lnTo>
                    <a:lnTo>
                      <a:pt x="174" y="458"/>
                    </a:lnTo>
                    <a:lnTo>
                      <a:pt x="182" y="463"/>
                    </a:lnTo>
                    <a:lnTo>
                      <a:pt x="188" y="465"/>
                    </a:lnTo>
                    <a:lnTo>
                      <a:pt x="194" y="466"/>
                    </a:lnTo>
                    <a:lnTo>
                      <a:pt x="200" y="465"/>
                    </a:lnTo>
                    <a:lnTo>
                      <a:pt x="208" y="461"/>
                    </a:lnTo>
                    <a:lnTo>
                      <a:pt x="217" y="458"/>
                    </a:lnTo>
                    <a:lnTo>
                      <a:pt x="223" y="454"/>
                    </a:lnTo>
                    <a:lnTo>
                      <a:pt x="224" y="450"/>
                    </a:lnTo>
                    <a:lnTo>
                      <a:pt x="221" y="446"/>
                    </a:lnTo>
                    <a:lnTo>
                      <a:pt x="215" y="440"/>
                    </a:lnTo>
                    <a:lnTo>
                      <a:pt x="207" y="430"/>
                    </a:lnTo>
                    <a:lnTo>
                      <a:pt x="199" y="421"/>
                    </a:lnTo>
                    <a:lnTo>
                      <a:pt x="191" y="411"/>
                    </a:lnTo>
                    <a:lnTo>
                      <a:pt x="182" y="402"/>
                    </a:lnTo>
                    <a:lnTo>
                      <a:pt x="177" y="393"/>
                    </a:lnTo>
                    <a:lnTo>
                      <a:pt x="173" y="389"/>
                    </a:lnTo>
                    <a:lnTo>
                      <a:pt x="171" y="381"/>
                    </a:lnTo>
                    <a:lnTo>
                      <a:pt x="170" y="373"/>
                    </a:lnTo>
                    <a:lnTo>
                      <a:pt x="173" y="366"/>
                    </a:lnTo>
                    <a:lnTo>
                      <a:pt x="180" y="362"/>
                    </a:lnTo>
                    <a:lnTo>
                      <a:pt x="187" y="361"/>
                    </a:lnTo>
                    <a:lnTo>
                      <a:pt x="196" y="360"/>
                    </a:lnTo>
                    <a:lnTo>
                      <a:pt x="207" y="358"/>
                    </a:lnTo>
                    <a:lnTo>
                      <a:pt x="219" y="357"/>
                    </a:lnTo>
                    <a:lnTo>
                      <a:pt x="232" y="355"/>
                    </a:lnTo>
                    <a:lnTo>
                      <a:pt x="242" y="354"/>
                    </a:lnTo>
                    <a:lnTo>
                      <a:pt x="252" y="353"/>
                    </a:lnTo>
                    <a:lnTo>
                      <a:pt x="259" y="353"/>
                    </a:lnTo>
                    <a:lnTo>
                      <a:pt x="269" y="353"/>
                    </a:lnTo>
                    <a:lnTo>
                      <a:pt x="278" y="350"/>
                    </a:lnTo>
                    <a:lnTo>
                      <a:pt x="285" y="343"/>
                    </a:lnTo>
                    <a:lnTo>
                      <a:pt x="288" y="336"/>
                    </a:lnTo>
                    <a:lnTo>
                      <a:pt x="285" y="325"/>
                    </a:lnTo>
                    <a:lnTo>
                      <a:pt x="277" y="312"/>
                    </a:lnTo>
                    <a:lnTo>
                      <a:pt x="267" y="301"/>
                    </a:lnTo>
                    <a:lnTo>
                      <a:pt x="256" y="296"/>
                    </a:lnTo>
                    <a:lnTo>
                      <a:pt x="250" y="294"/>
                    </a:lnTo>
                    <a:lnTo>
                      <a:pt x="244" y="294"/>
                    </a:lnTo>
                    <a:lnTo>
                      <a:pt x="235" y="293"/>
                    </a:lnTo>
                    <a:lnTo>
                      <a:pt x="227" y="292"/>
                    </a:lnTo>
                    <a:lnTo>
                      <a:pt x="219" y="291"/>
                    </a:lnTo>
                    <a:lnTo>
                      <a:pt x="212" y="290"/>
                    </a:lnTo>
                    <a:lnTo>
                      <a:pt x="207" y="289"/>
                    </a:lnTo>
                    <a:lnTo>
                      <a:pt x="203" y="289"/>
                    </a:lnTo>
                    <a:lnTo>
                      <a:pt x="199" y="287"/>
                    </a:lnTo>
                    <a:lnTo>
                      <a:pt x="194" y="286"/>
                    </a:lnTo>
                    <a:lnTo>
                      <a:pt x="193" y="283"/>
                    </a:lnTo>
                    <a:lnTo>
                      <a:pt x="195" y="278"/>
                    </a:lnTo>
                    <a:lnTo>
                      <a:pt x="201" y="274"/>
                    </a:lnTo>
                    <a:lnTo>
                      <a:pt x="208" y="269"/>
                    </a:lnTo>
                    <a:lnTo>
                      <a:pt x="214" y="266"/>
                    </a:lnTo>
                    <a:lnTo>
                      <a:pt x="221" y="264"/>
                    </a:lnTo>
                    <a:lnTo>
                      <a:pt x="229" y="263"/>
                    </a:lnTo>
                    <a:lnTo>
                      <a:pt x="244" y="260"/>
                    </a:lnTo>
                    <a:lnTo>
                      <a:pt x="264" y="254"/>
                    </a:lnTo>
                    <a:lnTo>
                      <a:pt x="288" y="245"/>
                    </a:lnTo>
                    <a:lnTo>
                      <a:pt x="313" y="233"/>
                    </a:lnTo>
                    <a:lnTo>
                      <a:pt x="333" y="217"/>
                    </a:lnTo>
                    <a:lnTo>
                      <a:pt x="351" y="199"/>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81" y="184"/>
                    </a:lnTo>
                    <a:lnTo>
                      <a:pt x="179" y="192"/>
                    </a:lnTo>
                    <a:lnTo>
                      <a:pt x="176" y="203"/>
                    </a:lnTo>
                    <a:lnTo>
                      <a:pt x="174" y="214"/>
                    </a:lnTo>
                    <a:lnTo>
                      <a:pt x="178" y="216"/>
                    </a:lnTo>
                    <a:lnTo>
                      <a:pt x="184" y="214"/>
                    </a:lnTo>
                    <a:lnTo>
                      <a:pt x="193" y="209"/>
                    </a:lnTo>
                    <a:lnTo>
                      <a:pt x="204" y="206"/>
                    </a:lnTo>
                    <a:lnTo>
                      <a:pt x="216" y="201"/>
                    </a:lnTo>
                    <a:lnTo>
                      <a:pt x="229" y="200"/>
                    </a:lnTo>
                    <a:lnTo>
                      <a:pt x="239" y="200"/>
                    </a:lnTo>
                    <a:lnTo>
                      <a:pt x="248" y="206"/>
                    </a:lnTo>
                    <a:lnTo>
                      <a:pt x="253" y="215"/>
                    </a:lnTo>
                    <a:lnTo>
                      <a:pt x="248" y="214"/>
                    </a:lnTo>
                    <a:lnTo>
                      <a:pt x="242" y="213"/>
                    </a:lnTo>
                    <a:lnTo>
                      <a:pt x="238" y="211"/>
                    </a:lnTo>
                    <a:lnTo>
                      <a:pt x="232" y="211"/>
                    </a:lnTo>
                    <a:lnTo>
                      <a:pt x="227" y="211"/>
                    </a:lnTo>
                    <a:lnTo>
                      <a:pt x="223" y="211"/>
                    </a:lnTo>
                    <a:lnTo>
                      <a:pt x="219" y="211"/>
                    </a:lnTo>
                    <a:lnTo>
                      <a:pt x="215" y="213"/>
                    </a:lnTo>
                    <a:lnTo>
                      <a:pt x="211" y="217"/>
                    </a:lnTo>
                    <a:lnTo>
                      <a:pt x="207" y="222"/>
                    </a:lnTo>
                    <a:lnTo>
                      <a:pt x="201" y="228"/>
                    </a:lnTo>
                    <a:lnTo>
                      <a:pt x="195" y="233"/>
                    </a:lnTo>
                    <a:lnTo>
                      <a:pt x="188" y="238"/>
                    </a:lnTo>
                    <a:lnTo>
                      <a:pt x="182" y="243"/>
                    </a:lnTo>
                    <a:lnTo>
                      <a:pt x="178" y="245"/>
                    </a:lnTo>
                    <a:lnTo>
                      <a:pt x="174" y="246"/>
                    </a:lnTo>
                    <a:lnTo>
                      <a:pt x="168" y="261"/>
                    </a:lnTo>
                    <a:lnTo>
                      <a:pt x="162" y="275"/>
                    </a:lnTo>
                    <a:lnTo>
                      <a:pt x="157" y="287"/>
                    </a:lnTo>
                    <a:lnTo>
                      <a:pt x="155" y="297"/>
                    </a:lnTo>
                    <a:lnTo>
                      <a:pt x="151" y="313"/>
                    </a:lnTo>
                    <a:lnTo>
                      <a:pt x="147" y="337"/>
                    </a:lnTo>
                    <a:lnTo>
                      <a:pt x="141" y="359"/>
                    </a:lnTo>
                    <a:lnTo>
                      <a:pt x="139" y="370"/>
                    </a:lnTo>
                    <a:lnTo>
                      <a:pt x="136" y="373"/>
                    </a:lnTo>
                    <a:lnTo>
                      <a:pt x="134" y="374"/>
                    </a:lnTo>
                    <a:lnTo>
                      <a:pt x="131" y="376"/>
                    </a:lnTo>
                    <a:lnTo>
                      <a:pt x="128" y="377"/>
                    </a:lnTo>
                    <a:lnTo>
                      <a:pt x="135" y="353"/>
                    </a:lnTo>
                    <a:lnTo>
                      <a:pt x="143" y="321"/>
                    </a:lnTo>
                    <a:lnTo>
                      <a:pt x="149" y="292"/>
                    </a:lnTo>
                    <a:lnTo>
                      <a:pt x="151" y="274"/>
                    </a:lnTo>
                    <a:lnTo>
                      <a:pt x="151" y="262"/>
                    </a:lnTo>
                    <a:lnTo>
                      <a:pt x="153" y="249"/>
                    </a:lnTo>
                    <a:lnTo>
                      <a:pt x="154" y="237"/>
                    </a:lnTo>
                    <a:lnTo>
                      <a:pt x="157" y="228"/>
                    </a:lnTo>
                    <a:lnTo>
                      <a:pt x="162" y="218"/>
                    </a:lnTo>
                    <a:lnTo>
                      <a:pt x="166" y="207"/>
                    </a:lnTo>
                    <a:lnTo>
                      <a:pt x="171" y="196"/>
                    </a:lnTo>
                    <a:lnTo>
                      <a:pt x="172" y="188"/>
                    </a:lnTo>
                    <a:lnTo>
                      <a:pt x="174" y="183"/>
                    </a:lnTo>
                    <a:lnTo>
                      <a:pt x="177" y="180"/>
                    </a:lnTo>
                    <a:lnTo>
                      <a:pt x="179" y="180"/>
                    </a:lnTo>
                    <a:lnTo>
                      <a:pt x="181" y="184"/>
                    </a:lnTo>
                    <a:lnTo>
                      <a:pt x="188" y="17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6" name="Freeform 127">
                <a:extLst>
                  <a:ext uri="{FF2B5EF4-FFF2-40B4-BE49-F238E27FC236}">
                    <a16:creationId xmlns:a16="http://schemas.microsoft.com/office/drawing/2014/main" id="{5B4818F7-904A-400D-8F75-608923FCBFBA}"/>
                  </a:ext>
                </a:extLst>
              </p:cNvPr>
              <p:cNvSpPr>
                <a:spLocks/>
              </p:cNvSpPr>
              <p:nvPr/>
            </p:nvSpPr>
            <p:spPr bwMode="auto">
              <a:xfrm>
                <a:off x="3865" y="3068"/>
                <a:ext cx="95" cy="109"/>
              </a:xfrm>
              <a:custGeom>
                <a:avLst/>
                <a:gdLst>
                  <a:gd name="T0" fmla="*/ 36 w 173"/>
                  <a:gd name="T1" fmla="*/ 107 h 200"/>
                  <a:gd name="T2" fmla="*/ 25 w 173"/>
                  <a:gd name="T3" fmla="*/ 105 h 200"/>
                  <a:gd name="T4" fmla="*/ 14 w 173"/>
                  <a:gd name="T5" fmla="*/ 101 h 200"/>
                  <a:gd name="T6" fmla="*/ 4 w 173"/>
                  <a:gd name="T7" fmla="*/ 98 h 200"/>
                  <a:gd name="T8" fmla="*/ 1 w 173"/>
                  <a:gd name="T9" fmla="*/ 89 h 200"/>
                  <a:gd name="T10" fmla="*/ 6 w 173"/>
                  <a:gd name="T11" fmla="*/ 77 h 200"/>
                  <a:gd name="T12" fmla="*/ 10 w 173"/>
                  <a:gd name="T13" fmla="*/ 72 h 200"/>
                  <a:gd name="T14" fmla="*/ 13 w 173"/>
                  <a:gd name="T15" fmla="*/ 68 h 200"/>
                  <a:gd name="T16" fmla="*/ 14 w 173"/>
                  <a:gd name="T17" fmla="*/ 59 h 200"/>
                  <a:gd name="T18" fmla="*/ 17 w 173"/>
                  <a:gd name="T19" fmla="*/ 44 h 200"/>
                  <a:gd name="T20" fmla="*/ 21 w 173"/>
                  <a:gd name="T21" fmla="*/ 33 h 200"/>
                  <a:gd name="T22" fmla="*/ 29 w 173"/>
                  <a:gd name="T23" fmla="*/ 22 h 200"/>
                  <a:gd name="T24" fmla="*/ 35 w 173"/>
                  <a:gd name="T25" fmla="*/ 14 h 200"/>
                  <a:gd name="T26" fmla="*/ 38 w 173"/>
                  <a:gd name="T27" fmla="*/ 11 h 200"/>
                  <a:gd name="T28" fmla="*/ 42 w 173"/>
                  <a:gd name="T29" fmla="*/ 8 h 200"/>
                  <a:gd name="T30" fmla="*/ 47 w 173"/>
                  <a:gd name="T31" fmla="*/ 5 h 200"/>
                  <a:gd name="T32" fmla="*/ 52 w 173"/>
                  <a:gd name="T33" fmla="*/ 4 h 200"/>
                  <a:gd name="T34" fmla="*/ 57 w 173"/>
                  <a:gd name="T35" fmla="*/ 2 h 200"/>
                  <a:gd name="T36" fmla="*/ 63 w 173"/>
                  <a:gd name="T37" fmla="*/ 0 h 200"/>
                  <a:gd name="T38" fmla="*/ 67 w 173"/>
                  <a:gd name="T39" fmla="*/ 1 h 200"/>
                  <a:gd name="T40" fmla="*/ 71 w 173"/>
                  <a:gd name="T41" fmla="*/ 3 h 200"/>
                  <a:gd name="T42" fmla="*/ 72 w 173"/>
                  <a:gd name="T43" fmla="*/ 4 h 200"/>
                  <a:gd name="T44" fmla="*/ 73 w 173"/>
                  <a:gd name="T45" fmla="*/ 7 h 200"/>
                  <a:gd name="T46" fmla="*/ 73 w 173"/>
                  <a:gd name="T47" fmla="*/ 10 h 200"/>
                  <a:gd name="T48" fmla="*/ 75 w 173"/>
                  <a:gd name="T49" fmla="*/ 11 h 200"/>
                  <a:gd name="T50" fmla="*/ 77 w 173"/>
                  <a:gd name="T51" fmla="*/ 15 h 200"/>
                  <a:gd name="T52" fmla="*/ 80 w 173"/>
                  <a:gd name="T53" fmla="*/ 17 h 200"/>
                  <a:gd name="T54" fmla="*/ 84 w 173"/>
                  <a:gd name="T55" fmla="*/ 19 h 200"/>
                  <a:gd name="T56" fmla="*/ 86 w 173"/>
                  <a:gd name="T57" fmla="*/ 23 h 200"/>
                  <a:gd name="T58" fmla="*/ 86 w 173"/>
                  <a:gd name="T59" fmla="*/ 28 h 200"/>
                  <a:gd name="T60" fmla="*/ 90 w 173"/>
                  <a:gd name="T61" fmla="*/ 32 h 200"/>
                  <a:gd name="T62" fmla="*/ 94 w 173"/>
                  <a:gd name="T63" fmla="*/ 38 h 200"/>
                  <a:gd name="T64" fmla="*/ 94 w 173"/>
                  <a:gd name="T65" fmla="*/ 44 h 200"/>
                  <a:gd name="T66" fmla="*/ 90 w 173"/>
                  <a:gd name="T67" fmla="*/ 53 h 200"/>
                  <a:gd name="T68" fmla="*/ 81 w 173"/>
                  <a:gd name="T69" fmla="*/ 62 h 200"/>
                  <a:gd name="T70" fmla="*/ 72 w 173"/>
                  <a:gd name="T71" fmla="*/ 75 h 200"/>
                  <a:gd name="T72" fmla="*/ 68 w 173"/>
                  <a:gd name="T73" fmla="*/ 82 h 200"/>
                  <a:gd name="T74" fmla="*/ 61 w 173"/>
                  <a:gd name="T75" fmla="*/ 89 h 200"/>
                  <a:gd name="T76" fmla="*/ 53 w 173"/>
                  <a:gd name="T77" fmla="*/ 94 h 200"/>
                  <a:gd name="T78" fmla="*/ 47 w 173"/>
                  <a:gd name="T79" fmla="*/ 104 h 200"/>
                  <a:gd name="T80" fmla="*/ 40 w 173"/>
                  <a:gd name="T81" fmla="*/ 107 h 2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3" h="200">
                    <a:moveTo>
                      <a:pt x="73" y="197"/>
                    </a:moveTo>
                    <a:lnTo>
                      <a:pt x="65" y="196"/>
                    </a:lnTo>
                    <a:lnTo>
                      <a:pt x="56" y="194"/>
                    </a:lnTo>
                    <a:lnTo>
                      <a:pt x="46" y="192"/>
                    </a:lnTo>
                    <a:lnTo>
                      <a:pt x="36" y="189"/>
                    </a:lnTo>
                    <a:lnTo>
                      <a:pt x="26" y="186"/>
                    </a:lnTo>
                    <a:lnTo>
                      <a:pt x="17" y="182"/>
                    </a:lnTo>
                    <a:lnTo>
                      <a:pt x="8" y="179"/>
                    </a:lnTo>
                    <a:lnTo>
                      <a:pt x="0" y="174"/>
                    </a:lnTo>
                    <a:lnTo>
                      <a:pt x="2" y="164"/>
                    </a:lnTo>
                    <a:lnTo>
                      <a:pt x="6" y="152"/>
                    </a:lnTo>
                    <a:lnTo>
                      <a:pt x="11" y="142"/>
                    </a:lnTo>
                    <a:lnTo>
                      <a:pt x="15" y="136"/>
                    </a:lnTo>
                    <a:lnTo>
                      <a:pt x="18" y="133"/>
                    </a:lnTo>
                    <a:lnTo>
                      <a:pt x="21" y="128"/>
                    </a:lnTo>
                    <a:lnTo>
                      <a:pt x="24" y="124"/>
                    </a:lnTo>
                    <a:lnTo>
                      <a:pt x="25" y="118"/>
                    </a:lnTo>
                    <a:lnTo>
                      <a:pt x="25" y="109"/>
                    </a:lnTo>
                    <a:lnTo>
                      <a:pt x="27" y="95"/>
                    </a:lnTo>
                    <a:lnTo>
                      <a:pt x="31" y="80"/>
                    </a:lnTo>
                    <a:lnTo>
                      <a:pt x="34" y="68"/>
                    </a:lnTo>
                    <a:lnTo>
                      <a:pt x="38" y="61"/>
                    </a:lnTo>
                    <a:lnTo>
                      <a:pt x="44" y="51"/>
                    </a:lnTo>
                    <a:lnTo>
                      <a:pt x="53" y="40"/>
                    </a:lnTo>
                    <a:lnTo>
                      <a:pt x="62" y="28"/>
                    </a:lnTo>
                    <a:lnTo>
                      <a:pt x="64" y="26"/>
                    </a:lnTo>
                    <a:lnTo>
                      <a:pt x="68" y="23"/>
                    </a:lnTo>
                    <a:lnTo>
                      <a:pt x="70" y="21"/>
                    </a:lnTo>
                    <a:lnTo>
                      <a:pt x="72" y="19"/>
                    </a:lnTo>
                    <a:lnTo>
                      <a:pt x="77" y="15"/>
                    </a:lnTo>
                    <a:lnTo>
                      <a:pt x="81" y="12"/>
                    </a:lnTo>
                    <a:lnTo>
                      <a:pt x="86" y="10"/>
                    </a:lnTo>
                    <a:lnTo>
                      <a:pt x="91" y="8"/>
                    </a:lnTo>
                    <a:lnTo>
                      <a:pt x="95" y="7"/>
                    </a:lnTo>
                    <a:lnTo>
                      <a:pt x="100" y="5"/>
                    </a:lnTo>
                    <a:lnTo>
                      <a:pt x="103" y="4"/>
                    </a:lnTo>
                    <a:lnTo>
                      <a:pt x="107" y="3"/>
                    </a:lnTo>
                    <a:lnTo>
                      <a:pt x="114" y="0"/>
                    </a:lnTo>
                    <a:lnTo>
                      <a:pt x="118" y="0"/>
                    </a:lnTo>
                    <a:lnTo>
                      <a:pt x="122" y="2"/>
                    </a:lnTo>
                    <a:lnTo>
                      <a:pt x="126" y="4"/>
                    </a:lnTo>
                    <a:lnTo>
                      <a:pt x="129" y="5"/>
                    </a:lnTo>
                    <a:lnTo>
                      <a:pt x="130" y="7"/>
                    </a:lnTo>
                    <a:lnTo>
                      <a:pt x="131" y="8"/>
                    </a:lnTo>
                    <a:lnTo>
                      <a:pt x="132" y="11"/>
                    </a:lnTo>
                    <a:lnTo>
                      <a:pt x="133" y="13"/>
                    </a:lnTo>
                    <a:lnTo>
                      <a:pt x="133" y="16"/>
                    </a:lnTo>
                    <a:lnTo>
                      <a:pt x="133" y="19"/>
                    </a:lnTo>
                    <a:lnTo>
                      <a:pt x="133" y="20"/>
                    </a:lnTo>
                    <a:lnTo>
                      <a:pt x="137" y="21"/>
                    </a:lnTo>
                    <a:lnTo>
                      <a:pt x="139" y="25"/>
                    </a:lnTo>
                    <a:lnTo>
                      <a:pt x="140" y="28"/>
                    </a:lnTo>
                    <a:lnTo>
                      <a:pt x="141" y="31"/>
                    </a:lnTo>
                    <a:lnTo>
                      <a:pt x="145" y="31"/>
                    </a:lnTo>
                    <a:lnTo>
                      <a:pt x="148" y="33"/>
                    </a:lnTo>
                    <a:lnTo>
                      <a:pt x="153" y="35"/>
                    </a:lnTo>
                    <a:lnTo>
                      <a:pt x="155" y="37"/>
                    </a:lnTo>
                    <a:lnTo>
                      <a:pt x="156" y="42"/>
                    </a:lnTo>
                    <a:lnTo>
                      <a:pt x="157" y="46"/>
                    </a:lnTo>
                    <a:lnTo>
                      <a:pt x="157" y="52"/>
                    </a:lnTo>
                    <a:lnTo>
                      <a:pt x="156" y="57"/>
                    </a:lnTo>
                    <a:lnTo>
                      <a:pt x="163" y="59"/>
                    </a:lnTo>
                    <a:lnTo>
                      <a:pt x="169" y="63"/>
                    </a:lnTo>
                    <a:lnTo>
                      <a:pt x="172" y="69"/>
                    </a:lnTo>
                    <a:lnTo>
                      <a:pt x="173" y="75"/>
                    </a:lnTo>
                    <a:lnTo>
                      <a:pt x="172" y="81"/>
                    </a:lnTo>
                    <a:lnTo>
                      <a:pt x="169" y="89"/>
                    </a:lnTo>
                    <a:lnTo>
                      <a:pt x="163" y="97"/>
                    </a:lnTo>
                    <a:lnTo>
                      <a:pt x="155" y="106"/>
                    </a:lnTo>
                    <a:lnTo>
                      <a:pt x="147" y="114"/>
                    </a:lnTo>
                    <a:lnTo>
                      <a:pt x="139" y="126"/>
                    </a:lnTo>
                    <a:lnTo>
                      <a:pt x="132" y="137"/>
                    </a:lnTo>
                    <a:lnTo>
                      <a:pt x="127" y="144"/>
                    </a:lnTo>
                    <a:lnTo>
                      <a:pt x="123" y="150"/>
                    </a:lnTo>
                    <a:lnTo>
                      <a:pt x="118" y="156"/>
                    </a:lnTo>
                    <a:lnTo>
                      <a:pt x="111" y="163"/>
                    </a:lnTo>
                    <a:lnTo>
                      <a:pt x="102" y="169"/>
                    </a:lnTo>
                    <a:lnTo>
                      <a:pt x="97" y="173"/>
                    </a:lnTo>
                    <a:lnTo>
                      <a:pt x="92" y="181"/>
                    </a:lnTo>
                    <a:lnTo>
                      <a:pt x="86" y="190"/>
                    </a:lnTo>
                    <a:lnTo>
                      <a:pt x="81" y="200"/>
                    </a:lnTo>
                    <a:lnTo>
                      <a:pt x="73" y="19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7" name="Freeform 128">
                <a:extLst>
                  <a:ext uri="{FF2B5EF4-FFF2-40B4-BE49-F238E27FC236}">
                    <a16:creationId xmlns:a16="http://schemas.microsoft.com/office/drawing/2014/main" id="{C76FC702-ABDA-4E31-8498-D3F7CDD833BF}"/>
                  </a:ext>
                </a:extLst>
              </p:cNvPr>
              <p:cNvSpPr>
                <a:spLocks/>
              </p:cNvSpPr>
              <p:nvPr/>
            </p:nvSpPr>
            <p:spPr bwMode="auto">
              <a:xfrm>
                <a:off x="3893" y="3022"/>
                <a:ext cx="31" cy="56"/>
              </a:xfrm>
              <a:custGeom>
                <a:avLst/>
                <a:gdLst>
                  <a:gd name="T0" fmla="*/ 21 w 56"/>
                  <a:gd name="T1" fmla="*/ 51 h 103"/>
                  <a:gd name="T2" fmla="*/ 22 w 56"/>
                  <a:gd name="T3" fmla="*/ 52 h 103"/>
                  <a:gd name="T4" fmla="*/ 22 w 56"/>
                  <a:gd name="T5" fmla="*/ 53 h 103"/>
                  <a:gd name="T6" fmla="*/ 23 w 56"/>
                  <a:gd name="T7" fmla="*/ 55 h 103"/>
                  <a:gd name="T8" fmla="*/ 23 w 56"/>
                  <a:gd name="T9" fmla="*/ 56 h 103"/>
                  <a:gd name="T10" fmla="*/ 25 w 56"/>
                  <a:gd name="T11" fmla="*/ 54 h 103"/>
                  <a:gd name="T12" fmla="*/ 27 w 56"/>
                  <a:gd name="T13" fmla="*/ 53 h 103"/>
                  <a:gd name="T14" fmla="*/ 29 w 56"/>
                  <a:gd name="T15" fmla="*/ 53 h 103"/>
                  <a:gd name="T16" fmla="*/ 31 w 56"/>
                  <a:gd name="T17" fmla="*/ 52 h 103"/>
                  <a:gd name="T18" fmla="*/ 30 w 56"/>
                  <a:gd name="T19" fmla="*/ 48 h 103"/>
                  <a:gd name="T20" fmla="*/ 27 w 56"/>
                  <a:gd name="T21" fmla="*/ 42 h 103"/>
                  <a:gd name="T22" fmla="*/ 23 w 56"/>
                  <a:gd name="T23" fmla="*/ 35 h 103"/>
                  <a:gd name="T24" fmla="*/ 18 w 56"/>
                  <a:gd name="T25" fmla="*/ 27 h 103"/>
                  <a:gd name="T26" fmla="*/ 14 w 56"/>
                  <a:gd name="T27" fmla="*/ 18 h 103"/>
                  <a:gd name="T28" fmla="*/ 10 w 56"/>
                  <a:gd name="T29" fmla="*/ 11 h 103"/>
                  <a:gd name="T30" fmla="*/ 7 w 56"/>
                  <a:gd name="T31" fmla="*/ 5 h 103"/>
                  <a:gd name="T32" fmla="*/ 6 w 56"/>
                  <a:gd name="T33" fmla="*/ 2 h 103"/>
                  <a:gd name="T34" fmla="*/ 3 w 56"/>
                  <a:gd name="T35" fmla="*/ 0 h 103"/>
                  <a:gd name="T36" fmla="*/ 1 w 56"/>
                  <a:gd name="T37" fmla="*/ 0 h 103"/>
                  <a:gd name="T38" fmla="*/ 0 w 56"/>
                  <a:gd name="T39" fmla="*/ 1 h 103"/>
                  <a:gd name="T40" fmla="*/ 1 w 56"/>
                  <a:gd name="T41" fmla="*/ 4 h 103"/>
                  <a:gd name="T42" fmla="*/ 2 w 56"/>
                  <a:gd name="T43" fmla="*/ 8 h 103"/>
                  <a:gd name="T44" fmla="*/ 4 w 56"/>
                  <a:gd name="T45" fmla="*/ 14 h 103"/>
                  <a:gd name="T46" fmla="*/ 7 w 56"/>
                  <a:gd name="T47" fmla="*/ 21 h 103"/>
                  <a:gd name="T48" fmla="*/ 11 w 56"/>
                  <a:gd name="T49" fmla="*/ 29 h 103"/>
                  <a:gd name="T50" fmla="*/ 14 w 56"/>
                  <a:gd name="T51" fmla="*/ 36 h 103"/>
                  <a:gd name="T52" fmla="*/ 17 w 56"/>
                  <a:gd name="T53" fmla="*/ 43 h 103"/>
                  <a:gd name="T54" fmla="*/ 19 w 56"/>
                  <a:gd name="T55" fmla="*/ 48 h 103"/>
                  <a:gd name="T56" fmla="*/ 21 w 56"/>
                  <a:gd name="T57" fmla="*/ 51 h 10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6" h="103">
                    <a:moveTo>
                      <a:pt x="38" y="93"/>
                    </a:moveTo>
                    <a:lnTo>
                      <a:pt x="39" y="96"/>
                    </a:lnTo>
                    <a:lnTo>
                      <a:pt x="40" y="98"/>
                    </a:lnTo>
                    <a:lnTo>
                      <a:pt x="41" y="101"/>
                    </a:lnTo>
                    <a:lnTo>
                      <a:pt x="42" y="103"/>
                    </a:lnTo>
                    <a:lnTo>
                      <a:pt x="46" y="100"/>
                    </a:lnTo>
                    <a:lnTo>
                      <a:pt x="49" y="98"/>
                    </a:lnTo>
                    <a:lnTo>
                      <a:pt x="53" y="97"/>
                    </a:lnTo>
                    <a:lnTo>
                      <a:pt x="56" y="95"/>
                    </a:lnTo>
                    <a:lnTo>
                      <a:pt x="54" y="89"/>
                    </a:lnTo>
                    <a:lnTo>
                      <a:pt x="48" y="78"/>
                    </a:lnTo>
                    <a:lnTo>
                      <a:pt x="41" y="65"/>
                    </a:lnTo>
                    <a:lnTo>
                      <a:pt x="33" y="50"/>
                    </a:lnTo>
                    <a:lnTo>
                      <a:pt x="25" y="34"/>
                    </a:lnTo>
                    <a:lnTo>
                      <a:pt x="18" y="20"/>
                    </a:lnTo>
                    <a:lnTo>
                      <a:pt x="12" y="9"/>
                    </a:lnTo>
                    <a:lnTo>
                      <a:pt x="10" y="4"/>
                    </a:lnTo>
                    <a:lnTo>
                      <a:pt x="6" y="0"/>
                    </a:lnTo>
                    <a:lnTo>
                      <a:pt x="2" y="0"/>
                    </a:lnTo>
                    <a:lnTo>
                      <a:pt x="0" y="2"/>
                    </a:lnTo>
                    <a:lnTo>
                      <a:pt x="1" y="8"/>
                    </a:lnTo>
                    <a:lnTo>
                      <a:pt x="3" y="14"/>
                    </a:lnTo>
                    <a:lnTo>
                      <a:pt x="8" y="25"/>
                    </a:lnTo>
                    <a:lnTo>
                      <a:pt x="13" y="38"/>
                    </a:lnTo>
                    <a:lnTo>
                      <a:pt x="19" y="53"/>
                    </a:lnTo>
                    <a:lnTo>
                      <a:pt x="26" y="67"/>
                    </a:lnTo>
                    <a:lnTo>
                      <a:pt x="31" y="80"/>
                    </a:lnTo>
                    <a:lnTo>
                      <a:pt x="35" y="89"/>
                    </a:lnTo>
                    <a:lnTo>
                      <a:pt x="38" y="9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8" name="Freeform 129">
                <a:extLst>
                  <a:ext uri="{FF2B5EF4-FFF2-40B4-BE49-F238E27FC236}">
                    <a16:creationId xmlns:a16="http://schemas.microsoft.com/office/drawing/2014/main" id="{9146278C-B550-42A2-9D57-DD5D57C72D8C}"/>
                  </a:ext>
                </a:extLst>
              </p:cNvPr>
              <p:cNvSpPr>
                <a:spLocks/>
              </p:cNvSpPr>
              <p:nvPr/>
            </p:nvSpPr>
            <p:spPr bwMode="auto">
              <a:xfrm>
                <a:off x="3905" y="3142"/>
                <a:ext cx="20" cy="35"/>
              </a:xfrm>
              <a:custGeom>
                <a:avLst/>
                <a:gdLst>
                  <a:gd name="T0" fmla="*/ 16 w 37"/>
                  <a:gd name="T1" fmla="*/ 18 h 65"/>
                  <a:gd name="T2" fmla="*/ 13 w 37"/>
                  <a:gd name="T3" fmla="*/ 20 h 65"/>
                  <a:gd name="T4" fmla="*/ 10 w 37"/>
                  <a:gd name="T5" fmla="*/ 25 h 65"/>
                  <a:gd name="T6" fmla="*/ 7 w 37"/>
                  <a:gd name="T7" fmla="*/ 30 h 65"/>
                  <a:gd name="T8" fmla="*/ 4 w 37"/>
                  <a:gd name="T9" fmla="*/ 35 h 65"/>
                  <a:gd name="T10" fmla="*/ 3 w 37"/>
                  <a:gd name="T11" fmla="*/ 35 h 65"/>
                  <a:gd name="T12" fmla="*/ 3 w 37"/>
                  <a:gd name="T13" fmla="*/ 34 h 65"/>
                  <a:gd name="T14" fmla="*/ 2 w 37"/>
                  <a:gd name="T15" fmla="*/ 34 h 65"/>
                  <a:gd name="T16" fmla="*/ 0 w 37"/>
                  <a:gd name="T17" fmla="*/ 33 h 65"/>
                  <a:gd name="T18" fmla="*/ 0 w 37"/>
                  <a:gd name="T19" fmla="*/ 30 h 65"/>
                  <a:gd name="T20" fmla="*/ 1 w 37"/>
                  <a:gd name="T21" fmla="*/ 25 h 65"/>
                  <a:gd name="T22" fmla="*/ 2 w 37"/>
                  <a:gd name="T23" fmla="*/ 20 h 65"/>
                  <a:gd name="T24" fmla="*/ 3 w 37"/>
                  <a:gd name="T25" fmla="*/ 17 h 65"/>
                  <a:gd name="T26" fmla="*/ 6 w 37"/>
                  <a:gd name="T27" fmla="*/ 13 h 65"/>
                  <a:gd name="T28" fmla="*/ 10 w 37"/>
                  <a:gd name="T29" fmla="*/ 7 h 65"/>
                  <a:gd name="T30" fmla="*/ 14 w 37"/>
                  <a:gd name="T31" fmla="*/ 1 h 65"/>
                  <a:gd name="T32" fmla="*/ 18 w 37"/>
                  <a:gd name="T33" fmla="*/ 0 h 65"/>
                  <a:gd name="T34" fmla="*/ 20 w 37"/>
                  <a:gd name="T35" fmla="*/ 3 h 65"/>
                  <a:gd name="T36" fmla="*/ 20 w 37"/>
                  <a:gd name="T37" fmla="*/ 6 h 65"/>
                  <a:gd name="T38" fmla="*/ 18 w 37"/>
                  <a:gd name="T39" fmla="*/ 12 h 65"/>
                  <a:gd name="T40" fmla="*/ 16 w 37"/>
                  <a:gd name="T41" fmla="*/ 18 h 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65">
                    <a:moveTo>
                      <a:pt x="29" y="34"/>
                    </a:moveTo>
                    <a:lnTo>
                      <a:pt x="24" y="38"/>
                    </a:lnTo>
                    <a:lnTo>
                      <a:pt x="19" y="46"/>
                    </a:lnTo>
                    <a:lnTo>
                      <a:pt x="13" y="55"/>
                    </a:lnTo>
                    <a:lnTo>
                      <a:pt x="8" y="65"/>
                    </a:lnTo>
                    <a:lnTo>
                      <a:pt x="6" y="65"/>
                    </a:lnTo>
                    <a:lnTo>
                      <a:pt x="5" y="63"/>
                    </a:lnTo>
                    <a:lnTo>
                      <a:pt x="3" y="63"/>
                    </a:lnTo>
                    <a:lnTo>
                      <a:pt x="0" y="62"/>
                    </a:lnTo>
                    <a:lnTo>
                      <a:pt x="0" y="55"/>
                    </a:lnTo>
                    <a:lnTo>
                      <a:pt x="1" y="46"/>
                    </a:lnTo>
                    <a:lnTo>
                      <a:pt x="4" y="38"/>
                    </a:lnTo>
                    <a:lnTo>
                      <a:pt x="6" y="32"/>
                    </a:lnTo>
                    <a:lnTo>
                      <a:pt x="11" y="24"/>
                    </a:lnTo>
                    <a:lnTo>
                      <a:pt x="18" y="13"/>
                    </a:lnTo>
                    <a:lnTo>
                      <a:pt x="26" y="2"/>
                    </a:lnTo>
                    <a:lnTo>
                      <a:pt x="34" y="0"/>
                    </a:lnTo>
                    <a:lnTo>
                      <a:pt x="37" y="5"/>
                    </a:lnTo>
                    <a:lnTo>
                      <a:pt x="37" y="12"/>
                    </a:lnTo>
                    <a:lnTo>
                      <a:pt x="34" y="22"/>
                    </a:lnTo>
                    <a:lnTo>
                      <a:pt x="29" y="3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9" name="Freeform 130">
                <a:extLst>
                  <a:ext uri="{FF2B5EF4-FFF2-40B4-BE49-F238E27FC236}">
                    <a16:creationId xmlns:a16="http://schemas.microsoft.com/office/drawing/2014/main" id="{55E62697-0C5B-4860-B4DC-0A1E19F51DA7}"/>
                  </a:ext>
                </a:extLst>
              </p:cNvPr>
              <p:cNvSpPr>
                <a:spLocks/>
              </p:cNvSpPr>
              <p:nvPr/>
            </p:nvSpPr>
            <p:spPr bwMode="auto">
              <a:xfrm>
                <a:off x="3899" y="3068"/>
                <a:ext cx="61" cy="56"/>
              </a:xfrm>
              <a:custGeom>
                <a:avLst/>
                <a:gdLst>
                  <a:gd name="T0" fmla="*/ 17 w 111"/>
                  <a:gd name="T1" fmla="*/ 11 h 103"/>
                  <a:gd name="T2" fmla="*/ 14 w 111"/>
                  <a:gd name="T3" fmla="*/ 14 h 103"/>
                  <a:gd name="T4" fmla="*/ 10 w 111"/>
                  <a:gd name="T5" fmla="*/ 14 h 103"/>
                  <a:gd name="T6" fmla="*/ 8 w 111"/>
                  <a:gd name="T7" fmla="*/ 11 h 103"/>
                  <a:gd name="T8" fmla="*/ 4 w 111"/>
                  <a:gd name="T9" fmla="*/ 11 h 103"/>
                  <a:gd name="T10" fmla="*/ 1 w 111"/>
                  <a:gd name="T11" fmla="*/ 14 h 103"/>
                  <a:gd name="T12" fmla="*/ 2 w 111"/>
                  <a:gd name="T13" fmla="*/ 17 h 103"/>
                  <a:gd name="T14" fmla="*/ 8 w 111"/>
                  <a:gd name="T15" fmla="*/ 22 h 103"/>
                  <a:gd name="T16" fmla="*/ 14 w 111"/>
                  <a:gd name="T17" fmla="*/ 20 h 103"/>
                  <a:gd name="T18" fmla="*/ 21 w 111"/>
                  <a:gd name="T19" fmla="*/ 16 h 103"/>
                  <a:gd name="T20" fmla="*/ 25 w 111"/>
                  <a:gd name="T21" fmla="*/ 20 h 103"/>
                  <a:gd name="T22" fmla="*/ 25 w 111"/>
                  <a:gd name="T23" fmla="*/ 30 h 103"/>
                  <a:gd name="T24" fmla="*/ 29 w 111"/>
                  <a:gd name="T25" fmla="*/ 34 h 103"/>
                  <a:gd name="T26" fmla="*/ 34 w 111"/>
                  <a:gd name="T27" fmla="*/ 39 h 103"/>
                  <a:gd name="T28" fmla="*/ 34 w 111"/>
                  <a:gd name="T29" fmla="*/ 43 h 103"/>
                  <a:gd name="T30" fmla="*/ 35 w 111"/>
                  <a:gd name="T31" fmla="*/ 47 h 103"/>
                  <a:gd name="T32" fmla="*/ 39 w 111"/>
                  <a:gd name="T33" fmla="*/ 49 h 103"/>
                  <a:gd name="T34" fmla="*/ 44 w 111"/>
                  <a:gd name="T35" fmla="*/ 53 h 103"/>
                  <a:gd name="T36" fmla="*/ 48 w 111"/>
                  <a:gd name="T37" fmla="*/ 53 h 103"/>
                  <a:gd name="T38" fmla="*/ 58 w 111"/>
                  <a:gd name="T39" fmla="*/ 45 h 103"/>
                  <a:gd name="T40" fmla="*/ 60 w 111"/>
                  <a:gd name="T41" fmla="*/ 38 h 103"/>
                  <a:gd name="T42" fmla="*/ 56 w 111"/>
                  <a:gd name="T43" fmla="*/ 32 h 103"/>
                  <a:gd name="T44" fmla="*/ 50 w 111"/>
                  <a:gd name="T45" fmla="*/ 33 h 103"/>
                  <a:gd name="T46" fmla="*/ 44 w 111"/>
                  <a:gd name="T47" fmla="*/ 36 h 103"/>
                  <a:gd name="T48" fmla="*/ 43 w 111"/>
                  <a:gd name="T49" fmla="*/ 34 h 103"/>
                  <a:gd name="T50" fmla="*/ 50 w 111"/>
                  <a:gd name="T51" fmla="*/ 24 h 103"/>
                  <a:gd name="T52" fmla="*/ 50 w 111"/>
                  <a:gd name="T53" fmla="*/ 19 h 103"/>
                  <a:gd name="T54" fmla="*/ 46 w 111"/>
                  <a:gd name="T55" fmla="*/ 17 h 103"/>
                  <a:gd name="T56" fmla="*/ 43 w 111"/>
                  <a:gd name="T57" fmla="*/ 15 h 103"/>
                  <a:gd name="T58" fmla="*/ 41 w 111"/>
                  <a:gd name="T59" fmla="*/ 11 h 103"/>
                  <a:gd name="T60" fmla="*/ 38 w 111"/>
                  <a:gd name="T61" fmla="*/ 14 h 103"/>
                  <a:gd name="T62" fmla="*/ 34 w 111"/>
                  <a:gd name="T63" fmla="*/ 19 h 103"/>
                  <a:gd name="T64" fmla="*/ 32 w 111"/>
                  <a:gd name="T65" fmla="*/ 18 h 103"/>
                  <a:gd name="T66" fmla="*/ 37 w 111"/>
                  <a:gd name="T67" fmla="*/ 9 h 103"/>
                  <a:gd name="T68" fmla="*/ 38 w 111"/>
                  <a:gd name="T69" fmla="*/ 4 h 103"/>
                  <a:gd name="T70" fmla="*/ 37 w 111"/>
                  <a:gd name="T71" fmla="*/ 3 h 103"/>
                  <a:gd name="T72" fmla="*/ 33 w 111"/>
                  <a:gd name="T73" fmla="*/ 1 h 103"/>
                  <a:gd name="T74" fmla="*/ 29 w 111"/>
                  <a:gd name="T75" fmla="*/ 0 h 103"/>
                  <a:gd name="T76" fmla="*/ 23 w 111"/>
                  <a:gd name="T77" fmla="*/ 2 h 103"/>
                  <a:gd name="T78" fmla="*/ 18 w 111"/>
                  <a:gd name="T79" fmla="*/ 4 h 103"/>
                  <a:gd name="T80" fmla="*/ 16 w 111"/>
                  <a:gd name="T81" fmla="*/ 6 h 103"/>
                  <a:gd name="T82" fmla="*/ 18 w 111"/>
                  <a:gd name="T83" fmla="*/ 9 h 1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1" h="103">
                    <a:moveTo>
                      <a:pt x="33" y="18"/>
                    </a:moveTo>
                    <a:lnTo>
                      <a:pt x="31" y="20"/>
                    </a:lnTo>
                    <a:lnTo>
                      <a:pt x="29" y="22"/>
                    </a:lnTo>
                    <a:lnTo>
                      <a:pt x="25" y="25"/>
                    </a:lnTo>
                    <a:lnTo>
                      <a:pt x="20" y="27"/>
                    </a:lnTo>
                    <a:lnTo>
                      <a:pt x="19" y="26"/>
                    </a:lnTo>
                    <a:lnTo>
                      <a:pt x="16" y="23"/>
                    </a:lnTo>
                    <a:lnTo>
                      <a:pt x="14" y="21"/>
                    </a:lnTo>
                    <a:lnTo>
                      <a:pt x="10" y="19"/>
                    </a:lnTo>
                    <a:lnTo>
                      <a:pt x="8" y="21"/>
                    </a:lnTo>
                    <a:lnTo>
                      <a:pt x="6" y="23"/>
                    </a:lnTo>
                    <a:lnTo>
                      <a:pt x="2" y="26"/>
                    </a:lnTo>
                    <a:lnTo>
                      <a:pt x="0" y="28"/>
                    </a:lnTo>
                    <a:lnTo>
                      <a:pt x="4" y="31"/>
                    </a:lnTo>
                    <a:lnTo>
                      <a:pt x="10" y="36"/>
                    </a:lnTo>
                    <a:lnTo>
                      <a:pt x="15" y="40"/>
                    </a:lnTo>
                    <a:lnTo>
                      <a:pt x="19" y="41"/>
                    </a:lnTo>
                    <a:lnTo>
                      <a:pt x="25" y="37"/>
                    </a:lnTo>
                    <a:lnTo>
                      <a:pt x="32" y="33"/>
                    </a:lnTo>
                    <a:lnTo>
                      <a:pt x="39" y="30"/>
                    </a:lnTo>
                    <a:lnTo>
                      <a:pt x="45" y="31"/>
                    </a:lnTo>
                    <a:lnTo>
                      <a:pt x="46" y="37"/>
                    </a:lnTo>
                    <a:lnTo>
                      <a:pt x="45" y="46"/>
                    </a:lnTo>
                    <a:lnTo>
                      <a:pt x="45" y="55"/>
                    </a:lnTo>
                    <a:lnTo>
                      <a:pt x="48" y="59"/>
                    </a:lnTo>
                    <a:lnTo>
                      <a:pt x="53" y="63"/>
                    </a:lnTo>
                    <a:lnTo>
                      <a:pt x="57" y="67"/>
                    </a:lnTo>
                    <a:lnTo>
                      <a:pt x="61" y="72"/>
                    </a:lnTo>
                    <a:lnTo>
                      <a:pt x="62" y="76"/>
                    </a:lnTo>
                    <a:lnTo>
                      <a:pt x="62" y="80"/>
                    </a:lnTo>
                    <a:lnTo>
                      <a:pt x="62" y="83"/>
                    </a:lnTo>
                    <a:lnTo>
                      <a:pt x="64" y="87"/>
                    </a:lnTo>
                    <a:lnTo>
                      <a:pt x="67" y="89"/>
                    </a:lnTo>
                    <a:lnTo>
                      <a:pt x="71" y="91"/>
                    </a:lnTo>
                    <a:lnTo>
                      <a:pt x="76" y="94"/>
                    </a:lnTo>
                    <a:lnTo>
                      <a:pt x="80" y="97"/>
                    </a:lnTo>
                    <a:lnTo>
                      <a:pt x="82" y="103"/>
                    </a:lnTo>
                    <a:lnTo>
                      <a:pt x="88" y="97"/>
                    </a:lnTo>
                    <a:lnTo>
                      <a:pt x="98" y="90"/>
                    </a:lnTo>
                    <a:lnTo>
                      <a:pt x="106" y="82"/>
                    </a:lnTo>
                    <a:lnTo>
                      <a:pt x="111" y="75"/>
                    </a:lnTo>
                    <a:lnTo>
                      <a:pt x="110" y="69"/>
                    </a:lnTo>
                    <a:lnTo>
                      <a:pt x="107" y="63"/>
                    </a:lnTo>
                    <a:lnTo>
                      <a:pt x="101" y="59"/>
                    </a:lnTo>
                    <a:lnTo>
                      <a:pt x="94" y="57"/>
                    </a:lnTo>
                    <a:lnTo>
                      <a:pt x="91" y="60"/>
                    </a:lnTo>
                    <a:lnTo>
                      <a:pt x="86" y="64"/>
                    </a:lnTo>
                    <a:lnTo>
                      <a:pt x="80" y="67"/>
                    </a:lnTo>
                    <a:lnTo>
                      <a:pt x="76" y="68"/>
                    </a:lnTo>
                    <a:lnTo>
                      <a:pt x="79" y="63"/>
                    </a:lnTo>
                    <a:lnTo>
                      <a:pt x="85" y="53"/>
                    </a:lnTo>
                    <a:lnTo>
                      <a:pt x="91" y="44"/>
                    </a:lnTo>
                    <a:lnTo>
                      <a:pt x="93" y="37"/>
                    </a:lnTo>
                    <a:lnTo>
                      <a:pt x="91" y="35"/>
                    </a:lnTo>
                    <a:lnTo>
                      <a:pt x="86" y="33"/>
                    </a:lnTo>
                    <a:lnTo>
                      <a:pt x="83" y="31"/>
                    </a:lnTo>
                    <a:lnTo>
                      <a:pt x="79" y="31"/>
                    </a:lnTo>
                    <a:lnTo>
                      <a:pt x="78" y="28"/>
                    </a:lnTo>
                    <a:lnTo>
                      <a:pt x="77" y="25"/>
                    </a:lnTo>
                    <a:lnTo>
                      <a:pt x="75" y="21"/>
                    </a:lnTo>
                    <a:lnTo>
                      <a:pt x="71" y="20"/>
                    </a:lnTo>
                    <a:lnTo>
                      <a:pt x="69" y="25"/>
                    </a:lnTo>
                    <a:lnTo>
                      <a:pt x="65" y="30"/>
                    </a:lnTo>
                    <a:lnTo>
                      <a:pt x="62" y="35"/>
                    </a:lnTo>
                    <a:lnTo>
                      <a:pt x="58" y="36"/>
                    </a:lnTo>
                    <a:lnTo>
                      <a:pt x="58" y="33"/>
                    </a:lnTo>
                    <a:lnTo>
                      <a:pt x="62" y="25"/>
                    </a:lnTo>
                    <a:lnTo>
                      <a:pt x="67" y="16"/>
                    </a:lnTo>
                    <a:lnTo>
                      <a:pt x="70" y="11"/>
                    </a:lnTo>
                    <a:lnTo>
                      <a:pt x="69" y="8"/>
                    </a:lnTo>
                    <a:lnTo>
                      <a:pt x="68" y="7"/>
                    </a:lnTo>
                    <a:lnTo>
                      <a:pt x="67" y="5"/>
                    </a:lnTo>
                    <a:lnTo>
                      <a:pt x="64" y="4"/>
                    </a:lnTo>
                    <a:lnTo>
                      <a:pt x="60" y="2"/>
                    </a:lnTo>
                    <a:lnTo>
                      <a:pt x="56" y="0"/>
                    </a:lnTo>
                    <a:lnTo>
                      <a:pt x="52" y="0"/>
                    </a:lnTo>
                    <a:lnTo>
                      <a:pt x="45" y="3"/>
                    </a:lnTo>
                    <a:lnTo>
                      <a:pt x="41" y="4"/>
                    </a:lnTo>
                    <a:lnTo>
                      <a:pt x="38" y="5"/>
                    </a:lnTo>
                    <a:lnTo>
                      <a:pt x="33" y="7"/>
                    </a:lnTo>
                    <a:lnTo>
                      <a:pt x="29" y="8"/>
                    </a:lnTo>
                    <a:lnTo>
                      <a:pt x="30" y="11"/>
                    </a:lnTo>
                    <a:lnTo>
                      <a:pt x="31" y="13"/>
                    </a:lnTo>
                    <a:lnTo>
                      <a:pt x="32" y="16"/>
                    </a:lnTo>
                    <a:lnTo>
                      <a:pt x="33"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0" name="Freeform 131">
                <a:extLst>
                  <a:ext uri="{FF2B5EF4-FFF2-40B4-BE49-F238E27FC236}">
                    <a16:creationId xmlns:a16="http://schemas.microsoft.com/office/drawing/2014/main" id="{111127C2-DF08-4898-84B2-99FA1706BF21}"/>
                  </a:ext>
                </a:extLst>
              </p:cNvPr>
              <p:cNvSpPr>
                <a:spLocks/>
              </p:cNvSpPr>
              <p:nvPr/>
            </p:nvSpPr>
            <p:spPr bwMode="auto">
              <a:xfrm>
                <a:off x="3736" y="3048"/>
                <a:ext cx="178" cy="309"/>
              </a:xfrm>
              <a:custGeom>
                <a:avLst/>
                <a:gdLst>
                  <a:gd name="T0" fmla="*/ 40 w 324"/>
                  <a:gd name="T1" fmla="*/ 276 h 564"/>
                  <a:gd name="T2" fmla="*/ 56 w 324"/>
                  <a:gd name="T3" fmla="*/ 285 h 564"/>
                  <a:gd name="T4" fmla="*/ 66 w 324"/>
                  <a:gd name="T5" fmla="*/ 295 h 564"/>
                  <a:gd name="T6" fmla="*/ 73 w 324"/>
                  <a:gd name="T7" fmla="*/ 306 h 564"/>
                  <a:gd name="T8" fmla="*/ 80 w 324"/>
                  <a:gd name="T9" fmla="*/ 304 h 564"/>
                  <a:gd name="T10" fmla="*/ 86 w 324"/>
                  <a:gd name="T11" fmla="*/ 301 h 564"/>
                  <a:gd name="T12" fmla="*/ 89 w 324"/>
                  <a:gd name="T13" fmla="*/ 304 h 564"/>
                  <a:gd name="T14" fmla="*/ 110 w 324"/>
                  <a:gd name="T15" fmla="*/ 308 h 564"/>
                  <a:gd name="T16" fmla="*/ 131 w 324"/>
                  <a:gd name="T17" fmla="*/ 309 h 564"/>
                  <a:gd name="T18" fmla="*/ 142 w 324"/>
                  <a:gd name="T19" fmla="*/ 306 h 564"/>
                  <a:gd name="T20" fmla="*/ 153 w 324"/>
                  <a:gd name="T21" fmla="*/ 295 h 564"/>
                  <a:gd name="T22" fmla="*/ 161 w 324"/>
                  <a:gd name="T23" fmla="*/ 284 h 564"/>
                  <a:gd name="T24" fmla="*/ 162 w 324"/>
                  <a:gd name="T25" fmla="*/ 259 h 564"/>
                  <a:gd name="T26" fmla="*/ 168 w 324"/>
                  <a:gd name="T27" fmla="*/ 220 h 564"/>
                  <a:gd name="T28" fmla="*/ 173 w 324"/>
                  <a:gd name="T29" fmla="*/ 186 h 564"/>
                  <a:gd name="T30" fmla="*/ 178 w 324"/>
                  <a:gd name="T31" fmla="*/ 144 h 564"/>
                  <a:gd name="T32" fmla="*/ 176 w 324"/>
                  <a:gd name="T33" fmla="*/ 129 h 564"/>
                  <a:gd name="T34" fmla="*/ 173 w 324"/>
                  <a:gd name="T35" fmla="*/ 129 h 564"/>
                  <a:gd name="T36" fmla="*/ 169 w 324"/>
                  <a:gd name="T37" fmla="*/ 127 h 564"/>
                  <a:gd name="T38" fmla="*/ 154 w 324"/>
                  <a:gd name="T39" fmla="*/ 124 h 564"/>
                  <a:gd name="T40" fmla="*/ 138 w 324"/>
                  <a:gd name="T41" fmla="*/ 119 h 564"/>
                  <a:gd name="T42" fmla="*/ 127 w 324"/>
                  <a:gd name="T43" fmla="*/ 113 h 564"/>
                  <a:gd name="T44" fmla="*/ 122 w 324"/>
                  <a:gd name="T45" fmla="*/ 110 h 564"/>
                  <a:gd name="T46" fmla="*/ 118 w 324"/>
                  <a:gd name="T47" fmla="*/ 135 h 564"/>
                  <a:gd name="T48" fmla="*/ 114 w 324"/>
                  <a:gd name="T49" fmla="*/ 158 h 564"/>
                  <a:gd name="T50" fmla="*/ 104 w 324"/>
                  <a:gd name="T51" fmla="*/ 170 h 564"/>
                  <a:gd name="T52" fmla="*/ 98 w 324"/>
                  <a:gd name="T53" fmla="*/ 180 h 564"/>
                  <a:gd name="T54" fmla="*/ 88 w 324"/>
                  <a:gd name="T55" fmla="*/ 149 h 564"/>
                  <a:gd name="T56" fmla="*/ 81 w 324"/>
                  <a:gd name="T57" fmla="*/ 134 h 564"/>
                  <a:gd name="T58" fmla="*/ 72 w 324"/>
                  <a:gd name="T59" fmla="*/ 121 h 564"/>
                  <a:gd name="T60" fmla="*/ 71 w 324"/>
                  <a:gd name="T61" fmla="*/ 99 h 564"/>
                  <a:gd name="T62" fmla="*/ 64 w 324"/>
                  <a:gd name="T63" fmla="*/ 72 h 564"/>
                  <a:gd name="T64" fmla="*/ 65 w 324"/>
                  <a:gd name="T65" fmla="*/ 46 h 564"/>
                  <a:gd name="T66" fmla="*/ 61 w 324"/>
                  <a:gd name="T67" fmla="*/ 21 h 564"/>
                  <a:gd name="T68" fmla="*/ 52 w 324"/>
                  <a:gd name="T69" fmla="*/ 5 h 564"/>
                  <a:gd name="T70" fmla="*/ 50 w 324"/>
                  <a:gd name="T71" fmla="*/ 1 h 564"/>
                  <a:gd name="T72" fmla="*/ 43 w 324"/>
                  <a:gd name="T73" fmla="*/ 5 h 564"/>
                  <a:gd name="T74" fmla="*/ 34 w 324"/>
                  <a:gd name="T75" fmla="*/ 13 h 564"/>
                  <a:gd name="T76" fmla="*/ 27 w 324"/>
                  <a:gd name="T77" fmla="*/ 27 h 564"/>
                  <a:gd name="T78" fmla="*/ 13 w 324"/>
                  <a:gd name="T79" fmla="*/ 40 h 564"/>
                  <a:gd name="T80" fmla="*/ 3 w 324"/>
                  <a:gd name="T81" fmla="*/ 60 h 564"/>
                  <a:gd name="T82" fmla="*/ 1 w 324"/>
                  <a:gd name="T83" fmla="*/ 92 h 564"/>
                  <a:gd name="T84" fmla="*/ 8 w 324"/>
                  <a:gd name="T85" fmla="*/ 110 h 564"/>
                  <a:gd name="T86" fmla="*/ 10 w 324"/>
                  <a:gd name="T87" fmla="*/ 122 h 564"/>
                  <a:gd name="T88" fmla="*/ 13 w 324"/>
                  <a:gd name="T89" fmla="*/ 146 h 564"/>
                  <a:gd name="T90" fmla="*/ 14 w 324"/>
                  <a:gd name="T91" fmla="*/ 188 h 564"/>
                  <a:gd name="T92" fmla="*/ 20 w 324"/>
                  <a:gd name="T93" fmla="*/ 227 h 564"/>
                  <a:gd name="T94" fmla="*/ 29 w 324"/>
                  <a:gd name="T95" fmla="*/ 264 h 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24" h="564">
                    <a:moveTo>
                      <a:pt x="57" y="495"/>
                    </a:moveTo>
                    <a:lnTo>
                      <a:pt x="64" y="498"/>
                    </a:lnTo>
                    <a:lnTo>
                      <a:pt x="72" y="503"/>
                    </a:lnTo>
                    <a:lnTo>
                      <a:pt x="82" y="509"/>
                    </a:lnTo>
                    <a:lnTo>
                      <a:pt x="93" y="516"/>
                    </a:lnTo>
                    <a:lnTo>
                      <a:pt x="102" y="521"/>
                    </a:lnTo>
                    <a:lnTo>
                      <a:pt x="110" y="528"/>
                    </a:lnTo>
                    <a:lnTo>
                      <a:pt x="117" y="533"/>
                    </a:lnTo>
                    <a:lnTo>
                      <a:pt x="121" y="538"/>
                    </a:lnTo>
                    <a:lnTo>
                      <a:pt x="124" y="544"/>
                    </a:lnTo>
                    <a:lnTo>
                      <a:pt x="129" y="551"/>
                    </a:lnTo>
                    <a:lnTo>
                      <a:pt x="133" y="558"/>
                    </a:lnTo>
                    <a:lnTo>
                      <a:pt x="137" y="563"/>
                    </a:lnTo>
                    <a:lnTo>
                      <a:pt x="141" y="559"/>
                    </a:lnTo>
                    <a:lnTo>
                      <a:pt x="146" y="555"/>
                    </a:lnTo>
                    <a:lnTo>
                      <a:pt x="150" y="550"/>
                    </a:lnTo>
                    <a:lnTo>
                      <a:pt x="154" y="548"/>
                    </a:lnTo>
                    <a:lnTo>
                      <a:pt x="156" y="549"/>
                    </a:lnTo>
                    <a:lnTo>
                      <a:pt x="159" y="551"/>
                    </a:lnTo>
                    <a:lnTo>
                      <a:pt x="160" y="553"/>
                    </a:lnTo>
                    <a:lnTo>
                      <a:pt x="162" y="555"/>
                    </a:lnTo>
                    <a:lnTo>
                      <a:pt x="173" y="557"/>
                    </a:lnTo>
                    <a:lnTo>
                      <a:pt x="186" y="559"/>
                    </a:lnTo>
                    <a:lnTo>
                      <a:pt x="200" y="562"/>
                    </a:lnTo>
                    <a:lnTo>
                      <a:pt x="214" y="563"/>
                    </a:lnTo>
                    <a:lnTo>
                      <a:pt x="226" y="563"/>
                    </a:lnTo>
                    <a:lnTo>
                      <a:pt x="239" y="564"/>
                    </a:lnTo>
                    <a:lnTo>
                      <a:pt x="248" y="563"/>
                    </a:lnTo>
                    <a:lnTo>
                      <a:pt x="254" y="562"/>
                    </a:lnTo>
                    <a:lnTo>
                      <a:pt x="259" y="558"/>
                    </a:lnTo>
                    <a:lnTo>
                      <a:pt x="264" y="553"/>
                    </a:lnTo>
                    <a:lnTo>
                      <a:pt x="271" y="547"/>
                    </a:lnTo>
                    <a:lnTo>
                      <a:pt x="278" y="539"/>
                    </a:lnTo>
                    <a:lnTo>
                      <a:pt x="284" y="531"/>
                    </a:lnTo>
                    <a:lnTo>
                      <a:pt x="290" y="524"/>
                    </a:lnTo>
                    <a:lnTo>
                      <a:pt x="293" y="518"/>
                    </a:lnTo>
                    <a:lnTo>
                      <a:pt x="294" y="513"/>
                    </a:lnTo>
                    <a:lnTo>
                      <a:pt x="294" y="498"/>
                    </a:lnTo>
                    <a:lnTo>
                      <a:pt x="294" y="473"/>
                    </a:lnTo>
                    <a:lnTo>
                      <a:pt x="296" y="445"/>
                    </a:lnTo>
                    <a:lnTo>
                      <a:pt x="298" y="422"/>
                    </a:lnTo>
                    <a:lnTo>
                      <a:pt x="305" y="402"/>
                    </a:lnTo>
                    <a:lnTo>
                      <a:pt x="312" y="377"/>
                    </a:lnTo>
                    <a:lnTo>
                      <a:pt x="316" y="356"/>
                    </a:lnTo>
                    <a:lnTo>
                      <a:pt x="314" y="339"/>
                    </a:lnTo>
                    <a:lnTo>
                      <a:pt x="319" y="321"/>
                    </a:lnTo>
                    <a:lnTo>
                      <a:pt x="322" y="293"/>
                    </a:lnTo>
                    <a:lnTo>
                      <a:pt x="324" y="262"/>
                    </a:lnTo>
                    <a:lnTo>
                      <a:pt x="323" y="237"/>
                    </a:lnTo>
                    <a:lnTo>
                      <a:pt x="322" y="237"/>
                    </a:lnTo>
                    <a:lnTo>
                      <a:pt x="321" y="236"/>
                    </a:lnTo>
                    <a:lnTo>
                      <a:pt x="319" y="236"/>
                    </a:lnTo>
                    <a:lnTo>
                      <a:pt x="316" y="235"/>
                    </a:lnTo>
                    <a:lnTo>
                      <a:pt x="314" y="235"/>
                    </a:lnTo>
                    <a:lnTo>
                      <a:pt x="313" y="233"/>
                    </a:lnTo>
                    <a:lnTo>
                      <a:pt x="311" y="233"/>
                    </a:lnTo>
                    <a:lnTo>
                      <a:pt x="308" y="232"/>
                    </a:lnTo>
                    <a:lnTo>
                      <a:pt x="300" y="231"/>
                    </a:lnTo>
                    <a:lnTo>
                      <a:pt x="291" y="229"/>
                    </a:lnTo>
                    <a:lnTo>
                      <a:pt x="281" y="227"/>
                    </a:lnTo>
                    <a:lnTo>
                      <a:pt x="271" y="224"/>
                    </a:lnTo>
                    <a:lnTo>
                      <a:pt x="261" y="221"/>
                    </a:lnTo>
                    <a:lnTo>
                      <a:pt x="252" y="217"/>
                    </a:lnTo>
                    <a:lnTo>
                      <a:pt x="243" y="214"/>
                    </a:lnTo>
                    <a:lnTo>
                      <a:pt x="235" y="209"/>
                    </a:lnTo>
                    <a:lnTo>
                      <a:pt x="231" y="207"/>
                    </a:lnTo>
                    <a:lnTo>
                      <a:pt x="228" y="205"/>
                    </a:lnTo>
                    <a:lnTo>
                      <a:pt x="224" y="202"/>
                    </a:lnTo>
                    <a:lnTo>
                      <a:pt x="222" y="200"/>
                    </a:lnTo>
                    <a:lnTo>
                      <a:pt x="218" y="216"/>
                    </a:lnTo>
                    <a:lnTo>
                      <a:pt x="216" y="232"/>
                    </a:lnTo>
                    <a:lnTo>
                      <a:pt x="215" y="247"/>
                    </a:lnTo>
                    <a:lnTo>
                      <a:pt x="214" y="260"/>
                    </a:lnTo>
                    <a:lnTo>
                      <a:pt x="212" y="274"/>
                    </a:lnTo>
                    <a:lnTo>
                      <a:pt x="208" y="288"/>
                    </a:lnTo>
                    <a:lnTo>
                      <a:pt x="201" y="299"/>
                    </a:lnTo>
                    <a:lnTo>
                      <a:pt x="195" y="305"/>
                    </a:lnTo>
                    <a:lnTo>
                      <a:pt x="190" y="310"/>
                    </a:lnTo>
                    <a:lnTo>
                      <a:pt x="184" y="316"/>
                    </a:lnTo>
                    <a:lnTo>
                      <a:pt x="180" y="323"/>
                    </a:lnTo>
                    <a:lnTo>
                      <a:pt x="178" y="329"/>
                    </a:lnTo>
                    <a:lnTo>
                      <a:pt x="172" y="312"/>
                    </a:lnTo>
                    <a:lnTo>
                      <a:pt x="165" y="291"/>
                    </a:lnTo>
                    <a:lnTo>
                      <a:pt x="160" y="272"/>
                    </a:lnTo>
                    <a:lnTo>
                      <a:pt x="156" y="261"/>
                    </a:lnTo>
                    <a:lnTo>
                      <a:pt x="153" y="253"/>
                    </a:lnTo>
                    <a:lnTo>
                      <a:pt x="147" y="244"/>
                    </a:lnTo>
                    <a:lnTo>
                      <a:pt x="140" y="235"/>
                    </a:lnTo>
                    <a:lnTo>
                      <a:pt x="134" y="229"/>
                    </a:lnTo>
                    <a:lnTo>
                      <a:pt x="131" y="221"/>
                    </a:lnTo>
                    <a:lnTo>
                      <a:pt x="130" y="208"/>
                    </a:lnTo>
                    <a:lnTo>
                      <a:pt x="130" y="194"/>
                    </a:lnTo>
                    <a:lnTo>
                      <a:pt x="129" y="181"/>
                    </a:lnTo>
                    <a:lnTo>
                      <a:pt x="125" y="166"/>
                    </a:lnTo>
                    <a:lnTo>
                      <a:pt x="121" y="148"/>
                    </a:lnTo>
                    <a:lnTo>
                      <a:pt x="116" y="132"/>
                    </a:lnTo>
                    <a:lnTo>
                      <a:pt x="115" y="121"/>
                    </a:lnTo>
                    <a:lnTo>
                      <a:pt x="117" y="106"/>
                    </a:lnTo>
                    <a:lnTo>
                      <a:pt x="119" y="84"/>
                    </a:lnTo>
                    <a:lnTo>
                      <a:pt x="119" y="61"/>
                    </a:lnTo>
                    <a:lnTo>
                      <a:pt x="116" y="46"/>
                    </a:lnTo>
                    <a:lnTo>
                      <a:pt x="111" y="38"/>
                    </a:lnTo>
                    <a:lnTo>
                      <a:pt x="106" y="28"/>
                    </a:lnTo>
                    <a:lnTo>
                      <a:pt x="101" y="18"/>
                    </a:lnTo>
                    <a:lnTo>
                      <a:pt x="95" y="9"/>
                    </a:lnTo>
                    <a:lnTo>
                      <a:pt x="94" y="7"/>
                    </a:lnTo>
                    <a:lnTo>
                      <a:pt x="92" y="4"/>
                    </a:lnTo>
                    <a:lnTo>
                      <a:pt x="91" y="2"/>
                    </a:lnTo>
                    <a:lnTo>
                      <a:pt x="88" y="0"/>
                    </a:lnTo>
                    <a:lnTo>
                      <a:pt x="85" y="5"/>
                    </a:lnTo>
                    <a:lnTo>
                      <a:pt x="79" y="10"/>
                    </a:lnTo>
                    <a:lnTo>
                      <a:pt x="71" y="13"/>
                    </a:lnTo>
                    <a:lnTo>
                      <a:pt x="63" y="13"/>
                    </a:lnTo>
                    <a:lnTo>
                      <a:pt x="62" y="23"/>
                    </a:lnTo>
                    <a:lnTo>
                      <a:pt x="58" y="31"/>
                    </a:lnTo>
                    <a:lnTo>
                      <a:pt x="54" y="40"/>
                    </a:lnTo>
                    <a:lnTo>
                      <a:pt x="49" y="49"/>
                    </a:lnTo>
                    <a:lnTo>
                      <a:pt x="41" y="60"/>
                    </a:lnTo>
                    <a:lnTo>
                      <a:pt x="33" y="68"/>
                    </a:lnTo>
                    <a:lnTo>
                      <a:pt x="24" y="73"/>
                    </a:lnTo>
                    <a:lnTo>
                      <a:pt x="16" y="77"/>
                    </a:lnTo>
                    <a:lnTo>
                      <a:pt x="11" y="91"/>
                    </a:lnTo>
                    <a:lnTo>
                      <a:pt x="6" y="110"/>
                    </a:lnTo>
                    <a:lnTo>
                      <a:pt x="2" y="132"/>
                    </a:lnTo>
                    <a:lnTo>
                      <a:pt x="0" y="154"/>
                    </a:lnTo>
                    <a:lnTo>
                      <a:pt x="2" y="168"/>
                    </a:lnTo>
                    <a:lnTo>
                      <a:pt x="8" y="181"/>
                    </a:lnTo>
                    <a:lnTo>
                      <a:pt x="12" y="191"/>
                    </a:lnTo>
                    <a:lnTo>
                      <a:pt x="15" y="200"/>
                    </a:lnTo>
                    <a:lnTo>
                      <a:pt x="13" y="210"/>
                    </a:lnTo>
                    <a:lnTo>
                      <a:pt x="16" y="219"/>
                    </a:lnTo>
                    <a:lnTo>
                      <a:pt x="19" y="223"/>
                    </a:lnTo>
                    <a:lnTo>
                      <a:pt x="25" y="227"/>
                    </a:lnTo>
                    <a:lnTo>
                      <a:pt x="25" y="243"/>
                    </a:lnTo>
                    <a:lnTo>
                      <a:pt x="24" y="266"/>
                    </a:lnTo>
                    <a:lnTo>
                      <a:pt x="21" y="295"/>
                    </a:lnTo>
                    <a:lnTo>
                      <a:pt x="23" y="326"/>
                    </a:lnTo>
                    <a:lnTo>
                      <a:pt x="25" y="343"/>
                    </a:lnTo>
                    <a:lnTo>
                      <a:pt x="28" y="365"/>
                    </a:lnTo>
                    <a:lnTo>
                      <a:pt x="32" y="390"/>
                    </a:lnTo>
                    <a:lnTo>
                      <a:pt x="36" y="415"/>
                    </a:lnTo>
                    <a:lnTo>
                      <a:pt x="42" y="441"/>
                    </a:lnTo>
                    <a:lnTo>
                      <a:pt x="47" y="463"/>
                    </a:lnTo>
                    <a:lnTo>
                      <a:pt x="53" y="482"/>
                    </a:lnTo>
                    <a:lnTo>
                      <a:pt x="57" y="49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1" name="Freeform 132">
                <a:extLst>
                  <a:ext uri="{FF2B5EF4-FFF2-40B4-BE49-F238E27FC236}">
                    <a16:creationId xmlns:a16="http://schemas.microsoft.com/office/drawing/2014/main" id="{258B122C-3886-4AC9-84DC-E1FF930C0643}"/>
                  </a:ext>
                </a:extLst>
              </p:cNvPr>
              <p:cNvSpPr>
                <a:spLocks/>
              </p:cNvSpPr>
              <p:nvPr/>
            </p:nvSpPr>
            <p:spPr bwMode="auto">
              <a:xfrm>
                <a:off x="3744" y="3156"/>
                <a:ext cx="33" cy="41"/>
              </a:xfrm>
              <a:custGeom>
                <a:avLst/>
                <a:gdLst>
                  <a:gd name="T0" fmla="*/ 1 w 61"/>
                  <a:gd name="T1" fmla="*/ 2 h 73"/>
                  <a:gd name="T2" fmla="*/ 0 w 61"/>
                  <a:gd name="T3" fmla="*/ 7 h 73"/>
                  <a:gd name="T4" fmla="*/ 2 w 61"/>
                  <a:gd name="T5" fmla="*/ 12 h 73"/>
                  <a:gd name="T6" fmla="*/ 3 w 61"/>
                  <a:gd name="T7" fmla="*/ 15 h 73"/>
                  <a:gd name="T8" fmla="*/ 6 w 61"/>
                  <a:gd name="T9" fmla="*/ 17 h 73"/>
                  <a:gd name="T10" fmla="*/ 10 w 61"/>
                  <a:gd name="T11" fmla="*/ 19 h 73"/>
                  <a:gd name="T12" fmla="*/ 12 w 61"/>
                  <a:gd name="T13" fmla="*/ 21 h 73"/>
                  <a:gd name="T14" fmla="*/ 15 w 61"/>
                  <a:gd name="T15" fmla="*/ 24 h 73"/>
                  <a:gd name="T16" fmla="*/ 15 w 61"/>
                  <a:gd name="T17" fmla="*/ 28 h 73"/>
                  <a:gd name="T18" fmla="*/ 16 w 61"/>
                  <a:gd name="T19" fmla="*/ 34 h 73"/>
                  <a:gd name="T20" fmla="*/ 19 w 61"/>
                  <a:gd name="T21" fmla="*/ 38 h 73"/>
                  <a:gd name="T22" fmla="*/ 24 w 61"/>
                  <a:gd name="T23" fmla="*/ 41 h 73"/>
                  <a:gd name="T24" fmla="*/ 33 w 61"/>
                  <a:gd name="T25" fmla="*/ 40 h 73"/>
                  <a:gd name="T26" fmla="*/ 29 w 61"/>
                  <a:gd name="T27" fmla="*/ 37 h 73"/>
                  <a:gd name="T28" fmla="*/ 24 w 61"/>
                  <a:gd name="T29" fmla="*/ 33 h 73"/>
                  <a:gd name="T30" fmla="*/ 22 w 61"/>
                  <a:gd name="T31" fmla="*/ 28 h 73"/>
                  <a:gd name="T32" fmla="*/ 22 w 61"/>
                  <a:gd name="T33" fmla="*/ 23 h 73"/>
                  <a:gd name="T34" fmla="*/ 23 w 61"/>
                  <a:gd name="T35" fmla="*/ 19 h 73"/>
                  <a:gd name="T36" fmla="*/ 23 w 61"/>
                  <a:gd name="T37" fmla="*/ 15 h 73"/>
                  <a:gd name="T38" fmla="*/ 22 w 61"/>
                  <a:gd name="T39" fmla="*/ 11 h 73"/>
                  <a:gd name="T40" fmla="*/ 18 w 61"/>
                  <a:gd name="T41" fmla="*/ 10 h 73"/>
                  <a:gd name="T42" fmla="*/ 14 w 61"/>
                  <a:gd name="T43" fmla="*/ 9 h 73"/>
                  <a:gd name="T44" fmla="*/ 10 w 61"/>
                  <a:gd name="T45" fmla="*/ 7 h 73"/>
                  <a:gd name="T46" fmla="*/ 6 w 61"/>
                  <a:gd name="T47" fmla="*/ 6 h 73"/>
                  <a:gd name="T48" fmla="*/ 5 w 61"/>
                  <a:gd name="T49" fmla="*/ 4 h 73"/>
                  <a:gd name="T50" fmla="*/ 4 w 61"/>
                  <a:gd name="T51" fmla="*/ 1 h 73"/>
                  <a:gd name="T52" fmla="*/ 3 w 61"/>
                  <a:gd name="T53" fmla="*/ 0 h 73"/>
                  <a:gd name="T54" fmla="*/ 2 w 61"/>
                  <a:gd name="T55" fmla="*/ 1 h 73"/>
                  <a:gd name="T56" fmla="*/ 1 w 61"/>
                  <a:gd name="T57" fmla="*/ 2 h 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1" h="73">
                    <a:moveTo>
                      <a:pt x="2" y="3"/>
                    </a:moveTo>
                    <a:lnTo>
                      <a:pt x="0" y="13"/>
                    </a:lnTo>
                    <a:lnTo>
                      <a:pt x="3" y="22"/>
                    </a:lnTo>
                    <a:lnTo>
                      <a:pt x="6" y="26"/>
                    </a:lnTo>
                    <a:lnTo>
                      <a:pt x="12" y="30"/>
                    </a:lnTo>
                    <a:lnTo>
                      <a:pt x="18" y="33"/>
                    </a:lnTo>
                    <a:lnTo>
                      <a:pt x="23" y="38"/>
                    </a:lnTo>
                    <a:lnTo>
                      <a:pt x="27" y="43"/>
                    </a:lnTo>
                    <a:lnTo>
                      <a:pt x="28" y="50"/>
                    </a:lnTo>
                    <a:lnTo>
                      <a:pt x="30" y="60"/>
                    </a:lnTo>
                    <a:lnTo>
                      <a:pt x="35" y="68"/>
                    </a:lnTo>
                    <a:lnTo>
                      <a:pt x="45" y="73"/>
                    </a:lnTo>
                    <a:lnTo>
                      <a:pt x="61" y="72"/>
                    </a:lnTo>
                    <a:lnTo>
                      <a:pt x="53" y="66"/>
                    </a:lnTo>
                    <a:lnTo>
                      <a:pt x="45" y="58"/>
                    </a:lnTo>
                    <a:lnTo>
                      <a:pt x="40" y="49"/>
                    </a:lnTo>
                    <a:lnTo>
                      <a:pt x="40" y="41"/>
                    </a:lnTo>
                    <a:lnTo>
                      <a:pt x="43" y="33"/>
                    </a:lnTo>
                    <a:lnTo>
                      <a:pt x="43" y="26"/>
                    </a:lnTo>
                    <a:lnTo>
                      <a:pt x="40" y="20"/>
                    </a:lnTo>
                    <a:lnTo>
                      <a:pt x="34" y="17"/>
                    </a:lnTo>
                    <a:lnTo>
                      <a:pt x="26" y="16"/>
                    </a:lnTo>
                    <a:lnTo>
                      <a:pt x="19" y="13"/>
                    </a:lnTo>
                    <a:lnTo>
                      <a:pt x="12" y="11"/>
                    </a:lnTo>
                    <a:lnTo>
                      <a:pt x="10" y="7"/>
                    </a:lnTo>
                    <a:lnTo>
                      <a:pt x="8" y="2"/>
                    </a:lnTo>
                    <a:lnTo>
                      <a:pt x="6" y="0"/>
                    </a:lnTo>
                    <a:lnTo>
                      <a:pt x="3" y="1"/>
                    </a:lnTo>
                    <a:lnTo>
                      <a:pt x="2"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2" name="Freeform 133">
                <a:extLst>
                  <a:ext uri="{FF2B5EF4-FFF2-40B4-BE49-F238E27FC236}">
                    <a16:creationId xmlns:a16="http://schemas.microsoft.com/office/drawing/2014/main" id="{7C2CF8D1-577E-440A-A5AE-41546FDF96CE}"/>
                  </a:ext>
                </a:extLst>
              </p:cNvPr>
              <p:cNvSpPr>
                <a:spLocks/>
              </p:cNvSpPr>
              <p:nvPr/>
            </p:nvSpPr>
            <p:spPr bwMode="auto">
              <a:xfrm>
                <a:off x="3736" y="3127"/>
                <a:ext cx="52" cy="49"/>
              </a:xfrm>
              <a:custGeom>
                <a:avLst/>
                <a:gdLst>
                  <a:gd name="T0" fmla="*/ 0 w 95"/>
                  <a:gd name="T1" fmla="*/ 6 h 88"/>
                  <a:gd name="T2" fmla="*/ 3 w 95"/>
                  <a:gd name="T3" fmla="*/ 3 h 88"/>
                  <a:gd name="T4" fmla="*/ 9 w 95"/>
                  <a:gd name="T5" fmla="*/ 1 h 88"/>
                  <a:gd name="T6" fmla="*/ 13 w 95"/>
                  <a:gd name="T7" fmla="*/ 0 h 88"/>
                  <a:gd name="T8" fmla="*/ 17 w 95"/>
                  <a:gd name="T9" fmla="*/ 1 h 88"/>
                  <a:gd name="T10" fmla="*/ 19 w 95"/>
                  <a:gd name="T11" fmla="*/ 2 h 88"/>
                  <a:gd name="T12" fmla="*/ 21 w 95"/>
                  <a:gd name="T13" fmla="*/ 4 h 88"/>
                  <a:gd name="T14" fmla="*/ 24 w 95"/>
                  <a:gd name="T15" fmla="*/ 6 h 88"/>
                  <a:gd name="T16" fmla="*/ 27 w 95"/>
                  <a:gd name="T17" fmla="*/ 9 h 88"/>
                  <a:gd name="T18" fmla="*/ 30 w 95"/>
                  <a:gd name="T19" fmla="*/ 11 h 88"/>
                  <a:gd name="T20" fmla="*/ 32 w 95"/>
                  <a:gd name="T21" fmla="*/ 13 h 88"/>
                  <a:gd name="T22" fmla="*/ 35 w 95"/>
                  <a:gd name="T23" fmla="*/ 16 h 88"/>
                  <a:gd name="T24" fmla="*/ 37 w 95"/>
                  <a:gd name="T25" fmla="*/ 17 h 88"/>
                  <a:gd name="T26" fmla="*/ 41 w 95"/>
                  <a:gd name="T27" fmla="*/ 19 h 88"/>
                  <a:gd name="T28" fmla="*/ 44 w 95"/>
                  <a:gd name="T29" fmla="*/ 23 h 88"/>
                  <a:gd name="T30" fmla="*/ 47 w 95"/>
                  <a:gd name="T31" fmla="*/ 28 h 88"/>
                  <a:gd name="T32" fmla="*/ 48 w 95"/>
                  <a:gd name="T33" fmla="*/ 32 h 88"/>
                  <a:gd name="T34" fmla="*/ 50 w 95"/>
                  <a:gd name="T35" fmla="*/ 37 h 88"/>
                  <a:gd name="T36" fmla="*/ 51 w 95"/>
                  <a:gd name="T37" fmla="*/ 42 h 88"/>
                  <a:gd name="T38" fmla="*/ 52 w 95"/>
                  <a:gd name="T39" fmla="*/ 47 h 88"/>
                  <a:gd name="T40" fmla="*/ 51 w 95"/>
                  <a:gd name="T41" fmla="*/ 49 h 88"/>
                  <a:gd name="T42" fmla="*/ 48 w 95"/>
                  <a:gd name="T43" fmla="*/ 45 h 88"/>
                  <a:gd name="T44" fmla="*/ 42 w 95"/>
                  <a:gd name="T45" fmla="*/ 36 h 88"/>
                  <a:gd name="T46" fmla="*/ 36 w 95"/>
                  <a:gd name="T47" fmla="*/ 26 h 88"/>
                  <a:gd name="T48" fmla="*/ 33 w 95"/>
                  <a:gd name="T49" fmla="*/ 21 h 88"/>
                  <a:gd name="T50" fmla="*/ 30 w 95"/>
                  <a:gd name="T51" fmla="*/ 18 h 88"/>
                  <a:gd name="T52" fmla="*/ 26 w 95"/>
                  <a:gd name="T53" fmla="*/ 16 h 88"/>
                  <a:gd name="T54" fmla="*/ 22 w 95"/>
                  <a:gd name="T55" fmla="*/ 13 h 88"/>
                  <a:gd name="T56" fmla="*/ 18 w 95"/>
                  <a:gd name="T57" fmla="*/ 11 h 88"/>
                  <a:gd name="T58" fmla="*/ 13 w 95"/>
                  <a:gd name="T59" fmla="*/ 9 h 88"/>
                  <a:gd name="T60" fmla="*/ 8 w 95"/>
                  <a:gd name="T61" fmla="*/ 7 h 88"/>
                  <a:gd name="T62" fmla="*/ 3 w 95"/>
                  <a:gd name="T63" fmla="*/ 6 h 88"/>
                  <a:gd name="T64" fmla="*/ 0 w 95"/>
                  <a:gd name="T65" fmla="*/ 6 h 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5" h="88">
                    <a:moveTo>
                      <a:pt x="0" y="10"/>
                    </a:moveTo>
                    <a:lnTo>
                      <a:pt x="6" y="5"/>
                    </a:lnTo>
                    <a:lnTo>
                      <a:pt x="16" y="2"/>
                    </a:lnTo>
                    <a:lnTo>
                      <a:pt x="24" y="0"/>
                    </a:lnTo>
                    <a:lnTo>
                      <a:pt x="31" y="1"/>
                    </a:lnTo>
                    <a:lnTo>
                      <a:pt x="34" y="3"/>
                    </a:lnTo>
                    <a:lnTo>
                      <a:pt x="39" y="7"/>
                    </a:lnTo>
                    <a:lnTo>
                      <a:pt x="43" y="11"/>
                    </a:lnTo>
                    <a:lnTo>
                      <a:pt x="49" y="16"/>
                    </a:lnTo>
                    <a:lnTo>
                      <a:pt x="54" y="20"/>
                    </a:lnTo>
                    <a:lnTo>
                      <a:pt x="59" y="24"/>
                    </a:lnTo>
                    <a:lnTo>
                      <a:pt x="64" y="28"/>
                    </a:lnTo>
                    <a:lnTo>
                      <a:pt x="68" y="31"/>
                    </a:lnTo>
                    <a:lnTo>
                      <a:pt x="74" y="35"/>
                    </a:lnTo>
                    <a:lnTo>
                      <a:pt x="80" y="42"/>
                    </a:lnTo>
                    <a:lnTo>
                      <a:pt x="85" y="50"/>
                    </a:lnTo>
                    <a:lnTo>
                      <a:pt x="88" y="57"/>
                    </a:lnTo>
                    <a:lnTo>
                      <a:pt x="91" y="66"/>
                    </a:lnTo>
                    <a:lnTo>
                      <a:pt x="93" y="76"/>
                    </a:lnTo>
                    <a:lnTo>
                      <a:pt x="95" y="85"/>
                    </a:lnTo>
                    <a:lnTo>
                      <a:pt x="94" y="88"/>
                    </a:lnTo>
                    <a:lnTo>
                      <a:pt x="87" y="81"/>
                    </a:lnTo>
                    <a:lnTo>
                      <a:pt x="76" y="65"/>
                    </a:lnTo>
                    <a:lnTo>
                      <a:pt x="66" y="47"/>
                    </a:lnTo>
                    <a:lnTo>
                      <a:pt x="61" y="37"/>
                    </a:lnTo>
                    <a:lnTo>
                      <a:pt x="55" y="33"/>
                    </a:lnTo>
                    <a:lnTo>
                      <a:pt x="48" y="28"/>
                    </a:lnTo>
                    <a:lnTo>
                      <a:pt x="41" y="24"/>
                    </a:lnTo>
                    <a:lnTo>
                      <a:pt x="32" y="19"/>
                    </a:lnTo>
                    <a:lnTo>
                      <a:pt x="23" y="16"/>
                    </a:lnTo>
                    <a:lnTo>
                      <a:pt x="15" y="12"/>
                    </a:lnTo>
                    <a:lnTo>
                      <a:pt x="6" y="10"/>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3" name="Freeform 134">
                <a:extLst>
                  <a:ext uri="{FF2B5EF4-FFF2-40B4-BE49-F238E27FC236}">
                    <a16:creationId xmlns:a16="http://schemas.microsoft.com/office/drawing/2014/main" id="{98C8E63B-B7DC-4418-B170-5A210620963C}"/>
                  </a:ext>
                </a:extLst>
              </p:cNvPr>
              <p:cNvSpPr>
                <a:spLocks/>
              </p:cNvSpPr>
              <p:nvPr/>
            </p:nvSpPr>
            <p:spPr bwMode="auto">
              <a:xfrm>
                <a:off x="3867" y="3173"/>
                <a:ext cx="11" cy="12"/>
              </a:xfrm>
              <a:custGeom>
                <a:avLst/>
                <a:gdLst>
                  <a:gd name="T0" fmla="*/ 6 w 20"/>
                  <a:gd name="T1" fmla="*/ 12 h 20"/>
                  <a:gd name="T2" fmla="*/ 8 w 20"/>
                  <a:gd name="T3" fmla="*/ 11 h 20"/>
                  <a:gd name="T4" fmla="*/ 9 w 20"/>
                  <a:gd name="T5" fmla="*/ 10 h 20"/>
                  <a:gd name="T6" fmla="*/ 11 w 20"/>
                  <a:gd name="T7" fmla="*/ 8 h 20"/>
                  <a:gd name="T8" fmla="*/ 11 w 20"/>
                  <a:gd name="T9" fmla="*/ 6 h 20"/>
                  <a:gd name="T10" fmla="*/ 10 w 20"/>
                  <a:gd name="T11" fmla="*/ 3 h 20"/>
                  <a:gd name="T12" fmla="*/ 9 w 20"/>
                  <a:gd name="T13" fmla="*/ 2 h 20"/>
                  <a:gd name="T14" fmla="*/ 8 w 20"/>
                  <a:gd name="T15" fmla="*/ 1 h 20"/>
                  <a:gd name="T16" fmla="*/ 5 w 20"/>
                  <a:gd name="T17" fmla="*/ 0 h 20"/>
                  <a:gd name="T18" fmla="*/ 3 w 20"/>
                  <a:gd name="T19" fmla="*/ 1 h 20"/>
                  <a:gd name="T20" fmla="*/ 1 w 20"/>
                  <a:gd name="T21" fmla="*/ 2 h 20"/>
                  <a:gd name="T22" fmla="*/ 0 w 20"/>
                  <a:gd name="T23" fmla="*/ 3 h 20"/>
                  <a:gd name="T24" fmla="*/ 0 w 20"/>
                  <a:gd name="T25" fmla="*/ 6 h 20"/>
                  <a:gd name="T26" fmla="*/ 1 w 20"/>
                  <a:gd name="T27" fmla="*/ 9 h 20"/>
                  <a:gd name="T28" fmla="*/ 2 w 20"/>
                  <a:gd name="T29" fmla="*/ 10 h 20"/>
                  <a:gd name="T30" fmla="*/ 3 w 20"/>
                  <a:gd name="T31" fmla="*/ 11 h 20"/>
                  <a:gd name="T32" fmla="*/ 6 w 20"/>
                  <a:gd name="T33" fmla="*/ 12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0">
                    <a:moveTo>
                      <a:pt x="11" y="20"/>
                    </a:moveTo>
                    <a:lnTo>
                      <a:pt x="15" y="19"/>
                    </a:lnTo>
                    <a:lnTo>
                      <a:pt x="17" y="17"/>
                    </a:lnTo>
                    <a:lnTo>
                      <a:pt x="20" y="14"/>
                    </a:lnTo>
                    <a:lnTo>
                      <a:pt x="20" y="10"/>
                    </a:lnTo>
                    <a:lnTo>
                      <a:pt x="19" y="5"/>
                    </a:lnTo>
                    <a:lnTo>
                      <a:pt x="16" y="3"/>
                    </a:lnTo>
                    <a:lnTo>
                      <a:pt x="14" y="1"/>
                    </a:lnTo>
                    <a:lnTo>
                      <a:pt x="9" y="0"/>
                    </a:lnTo>
                    <a:lnTo>
                      <a:pt x="6" y="1"/>
                    </a:lnTo>
                    <a:lnTo>
                      <a:pt x="2" y="3"/>
                    </a:lnTo>
                    <a:lnTo>
                      <a:pt x="0" y="5"/>
                    </a:lnTo>
                    <a:lnTo>
                      <a:pt x="0" y="10"/>
                    </a:lnTo>
                    <a:lnTo>
                      <a:pt x="1" y="15"/>
                    </a:lnTo>
                    <a:lnTo>
                      <a:pt x="4" y="17"/>
                    </a:lnTo>
                    <a:lnTo>
                      <a:pt x="6" y="19"/>
                    </a:lnTo>
                    <a:lnTo>
                      <a:pt x="11"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4" name="Freeform 135">
                <a:extLst>
                  <a:ext uri="{FF2B5EF4-FFF2-40B4-BE49-F238E27FC236}">
                    <a16:creationId xmlns:a16="http://schemas.microsoft.com/office/drawing/2014/main" id="{DA4EA19D-498D-4473-994A-831D176803E0}"/>
                  </a:ext>
                </a:extLst>
              </p:cNvPr>
              <p:cNvSpPr>
                <a:spLocks/>
              </p:cNvSpPr>
              <p:nvPr/>
            </p:nvSpPr>
            <p:spPr bwMode="auto">
              <a:xfrm>
                <a:off x="3865" y="3191"/>
                <a:ext cx="11" cy="11"/>
              </a:xfrm>
              <a:custGeom>
                <a:avLst/>
                <a:gdLst>
                  <a:gd name="T0" fmla="*/ 6 w 20"/>
                  <a:gd name="T1" fmla="*/ 11 h 21"/>
                  <a:gd name="T2" fmla="*/ 8 w 20"/>
                  <a:gd name="T3" fmla="*/ 10 h 21"/>
                  <a:gd name="T4" fmla="*/ 10 w 20"/>
                  <a:gd name="T5" fmla="*/ 9 h 21"/>
                  <a:gd name="T6" fmla="*/ 10 w 20"/>
                  <a:gd name="T7" fmla="*/ 7 h 21"/>
                  <a:gd name="T8" fmla="*/ 11 w 20"/>
                  <a:gd name="T9" fmla="*/ 5 h 21"/>
                  <a:gd name="T10" fmla="*/ 10 w 20"/>
                  <a:gd name="T11" fmla="*/ 3 h 21"/>
                  <a:gd name="T12" fmla="*/ 9 w 20"/>
                  <a:gd name="T13" fmla="*/ 1 h 21"/>
                  <a:gd name="T14" fmla="*/ 8 w 20"/>
                  <a:gd name="T15" fmla="*/ 1 h 21"/>
                  <a:gd name="T16" fmla="*/ 6 w 20"/>
                  <a:gd name="T17" fmla="*/ 0 h 21"/>
                  <a:gd name="T18" fmla="*/ 3 w 20"/>
                  <a:gd name="T19" fmla="*/ 1 h 21"/>
                  <a:gd name="T20" fmla="*/ 2 w 20"/>
                  <a:gd name="T21" fmla="*/ 2 h 21"/>
                  <a:gd name="T22" fmla="*/ 1 w 20"/>
                  <a:gd name="T23" fmla="*/ 3 h 21"/>
                  <a:gd name="T24" fmla="*/ 0 w 20"/>
                  <a:gd name="T25" fmla="*/ 6 h 21"/>
                  <a:gd name="T26" fmla="*/ 1 w 20"/>
                  <a:gd name="T27" fmla="*/ 8 h 21"/>
                  <a:gd name="T28" fmla="*/ 2 w 20"/>
                  <a:gd name="T29" fmla="*/ 9 h 21"/>
                  <a:gd name="T30" fmla="*/ 3 w 20"/>
                  <a:gd name="T31" fmla="*/ 10 h 21"/>
                  <a:gd name="T32" fmla="*/ 6 w 20"/>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1">
                    <a:moveTo>
                      <a:pt x="11" y="21"/>
                    </a:moveTo>
                    <a:lnTo>
                      <a:pt x="15" y="20"/>
                    </a:lnTo>
                    <a:lnTo>
                      <a:pt x="18" y="17"/>
                    </a:lnTo>
                    <a:lnTo>
                      <a:pt x="19" y="14"/>
                    </a:lnTo>
                    <a:lnTo>
                      <a:pt x="20" y="9"/>
                    </a:lnTo>
                    <a:lnTo>
                      <a:pt x="19" y="6"/>
                    </a:lnTo>
                    <a:lnTo>
                      <a:pt x="17" y="2"/>
                    </a:lnTo>
                    <a:lnTo>
                      <a:pt x="15" y="1"/>
                    </a:lnTo>
                    <a:lnTo>
                      <a:pt x="10" y="0"/>
                    </a:lnTo>
                    <a:lnTo>
                      <a:pt x="5" y="1"/>
                    </a:lnTo>
                    <a:lnTo>
                      <a:pt x="3" y="4"/>
                    </a:lnTo>
                    <a:lnTo>
                      <a:pt x="1" y="6"/>
                    </a:lnTo>
                    <a:lnTo>
                      <a:pt x="0" y="11"/>
                    </a:lnTo>
                    <a:lnTo>
                      <a:pt x="1" y="15"/>
                    </a:lnTo>
                    <a:lnTo>
                      <a:pt x="4" y="17"/>
                    </a:lnTo>
                    <a:lnTo>
                      <a:pt x="6" y="20"/>
                    </a:lnTo>
                    <a:lnTo>
                      <a:pt x="11"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5" name="Freeform 136">
                <a:extLst>
                  <a:ext uri="{FF2B5EF4-FFF2-40B4-BE49-F238E27FC236}">
                    <a16:creationId xmlns:a16="http://schemas.microsoft.com/office/drawing/2014/main" id="{1D2ACD10-ADC9-491C-A2AB-6358B0AB6172}"/>
                  </a:ext>
                </a:extLst>
              </p:cNvPr>
              <p:cNvSpPr>
                <a:spLocks/>
              </p:cNvSpPr>
              <p:nvPr/>
            </p:nvSpPr>
            <p:spPr bwMode="auto">
              <a:xfrm>
                <a:off x="3863" y="3213"/>
                <a:ext cx="11" cy="11"/>
              </a:xfrm>
              <a:custGeom>
                <a:avLst/>
                <a:gdLst>
                  <a:gd name="T0" fmla="*/ 5 w 21"/>
                  <a:gd name="T1" fmla="*/ 11 h 21"/>
                  <a:gd name="T2" fmla="*/ 8 w 21"/>
                  <a:gd name="T3" fmla="*/ 10 h 21"/>
                  <a:gd name="T4" fmla="*/ 9 w 21"/>
                  <a:gd name="T5" fmla="*/ 9 h 21"/>
                  <a:gd name="T6" fmla="*/ 10 w 21"/>
                  <a:gd name="T7" fmla="*/ 7 h 21"/>
                  <a:gd name="T8" fmla="*/ 11 w 21"/>
                  <a:gd name="T9" fmla="*/ 5 h 21"/>
                  <a:gd name="T10" fmla="*/ 10 w 21"/>
                  <a:gd name="T11" fmla="*/ 3 h 21"/>
                  <a:gd name="T12" fmla="*/ 9 w 21"/>
                  <a:gd name="T13" fmla="*/ 2 h 21"/>
                  <a:gd name="T14" fmla="*/ 8 w 21"/>
                  <a:gd name="T15" fmla="*/ 1 h 21"/>
                  <a:gd name="T16" fmla="*/ 5 w 21"/>
                  <a:gd name="T17" fmla="*/ 0 h 21"/>
                  <a:gd name="T18" fmla="*/ 3 w 21"/>
                  <a:gd name="T19" fmla="*/ 1 h 21"/>
                  <a:gd name="T20" fmla="*/ 2 w 21"/>
                  <a:gd name="T21" fmla="*/ 2 h 21"/>
                  <a:gd name="T22" fmla="*/ 1 w 21"/>
                  <a:gd name="T23" fmla="*/ 3 h 21"/>
                  <a:gd name="T24" fmla="*/ 0 w 21"/>
                  <a:gd name="T25" fmla="*/ 6 h 21"/>
                  <a:gd name="T26" fmla="*/ 1 w 21"/>
                  <a:gd name="T27" fmla="*/ 8 h 21"/>
                  <a:gd name="T28" fmla="*/ 2 w 21"/>
                  <a:gd name="T29" fmla="*/ 9 h 21"/>
                  <a:gd name="T30" fmla="*/ 3 w 21"/>
                  <a:gd name="T31" fmla="*/ 10 h 21"/>
                  <a:gd name="T32" fmla="*/ 5 w 21"/>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21">
                    <a:moveTo>
                      <a:pt x="10" y="21"/>
                    </a:moveTo>
                    <a:lnTo>
                      <a:pt x="15" y="20"/>
                    </a:lnTo>
                    <a:lnTo>
                      <a:pt x="17" y="18"/>
                    </a:lnTo>
                    <a:lnTo>
                      <a:pt x="20" y="14"/>
                    </a:lnTo>
                    <a:lnTo>
                      <a:pt x="21" y="10"/>
                    </a:lnTo>
                    <a:lnTo>
                      <a:pt x="20" y="6"/>
                    </a:lnTo>
                    <a:lnTo>
                      <a:pt x="17" y="3"/>
                    </a:lnTo>
                    <a:lnTo>
                      <a:pt x="15" y="1"/>
                    </a:lnTo>
                    <a:lnTo>
                      <a:pt x="10" y="0"/>
                    </a:lnTo>
                    <a:lnTo>
                      <a:pt x="6" y="1"/>
                    </a:lnTo>
                    <a:lnTo>
                      <a:pt x="4" y="4"/>
                    </a:lnTo>
                    <a:lnTo>
                      <a:pt x="1" y="6"/>
                    </a:lnTo>
                    <a:lnTo>
                      <a:pt x="0" y="11"/>
                    </a:lnTo>
                    <a:lnTo>
                      <a:pt x="1" y="15"/>
                    </a:lnTo>
                    <a:lnTo>
                      <a:pt x="4" y="18"/>
                    </a:lnTo>
                    <a:lnTo>
                      <a:pt x="6" y="20"/>
                    </a:lnTo>
                    <a:lnTo>
                      <a:pt x="10"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6" name="Freeform 137">
                <a:extLst>
                  <a:ext uri="{FF2B5EF4-FFF2-40B4-BE49-F238E27FC236}">
                    <a16:creationId xmlns:a16="http://schemas.microsoft.com/office/drawing/2014/main" id="{6E8F3EA1-757A-4E0A-8498-B4EEEA5FA7BB}"/>
                  </a:ext>
                </a:extLst>
              </p:cNvPr>
              <p:cNvSpPr>
                <a:spLocks/>
              </p:cNvSpPr>
              <p:nvPr/>
            </p:nvSpPr>
            <p:spPr bwMode="auto">
              <a:xfrm>
                <a:off x="3745" y="3048"/>
                <a:ext cx="65" cy="126"/>
              </a:xfrm>
              <a:custGeom>
                <a:avLst/>
                <a:gdLst>
                  <a:gd name="T0" fmla="*/ 42 w 118"/>
                  <a:gd name="T1" fmla="*/ 80 h 229"/>
                  <a:gd name="T2" fmla="*/ 45 w 118"/>
                  <a:gd name="T3" fmla="*/ 94 h 229"/>
                  <a:gd name="T4" fmla="*/ 47 w 118"/>
                  <a:gd name="T5" fmla="*/ 101 h 229"/>
                  <a:gd name="T6" fmla="*/ 52 w 118"/>
                  <a:gd name="T7" fmla="*/ 107 h 229"/>
                  <a:gd name="T8" fmla="*/ 57 w 118"/>
                  <a:gd name="T9" fmla="*/ 117 h 229"/>
                  <a:gd name="T10" fmla="*/ 63 w 118"/>
                  <a:gd name="T11" fmla="*/ 123 h 229"/>
                  <a:gd name="T12" fmla="*/ 63 w 118"/>
                  <a:gd name="T13" fmla="*/ 122 h 229"/>
                  <a:gd name="T14" fmla="*/ 63 w 118"/>
                  <a:gd name="T15" fmla="*/ 107 h 229"/>
                  <a:gd name="T16" fmla="*/ 60 w 118"/>
                  <a:gd name="T17" fmla="*/ 91 h 229"/>
                  <a:gd name="T18" fmla="*/ 55 w 118"/>
                  <a:gd name="T19" fmla="*/ 73 h 229"/>
                  <a:gd name="T20" fmla="*/ 53 w 118"/>
                  <a:gd name="T21" fmla="*/ 58 h 229"/>
                  <a:gd name="T22" fmla="*/ 51 w 118"/>
                  <a:gd name="T23" fmla="*/ 43 h 229"/>
                  <a:gd name="T24" fmla="*/ 48 w 118"/>
                  <a:gd name="T25" fmla="*/ 31 h 229"/>
                  <a:gd name="T26" fmla="*/ 45 w 118"/>
                  <a:gd name="T27" fmla="*/ 13 h 229"/>
                  <a:gd name="T28" fmla="*/ 43 w 118"/>
                  <a:gd name="T29" fmla="*/ 4 h 229"/>
                  <a:gd name="T30" fmla="*/ 41 w 118"/>
                  <a:gd name="T31" fmla="*/ 1 h 229"/>
                  <a:gd name="T32" fmla="*/ 38 w 118"/>
                  <a:gd name="T33" fmla="*/ 3 h 229"/>
                  <a:gd name="T34" fmla="*/ 30 w 118"/>
                  <a:gd name="T35" fmla="*/ 7 h 229"/>
                  <a:gd name="T36" fmla="*/ 29 w 118"/>
                  <a:gd name="T37" fmla="*/ 15 h 229"/>
                  <a:gd name="T38" fmla="*/ 34 w 118"/>
                  <a:gd name="T39" fmla="*/ 28 h 229"/>
                  <a:gd name="T40" fmla="*/ 35 w 118"/>
                  <a:gd name="T41" fmla="*/ 40 h 229"/>
                  <a:gd name="T42" fmla="*/ 40 w 118"/>
                  <a:gd name="T43" fmla="*/ 54 h 229"/>
                  <a:gd name="T44" fmla="*/ 39 w 118"/>
                  <a:gd name="T45" fmla="*/ 57 h 229"/>
                  <a:gd name="T46" fmla="*/ 34 w 118"/>
                  <a:gd name="T47" fmla="*/ 48 h 229"/>
                  <a:gd name="T48" fmla="*/ 27 w 118"/>
                  <a:gd name="T49" fmla="*/ 39 h 229"/>
                  <a:gd name="T50" fmla="*/ 21 w 118"/>
                  <a:gd name="T51" fmla="*/ 30 h 229"/>
                  <a:gd name="T52" fmla="*/ 14 w 118"/>
                  <a:gd name="T53" fmla="*/ 33 h 229"/>
                  <a:gd name="T54" fmla="*/ 4 w 118"/>
                  <a:gd name="T55" fmla="*/ 40 h 229"/>
                  <a:gd name="T56" fmla="*/ 3 w 118"/>
                  <a:gd name="T57" fmla="*/ 44 h 229"/>
                  <a:gd name="T58" fmla="*/ 10 w 118"/>
                  <a:gd name="T59" fmla="*/ 48 h 229"/>
                  <a:gd name="T60" fmla="*/ 18 w 118"/>
                  <a:gd name="T61" fmla="*/ 51 h 229"/>
                  <a:gd name="T62" fmla="*/ 28 w 118"/>
                  <a:gd name="T63" fmla="*/ 58 h 229"/>
                  <a:gd name="T64" fmla="*/ 31 w 118"/>
                  <a:gd name="T65" fmla="*/ 64 h 229"/>
                  <a:gd name="T66" fmla="*/ 36 w 118"/>
                  <a:gd name="T67" fmla="*/ 72 h 2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8" h="229">
                    <a:moveTo>
                      <a:pt x="76" y="131"/>
                    </a:moveTo>
                    <a:lnTo>
                      <a:pt x="77" y="145"/>
                    </a:lnTo>
                    <a:lnTo>
                      <a:pt x="79" y="160"/>
                    </a:lnTo>
                    <a:lnTo>
                      <a:pt x="81" y="171"/>
                    </a:lnTo>
                    <a:lnTo>
                      <a:pt x="84" y="178"/>
                    </a:lnTo>
                    <a:lnTo>
                      <a:pt x="86" y="183"/>
                    </a:lnTo>
                    <a:lnTo>
                      <a:pt x="90" y="189"/>
                    </a:lnTo>
                    <a:lnTo>
                      <a:pt x="94" y="195"/>
                    </a:lnTo>
                    <a:lnTo>
                      <a:pt x="99" y="204"/>
                    </a:lnTo>
                    <a:lnTo>
                      <a:pt x="103" y="212"/>
                    </a:lnTo>
                    <a:lnTo>
                      <a:pt x="109" y="219"/>
                    </a:lnTo>
                    <a:lnTo>
                      <a:pt x="114" y="224"/>
                    </a:lnTo>
                    <a:lnTo>
                      <a:pt x="118" y="229"/>
                    </a:lnTo>
                    <a:lnTo>
                      <a:pt x="115" y="221"/>
                    </a:lnTo>
                    <a:lnTo>
                      <a:pt x="114" y="208"/>
                    </a:lnTo>
                    <a:lnTo>
                      <a:pt x="114" y="194"/>
                    </a:lnTo>
                    <a:lnTo>
                      <a:pt x="113" y="181"/>
                    </a:lnTo>
                    <a:lnTo>
                      <a:pt x="109" y="166"/>
                    </a:lnTo>
                    <a:lnTo>
                      <a:pt x="105" y="148"/>
                    </a:lnTo>
                    <a:lnTo>
                      <a:pt x="100" y="132"/>
                    </a:lnTo>
                    <a:lnTo>
                      <a:pt x="99" y="121"/>
                    </a:lnTo>
                    <a:lnTo>
                      <a:pt x="96" y="106"/>
                    </a:lnTo>
                    <a:lnTo>
                      <a:pt x="94" y="91"/>
                    </a:lnTo>
                    <a:lnTo>
                      <a:pt x="92" y="78"/>
                    </a:lnTo>
                    <a:lnTo>
                      <a:pt x="91" y="69"/>
                    </a:lnTo>
                    <a:lnTo>
                      <a:pt x="88" y="57"/>
                    </a:lnTo>
                    <a:lnTo>
                      <a:pt x="85" y="41"/>
                    </a:lnTo>
                    <a:lnTo>
                      <a:pt x="81" y="24"/>
                    </a:lnTo>
                    <a:lnTo>
                      <a:pt x="79" y="9"/>
                    </a:lnTo>
                    <a:lnTo>
                      <a:pt x="78" y="7"/>
                    </a:lnTo>
                    <a:lnTo>
                      <a:pt x="76" y="4"/>
                    </a:lnTo>
                    <a:lnTo>
                      <a:pt x="75" y="2"/>
                    </a:lnTo>
                    <a:lnTo>
                      <a:pt x="72" y="0"/>
                    </a:lnTo>
                    <a:lnTo>
                      <a:pt x="69" y="5"/>
                    </a:lnTo>
                    <a:lnTo>
                      <a:pt x="63" y="10"/>
                    </a:lnTo>
                    <a:lnTo>
                      <a:pt x="55" y="13"/>
                    </a:lnTo>
                    <a:lnTo>
                      <a:pt x="47" y="13"/>
                    </a:lnTo>
                    <a:lnTo>
                      <a:pt x="53" y="27"/>
                    </a:lnTo>
                    <a:lnTo>
                      <a:pt x="57" y="40"/>
                    </a:lnTo>
                    <a:lnTo>
                      <a:pt x="61" y="51"/>
                    </a:lnTo>
                    <a:lnTo>
                      <a:pt x="62" y="62"/>
                    </a:lnTo>
                    <a:lnTo>
                      <a:pt x="64" y="72"/>
                    </a:lnTo>
                    <a:lnTo>
                      <a:pt x="68" y="85"/>
                    </a:lnTo>
                    <a:lnTo>
                      <a:pt x="72" y="98"/>
                    </a:lnTo>
                    <a:lnTo>
                      <a:pt x="73" y="108"/>
                    </a:lnTo>
                    <a:lnTo>
                      <a:pt x="71" y="103"/>
                    </a:lnTo>
                    <a:lnTo>
                      <a:pt x="66" y="96"/>
                    </a:lnTo>
                    <a:lnTo>
                      <a:pt x="62" y="88"/>
                    </a:lnTo>
                    <a:lnTo>
                      <a:pt x="55" y="79"/>
                    </a:lnTo>
                    <a:lnTo>
                      <a:pt x="49" y="70"/>
                    </a:lnTo>
                    <a:lnTo>
                      <a:pt x="43" y="62"/>
                    </a:lnTo>
                    <a:lnTo>
                      <a:pt x="38" y="55"/>
                    </a:lnTo>
                    <a:lnTo>
                      <a:pt x="33" y="49"/>
                    </a:lnTo>
                    <a:lnTo>
                      <a:pt x="25" y="60"/>
                    </a:lnTo>
                    <a:lnTo>
                      <a:pt x="17" y="68"/>
                    </a:lnTo>
                    <a:lnTo>
                      <a:pt x="8" y="73"/>
                    </a:lnTo>
                    <a:lnTo>
                      <a:pt x="0" y="77"/>
                    </a:lnTo>
                    <a:lnTo>
                      <a:pt x="5" y="80"/>
                    </a:lnTo>
                    <a:lnTo>
                      <a:pt x="11" y="84"/>
                    </a:lnTo>
                    <a:lnTo>
                      <a:pt x="18" y="87"/>
                    </a:lnTo>
                    <a:lnTo>
                      <a:pt x="25" y="90"/>
                    </a:lnTo>
                    <a:lnTo>
                      <a:pt x="33" y="93"/>
                    </a:lnTo>
                    <a:lnTo>
                      <a:pt x="42" y="99"/>
                    </a:lnTo>
                    <a:lnTo>
                      <a:pt x="50" y="106"/>
                    </a:lnTo>
                    <a:lnTo>
                      <a:pt x="55" y="111"/>
                    </a:lnTo>
                    <a:lnTo>
                      <a:pt x="56" y="117"/>
                    </a:lnTo>
                    <a:lnTo>
                      <a:pt x="61" y="125"/>
                    </a:lnTo>
                    <a:lnTo>
                      <a:pt x="66" y="131"/>
                    </a:lnTo>
                    <a:lnTo>
                      <a:pt x="76" y="13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7" name="Freeform 138">
                <a:extLst>
                  <a:ext uri="{FF2B5EF4-FFF2-40B4-BE49-F238E27FC236}">
                    <a16:creationId xmlns:a16="http://schemas.microsoft.com/office/drawing/2014/main" id="{E648055F-A895-4413-B33D-F0110EA2B639}"/>
                  </a:ext>
                </a:extLst>
              </p:cNvPr>
              <p:cNvSpPr>
                <a:spLocks/>
              </p:cNvSpPr>
              <p:nvPr/>
            </p:nvSpPr>
            <p:spPr bwMode="auto">
              <a:xfrm>
                <a:off x="3749" y="3311"/>
                <a:ext cx="108" cy="93"/>
              </a:xfrm>
              <a:custGeom>
                <a:avLst/>
                <a:gdLst>
                  <a:gd name="T0" fmla="*/ 67 w 197"/>
                  <a:gd name="T1" fmla="*/ 5 h 169"/>
                  <a:gd name="T2" fmla="*/ 61 w 197"/>
                  <a:gd name="T3" fmla="*/ 2 h 169"/>
                  <a:gd name="T4" fmla="*/ 56 w 197"/>
                  <a:gd name="T5" fmla="*/ 0 h 169"/>
                  <a:gd name="T6" fmla="*/ 51 w 197"/>
                  <a:gd name="T7" fmla="*/ 1 h 169"/>
                  <a:gd name="T8" fmla="*/ 46 w 197"/>
                  <a:gd name="T9" fmla="*/ 3 h 169"/>
                  <a:gd name="T10" fmla="*/ 40 w 197"/>
                  <a:gd name="T11" fmla="*/ 7 h 169"/>
                  <a:gd name="T12" fmla="*/ 34 w 197"/>
                  <a:gd name="T13" fmla="*/ 10 h 169"/>
                  <a:gd name="T14" fmla="*/ 25 w 197"/>
                  <a:gd name="T15" fmla="*/ 15 h 169"/>
                  <a:gd name="T16" fmla="*/ 15 w 197"/>
                  <a:gd name="T17" fmla="*/ 20 h 169"/>
                  <a:gd name="T18" fmla="*/ 5 w 197"/>
                  <a:gd name="T19" fmla="*/ 24 h 169"/>
                  <a:gd name="T20" fmla="*/ 2 w 197"/>
                  <a:gd name="T21" fmla="*/ 28 h 169"/>
                  <a:gd name="T22" fmla="*/ 4 w 197"/>
                  <a:gd name="T23" fmla="*/ 31 h 169"/>
                  <a:gd name="T24" fmla="*/ 9 w 197"/>
                  <a:gd name="T25" fmla="*/ 51 h 169"/>
                  <a:gd name="T26" fmla="*/ 8 w 197"/>
                  <a:gd name="T27" fmla="*/ 79 h 169"/>
                  <a:gd name="T28" fmla="*/ 2 w 197"/>
                  <a:gd name="T29" fmla="*/ 91 h 169"/>
                  <a:gd name="T30" fmla="*/ 8 w 197"/>
                  <a:gd name="T31" fmla="*/ 87 h 169"/>
                  <a:gd name="T32" fmla="*/ 13 w 197"/>
                  <a:gd name="T33" fmla="*/ 85 h 169"/>
                  <a:gd name="T34" fmla="*/ 18 w 197"/>
                  <a:gd name="T35" fmla="*/ 84 h 169"/>
                  <a:gd name="T36" fmla="*/ 22 w 197"/>
                  <a:gd name="T37" fmla="*/ 86 h 169"/>
                  <a:gd name="T38" fmla="*/ 29 w 197"/>
                  <a:gd name="T39" fmla="*/ 87 h 169"/>
                  <a:gd name="T40" fmla="*/ 35 w 197"/>
                  <a:gd name="T41" fmla="*/ 87 h 169"/>
                  <a:gd name="T42" fmla="*/ 42 w 197"/>
                  <a:gd name="T43" fmla="*/ 86 h 169"/>
                  <a:gd name="T44" fmla="*/ 48 w 197"/>
                  <a:gd name="T45" fmla="*/ 82 h 169"/>
                  <a:gd name="T46" fmla="*/ 59 w 197"/>
                  <a:gd name="T47" fmla="*/ 75 h 169"/>
                  <a:gd name="T48" fmla="*/ 69 w 197"/>
                  <a:gd name="T49" fmla="*/ 69 h 169"/>
                  <a:gd name="T50" fmla="*/ 77 w 197"/>
                  <a:gd name="T51" fmla="*/ 65 h 169"/>
                  <a:gd name="T52" fmla="*/ 82 w 197"/>
                  <a:gd name="T53" fmla="*/ 65 h 169"/>
                  <a:gd name="T54" fmla="*/ 88 w 197"/>
                  <a:gd name="T55" fmla="*/ 64 h 169"/>
                  <a:gd name="T56" fmla="*/ 94 w 197"/>
                  <a:gd name="T57" fmla="*/ 64 h 169"/>
                  <a:gd name="T58" fmla="*/ 99 w 197"/>
                  <a:gd name="T59" fmla="*/ 64 h 169"/>
                  <a:gd name="T60" fmla="*/ 104 w 197"/>
                  <a:gd name="T61" fmla="*/ 58 h 169"/>
                  <a:gd name="T62" fmla="*/ 107 w 197"/>
                  <a:gd name="T63" fmla="*/ 44 h 169"/>
                  <a:gd name="T64" fmla="*/ 108 w 197"/>
                  <a:gd name="T65" fmla="*/ 34 h 169"/>
                  <a:gd name="T66" fmla="*/ 104 w 197"/>
                  <a:gd name="T67" fmla="*/ 28 h 169"/>
                  <a:gd name="T68" fmla="*/ 100 w 197"/>
                  <a:gd name="T69" fmla="*/ 21 h 169"/>
                  <a:gd name="T70" fmla="*/ 98 w 197"/>
                  <a:gd name="T71" fmla="*/ 12 h 169"/>
                  <a:gd name="T72" fmla="*/ 94 w 197"/>
                  <a:gd name="T73" fmla="*/ 7 h 169"/>
                  <a:gd name="T74" fmla="*/ 88 w 197"/>
                  <a:gd name="T75" fmla="*/ 7 h 169"/>
                  <a:gd name="T76" fmla="*/ 81 w 197"/>
                  <a:gd name="T77" fmla="*/ 7 h 169"/>
                  <a:gd name="T78" fmla="*/ 74 w 197"/>
                  <a:gd name="T79" fmla="*/ 6 h 16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7" h="169">
                    <a:moveTo>
                      <a:pt x="125" y="13"/>
                    </a:moveTo>
                    <a:lnTo>
                      <a:pt x="122" y="9"/>
                    </a:lnTo>
                    <a:lnTo>
                      <a:pt x="117" y="7"/>
                    </a:lnTo>
                    <a:lnTo>
                      <a:pt x="111" y="4"/>
                    </a:lnTo>
                    <a:lnTo>
                      <a:pt x="106" y="1"/>
                    </a:lnTo>
                    <a:lnTo>
                      <a:pt x="102" y="0"/>
                    </a:lnTo>
                    <a:lnTo>
                      <a:pt x="98" y="1"/>
                    </a:lnTo>
                    <a:lnTo>
                      <a:pt x="93" y="2"/>
                    </a:lnTo>
                    <a:lnTo>
                      <a:pt x="88" y="4"/>
                    </a:lnTo>
                    <a:lnTo>
                      <a:pt x="83" y="6"/>
                    </a:lnTo>
                    <a:lnTo>
                      <a:pt x="78" y="9"/>
                    </a:lnTo>
                    <a:lnTo>
                      <a:pt x="73" y="12"/>
                    </a:lnTo>
                    <a:lnTo>
                      <a:pt x="69" y="15"/>
                    </a:lnTo>
                    <a:lnTo>
                      <a:pt x="62" y="19"/>
                    </a:lnTo>
                    <a:lnTo>
                      <a:pt x="55" y="23"/>
                    </a:lnTo>
                    <a:lnTo>
                      <a:pt x="46" y="28"/>
                    </a:lnTo>
                    <a:lnTo>
                      <a:pt x="37" y="32"/>
                    </a:lnTo>
                    <a:lnTo>
                      <a:pt x="27" y="37"/>
                    </a:lnTo>
                    <a:lnTo>
                      <a:pt x="18" y="40"/>
                    </a:lnTo>
                    <a:lnTo>
                      <a:pt x="10" y="43"/>
                    </a:lnTo>
                    <a:lnTo>
                      <a:pt x="3" y="45"/>
                    </a:lnTo>
                    <a:lnTo>
                      <a:pt x="4" y="50"/>
                    </a:lnTo>
                    <a:lnTo>
                      <a:pt x="6" y="53"/>
                    </a:lnTo>
                    <a:lnTo>
                      <a:pt x="7" y="57"/>
                    </a:lnTo>
                    <a:lnTo>
                      <a:pt x="8" y="61"/>
                    </a:lnTo>
                    <a:lnTo>
                      <a:pt x="16" y="93"/>
                    </a:lnTo>
                    <a:lnTo>
                      <a:pt x="19" y="119"/>
                    </a:lnTo>
                    <a:lnTo>
                      <a:pt x="14" y="143"/>
                    </a:lnTo>
                    <a:lnTo>
                      <a:pt x="0" y="169"/>
                    </a:lnTo>
                    <a:lnTo>
                      <a:pt x="4" y="166"/>
                    </a:lnTo>
                    <a:lnTo>
                      <a:pt x="9" y="163"/>
                    </a:lnTo>
                    <a:lnTo>
                      <a:pt x="14" y="159"/>
                    </a:lnTo>
                    <a:lnTo>
                      <a:pt x="18" y="156"/>
                    </a:lnTo>
                    <a:lnTo>
                      <a:pt x="24" y="154"/>
                    </a:lnTo>
                    <a:lnTo>
                      <a:pt x="29" y="153"/>
                    </a:lnTo>
                    <a:lnTo>
                      <a:pt x="32" y="152"/>
                    </a:lnTo>
                    <a:lnTo>
                      <a:pt x="37" y="153"/>
                    </a:lnTo>
                    <a:lnTo>
                      <a:pt x="41" y="156"/>
                    </a:lnTo>
                    <a:lnTo>
                      <a:pt x="46" y="157"/>
                    </a:lnTo>
                    <a:lnTo>
                      <a:pt x="52" y="158"/>
                    </a:lnTo>
                    <a:lnTo>
                      <a:pt x="57" y="159"/>
                    </a:lnTo>
                    <a:lnTo>
                      <a:pt x="63" y="159"/>
                    </a:lnTo>
                    <a:lnTo>
                      <a:pt x="69" y="158"/>
                    </a:lnTo>
                    <a:lnTo>
                      <a:pt x="76" y="157"/>
                    </a:lnTo>
                    <a:lnTo>
                      <a:pt x="82" y="153"/>
                    </a:lnTo>
                    <a:lnTo>
                      <a:pt x="88" y="149"/>
                    </a:lnTo>
                    <a:lnTo>
                      <a:pt x="98" y="143"/>
                    </a:lnTo>
                    <a:lnTo>
                      <a:pt x="107" y="137"/>
                    </a:lnTo>
                    <a:lnTo>
                      <a:pt x="117" y="131"/>
                    </a:lnTo>
                    <a:lnTo>
                      <a:pt x="126" y="126"/>
                    </a:lnTo>
                    <a:lnTo>
                      <a:pt x="135" y="122"/>
                    </a:lnTo>
                    <a:lnTo>
                      <a:pt x="141" y="119"/>
                    </a:lnTo>
                    <a:lnTo>
                      <a:pt x="146" y="118"/>
                    </a:lnTo>
                    <a:lnTo>
                      <a:pt x="149" y="118"/>
                    </a:lnTo>
                    <a:lnTo>
                      <a:pt x="155" y="118"/>
                    </a:lnTo>
                    <a:lnTo>
                      <a:pt x="160" y="116"/>
                    </a:lnTo>
                    <a:lnTo>
                      <a:pt x="166" y="116"/>
                    </a:lnTo>
                    <a:lnTo>
                      <a:pt x="171" y="116"/>
                    </a:lnTo>
                    <a:lnTo>
                      <a:pt x="176" y="116"/>
                    </a:lnTo>
                    <a:lnTo>
                      <a:pt x="181" y="116"/>
                    </a:lnTo>
                    <a:lnTo>
                      <a:pt x="184" y="118"/>
                    </a:lnTo>
                    <a:lnTo>
                      <a:pt x="190" y="106"/>
                    </a:lnTo>
                    <a:lnTo>
                      <a:pt x="193" y="93"/>
                    </a:lnTo>
                    <a:lnTo>
                      <a:pt x="196" y="80"/>
                    </a:lnTo>
                    <a:lnTo>
                      <a:pt x="197" y="70"/>
                    </a:lnTo>
                    <a:lnTo>
                      <a:pt x="197" y="62"/>
                    </a:lnTo>
                    <a:lnTo>
                      <a:pt x="194" y="55"/>
                    </a:lnTo>
                    <a:lnTo>
                      <a:pt x="190" y="51"/>
                    </a:lnTo>
                    <a:lnTo>
                      <a:pt x="182" y="52"/>
                    </a:lnTo>
                    <a:lnTo>
                      <a:pt x="182" y="39"/>
                    </a:lnTo>
                    <a:lnTo>
                      <a:pt x="182" y="29"/>
                    </a:lnTo>
                    <a:lnTo>
                      <a:pt x="179" y="21"/>
                    </a:lnTo>
                    <a:lnTo>
                      <a:pt x="176" y="15"/>
                    </a:lnTo>
                    <a:lnTo>
                      <a:pt x="171" y="13"/>
                    </a:lnTo>
                    <a:lnTo>
                      <a:pt x="166" y="13"/>
                    </a:lnTo>
                    <a:lnTo>
                      <a:pt x="160" y="13"/>
                    </a:lnTo>
                    <a:lnTo>
                      <a:pt x="155" y="14"/>
                    </a:lnTo>
                    <a:lnTo>
                      <a:pt x="148" y="12"/>
                    </a:lnTo>
                    <a:lnTo>
                      <a:pt x="141" y="11"/>
                    </a:lnTo>
                    <a:lnTo>
                      <a:pt x="135" y="11"/>
                    </a:lnTo>
                    <a:lnTo>
                      <a:pt x="125" y="1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8" name="Freeform 139">
                <a:extLst>
                  <a:ext uri="{FF2B5EF4-FFF2-40B4-BE49-F238E27FC236}">
                    <a16:creationId xmlns:a16="http://schemas.microsoft.com/office/drawing/2014/main" id="{7CBBA0BA-CCDB-454E-A98F-FCF8FD030BE5}"/>
                  </a:ext>
                </a:extLst>
              </p:cNvPr>
              <p:cNvSpPr>
                <a:spLocks/>
              </p:cNvSpPr>
              <p:nvPr/>
            </p:nvSpPr>
            <p:spPr bwMode="auto">
              <a:xfrm>
                <a:off x="3751" y="3311"/>
                <a:ext cx="106" cy="65"/>
              </a:xfrm>
              <a:custGeom>
                <a:avLst/>
                <a:gdLst>
                  <a:gd name="T0" fmla="*/ 80 w 194"/>
                  <a:gd name="T1" fmla="*/ 65 h 118"/>
                  <a:gd name="T2" fmla="*/ 86 w 194"/>
                  <a:gd name="T3" fmla="*/ 64 h 118"/>
                  <a:gd name="T4" fmla="*/ 92 w 194"/>
                  <a:gd name="T5" fmla="*/ 64 h 118"/>
                  <a:gd name="T6" fmla="*/ 97 w 194"/>
                  <a:gd name="T7" fmla="*/ 64 h 118"/>
                  <a:gd name="T8" fmla="*/ 101 w 194"/>
                  <a:gd name="T9" fmla="*/ 62 h 118"/>
                  <a:gd name="T10" fmla="*/ 103 w 194"/>
                  <a:gd name="T11" fmla="*/ 54 h 118"/>
                  <a:gd name="T12" fmla="*/ 105 w 194"/>
                  <a:gd name="T13" fmla="*/ 46 h 118"/>
                  <a:gd name="T14" fmla="*/ 106 w 194"/>
                  <a:gd name="T15" fmla="*/ 41 h 118"/>
                  <a:gd name="T16" fmla="*/ 106 w 194"/>
                  <a:gd name="T17" fmla="*/ 34 h 118"/>
                  <a:gd name="T18" fmla="*/ 102 w 194"/>
                  <a:gd name="T19" fmla="*/ 28 h 118"/>
                  <a:gd name="T20" fmla="*/ 98 w 194"/>
                  <a:gd name="T21" fmla="*/ 21 h 118"/>
                  <a:gd name="T22" fmla="*/ 96 w 194"/>
                  <a:gd name="T23" fmla="*/ 12 h 118"/>
                  <a:gd name="T24" fmla="*/ 92 w 194"/>
                  <a:gd name="T25" fmla="*/ 7 h 118"/>
                  <a:gd name="T26" fmla="*/ 86 w 194"/>
                  <a:gd name="T27" fmla="*/ 7 h 118"/>
                  <a:gd name="T28" fmla="*/ 79 w 194"/>
                  <a:gd name="T29" fmla="*/ 7 h 118"/>
                  <a:gd name="T30" fmla="*/ 72 w 194"/>
                  <a:gd name="T31" fmla="*/ 6 h 118"/>
                  <a:gd name="T32" fmla="*/ 65 w 194"/>
                  <a:gd name="T33" fmla="*/ 5 h 118"/>
                  <a:gd name="T34" fmla="*/ 59 w 194"/>
                  <a:gd name="T35" fmla="*/ 2 h 118"/>
                  <a:gd name="T36" fmla="*/ 54 w 194"/>
                  <a:gd name="T37" fmla="*/ 0 h 118"/>
                  <a:gd name="T38" fmla="*/ 49 w 194"/>
                  <a:gd name="T39" fmla="*/ 1 h 118"/>
                  <a:gd name="T40" fmla="*/ 44 w 194"/>
                  <a:gd name="T41" fmla="*/ 3 h 118"/>
                  <a:gd name="T42" fmla="*/ 38 w 194"/>
                  <a:gd name="T43" fmla="*/ 7 h 118"/>
                  <a:gd name="T44" fmla="*/ 32 w 194"/>
                  <a:gd name="T45" fmla="*/ 10 h 118"/>
                  <a:gd name="T46" fmla="*/ 23 w 194"/>
                  <a:gd name="T47" fmla="*/ 15 h 118"/>
                  <a:gd name="T48" fmla="*/ 13 w 194"/>
                  <a:gd name="T49" fmla="*/ 20 h 118"/>
                  <a:gd name="T50" fmla="*/ 4 w 194"/>
                  <a:gd name="T51" fmla="*/ 24 h 118"/>
                  <a:gd name="T52" fmla="*/ 1 w 194"/>
                  <a:gd name="T53" fmla="*/ 28 h 118"/>
                  <a:gd name="T54" fmla="*/ 2 w 194"/>
                  <a:gd name="T55" fmla="*/ 31 h 118"/>
                  <a:gd name="T56" fmla="*/ 9 w 194"/>
                  <a:gd name="T57" fmla="*/ 30 h 118"/>
                  <a:gd name="T58" fmla="*/ 25 w 194"/>
                  <a:gd name="T59" fmla="*/ 20 h 118"/>
                  <a:gd name="T60" fmla="*/ 40 w 194"/>
                  <a:gd name="T61" fmla="*/ 12 h 118"/>
                  <a:gd name="T62" fmla="*/ 52 w 194"/>
                  <a:gd name="T63" fmla="*/ 7 h 118"/>
                  <a:gd name="T64" fmla="*/ 61 w 194"/>
                  <a:gd name="T65" fmla="*/ 13 h 118"/>
                  <a:gd name="T66" fmla="*/ 69 w 194"/>
                  <a:gd name="T67" fmla="*/ 19 h 118"/>
                  <a:gd name="T68" fmla="*/ 76 w 194"/>
                  <a:gd name="T69" fmla="*/ 19 h 118"/>
                  <a:gd name="T70" fmla="*/ 83 w 194"/>
                  <a:gd name="T71" fmla="*/ 18 h 118"/>
                  <a:gd name="T72" fmla="*/ 86 w 194"/>
                  <a:gd name="T73" fmla="*/ 21 h 118"/>
                  <a:gd name="T74" fmla="*/ 86 w 194"/>
                  <a:gd name="T75" fmla="*/ 26 h 118"/>
                  <a:gd name="T76" fmla="*/ 85 w 194"/>
                  <a:gd name="T77" fmla="*/ 30 h 118"/>
                  <a:gd name="T78" fmla="*/ 87 w 194"/>
                  <a:gd name="T79" fmla="*/ 34 h 118"/>
                  <a:gd name="T80" fmla="*/ 91 w 194"/>
                  <a:gd name="T81" fmla="*/ 36 h 118"/>
                  <a:gd name="T82" fmla="*/ 93 w 194"/>
                  <a:gd name="T83" fmla="*/ 40 h 118"/>
                  <a:gd name="T84" fmla="*/ 95 w 194"/>
                  <a:gd name="T85" fmla="*/ 42 h 118"/>
                  <a:gd name="T86" fmla="*/ 96 w 194"/>
                  <a:gd name="T87" fmla="*/ 46 h 118"/>
                  <a:gd name="T88" fmla="*/ 98 w 194"/>
                  <a:gd name="T89" fmla="*/ 48 h 118"/>
                  <a:gd name="T90" fmla="*/ 98 w 194"/>
                  <a:gd name="T91" fmla="*/ 53 h 118"/>
                  <a:gd name="T92" fmla="*/ 95 w 194"/>
                  <a:gd name="T93" fmla="*/ 59 h 118"/>
                  <a:gd name="T94" fmla="*/ 86 w 194"/>
                  <a:gd name="T95" fmla="*/ 63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4" h="118">
                    <a:moveTo>
                      <a:pt x="143" y="118"/>
                    </a:moveTo>
                    <a:lnTo>
                      <a:pt x="146" y="118"/>
                    </a:lnTo>
                    <a:lnTo>
                      <a:pt x="152" y="118"/>
                    </a:lnTo>
                    <a:lnTo>
                      <a:pt x="157" y="116"/>
                    </a:lnTo>
                    <a:lnTo>
                      <a:pt x="163" y="116"/>
                    </a:lnTo>
                    <a:lnTo>
                      <a:pt x="168" y="116"/>
                    </a:lnTo>
                    <a:lnTo>
                      <a:pt x="173" y="116"/>
                    </a:lnTo>
                    <a:lnTo>
                      <a:pt x="178" y="116"/>
                    </a:lnTo>
                    <a:lnTo>
                      <a:pt x="181" y="118"/>
                    </a:lnTo>
                    <a:lnTo>
                      <a:pt x="185" y="112"/>
                    </a:lnTo>
                    <a:lnTo>
                      <a:pt x="187" y="105"/>
                    </a:lnTo>
                    <a:lnTo>
                      <a:pt x="189" y="98"/>
                    </a:lnTo>
                    <a:lnTo>
                      <a:pt x="191" y="90"/>
                    </a:lnTo>
                    <a:lnTo>
                      <a:pt x="193" y="84"/>
                    </a:lnTo>
                    <a:lnTo>
                      <a:pt x="193" y="78"/>
                    </a:lnTo>
                    <a:lnTo>
                      <a:pt x="194" y="74"/>
                    </a:lnTo>
                    <a:lnTo>
                      <a:pt x="194" y="70"/>
                    </a:lnTo>
                    <a:lnTo>
                      <a:pt x="194" y="62"/>
                    </a:lnTo>
                    <a:lnTo>
                      <a:pt x="191" y="55"/>
                    </a:lnTo>
                    <a:lnTo>
                      <a:pt x="187" y="51"/>
                    </a:lnTo>
                    <a:lnTo>
                      <a:pt x="179" y="52"/>
                    </a:lnTo>
                    <a:lnTo>
                      <a:pt x="179" y="39"/>
                    </a:lnTo>
                    <a:lnTo>
                      <a:pt x="179" y="29"/>
                    </a:lnTo>
                    <a:lnTo>
                      <a:pt x="176" y="21"/>
                    </a:lnTo>
                    <a:lnTo>
                      <a:pt x="173" y="15"/>
                    </a:lnTo>
                    <a:lnTo>
                      <a:pt x="168" y="13"/>
                    </a:lnTo>
                    <a:lnTo>
                      <a:pt x="163" y="13"/>
                    </a:lnTo>
                    <a:lnTo>
                      <a:pt x="157" y="13"/>
                    </a:lnTo>
                    <a:lnTo>
                      <a:pt x="152" y="14"/>
                    </a:lnTo>
                    <a:lnTo>
                      <a:pt x="145" y="12"/>
                    </a:lnTo>
                    <a:lnTo>
                      <a:pt x="138" y="11"/>
                    </a:lnTo>
                    <a:lnTo>
                      <a:pt x="132" y="11"/>
                    </a:lnTo>
                    <a:lnTo>
                      <a:pt x="122" y="13"/>
                    </a:lnTo>
                    <a:lnTo>
                      <a:pt x="119" y="9"/>
                    </a:lnTo>
                    <a:lnTo>
                      <a:pt x="114" y="7"/>
                    </a:lnTo>
                    <a:lnTo>
                      <a:pt x="108" y="4"/>
                    </a:lnTo>
                    <a:lnTo>
                      <a:pt x="103" y="1"/>
                    </a:lnTo>
                    <a:lnTo>
                      <a:pt x="99" y="0"/>
                    </a:lnTo>
                    <a:lnTo>
                      <a:pt x="95" y="1"/>
                    </a:lnTo>
                    <a:lnTo>
                      <a:pt x="90" y="2"/>
                    </a:lnTo>
                    <a:lnTo>
                      <a:pt x="85" y="4"/>
                    </a:lnTo>
                    <a:lnTo>
                      <a:pt x="80" y="6"/>
                    </a:lnTo>
                    <a:lnTo>
                      <a:pt x="75" y="9"/>
                    </a:lnTo>
                    <a:lnTo>
                      <a:pt x="70" y="12"/>
                    </a:lnTo>
                    <a:lnTo>
                      <a:pt x="66" y="15"/>
                    </a:lnTo>
                    <a:lnTo>
                      <a:pt x="59" y="19"/>
                    </a:lnTo>
                    <a:lnTo>
                      <a:pt x="52" y="23"/>
                    </a:lnTo>
                    <a:lnTo>
                      <a:pt x="43" y="28"/>
                    </a:lnTo>
                    <a:lnTo>
                      <a:pt x="34" y="32"/>
                    </a:lnTo>
                    <a:lnTo>
                      <a:pt x="24" y="37"/>
                    </a:lnTo>
                    <a:lnTo>
                      <a:pt x="15" y="40"/>
                    </a:lnTo>
                    <a:lnTo>
                      <a:pt x="7" y="43"/>
                    </a:lnTo>
                    <a:lnTo>
                      <a:pt x="0" y="45"/>
                    </a:lnTo>
                    <a:lnTo>
                      <a:pt x="1" y="50"/>
                    </a:lnTo>
                    <a:lnTo>
                      <a:pt x="3" y="53"/>
                    </a:lnTo>
                    <a:lnTo>
                      <a:pt x="4" y="57"/>
                    </a:lnTo>
                    <a:lnTo>
                      <a:pt x="5" y="61"/>
                    </a:lnTo>
                    <a:lnTo>
                      <a:pt x="16" y="54"/>
                    </a:lnTo>
                    <a:lnTo>
                      <a:pt x="30" y="45"/>
                    </a:lnTo>
                    <a:lnTo>
                      <a:pt x="45" y="37"/>
                    </a:lnTo>
                    <a:lnTo>
                      <a:pt x="60" y="28"/>
                    </a:lnTo>
                    <a:lnTo>
                      <a:pt x="74" y="21"/>
                    </a:lnTo>
                    <a:lnTo>
                      <a:pt x="87" y="15"/>
                    </a:lnTo>
                    <a:lnTo>
                      <a:pt x="96" y="13"/>
                    </a:lnTo>
                    <a:lnTo>
                      <a:pt x="103" y="15"/>
                    </a:lnTo>
                    <a:lnTo>
                      <a:pt x="111" y="23"/>
                    </a:lnTo>
                    <a:lnTo>
                      <a:pt x="119" y="30"/>
                    </a:lnTo>
                    <a:lnTo>
                      <a:pt x="126" y="35"/>
                    </a:lnTo>
                    <a:lnTo>
                      <a:pt x="133" y="36"/>
                    </a:lnTo>
                    <a:lnTo>
                      <a:pt x="140" y="34"/>
                    </a:lnTo>
                    <a:lnTo>
                      <a:pt x="145" y="32"/>
                    </a:lnTo>
                    <a:lnTo>
                      <a:pt x="152" y="32"/>
                    </a:lnTo>
                    <a:lnTo>
                      <a:pt x="157" y="35"/>
                    </a:lnTo>
                    <a:lnTo>
                      <a:pt x="158" y="38"/>
                    </a:lnTo>
                    <a:lnTo>
                      <a:pt x="158" y="43"/>
                    </a:lnTo>
                    <a:lnTo>
                      <a:pt x="157" y="47"/>
                    </a:lnTo>
                    <a:lnTo>
                      <a:pt x="156" y="51"/>
                    </a:lnTo>
                    <a:lnTo>
                      <a:pt x="155" y="54"/>
                    </a:lnTo>
                    <a:lnTo>
                      <a:pt x="156" y="58"/>
                    </a:lnTo>
                    <a:lnTo>
                      <a:pt x="159" y="61"/>
                    </a:lnTo>
                    <a:lnTo>
                      <a:pt x="163" y="62"/>
                    </a:lnTo>
                    <a:lnTo>
                      <a:pt x="166" y="65"/>
                    </a:lnTo>
                    <a:lnTo>
                      <a:pt x="168" y="67"/>
                    </a:lnTo>
                    <a:lnTo>
                      <a:pt x="171" y="72"/>
                    </a:lnTo>
                    <a:lnTo>
                      <a:pt x="172" y="75"/>
                    </a:lnTo>
                    <a:lnTo>
                      <a:pt x="173" y="77"/>
                    </a:lnTo>
                    <a:lnTo>
                      <a:pt x="174" y="81"/>
                    </a:lnTo>
                    <a:lnTo>
                      <a:pt x="175" y="83"/>
                    </a:lnTo>
                    <a:lnTo>
                      <a:pt x="178" y="85"/>
                    </a:lnTo>
                    <a:lnTo>
                      <a:pt x="179" y="88"/>
                    </a:lnTo>
                    <a:lnTo>
                      <a:pt x="180" y="91"/>
                    </a:lnTo>
                    <a:lnTo>
                      <a:pt x="179" y="96"/>
                    </a:lnTo>
                    <a:lnTo>
                      <a:pt x="178" y="102"/>
                    </a:lnTo>
                    <a:lnTo>
                      <a:pt x="174" y="107"/>
                    </a:lnTo>
                    <a:lnTo>
                      <a:pt x="167" y="112"/>
                    </a:lnTo>
                    <a:lnTo>
                      <a:pt x="157" y="115"/>
                    </a:lnTo>
                    <a:lnTo>
                      <a:pt x="143" y="1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9" name="Freeform 140">
                <a:extLst>
                  <a:ext uri="{FF2B5EF4-FFF2-40B4-BE49-F238E27FC236}">
                    <a16:creationId xmlns:a16="http://schemas.microsoft.com/office/drawing/2014/main" id="{AAEE810D-E642-48B5-A368-5A33E530D2FD}"/>
                  </a:ext>
                </a:extLst>
              </p:cNvPr>
              <p:cNvSpPr>
                <a:spLocks/>
              </p:cNvSpPr>
              <p:nvPr/>
            </p:nvSpPr>
            <p:spPr bwMode="auto">
              <a:xfrm>
                <a:off x="3446" y="3279"/>
                <a:ext cx="314" cy="191"/>
              </a:xfrm>
              <a:custGeom>
                <a:avLst/>
                <a:gdLst>
                  <a:gd name="T0" fmla="*/ 122 w 573"/>
                  <a:gd name="T1" fmla="*/ 36 h 350"/>
                  <a:gd name="T2" fmla="*/ 142 w 573"/>
                  <a:gd name="T3" fmla="*/ 52 h 350"/>
                  <a:gd name="T4" fmla="*/ 162 w 573"/>
                  <a:gd name="T5" fmla="*/ 57 h 350"/>
                  <a:gd name="T6" fmla="*/ 173 w 573"/>
                  <a:gd name="T7" fmla="*/ 53 h 350"/>
                  <a:gd name="T8" fmla="*/ 184 w 573"/>
                  <a:gd name="T9" fmla="*/ 56 h 350"/>
                  <a:gd name="T10" fmla="*/ 192 w 573"/>
                  <a:gd name="T11" fmla="*/ 64 h 350"/>
                  <a:gd name="T12" fmla="*/ 202 w 573"/>
                  <a:gd name="T13" fmla="*/ 67 h 350"/>
                  <a:gd name="T14" fmla="*/ 212 w 573"/>
                  <a:gd name="T15" fmla="*/ 67 h 350"/>
                  <a:gd name="T16" fmla="*/ 222 w 573"/>
                  <a:gd name="T17" fmla="*/ 65 h 350"/>
                  <a:gd name="T18" fmla="*/ 233 w 573"/>
                  <a:gd name="T19" fmla="*/ 61 h 350"/>
                  <a:gd name="T20" fmla="*/ 242 w 573"/>
                  <a:gd name="T21" fmla="*/ 63 h 350"/>
                  <a:gd name="T22" fmla="*/ 251 w 573"/>
                  <a:gd name="T23" fmla="*/ 67 h 350"/>
                  <a:gd name="T24" fmla="*/ 260 w 573"/>
                  <a:gd name="T25" fmla="*/ 68 h 350"/>
                  <a:gd name="T26" fmla="*/ 272 w 573"/>
                  <a:gd name="T27" fmla="*/ 68 h 350"/>
                  <a:gd name="T28" fmla="*/ 282 w 573"/>
                  <a:gd name="T29" fmla="*/ 67 h 350"/>
                  <a:gd name="T30" fmla="*/ 290 w 573"/>
                  <a:gd name="T31" fmla="*/ 64 h 350"/>
                  <a:gd name="T32" fmla="*/ 300 w 573"/>
                  <a:gd name="T33" fmla="*/ 61 h 350"/>
                  <a:gd name="T34" fmla="*/ 311 w 573"/>
                  <a:gd name="T35" fmla="*/ 79 h 350"/>
                  <a:gd name="T36" fmla="*/ 304 w 573"/>
                  <a:gd name="T37" fmla="*/ 126 h 350"/>
                  <a:gd name="T38" fmla="*/ 290 w 573"/>
                  <a:gd name="T39" fmla="*/ 138 h 350"/>
                  <a:gd name="T40" fmla="*/ 272 w 573"/>
                  <a:gd name="T41" fmla="*/ 150 h 350"/>
                  <a:gd name="T42" fmla="*/ 263 w 573"/>
                  <a:gd name="T43" fmla="*/ 157 h 350"/>
                  <a:gd name="T44" fmla="*/ 250 w 573"/>
                  <a:gd name="T45" fmla="*/ 161 h 350"/>
                  <a:gd name="T46" fmla="*/ 234 w 573"/>
                  <a:gd name="T47" fmla="*/ 164 h 350"/>
                  <a:gd name="T48" fmla="*/ 219 w 573"/>
                  <a:gd name="T49" fmla="*/ 166 h 350"/>
                  <a:gd name="T50" fmla="*/ 202 w 573"/>
                  <a:gd name="T51" fmla="*/ 172 h 350"/>
                  <a:gd name="T52" fmla="*/ 187 w 573"/>
                  <a:gd name="T53" fmla="*/ 178 h 350"/>
                  <a:gd name="T54" fmla="*/ 172 w 573"/>
                  <a:gd name="T55" fmla="*/ 185 h 350"/>
                  <a:gd name="T56" fmla="*/ 156 w 573"/>
                  <a:gd name="T57" fmla="*/ 190 h 350"/>
                  <a:gd name="T58" fmla="*/ 138 w 573"/>
                  <a:gd name="T59" fmla="*/ 189 h 350"/>
                  <a:gd name="T60" fmla="*/ 113 w 573"/>
                  <a:gd name="T61" fmla="*/ 182 h 350"/>
                  <a:gd name="T62" fmla="*/ 93 w 573"/>
                  <a:gd name="T63" fmla="*/ 177 h 350"/>
                  <a:gd name="T64" fmla="*/ 79 w 573"/>
                  <a:gd name="T65" fmla="*/ 165 h 350"/>
                  <a:gd name="T66" fmla="*/ 57 w 573"/>
                  <a:gd name="T67" fmla="*/ 132 h 350"/>
                  <a:gd name="T68" fmla="*/ 32 w 573"/>
                  <a:gd name="T69" fmla="*/ 89 h 350"/>
                  <a:gd name="T70" fmla="*/ 10 w 573"/>
                  <a:gd name="T71" fmla="*/ 46 h 350"/>
                  <a:gd name="T72" fmla="*/ 0 w 573"/>
                  <a:gd name="T73" fmla="*/ 15 h 350"/>
                  <a:gd name="T74" fmla="*/ 8 w 573"/>
                  <a:gd name="T75" fmla="*/ 0 h 350"/>
                  <a:gd name="T76" fmla="*/ 31 w 573"/>
                  <a:gd name="T77" fmla="*/ 8 h 350"/>
                  <a:gd name="T78" fmla="*/ 53 w 573"/>
                  <a:gd name="T79" fmla="*/ 22 h 350"/>
                  <a:gd name="T80" fmla="*/ 65 w 573"/>
                  <a:gd name="T81" fmla="*/ 29 h 350"/>
                  <a:gd name="T82" fmla="*/ 82 w 573"/>
                  <a:gd name="T83" fmla="*/ 32 h 350"/>
                  <a:gd name="T84" fmla="*/ 101 w 573"/>
                  <a:gd name="T85" fmla="*/ 32 h 350"/>
                  <a:gd name="T86" fmla="*/ 110 w 573"/>
                  <a:gd name="T87" fmla="*/ 28 h 35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3" h="350">
                    <a:moveTo>
                      <a:pt x="207" y="47"/>
                    </a:moveTo>
                    <a:lnTo>
                      <a:pt x="214" y="55"/>
                    </a:lnTo>
                    <a:lnTo>
                      <a:pt x="223" y="66"/>
                    </a:lnTo>
                    <a:lnTo>
                      <a:pt x="234" y="76"/>
                    </a:lnTo>
                    <a:lnTo>
                      <a:pt x="246" y="86"/>
                    </a:lnTo>
                    <a:lnTo>
                      <a:pt x="260" y="96"/>
                    </a:lnTo>
                    <a:lnTo>
                      <a:pt x="273" y="103"/>
                    </a:lnTo>
                    <a:lnTo>
                      <a:pt x="285" y="106"/>
                    </a:lnTo>
                    <a:lnTo>
                      <a:pt x="296" y="105"/>
                    </a:lnTo>
                    <a:lnTo>
                      <a:pt x="301" y="103"/>
                    </a:lnTo>
                    <a:lnTo>
                      <a:pt x="308" y="99"/>
                    </a:lnTo>
                    <a:lnTo>
                      <a:pt x="315" y="97"/>
                    </a:lnTo>
                    <a:lnTo>
                      <a:pt x="322" y="97"/>
                    </a:lnTo>
                    <a:lnTo>
                      <a:pt x="329" y="99"/>
                    </a:lnTo>
                    <a:lnTo>
                      <a:pt x="335" y="103"/>
                    </a:lnTo>
                    <a:lnTo>
                      <a:pt x="341" y="107"/>
                    </a:lnTo>
                    <a:lnTo>
                      <a:pt x="346" y="114"/>
                    </a:lnTo>
                    <a:lnTo>
                      <a:pt x="350" y="118"/>
                    </a:lnTo>
                    <a:lnTo>
                      <a:pt x="356" y="120"/>
                    </a:lnTo>
                    <a:lnTo>
                      <a:pt x="361" y="121"/>
                    </a:lnTo>
                    <a:lnTo>
                      <a:pt x="368" y="122"/>
                    </a:lnTo>
                    <a:lnTo>
                      <a:pt x="375" y="123"/>
                    </a:lnTo>
                    <a:lnTo>
                      <a:pt x="381" y="123"/>
                    </a:lnTo>
                    <a:lnTo>
                      <a:pt x="387" y="123"/>
                    </a:lnTo>
                    <a:lnTo>
                      <a:pt x="390" y="123"/>
                    </a:lnTo>
                    <a:lnTo>
                      <a:pt x="396" y="122"/>
                    </a:lnTo>
                    <a:lnTo>
                      <a:pt x="405" y="119"/>
                    </a:lnTo>
                    <a:lnTo>
                      <a:pt x="414" y="114"/>
                    </a:lnTo>
                    <a:lnTo>
                      <a:pt x="421" y="112"/>
                    </a:lnTo>
                    <a:lnTo>
                      <a:pt x="425" y="112"/>
                    </a:lnTo>
                    <a:lnTo>
                      <a:pt x="429" y="113"/>
                    </a:lnTo>
                    <a:lnTo>
                      <a:pt x="434" y="114"/>
                    </a:lnTo>
                    <a:lnTo>
                      <a:pt x="441" y="116"/>
                    </a:lnTo>
                    <a:lnTo>
                      <a:pt x="447" y="119"/>
                    </a:lnTo>
                    <a:lnTo>
                      <a:pt x="452" y="121"/>
                    </a:lnTo>
                    <a:lnTo>
                      <a:pt x="458" y="122"/>
                    </a:lnTo>
                    <a:lnTo>
                      <a:pt x="464" y="123"/>
                    </a:lnTo>
                    <a:lnTo>
                      <a:pt x="470" y="123"/>
                    </a:lnTo>
                    <a:lnTo>
                      <a:pt x="475" y="124"/>
                    </a:lnTo>
                    <a:lnTo>
                      <a:pt x="482" y="124"/>
                    </a:lnTo>
                    <a:lnTo>
                      <a:pt x="489" y="124"/>
                    </a:lnTo>
                    <a:lnTo>
                      <a:pt x="497" y="124"/>
                    </a:lnTo>
                    <a:lnTo>
                      <a:pt x="503" y="124"/>
                    </a:lnTo>
                    <a:lnTo>
                      <a:pt x="510" y="124"/>
                    </a:lnTo>
                    <a:lnTo>
                      <a:pt x="515" y="123"/>
                    </a:lnTo>
                    <a:lnTo>
                      <a:pt x="519" y="122"/>
                    </a:lnTo>
                    <a:lnTo>
                      <a:pt x="524" y="120"/>
                    </a:lnTo>
                    <a:lnTo>
                      <a:pt x="530" y="118"/>
                    </a:lnTo>
                    <a:lnTo>
                      <a:pt x="536" y="115"/>
                    </a:lnTo>
                    <a:lnTo>
                      <a:pt x="542" y="113"/>
                    </a:lnTo>
                    <a:lnTo>
                      <a:pt x="548" y="111"/>
                    </a:lnTo>
                    <a:lnTo>
                      <a:pt x="554" y="108"/>
                    </a:lnTo>
                    <a:lnTo>
                      <a:pt x="557" y="106"/>
                    </a:lnTo>
                    <a:lnTo>
                      <a:pt x="568" y="145"/>
                    </a:lnTo>
                    <a:lnTo>
                      <a:pt x="573" y="175"/>
                    </a:lnTo>
                    <a:lnTo>
                      <a:pt x="569" y="202"/>
                    </a:lnTo>
                    <a:lnTo>
                      <a:pt x="554" y="230"/>
                    </a:lnTo>
                    <a:lnTo>
                      <a:pt x="548" y="236"/>
                    </a:lnTo>
                    <a:lnTo>
                      <a:pt x="540" y="244"/>
                    </a:lnTo>
                    <a:lnTo>
                      <a:pt x="530" y="252"/>
                    </a:lnTo>
                    <a:lnTo>
                      <a:pt x="519" y="260"/>
                    </a:lnTo>
                    <a:lnTo>
                      <a:pt x="508" y="268"/>
                    </a:lnTo>
                    <a:lnTo>
                      <a:pt x="497" y="275"/>
                    </a:lnTo>
                    <a:lnTo>
                      <a:pt x="489" y="281"/>
                    </a:lnTo>
                    <a:lnTo>
                      <a:pt x="485" y="285"/>
                    </a:lnTo>
                    <a:lnTo>
                      <a:pt x="480" y="287"/>
                    </a:lnTo>
                    <a:lnTo>
                      <a:pt x="474" y="290"/>
                    </a:lnTo>
                    <a:lnTo>
                      <a:pt x="466" y="293"/>
                    </a:lnTo>
                    <a:lnTo>
                      <a:pt x="457" y="295"/>
                    </a:lnTo>
                    <a:lnTo>
                      <a:pt x="447" y="297"/>
                    </a:lnTo>
                    <a:lnTo>
                      <a:pt x="436" y="300"/>
                    </a:lnTo>
                    <a:lnTo>
                      <a:pt x="427" y="301"/>
                    </a:lnTo>
                    <a:lnTo>
                      <a:pt x="418" y="302"/>
                    </a:lnTo>
                    <a:lnTo>
                      <a:pt x="409" y="303"/>
                    </a:lnTo>
                    <a:lnTo>
                      <a:pt x="399" y="304"/>
                    </a:lnTo>
                    <a:lnTo>
                      <a:pt x="390" y="308"/>
                    </a:lnTo>
                    <a:lnTo>
                      <a:pt x="380" y="311"/>
                    </a:lnTo>
                    <a:lnTo>
                      <a:pt x="369" y="316"/>
                    </a:lnTo>
                    <a:lnTo>
                      <a:pt x="360" y="319"/>
                    </a:lnTo>
                    <a:lnTo>
                      <a:pt x="351" y="324"/>
                    </a:lnTo>
                    <a:lnTo>
                      <a:pt x="342" y="327"/>
                    </a:lnTo>
                    <a:lnTo>
                      <a:pt x="334" y="331"/>
                    </a:lnTo>
                    <a:lnTo>
                      <a:pt x="325" y="335"/>
                    </a:lnTo>
                    <a:lnTo>
                      <a:pt x="314" y="339"/>
                    </a:lnTo>
                    <a:lnTo>
                      <a:pt x="305" y="343"/>
                    </a:lnTo>
                    <a:lnTo>
                      <a:pt x="295" y="347"/>
                    </a:lnTo>
                    <a:lnTo>
                      <a:pt x="284" y="349"/>
                    </a:lnTo>
                    <a:lnTo>
                      <a:pt x="274" y="350"/>
                    </a:lnTo>
                    <a:lnTo>
                      <a:pt x="263" y="349"/>
                    </a:lnTo>
                    <a:lnTo>
                      <a:pt x="252" y="347"/>
                    </a:lnTo>
                    <a:lnTo>
                      <a:pt x="238" y="343"/>
                    </a:lnTo>
                    <a:lnTo>
                      <a:pt x="223" y="339"/>
                    </a:lnTo>
                    <a:lnTo>
                      <a:pt x="207" y="334"/>
                    </a:lnTo>
                    <a:lnTo>
                      <a:pt x="192" y="330"/>
                    </a:lnTo>
                    <a:lnTo>
                      <a:pt x="179" y="326"/>
                    </a:lnTo>
                    <a:lnTo>
                      <a:pt x="169" y="324"/>
                    </a:lnTo>
                    <a:lnTo>
                      <a:pt x="162" y="324"/>
                    </a:lnTo>
                    <a:lnTo>
                      <a:pt x="155" y="316"/>
                    </a:lnTo>
                    <a:lnTo>
                      <a:pt x="145" y="302"/>
                    </a:lnTo>
                    <a:lnTo>
                      <a:pt x="132" y="285"/>
                    </a:lnTo>
                    <a:lnTo>
                      <a:pt x="119" y="264"/>
                    </a:lnTo>
                    <a:lnTo>
                      <a:pt x="104" y="241"/>
                    </a:lnTo>
                    <a:lnTo>
                      <a:pt x="90" y="217"/>
                    </a:lnTo>
                    <a:lnTo>
                      <a:pt x="73" y="190"/>
                    </a:lnTo>
                    <a:lnTo>
                      <a:pt x="58" y="163"/>
                    </a:lnTo>
                    <a:lnTo>
                      <a:pt x="45" y="136"/>
                    </a:lnTo>
                    <a:lnTo>
                      <a:pt x="31" y="110"/>
                    </a:lnTo>
                    <a:lnTo>
                      <a:pt x="19" y="85"/>
                    </a:lnTo>
                    <a:lnTo>
                      <a:pt x="10" y="62"/>
                    </a:lnTo>
                    <a:lnTo>
                      <a:pt x="3" y="43"/>
                    </a:lnTo>
                    <a:lnTo>
                      <a:pt x="0" y="27"/>
                    </a:lnTo>
                    <a:lnTo>
                      <a:pt x="0" y="14"/>
                    </a:lnTo>
                    <a:lnTo>
                      <a:pt x="4" y="6"/>
                    </a:lnTo>
                    <a:lnTo>
                      <a:pt x="15" y="0"/>
                    </a:lnTo>
                    <a:lnTo>
                      <a:pt x="27" y="1"/>
                    </a:lnTo>
                    <a:lnTo>
                      <a:pt x="41" y="6"/>
                    </a:lnTo>
                    <a:lnTo>
                      <a:pt x="57" y="14"/>
                    </a:lnTo>
                    <a:lnTo>
                      <a:pt x="72" y="23"/>
                    </a:lnTo>
                    <a:lnTo>
                      <a:pt x="86" y="32"/>
                    </a:lnTo>
                    <a:lnTo>
                      <a:pt x="96" y="40"/>
                    </a:lnTo>
                    <a:lnTo>
                      <a:pt x="104" y="46"/>
                    </a:lnTo>
                    <a:lnTo>
                      <a:pt x="111" y="50"/>
                    </a:lnTo>
                    <a:lnTo>
                      <a:pt x="119" y="53"/>
                    </a:lnTo>
                    <a:lnTo>
                      <a:pt x="129" y="54"/>
                    </a:lnTo>
                    <a:lnTo>
                      <a:pt x="139" y="57"/>
                    </a:lnTo>
                    <a:lnTo>
                      <a:pt x="149" y="58"/>
                    </a:lnTo>
                    <a:lnTo>
                      <a:pt x="161" y="59"/>
                    </a:lnTo>
                    <a:lnTo>
                      <a:pt x="172" y="59"/>
                    </a:lnTo>
                    <a:lnTo>
                      <a:pt x="184" y="59"/>
                    </a:lnTo>
                    <a:lnTo>
                      <a:pt x="190" y="57"/>
                    </a:lnTo>
                    <a:lnTo>
                      <a:pt x="195" y="53"/>
                    </a:lnTo>
                    <a:lnTo>
                      <a:pt x="201" y="51"/>
                    </a:lnTo>
                    <a:lnTo>
                      <a:pt x="207" y="4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0" name="Freeform 141">
                <a:extLst>
                  <a:ext uri="{FF2B5EF4-FFF2-40B4-BE49-F238E27FC236}">
                    <a16:creationId xmlns:a16="http://schemas.microsoft.com/office/drawing/2014/main" id="{5AA0F8AB-4812-4DBA-BDD9-1CEEA5614B8A}"/>
                  </a:ext>
                </a:extLst>
              </p:cNvPr>
              <p:cNvSpPr>
                <a:spLocks/>
              </p:cNvSpPr>
              <p:nvPr/>
            </p:nvSpPr>
            <p:spPr bwMode="auto">
              <a:xfrm>
                <a:off x="3561" y="3104"/>
                <a:ext cx="297" cy="233"/>
              </a:xfrm>
              <a:custGeom>
                <a:avLst/>
                <a:gdLst>
                  <a:gd name="T0" fmla="*/ 56 w 545"/>
                  <a:gd name="T1" fmla="*/ 200 h 425"/>
                  <a:gd name="T2" fmla="*/ 45 w 545"/>
                  <a:gd name="T3" fmla="*/ 186 h 425"/>
                  <a:gd name="T4" fmla="*/ 35 w 545"/>
                  <a:gd name="T5" fmla="*/ 177 h 425"/>
                  <a:gd name="T6" fmla="*/ 27 w 545"/>
                  <a:gd name="T7" fmla="*/ 132 h 425"/>
                  <a:gd name="T8" fmla="*/ 15 w 545"/>
                  <a:gd name="T9" fmla="*/ 116 h 425"/>
                  <a:gd name="T10" fmla="*/ 16 w 545"/>
                  <a:gd name="T11" fmla="*/ 105 h 425"/>
                  <a:gd name="T12" fmla="*/ 24 w 545"/>
                  <a:gd name="T13" fmla="*/ 109 h 425"/>
                  <a:gd name="T14" fmla="*/ 33 w 545"/>
                  <a:gd name="T15" fmla="*/ 119 h 425"/>
                  <a:gd name="T16" fmla="*/ 32 w 545"/>
                  <a:gd name="T17" fmla="*/ 97 h 425"/>
                  <a:gd name="T18" fmla="*/ 21 w 545"/>
                  <a:gd name="T19" fmla="*/ 75 h 425"/>
                  <a:gd name="T20" fmla="*/ 22 w 545"/>
                  <a:gd name="T21" fmla="*/ 62 h 425"/>
                  <a:gd name="T22" fmla="*/ 20 w 545"/>
                  <a:gd name="T23" fmla="*/ 51 h 425"/>
                  <a:gd name="T24" fmla="*/ 9 w 545"/>
                  <a:gd name="T25" fmla="*/ 35 h 425"/>
                  <a:gd name="T26" fmla="*/ 1 w 545"/>
                  <a:gd name="T27" fmla="*/ 20 h 425"/>
                  <a:gd name="T28" fmla="*/ 1 w 545"/>
                  <a:gd name="T29" fmla="*/ 13 h 425"/>
                  <a:gd name="T30" fmla="*/ 3 w 545"/>
                  <a:gd name="T31" fmla="*/ 4 h 425"/>
                  <a:gd name="T32" fmla="*/ 14 w 545"/>
                  <a:gd name="T33" fmla="*/ 4 h 425"/>
                  <a:gd name="T34" fmla="*/ 21 w 545"/>
                  <a:gd name="T35" fmla="*/ 15 h 425"/>
                  <a:gd name="T36" fmla="*/ 34 w 545"/>
                  <a:gd name="T37" fmla="*/ 22 h 425"/>
                  <a:gd name="T38" fmla="*/ 53 w 545"/>
                  <a:gd name="T39" fmla="*/ 33 h 425"/>
                  <a:gd name="T40" fmla="*/ 74 w 545"/>
                  <a:gd name="T41" fmla="*/ 48 h 425"/>
                  <a:gd name="T42" fmla="*/ 89 w 545"/>
                  <a:gd name="T43" fmla="*/ 56 h 425"/>
                  <a:gd name="T44" fmla="*/ 102 w 545"/>
                  <a:gd name="T45" fmla="*/ 67 h 425"/>
                  <a:gd name="T46" fmla="*/ 111 w 545"/>
                  <a:gd name="T47" fmla="*/ 78 h 425"/>
                  <a:gd name="T48" fmla="*/ 126 w 545"/>
                  <a:gd name="T49" fmla="*/ 88 h 425"/>
                  <a:gd name="T50" fmla="*/ 157 w 545"/>
                  <a:gd name="T51" fmla="*/ 110 h 425"/>
                  <a:gd name="T52" fmla="*/ 179 w 545"/>
                  <a:gd name="T53" fmla="*/ 125 h 425"/>
                  <a:gd name="T54" fmla="*/ 186 w 545"/>
                  <a:gd name="T55" fmla="*/ 130 h 425"/>
                  <a:gd name="T56" fmla="*/ 198 w 545"/>
                  <a:gd name="T57" fmla="*/ 132 h 425"/>
                  <a:gd name="T58" fmla="*/ 208 w 545"/>
                  <a:gd name="T59" fmla="*/ 135 h 425"/>
                  <a:gd name="T60" fmla="*/ 235 w 545"/>
                  <a:gd name="T61" fmla="*/ 146 h 425"/>
                  <a:gd name="T62" fmla="*/ 261 w 545"/>
                  <a:gd name="T63" fmla="*/ 158 h 425"/>
                  <a:gd name="T64" fmla="*/ 272 w 545"/>
                  <a:gd name="T65" fmla="*/ 173 h 425"/>
                  <a:gd name="T66" fmla="*/ 281 w 545"/>
                  <a:gd name="T67" fmla="*/ 182 h 425"/>
                  <a:gd name="T68" fmla="*/ 289 w 545"/>
                  <a:gd name="T69" fmla="*/ 186 h 425"/>
                  <a:gd name="T70" fmla="*/ 296 w 545"/>
                  <a:gd name="T71" fmla="*/ 191 h 425"/>
                  <a:gd name="T72" fmla="*/ 286 w 545"/>
                  <a:gd name="T73" fmla="*/ 193 h 425"/>
                  <a:gd name="T74" fmla="*/ 270 w 545"/>
                  <a:gd name="T75" fmla="*/ 202 h 425"/>
                  <a:gd name="T76" fmla="*/ 257 w 545"/>
                  <a:gd name="T77" fmla="*/ 215 h 425"/>
                  <a:gd name="T78" fmla="*/ 249 w 545"/>
                  <a:gd name="T79" fmla="*/ 211 h 425"/>
                  <a:gd name="T80" fmla="*/ 242 w 545"/>
                  <a:gd name="T81" fmla="*/ 209 h 425"/>
                  <a:gd name="T82" fmla="*/ 234 w 545"/>
                  <a:gd name="T83" fmla="*/ 212 h 425"/>
                  <a:gd name="T84" fmla="*/ 226 w 545"/>
                  <a:gd name="T85" fmla="*/ 217 h 425"/>
                  <a:gd name="T86" fmla="*/ 214 w 545"/>
                  <a:gd name="T87" fmla="*/ 224 h 425"/>
                  <a:gd name="T88" fmla="*/ 198 w 545"/>
                  <a:gd name="T89" fmla="*/ 230 h 425"/>
                  <a:gd name="T90" fmla="*/ 185 w 545"/>
                  <a:gd name="T91" fmla="*/ 230 h 425"/>
                  <a:gd name="T92" fmla="*/ 156 w 545"/>
                  <a:gd name="T93" fmla="*/ 225 h 425"/>
                  <a:gd name="T94" fmla="*/ 131 w 545"/>
                  <a:gd name="T95" fmla="*/ 225 h 425"/>
                  <a:gd name="T96" fmla="*/ 121 w 545"/>
                  <a:gd name="T97" fmla="*/ 219 h 425"/>
                  <a:gd name="T98" fmla="*/ 112 w 545"/>
                  <a:gd name="T99" fmla="*/ 209 h 425"/>
                  <a:gd name="T100" fmla="*/ 100 w 545"/>
                  <a:gd name="T101" fmla="*/ 207 h 425"/>
                  <a:gd name="T102" fmla="*/ 87 w 545"/>
                  <a:gd name="T103" fmla="*/ 206 h 425"/>
                  <a:gd name="T104" fmla="*/ 81 w 545"/>
                  <a:gd name="T105" fmla="*/ 207 h 425"/>
                  <a:gd name="T106" fmla="*/ 71 w 545"/>
                  <a:gd name="T107" fmla="*/ 209 h 425"/>
                  <a:gd name="T108" fmla="*/ 60 w 545"/>
                  <a:gd name="T109" fmla="*/ 211 h 4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45" h="425">
                    <a:moveTo>
                      <a:pt x="111" y="384"/>
                    </a:moveTo>
                    <a:lnTo>
                      <a:pt x="107" y="374"/>
                    </a:lnTo>
                    <a:lnTo>
                      <a:pt x="103" y="365"/>
                    </a:lnTo>
                    <a:lnTo>
                      <a:pt x="97" y="356"/>
                    </a:lnTo>
                    <a:lnTo>
                      <a:pt x="90" y="348"/>
                    </a:lnTo>
                    <a:lnTo>
                      <a:pt x="83" y="340"/>
                    </a:lnTo>
                    <a:lnTo>
                      <a:pt x="76" y="332"/>
                    </a:lnTo>
                    <a:lnTo>
                      <a:pt x="69" y="326"/>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6" y="332"/>
                    </a:lnTo>
                    <a:lnTo>
                      <a:pt x="522" y="334"/>
                    </a:lnTo>
                    <a:lnTo>
                      <a:pt x="527" y="338"/>
                    </a:lnTo>
                    <a:lnTo>
                      <a:pt x="531" y="340"/>
                    </a:lnTo>
                    <a:lnTo>
                      <a:pt x="536" y="342"/>
                    </a:lnTo>
                    <a:lnTo>
                      <a:pt x="539" y="346"/>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08" y="399"/>
                    </a:lnTo>
                    <a:lnTo>
                      <a:pt x="401" y="403"/>
                    </a:lnTo>
                    <a:lnTo>
                      <a:pt x="392" y="408"/>
                    </a:lnTo>
                    <a:lnTo>
                      <a:pt x="383" y="412"/>
                    </a:lnTo>
                    <a:lnTo>
                      <a:pt x="373" y="417"/>
                    </a:lnTo>
                    <a:lnTo>
                      <a:pt x="364" y="420"/>
                    </a:lnTo>
                    <a:lnTo>
                      <a:pt x="356" y="423"/>
                    </a:lnTo>
                    <a:lnTo>
                      <a:pt x="349" y="425"/>
                    </a:lnTo>
                    <a:lnTo>
                      <a:pt x="339" y="419"/>
                    </a:lnTo>
                    <a:lnTo>
                      <a:pt x="324" y="416"/>
                    </a:lnTo>
                    <a:lnTo>
                      <a:pt x="305" y="412"/>
                    </a:lnTo>
                    <a:lnTo>
                      <a:pt x="287" y="411"/>
                    </a:lnTo>
                    <a:lnTo>
                      <a:pt x="269" y="410"/>
                    </a:lnTo>
                    <a:lnTo>
                      <a:pt x="252" y="410"/>
                    </a:lnTo>
                    <a:lnTo>
                      <a:pt x="241" y="410"/>
                    </a:lnTo>
                    <a:lnTo>
                      <a:pt x="235" y="410"/>
                    </a:lnTo>
                    <a:lnTo>
                      <a:pt x="229" y="407"/>
                    </a:lnTo>
                    <a:lnTo>
                      <a:pt x="222" y="400"/>
                    </a:lnTo>
                    <a:lnTo>
                      <a:pt x="217" y="392"/>
                    </a:lnTo>
                    <a:lnTo>
                      <a:pt x="210" y="384"/>
                    </a:lnTo>
                    <a:lnTo>
                      <a:pt x="205" y="381"/>
                    </a:lnTo>
                    <a:lnTo>
                      <a:pt x="199" y="379"/>
                    </a:lnTo>
                    <a:lnTo>
                      <a:pt x="191" y="377"/>
                    </a:lnTo>
                    <a:lnTo>
                      <a:pt x="183" y="377"/>
                    </a:lnTo>
                    <a:lnTo>
                      <a:pt x="175" y="376"/>
                    </a:lnTo>
                    <a:lnTo>
                      <a:pt x="167" y="376"/>
                    </a:lnTo>
                    <a:lnTo>
                      <a:pt x="160" y="376"/>
                    </a:lnTo>
                    <a:lnTo>
                      <a:pt x="156" y="377"/>
                    </a:lnTo>
                    <a:lnTo>
                      <a:pt x="152" y="378"/>
                    </a:lnTo>
                    <a:lnTo>
                      <a:pt x="148" y="378"/>
                    </a:lnTo>
                    <a:lnTo>
                      <a:pt x="143" y="379"/>
                    </a:lnTo>
                    <a:lnTo>
                      <a:pt x="137" y="380"/>
                    </a:lnTo>
                    <a:lnTo>
                      <a:pt x="131" y="381"/>
                    </a:lnTo>
                    <a:lnTo>
                      <a:pt x="126" y="382"/>
                    </a:lnTo>
                    <a:lnTo>
                      <a:pt x="119" y="384"/>
                    </a:lnTo>
                    <a:lnTo>
                      <a:pt x="111" y="38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1" name="Freeform 142">
                <a:extLst>
                  <a:ext uri="{FF2B5EF4-FFF2-40B4-BE49-F238E27FC236}">
                    <a16:creationId xmlns:a16="http://schemas.microsoft.com/office/drawing/2014/main" id="{EF9818A4-1165-4A7A-B9F8-42E0CA25AB68}"/>
                  </a:ext>
                </a:extLst>
              </p:cNvPr>
              <p:cNvSpPr>
                <a:spLocks/>
              </p:cNvSpPr>
              <p:nvPr/>
            </p:nvSpPr>
            <p:spPr bwMode="auto">
              <a:xfrm>
                <a:off x="3446" y="3279"/>
                <a:ext cx="314" cy="152"/>
              </a:xfrm>
              <a:custGeom>
                <a:avLst/>
                <a:gdLst>
                  <a:gd name="T0" fmla="*/ 107 w 573"/>
                  <a:gd name="T1" fmla="*/ 29 h 280"/>
                  <a:gd name="T2" fmla="*/ 94 w 573"/>
                  <a:gd name="T3" fmla="*/ 32 h 280"/>
                  <a:gd name="T4" fmla="*/ 76 w 573"/>
                  <a:gd name="T5" fmla="*/ 31 h 280"/>
                  <a:gd name="T6" fmla="*/ 61 w 573"/>
                  <a:gd name="T7" fmla="*/ 27 h 280"/>
                  <a:gd name="T8" fmla="*/ 47 w 573"/>
                  <a:gd name="T9" fmla="*/ 17 h 280"/>
                  <a:gd name="T10" fmla="*/ 22 w 573"/>
                  <a:gd name="T11" fmla="*/ 3 h 280"/>
                  <a:gd name="T12" fmla="*/ 2 w 573"/>
                  <a:gd name="T13" fmla="*/ 3 h 280"/>
                  <a:gd name="T14" fmla="*/ 8 w 573"/>
                  <a:gd name="T15" fmla="*/ 28 h 280"/>
                  <a:gd name="T16" fmla="*/ 38 w 573"/>
                  <a:gd name="T17" fmla="*/ 53 h 280"/>
                  <a:gd name="T18" fmla="*/ 67 w 573"/>
                  <a:gd name="T19" fmla="*/ 60 h 280"/>
                  <a:gd name="T20" fmla="*/ 83 w 573"/>
                  <a:gd name="T21" fmla="*/ 58 h 280"/>
                  <a:gd name="T22" fmla="*/ 94 w 573"/>
                  <a:gd name="T23" fmla="*/ 56 h 280"/>
                  <a:gd name="T24" fmla="*/ 100 w 573"/>
                  <a:gd name="T25" fmla="*/ 60 h 280"/>
                  <a:gd name="T26" fmla="*/ 100 w 573"/>
                  <a:gd name="T27" fmla="*/ 71 h 280"/>
                  <a:gd name="T28" fmla="*/ 98 w 573"/>
                  <a:gd name="T29" fmla="*/ 86 h 280"/>
                  <a:gd name="T30" fmla="*/ 107 w 573"/>
                  <a:gd name="T31" fmla="*/ 96 h 280"/>
                  <a:gd name="T32" fmla="*/ 115 w 573"/>
                  <a:gd name="T33" fmla="*/ 91 h 280"/>
                  <a:gd name="T34" fmla="*/ 122 w 573"/>
                  <a:gd name="T35" fmla="*/ 87 h 280"/>
                  <a:gd name="T36" fmla="*/ 124 w 573"/>
                  <a:gd name="T37" fmla="*/ 95 h 280"/>
                  <a:gd name="T38" fmla="*/ 130 w 573"/>
                  <a:gd name="T39" fmla="*/ 130 h 280"/>
                  <a:gd name="T40" fmla="*/ 148 w 573"/>
                  <a:gd name="T41" fmla="*/ 126 h 280"/>
                  <a:gd name="T42" fmla="*/ 152 w 573"/>
                  <a:gd name="T43" fmla="*/ 102 h 280"/>
                  <a:gd name="T44" fmla="*/ 162 w 573"/>
                  <a:gd name="T45" fmla="*/ 84 h 280"/>
                  <a:gd name="T46" fmla="*/ 176 w 573"/>
                  <a:gd name="T47" fmla="*/ 74 h 280"/>
                  <a:gd name="T48" fmla="*/ 190 w 573"/>
                  <a:gd name="T49" fmla="*/ 91 h 280"/>
                  <a:gd name="T50" fmla="*/ 175 w 573"/>
                  <a:gd name="T51" fmla="*/ 122 h 280"/>
                  <a:gd name="T52" fmla="*/ 170 w 573"/>
                  <a:gd name="T53" fmla="*/ 152 h 280"/>
                  <a:gd name="T54" fmla="*/ 184 w 573"/>
                  <a:gd name="T55" fmla="*/ 145 h 280"/>
                  <a:gd name="T56" fmla="*/ 202 w 573"/>
                  <a:gd name="T57" fmla="*/ 127 h 280"/>
                  <a:gd name="T58" fmla="*/ 215 w 573"/>
                  <a:gd name="T59" fmla="*/ 118 h 280"/>
                  <a:gd name="T60" fmla="*/ 239 w 573"/>
                  <a:gd name="T61" fmla="*/ 125 h 280"/>
                  <a:gd name="T62" fmla="*/ 262 w 573"/>
                  <a:gd name="T63" fmla="*/ 127 h 280"/>
                  <a:gd name="T64" fmla="*/ 276 w 573"/>
                  <a:gd name="T65" fmla="*/ 112 h 280"/>
                  <a:gd name="T66" fmla="*/ 287 w 573"/>
                  <a:gd name="T67" fmla="*/ 115 h 280"/>
                  <a:gd name="T68" fmla="*/ 282 w 573"/>
                  <a:gd name="T69" fmla="*/ 134 h 280"/>
                  <a:gd name="T70" fmla="*/ 289 w 573"/>
                  <a:gd name="T71" fmla="*/ 131 h 280"/>
                  <a:gd name="T72" fmla="*/ 299 w 573"/>
                  <a:gd name="T73" fmla="*/ 126 h 280"/>
                  <a:gd name="T74" fmla="*/ 312 w 573"/>
                  <a:gd name="T75" fmla="*/ 110 h 280"/>
                  <a:gd name="T76" fmla="*/ 305 w 573"/>
                  <a:gd name="T77" fmla="*/ 58 h 280"/>
                  <a:gd name="T78" fmla="*/ 297 w 573"/>
                  <a:gd name="T79" fmla="*/ 61 h 280"/>
                  <a:gd name="T80" fmla="*/ 287 w 573"/>
                  <a:gd name="T81" fmla="*/ 65 h 280"/>
                  <a:gd name="T82" fmla="*/ 279 w 573"/>
                  <a:gd name="T83" fmla="*/ 67 h 280"/>
                  <a:gd name="T84" fmla="*/ 268 w 573"/>
                  <a:gd name="T85" fmla="*/ 67 h 280"/>
                  <a:gd name="T86" fmla="*/ 258 w 573"/>
                  <a:gd name="T87" fmla="*/ 67 h 280"/>
                  <a:gd name="T88" fmla="*/ 248 w 573"/>
                  <a:gd name="T89" fmla="*/ 66 h 280"/>
                  <a:gd name="T90" fmla="*/ 238 w 573"/>
                  <a:gd name="T91" fmla="*/ 62 h 280"/>
                  <a:gd name="T92" fmla="*/ 231 w 573"/>
                  <a:gd name="T93" fmla="*/ 61 h 280"/>
                  <a:gd name="T94" fmla="*/ 217 w 573"/>
                  <a:gd name="T95" fmla="*/ 66 h 280"/>
                  <a:gd name="T96" fmla="*/ 209 w 573"/>
                  <a:gd name="T97" fmla="*/ 67 h 280"/>
                  <a:gd name="T98" fmla="*/ 198 w 573"/>
                  <a:gd name="T99" fmla="*/ 66 h 280"/>
                  <a:gd name="T100" fmla="*/ 190 w 573"/>
                  <a:gd name="T101" fmla="*/ 62 h 280"/>
                  <a:gd name="T102" fmla="*/ 180 w 573"/>
                  <a:gd name="T103" fmla="*/ 54 h 280"/>
                  <a:gd name="T104" fmla="*/ 169 w 573"/>
                  <a:gd name="T105" fmla="*/ 54 h 280"/>
                  <a:gd name="T106" fmla="*/ 156 w 573"/>
                  <a:gd name="T107" fmla="*/ 58 h 280"/>
                  <a:gd name="T108" fmla="*/ 135 w 573"/>
                  <a:gd name="T109" fmla="*/ 47 h 280"/>
                  <a:gd name="T110" fmla="*/ 117 w 573"/>
                  <a:gd name="T111" fmla="*/ 30 h 2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3" h="280">
                    <a:moveTo>
                      <a:pt x="207" y="47"/>
                    </a:moveTo>
                    <a:lnTo>
                      <a:pt x="201" y="51"/>
                    </a:lnTo>
                    <a:lnTo>
                      <a:pt x="195" y="53"/>
                    </a:lnTo>
                    <a:lnTo>
                      <a:pt x="190" y="57"/>
                    </a:lnTo>
                    <a:lnTo>
                      <a:pt x="184" y="59"/>
                    </a:lnTo>
                    <a:lnTo>
                      <a:pt x="172" y="59"/>
                    </a:lnTo>
                    <a:lnTo>
                      <a:pt x="161" y="59"/>
                    </a:lnTo>
                    <a:lnTo>
                      <a:pt x="149" y="58"/>
                    </a:lnTo>
                    <a:lnTo>
                      <a:pt x="139" y="57"/>
                    </a:lnTo>
                    <a:lnTo>
                      <a:pt x="129" y="54"/>
                    </a:lnTo>
                    <a:lnTo>
                      <a:pt x="119" y="53"/>
                    </a:lnTo>
                    <a:lnTo>
                      <a:pt x="111" y="50"/>
                    </a:lnTo>
                    <a:lnTo>
                      <a:pt x="104" y="46"/>
                    </a:lnTo>
                    <a:lnTo>
                      <a:pt x="96" y="40"/>
                    </a:lnTo>
                    <a:lnTo>
                      <a:pt x="86" y="32"/>
                    </a:lnTo>
                    <a:lnTo>
                      <a:pt x="72" y="23"/>
                    </a:lnTo>
                    <a:lnTo>
                      <a:pt x="57" y="14"/>
                    </a:lnTo>
                    <a:lnTo>
                      <a:pt x="41" y="6"/>
                    </a:lnTo>
                    <a:lnTo>
                      <a:pt x="27" y="1"/>
                    </a:lnTo>
                    <a:lnTo>
                      <a:pt x="15" y="0"/>
                    </a:lnTo>
                    <a:lnTo>
                      <a:pt x="4" y="6"/>
                    </a:lnTo>
                    <a:lnTo>
                      <a:pt x="0" y="19"/>
                    </a:lnTo>
                    <a:lnTo>
                      <a:pt x="3" y="33"/>
                    </a:lnTo>
                    <a:lnTo>
                      <a:pt x="15" y="51"/>
                    </a:lnTo>
                    <a:lnTo>
                      <a:pt x="31" y="68"/>
                    </a:lnTo>
                    <a:lnTo>
                      <a:pt x="49" y="85"/>
                    </a:lnTo>
                    <a:lnTo>
                      <a:pt x="70" y="98"/>
                    </a:lnTo>
                    <a:lnTo>
                      <a:pt x="91" y="107"/>
                    </a:lnTo>
                    <a:lnTo>
                      <a:pt x="109" y="111"/>
                    </a:lnTo>
                    <a:lnTo>
                      <a:pt x="122" y="110"/>
                    </a:lnTo>
                    <a:lnTo>
                      <a:pt x="133" y="110"/>
                    </a:lnTo>
                    <a:lnTo>
                      <a:pt x="144" y="108"/>
                    </a:lnTo>
                    <a:lnTo>
                      <a:pt x="152" y="106"/>
                    </a:lnTo>
                    <a:lnTo>
                      <a:pt x="160" y="105"/>
                    </a:lnTo>
                    <a:lnTo>
                      <a:pt x="166" y="104"/>
                    </a:lnTo>
                    <a:lnTo>
                      <a:pt x="171" y="103"/>
                    </a:lnTo>
                    <a:lnTo>
                      <a:pt x="175" y="101"/>
                    </a:lnTo>
                    <a:lnTo>
                      <a:pt x="179" y="105"/>
                    </a:lnTo>
                    <a:lnTo>
                      <a:pt x="183" y="110"/>
                    </a:lnTo>
                    <a:lnTo>
                      <a:pt x="184" y="115"/>
                    </a:lnTo>
                    <a:lnTo>
                      <a:pt x="186" y="119"/>
                    </a:lnTo>
                    <a:lnTo>
                      <a:pt x="182" y="131"/>
                    </a:lnTo>
                    <a:lnTo>
                      <a:pt x="178" y="142"/>
                    </a:lnTo>
                    <a:lnTo>
                      <a:pt x="177" y="152"/>
                    </a:lnTo>
                    <a:lnTo>
                      <a:pt x="179" y="158"/>
                    </a:lnTo>
                    <a:lnTo>
                      <a:pt x="184" y="164"/>
                    </a:lnTo>
                    <a:lnTo>
                      <a:pt x="190" y="171"/>
                    </a:lnTo>
                    <a:lnTo>
                      <a:pt x="195" y="176"/>
                    </a:lnTo>
                    <a:lnTo>
                      <a:pt x="200" y="179"/>
                    </a:lnTo>
                    <a:lnTo>
                      <a:pt x="206" y="173"/>
                    </a:lnTo>
                    <a:lnTo>
                      <a:pt x="210" y="167"/>
                    </a:lnTo>
                    <a:lnTo>
                      <a:pt x="215" y="164"/>
                    </a:lnTo>
                    <a:lnTo>
                      <a:pt x="217" y="159"/>
                    </a:lnTo>
                    <a:lnTo>
                      <a:pt x="222" y="161"/>
                    </a:lnTo>
                    <a:lnTo>
                      <a:pt x="224" y="166"/>
                    </a:lnTo>
                    <a:lnTo>
                      <a:pt x="227" y="171"/>
                    </a:lnTo>
                    <a:lnTo>
                      <a:pt x="227" y="175"/>
                    </a:lnTo>
                    <a:lnTo>
                      <a:pt x="227" y="189"/>
                    </a:lnTo>
                    <a:lnTo>
                      <a:pt x="229" y="214"/>
                    </a:lnTo>
                    <a:lnTo>
                      <a:pt x="237" y="239"/>
                    </a:lnTo>
                    <a:lnTo>
                      <a:pt x="253" y="250"/>
                    </a:lnTo>
                    <a:lnTo>
                      <a:pt x="266" y="244"/>
                    </a:lnTo>
                    <a:lnTo>
                      <a:pt x="270" y="232"/>
                    </a:lnTo>
                    <a:lnTo>
                      <a:pt x="272" y="214"/>
                    </a:lnTo>
                    <a:lnTo>
                      <a:pt x="275" y="196"/>
                    </a:lnTo>
                    <a:lnTo>
                      <a:pt x="278" y="187"/>
                    </a:lnTo>
                    <a:lnTo>
                      <a:pt x="283" y="176"/>
                    </a:lnTo>
                    <a:lnTo>
                      <a:pt x="289" y="165"/>
                    </a:lnTo>
                    <a:lnTo>
                      <a:pt x="295" y="154"/>
                    </a:lnTo>
                    <a:lnTo>
                      <a:pt x="303" y="146"/>
                    </a:lnTo>
                    <a:lnTo>
                      <a:pt x="312" y="139"/>
                    </a:lnTo>
                    <a:lnTo>
                      <a:pt x="321" y="137"/>
                    </a:lnTo>
                    <a:lnTo>
                      <a:pt x="331" y="139"/>
                    </a:lnTo>
                    <a:lnTo>
                      <a:pt x="345" y="152"/>
                    </a:lnTo>
                    <a:lnTo>
                      <a:pt x="346" y="168"/>
                    </a:lnTo>
                    <a:lnTo>
                      <a:pt x="338" y="187"/>
                    </a:lnTo>
                    <a:lnTo>
                      <a:pt x="329" y="204"/>
                    </a:lnTo>
                    <a:lnTo>
                      <a:pt x="319" y="225"/>
                    </a:lnTo>
                    <a:lnTo>
                      <a:pt x="311" y="248"/>
                    </a:lnTo>
                    <a:lnTo>
                      <a:pt x="306" y="268"/>
                    </a:lnTo>
                    <a:lnTo>
                      <a:pt x="311" y="280"/>
                    </a:lnTo>
                    <a:lnTo>
                      <a:pt x="318" y="280"/>
                    </a:lnTo>
                    <a:lnTo>
                      <a:pt x="326" y="275"/>
                    </a:lnTo>
                    <a:lnTo>
                      <a:pt x="336" y="267"/>
                    </a:lnTo>
                    <a:lnTo>
                      <a:pt x="348" y="257"/>
                    </a:lnTo>
                    <a:lnTo>
                      <a:pt x="358" y="245"/>
                    </a:lnTo>
                    <a:lnTo>
                      <a:pt x="368" y="234"/>
                    </a:lnTo>
                    <a:lnTo>
                      <a:pt x="376" y="224"/>
                    </a:lnTo>
                    <a:lnTo>
                      <a:pt x="382" y="214"/>
                    </a:lnTo>
                    <a:lnTo>
                      <a:pt x="392" y="218"/>
                    </a:lnTo>
                    <a:lnTo>
                      <a:pt x="406" y="222"/>
                    </a:lnTo>
                    <a:lnTo>
                      <a:pt x="421" y="226"/>
                    </a:lnTo>
                    <a:lnTo>
                      <a:pt x="437" y="230"/>
                    </a:lnTo>
                    <a:lnTo>
                      <a:pt x="454" y="234"/>
                    </a:lnTo>
                    <a:lnTo>
                      <a:pt x="467" y="235"/>
                    </a:lnTo>
                    <a:lnTo>
                      <a:pt x="479" y="234"/>
                    </a:lnTo>
                    <a:lnTo>
                      <a:pt x="486" y="229"/>
                    </a:lnTo>
                    <a:lnTo>
                      <a:pt x="495" y="217"/>
                    </a:lnTo>
                    <a:lnTo>
                      <a:pt x="503" y="206"/>
                    </a:lnTo>
                    <a:lnTo>
                      <a:pt x="511" y="201"/>
                    </a:lnTo>
                    <a:lnTo>
                      <a:pt x="519" y="201"/>
                    </a:lnTo>
                    <a:lnTo>
                      <a:pt x="523" y="211"/>
                    </a:lnTo>
                    <a:lnTo>
                      <a:pt x="519" y="225"/>
                    </a:lnTo>
                    <a:lnTo>
                      <a:pt x="513" y="239"/>
                    </a:lnTo>
                    <a:lnTo>
                      <a:pt x="515" y="247"/>
                    </a:lnTo>
                    <a:lnTo>
                      <a:pt x="518" y="247"/>
                    </a:lnTo>
                    <a:lnTo>
                      <a:pt x="523" y="244"/>
                    </a:lnTo>
                    <a:lnTo>
                      <a:pt x="528" y="242"/>
                    </a:lnTo>
                    <a:lnTo>
                      <a:pt x="534" y="239"/>
                    </a:lnTo>
                    <a:lnTo>
                      <a:pt x="540" y="235"/>
                    </a:lnTo>
                    <a:lnTo>
                      <a:pt x="546" y="232"/>
                    </a:lnTo>
                    <a:lnTo>
                      <a:pt x="550" y="230"/>
                    </a:lnTo>
                    <a:lnTo>
                      <a:pt x="554" y="230"/>
                    </a:lnTo>
                    <a:lnTo>
                      <a:pt x="569" y="202"/>
                    </a:lnTo>
                    <a:lnTo>
                      <a:pt x="573" y="175"/>
                    </a:lnTo>
                    <a:lnTo>
                      <a:pt x="568" y="145"/>
                    </a:lnTo>
                    <a:lnTo>
                      <a:pt x="557" y="106"/>
                    </a:lnTo>
                    <a:lnTo>
                      <a:pt x="554" y="108"/>
                    </a:lnTo>
                    <a:lnTo>
                      <a:pt x="548" y="111"/>
                    </a:lnTo>
                    <a:lnTo>
                      <a:pt x="542" y="113"/>
                    </a:lnTo>
                    <a:lnTo>
                      <a:pt x="536" y="115"/>
                    </a:lnTo>
                    <a:lnTo>
                      <a:pt x="530" y="118"/>
                    </a:lnTo>
                    <a:lnTo>
                      <a:pt x="524" y="120"/>
                    </a:lnTo>
                    <a:lnTo>
                      <a:pt x="519" y="122"/>
                    </a:lnTo>
                    <a:lnTo>
                      <a:pt x="515" y="123"/>
                    </a:lnTo>
                    <a:lnTo>
                      <a:pt x="510" y="124"/>
                    </a:lnTo>
                    <a:lnTo>
                      <a:pt x="503" y="124"/>
                    </a:lnTo>
                    <a:lnTo>
                      <a:pt x="497" y="124"/>
                    </a:lnTo>
                    <a:lnTo>
                      <a:pt x="489" y="124"/>
                    </a:lnTo>
                    <a:lnTo>
                      <a:pt x="482" y="124"/>
                    </a:lnTo>
                    <a:lnTo>
                      <a:pt x="475" y="124"/>
                    </a:lnTo>
                    <a:lnTo>
                      <a:pt x="470" y="123"/>
                    </a:lnTo>
                    <a:lnTo>
                      <a:pt x="464" y="123"/>
                    </a:lnTo>
                    <a:lnTo>
                      <a:pt x="458" y="122"/>
                    </a:lnTo>
                    <a:lnTo>
                      <a:pt x="452" y="121"/>
                    </a:lnTo>
                    <a:lnTo>
                      <a:pt x="447" y="119"/>
                    </a:lnTo>
                    <a:lnTo>
                      <a:pt x="441" y="116"/>
                    </a:lnTo>
                    <a:lnTo>
                      <a:pt x="434" y="114"/>
                    </a:lnTo>
                    <a:lnTo>
                      <a:pt x="429" y="113"/>
                    </a:lnTo>
                    <a:lnTo>
                      <a:pt x="425" y="112"/>
                    </a:lnTo>
                    <a:lnTo>
                      <a:pt x="421" y="112"/>
                    </a:lnTo>
                    <a:lnTo>
                      <a:pt x="414" y="114"/>
                    </a:lnTo>
                    <a:lnTo>
                      <a:pt x="405" y="119"/>
                    </a:lnTo>
                    <a:lnTo>
                      <a:pt x="396" y="122"/>
                    </a:lnTo>
                    <a:lnTo>
                      <a:pt x="390" y="123"/>
                    </a:lnTo>
                    <a:lnTo>
                      <a:pt x="387" y="123"/>
                    </a:lnTo>
                    <a:lnTo>
                      <a:pt x="381" y="123"/>
                    </a:lnTo>
                    <a:lnTo>
                      <a:pt x="375" y="123"/>
                    </a:lnTo>
                    <a:lnTo>
                      <a:pt x="368" y="122"/>
                    </a:lnTo>
                    <a:lnTo>
                      <a:pt x="361" y="121"/>
                    </a:lnTo>
                    <a:lnTo>
                      <a:pt x="356" y="120"/>
                    </a:lnTo>
                    <a:lnTo>
                      <a:pt x="350" y="118"/>
                    </a:lnTo>
                    <a:lnTo>
                      <a:pt x="346" y="114"/>
                    </a:lnTo>
                    <a:lnTo>
                      <a:pt x="341" y="107"/>
                    </a:lnTo>
                    <a:lnTo>
                      <a:pt x="335" y="103"/>
                    </a:lnTo>
                    <a:lnTo>
                      <a:pt x="329" y="99"/>
                    </a:lnTo>
                    <a:lnTo>
                      <a:pt x="322" y="97"/>
                    </a:lnTo>
                    <a:lnTo>
                      <a:pt x="315" y="97"/>
                    </a:lnTo>
                    <a:lnTo>
                      <a:pt x="308" y="99"/>
                    </a:lnTo>
                    <a:lnTo>
                      <a:pt x="301" y="103"/>
                    </a:lnTo>
                    <a:lnTo>
                      <a:pt x="296" y="105"/>
                    </a:lnTo>
                    <a:lnTo>
                      <a:pt x="285" y="106"/>
                    </a:lnTo>
                    <a:lnTo>
                      <a:pt x="273" y="103"/>
                    </a:lnTo>
                    <a:lnTo>
                      <a:pt x="260" y="96"/>
                    </a:lnTo>
                    <a:lnTo>
                      <a:pt x="246" y="86"/>
                    </a:lnTo>
                    <a:lnTo>
                      <a:pt x="234" y="76"/>
                    </a:lnTo>
                    <a:lnTo>
                      <a:pt x="223" y="66"/>
                    </a:lnTo>
                    <a:lnTo>
                      <a:pt x="214" y="55"/>
                    </a:lnTo>
                    <a:lnTo>
                      <a:pt x="207" y="4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2" name="Freeform 143">
                <a:extLst>
                  <a:ext uri="{FF2B5EF4-FFF2-40B4-BE49-F238E27FC236}">
                    <a16:creationId xmlns:a16="http://schemas.microsoft.com/office/drawing/2014/main" id="{6B702223-BC27-4EB8-8A2D-26A33BF832A3}"/>
                  </a:ext>
                </a:extLst>
              </p:cNvPr>
              <p:cNvSpPr>
                <a:spLocks/>
              </p:cNvSpPr>
              <p:nvPr/>
            </p:nvSpPr>
            <p:spPr bwMode="auto">
              <a:xfrm>
                <a:off x="3561" y="3104"/>
                <a:ext cx="297" cy="216"/>
              </a:xfrm>
              <a:custGeom>
                <a:avLst/>
                <a:gdLst>
                  <a:gd name="T0" fmla="*/ 152 w 545"/>
                  <a:gd name="T1" fmla="*/ 131 h 395"/>
                  <a:gd name="T2" fmla="*/ 131 w 545"/>
                  <a:gd name="T3" fmla="*/ 157 h 395"/>
                  <a:gd name="T4" fmla="*/ 118 w 545"/>
                  <a:gd name="T5" fmla="*/ 113 h 395"/>
                  <a:gd name="T6" fmla="*/ 100 w 545"/>
                  <a:gd name="T7" fmla="*/ 120 h 395"/>
                  <a:gd name="T8" fmla="*/ 92 w 545"/>
                  <a:gd name="T9" fmla="*/ 143 h 395"/>
                  <a:gd name="T10" fmla="*/ 74 w 545"/>
                  <a:gd name="T11" fmla="*/ 155 h 395"/>
                  <a:gd name="T12" fmla="*/ 53 w 545"/>
                  <a:gd name="T13" fmla="*/ 132 h 395"/>
                  <a:gd name="T14" fmla="*/ 58 w 545"/>
                  <a:gd name="T15" fmla="*/ 104 h 395"/>
                  <a:gd name="T16" fmla="*/ 62 w 545"/>
                  <a:gd name="T17" fmla="*/ 79 h 395"/>
                  <a:gd name="T18" fmla="*/ 50 w 545"/>
                  <a:gd name="T19" fmla="*/ 57 h 395"/>
                  <a:gd name="T20" fmla="*/ 46 w 545"/>
                  <a:gd name="T21" fmla="*/ 87 h 395"/>
                  <a:gd name="T22" fmla="*/ 43 w 545"/>
                  <a:gd name="T23" fmla="*/ 112 h 395"/>
                  <a:gd name="T24" fmla="*/ 41 w 545"/>
                  <a:gd name="T25" fmla="*/ 162 h 395"/>
                  <a:gd name="T26" fmla="*/ 27 w 545"/>
                  <a:gd name="T27" fmla="*/ 132 h 395"/>
                  <a:gd name="T28" fmla="*/ 13 w 545"/>
                  <a:gd name="T29" fmla="*/ 111 h 395"/>
                  <a:gd name="T30" fmla="*/ 21 w 545"/>
                  <a:gd name="T31" fmla="*/ 106 h 395"/>
                  <a:gd name="T32" fmla="*/ 33 w 545"/>
                  <a:gd name="T33" fmla="*/ 119 h 395"/>
                  <a:gd name="T34" fmla="*/ 28 w 545"/>
                  <a:gd name="T35" fmla="*/ 85 h 395"/>
                  <a:gd name="T36" fmla="*/ 21 w 545"/>
                  <a:gd name="T37" fmla="*/ 66 h 395"/>
                  <a:gd name="T38" fmla="*/ 20 w 545"/>
                  <a:gd name="T39" fmla="*/ 51 h 395"/>
                  <a:gd name="T40" fmla="*/ 5 w 545"/>
                  <a:gd name="T41" fmla="*/ 29 h 395"/>
                  <a:gd name="T42" fmla="*/ 1 w 545"/>
                  <a:gd name="T43" fmla="*/ 15 h 395"/>
                  <a:gd name="T44" fmla="*/ 3 w 545"/>
                  <a:gd name="T45" fmla="*/ 4 h 395"/>
                  <a:gd name="T46" fmla="*/ 16 w 545"/>
                  <a:gd name="T47" fmla="*/ 8 h 395"/>
                  <a:gd name="T48" fmla="*/ 28 w 545"/>
                  <a:gd name="T49" fmla="*/ 20 h 395"/>
                  <a:gd name="T50" fmla="*/ 53 w 545"/>
                  <a:gd name="T51" fmla="*/ 33 h 395"/>
                  <a:gd name="T52" fmla="*/ 79 w 545"/>
                  <a:gd name="T53" fmla="*/ 51 h 395"/>
                  <a:gd name="T54" fmla="*/ 98 w 545"/>
                  <a:gd name="T55" fmla="*/ 63 h 395"/>
                  <a:gd name="T56" fmla="*/ 111 w 545"/>
                  <a:gd name="T57" fmla="*/ 78 h 395"/>
                  <a:gd name="T58" fmla="*/ 136 w 545"/>
                  <a:gd name="T59" fmla="*/ 95 h 395"/>
                  <a:gd name="T60" fmla="*/ 174 w 545"/>
                  <a:gd name="T61" fmla="*/ 121 h 395"/>
                  <a:gd name="T62" fmla="*/ 186 w 545"/>
                  <a:gd name="T63" fmla="*/ 130 h 395"/>
                  <a:gd name="T64" fmla="*/ 201 w 545"/>
                  <a:gd name="T65" fmla="*/ 132 h 395"/>
                  <a:gd name="T66" fmla="*/ 225 w 545"/>
                  <a:gd name="T67" fmla="*/ 142 h 395"/>
                  <a:gd name="T68" fmla="*/ 261 w 545"/>
                  <a:gd name="T69" fmla="*/ 158 h 395"/>
                  <a:gd name="T70" fmla="*/ 276 w 545"/>
                  <a:gd name="T71" fmla="*/ 177 h 395"/>
                  <a:gd name="T72" fmla="*/ 288 w 545"/>
                  <a:gd name="T73" fmla="*/ 185 h 395"/>
                  <a:gd name="T74" fmla="*/ 296 w 545"/>
                  <a:gd name="T75" fmla="*/ 190 h 395"/>
                  <a:gd name="T76" fmla="*/ 281 w 545"/>
                  <a:gd name="T77" fmla="*/ 195 h 395"/>
                  <a:gd name="T78" fmla="*/ 260 w 545"/>
                  <a:gd name="T79" fmla="*/ 211 h 395"/>
                  <a:gd name="T80" fmla="*/ 249 w 545"/>
                  <a:gd name="T81" fmla="*/ 210 h 395"/>
                  <a:gd name="T82" fmla="*/ 239 w 545"/>
                  <a:gd name="T83" fmla="*/ 209 h 395"/>
                  <a:gd name="T84" fmla="*/ 228 w 545"/>
                  <a:gd name="T85" fmla="*/ 214 h 395"/>
                  <a:gd name="T86" fmla="*/ 227 w 545"/>
                  <a:gd name="T87" fmla="*/ 198 h 395"/>
                  <a:gd name="T88" fmla="*/ 240 w 545"/>
                  <a:gd name="T89" fmla="*/ 177 h 395"/>
                  <a:gd name="T90" fmla="*/ 239 w 545"/>
                  <a:gd name="T91" fmla="*/ 172 h 395"/>
                  <a:gd name="T92" fmla="*/ 222 w 545"/>
                  <a:gd name="T93" fmla="*/ 187 h 395"/>
                  <a:gd name="T94" fmla="*/ 203 w 545"/>
                  <a:gd name="T95" fmla="*/ 181 h 395"/>
                  <a:gd name="T96" fmla="*/ 193 w 545"/>
                  <a:gd name="T97" fmla="*/ 165 h 395"/>
                  <a:gd name="T98" fmla="*/ 184 w 545"/>
                  <a:gd name="T99" fmla="*/ 164 h 395"/>
                  <a:gd name="T100" fmla="*/ 173 w 545"/>
                  <a:gd name="T101" fmla="*/ 173 h 395"/>
                  <a:gd name="T102" fmla="*/ 163 w 545"/>
                  <a:gd name="T103" fmla="*/ 179 h 395"/>
                  <a:gd name="T104" fmla="*/ 163 w 545"/>
                  <a:gd name="T105" fmla="*/ 164 h 395"/>
                  <a:gd name="T106" fmla="*/ 175 w 545"/>
                  <a:gd name="T107" fmla="*/ 148 h 395"/>
                  <a:gd name="T108" fmla="*/ 165 w 545"/>
                  <a:gd name="T109" fmla="*/ 145 h 395"/>
                  <a:gd name="T110" fmla="*/ 151 w 545"/>
                  <a:gd name="T111" fmla="*/ 159 h 395"/>
                  <a:gd name="T112" fmla="*/ 140 w 545"/>
                  <a:gd name="T113" fmla="*/ 172 h 395"/>
                  <a:gd name="T114" fmla="*/ 140 w 545"/>
                  <a:gd name="T115" fmla="*/ 153 h 395"/>
                  <a:gd name="T116" fmla="*/ 166 w 545"/>
                  <a:gd name="T117" fmla="*/ 129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5" h="395">
                    <a:moveTo>
                      <a:pt x="328" y="228"/>
                    </a:moveTo>
                    <a:lnTo>
                      <a:pt x="310" y="228"/>
                    </a:lnTo>
                    <a:lnTo>
                      <a:pt x="294" y="232"/>
                    </a:lnTo>
                    <a:lnTo>
                      <a:pt x="279" y="240"/>
                    </a:lnTo>
                    <a:lnTo>
                      <a:pt x="266" y="249"/>
                    </a:lnTo>
                    <a:lnTo>
                      <a:pt x="255" y="261"/>
                    </a:lnTo>
                    <a:lnTo>
                      <a:pt x="247" y="274"/>
                    </a:lnTo>
                    <a:lnTo>
                      <a:pt x="240" y="288"/>
                    </a:lnTo>
                    <a:lnTo>
                      <a:pt x="235" y="302"/>
                    </a:lnTo>
                    <a:lnTo>
                      <a:pt x="231" y="273"/>
                    </a:lnTo>
                    <a:lnTo>
                      <a:pt x="225" y="237"/>
                    </a:lnTo>
                    <a:lnTo>
                      <a:pt x="217" y="207"/>
                    </a:lnTo>
                    <a:lnTo>
                      <a:pt x="203" y="194"/>
                    </a:lnTo>
                    <a:lnTo>
                      <a:pt x="195" y="197"/>
                    </a:lnTo>
                    <a:lnTo>
                      <a:pt x="188" y="206"/>
                    </a:lnTo>
                    <a:lnTo>
                      <a:pt x="183" y="220"/>
                    </a:lnTo>
                    <a:lnTo>
                      <a:pt x="180" y="234"/>
                    </a:lnTo>
                    <a:lnTo>
                      <a:pt x="178" y="242"/>
                    </a:lnTo>
                    <a:lnTo>
                      <a:pt x="174" y="251"/>
                    </a:lnTo>
                    <a:lnTo>
                      <a:pt x="168" y="261"/>
                    </a:lnTo>
                    <a:lnTo>
                      <a:pt x="163" y="271"/>
                    </a:lnTo>
                    <a:lnTo>
                      <a:pt x="155" y="279"/>
                    </a:lnTo>
                    <a:lnTo>
                      <a:pt x="145" y="283"/>
                    </a:lnTo>
                    <a:lnTo>
                      <a:pt x="135" y="283"/>
                    </a:lnTo>
                    <a:lnTo>
                      <a:pt x="122" y="278"/>
                    </a:lnTo>
                    <a:lnTo>
                      <a:pt x="110" y="266"/>
                    </a:lnTo>
                    <a:lnTo>
                      <a:pt x="103" y="255"/>
                    </a:lnTo>
                    <a:lnTo>
                      <a:pt x="98" y="242"/>
                    </a:lnTo>
                    <a:lnTo>
                      <a:pt x="98" y="228"/>
                    </a:lnTo>
                    <a:lnTo>
                      <a:pt x="100" y="214"/>
                    </a:lnTo>
                    <a:lnTo>
                      <a:pt x="104" y="202"/>
                    </a:lnTo>
                    <a:lnTo>
                      <a:pt x="107" y="190"/>
                    </a:lnTo>
                    <a:lnTo>
                      <a:pt x="112" y="179"/>
                    </a:lnTo>
                    <a:lnTo>
                      <a:pt x="114" y="168"/>
                    </a:lnTo>
                    <a:lnTo>
                      <a:pt x="114" y="157"/>
                    </a:lnTo>
                    <a:lnTo>
                      <a:pt x="113" y="145"/>
                    </a:lnTo>
                    <a:lnTo>
                      <a:pt x="110" y="135"/>
                    </a:lnTo>
                    <a:lnTo>
                      <a:pt x="105" y="124"/>
                    </a:lnTo>
                    <a:lnTo>
                      <a:pt x="99" y="114"/>
                    </a:lnTo>
                    <a:lnTo>
                      <a:pt x="92" y="105"/>
                    </a:lnTo>
                    <a:lnTo>
                      <a:pt x="84" y="96"/>
                    </a:lnTo>
                    <a:lnTo>
                      <a:pt x="89" y="116"/>
                    </a:lnTo>
                    <a:lnTo>
                      <a:pt x="89" y="139"/>
                    </a:lnTo>
                    <a:lnTo>
                      <a:pt x="85" y="159"/>
                    </a:lnTo>
                    <a:lnTo>
                      <a:pt x="82" y="173"/>
                    </a:lnTo>
                    <a:lnTo>
                      <a:pt x="80" y="182"/>
                    </a:lnTo>
                    <a:lnTo>
                      <a:pt x="78" y="194"/>
                    </a:lnTo>
                    <a:lnTo>
                      <a:pt x="78" y="205"/>
                    </a:lnTo>
                    <a:lnTo>
                      <a:pt x="80" y="218"/>
                    </a:lnTo>
                    <a:lnTo>
                      <a:pt x="82" y="248"/>
                    </a:lnTo>
                    <a:lnTo>
                      <a:pt x="81" y="273"/>
                    </a:lnTo>
                    <a:lnTo>
                      <a:pt x="75" y="297"/>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7" y="332"/>
                    </a:lnTo>
                    <a:lnTo>
                      <a:pt x="523" y="335"/>
                    </a:lnTo>
                    <a:lnTo>
                      <a:pt x="529" y="339"/>
                    </a:lnTo>
                    <a:lnTo>
                      <a:pt x="535" y="342"/>
                    </a:lnTo>
                    <a:lnTo>
                      <a:pt x="538" y="344"/>
                    </a:lnTo>
                    <a:lnTo>
                      <a:pt x="540" y="347"/>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14" y="384"/>
                    </a:lnTo>
                    <a:lnTo>
                      <a:pt x="415" y="372"/>
                    </a:lnTo>
                    <a:lnTo>
                      <a:pt x="416" y="362"/>
                    </a:lnTo>
                    <a:lnTo>
                      <a:pt x="418" y="351"/>
                    </a:lnTo>
                    <a:lnTo>
                      <a:pt x="424" y="341"/>
                    </a:lnTo>
                    <a:lnTo>
                      <a:pt x="431" y="332"/>
                    </a:lnTo>
                    <a:lnTo>
                      <a:pt x="441" y="323"/>
                    </a:lnTo>
                    <a:lnTo>
                      <a:pt x="455" y="316"/>
                    </a:lnTo>
                    <a:lnTo>
                      <a:pt x="451" y="314"/>
                    </a:lnTo>
                    <a:lnTo>
                      <a:pt x="446" y="313"/>
                    </a:lnTo>
                    <a:lnTo>
                      <a:pt x="439" y="314"/>
                    </a:lnTo>
                    <a:lnTo>
                      <a:pt x="432" y="316"/>
                    </a:lnTo>
                    <a:lnTo>
                      <a:pt x="425" y="321"/>
                    </a:lnTo>
                    <a:lnTo>
                      <a:pt x="417" y="329"/>
                    </a:lnTo>
                    <a:lnTo>
                      <a:pt x="408" y="342"/>
                    </a:lnTo>
                    <a:lnTo>
                      <a:pt x="400" y="361"/>
                    </a:lnTo>
                    <a:lnTo>
                      <a:pt x="390" y="354"/>
                    </a:lnTo>
                    <a:lnTo>
                      <a:pt x="381" y="343"/>
                    </a:lnTo>
                    <a:lnTo>
                      <a:pt x="373" y="331"/>
                    </a:lnTo>
                    <a:lnTo>
                      <a:pt x="366" y="318"/>
                    </a:lnTo>
                    <a:lnTo>
                      <a:pt x="363" y="311"/>
                    </a:lnTo>
                    <a:lnTo>
                      <a:pt x="358" y="306"/>
                    </a:lnTo>
                    <a:lnTo>
                      <a:pt x="354" y="302"/>
                    </a:lnTo>
                    <a:lnTo>
                      <a:pt x="350" y="300"/>
                    </a:lnTo>
                    <a:lnTo>
                      <a:pt x="346" y="298"/>
                    </a:lnTo>
                    <a:lnTo>
                      <a:pt x="341" y="298"/>
                    </a:lnTo>
                    <a:lnTo>
                      <a:pt x="337" y="300"/>
                    </a:lnTo>
                    <a:lnTo>
                      <a:pt x="332" y="303"/>
                    </a:lnTo>
                    <a:lnTo>
                      <a:pt x="327" y="308"/>
                    </a:lnTo>
                    <a:lnTo>
                      <a:pt x="323" y="312"/>
                    </a:lnTo>
                    <a:lnTo>
                      <a:pt x="317" y="317"/>
                    </a:lnTo>
                    <a:lnTo>
                      <a:pt x="312" y="321"/>
                    </a:lnTo>
                    <a:lnTo>
                      <a:pt x="308" y="325"/>
                    </a:lnTo>
                    <a:lnTo>
                      <a:pt x="303" y="327"/>
                    </a:lnTo>
                    <a:lnTo>
                      <a:pt x="300" y="327"/>
                    </a:lnTo>
                    <a:lnTo>
                      <a:pt x="295" y="326"/>
                    </a:lnTo>
                    <a:lnTo>
                      <a:pt x="292" y="318"/>
                    </a:lnTo>
                    <a:lnTo>
                      <a:pt x="294" y="309"/>
                    </a:lnTo>
                    <a:lnTo>
                      <a:pt x="299" y="300"/>
                    </a:lnTo>
                    <a:lnTo>
                      <a:pt x="305" y="293"/>
                    </a:lnTo>
                    <a:lnTo>
                      <a:pt x="312" y="286"/>
                    </a:lnTo>
                    <a:lnTo>
                      <a:pt x="319" y="279"/>
                    </a:lnTo>
                    <a:lnTo>
                      <a:pt x="322" y="271"/>
                    </a:lnTo>
                    <a:lnTo>
                      <a:pt x="318" y="264"/>
                    </a:lnTo>
                    <a:lnTo>
                      <a:pt x="313" y="261"/>
                    </a:lnTo>
                    <a:lnTo>
                      <a:pt x="308" y="263"/>
                    </a:lnTo>
                    <a:lnTo>
                      <a:pt x="302" y="266"/>
                    </a:lnTo>
                    <a:lnTo>
                      <a:pt x="296" y="271"/>
                    </a:lnTo>
                    <a:lnTo>
                      <a:pt x="289" y="278"/>
                    </a:lnTo>
                    <a:lnTo>
                      <a:pt x="284" y="285"/>
                    </a:lnTo>
                    <a:lnTo>
                      <a:pt x="278" y="291"/>
                    </a:lnTo>
                    <a:lnTo>
                      <a:pt x="273" y="298"/>
                    </a:lnTo>
                    <a:lnTo>
                      <a:pt x="266" y="309"/>
                    </a:lnTo>
                    <a:lnTo>
                      <a:pt x="262" y="313"/>
                    </a:lnTo>
                    <a:lnTo>
                      <a:pt x="257" y="314"/>
                    </a:lnTo>
                    <a:lnTo>
                      <a:pt x="252" y="314"/>
                    </a:lnTo>
                    <a:lnTo>
                      <a:pt x="251" y="304"/>
                    </a:lnTo>
                    <a:lnTo>
                      <a:pt x="252" y="293"/>
                    </a:lnTo>
                    <a:lnTo>
                      <a:pt x="256" y="280"/>
                    </a:lnTo>
                    <a:lnTo>
                      <a:pt x="263" y="268"/>
                    </a:lnTo>
                    <a:lnTo>
                      <a:pt x="273" y="257"/>
                    </a:lnTo>
                    <a:lnTo>
                      <a:pt x="287" y="245"/>
                    </a:lnTo>
                    <a:lnTo>
                      <a:pt x="305" y="236"/>
                    </a:lnTo>
                    <a:lnTo>
                      <a:pt x="328" y="22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3" name="Freeform 144">
                <a:extLst>
                  <a:ext uri="{FF2B5EF4-FFF2-40B4-BE49-F238E27FC236}">
                    <a16:creationId xmlns:a16="http://schemas.microsoft.com/office/drawing/2014/main" id="{5F5536AB-A8EF-4FD8-A350-44FDD260ABD6}"/>
                  </a:ext>
                </a:extLst>
              </p:cNvPr>
              <p:cNvSpPr>
                <a:spLocks/>
              </p:cNvSpPr>
              <p:nvPr/>
            </p:nvSpPr>
            <p:spPr bwMode="auto">
              <a:xfrm>
                <a:off x="3637" y="3341"/>
                <a:ext cx="24" cy="13"/>
              </a:xfrm>
              <a:custGeom>
                <a:avLst/>
                <a:gdLst>
                  <a:gd name="T0" fmla="*/ 24 w 44"/>
                  <a:gd name="T1" fmla="*/ 5 h 24"/>
                  <a:gd name="T2" fmla="*/ 22 w 44"/>
                  <a:gd name="T3" fmla="*/ 5 h 24"/>
                  <a:gd name="T4" fmla="*/ 19 w 44"/>
                  <a:gd name="T5" fmla="*/ 5 h 24"/>
                  <a:gd name="T6" fmla="*/ 16 w 44"/>
                  <a:gd name="T7" fmla="*/ 5 h 24"/>
                  <a:gd name="T8" fmla="*/ 12 w 44"/>
                  <a:gd name="T9" fmla="*/ 4 h 24"/>
                  <a:gd name="T10" fmla="*/ 8 w 44"/>
                  <a:gd name="T11" fmla="*/ 4 h 24"/>
                  <a:gd name="T12" fmla="*/ 5 w 44"/>
                  <a:gd name="T13" fmla="*/ 3 h 24"/>
                  <a:gd name="T14" fmla="*/ 2 w 44"/>
                  <a:gd name="T15" fmla="*/ 2 h 24"/>
                  <a:gd name="T16" fmla="*/ 0 w 44"/>
                  <a:gd name="T17" fmla="*/ 0 h 24"/>
                  <a:gd name="T18" fmla="*/ 4 w 44"/>
                  <a:gd name="T19" fmla="*/ 4 h 24"/>
                  <a:gd name="T20" fmla="*/ 9 w 44"/>
                  <a:gd name="T21" fmla="*/ 8 h 24"/>
                  <a:gd name="T22" fmla="*/ 13 w 44"/>
                  <a:gd name="T23" fmla="*/ 11 h 24"/>
                  <a:gd name="T24" fmla="*/ 15 w 44"/>
                  <a:gd name="T25" fmla="*/ 13 h 24"/>
                  <a:gd name="T26" fmla="*/ 17 w 44"/>
                  <a:gd name="T27" fmla="*/ 11 h 24"/>
                  <a:gd name="T28" fmla="*/ 20 w 44"/>
                  <a:gd name="T29" fmla="*/ 8 h 24"/>
                  <a:gd name="T30" fmla="*/ 22 w 44"/>
                  <a:gd name="T31" fmla="*/ 7 h 24"/>
                  <a:gd name="T32" fmla="*/ 24 w 44"/>
                  <a:gd name="T33" fmla="*/ 5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4" h="24">
                    <a:moveTo>
                      <a:pt x="44" y="9"/>
                    </a:moveTo>
                    <a:lnTo>
                      <a:pt x="41" y="9"/>
                    </a:lnTo>
                    <a:lnTo>
                      <a:pt x="35" y="9"/>
                    </a:lnTo>
                    <a:lnTo>
                      <a:pt x="29" y="9"/>
                    </a:lnTo>
                    <a:lnTo>
                      <a:pt x="22" y="8"/>
                    </a:lnTo>
                    <a:lnTo>
                      <a:pt x="15" y="7"/>
                    </a:lnTo>
                    <a:lnTo>
                      <a:pt x="10" y="6"/>
                    </a:lnTo>
                    <a:lnTo>
                      <a:pt x="4" y="4"/>
                    </a:lnTo>
                    <a:lnTo>
                      <a:pt x="0" y="0"/>
                    </a:lnTo>
                    <a:lnTo>
                      <a:pt x="8" y="8"/>
                    </a:lnTo>
                    <a:lnTo>
                      <a:pt x="17" y="15"/>
                    </a:lnTo>
                    <a:lnTo>
                      <a:pt x="23" y="21"/>
                    </a:lnTo>
                    <a:lnTo>
                      <a:pt x="27" y="24"/>
                    </a:lnTo>
                    <a:lnTo>
                      <a:pt x="31" y="20"/>
                    </a:lnTo>
                    <a:lnTo>
                      <a:pt x="36" y="15"/>
                    </a:lnTo>
                    <a:lnTo>
                      <a:pt x="41" y="12"/>
                    </a:lnTo>
                    <a:lnTo>
                      <a:pt x="44" y="9"/>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4" name="Freeform 145">
                <a:extLst>
                  <a:ext uri="{FF2B5EF4-FFF2-40B4-BE49-F238E27FC236}">
                    <a16:creationId xmlns:a16="http://schemas.microsoft.com/office/drawing/2014/main" id="{F0641073-CD30-4108-90DE-7ED17A3804BE}"/>
                  </a:ext>
                </a:extLst>
              </p:cNvPr>
              <p:cNvSpPr>
                <a:spLocks/>
              </p:cNvSpPr>
              <p:nvPr/>
            </p:nvSpPr>
            <p:spPr bwMode="auto">
              <a:xfrm>
                <a:off x="3681" y="3345"/>
                <a:ext cx="47" cy="15"/>
              </a:xfrm>
              <a:custGeom>
                <a:avLst/>
                <a:gdLst>
                  <a:gd name="T0" fmla="*/ 47 w 87"/>
                  <a:gd name="T1" fmla="*/ 0 h 26"/>
                  <a:gd name="T2" fmla="*/ 44 w 87"/>
                  <a:gd name="T3" fmla="*/ 1 h 26"/>
                  <a:gd name="T4" fmla="*/ 41 w 87"/>
                  <a:gd name="T5" fmla="*/ 1 h 26"/>
                  <a:gd name="T6" fmla="*/ 37 w 87"/>
                  <a:gd name="T7" fmla="*/ 1 h 26"/>
                  <a:gd name="T8" fmla="*/ 33 w 87"/>
                  <a:gd name="T9" fmla="*/ 1 h 26"/>
                  <a:gd name="T10" fmla="*/ 29 w 87"/>
                  <a:gd name="T11" fmla="*/ 1 h 26"/>
                  <a:gd name="T12" fmla="*/ 25 w 87"/>
                  <a:gd name="T13" fmla="*/ 1 h 26"/>
                  <a:gd name="T14" fmla="*/ 23 w 87"/>
                  <a:gd name="T15" fmla="*/ 0 h 26"/>
                  <a:gd name="T16" fmla="*/ 19 w 87"/>
                  <a:gd name="T17" fmla="*/ 0 h 26"/>
                  <a:gd name="T18" fmla="*/ 18 w 87"/>
                  <a:gd name="T19" fmla="*/ 2 h 26"/>
                  <a:gd name="T20" fmla="*/ 16 w 87"/>
                  <a:gd name="T21" fmla="*/ 3 h 26"/>
                  <a:gd name="T22" fmla="*/ 13 w 87"/>
                  <a:gd name="T23" fmla="*/ 4 h 26"/>
                  <a:gd name="T24" fmla="*/ 10 w 87"/>
                  <a:gd name="T25" fmla="*/ 6 h 26"/>
                  <a:gd name="T26" fmla="*/ 7 w 87"/>
                  <a:gd name="T27" fmla="*/ 6 h 26"/>
                  <a:gd name="T28" fmla="*/ 4 w 87"/>
                  <a:gd name="T29" fmla="*/ 7 h 26"/>
                  <a:gd name="T30" fmla="*/ 2 w 87"/>
                  <a:gd name="T31" fmla="*/ 8 h 26"/>
                  <a:gd name="T32" fmla="*/ 0 w 87"/>
                  <a:gd name="T33" fmla="*/ 9 h 26"/>
                  <a:gd name="T34" fmla="*/ 0 w 87"/>
                  <a:gd name="T35" fmla="*/ 11 h 26"/>
                  <a:gd name="T36" fmla="*/ 1 w 87"/>
                  <a:gd name="T37" fmla="*/ 12 h 26"/>
                  <a:gd name="T38" fmla="*/ 1 w 87"/>
                  <a:gd name="T39" fmla="*/ 14 h 26"/>
                  <a:gd name="T40" fmla="*/ 3 w 87"/>
                  <a:gd name="T41" fmla="*/ 15 h 26"/>
                  <a:gd name="T42" fmla="*/ 6 w 87"/>
                  <a:gd name="T43" fmla="*/ 13 h 26"/>
                  <a:gd name="T44" fmla="*/ 12 w 87"/>
                  <a:gd name="T45" fmla="*/ 12 h 26"/>
                  <a:gd name="T46" fmla="*/ 18 w 87"/>
                  <a:gd name="T47" fmla="*/ 9 h 26"/>
                  <a:gd name="T48" fmla="*/ 25 w 87"/>
                  <a:gd name="T49" fmla="*/ 7 h 26"/>
                  <a:gd name="T50" fmla="*/ 31 w 87"/>
                  <a:gd name="T51" fmla="*/ 5 h 26"/>
                  <a:gd name="T52" fmla="*/ 37 w 87"/>
                  <a:gd name="T53" fmla="*/ 3 h 26"/>
                  <a:gd name="T54" fmla="*/ 43 w 87"/>
                  <a:gd name="T55" fmla="*/ 2 h 26"/>
                  <a:gd name="T56" fmla="*/ 47 w 87"/>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7" h="26">
                    <a:moveTo>
                      <a:pt x="87" y="0"/>
                    </a:moveTo>
                    <a:lnTo>
                      <a:pt x="82" y="1"/>
                    </a:lnTo>
                    <a:lnTo>
                      <a:pt x="75" y="1"/>
                    </a:lnTo>
                    <a:lnTo>
                      <a:pt x="69" y="1"/>
                    </a:lnTo>
                    <a:lnTo>
                      <a:pt x="61" y="1"/>
                    </a:lnTo>
                    <a:lnTo>
                      <a:pt x="54" y="1"/>
                    </a:lnTo>
                    <a:lnTo>
                      <a:pt x="47" y="1"/>
                    </a:lnTo>
                    <a:lnTo>
                      <a:pt x="42" y="0"/>
                    </a:lnTo>
                    <a:lnTo>
                      <a:pt x="36" y="0"/>
                    </a:lnTo>
                    <a:lnTo>
                      <a:pt x="34" y="3"/>
                    </a:lnTo>
                    <a:lnTo>
                      <a:pt x="29" y="5"/>
                    </a:lnTo>
                    <a:lnTo>
                      <a:pt x="24" y="7"/>
                    </a:lnTo>
                    <a:lnTo>
                      <a:pt x="19" y="10"/>
                    </a:lnTo>
                    <a:lnTo>
                      <a:pt x="13" y="11"/>
                    </a:lnTo>
                    <a:lnTo>
                      <a:pt x="7" y="13"/>
                    </a:lnTo>
                    <a:lnTo>
                      <a:pt x="4" y="14"/>
                    </a:lnTo>
                    <a:lnTo>
                      <a:pt x="0" y="15"/>
                    </a:lnTo>
                    <a:lnTo>
                      <a:pt x="0" y="19"/>
                    </a:lnTo>
                    <a:lnTo>
                      <a:pt x="1" y="21"/>
                    </a:lnTo>
                    <a:lnTo>
                      <a:pt x="2" y="25"/>
                    </a:lnTo>
                    <a:lnTo>
                      <a:pt x="5" y="26"/>
                    </a:lnTo>
                    <a:lnTo>
                      <a:pt x="12" y="23"/>
                    </a:lnTo>
                    <a:lnTo>
                      <a:pt x="22" y="20"/>
                    </a:lnTo>
                    <a:lnTo>
                      <a:pt x="34" y="16"/>
                    </a:lnTo>
                    <a:lnTo>
                      <a:pt x="46" y="13"/>
                    </a:lnTo>
                    <a:lnTo>
                      <a:pt x="58" y="8"/>
                    </a:lnTo>
                    <a:lnTo>
                      <a:pt x="69" y="5"/>
                    </a:lnTo>
                    <a:lnTo>
                      <a:pt x="80" y="3"/>
                    </a:lnTo>
                    <a:lnTo>
                      <a:pt x="87"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5" name="Freeform 146">
                <a:extLst>
                  <a:ext uri="{FF2B5EF4-FFF2-40B4-BE49-F238E27FC236}">
                    <a16:creationId xmlns:a16="http://schemas.microsoft.com/office/drawing/2014/main" id="{4EB93812-C9B6-46EF-911F-85EF4A3598E1}"/>
                  </a:ext>
                </a:extLst>
              </p:cNvPr>
              <p:cNvSpPr>
                <a:spLocks/>
              </p:cNvSpPr>
              <p:nvPr/>
            </p:nvSpPr>
            <p:spPr bwMode="auto">
              <a:xfrm>
                <a:off x="3818" y="3291"/>
                <a:ext cx="40" cy="27"/>
              </a:xfrm>
              <a:custGeom>
                <a:avLst/>
                <a:gdLst>
                  <a:gd name="T0" fmla="*/ 35 w 74"/>
                  <a:gd name="T1" fmla="*/ 0 h 51"/>
                  <a:gd name="T2" fmla="*/ 36 w 74"/>
                  <a:gd name="T3" fmla="*/ 1 h 51"/>
                  <a:gd name="T4" fmla="*/ 37 w 74"/>
                  <a:gd name="T5" fmla="*/ 3 h 51"/>
                  <a:gd name="T6" fmla="*/ 39 w 74"/>
                  <a:gd name="T7" fmla="*/ 3 h 51"/>
                  <a:gd name="T8" fmla="*/ 40 w 74"/>
                  <a:gd name="T9" fmla="*/ 4 h 51"/>
                  <a:gd name="T10" fmla="*/ 35 w 74"/>
                  <a:gd name="T11" fmla="*/ 4 h 51"/>
                  <a:gd name="T12" fmla="*/ 29 w 74"/>
                  <a:gd name="T13" fmla="*/ 5 h 51"/>
                  <a:gd name="T14" fmla="*/ 24 w 74"/>
                  <a:gd name="T15" fmla="*/ 7 h 51"/>
                  <a:gd name="T16" fmla="*/ 18 w 74"/>
                  <a:gd name="T17" fmla="*/ 11 h 51"/>
                  <a:gd name="T18" fmla="*/ 13 w 74"/>
                  <a:gd name="T19" fmla="*/ 14 h 51"/>
                  <a:gd name="T20" fmla="*/ 8 w 74"/>
                  <a:gd name="T21" fmla="*/ 19 h 51"/>
                  <a:gd name="T22" fmla="*/ 4 w 74"/>
                  <a:gd name="T23" fmla="*/ 23 h 51"/>
                  <a:gd name="T24" fmla="*/ 0 w 74"/>
                  <a:gd name="T25" fmla="*/ 27 h 51"/>
                  <a:gd name="T26" fmla="*/ 1 w 74"/>
                  <a:gd name="T27" fmla="*/ 23 h 51"/>
                  <a:gd name="T28" fmla="*/ 3 w 74"/>
                  <a:gd name="T29" fmla="*/ 19 h 51"/>
                  <a:gd name="T30" fmla="*/ 6 w 74"/>
                  <a:gd name="T31" fmla="*/ 13 h 51"/>
                  <a:gd name="T32" fmla="*/ 11 w 74"/>
                  <a:gd name="T33" fmla="*/ 10 h 51"/>
                  <a:gd name="T34" fmla="*/ 16 w 74"/>
                  <a:gd name="T35" fmla="*/ 6 h 51"/>
                  <a:gd name="T36" fmla="*/ 21 w 74"/>
                  <a:gd name="T37" fmla="*/ 3 h 51"/>
                  <a:gd name="T38" fmla="*/ 28 w 74"/>
                  <a:gd name="T39" fmla="*/ 1 h 51"/>
                  <a:gd name="T40" fmla="*/ 35 w 74"/>
                  <a:gd name="T41" fmla="*/ 0 h 5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 h="51">
                    <a:moveTo>
                      <a:pt x="64" y="0"/>
                    </a:moveTo>
                    <a:lnTo>
                      <a:pt x="67" y="2"/>
                    </a:lnTo>
                    <a:lnTo>
                      <a:pt x="69" y="5"/>
                    </a:lnTo>
                    <a:lnTo>
                      <a:pt x="72" y="6"/>
                    </a:lnTo>
                    <a:lnTo>
                      <a:pt x="74" y="8"/>
                    </a:lnTo>
                    <a:lnTo>
                      <a:pt x="65" y="8"/>
                    </a:lnTo>
                    <a:lnTo>
                      <a:pt x="54" y="10"/>
                    </a:lnTo>
                    <a:lnTo>
                      <a:pt x="44" y="14"/>
                    </a:lnTo>
                    <a:lnTo>
                      <a:pt x="34" y="20"/>
                    </a:lnTo>
                    <a:lnTo>
                      <a:pt x="24" y="27"/>
                    </a:lnTo>
                    <a:lnTo>
                      <a:pt x="15" y="35"/>
                    </a:lnTo>
                    <a:lnTo>
                      <a:pt x="7" y="43"/>
                    </a:lnTo>
                    <a:lnTo>
                      <a:pt x="0" y="51"/>
                    </a:lnTo>
                    <a:lnTo>
                      <a:pt x="1" y="43"/>
                    </a:lnTo>
                    <a:lnTo>
                      <a:pt x="6" y="35"/>
                    </a:lnTo>
                    <a:lnTo>
                      <a:pt x="12" y="25"/>
                    </a:lnTo>
                    <a:lnTo>
                      <a:pt x="20" y="19"/>
                    </a:lnTo>
                    <a:lnTo>
                      <a:pt x="29" y="12"/>
                    </a:lnTo>
                    <a:lnTo>
                      <a:pt x="39" y="6"/>
                    </a:lnTo>
                    <a:lnTo>
                      <a:pt x="51" y="1"/>
                    </a:lnTo>
                    <a:lnTo>
                      <a:pt x="64"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6" name="Freeform 147">
                <a:extLst>
                  <a:ext uri="{FF2B5EF4-FFF2-40B4-BE49-F238E27FC236}">
                    <a16:creationId xmlns:a16="http://schemas.microsoft.com/office/drawing/2014/main" id="{16EF8A53-A68C-4DF3-9F4A-EC230A35B3B1}"/>
                  </a:ext>
                </a:extLst>
              </p:cNvPr>
              <p:cNvSpPr>
                <a:spLocks/>
              </p:cNvSpPr>
              <p:nvPr/>
            </p:nvSpPr>
            <p:spPr bwMode="auto">
              <a:xfrm>
                <a:off x="3750" y="3234"/>
                <a:ext cx="32" cy="25"/>
              </a:xfrm>
              <a:custGeom>
                <a:avLst/>
                <a:gdLst>
                  <a:gd name="T0" fmla="*/ 14 w 59"/>
                  <a:gd name="T1" fmla="*/ 3 h 45"/>
                  <a:gd name="T2" fmla="*/ 12 w 59"/>
                  <a:gd name="T3" fmla="*/ 2 h 45"/>
                  <a:gd name="T4" fmla="*/ 9 w 59"/>
                  <a:gd name="T5" fmla="*/ 1 h 45"/>
                  <a:gd name="T6" fmla="*/ 5 w 59"/>
                  <a:gd name="T7" fmla="*/ 1 h 45"/>
                  <a:gd name="T8" fmla="*/ 0 w 59"/>
                  <a:gd name="T9" fmla="*/ 0 h 45"/>
                  <a:gd name="T10" fmla="*/ 4 w 59"/>
                  <a:gd name="T11" fmla="*/ 3 h 45"/>
                  <a:gd name="T12" fmla="*/ 8 w 59"/>
                  <a:gd name="T13" fmla="*/ 6 h 45"/>
                  <a:gd name="T14" fmla="*/ 12 w 59"/>
                  <a:gd name="T15" fmla="*/ 9 h 45"/>
                  <a:gd name="T16" fmla="*/ 16 w 59"/>
                  <a:gd name="T17" fmla="*/ 12 h 45"/>
                  <a:gd name="T18" fmla="*/ 20 w 59"/>
                  <a:gd name="T19" fmla="*/ 16 h 45"/>
                  <a:gd name="T20" fmla="*/ 23 w 59"/>
                  <a:gd name="T21" fmla="*/ 20 h 45"/>
                  <a:gd name="T22" fmla="*/ 25 w 59"/>
                  <a:gd name="T23" fmla="*/ 23 h 45"/>
                  <a:gd name="T24" fmla="*/ 27 w 59"/>
                  <a:gd name="T25" fmla="*/ 25 h 45"/>
                  <a:gd name="T26" fmla="*/ 29 w 59"/>
                  <a:gd name="T27" fmla="*/ 24 h 45"/>
                  <a:gd name="T28" fmla="*/ 31 w 59"/>
                  <a:gd name="T29" fmla="*/ 22 h 45"/>
                  <a:gd name="T30" fmla="*/ 32 w 59"/>
                  <a:gd name="T31" fmla="*/ 19 h 45"/>
                  <a:gd name="T32" fmla="*/ 30 w 59"/>
                  <a:gd name="T33" fmla="*/ 17 h 45"/>
                  <a:gd name="T34" fmla="*/ 25 w 59"/>
                  <a:gd name="T35" fmla="*/ 14 h 45"/>
                  <a:gd name="T36" fmla="*/ 21 w 59"/>
                  <a:gd name="T37" fmla="*/ 10 h 45"/>
                  <a:gd name="T38" fmla="*/ 17 w 59"/>
                  <a:gd name="T39" fmla="*/ 6 h 45"/>
                  <a:gd name="T40" fmla="*/ 14 w 59"/>
                  <a:gd name="T41" fmla="*/ 3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9" h="45">
                    <a:moveTo>
                      <a:pt x="26" y="5"/>
                    </a:moveTo>
                    <a:lnTo>
                      <a:pt x="22" y="3"/>
                    </a:lnTo>
                    <a:lnTo>
                      <a:pt x="16" y="2"/>
                    </a:lnTo>
                    <a:lnTo>
                      <a:pt x="9" y="2"/>
                    </a:lnTo>
                    <a:lnTo>
                      <a:pt x="0" y="0"/>
                    </a:lnTo>
                    <a:lnTo>
                      <a:pt x="7" y="5"/>
                    </a:lnTo>
                    <a:lnTo>
                      <a:pt x="14" y="10"/>
                    </a:lnTo>
                    <a:lnTo>
                      <a:pt x="22" y="17"/>
                    </a:lnTo>
                    <a:lnTo>
                      <a:pt x="30" y="22"/>
                    </a:lnTo>
                    <a:lnTo>
                      <a:pt x="37" y="29"/>
                    </a:lnTo>
                    <a:lnTo>
                      <a:pt x="43" y="36"/>
                    </a:lnTo>
                    <a:lnTo>
                      <a:pt x="47" y="41"/>
                    </a:lnTo>
                    <a:lnTo>
                      <a:pt x="49" y="45"/>
                    </a:lnTo>
                    <a:lnTo>
                      <a:pt x="54" y="43"/>
                    </a:lnTo>
                    <a:lnTo>
                      <a:pt x="57" y="40"/>
                    </a:lnTo>
                    <a:lnTo>
                      <a:pt x="59" y="35"/>
                    </a:lnTo>
                    <a:lnTo>
                      <a:pt x="55" y="30"/>
                    </a:lnTo>
                    <a:lnTo>
                      <a:pt x="47" y="25"/>
                    </a:lnTo>
                    <a:lnTo>
                      <a:pt x="39" y="18"/>
                    </a:lnTo>
                    <a:lnTo>
                      <a:pt x="31" y="11"/>
                    </a:lnTo>
                    <a:lnTo>
                      <a:pt x="26"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7" name="Freeform 148">
                <a:extLst>
                  <a:ext uri="{FF2B5EF4-FFF2-40B4-BE49-F238E27FC236}">
                    <a16:creationId xmlns:a16="http://schemas.microsoft.com/office/drawing/2014/main" id="{D314FD2D-FEC9-456D-A988-1832038E66B5}"/>
                  </a:ext>
                </a:extLst>
              </p:cNvPr>
              <p:cNvSpPr>
                <a:spLocks/>
              </p:cNvSpPr>
              <p:nvPr/>
            </p:nvSpPr>
            <p:spPr bwMode="auto">
              <a:xfrm>
                <a:off x="3644" y="3157"/>
                <a:ext cx="42" cy="43"/>
              </a:xfrm>
              <a:custGeom>
                <a:avLst/>
                <a:gdLst>
                  <a:gd name="T0" fmla="*/ 31 w 75"/>
                  <a:gd name="T1" fmla="*/ 26 h 78"/>
                  <a:gd name="T2" fmla="*/ 28 w 75"/>
                  <a:gd name="T3" fmla="*/ 24 h 78"/>
                  <a:gd name="T4" fmla="*/ 25 w 75"/>
                  <a:gd name="T5" fmla="*/ 21 h 78"/>
                  <a:gd name="T6" fmla="*/ 22 w 75"/>
                  <a:gd name="T7" fmla="*/ 18 h 78"/>
                  <a:gd name="T8" fmla="*/ 19 w 75"/>
                  <a:gd name="T9" fmla="*/ 14 h 78"/>
                  <a:gd name="T10" fmla="*/ 15 w 75"/>
                  <a:gd name="T11" fmla="*/ 10 h 78"/>
                  <a:gd name="T12" fmla="*/ 11 w 75"/>
                  <a:gd name="T13" fmla="*/ 6 h 78"/>
                  <a:gd name="T14" fmla="*/ 6 w 75"/>
                  <a:gd name="T15" fmla="*/ 3 h 78"/>
                  <a:gd name="T16" fmla="*/ 0 w 75"/>
                  <a:gd name="T17" fmla="*/ 0 h 78"/>
                  <a:gd name="T18" fmla="*/ 4 w 75"/>
                  <a:gd name="T19" fmla="*/ 4 h 78"/>
                  <a:gd name="T20" fmla="*/ 8 w 75"/>
                  <a:gd name="T21" fmla="*/ 9 h 78"/>
                  <a:gd name="T22" fmla="*/ 13 w 75"/>
                  <a:gd name="T23" fmla="*/ 14 h 78"/>
                  <a:gd name="T24" fmla="*/ 17 w 75"/>
                  <a:gd name="T25" fmla="*/ 20 h 78"/>
                  <a:gd name="T26" fmla="*/ 21 w 75"/>
                  <a:gd name="T27" fmla="*/ 26 h 78"/>
                  <a:gd name="T28" fmla="*/ 25 w 75"/>
                  <a:gd name="T29" fmla="*/ 30 h 78"/>
                  <a:gd name="T30" fmla="*/ 28 w 75"/>
                  <a:gd name="T31" fmla="*/ 35 h 78"/>
                  <a:gd name="T32" fmla="*/ 30 w 75"/>
                  <a:gd name="T33" fmla="*/ 37 h 78"/>
                  <a:gd name="T34" fmla="*/ 33 w 75"/>
                  <a:gd name="T35" fmla="*/ 39 h 78"/>
                  <a:gd name="T36" fmla="*/ 36 w 75"/>
                  <a:gd name="T37" fmla="*/ 40 h 78"/>
                  <a:gd name="T38" fmla="*/ 40 w 75"/>
                  <a:gd name="T39" fmla="*/ 42 h 78"/>
                  <a:gd name="T40" fmla="*/ 42 w 75"/>
                  <a:gd name="T41" fmla="*/ 43 h 78"/>
                  <a:gd name="T42" fmla="*/ 39 w 75"/>
                  <a:gd name="T43" fmla="*/ 39 h 78"/>
                  <a:gd name="T44" fmla="*/ 36 w 75"/>
                  <a:gd name="T45" fmla="*/ 35 h 78"/>
                  <a:gd name="T46" fmla="*/ 34 w 75"/>
                  <a:gd name="T47" fmla="*/ 30 h 78"/>
                  <a:gd name="T48" fmla="*/ 31 w 75"/>
                  <a:gd name="T49" fmla="*/ 26 h 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8">
                    <a:moveTo>
                      <a:pt x="56" y="48"/>
                    </a:moveTo>
                    <a:lnTo>
                      <a:pt x="50" y="44"/>
                    </a:lnTo>
                    <a:lnTo>
                      <a:pt x="45" y="38"/>
                    </a:lnTo>
                    <a:lnTo>
                      <a:pt x="40" y="32"/>
                    </a:lnTo>
                    <a:lnTo>
                      <a:pt x="34" y="25"/>
                    </a:lnTo>
                    <a:lnTo>
                      <a:pt x="27" y="18"/>
                    </a:lnTo>
                    <a:lnTo>
                      <a:pt x="20" y="11"/>
                    </a:lnTo>
                    <a:lnTo>
                      <a:pt x="11" y="5"/>
                    </a:lnTo>
                    <a:lnTo>
                      <a:pt x="0" y="0"/>
                    </a:lnTo>
                    <a:lnTo>
                      <a:pt x="7" y="8"/>
                    </a:lnTo>
                    <a:lnTo>
                      <a:pt x="15" y="17"/>
                    </a:lnTo>
                    <a:lnTo>
                      <a:pt x="23" y="26"/>
                    </a:lnTo>
                    <a:lnTo>
                      <a:pt x="31" y="37"/>
                    </a:lnTo>
                    <a:lnTo>
                      <a:pt x="38" y="47"/>
                    </a:lnTo>
                    <a:lnTo>
                      <a:pt x="45" y="55"/>
                    </a:lnTo>
                    <a:lnTo>
                      <a:pt x="50" y="63"/>
                    </a:lnTo>
                    <a:lnTo>
                      <a:pt x="53" y="68"/>
                    </a:lnTo>
                    <a:lnTo>
                      <a:pt x="59" y="70"/>
                    </a:lnTo>
                    <a:lnTo>
                      <a:pt x="65" y="73"/>
                    </a:lnTo>
                    <a:lnTo>
                      <a:pt x="71" y="76"/>
                    </a:lnTo>
                    <a:lnTo>
                      <a:pt x="75" y="78"/>
                    </a:lnTo>
                    <a:lnTo>
                      <a:pt x="69" y="71"/>
                    </a:lnTo>
                    <a:lnTo>
                      <a:pt x="65" y="63"/>
                    </a:lnTo>
                    <a:lnTo>
                      <a:pt x="60" y="55"/>
                    </a:lnTo>
                    <a:lnTo>
                      <a:pt x="56" y="4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8" name="Freeform 149">
                <a:extLst>
                  <a:ext uri="{FF2B5EF4-FFF2-40B4-BE49-F238E27FC236}">
                    <a16:creationId xmlns:a16="http://schemas.microsoft.com/office/drawing/2014/main" id="{61153BD0-AA35-426E-BC00-FF053F876BE2}"/>
                  </a:ext>
                </a:extLst>
              </p:cNvPr>
              <p:cNvSpPr>
                <a:spLocks/>
              </p:cNvSpPr>
              <p:nvPr/>
            </p:nvSpPr>
            <p:spPr bwMode="auto">
              <a:xfrm>
                <a:off x="3629" y="3167"/>
                <a:ext cx="24" cy="77"/>
              </a:xfrm>
              <a:custGeom>
                <a:avLst/>
                <a:gdLst>
                  <a:gd name="T0" fmla="*/ 0 w 42"/>
                  <a:gd name="T1" fmla="*/ 0 h 140"/>
                  <a:gd name="T2" fmla="*/ 3 w 42"/>
                  <a:gd name="T3" fmla="*/ 14 h 140"/>
                  <a:gd name="T4" fmla="*/ 5 w 42"/>
                  <a:gd name="T5" fmla="*/ 28 h 140"/>
                  <a:gd name="T6" fmla="*/ 5 w 42"/>
                  <a:gd name="T7" fmla="*/ 41 h 140"/>
                  <a:gd name="T8" fmla="*/ 4 w 42"/>
                  <a:gd name="T9" fmla="*/ 51 h 140"/>
                  <a:gd name="T10" fmla="*/ 3 w 42"/>
                  <a:gd name="T11" fmla="*/ 58 h 140"/>
                  <a:gd name="T12" fmla="*/ 4 w 42"/>
                  <a:gd name="T13" fmla="*/ 67 h 140"/>
                  <a:gd name="T14" fmla="*/ 6 w 42"/>
                  <a:gd name="T15" fmla="*/ 74 h 140"/>
                  <a:gd name="T16" fmla="*/ 13 w 42"/>
                  <a:gd name="T17" fmla="*/ 77 h 140"/>
                  <a:gd name="T18" fmla="*/ 19 w 42"/>
                  <a:gd name="T19" fmla="*/ 73 h 140"/>
                  <a:gd name="T20" fmla="*/ 23 w 42"/>
                  <a:gd name="T21" fmla="*/ 64 h 140"/>
                  <a:gd name="T22" fmla="*/ 24 w 42"/>
                  <a:gd name="T23" fmla="*/ 53 h 140"/>
                  <a:gd name="T24" fmla="*/ 22 w 42"/>
                  <a:gd name="T25" fmla="*/ 45 h 140"/>
                  <a:gd name="T26" fmla="*/ 20 w 42"/>
                  <a:gd name="T27" fmla="*/ 41 h 140"/>
                  <a:gd name="T28" fmla="*/ 18 w 42"/>
                  <a:gd name="T29" fmla="*/ 36 h 140"/>
                  <a:gd name="T30" fmla="*/ 15 w 42"/>
                  <a:gd name="T31" fmla="*/ 29 h 140"/>
                  <a:gd name="T32" fmla="*/ 11 w 42"/>
                  <a:gd name="T33" fmla="*/ 23 h 140"/>
                  <a:gd name="T34" fmla="*/ 8 w 42"/>
                  <a:gd name="T35" fmla="*/ 16 h 140"/>
                  <a:gd name="T36" fmla="*/ 5 w 42"/>
                  <a:gd name="T37" fmla="*/ 10 h 140"/>
                  <a:gd name="T38" fmla="*/ 2 w 42"/>
                  <a:gd name="T39" fmla="*/ 4 h 140"/>
                  <a:gd name="T40" fmla="*/ 0 w 42"/>
                  <a:gd name="T41" fmla="*/ 0 h 1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40">
                    <a:moveTo>
                      <a:pt x="0" y="0"/>
                    </a:moveTo>
                    <a:lnTo>
                      <a:pt x="5" y="25"/>
                    </a:lnTo>
                    <a:lnTo>
                      <a:pt x="9" y="50"/>
                    </a:lnTo>
                    <a:lnTo>
                      <a:pt x="8" y="75"/>
                    </a:lnTo>
                    <a:lnTo>
                      <a:pt x="7" y="93"/>
                    </a:lnTo>
                    <a:lnTo>
                      <a:pt x="5" y="106"/>
                    </a:lnTo>
                    <a:lnTo>
                      <a:pt x="7" y="122"/>
                    </a:lnTo>
                    <a:lnTo>
                      <a:pt x="11" y="135"/>
                    </a:lnTo>
                    <a:lnTo>
                      <a:pt x="23" y="140"/>
                    </a:lnTo>
                    <a:lnTo>
                      <a:pt x="34" y="133"/>
                    </a:lnTo>
                    <a:lnTo>
                      <a:pt x="40" y="116"/>
                    </a:lnTo>
                    <a:lnTo>
                      <a:pt x="42" y="96"/>
                    </a:lnTo>
                    <a:lnTo>
                      <a:pt x="39" y="81"/>
                    </a:lnTo>
                    <a:lnTo>
                      <a:pt x="35" y="74"/>
                    </a:lnTo>
                    <a:lnTo>
                      <a:pt x="31" y="65"/>
                    </a:lnTo>
                    <a:lnTo>
                      <a:pt x="26" y="53"/>
                    </a:lnTo>
                    <a:lnTo>
                      <a:pt x="19" y="42"/>
                    </a:lnTo>
                    <a:lnTo>
                      <a:pt x="14" y="29"/>
                    </a:lnTo>
                    <a:lnTo>
                      <a:pt x="8" y="18"/>
                    </a:lnTo>
                    <a:lnTo>
                      <a:pt x="3"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9" name="Freeform 150">
                <a:extLst>
                  <a:ext uri="{FF2B5EF4-FFF2-40B4-BE49-F238E27FC236}">
                    <a16:creationId xmlns:a16="http://schemas.microsoft.com/office/drawing/2014/main" id="{10304A62-4255-4CB6-BD31-750257AE4E4F}"/>
                  </a:ext>
                </a:extLst>
              </p:cNvPr>
              <p:cNvSpPr>
                <a:spLocks/>
              </p:cNvSpPr>
              <p:nvPr/>
            </p:nvSpPr>
            <p:spPr bwMode="auto">
              <a:xfrm>
                <a:off x="3818" y="3295"/>
                <a:ext cx="127" cy="96"/>
              </a:xfrm>
              <a:custGeom>
                <a:avLst/>
                <a:gdLst>
                  <a:gd name="T0" fmla="*/ 36 w 232"/>
                  <a:gd name="T1" fmla="*/ 0 h 175"/>
                  <a:gd name="T2" fmla="*/ 24 w 232"/>
                  <a:gd name="T3" fmla="*/ 3 h 175"/>
                  <a:gd name="T4" fmla="*/ 13 w 232"/>
                  <a:gd name="T5" fmla="*/ 10 h 175"/>
                  <a:gd name="T6" fmla="*/ 4 w 232"/>
                  <a:gd name="T7" fmla="*/ 19 h 175"/>
                  <a:gd name="T8" fmla="*/ 5 w 232"/>
                  <a:gd name="T9" fmla="*/ 22 h 175"/>
                  <a:gd name="T10" fmla="*/ 13 w 232"/>
                  <a:gd name="T11" fmla="*/ 23 h 175"/>
                  <a:gd name="T12" fmla="*/ 19 w 232"/>
                  <a:gd name="T13" fmla="*/ 24 h 175"/>
                  <a:gd name="T14" fmla="*/ 25 w 232"/>
                  <a:gd name="T15" fmla="*/ 24 h 175"/>
                  <a:gd name="T16" fmla="*/ 30 w 232"/>
                  <a:gd name="T17" fmla="*/ 28 h 175"/>
                  <a:gd name="T18" fmla="*/ 31 w 232"/>
                  <a:gd name="T19" fmla="*/ 38 h 175"/>
                  <a:gd name="T20" fmla="*/ 36 w 232"/>
                  <a:gd name="T21" fmla="*/ 44 h 175"/>
                  <a:gd name="T22" fmla="*/ 39 w 232"/>
                  <a:gd name="T23" fmla="*/ 50 h 175"/>
                  <a:gd name="T24" fmla="*/ 39 w 232"/>
                  <a:gd name="T25" fmla="*/ 57 h 175"/>
                  <a:gd name="T26" fmla="*/ 39 w 232"/>
                  <a:gd name="T27" fmla="*/ 63 h 175"/>
                  <a:gd name="T28" fmla="*/ 42 w 232"/>
                  <a:gd name="T29" fmla="*/ 67 h 175"/>
                  <a:gd name="T30" fmla="*/ 50 w 232"/>
                  <a:gd name="T31" fmla="*/ 72 h 175"/>
                  <a:gd name="T32" fmla="*/ 57 w 232"/>
                  <a:gd name="T33" fmla="*/ 79 h 175"/>
                  <a:gd name="T34" fmla="*/ 63 w 232"/>
                  <a:gd name="T35" fmla="*/ 85 h 175"/>
                  <a:gd name="T36" fmla="*/ 69 w 232"/>
                  <a:gd name="T37" fmla="*/ 85 h 175"/>
                  <a:gd name="T38" fmla="*/ 73 w 232"/>
                  <a:gd name="T39" fmla="*/ 76 h 175"/>
                  <a:gd name="T40" fmla="*/ 71 w 232"/>
                  <a:gd name="T41" fmla="*/ 70 h 175"/>
                  <a:gd name="T42" fmla="*/ 65 w 232"/>
                  <a:gd name="T43" fmla="*/ 64 h 175"/>
                  <a:gd name="T44" fmla="*/ 60 w 232"/>
                  <a:gd name="T45" fmla="*/ 57 h 175"/>
                  <a:gd name="T46" fmla="*/ 58 w 232"/>
                  <a:gd name="T47" fmla="*/ 49 h 175"/>
                  <a:gd name="T48" fmla="*/ 66 w 232"/>
                  <a:gd name="T49" fmla="*/ 44 h 175"/>
                  <a:gd name="T50" fmla="*/ 78 w 232"/>
                  <a:gd name="T51" fmla="*/ 52 h 175"/>
                  <a:gd name="T52" fmla="*/ 89 w 232"/>
                  <a:gd name="T53" fmla="*/ 69 h 175"/>
                  <a:gd name="T54" fmla="*/ 96 w 232"/>
                  <a:gd name="T55" fmla="*/ 85 h 175"/>
                  <a:gd name="T56" fmla="*/ 99 w 232"/>
                  <a:gd name="T57" fmla="*/ 94 h 175"/>
                  <a:gd name="T58" fmla="*/ 107 w 232"/>
                  <a:gd name="T59" fmla="*/ 96 h 175"/>
                  <a:gd name="T60" fmla="*/ 112 w 232"/>
                  <a:gd name="T61" fmla="*/ 94 h 175"/>
                  <a:gd name="T62" fmla="*/ 112 w 232"/>
                  <a:gd name="T63" fmla="*/ 88 h 175"/>
                  <a:gd name="T64" fmla="*/ 114 w 232"/>
                  <a:gd name="T65" fmla="*/ 85 h 175"/>
                  <a:gd name="T66" fmla="*/ 119 w 232"/>
                  <a:gd name="T67" fmla="*/ 80 h 175"/>
                  <a:gd name="T68" fmla="*/ 124 w 232"/>
                  <a:gd name="T69" fmla="*/ 70 h 175"/>
                  <a:gd name="T70" fmla="*/ 127 w 232"/>
                  <a:gd name="T71" fmla="*/ 55 h 175"/>
                  <a:gd name="T72" fmla="*/ 127 w 232"/>
                  <a:gd name="T73" fmla="*/ 44 h 175"/>
                  <a:gd name="T74" fmla="*/ 126 w 232"/>
                  <a:gd name="T75" fmla="*/ 33 h 175"/>
                  <a:gd name="T76" fmla="*/ 122 w 232"/>
                  <a:gd name="T77" fmla="*/ 27 h 175"/>
                  <a:gd name="T78" fmla="*/ 114 w 232"/>
                  <a:gd name="T79" fmla="*/ 20 h 175"/>
                  <a:gd name="T80" fmla="*/ 107 w 232"/>
                  <a:gd name="T81" fmla="*/ 16 h 175"/>
                  <a:gd name="T82" fmla="*/ 99 w 232"/>
                  <a:gd name="T83" fmla="*/ 14 h 175"/>
                  <a:gd name="T84" fmla="*/ 89 w 232"/>
                  <a:gd name="T85" fmla="*/ 11 h 175"/>
                  <a:gd name="T86" fmla="*/ 78 w 232"/>
                  <a:gd name="T87" fmla="*/ 8 h 175"/>
                  <a:gd name="T88" fmla="*/ 71 w 232"/>
                  <a:gd name="T89" fmla="*/ 7 h 175"/>
                  <a:gd name="T90" fmla="*/ 61 w 232"/>
                  <a:gd name="T91" fmla="*/ 4 h 175"/>
                  <a:gd name="T92" fmla="*/ 52 w 232"/>
                  <a:gd name="T93" fmla="*/ 2 h 175"/>
                  <a:gd name="T94" fmla="*/ 44 w 232"/>
                  <a:gd name="T95" fmla="*/ 0 h 17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 h="175">
                    <a:moveTo>
                      <a:pt x="74" y="0"/>
                    </a:moveTo>
                    <a:lnTo>
                      <a:pt x="65" y="0"/>
                    </a:lnTo>
                    <a:lnTo>
                      <a:pt x="54" y="2"/>
                    </a:lnTo>
                    <a:lnTo>
                      <a:pt x="44" y="6"/>
                    </a:lnTo>
                    <a:lnTo>
                      <a:pt x="34" y="12"/>
                    </a:lnTo>
                    <a:lnTo>
                      <a:pt x="24" y="19"/>
                    </a:lnTo>
                    <a:lnTo>
                      <a:pt x="15" y="27"/>
                    </a:lnTo>
                    <a:lnTo>
                      <a:pt x="7" y="35"/>
                    </a:lnTo>
                    <a:lnTo>
                      <a:pt x="0" y="43"/>
                    </a:lnTo>
                    <a:lnTo>
                      <a:pt x="10" y="41"/>
                    </a:lnTo>
                    <a:lnTo>
                      <a:pt x="16" y="41"/>
                    </a:lnTo>
                    <a:lnTo>
                      <a:pt x="23" y="42"/>
                    </a:lnTo>
                    <a:lnTo>
                      <a:pt x="30" y="44"/>
                    </a:lnTo>
                    <a:lnTo>
                      <a:pt x="35" y="43"/>
                    </a:lnTo>
                    <a:lnTo>
                      <a:pt x="41" y="43"/>
                    </a:lnTo>
                    <a:lnTo>
                      <a:pt x="46" y="43"/>
                    </a:lnTo>
                    <a:lnTo>
                      <a:pt x="51" y="45"/>
                    </a:lnTo>
                    <a:lnTo>
                      <a:pt x="54" y="51"/>
                    </a:lnTo>
                    <a:lnTo>
                      <a:pt x="57" y="59"/>
                    </a:lnTo>
                    <a:lnTo>
                      <a:pt x="57" y="69"/>
                    </a:lnTo>
                    <a:lnTo>
                      <a:pt x="57" y="82"/>
                    </a:lnTo>
                    <a:lnTo>
                      <a:pt x="65" y="81"/>
                    </a:lnTo>
                    <a:lnTo>
                      <a:pt x="69" y="85"/>
                    </a:lnTo>
                    <a:lnTo>
                      <a:pt x="72" y="92"/>
                    </a:lnTo>
                    <a:lnTo>
                      <a:pt x="72" y="100"/>
                    </a:lnTo>
                    <a:lnTo>
                      <a:pt x="72" y="104"/>
                    </a:lnTo>
                    <a:lnTo>
                      <a:pt x="71" y="108"/>
                    </a:lnTo>
                    <a:lnTo>
                      <a:pt x="71" y="114"/>
                    </a:lnTo>
                    <a:lnTo>
                      <a:pt x="69" y="120"/>
                    </a:lnTo>
                    <a:lnTo>
                      <a:pt x="76" y="122"/>
                    </a:lnTo>
                    <a:lnTo>
                      <a:pt x="83" y="127"/>
                    </a:lnTo>
                    <a:lnTo>
                      <a:pt x="91" y="132"/>
                    </a:lnTo>
                    <a:lnTo>
                      <a:pt x="98" y="137"/>
                    </a:lnTo>
                    <a:lnTo>
                      <a:pt x="105" y="144"/>
                    </a:lnTo>
                    <a:lnTo>
                      <a:pt x="111" y="150"/>
                    </a:lnTo>
                    <a:lnTo>
                      <a:pt x="115" y="155"/>
                    </a:lnTo>
                    <a:lnTo>
                      <a:pt x="118" y="159"/>
                    </a:lnTo>
                    <a:lnTo>
                      <a:pt x="126" y="155"/>
                    </a:lnTo>
                    <a:lnTo>
                      <a:pt x="130" y="146"/>
                    </a:lnTo>
                    <a:lnTo>
                      <a:pt x="133" y="138"/>
                    </a:lnTo>
                    <a:lnTo>
                      <a:pt x="132" y="132"/>
                    </a:lnTo>
                    <a:lnTo>
                      <a:pt x="129" y="128"/>
                    </a:lnTo>
                    <a:lnTo>
                      <a:pt x="125" y="123"/>
                    </a:lnTo>
                    <a:lnTo>
                      <a:pt x="119" y="117"/>
                    </a:lnTo>
                    <a:lnTo>
                      <a:pt x="113" y="110"/>
                    </a:lnTo>
                    <a:lnTo>
                      <a:pt x="109" y="103"/>
                    </a:lnTo>
                    <a:lnTo>
                      <a:pt x="106" y="96"/>
                    </a:lnTo>
                    <a:lnTo>
                      <a:pt x="106" y="89"/>
                    </a:lnTo>
                    <a:lnTo>
                      <a:pt x="111" y="83"/>
                    </a:lnTo>
                    <a:lnTo>
                      <a:pt x="120" y="80"/>
                    </a:lnTo>
                    <a:lnTo>
                      <a:pt x="132" y="84"/>
                    </a:lnTo>
                    <a:lnTo>
                      <a:pt x="142" y="95"/>
                    </a:lnTo>
                    <a:lnTo>
                      <a:pt x="152" y="108"/>
                    </a:lnTo>
                    <a:lnTo>
                      <a:pt x="163" y="125"/>
                    </a:lnTo>
                    <a:lnTo>
                      <a:pt x="170" y="141"/>
                    </a:lnTo>
                    <a:lnTo>
                      <a:pt x="175" y="155"/>
                    </a:lnTo>
                    <a:lnTo>
                      <a:pt x="179" y="165"/>
                    </a:lnTo>
                    <a:lnTo>
                      <a:pt x="181" y="172"/>
                    </a:lnTo>
                    <a:lnTo>
                      <a:pt x="188" y="174"/>
                    </a:lnTo>
                    <a:lnTo>
                      <a:pt x="195" y="175"/>
                    </a:lnTo>
                    <a:lnTo>
                      <a:pt x="203" y="174"/>
                    </a:lnTo>
                    <a:lnTo>
                      <a:pt x="205" y="171"/>
                    </a:lnTo>
                    <a:lnTo>
                      <a:pt x="205" y="165"/>
                    </a:lnTo>
                    <a:lnTo>
                      <a:pt x="204" y="160"/>
                    </a:lnTo>
                    <a:lnTo>
                      <a:pt x="203" y="157"/>
                    </a:lnTo>
                    <a:lnTo>
                      <a:pt x="209" y="155"/>
                    </a:lnTo>
                    <a:lnTo>
                      <a:pt x="215" y="150"/>
                    </a:lnTo>
                    <a:lnTo>
                      <a:pt x="218" y="145"/>
                    </a:lnTo>
                    <a:lnTo>
                      <a:pt x="223" y="140"/>
                    </a:lnTo>
                    <a:lnTo>
                      <a:pt x="227" y="128"/>
                    </a:lnTo>
                    <a:lnTo>
                      <a:pt x="231" y="114"/>
                    </a:lnTo>
                    <a:lnTo>
                      <a:pt x="232" y="100"/>
                    </a:lnTo>
                    <a:lnTo>
                      <a:pt x="232" y="88"/>
                    </a:lnTo>
                    <a:lnTo>
                      <a:pt x="232" y="80"/>
                    </a:lnTo>
                    <a:lnTo>
                      <a:pt x="232" y="69"/>
                    </a:lnTo>
                    <a:lnTo>
                      <a:pt x="230" y="60"/>
                    </a:lnTo>
                    <a:lnTo>
                      <a:pt x="227" y="53"/>
                    </a:lnTo>
                    <a:lnTo>
                      <a:pt x="223" y="49"/>
                    </a:lnTo>
                    <a:lnTo>
                      <a:pt x="217" y="43"/>
                    </a:lnTo>
                    <a:lnTo>
                      <a:pt x="209" y="37"/>
                    </a:lnTo>
                    <a:lnTo>
                      <a:pt x="201" y="32"/>
                    </a:lnTo>
                    <a:lnTo>
                      <a:pt x="195" y="30"/>
                    </a:lnTo>
                    <a:lnTo>
                      <a:pt x="188" y="28"/>
                    </a:lnTo>
                    <a:lnTo>
                      <a:pt x="180" y="26"/>
                    </a:lnTo>
                    <a:lnTo>
                      <a:pt x="171" y="22"/>
                    </a:lnTo>
                    <a:lnTo>
                      <a:pt x="162" y="20"/>
                    </a:lnTo>
                    <a:lnTo>
                      <a:pt x="152" y="16"/>
                    </a:lnTo>
                    <a:lnTo>
                      <a:pt x="143" y="14"/>
                    </a:lnTo>
                    <a:lnTo>
                      <a:pt x="136" y="13"/>
                    </a:lnTo>
                    <a:lnTo>
                      <a:pt x="129" y="12"/>
                    </a:lnTo>
                    <a:lnTo>
                      <a:pt x="121" y="9"/>
                    </a:lnTo>
                    <a:lnTo>
                      <a:pt x="112" y="7"/>
                    </a:lnTo>
                    <a:lnTo>
                      <a:pt x="104" y="5"/>
                    </a:lnTo>
                    <a:lnTo>
                      <a:pt x="95" y="4"/>
                    </a:lnTo>
                    <a:lnTo>
                      <a:pt x="87" y="1"/>
                    </a:lnTo>
                    <a:lnTo>
                      <a:pt x="80" y="0"/>
                    </a:lnTo>
                    <a:lnTo>
                      <a:pt x="74"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0" name="Freeform 151">
                <a:extLst>
                  <a:ext uri="{FF2B5EF4-FFF2-40B4-BE49-F238E27FC236}">
                    <a16:creationId xmlns:a16="http://schemas.microsoft.com/office/drawing/2014/main" id="{D7CA5A2A-BC5C-4E28-8D8D-427CA8CC5F45}"/>
                  </a:ext>
                </a:extLst>
              </p:cNvPr>
              <p:cNvSpPr>
                <a:spLocks/>
              </p:cNvSpPr>
              <p:nvPr/>
            </p:nvSpPr>
            <p:spPr bwMode="auto">
              <a:xfrm>
                <a:off x="3834" y="3302"/>
                <a:ext cx="96" cy="89"/>
              </a:xfrm>
              <a:custGeom>
                <a:avLst/>
                <a:gdLst>
                  <a:gd name="T0" fmla="*/ 95 w 175"/>
                  <a:gd name="T1" fmla="*/ 81 h 162"/>
                  <a:gd name="T2" fmla="*/ 96 w 175"/>
                  <a:gd name="T3" fmla="*/ 87 h 162"/>
                  <a:gd name="T4" fmla="*/ 91 w 175"/>
                  <a:gd name="T5" fmla="*/ 89 h 162"/>
                  <a:gd name="T6" fmla="*/ 83 w 175"/>
                  <a:gd name="T7" fmla="*/ 87 h 162"/>
                  <a:gd name="T8" fmla="*/ 80 w 175"/>
                  <a:gd name="T9" fmla="*/ 78 h 162"/>
                  <a:gd name="T10" fmla="*/ 73 w 175"/>
                  <a:gd name="T11" fmla="*/ 62 h 162"/>
                  <a:gd name="T12" fmla="*/ 61 w 175"/>
                  <a:gd name="T13" fmla="*/ 45 h 162"/>
                  <a:gd name="T14" fmla="*/ 49 w 175"/>
                  <a:gd name="T15" fmla="*/ 37 h 162"/>
                  <a:gd name="T16" fmla="*/ 42 w 175"/>
                  <a:gd name="T17" fmla="*/ 42 h 162"/>
                  <a:gd name="T18" fmla="*/ 43 w 175"/>
                  <a:gd name="T19" fmla="*/ 49 h 162"/>
                  <a:gd name="T20" fmla="*/ 49 w 175"/>
                  <a:gd name="T21" fmla="*/ 57 h 162"/>
                  <a:gd name="T22" fmla="*/ 54 w 175"/>
                  <a:gd name="T23" fmla="*/ 63 h 162"/>
                  <a:gd name="T24" fmla="*/ 57 w 175"/>
                  <a:gd name="T25" fmla="*/ 69 h 162"/>
                  <a:gd name="T26" fmla="*/ 53 w 175"/>
                  <a:gd name="T27" fmla="*/ 78 h 162"/>
                  <a:gd name="T28" fmla="*/ 47 w 175"/>
                  <a:gd name="T29" fmla="*/ 78 h 162"/>
                  <a:gd name="T30" fmla="*/ 41 w 175"/>
                  <a:gd name="T31" fmla="*/ 72 h 162"/>
                  <a:gd name="T32" fmla="*/ 33 w 175"/>
                  <a:gd name="T33" fmla="*/ 65 h 162"/>
                  <a:gd name="T34" fmla="*/ 25 w 175"/>
                  <a:gd name="T35" fmla="*/ 60 h 162"/>
                  <a:gd name="T36" fmla="*/ 22 w 175"/>
                  <a:gd name="T37" fmla="*/ 55 h 162"/>
                  <a:gd name="T38" fmla="*/ 23 w 175"/>
                  <a:gd name="T39" fmla="*/ 50 h 162"/>
                  <a:gd name="T40" fmla="*/ 23 w 175"/>
                  <a:gd name="T41" fmla="*/ 43 h 162"/>
                  <a:gd name="T42" fmla="*/ 19 w 175"/>
                  <a:gd name="T43" fmla="*/ 37 h 162"/>
                  <a:gd name="T44" fmla="*/ 15 w 175"/>
                  <a:gd name="T45" fmla="*/ 31 h 162"/>
                  <a:gd name="T46" fmla="*/ 13 w 175"/>
                  <a:gd name="T47" fmla="*/ 21 h 162"/>
                  <a:gd name="T48" fmla="*/ 9 w 175"/>
                  <a:gd name="T49" fmla="*/ 16 h 162"/>
                  <a:gd name="T50" fmla="*/ 3 w 175"/>
                  <a:gd name="T51" fmla="*/ 16 h 162"/>
                  <a:gd name="T52" fmla="*/ 2 w 175"/>
                  <a:gd name="T53" fmla="*/ 13 h 162"/>
                  <a:gd name="T54" fmla="*/ 8 w 175"/>
                  <a:gd name="T55" fmla="*/ 7 h 162"/>
                  <a:gd name="T56" fmla="*/ 16 w 175"/>
                  <a:gd name="T57" fmla="*/ 2 h 162"/>
                  <a:gd name="T58" fmla="*/ 25 w 175"/>
                  <a:gd name="T59" fmla="*/ 0 h 162"/>
                  <a:gd name="T60" fmla="*/ 36 w 175"/>
                  <a:gd name="T61" fmla="*/ 3 h 162"/>
                  <a:gd name="T62" fmla="*/ 45 w 175"/>
                  <a:gd name="T63" fmla="*/ 8 h 162"/>
                  <a:gd name="T64" fmla="*/ 53 w 175"/>
                  <a:gd name="T65" fmla="*/ 13 h 162"/>
                  <a:gd name="T66" fmla="*/ 60 w 175"/>
                  <a:gd name="T67" fmla="*/ 20 h 162"/>
                  <a:gd name="T68" fmla="*/ 67 w 175"/>
                  <a:gd name="T69" fmla="*/ 31 h 162"/>
                  <a:gd name="T70" fmla="*/ 75 w 175"/>
                  <a:gd name="T71" fmla="*/ 41 h 162"/>
                  <a:gd name="T72" fmla="*/ 81 w 175"/>
                  <a:gd name="T73" fmla="*/ 46 h 162"/>
                  <a:gd name="T74" fmla="*/ 87 w 175"/>
                  <a:gd name="T75" fmla="*/ 57 h 162"/>
                  <a:gd name="T76" fmla="*/ 89 w 175"/>
                  <a:gd name="T77" fmla="*/ 65 h 162"/>
                  <a:gd name="T78" fmla="*/ 92 w 175"/>
                  <a:gd name="T79" fmla="*/ 75 h 1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75" h="162">
                    <a:moveTo>
                      <a:pt x="173" y="144"/>
                    </a:moveTo>
                    <a:lnTo>
                      <a:pt x="174" y="147"/>
                    </a:lnTo>
                    <a:lnTo>
                      <a:pt x="175" y="152"/>
                    </a:lnTo>
                    <a:lnTo>
                      <a:pt x="175" y="158"/>
                    </a:lnTo>
                    <a:lnTo>
                      <a:pt x="173" y="161"/>
                    </a:lnTo>
                    <a:lnTo>
                      <a:pt x="165" y="162"/>
                    </a:lnTo>
                    <a:lnTo>
                      <a:pt x="158" y="161"/>
                    </a:lnTo>
                    <a:lnTo>
                      <a:pt x="151" y="159"/>
                    </a:lnTo>
                    <a:lnTo>
                      <a:pt x="149" y="152"/>
                    </a:lnTo>
                    <a:lnTo>
                      <a:pt x="145" y="142"/>
                    </a:lnTo>
                    <a:lnTo>
                      <a:pt x="140" y="128"/>
                    </a:lnTo>
                    <a:lnTo>
                      <a:pt x="133" y="112"/>
                    </a:lnTo>
                    <a:lnTo>
                      <a:pt x="122" y="95"/>
                    </a:lnTo>
                    <a:lnTo>
                      <a:pt x="112" y="82"/>
                    </a:lnTo>
                    <a:lnTo>
                      <a:pt x="102" y="71"/>
                    </a:lnTo>
                    <a:lnTo>
                      <a:pt x="90" y="67"/>
                    </a:lnTo>
                    <a:lnTo>
                      <a:pt x="81" y="70"/>
                    </a:lnTo>
                    <a:lnTo>
                      <a:pt x="76" y="76"/>
                    </a:lnTo>
                    <a:lnTo>
                      <a:pt x="76" y="83"/>
                    </a:lnTo>
                    <a:lnTo>
                      <a:pt x="79" y="90"/>
                    </a:lnTo>
                    <a:lnTo>
                      <a:pt x="83" y="97"/>
                    </a:lnTo>
                    <a:lnTo>
                      <a:pt x="89" y="104"/>
                    </a:lnTo>
                    <a:lnTo>
                      <a:pt x="95" y="110"/>
                    </a:lnTo>
                    <a:lnTo>
                      <a:pt x="99" y="115"/>
                    </a:lnTo>
                    <a:lnTo>
                      <a:pt x="102" y="119"/>
                    </a:lnTo>
                    <a:lnTo>
                      <a:pt x="103" y="125"/>
                    </a:lnTo>
                    <a:lnTo>
                      <a:pt x="100" y="133"/>
                    </a:lnTo>
                    <a:lnTo>
                      <a:pt x="96" y="142"/>
                    </a:lnTo>
                    <a:lnTo>
                      <a:pt x="88" y="146"/>
                    </a:lnTo>
                    <a:lnTo>
                      <a:pt x="85" y="142"/>
                    </a:lnTo>
                    <a:lnTo>
                      <a:pt x="81" y="137"/>
                    </a:lnTo>
                    <a:lnTo>
                      <a:pt x="75" y="131"/>
                    </a:lnTo>
                    <a:lnTo>
                      <a:pt x="68" y="124"/>
                    </a:lnTo>
                    <a:lnTo>
                      <a:pt x="61" y="119"/>
                    </a:lnTo>
                    <a:lnTo>
                      <a:pt x="53" y="114"/>
                    </a:lnTo>
                    <a:lnTo>
                      <a:pt x="46" y="109"/>
                    </a:lnTo>
                    <a:lnTo>
                      <a:pt x="39" y="107"/>
                    </a:lnTo>
                    <a:lnTo>
                      <a:pt x="41" y="101"/>
                    </a:lnTo>
                    <a:lnTo>
                      <a:pt x="41" y="95"/>
                    </a:lnTo>
                    <a:lnTo>
                      <a:pt x="42" y="91"/>
                    </a:lnTo>
                    <a:lnTo>
                      <a:pt x="42" y="87"/>
                    </a:lnTo>
                    <a:lnTo>
                      <a:pt x="42" y="79"/>
                    </a:lnTo>
                    <a:lnTo>
                      <a:pt x="39" y="72"/>
                    </a:lnTo>
                    <a:lnTo>
                      <a:pt x="35" y="68"/>
                    </a:lnTo>
                    <a:lnTo>
                      <a:pt x="27" y="69"/>
                    </a:lnTo>
                    <a:lnTo>
                      <a:pt x="27" y="56"/>
                    </a:lnTo>
                    <a:lnTo>
                      <a:pt x="27" y="46"/>
                    </a:lnTo>
                    <a:lnTo>
                      <a:pt x="24" y="38"/>
                    </a:lnTo>
                    <a:lnTo>
                      <a:pt x="21" y="32"/>
                    </a:lnTo>
                    <a:lnTo>
                      <a:pt x="16" y="30"/>
                    </a:lnTo>
                    <a:lnTo>
                      <a:pt x="11" y="30"/>
                    </a:lnTo>
                    <a:lnTo>
                      <a:pt x="5" y="30"/>
                    </a:lnTo>
                    <a:lnTo>
                      <a:pt x="0" y="31"/>
                    </a:lnTo>
                    <a:lnTo>
                      <a:pt x="4" y="24"/>
                    </a:lnTo>
                    <a:lnTo>
                      <a:pt x="8" y="18"/>
                    </a:lnTo>
                    <a:lnTo>
                      <a:pt x="15" y="13"/>
                    </a:lnTo>
                    <a:lnTo>
                      <a:pt x="22" y="7"/>
                    </a:lnTo>
                    <a:lnTo>
                      <a:pt x="30" y="3"/>
                    </a:lnTo>
                    <a:lnTo>
                      <a:pt x="38" y="1"/>
                    </a:lnTo>
                    <a:lnTo>
                      <a:pt x="46" y="0"/>
                    </a:lnTo>
                    <a:lnTo>
                      <a:pt x="56" y="2"/>
                    </a:lnTo>
                    <a:lnTo>
                      <a:pt x="65" y="6"/>
                    </a:lnTo>
                    <a:lnTo>
                      <a:pt x="73" y="9"/>
                    </a:lnTo>
                    <a:lnTo>
                      <a:pt x="82" y="14"/>
                    </a:lnTo>
                    <a:lnTo>
                      <a:pt x="90" y="18"/>
                    </a:lnTo>
                    <a:lnTo>
                      <a:pt x="97" y="24"/>
                    </a:lnTo>
                    <a:lnTo>
                      <a:pt x="104" y="30"/>
                    </a:lnTo>
                    <a:lnTo>
                      <a:pt x="110" y="37"/>
                    </a:lnTo>
                    <a:lnTo>
                      <a:pt x="114" y="44"/>
                    </a:lnTo>
                    <a:lnTo>
                      <a:pt x="122" y="56"/>
                    </a:lnTo>
                    <a:lnTo>
                      <a:pt x="130" y="67"/>
                    </a:lnTo>
                    <a:lnTo>
                      <a:pt x="136" y="74"/>
                    </a:lnTo>
                    <a:lnTo>
                      <a:pt x="142" y="78"/>
                    </a:lnTo>
                    <a:lnTo>
                      <a:pt x="148" y="84"/>
                    </a:lnTo>
                    <a:lnTo>
                      <a:pt x="153" y="93"/>
                    </a:lnTo>
                    <a:lnTo>
                      <a:pt x="158" y="104"/>
                    </a:lnTo>
                    <a:lnTo>
                      <a:pt x="160" y="112"/>
                    </a:lnTo>
                    <a:lnTo>
                      <a:pt x="162" y="119"/>
                    </a:lnTo>
                    <a:lnTo>
                      <a:pt x="165" y="128"/>
                    </a:lnTo>
                    <a:lnTo>
                      <a:pt x="168" y="137"/>
                    </a:lnTo>
                    <a:lnTo>
                      <a:pt x="173"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1" name="Freeform 152">
                <a:extLst>
                  <a:ext uri="{FF2B5EF4-FFF2-40B4-BE49-F238E27FC236}">
                    <a16:creationId xmlns:a16="http://schemas.microsoft.com/office/drawing/2014/main" id="{678177BC-F2CF-46DA-B03D-FAAAC73DA83E}"/>
                  </a:ext>
                </a:extLst>
              </p:cNvPr>
              <p:cNvSpPr>
                <a:spLocks/>
              </p:cNvSpPr>
              <p:nvPr/>
            </p:nvSpPr>
            <p:spPr bwMode="auto">
              <a:xfrm>
                <a:off x="3927" y="3313"/>
                <a:ext cx="18" cy="30"/>
              </a:xfrm>
              <a:custGeom>
                <a:avLst/>
                <a:gdLst>
                  <a:gd name="T0" fmla="*/ 18 w 31"/>
                  <a:gd name="T1" fmla="*/ 30 h 56"/>
                  <a:gd name="T2" fmla="*/ 18 w 31"/>
                  <a:gd name="T3" fmla="*/ 26 h 56"/>
                  <a:gd name="T4" fmla="*/ 18 w 31"/>
                  <a:gd name="T5" fmla="*/ 20 h 56"/>
                  <a:gd name="T6" fmla="*/ 17 w 31"/>
                  <a:gd name="T7" fmla="*/ 15 h 56"/>
                  <a:gd name="T8" fmla="*/ 15 w 31"/>
                  <a:gd name="T9" fmla="*/ 11 h 56"/>
                  <a:gd name="T10" fmla="*/ 13 w 31"/>
                  <a:gd name="T11" fmla="*/ 9 h 56"/>
                  <a:gd name="T12" fmla="*/ 9 w 31"/>
                  <a:gd name="T13" fmla="*/ 6 h 56"/>
                  <a:gd name="T14" fmla="*/ 5 w 31"/>
                  <a:gd name="T15" fmla="*/ 3 h 56"/>
                  <a:gd name="T16" fmla="*/ 0 w 31"/>
                  <a:gd name="T17" fmla="*/ 0 h 56"/>
                  <a:gd name="T18" fmla="*/ 2 w 31"/>
                  <a:gd name="T19" fmla="*/ 5 h 56"/>
                  <a:gd name="T20" fmla="*/ 6 w 31"/>
                  <a:gd name="T21" fmla="*/ 11 h 56"/>
                  <a:gd name="T22" fmla="*/ 9 w 31"/>
                  <a:gd name="T23" fmla="*/ 16 h 56"/>
                  <a:gd name="T24" fmla="*/ 11 w 31"/>
                  <a:gd name="T25" fmla="*/ 20 h 56"/>
                  <a:gd name="T26" fmla="*/ 13 w 31"/>
                  <a:gd name="T27" fmla="*/ 23 h 56"/>
                  <a:gd name="T28" fmla="*/ 15 w 31"/>
                  <a:gd name="T29" fmla="*/ 26 h 56"/>
                  <a:gd name="T30" fmla="*/ 17 w 31"/>
                  <a:gd name="T31" fmla="*/ 28 h 56"/>
                  <a:gd name="T32" fmla="*/ 18 w 31"/>
                  <a:gd name="T33" fmla="*/ 3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1" h="56">
                    <a:moveTo>
                      <a:pt x="31" y="56"/>
                    </a:moveTo>
                    <a:lnTo>
                      <a:pt x="31" y="48"/>
                    </a:lnTo>
                    <a:lnTo>
                      <a:pt x="31" y="37"/>
                    </a:lnTo>
                    <a:lnTo>
                      <a:pt x="29" y="28"/>
                    </a:lnTo>
                    <a:lnTo>
                      <a:pt x="26" y="21"/>
                    </a:lnTo>
                    <a:lnTo>
                      <a:pt x="22" y="17"/>
                    </a:lnTo>
                    <a:lnTo>
                      <a:pt x="16" y="11"/>
                    </a:lnTo>
                    <a:lnTo>
                      <a:pt x="8" y="5"/>
                    </a:lnTo>
                    <a:lnTo>
                      <a:pt x="0" y="0"/>
                    </a:lnTo>
                    <a:lnTo>
                      <a:pt x="4" y="10"/>
                    </a:lnTo>
                    <a:lnTo>
                      <a:pt x="10" y="20"/>
                    </a:lnTo>
                    <a:lnTo>
                      <a:pt x="16" y="30"/>
                    </a:lnTo>
                    <a:lnTo>
                      <a:pt x="19" y="37"/>
                    </a:lnTo>
                    <a:lnTo>
                      <a:pt x="23" y="43"/>
                    </a:lnTo>
                    <a:lnTo>
                      <a:pt x="26" y="48"/>
                    </a:lnTo>
                    <a:lnTo>
                      <a:pt x="29" y="52"/>
                    </a:lnTo>
                    <a:lnTo>
                      <a:pt x="31" y="5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2" name="Freeform 153">
                <a:extLst>
                  <a:ext uri="{FF2B5EF4-FFF2-40B4-BE49-F238E27FC236}">
                    <a16:creationId xmlns:a16="http://schemas.microsoft.com/office/drawing/2014/main" id="{9B7B257A-304D-46D3-A6F1-87BA485CE1D0}"/>
                  </a:ext>
                </a:extLst>
              </p:cNvPr>
              <p:cNvSpPr>
                <a:spLocks/>
              </p:cNvSpPr>
              <p:nvPr/>
            </p:nvSpPr>
            <p:spPr bwMode="auto">
              <a:xfrm>
                <a:off x="3904" y="3319"/>
                <a:ext cx="27" cy="53"/>
              </a:xfrm>
              <a:custGeom>
                <a:avLst/>
                <a:gdLst>
                  <a:gd name="T0" fmla="*/ 0 w 50"/>
                  <a:gd name="T1" fmla="*/ 0 h 96"/>
                  <a:gd name="T2" fmla="*/ 4 w 50"/>
                  <a:gd name="T3" fmla="*/ 2 h 96"/>
                  <a:gd name="T4" fmla="*/ 8 w 50"/>
                  <a:gd name="T5" fmla="*/ 5 h 96"/>
                  <a:gd name="T6" fmla="*/ 12 w 50"/>
                  <a:gd name="T7" fmla="*/ 9 h 96"/>
                  <a:gd name="T8" fmla="*/ 16 w 50"/>
                  <a:gd name="T9" fmla="*/ 14 h 96"/>
                  <a:gd name="T10" fmla="*/ 20 w 50"/>
                  <a:gd name="T11" fmla="*/ 19 h 96"/>
                  <a:gd name="T12" fmla="*/ 24 w 50"/>
                  <a:gd name="T13" fmla="*/ 23 h 96"/>
                  <a:gd name="T14" fmla="*/ 25 w 50"/>
                  <a:gd name="T15" fmla="*/ 26 h 96"/>
                  <a:gd name="T16" fmla="*/ 27 w 50"/>
                  <a:gd name="T17" fmla="*/ 28 h 96"/>
                  <a:gd name="T18" fmla="*/ 27 w 50"/>
                  <a:gd name="T19" fmla="*/ 33 h 96"/>
                  <a:gd name="T20" fmla="*/ 27 w 50"/>
                  <a:gd name="T21" fmla="*/ 39 h 96"/>
                  <a:gd name="T22" fmla="*/ 26 w 50"/>
                  <a:gd name="T23" fmla="*/ 47 h 96"/>
                  <a:gd name="T24" fmla="*/ 25 w 50"/>
                  <a:gd name="T25" fmla="*/ 53 h 96"/>
                  <a:gd name="T26" fmla="*/ 23 w 50"/>
                  <a:gd name="T27" fmla="*/ 45 h 96"/>
                  <a:gd name="T28" fmla="*/ 21 w 50"/>
                  <a:gd name="T29" fmla="*/ 36 h 96"/>
                  <a:gd name="T30" fmla="*/ 17 w 50"/>
                  <a:gd name="T31" fmla="*/ 29 h 96"/>
                  <a:gd name="T32" fmla="*/ 16 w 50"/>
                  <a:gd name="T33" fmla="*/ 25 h 96"/>
                  <a:gd name="T34" fmla="*/ 13 w 50"/>
                  <a:gd name="T35" fmla="*/ 22 h 96"/>
                  <a:gd name="T36" fmla="*/ 9 w 50"/>
                  <a:gd name="T37" fmla="*/ 17 h 96"/>
                  <a:gd name="T38" fmla="*/ 5 w 50"/>
                  <a:gd name="T39" fmla="*/ 13 h 96"/>
                  <a:gd name="T40" fmla="*/ 3 w 50"/>
                  <a:gd name="T41" fmla="*/ 9 h 96"/>
                  <a:gd name="T42" fmla="*/ 3 w 50"/>
                  <a:gd name="T43" fmla="*/ 8 h 96"/>
                  <a:gd name="T44" fmla="*/ 2 w 50"/>
                  <a:gd name="T45" fmla="*/ 6 h 96"/>
                  <a:gd name="T46" fmla="*/ 1 w 50"/>
                  <a:gd name="T47" fmla="*/ 3 h 96"/>
                  <a:gd name="T48" fmla="*/ 0 w 50"/>
                  <a:gd name="T49" fmla="*/ 0 h 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 h="96">
                    <a:moveTo>
                      <a:pt x="0" y="0"/>
                    </a:moveTo>
                    <a:lnTo>
                      <a:pt x="7" y="3"/>
                    </a:lnTo>
                    <a:lnTo>
                      <a:pt x="14" y="9"/>
                    </a:lnTo>
                    <a:lnTo>
                      <a:pt x="22" y="17"/>
                    </a:lnTo>
                    <a:lnTo>
                      <a:pt x="30" y="25"/>
                    </a:lnTo>
                    <a:lnTo>
                      <a:pt x="37" y="35"/>
                    </a:lnTo>
                    <a:lnTo>
                      <a:pt x="44" y="41"/>
                    </a:lnTo>
                    <a:lnTo>
                      <a:pt x="47" y="47"/>
                    </a:lnTo>
                    <a:lnTo>
                      <a:pt x="50" y="51"/>
                    </a:lnTo>
                    <a:lnTo>
                      <a:pt x="50" y="59"/>
                    </a:lnTo>
                    <a:lnTo>
                      <a:pt x="50" y="71"/>
                    </a:lnTo>
                    <a:lnTo>
                      <a:pt x="48" y="86"/>
                    </a:lnTo>
                    <a:lnTo>
                      <a:pt x="46" y="96"/>
                    </a:lnTo>
                    <a:lnTo>
                      <a:pt x="43" y="81"/>
                    </a:lnTo>
                    <a:lnTo>
                      <a:pt x="38" y="66"/>
                    </a:lnTo>
                    <a:lnTo>
                      <a:pt x="32" y="53"/>
                    </a:lnTo>
                    <a:lnTo>
                      <a:pt x="29" y="46"/>
                    </a:lnTo>
                    <a:lnTo>
                      <a:pt x="24" y="40"/>
                    </a:lnTo>
                    <a:lnTo>
                      <a:pt x="17" y="31"/>
                    </a:lnTo>
                    <a:lnTo>
                      <a:pt x="10" y="23"/>
                    </a:lnTo>
                    <a:lnTo>
                      <a:pt x="6" y="17"/>
                    </a:lnTo>
                    <a:lnTo>
                      <a:pt x="5" y="14"/>
                    </a:lnTo>
                    <a:lnTo>
                      <a:pt x="4" y="10"/>
                    </a:lnTo>
                    <a:lnTo>
                      <a:pt x="2" y="6"/>
                    </a:lnTo>
                    <a:lnTo>
                      <a:pt x="0"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27653" name="Group 154">
            <a:extLst>
              <a:ext uri="{FF2B5EF4-FFF2-40B4-BE49-F238E27FC236}">
                <a16:creationId xmlns:a16="http://schemas.microsoft.com/office/drawing/2014/main" id="{F0D19267-577F-473C-A0B2-C3FF98FE46D2}"/>
              </a:ext>
            </a:extLst>
          </p:cNvPr>
          <p:cNvGrpSpPr>
            <a:grpSpLocks/>
          </p:cNvGrpSpPr>
          <p:nvPr/>
        </p:nvGrpSpPr>
        <p:grpSpPr bwMode="auto">
          <a:xfrm>
            <a:off x="1660525" y="5184775"/>
            <a:ext cx="1676400" cy="1117600"/>
            <a:chOff x="1521" y="3414"/>
            <a:chExt cx="1071" cy="714"/>
          </a:xfrm>
        </p:grpSpPr>
        <p:sp>
          <p:nvSpPr>
            <p:cNvPr id="27654" name="Rectangle 155" descr="PP_blue_background">
              <a:extLst>
                <a:ext uri="{FF2B5EF4-FFF2-40B4-BE49-F238E27FC236}">
                  <a16:creationId xmlns:a16="http://schemas.microsoft.com/office/drawing/2014/main" id="{14F7A331-0D72-4DFF-90FF-311322B1347F}"/>
                </a:ext>
              </a:extLst>
            </p:cNvPr>
            <p:cNvSpPr>
              <a:spLocks noChangeArrowheads="1"/>
            </p:cNvSpPr>
            <p:nvPr/>
          </p:nvSpPr>
          <p:spPr bwMode="auto">
            <a:xfrm>
              <a:off x="1521" y="3414"/>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5" name="AutoShape 156">
              <a:extLst>
                <a:ext uri="{FF2B5EF4-FFF2-40B4-BE49-F238E27FC236}">
                  <a16:creationId xmlns:a16="http://schemas.microsoft.com/office/drawing/2014/main" id="{F5D70F78-9B44-4CE6-BCD3-DE3D76587960}"/>
                </a:ext>
              </a:extLst>
            </p:cNvPr>
            <p:cNvSpPr>
              <a:spLocks noChangeArrowheads="1"/>
            </p:cNvSpPr>
            <p:nvPr/>
          </p:nvSpPr>
          <p:spPr bwMode="auto">
            <a:xfrm flipH="1">
              <a:off x="2171" y="3677"/>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6" name="Rectangle 157">
              <a:extLst>
                <a:ext uri="{FF2B5EF4-FFF2-40B4-BE49-F238E27FC236}">
                  <a16:creationId xmlns:a16="http://schemas.microsoft.com/office/drawing/2014/main" id="{D80E6316-835F-46CB-9D1B-0D14B9A155C5}"/>
                </a:ext>
              </a:extLst>
            </p:cNvPr>
            <p:cNvSpPr>
              <a:spLocks noChangeArrowheads="1"/>
            </p:cNvSpPr>
            <p:nvPr/>
          </p:nvSpPr>
          <p:spPr bwMode="auto">
            <a:xfrm>
              <a:off x="1544" y="3429"/>
              <a:ext cx="943"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Task Demo/Exercise</a:t>
              </a:r>
            </a:p>
          </p:txBody>
        </p:sp>
        <p:grpSp>
          <p:nvGrpSpPr>
            <p:cNvPr id="27657" name="Group 158">
              <a:extLst>
                <a:ext uri="{FF2B5EF4-FFF2-40B4-BE49-F238E27FC236}">
                  <a16:creationId xmlns:a16="http://schemas.microsoft.com/office/drawing/2014/main" id="{A443341A-56A2-4412-8E6F-0F93D10EFA93}"/>
                </a:ext>
              </a:extLst>
            </p:cNvPr>
            <p:cNvGrpSpPr>
              <a:grpSpLocks/>
            </p:cNvGrpSpPr>
            <p:nvPr/>
          </p:nvGrpSpPr>
          <p:grpSpPr bwMode="auto">
            <a:xfrm>
              <a:off x="2228" y="3739"/>
              <a:ext cx="334" cy="348"/>
              <a:chOff x="3456" y="2208"/>
              <a:chExt cx="1331" cy="1392"/>
            </a:xfrm>
          </p:grpSpPr>
          <p:sp>
            <p:nvSpPr>
              <p:cNvPr id="27658" name="Rectangle 159">
                <a:extLst>
                  <a:ext uri="{FF2B5EF4-FFF2-40B4-BE49-F238E27FC236}">
                    <a16:creationId xmlns:a16="http://schemas.microsoft.com/office/drawing/2014/main" id="{2BEF049D-F3D6-44EE-AAB2-750FE6E9C56B}"/>
                  </a:ext>
                </a:extLst>
              </p:cNvPr>
              <p:cNvSpPr>
                <a:spLocks noChangeArrowheads="1"/>
              </p:cNvSpPr>
              <p:nvPr/>
            </p:nvSpPr>
            <p:spPr bwMode="auto">
              <a:xfrm>
                <a:off x="3984" y="2304"/>
                <a:ext cx="576" cy="432"/>
              </a:xfrm>
              <a:prstGeom prst="rect">
                <a:avLst/>
              </a:prstGeom>
              <a:solidFill>
                <a:srgbClr val="9900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9" name="Rectangle 160">
                <a:extLst>
                  <a:ext uri="{FF2B5EF4-FFF2-40B4-BE49-F238E27FC236}">
                    <a16:creationId xmlns:a16="http://schemas.microsoft.com/office/drawing/2014/main" id="{8B7FAA24-F515-4A9A-87C1-939075221561}"/>
                  </a:ext>
                </a:extLst>
              </p:cNvPr>
              <p:cNvSpPr>
                <a:spLocks noChangeArrowheads="1"/>
              </p:cNvSpPr>
              <p:nvPr/>
            </p:nvSpPr>
            <p:spPr bwMode="auto">
              <a:xfrm>
                <a:off x="3552" y="3264"/>
                <a:ext cx="1056" cy="3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60" name="Freeform 161">
                <a:extLst>
                  <a:ext uri="{FF2B5EF4-FFF2-40B4-BE49-F238E27FC236}">
                    <a16:creationId xmlns:a16="http://schemas.microsoft.com/office/drawing/2014/main" id="{7E728DD5-E3AE-4CA4-87C5-082471B74CD5}"/>
                  </a:ext>
                </a:extLst>
              </p:cNvPr>
              <p:cNvSpPr>
                <a:spLocks/>
              </p:cNvSpPr>
              <p:nvPr/>
            </p:nvSpPr>
            <p:spPr bwMode="auto">
              <a:xfrm>
                <a:off x="3654" y="3073"/>
                <a:ext cx="167" cy="178"/>
              </a:xfrm>
              <a:custGeom>
                <a:avLst/>
                <a:gdLst>
                  <a:gd name="T0" fmla="*/ 155 w 1628"/>
                  <a:gd name="T1" fmla="*/ 0 h 1748"/>
                  <a:gd name="T2" fmla="*/ 107 w 1628"/>
                  <a:gd name="T3" fmla="*/ 44 h 1748"/>
                  <a:gd name="T4" fmla="*/ 54 w 1628"/>
                  <a:gd name="T5" fmla="*/ 86 h 1748"/>
                  <a:gd name="T6" fmla="*/ 18 w 1628"/>
                  <a:gd name="T7" fmla="*/ 126 h 1748"/>
                  <a:gd name="T8" fmla="*/ 0 w 1628"/>
                  <a:gd name="T9" fmla="*/ 176 h 1748"/>
                  <a:gd name="T10" fmla="*/ 30 w 1628"/>
                  <a:gd name="T11" fmla="*/ 178 h 1748"/>
                  <a:gd name="T12" fmla="*/ 67 w 1628"/>
                  <a:gd name="T13" fmla="*/ 114 h 1748"/>
                  <a:gd name="T14" fmla="*/ 167 w 1628"/>
                  <a:gd name="T15" fmla="*/ 28 h 1748"/>
                  <a:gd name="T16" fmla="*/ 155 w 1628"/>
                  <a:gd name="T17" fmla="*/ 0 h 1748"/>
                  <a:gd name="T18" fmla="*/ 155 w 1628"/>
                  <a:gd name="T19" fmla="*/ 0 h 1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8" h="1748">
                    <a:moveTo>
                      <a:pt x="1508" y="0"/>
                    </a:moveTo>
                    <a:lnTo>
                      <a:pt x="1039" y="433"/>
                    </a:lnTo>
                    <a:lnTo>
                      <a:pt x="528" y="847"/>
                    </a:lnTo>
                    <a:lnTo>
                      <a:pt x="174" y="1237"/>
                    </a:lnTo>
                    <a:lnTo>
                      <a:pt x="0" y="1730"/>
                    </a:lnTo>
                    <a:lnTo>
                      <a:pt x="294" y="1748"/>
                    </a:lnTo>
                    <a:lnTo>
                      <a:pt x="649" y="1123"/>
                    </a:lnTo>
                    <a:lnTo>
                      <a:pt x="1628" y="277"/>
                    </a:lnTo>
                    <a:lnTo>
                      <a:pt x="1508" y="0"/>
                    </a:lnTo>
                    <a:close/>
                  </a:path>
                </a:pathLst>
              </a:custGeom>
              <a:solidFill>
                <a:srgbClr val="B9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1" name="Freeform 162">
                <a:extLst>
                  <a:ext uri="{FF2B5EF4-FFF2-40B4-BE49-F238E27FC236}">
                    <a16:creationId xmlns:a16="http://schemas.microsoft.com/office/drawing/2014/main" id="{5ACB9772-8294-495B-B0A1-2D72547AD19E}"/>
                  </a:ext>
                </a:extLst>
              </p:cNvPr>
              <p:cNvSpPr>
                <a:spLocks/>
              </p:cNvSpPr>
              <p:nvPr/>
            </p:nvSpPr>
            <p:spPr bwMode="auto">
              <a:xfrm>
                <a:off x="4049" y="2775"/>
                <a:ext cx="712" cy="504"/>
              </a:xfrm>
              <a:custGeom>
                <a:avLst/>
                <a:gdLst>
                  <a:gd name="T0" fmla="*/ 0 w 6902"/>
                  <a:gd name="T1" fmla="*/ 40 h 4965"/>
                  <a:gd name="T2" fmla="*/ 615 w 6902"/>
                  <a:gd name="T3" fmla="*/ 36 h 4965"/>
                  <a:gd name="T4" fmla="*/ 712 w 6902"/>
                  <a:gd name="T5" fmla="*/ 0 h 4965"/>
                  <a:gd name="T6" fmla="*/ 708 w 6902"/>
                  <a:gd name="T7" fmla="*/ 203 h 4965"/>
                  <a:gd name="T8" fmla="*/ 540 w 6902"/>
                  <a:gd name="T9" fmla="*/ 504 h 4965"/>
                  <a:gd name="T10" fmla="*/ 479 w 6902"/>
                  <a:gd name="T11" fmla="*/ 494 h 4965"/>
                  <a:gd name="T12" fmla="*/ 485 w 6902"/>
                  <a:gd name="T13" fmla="*/ 331 h 4965"/>
                  <a:gd name="T14" fmla="*/ 599 w 6902"/>
                  <a:gd name="T15" fmla="*/ 140 h 4965"/>
                  <a:gd name="T16" fmla="*/ 4 w 6902"/>
                  <a:gd name="T17" fmla="*/ 91 h 4965"/>
                  <a:gd name="T18" fmla="*/ 0 w 6902"/>
                  <a:gd name="T19" fmla="*/ 40 h 4965"/>
                  <a:gd name="T20" fmla="*/ 0 w 6902"/>
                  <a:gd name="T21" fmla="*/ 40 h 49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02" h="4965">
                    <a:moveTo>
                      <a:pt x="0" y="390"/>
                    </a:moveTo>
                    <a:lnTo>
                      <a:pt x="5960" y="354"/>
                    </a:lnTo>
                    <a:lnTo>
                      <a:pt x="6902" y="0"/>
                    </a:lnTo>
                    <a:lnTo>
                      <a:pt x="6861" y="1999"/>
                    </a:lnTo>
                    <a:lnTo>
                      <a:pt x="5233" y="4965"/>
                    </a:lnTo>
                    <a:lnTo>
                      <a:pt x="4643" y="4868"/>
                    </a:lnTo>
                    <a:lnTo>
                      <a:pt x="4704" y="3259"/>
                    </a:lnTo>
                    <a:lnTo>
                      <a:pt x="5803" y="1375"/>
                    </a:lnTo>
                    <a:lnTo>
                      <a:pt x="36" y="901"/>
                    </a:lnTo>
                    <a:lnTo>
                      <a:pt x="0" y="39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2" name="Freeform 163">
                <a:extLst>
                  <a:ext uri="{FF2B5EF4-FFF2-40B4-BE49-F238E27FC236}">
                    <a16:creationId xmlns:a16="http://schemas.microsoft.com/office/drawing/2014/main" id="{A9DF693A-4AE2-440E-9348-A346A46FFCAD}"/>
                  </a:ext>
                </a:extLst>
              </p:cNvPr>
              <p:cNvSpPr>
                <a:spLocks/>
              </p:cNvSpPr>
              <p:nvPr/>
            </p:nvSpPr>
            <p:spPr bwMode="auto">
              <a:xfrm>
                <a:off x="3965" y="2208"/>
                <a:ext cx="689" cy="500"/>
              </a:xfrm>
              <a:custGeom>
                <a:avLst/>
                <a:gdLst>
                  <a:gd name="T0" fmla="*/ 681 w 6692"/>
                  <a:gd name="T1" fmla="*/ 7 h 4929"/>
                  <a:gd name="T2" fmla="*/ 687 w 6692"/>
                  <a:gd name="T3" fmla="*/ 15 h 4929"/>
                  <a:gd name="T4" fmla="*/ 688 w 6692"/>
                  <a:gd name="T5" fmla="*/ 105 h 4929"/>
                  <a:gd name="T6" fmla="*/ 689 w 6692"/>
                  <a:gd name="T7" fmla="*/ 200 h 4929"/>
                  <a:gd name="T8" fmla="*/ 687 w 6692"/>
                  <a:gd name="T9" fmla="*/ 265 h 4929"/>
                  <a:gd name="T10" fmla="*/ 687 w 6692"/>
                  <a:gd name="T11" fmla="*/ 399 h 4929"/>
                  <a:gd name="T12" fmla="*/ 684 w 6692"/>
                  <a:gd name="T13" fmla="*/ 500 h 4929"/>
                  <a:gd name="T14" fmla="*/ 682 w 6692"/>
                  <a:gd name="T15" fmla="*/ 500 h 4929"/>
                  <a:gd name="T16" fmla="*/ 681 w 6692"/>
                  <a:gd name="T17" fmla="*/ 403 h 4929"/>
                  <a:gd name="T18" fmla="*/ 677 w 6692"/>
                  <a:gd name="T19" fmla="*/ 389 h 4929"/>
                  <a:gd name="T20" fmla="*/ 672 w 6692"/>
                  <a:gd name="T21" fmla="*/ 358 h 4929"/>
                  <a:gd name="T22" fmla="*/ 658 w 6692"/>
                  <a:gd name="T23" fmla="*/ 297 h 4929"/>
                  <a:gd name="T24" fmla="*/ 654 w 6692"/>
                  <a:gd name="T25" fmla="*/ 278 h 4929"/>
                  <a:gd name="T26" fmla="*/ 651 w 6692"/>
                  <a:gd name="T27" fmla="*/ 272 h 4929"/>
                  <a:gd name="T28" fmla="*/ 648 w 6692"/>
                  <a:gd name="T29" fmla="*/ 173 h 4929"/>
                  <a:gd name="T30" fmla="*/ 645 w 6692"/>
                  <a:gd name="T31" fmla="*/ 125 h 4929"/>
                  <a:gd name="T32" fmla="*/ 640 w 6692"/>
                  <a:gd name="T33" fmla="*/ 89 h 4929"/>
                  <a:gd name="T34" fmla="*/ 633 w 6692"/>
                  <a:gd name="T35" fmla="*/ 71 h 4929"/>
                  <a:gd name="T36" fmla="*/ 624 w 6692"/>
                  <a:gd name="T37" fmla="*/ 63 h 4929"/>
                  <a:gd name="T38" fmla="*/ 367 w 6692"/>
                  <a:gd name="T39" fmla="*/ 65 h 4929"/>
                  <a:gd name="T40" fmla="*/ 138 w 6692"/>
                  <a:gd name="T41" fmla="*/ 65 h 4929"/>
                  <a:gd name="T42" fmla="*/ 138 w 6692"/>
                  <a:gd name="T43" fmla="*/ 64 h 4929"/>
                  <a:gd name="T44" fmla="*/ 474 w 6692"/>
                  <a:gd name="T45" fmla="*/ 55 h 4929"/>
                  <a:gd name="T46" fmla="*/ 476 w 6692"/>
                  <a:gd name="T47" fmla="*/ 55 h 4929"/>
                  <a:gd name="T48" fmla="*/ 476 w 6692"/>
                  <a:gd name="T49" fmla="*/ 52 h 4929"/>
                  <a:gd name="T50" fmla="*/ 467 w 6692"/>
                  <a:gd name="T51" fmla="*/ 49 h 4929"/>
                  <a:gd name="T52" fmla="*/ 429 w 6692"/>
                  <a:gd name="T53" fmla="*/ 43 h 4929"/>
                  <a:gd name="T54" fmla="*/ 405 w 6692"/>
                  <a:gd name="T55" fmla="*/ 40 h 4929"/>
                  <a:gd name="T56" fmla="*/ 317 w 6692"/>
                  <a:gd name="T57" fmla="*/ 27 h 4929"/>
                  <a:gd name="T58" fmla="*/ 151 w 6692"/>
                  <a:gd name="T59" fmla="*/ 14 h 4929"/>
                  <a:gd name="T60" fmla="*/ 9 w 6692"/>
                  <a:gd name="T61" fmla="*/ 12 h 4929"/>
                  <a:gd name="T62" fmla="*/ 0 w 6692"/>
                  <a:gd name="T63" fmla="*/ 13 h 4929"/>
                  <a:gd name="T64" fmla="*/ 0 w 6692"/>
                  <a:gd name="T65" fmla="*/ 10 h 4929"/>
                  <a:gd name="T66" fmla="*/ 596 w 6692"/>
                  <a:gd name="T67" fmla="*/ 1 h 4929"/>
                  <a:gd name="T68" fmla="*/ 597 w 6692"/>
                  <a:gd name="T69" fmla="*/ 0 h 4929"/>
                  <a:gd name="T70" fmla="*/ 671 w 6692"/>
                  <a:gd name="T71" fmla="*/ 2 h 4929"/>
                  <a:gd name="T72" fmla="*/ 681 w 6692"/>
                  <a:gd name="T73" fmla="*/ 7 h 4929"/>
                  <a:gd name="T74" fmla="*/ 681 w 6692"/>
                  <a:gd name="T75" fmla="*/ 7 h 492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692" h="4929">
                    <a:moveTo>
                      <a:pt x="6615" y="66"/>
                    </a:moveTo>
                    <a:lnTo>
                      <a:pt x="6669" y="150"/>
                    </a:lnTo>
                    <a:lnTo>
                      <a:pt x="6680" y="1033"/>
                    </a:lnTo>
                    <a:lnTo>
                      <a:pt x="6692" y="1970"/>
                    </a:lnTo>
                    <a:lnTo>
                      <a:pt x="6669" y="2612"/>
                    </a:lnTo>
                    <a:lnTo>
                      <a:pt x="6669" y="3933"/>
                    </a:lnTo>
                    <a:lnTo>
                      <a:pt x="6644" y="4929"/>
                    </a:lnTo>
                    <a:lnTo>
                      <a:pt x="6620" y="4929"/>
                    </a:lnTo>
                    <a:lnTo>
                      <a:pt x="6615" y="3969"/>
                    </a:lnTo>
                    <a:lnTo>
                      <a:pt x="6579" y="3830"/>
                    </a:lnTo>
                    <a:lnTo>
                      <a:pt x="6530" y="3530"/>
                    </a:lnTo>
                    <a:lnTo>
                      <a:pt x="6392" y="2924"/>
                    </a:lnTo>
                    <a:lnTo>
                      <a:pt x="6350" y="2737"/>
                    </a:lnTo>
                    <a:lnTo>
                      <a:pt x="6325" y="2684"/>
                    </a:lnTo>
                    <a:lnTo>
                      <a:pt x="6289" y="1705"/>
                    </a:lnTo>
                    <a:lnTo>
                      <a:pt x="6266" y="1236"/>
                    </a:lnTo>
                    <a:lnTo>
                      <a:pt x="6212" y="882"/>
                    </a:lnTo>
                    <a:lnTo>
                      <a:pt x="6152" y="697"/>
                    </a:lnTo>
                    <a:lnTo>
                      <a:pt x="6061" y="618"/>
                    </a:lnTo>
                    <a:lnTo>
                      <a:pt x="3562" y="643"/>
                    </a:lnTo>
                    <a:lnTo>
                      <a:pt x="1339" y="643"/>
                    </a:lnTo>
                    <a:lnTo>
                      <a:pt x="1339" y="630"/>
                    </a:lnTo>
                    <a:lnTo>
                      <a:pt x="4607" y="546"/>
                    </a:lnTo>
                    <a:lnTo>
                      <a:pt x="4620" y="541"/>
                    </a:lnTo>
                    <a:lnTo>
                      <a:pt x="4620" y="517"/>
                    </a:lnTo>
                    <a:lnTo>
                      <a:pt x="4535" y="481"/>
                    </a:lnTo>
                    <a:lnTo>
                      <a:pt x="4169" y="427"/>
                    </a:lnTo>
                    <a:lnTo>
                      <a:pt x="3929" y="391"/>
                    </a:lnTo>
                    <a:lnTo>
                      <a:pt x="3082" y="264"/>
                    </a:lnTo>
                    <a:lnTo>
                      <a:pt x="1465" y="138"/>
                    </a:lnTo>
                    <a:lnTo>
                      <a:pt x="90" y="114"/>
                    </a:lnTo>
                    <a:lnTo>
                      <a:pt x="0" y="127"/>
                    </a:lnTo>
                    <a:lnTo>
                      <a:pt x="0" y="102"/>
                    </a:lnTo>
                    <a:lnTo>
                      <a:pt x="5785" y="12"/>
                    </a:lnTo>
                    <a:lnTo>
                      <a:pt x="5797" y="0"/>
                    </a:lnTo>
                    <a:lnTo>
                      <a:pt x="6518" y="24"/>
                    </a:lnTo>
                    <a:lnTo>
                      <a:pt x="661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3" name="Freeform 164">
                <a:extLst>
                  <a:ext uri="{FF2B5EF4-FFF2-40B4-BE49-F238E27FC236}">
                    <a16:creationId xmlns:a16="http://schemas.microsoft.com/office/drawing/2014/main" id="{C2840720-850A-43AD-A2F8-5196B398CAD7}"/>
                  </a:ext>
                </a:extLst>
              </p:cNvPr>
              <p:cNvSpPr>
                <a:spLocks/>
              </p:cNvSpPr>
              <p:nvPr/>
            </p:nvSpPr>
            <p:spPr bwMode="auto">
              <a:xfrm>
                <a:off x="3963" y="2277"/>
                <a:ext cx="622" cy="459"/>
              </a:xfrm>
              <a:custGeom>
                <a:avLst/>
                <a:gdLst>
                  <a:gd name="T0" fmla="*/ 622 w 6038"/>
                  <a:gd name="T1" fmla="*/ 3 h 4534"/>
                  <a:gd name="T2" fmla="*/ 622 w 6038"/>
                  <a:gd name="T3" fmla="*/ 7 h 4534"/>
                  <a:gd name="T4" fmla="*/ 608 w 6038"/>
                  <a:gd name="T5" fmla="*/ 37 h 4534"/>
                  <a:gd name="T6" fmla="*/ 615 w 6038"/>
                  <a:gd name="T7" fmla="*/ 204 h 4534"/>
                  <a:gd name="T8" fmla="*/ 614 w 6038"/>
                  <a:gd name="T9" fmla="*/ 370 h 4534"/>
                  <a:gd name="T10" fmla="*/ 608 w 6038"/>
                  <a:gd name="T11" fmla="*/ 427 h 4534"/>
                  <a:gd name="T12" fmla="*/ 605 w 6038"/>
                  <a:gd name="T13" fmla="*/ 435 h 4534"/>
                  <a:gd name="T14" fmla="*/ 594 w 6038"/>
                  <a:gd name="T15" fmla="*/ 441 h 4534"/>
                  <a:gd name="T16" fmla="*/ 392 w 6038"/>
                  <a:gd name="T17" fmla="*/ 454 h 4534"/>
                  <a:gd name="T18" fmla="*/ 185 w 6038"/>
                  <a:gd name="T19" fmla="*/ 454 h 4534"/>
                  <a:gd name="T20" fmla="*/ 67 w 6038"/>
                  <a:gd name="T21" fmla="*/ 450 h 4534"/>
                  <a:gd name="T22" fmla="*/ 54 w 6038"/>
                  <a:gd name="T23" fmla="*/ 447 h 4534"/>
                  <a:gd name="T24" fmla="*/ 58 w 6038"/>
                  <a:gd name="T25" fmla="*/ 441 h 4534"/>
                  <a:gd name="T26" fmla="*/ 569 w 6038"/>
                  <a:gd name="T27" fmla="*/ 431 h 4534"/>
                  <a:gd name="T28" fmla="*/ 590 w 6038"/>
                  <a:gd name="T29" fmla="*/ 429 h 4534"/>
                  <a:gd name="T30" fmla="*/ 593 w 6038"/>
                  <a:gd name="T31" fmla="*/ 427 h 4534"/>
                  <a:gd name="T32" fmla="*/ 589 w 6038"/>
                  <a:gd name="T33" fmla="*/ 55 h 4534"/>
                  <a:gd name="T34" fmla="*/ 587 w 6038"/>
                  <a:gd name="T35" fmla="*/ 29 h 4534"/>
                  <a:gd name="T36" fmla="*/ 584 w 6038"/>
                  <a:gd name="T37" fmla="*/ 27 h 4534"/>
                  <a:gd name="T38" fmla="*/ 45 w 6038"/>
                  <a:gd name="T39" fmla="*/ 38 h 4534"/>
                  <a:gd name="T40" fmla="*/ 41 w 6038"/>
                  <a:gd name="T41" fmla="*/ 40 h 4534"/>
                  <a:gd name="T42" fmla="*/ 43 w 6038"/>
                  <a:gd name="T43" fmla="*/ 243 h 4534"/>
                  <a:gd name="T44" fmla="*/ 46 w 6038"/>
                  <a:gd name="T45" fmla="*/ 433 h 4534"/>
                  <a:gd name="T46" fmla="*/ 39 w 6038"/>
                  <a:gd name="T47" fmla="*/ 444 h 4534"/>
                  <a:gd name="T48" fmla="*/ 39 w 6038"/>
                  <a:gd name="T49" fmla="*/ 446 h 4534"/>
                  <a:gd name="T50" fmla="*/ 32 w 6038"/>
                  <a:gd name="T51" fmla="*/ 441 h 4534"/>
                  <a:gd name="T52" fmla="*/ 9 w 6038"/>
                  <a:gd name="T53" fmla="*/ 459 h 4534"/>
                  <a:gd name="T54" fmla="*/ 7 w 6038"/>
                  <a:gd name="T55" fmla="*/ 459 h 4534"/>
                  <a:gd name="T56" fmla="*/ 4 w 6038"/>
                  <a:gd name="T57" fmla="*/ 455 h 4534"/>
                  <a:gd name="T58" fmla="*/ 2 w 6038"/>
                  <a:gd name="T59" fmla="*/ 316 h 4534"/>
                  <a:gd name="T60" fmla="*/ 0 w 6038"/>
                  <a:gd name="T61" fmla="*/ 204 h 4534"/>
                  <a:gd name="T62" fmla="*/ 1 w 6038"/>
                  <a:gd name="T63" fmla="*/ 14 h 4534"/>
                  <a:gd name="T64" fmla="*/ 7 w 6038"/>
                  <a:gd name="T65" fmla="*/ 10 h 4534"/>
                  <a:gd name="T66" fmla="*/ 48 w 6038"/>
                  <a:gd name="T67" fmla="*/ 7 h 4534"/>
                  <a:gd name="T68" fmla="*/ 84 w 6038"/>
                  <a:gd name="T69" fmla="*/ 7 h 4534"/>
                  <a:gd name="T70" fmla="*/ 566 w 6038"/>
                  <a:gd name="T71" fmla="*/ 0 h 4534"/>
                  <a:gd name="T72" fmla="*/ 619 w 6038"/>
                  <a:gd name="T73" fmla="*/ 0 h 4534"/>
                  <a:gd name="T74" fmla="*/ 622 w 6038"/>
                  <a:gd name="T75" fmla="*/ 3 h 4534"/>
                  <a:gd name="T76" fmla="*/ 622 w 6038"/>
                  <a:gd name="T77" fmla="*/ 3 h 453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38" h="4534">
                    <a:moveTo>
                      <a:pt x="6038" y="25"/>
                    </a:moveTo>
                    <a:lnTo>
                      <a:pt x="6038" y="72"/>
                    </a:lnTo>
                    <a:lnTo>
                      <a:pt x="5899" y="361"/>
                    </a:lnTo>
                    <a:lnTo>
                      <a:pt x="5971" y="2012"/>
                    </a:lnTo>
                    <a:lnTo>
                      <a:pt x="5959" y="3651"/>
                    </a:lnTo>
                    <a:lnTo>
                      <a:pt x="5899" y="4221"/>
                    </a:lnTo>
                    <a:lnTo>
                      <a:pt x="5869" y="4293"/>
                    </a:lnTo>
                    <a:lnTo>
                      <a:pt x="5767" y="4360"/>
                    </a:lnTo>
                    <a:lnTo>
                      <a:pt x="3802" y="4485"/>
                    </a:lnTo>
                    <a:lnTo>
                      <a:pt x="1796" y="4485"/>
                    </a:lnTo>
                    <a:lnTo>
                      <a:pt x="654" y="4444"/>
                    </a:lnTo>
                    <a:lnTo>
                      <a:pt x="528" y="4419"/>
                    </a:lnTo>
                    <a:lnTo>
                      <a:pt x="559" y="4360"/>
                    </a:lnTo>
                    <a:lnTo>
                      <a:pt x="5527" y="4257"/>
                    </a:lnTo>
                    <a:lnTo>
                      <a:pt x="5731" y="4234"/>
                    </a:lnTo>
                    <a:lnTo>
                      <a:pt x="5755" y="4216"/>
                    </a:lnTo>
                    <a:lnTo>
                      <a:pt x="5719" y="541"/>
                    </a:lnTo>
                    <a:lnTo>
                      <a:pt x="5695" y="288"/>
                    </a:lnTo>
                    <a:lnTo>
                      <a:pt x="5671" y="265"/>
                    </a:lnTo>
                    <a:lnTo>
                      <a:pt x="433" y="373"/>
                    </a:lnTo>
                    <a:lnTo>
                      <a:pt x="402" y="391"/>
                    </a:lnTo>
                    <a:lnTo>
                      <a:pt x="415" y="2402"/>
                    </a:lnTo>
                    <a:lnTo>
                      <a:pt x="444" y="4281"/>
                    </a:lnTo>
                    <a:lnTo>
                      <a:pt x="379" y="4383"/>
                    </a:lnTo>
                    <a:lnTo>
                      <a:pt x="379" y="4408"/>
                    </a:lnTo>
                    <a:lnTo>
                      <a:pt x="307" y="4360"/>
                    </a:lnTo>
                    <a:lnTo>
                      <a:pt x="90" y="4534"/>
                    </a:lnTo>
                    <a:lnTo>
                      <a:pt x="66" y="4534"/>
                    </a:lnTo>
                    <a:lnTo>
                      <a:pt x="42" y="4498"/>
                    </a:lnTo>
                    <a:lnTo>
                      <a:pt x="24" y="3123"/>
                    </a:lnTo>
                    <a:lnTo>
                      <a:pt x="0" y="2012"/>
                    </a:lnTo>
                    <a:lnTo>
                      <a:pt x="12" y="139"/>
                    </a:lnTo>
                    <a:lnTo>
                      <a:pt x="66" y="97"/>
                    </a:lnTo>
                    <a:lnTo>
                      <a:pt x="469" y="72"/>
                    </a:lnTo>
                    <a:lnTo>
                      <a:pt x="811" y="72"/>
                    </a:lnTo>
                    <a:lnTo>
                      <a:pt x="5491" y="0"/>
                    </a:lnTo>
                    <a:lnTo>
                      <a:pt x="6007" y="0"/>
                    </a:lnTo>
                    <a:lnTo>
                      <a:pt x="6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4" name="Freeform 165">
                <a:extLst>
                  <a:ext uri="{FF2B5EF4-FFF2-40B4-BE49-F238E27FC236}">
                    <a16:creationId xmlns:a16="http://schemas.microsoft.com/office/drawing/2014/main" id="{F650D32F-7FAF-4126-B56E-615C2017561C}"/>
                  </a:ext>
                </a:extLst>
              </p:cNvPr>
              <p:cNvSpPr>
                <a:spLocks/>
              </p:cNvSpPr>
              <p:nvPr/>
            </p:nvSpPr>
            <p:spPr bwMode="auto">
              <a:xfrm>
                <a:off x="3904" y="2764"/>
                <a:ext cx="857" cy="279"/>
              </a:xfrm>
              <a:custGeom>
                <a:avLst/>
                <a:gdLst>
                  <a:gd name="T0" fmla="*/ 857 w 8326"/>
                  <a:gd name="T1" fmla="*/ 12 h 2756"/>
                  <a:gd name="T2" fmla="*/ 710 w 8326"/>
                  <a:gd name="T3" fmla="*/ 219 h 2756"/>
                  <a:gd name="T4" fmla="*/ 579 w 8326"/>
                  <a:gd name="T5" fmla="*/ 227 h 2756"/>
                  <a:gd name="T6" fmla="*/ 492 w 8326"/>
                  <a:gd name="T7" fmla="*/ 279 h 2756"/>
                  <a:gd name="T8" fmla="*/ 66 w 8326"/>
                  <a:gd name="T9" fmla="*/ 222 h 2756"/>
                  <a:gd name="T10" fmla="*/ 61 w 8326"/>
                  <a:gd name="T11" fmla="*/ 209 h 2756"/>
                  <a:gd name="T12" fmla="*/ 64 w 8326"/>
                  <a:gd name="T13" fmla="*/ 208 h 2756"/>
                  <a:gd name="T14" fmla="*/ 86 w 8326"/>
                  <a:gd name="T15" fmla="*/ 218 h 2756"/>
                  <a:gd name="T16" fmla="*/ 514 w 8326"/>
                  <a:gd name="T17" fmla="*/ 270 h 2756"/>
                  <a:gd name="T18" fmla="*/ 545 w 8326"/>
                  <a:gd name="T19" fmla="*/ 233 h 2756"/>
                  <a:gd name="T20" fmla="*/ 537 w 8326"/>
                  <a:gd name="T21" fmla="*/ 236 h 2756"/>
                  <a:gd name="T22" fmla="*/ 511 w 8326"/>
                  <a:gd name="T23" fmla="*/ 252 h 2756"/>
                  <a:gd name="T24" fmla="*/ 543 w 8326"/>
                  <a:gd name="T25" fmla="*/ 205 h 2756"/>
                  <a:gd name="T26" fmla="*/ 539 w 8326"/>
                  <a:gd name="T27" fmla="*/ 199 h 2756"/>
                  <a:gd name="T28" fmla="*/ 172 w 8326"/>
                  <a:gd name="T29" fmla="*/ 199 h 2756"/>
                  <a:gd name="T30" fmla="*/ 105 w 8326"/>
                  <a:gd name="T31" fmla="*/ 176 h 2756"/>
                  <a:gd name="T32" fmla="*/ 96 w 8326"/>
                  <a:gd name="T33" fmla="*/ 154 h 2756"/>
                  <a:gd name="T34" fmla="*/ 179 w 8326"/>
                  <a:gd name="T35" fmla="*/ 92 h 2756"/>
                  <a:gd name="T36" fmla="*/ 261 w 8326"/>
                  <a:gd name="T37" fmla="*/ 98 h 2756"/>
                  <a:gd name="T38" fmla="*/ 412 w 8326"/>
                  <a:gd name="T39" fmla="*/ 108 h 2756"/>
                  <a:gd name="T40" fmla="*/ 482 w 8326"/>
                  <a:gd name="T41" fmla="*/ 100 h 2756"/>
                  <a:gd name="T42" fmla="*/ 505 w 8326"/>
                  <a:gd name="T43" fmla="*/ 87 h 2756"/>
                  <a:gd name="T44" fmla="*/ 562 w 8326"/>
                  <a:gd name="T45" fmla="*/ 83 h 2756"/>
                  <a:gd name="T46" fmla="*/ 736 w 8326"/>
                  <a:gd name="T47" fmla="*/ 75 h 2756"/>
                  <a:gd name="T48" fmla="*/ 738 w 8326"/>
                  <a:gd name="T49" fmla="*/ 72 h 2756"/>
                  <a:gd name="T50" fmla="*/ 57 w 8326"/>
                  <a:gd name="T51" fmla="*/ 84 h 2756"/>
                  <a:gd name="T52" fmla="*/ 52 w 8326"/>
                  <a:gd name="T53" fmla="*/ 78 h 2756"/>
                  <a:gd name="T54" fmla="*/ 9 w 8326"/>
                  <a:gd name="T55" fmla="*/ 75 h 2756"/>
                  <a:gd name="T56" fmla="*/ 0 w 8326"/>
                  <a:gd name="T57" fmla="*/ 55 h 2756"/>
                  <a:gd name="T58" fmla="*/ 2 w 8326"/>
                  <a:gd name="T59" fmla="*/ 52 h 2756"/>
                  <a:gd name="T60" fmla="*/ 12 w 8326"/>
                  <a:gd name="T61" fmla="*/ 67 h 2756"/>
                  <a:gd name="T62" fmla="*/ 607 w 8326"/>
                  <a:gd name="T63" fmla="*/ 56 h 2756"/>
                  <a:gd name="T64" fmla="*/ 702 w 8326"/>
                  <a:gd name="T65" fmla="*/ 58 h 2756"/>
                  <a:gd name="T66" fmla="*/ 747 w 8326"/>
                  <a:gd name="T67" fmla="*/ 47 h 2756"/>
                  <a:gd name="T68" fmla="*/ 751 w 8326"/>
                  <a:gd name="T69" fmla="*/ 0 h 2756"/>
                  <a:gd name="T70" fmla="*/ 854 w 8326"/>
                  <a:gd name="T71" fmla="*/ 8 h 27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326" h="2756">
                    <a:moveTo>
                      <a:pt x="8301" y="78"/>
                    </a:moveTo>
                    <a:lnTo>
                      <a:pt x="8326" y="114"/>
                    </a:lnTo>
                    <a:lnTo>
                      <a:pt x="7809" y="870"/>
                    </a:lnTo>
                    <a:lnTo>
                      <a:pt x="6902" y="2167"/>
                    </a:lnTo>
                    <a:lnTo>
                      <a:pt x="6878" y="2191"/>
                    </a:lnTo>
                    <a:lnTo>
                      <a:pt x="5628" y="2239"/>
                    </a:lnTo>
                    <a:lnTo>
                      <a:pt x="5135" y="2695"/>
                    </a:lnTo>
                    <a:lnTo>
                      <a:pt x="4781" y="2756"/>
                    </a:lnTo>
                    <a:lnTo>
                      <a:pt x="4463" y="2731"/>
                    </a:lnTo>
                    <a:lnTo>
                      <a:pt x="642" y="2191"/>
                    </a:lnTo>
                    <a:lnTo>
                      <a:pt x="588" y="2095"/>
                    </a:lnTo>
                    <a:lnTo>
                      <a:pt x="588" y="2065"/>
                    </a:lnTo>
                    <a:lnTo>
                      <a:pt x="600" y="2053"/>
                    </a:lnTo>
                    <a:lnTo>
                      <a:pt x="618" y="2053"/>
                    </a:lnTo>
                    <a:lnTo>
                      <a:pt x="666" y="2107"/>
                    </a:lnTo>
                    <a:lnTo>
                      <a:pt x="840" y="2155"/>
                    </a:lnTo>
                    <a:lnTo>
                      <a:pt x="4847" y="2695"/>
                    </a:lnTo>
                    <a:lnTo>
                      <a:pt x="4997" y="2671"/>
                    </a:lnTo>
                    <a:lnTo>
                      <a:pt x="5081" y="2623"/>
                    </a:lnTo>
                    <a:lnTo>
                      <a:pt x="5297" y="2305"/>
                    </a:lnTo>
                    <a:lnTo>
                      <a:pt x="5286" y="2294"/>
                    </a:lnTo>
                    <a:lnTo>
                      <a:pt x="5220" y="2330"/>
                    </a:lnTo>
                    <a:lnTo>
                      <a:pt x="4968" y="2546"/>
                    </a:lnTo>
                    <a:lnTo>
                      <a:pt x="4968" y="2485"/>
                    </a:lnTo>
                    <a:lnTo>
                      <a:pt x="5250" y="2089"/>
                    </a:lnTo>
                    <a:lnTo>
                      <a:pt x="5274" y="2029"/>
                    </a:lnTo>
                    <a:lnTo>
                      <a:pt x="5274" y="2005"/>
                    </a:lnTo>
                    <a:lnTo>
                      <a:pt x="5232" y="1963"/>
                    </a:lnTo>
                    <a:lnTo>
                      <a:pt x="3633" y="1976"/>
                    </a:lnTo>
                    <a:lnTo>
                      <a:pt x="1675" y="1963"/>
                    </a:lnTo>
                    <a:lnTo>
                      <a:pt x="1135" y="1938"/>
                    </a:lnTo>
                    <a:lnTo>
                      <a:pt x="1020" y="1741"/>
                    </a:lnTo>
                    <a:lnTo>
                      <a:pt x="930" y="1597"/>
                    </a:lnTo>
                    <a:lnTo>
                      <a:pt x="930" y="1525"/>
                    </a:lnTo>
                    <a:lnTo>
                      <a:pt x="1423" y="930"/>
                    </a:lnTo>
                    <a:lnTo>
                      <a:pt x="1735" y="906"/>
                    </a:lnTo>
                    <a:lnTo>
                      <a:pt x="2421" y="906"/>
                    </a:lnTo>
                    <a:lnTo>
                      <a:pt x="2534" y="966"/>
                    </a:lnTo>
                    <a:lnTo>
                      <a:pt x="3123" y="1045"/>
                    </a:lnTo>
                    <a:lnTo>
                      <a:pt x="4000" y="1068"/>
                    </a:lnTo>
                    <a:lnTo>
                      <a:pt x="4517" y="1032"/>
                    </a:lnTo>
                    <a:lnTo>
                      <a:pt x="4679" y="984"/>
                    </a:lnTo>
                    <a:lnTo>
                      <a:pt x="4793" y="870"/>
                    </a:lnTo>
                    <a:lnTo>
                      <a:pt x="4907" y="858"/>
                    </a:lnTo>
                    <a:lnTo>
                      <a:pt x="4932" y="834"/>
                    </a:lnTo>
                    <a:lnTo>
                      <a:pt x="5459" y="816"/>
                    </a:lnTo>
                    <a:lnTo>
                      <a:pt x="7118" y="768"/>
                    </a:lnTo>
                    <a:lnTo>
                      <a:pt x="7154" y="744"/>
                    </a:lnTo>
                    <a:lnTo>
                      <a:pt x="7166" y="732"/>
                    </a:lnTo>
                    <a:lnTo>
                      <a:pt x="7166" y="708"/>
                    </a:lnTo>
                    <a:lnTo>
                      <a:pt x="7143" y="690"/>
                    </a:lnTo>
                    <a:lnTo>
                      <a:pt x="552" y="829"/>
                    </a:lnTo>
                    <a:lnTo>
                      <a:pt x="527" y="793"/>
                    </a:lnTo>
                    <a:lnTo>
                      <a:pt x="504" y="768"/>
                    </a:lnTo>
                    <a:lnTo>
                      <a:pt x="149" y="768"/>
                    </a:lnTo>
                    <a:lnTo>
                      <a:pt x="83" y="744"/>
                    </a:lnTo>
                    <a:lnTo>
                      <a:pt x="11" y="666"/>
                    </a:lnTo>
                    <a:lnTo>
                      <a:pt x="0" y="540"/>
                    </a:lnTo>
                    <a:lnTo>
                      <a:pt x="0" y="516"/>
                    </a:lnTo>
                    <a:lnTo>
                      <a:pt x="23" y="516"/>
                    </a:lnTo>
                    <a:lnTo>
                      <a:pt x="36" y="594"/>
                    </a:lnTo>
                    <a:lnTo>
                      <a:pt x="113" y="666"/>
                    </a:lnTo>
                    <a:lnTo>
                      <a:pt x="5749" y="576"/>
                    </a:lnTo>
                    <a:lnTo>
                      <a:pt x="5893" y="552"/>
                    </a:lnTo>
                    <a:lnTo>
                      <a:pt x="6331" y="576"/>
                    </a:lnTo>
                    <a:lnTo>
                      <a:pt x="6824" y="576"/>
                    </a:lnTo>
                    <a:lnTo>
                      <a:pt x="7190" y="564"/>
                    </a:lnTo>
                    <a:lnTo>
                      <a:pt x="7256" y="468"/>
                    </a:lnTo>
                    <a:lnTo>
                      <a:pt x="7269" y="24"/>
                    </a:lnTo>
                    <a:lnTo>
                      <a:pt x="7292" y="0"/>
                    </a:lnTo>
                    <a:lnTo>
                      <a:pt x="8037" y="47"/>
                    </a:lnTo>
                    <a:lnTo>
                      <a:pt x="830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5" name="Freeform 166">
                <a:extLst>
                  <a:ext uri="{FF2B5EF4-FFF2-40B4-BE49-F238E27FC236}">
                    <a16:creationId xmlns:a16="http://schemas.microsoft.com/office/drawing/2014/main" id="{EF697AAC-1C77-4C2F-9C51-A17985AF7D8B}"/>
                  </a:ext>
                </a:extLst>
              </p:cNvPr>
              <p:cNvSpPr>
                <a:spLocks/>
              </p:cNvSpPr>
              <p:nvPr/>
            </p:nvSpPr>
            <p:spPr bwMode="auto">
              <a:xfrm>
                <a:off x="4002" y="2793"/>
                <a:ext cx="762" cy="462"/>
              </a:xfrm>
              <a:custGeom>
                <a:avLst/>
                <a:gdLst>
                  <a:gd name="T0" fmla="*/ 762 w 7408"/>
                  <a:gd name="T1" fmla="*/ 21 h 4575"/>
                  <a:gd name="T2" fmla="*/ 762 w 7408"/>
                  <a:gd name="T3" fmla="*/ 27 h 4575"/>
                  <a:gd name="T4" fmla="*/ 761 w 7408"/>
                  <a:gd name="T5" fmla="*/ 117 h 4575"/>
                  <a:gd name="T6" fmla="*/ 758 w 7408"/>
                  <a:gd name="T7" fmla="*/ 135 h 4575"/>
                  <a:gd name="T8" fmla="*/ 756 w 7408"/>
                  <a:gd name="T9" fmla="*/ 135 h 4575"/>
                  <a:gd name="T10" fmla="*/ 751 w 7408"/>
                  <a:gd name="T11" fmla="*/ 114 h 4575"/>
                  <a:gd name="T12" fmla="*/ 748 w 7408"/>
                  <a:gd name="T13" fmla="*/ 106 h 4575"/>
                  <a:gd name="T14" fmla="*/ 744 w 7408"/>
                  <a:gd name="T15" fmla="*/ 102 h 4575"/>
                  <a:gd name="T16" fmla="*/ 738 w 7408"/>
                  <a:gd name="T17" fmla="*/ 102 h 4575"/>
                  <a:gd name="T18" fmla="*/ 722 w 7408"/>
                  <a:gd name="T19" fmla="*/ 124 h 4575"/>
                  <a:gd name="T20" fmla="*/ 687 w 7408"/>
                  <a:gd name="T21" fmla="*/ 203 h 4575"/>
                  <a:gd name="T22" fmla="*/ 678 w 7408"/>
                  <a:gd name="T23" fmla="*/ 221 h 4575"/>
                  <a:gd name="T24" fmla="*/ 638 w 7408"/>
                  <a:gd name="T25" fmla="*/ 299 h 4575"/>
                  <a:gd name="T26" fmla="*/ 629 w 7408"/>
                  <a:gd name="T27" fmla="*/ 315 h 4575"/>
                  <a:gd name="T28" fmla="*/ 611 w 7408"/>
                  <a:gd name="T29" fmla="*/ 353 h 4575"/>
                  <a:gd name="T30" fmla="*/ 609 w 7408"/>
                  <a:gd name="T31" fmla="*/ 360 h 4575"/>
                  <a:gd name="T32" fmla="*/ 609 w 7408"/>
                  <a:gd name="T33" fmla="*/ 361 h 4575"/>
                  <a:gd name="T34" fmla="*/ 606 w 7408"/>
                  <a:gd name="T35" fmla="*/ 361 h 4575"/>
                  <a:gd name="T36" fmla="*/ 606 w 7408"/>
                  <a:gd name="T37" fmla="*/ 350 h 4575"/>
                  <a:gd name="T38" fmla="*/ 612 w 7408"/>
                  <a:gd name="T39" fmla="*/ 312 h 4575"/>
                  <a:gd name="T40" fmla="*/ 612 w 7408"/>
                  <a:gd name="T41" fmla="*/ 295 h 4575"/>
                  <a:gd name="T42" fmla="*/ 611 w 7408"/>
                  <a:gd name="T43" fmla="*/ 294 h 4575"/>
                  <a:gd name="T44" fmla="*/ 609 w 7408"/>
                  <a:gd name="T45" fmla="*/ 294 h 4575"/>
                  <a:gd name="T46" fmla="*/ 590 w 7408"/>
                  <a:gd name="T47" fmla="*/ 334 h 4575"/>
                  <a:gd name="T48" fmla="*/ 572 w 7408"/>
                  <a:gd name="T49" fmla="*/ 386 h 4575"/>
                  <a:gd name="T50" fmla="*/ 564 w 7408"/>
                  <a:gd name="T51" fmla="*/ 415 h 4575"/>
                  <a:gd name="T52" fmla="*/ 560 w 7408"/>
                  <a:gd name="T53" fmla="*/ 455 h 4575"/>
                  <a:gd name="T54" fmla="*/ 561 w 7408"/>
                  <a:gd name="T55" fmla="*/ 457 h 4575"/>
                  <a:gd name="T56" fmla="*/ 561 w 7408"/>
                  <a:gd name="T57" fmla="*/ 458 h 4575"/>
                  <a:gd name="T58" fmla="*/ 557 w 7408"/>
                  <a:gd name="T59" fmla="*/ 462 h 4575"/>
                  <a:gd name="T60" fmla="*/ 454 w 7408"/>
                  <a:gd name="T61" fmla="*/ 461 h 4575"/>
                  <a:gd name="T62" fmla="*/ 442 w 7408"/>
                  <a:gd name="T63" fmla="*/ 458 h 4575"/>
                  <a:gd name="T64" fmla="*/ 373 w 7408"/>
                  <a:gd name="T65" fmla="*/ 437 h 4575"/>
                  <a:gd name="T66" fmla="*/ 305 w 7408"/>
                  <a:gd name="T67" fmla="*/ 420 h 4575"/>
                  <a:gd name="T68" fmla="*/ 289 w 7408"/>
                  <a:gd name="T69" fmla="*/ 417 h 4575"/>
                  <a:gd name="T70" fmla="*/ 221 w 7408"/>
                  <a:gd name="T71" fmla="*/ 404 h 4575"/>
                  <a:gd name="T72" fmla="*/ 101 w 7408"/>
                  <a:gd name="T73" fmla="*/ 383 h 4575"/>
                  <a:gd name="T74" fmla="*/ 2 w 7408"/>
                  <a:gd name="T75" fmla="*/ 366 h 4575"/>
                  <a:gd name="T76" fmla="*/ 0 w 7408"/>
                  <a:gd name="T77" fmla="*/ 366 h 4575"/>
                  <a:gd name="T78" fmla="*/ 0 w 7408"/>
                  <a:gd name="T79" fmla="*/ 364 h 4575"/>
                  <a:gd name="T80" fmla="*/ 121 w 7408"/>
                  <a:gd name="T81" fmla="*/ 380 h 4575"/>
                  <a:gd name="T82" fmla="*/ 522 w 7408"/>
                  <a:gd name="T83" fmla="*/ 434 h 4575"/>
                  <a:gd name="T84" fmla="*/ 526 w 7408"/>
                  <a:gd name="T85" fmla="*/ 433 h 4575"/>
                  <a:gd name="T86" fmla="*/ 530 w 7408"/>
                  <a:gd name="T87" fmla="*/ 429 h 4575"/>
                  <a:gd name="T88" fmla="*/ 533 w 7408"/>
                  <a:gd name="T89" fmla="*/ 416 h 4575"/>
                  <a:gd name="T90" fmla="*/ 534 w 7408"/>
                  <a:gd name="T91" fmla="*/ 307 h 4575"/>
                  <a:gd name="T92" fmla="*/ 540 w 7408"/>
                  <a:gd name="T93" fmla="*/ 294 h 4575"/>
                  <a:gd name="T94" fmla="*/ 561 w 7408"/>
                  <a:gd name="T95" fmla="*/ 265 h 4575"/>
                  <a:gd name="T96" fmla="*/ 595 w 7408"/>
                  <a:gd name="T97" fmla="*/ 218 h 4575"/>
                  <a:gd name="T98" fmla="*/ 604 w 7408"/>
                  <a:gd name="T99" fmla="*/ 212 h 4575"/>
                  <a:gd name="T100" fmla="*/ 646 w 7408"/>
                  <a:gd name="T101" fmla="*/ 158 h 4575"/>
                  <a:gd name="T102" fmla="*/ 696 w 7408"/>
                  <a:gd name="T103" fmla="*/ 86 h 4575"/>
                  <a:gd name="T104" fmla="*/ 721 w 7408"/>
                  <a:gd name="T105" fmla="*/ 50 h 4575"/>
                  <a:gd name="T106" fmla="*/ 751 w 7408"/>
                  <a:gd name="T107" fmla="*/ 8 h 4575"/>
                  <a:gd name="T108" fmla="*/ 757 w 7408"/>
                  <a:gd name="T109" fmla="*/ 0 h 4575"/>
                  <a:gd name="T110" fmla="*/ 760 w 7408"/>
                  <a:gd name="T111" fmla="*/ 0 h 4575"/>
                  <a:gd name="T112" fmla="*/ 762 w 7408"/>
                  <a:gd name="T113" fmla="*/ 21 h 4575"/>
                  <a:gd name="T114" fmla="*/ 762 w 7408"/>
                  <a:gd name="T115" fmla="*/ 21 h 45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7408" h="4575">
                    <a:moveTo>
                      <a:pt x="7408" y="205"/>
                    </a:moveTo>
                    <a:lnTo>
                      <a:pt x="7408" y="265"/>
                    </a:lnTo>
                    <a:lnTo>
                      <a:pt x="7395" y="1160"/>
                    </a:lnTo>
                    <a:lnTo>
                      <a:pt x="7372" y="1340"/>
                    </a:lnTo>
                    <a:lnTo>
                      <a:pt x="7348" y="1340"/>
                    </a:lnTo>
                    <a:lnTo>
                      <a:pt x="7300" y="1124"/>
                    </a:lnTo>
                    <a:lnTo>
                      <a:pt x="7269" y="1045"/>
                    </a:lnTo>
                    <a:lnTo>
                      <a:pt x="7233" y="1009"/>
                    </a:lnTo>
                    <a:lnTo>
                      <a:pt x="7174" y="1009"/>
                    </a:lnTo>
                    <a:lnTo>
                      <a:pt x="7023" y="1226"/>
                    </a:lnTo>
                    <a:lnTo>
                      <a:pt x="6681" y="2006"/>
                    </a:lnTo>
                    <a:lnTo>
                      <a:pt x="6591" y="2192"/>
                    </a:lnTo>
                    <a:lnTo>
                      <a:pt x="6201" y="2961"/>
                    </a:lnTo>
                    <a:lnTo>
                      <a:pt x="6111" y="3123"/>
                    </a:lnTo>
                    <a:lnTo>
                      <a:pt x="5936" y="3495"/>
                    </a:lnTo>
                    <a:lnTo>
                      <a:pt x="5924" y="3567"/>
                    </a:lnTo>
                    <a:lnTo>
                      <a:pt x="5918" y="3579"/>
                    </a:lnTo>
                    <a:lnTo>
                      <a:pt x="5893" y="3579"/>
                    </a:lnTo>
                    <a:lnTo>
                      <a:pt x="5893" y="3465"/>
                    </a:lnTo>
                    <a:lnTo>
                      <a:pt x="5947" y="3087"/>
                    </a:lnTo>
                    <a:lnTo>
                      <a:pt x="5947" y="2925"/>
                    </a:lnTo>
                    <a:lnTo>
                      <a:pt x="5936" y="2913"/>
                    </a:lnTo>
                    <a:lnTo>
                      <a:pt x="5918" y="2913"/>
                    </a:lnTo>
                    <a:lnTo>
                      <a:pt x="5731" y="3303"/>
                    </a:lnTo>
                    <a:lnTo>
                      <a:pt x="5557" y="3819"/>
                    </a:lnTo>
                    <a:lnTo>
                      <a:pt x="5479" y="4108"/>
                    </a:lnTo>
                    <a:lnTo>
                      <a:pt x="5443" y="4510"/>
                    </a:lnTo>
                    <a:lnTo>
                      <a:pt x="5455" y="4522"/>
                    </a:lnTo>
                    <a:lnTo>
                      <a:pt x="5455" y="4539"/>
                    </a:lnTo>
                    <a:lnTo>
                      <a:pt x="5419" y="4575"/>
                    </a:lnTo>
                    <a:lnTo>
                      <a:pt x="4416" y="4564"/>
                    </a:lnTo>
                    <a:lnTo>
                      <a:pt x="4296" y="4539"/>
                    </a:lnTo>
                    <a:lnTo>
                      <a:pt x="3623" y="4324"/>
                    </a:lnTo>
                    <a:lnTo>
                      <a:pt x="2968" y="4162"/>
                    </a:lnTo>
                    <a:lnTo>
                      <a:pt x="2806" y="4131"/>
                    </a:lnTo>
                    <a:lnTo>
                      <a:pt x="2145" y="4005"/>
                    </a:lnTo>
                    <a:lnTo>
                      <a:pt x="986" y="3795"/>
                    </a:lnTo>
                    <a:lnTo>
                      <a:pt x="24" y="3628"/>
                    </a:lnTo>
                    <a:lnTo>
                      <a:pt x="0" y="3628"/>
                    </a:lnTo>
                    <a:lnTo>
                      <a:pt x="0" y="3603"/>
                    </a:lnTo>
                    <a:lnTo>
                      <a:pt x="1178" y="3759"/>
                    </a:lnTo>
                    <a:lnTo>
                      <a:pt x="5077" y="4300"/>
                    </a:lnTo>
                    <a:lnTo>
                      <a:pt x="5113" y="4288"/>
                    </a:lnTo>
                    <a:lnTo>
                      <a:pt x="5149" y="4246"/>
                    </a:lnTo>
                    <a:lnTo>
                      <a:pt x="5179" y="4119"/>
                    </a:lnTo>
                    <a:lnTo>
                      <a:pt x="5191" y="3038"/>
                    </a:lnTo>
                    <a:lnTo>
                      <a:pt x="5251" y="2913"/>
                    </a:lnTo>
                    <a:lnTo>
                      <a:pt x="5455" y="2625"/>
                    </a:lnTo>
                    <a:lnTo>
                      <a:pt x="5780" y="2156"/>
                    </a:lnTo>
                    <a:lnTo>
                      <a:pt x="5870" y="2096"/>
                    </a:lnTo>
                    <a:lnTo>
                      <a:pt x="6278" y="1562"/>
                    </a:lnTo>
                    <a:lnTo>
                      <a:pt x="6765" y="847"/>
                    </a:lnTo>
                    <a:lnTo>
                      <a:pt x="7005" y="493"/>
                    </a:lnTo>
                    <a:lnTo>
                      <a:pt x="7300" y="79"/>
                    </a:lnTo>
                    <a:lnTo>
                      <a:pt x="7359" y="0"/>
                    </a:lnTo>
                    <a:lnTo>
                      <a:pt x="7384" y="0"/>
                    </a:lnTo>
                    <a:lnTo>
                      <a:pt x="7408" y="2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6" name="Freeform 167">
                <a:extLst>
                  <a:ext uri="{FF2B5EF4-FFF2-40B4-BE49-F238E27FC236}">
                    <a16:creationId xmlns:a16="http://schemas.microsoft.com/office/drawing/2014/main" id="{9E8D7052-0578-45C1-A5CE-61D7F418E65A}"/>
                  </a:ext>
                </a:extLst>
              </p:cNvPr>
              <p:cNvSpPr>
                <a:spLocks/>
              </p:cNvSpPr>
              <p:nvPr/>
            </p:nvSpPr>
            <p:spPr bwMode="auto">
              <a:xfrm>
                <a:off x="4575" y="2985"/>
                <a:ext cx="212" cy="317"/>
              </a:xfrm>
              <a:custGeom>
                <a:avLst/>
                <a:gdLst>
                  <a:gd name="T0" fmla="*/ 174 w 2067"/>
                  <a:gd name="T1" fmla="*/ 18 h 3134"/>
                  <a:gd name="T2" fmla="*/ 113 w 2067"/>
                  <a:gd name="T3" fmla="*/ 129 h 3134"/>
                  <a:gd name="T4" fmla="*/ 92 w 2067"/>
                  <a:gd name="T5" fmla="*/ 165 h 3134"/>
                  <a:gd name="T6" fmla="*/ 54 w 2067"/>
                  <a:gd name="T7" fmla="*/ 240 h 3134"/>
                  <a:gd name="T8" fmla="*/ 54 w 2067"/>
                  <a:gd name="T9" fmla="*/ 242 h 3134"/>
                  <a:gd name="T10" fmla="*/ 56 w 2067"/>
                  <a:gd name="T11" fmla="*/ 243 h 3134"/>
                  <a:gd name="T12" fmla="*/ 79 w 2067"/>
                  <a:gd name="T13" fmla="*/ 218 h 3134"/>
                  <a:gd name="T14" fmla="*/ 117 w 2067"/>
                  <a:gd name="T15" fmla="*/ 179 h 3134"/>
                  <a:gd name="T16" fmla="*/ 131 w 2067"/>
                  <a:gd name="T17" fmla="*/ 166 h 3134"/>
                  <a:gd name="T18" fmla="*/ 137 w 2067"/>
                  <a:gd name="T19" fmla="*/ 161 h 3134"/>
                  <a:gd name="T20" fmla="*/ 160 w 2067"/>
                  <a:gd name="T21" fmla="*/ 155 h 3134"/>
                  <a:gd name="T22" fmla="*/ 212 w 2067"/>
                  <a:gd name="T23" fmla="*/ 151 h 3134"/>
                  <a:gd name="T24" fmla="*/ 187 w 2067"/>
                  <a:gd name="T25" fmla="*/ 179 h 3134"/>
                  <a:gd name="T26" fmla="*/ 165 w 2067"/>
                  <a:gd name="T27" fmla="*/ 185 h 3134"/>
                  <a:gd name="T28" fmla="*/ 153 w 2067"/>
                  <a:gd name="T29" fmla="*/ 195 h 3134"/>
                  <a:gd name="T30" fmla="*/ 142 w 2067"/>
                  <a:gd name="T31" fmla="*/ 209 h 3134"/>
                  <a:gd name="T32" fmla="*/ 118 w 2067"/>
                  <a:gd name="T33" fmla="*/ 267 h 3134"/>
                  <a:gd name="T34" fmla="*/ 99 w 2067"/>
                  <a:gd name="T35" fmla="*/ 282 h 3134"/>
                  <a:gd name="T36" fmla="*/ 36 w 2067"/>
                  <a:gd name="T37" fmla="*/ 313 h 3134"/>
                  <a:gd name="T38" fmla="*/ 31 w 2067"/>
                  <a:gd name="T39" fmla="*/ 317 h 3134"/>
                  <a:gd name="T40" fmla="*/ 27 w 2067"/>
                  <a:gd name="T41" fmla="*/ 311 h 3134"/>
                  <a:gd name="T42" fmla="*/ 30 w 2067"/>
                  <a:gd name="T43" fmla="*/ 274 h 3134"/>
                  <a:gd name="T44" fmla="*/ 22 w 2067"/>
                  <a:gd name="T45" fmla="*/ 269 h 3134"/>
                  <a:gd name="T46" fmla="*/ 2 w 2067"/>
                  <a:gd name="T47" fmla="*/ 270 h 3134"/>
                  <a:gd name="T48" fmla="*/ 0 w 2067"/>
                  <a:gd name="T49" fmla="*/ 268 h 3134"/>
                  <a:gd name="T50" fmla="*/ 1 w 2067"/>
                  <a:gd name="T51" fmla="*/ 262 h 3134"/>
                  <a:gd name="T52" fmla="*/ 26 w 2067"/>
                  <a:gd name="T53" fmla="*/ 228 h 3134"/>
                  <a:gd name="T54" fmla="*/ 49 w 2067"/>
                  <a:gd name="T55" fmla="*/ 193 h 3134"/>
                  <a:gd name="T56" fmla="*/ 94 w 2067"/>
                  <a:gd name="T57" fmla="*/ 123 h 3134"/>
                  <a:gd name="T58" fmla="*/ 165 w 2067"/>
                  <a:gd name="T59" fmla="*/ 10 h 3134"/>
                  <a:gd name="T60" fmla="*/ 172 w 2067"/>
                  <a:gd name="T61" fmla="*/ 0 h 3134"/>
                  <a:gd name="T62" fmla="*/ 174 w 2067"/>
                  <a:gd name="T63" fmla="*/ 0 h 3134"/>
                  <a:gd name="T64" fmla="*/ 174 w 2067"/>
                  <a:gd name="T65" fmla="*/ 18 h 3134"/>
                  <a:gd name="T66" fmla="*/ 174 w 2067"/>
                  <a:gd name="T67" fmla="*/ 18 h 31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67" h="3134">
                    <a:moveTo>
                      <a:pt x="1700" y="180"/>
                    </a:moveTo>
                    <a:lnTo>
                      <a:pt x="1100" y="1273"/>
                    </a:lnTo>
                    <a:lnTo>
                      <a:pt x="896" y="1627"/>
                    </a:lnTo>
                    <a:lnTo>
                      <a:pt x="529" y="2371"/>
                    </a:lnTo>
                    <a:lnTo>
                      <a:pt x="529" y="2396"/>
                    </a:lnTo>
                    <a:lnTo>
                      <a:pt x="542" y="2407"/>
                    </a:lnTo>
                    <a:lnTo>
                      <a:pt x="769" y="2155"/>
                    </a:lnTo>
                    <a:lnTo>
                      <a:pt x="1136" y="1765"/>
                    </a:lnTo>
                    <a:lnTo>
                      <a:pt x="1274" y="1639"/>
                    </a:lnTo>
                    <a:lnTo>
                      <a:pt x="1340" y="1591"/>
                    </a:lnTo>
                    <a:lnTo>
                      <a:pt x="1562" y="1537"/>
                    </a:lnTo>
                    <a:lnTo>
                      <a:pt x="2067" y="1489"/>
                    </a:lnTo>
                    <a:lnTo>
                      <a:pt x="1826" y="1765"/>
                    </a:lnTo>
                    <a:lnTo>
                      <a:pt x="1605" y="1825"/>
                    </a:lnTo>
                    <a:lnTo>
                      <a:pt x="1490" y="1927"/>
                    </a:lnTo>
                    <a:lnTo>
                      <a:pt x="1388" y="2065"/>
                    </a:lnTo>
                    <a:lnTo>
                      <a:pt x="1148" y="2635"/>
                    </a:lnTo>
                    <a:lnTo>
                      <a:pt x="968" y="2786"/>
                    </a:lnTo>
                    <a:lnTo>
                      <a:pt x="355" y="3098"/>
                    </a:lnTo>
                    <a:lnTo>
                      <a:pt x="301" y="3134"/>
                    </a:lnTo>
                    <a:lnTo>
                      <a:pt x="265" y="3074"/>
                    </a:lnTo>
                    <a:lnTo>
                      <a:pt x="288" y="2707"/>
                    </a:lnTo>
                    <a:lnTo>
                      <a:pt x="216" y="2660"/>
                    </a:lnTo>
                    <a:lnTo>
                      <a:pt x="24" y="2671"/>
                    </a:lnTo>
                    <a:lnTo>
                      <a:pt x="0" y="2648"/>
                    </a:lnTo>
                    <a:lnTo>
                      <a:pt x="13" y="2594"/>
                    </a:lnTo>
                    <a:lnTo>
                      <a:pt x="252" y="2258"/>
                    </a:lnTo>
                    <a:lnTo>
                      <a:pt x="475" y="1904"/>
                    </a:lnTo>
                    <a:lnTo>
                      <a:pt x="920" y="1219"/>
                    </a:lnTo>
                    <a:lnTo>
                      <a:pt x="1605" y="102"/>
                    </a:lnTo>
                    <a:lnTo>
                      <a:pt x="1677" y="0"/>
                    </a:lnTo>
                    <a:lnTo>
                      <a:pt x="1700" y="0"/>
                    </a:lnTo>
                    <a:lnTo>
                      <a:pt x="170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7" name="Freeform 168">
                <a:extLst>
                  <a:ext uri="{FF2B5EF4-FFF2-40B4-BE49-F238E27FC236}">
                    <a16:creationId xmlns:a16="http://schemas.microsoft.com/office/drawing/2014/main" id="{44A3A6C1-B690-487F-8A02-9F375265BA66}"/>
                  </a:ext>
                </a:extLst>
              </p:cNvPr>
              <p:cNvSpPr>
                <a:spLocks/>
              </p:cNvSpPr>
              <p:nvPr/>
            </p:nvSpPr>
            <p:spPr bwMode="auto">
              <a:xfrm>
                <a:off x="3839" y="2995"/>
                <a:ext cx="77" cy="117"/>
              </a:xfrm>
              <a:custGeom>
                <a:avLst/>
                <a:gdLst>
                  <a:gd name="T0" fmla="*/ 77 w 745"/>
                  <a:gd name="T1" fmla="*/ 9 h 1147"/>
                  <a:gd name="T2" fmla="*/ 77 w 745"/>
                  <a:gd name="T3" fmla="*/ 12 h 1147"/>
                  <a:gd name="T4" fmla="*/ 20 w 745"/>
                  <a:gd name="T5" fmla="*/ 5 h 1147"/>
                  <a:gd name="T6" fmla="*/ 16 w 745"/>
                  <a:gd name="T7" fmla="*/ 11 h 1147"/>
                  <a:gd name="T8" fmla="*/ 17 w 745"/>
                  <a:gd name="T9" fmla="*/ 82 h 1147"/>
                  <a:gd name="T10" fmla="*/ 17 w 745"/>
                  <a:gd name="T11" fmla="*/ 103 h 1147"/>
                  <a:gd name="T12" fmla="*/ 9 w 745"/>
                  <a:gd name="T13" fmla="*/ 114 h 1147"/>
                  <a:gd name="T14" fmla="*/ 6 w 745"/>
                  <a:gd name="T15" fmla="*/ 117 h 1147"/>
                  <a:gd name="T16" fmla="*/ 4 w 745"/>
                  <a:gd name="T17" fmla="*/ 114 h 1147"/>
                  <a:gd name="T18" fmla="*/ 1 w 745"/>
                  <a:gd name="T19" fmla="*/ 15 h 1147"/>
                  <a:gd name="T20" fmla="*/ 0 w 745"/>
                  <a:gd name="T21" fmla="*/ 7 h 1147"/>
                  <a:gd name="T22" fmla="*/ 5 w 745"/>
                  <a:gd name="T23" fmla="*/ 0 h 1147"/>
                  <a:gd name="T24" fmla="*/ 22 w 745"/>
                  <a:gd name="T25" fmla="*/ 1 h 1147"/>
                  <a:gd name="T26" fmla="*/ 77 w 745"/>
                  <a:gd name="T27" fmla="*/ 9 h 1147"/>
                  <a:gd name="T28" fmla="*/ 77 w 745"/>
                  <a:gd name="T29" fmla="*/ 9 h 11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5" h="1147">
                    <a:moveTo>
                      <a:pt x="745" y="90"/>
                    </a:moveTo>
                    <a:lnTo>
                      <a:pt x="745" y="114"/>
                    </a:lnTo>
                    <a:lnTo>
                      <a:pt x="198" y="49"/>
                    </a:lnTo>
                    <a:lnTo>
                      <a:pt x="150" y="103"/>
                    </a:lnTo>
                    <a:lnTo>
                      <a:pt x="162" y="804"/>
                    </a:lnTo>
                    <a:lnTo>
                      <a:pt x="162" y="1009"/>
                    </a:lnTo>
                    <a:lnTo>
                      <a:pt x="85" y="1122"/>
                    </a:lnTo>
                    <a:lnTo>
                      <a:pt x="60" y="1147"/>
                    </a:lnTo>
                    <a:lnTo>
                      <a:pt x="36" y="1122"/>
                    </a:lnTo>
                    <a:lnTo>
                      <a:pt x="13" y="150"/>
                    </a:lnTo>
                    <a:lnTo>
                      <a:pt x="0" y="72"/>
                    </a:lnTo>
                    <a:lnTo>
                      <a:pt x="49" y="0"/>
                    </a:lnTo>
                    <a:lnTo>
                      <a:pt x="211" y="13"/>
                    </a:lnTo>
                    <a:lnTo>
                      <a:pt x="74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8" name="Freeform 169">
                <a:extLst>
                  <a:ext uri="{FF2B5EF4-FFF2-40B4-BE49-F238E27FC236}">
                    <a16:creationId xmlns:a16="http://schemas.microsoft.com/office/drawing/2014/main" id="{7B588090-70F5-435F-8020-B36F69740E60}"/>
                  </a:ext>
                </a:extLst>
              </p:cNvPr>
              <p:cNvSpPr>
                <a:spLocks/>
              </p:cNvSpPr>
              <p:nvPr/>
            </p:nvSpPr>
            <p:spPr bwMode="auto">
              <a:xfrm>
                <a:off x="3921" y="3005"/>
                <a:ext cx="2" cy="4"/>
              </a:xfrm>
              <a:custGeom>
                <a:avLst/>
                <a:gdLst>
                  <a:gd name="T0" fmla="*/ 2 w 23"/>
                  <a:gd name="T1" fmla="*/ 4 h 23"/>
                  <a:gd name="T2" fmla="*/ 0 w 23"/>
                  <a:gd name="T3" fmla="*/ 4 h 23"/>
                  <a:gd name="T4" fmla="*/ 0 w 23"/>
                  <a:gd name="T5" fmla="*/ 0 h 23"/>
                  <a:gd name="T6" fmla="*/ 2 w 23"/>
                  <a:gd name="T7" fmla="*/ 0 h 23"/>
                  <a:gd name="T8" fmla="*/ 2 w 23"/>
                  <a:gd name="T9" fmla="*/ 4 h 23"/>
                  <a:gd name="T10" fmla="*/ 2 w 23"/>
                  <a:gd name="T11" fmla="*/ 4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23">
                    <a:moveTo>
                      <a:pt x="23" y="23"/>
                    </a:moveTo>
                    <a:lnTo>
                      <a:pt x="0" y="23"/>
                    </a:lnTo>
                    <a:lnTo>
                      <a:pt x="0" y="0"/>
                    </a:lnTo>
                    <a:lnTo>
                      <a:pt x="23" y="0"/>
                    </a:lnTo>
                    <a:lnTo>
                      <a:pt x="2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9" name="Freeform 170">
                <a:extLst>
                  <a:ext uri="{FF2B5EF4-FFF2-40B4-BE49-F238E27FC236}">
                    <a16:creationId xmlns:a16="http://schemas.microsoft.com/office/drawing/2014/main" id="{EF803484-F6A5-459D-A0DE-EF677F0532B2}"/>
                  </a:ext>
                </a:extLst>
              </p:cNvPr>
              <p:cNvSpPr>
                <a:spLocks/>
              </p:cNvSpPr>
              <p:nvPr/>
            </p:nvSpPr>
            <p:spPr bwMode="auto">
              <a:xfrm>
                <a:off x="3980" y="3039"/>
                <a:ext cx="195" cy="70"/>
              </a:xfrm>
              <a:custGeom>
                <a:avLst/>
                <a:gdLst>
                  <a:gd name="T0" fmla="*/ 192 w 1911"/>
                  <a:gd name="T1" fmla="*/ 26 h 691"/>
                  <a:gd name="T2" fmla="*/ 195 w 1911"/>
                  <a:gd name="T3" fmla="*/ 32 h 691"/>
                  <a:gd name="T4" fmla="*/ 195 w 1911"/>
                  <a:gd name="T5" fmla="*/ 38 h 691"/>
                  <a:gd name="T6" fmla="*/ 192 w 1911"/>
                  <a:gd name="T7" fmla="*/ 41 h 691"/>
                  <a:gd name="T8" fmla="*/ 134 w 1911"/>
                  <a:gd name="T9" fmla="*/ 32 h 691"/>
                  <a:gd name="T10" fmla="*/ 129 w 1911"/>
                  <a:gd name="T11" fmla="*/ 38 h 691"/>
                  <a:gd name="T12" fmla="*/ 83 w 1911"/>
                  <a:gd name="T13" fmla="*/ 32 h 691"/>
                  <a:gd name="T14" fmla="*/ 76 w 1911"/>
                  <a:gd name="T15" fmla="*/ 41 h 691"/>
                  <a:gd name="T16" fmla="*/ 75 w 1911"/>
                  <a:gd name="T17" fmla="*/ 41 h 691"/>
                  <a:gd name="T18" fmla="*/ 71 w 1911"/>
                  <a:gd name="T19" fmla="*/ 27 h 691"/>
                  <a:gd name="T20" fmla="*/ 66 w 1911"/>
                  <a:gd name="T21" fmla="*/ 23 h 691"/>
                  <a:gd name="T22" fmla="*/ 17 w 1911"/>
                  <a:gd name="T23" fmla="*/ 17 h 691"/>
                  <a:gd name="T24" fmla="*/ 13 w 1911"/>
                  <a:gd name="T25" fmla="*/ 21 h 691"/>
                  <a:gd name="T26" fmla="*/ 15 w 1911"/>
                  <a:gd name="T27" fmla="*/ 37 h 691"/>
                  <a:gd name="T28" fmla="*/ 22 w 1911"/>
                  <a:gd name="T29" fmla="*/ 42 h 691"/>
                  <a:gd name="T30" fmla="*/ 143 w 1911"/>
                  <a:gd name="T31" fmla="*/ 58 h 691"/>
                  <a:gd name="T32" fmla="*/ 147 w 1911"/>
                  <a:gd name="T33" fmla="*/ 56 h 691"/>
                  <a:gd name="T34" fmla="*/ 166 w 1911"/>
                  <a:gd name="T35" fmla="*/ 56 h 691"/>
                  <a:gd name="T36" fmla="*/ 169 w 1911"/>
                  <a:gd name="T37" fmla="*/ 50 h 691"/>
                  <a:gd name="T38" fmla="*/ 170 w 1911"/>
                  <a:gd name="T39" fmla="*/ 50 h 691"/>
                  <a:gd name="T40" fmla="*/ 173 w 1911"/>
                  <a:gd name="T41" fmla="*/ 59 h 691"/>
                  <a:gd name="T42" fmla="*/ 180 w 1911"/>
                  <a:gd name="T43" fmla="*/ 63 h 691"/>
                  <a:gd name="T44" fmla="*/ 194 w 1911"/>
                  <a:gd name="T45" fmla="*/ 64 h 691"/>
                  <a:gd name="T46" fmla="*/ 195 w 1911"/>
                  <a:gd name="T47" fmla="*/ 65 h 691"/>
                  <a:gd name="T48" fmla="*/ 195 w 1911"/>
                  <a:gd name="T49" fmla="*/ 68 h 691"/>
                  <a:gd name="T50" fmla="*/ 192 w 1911"/>
                  <a:gd name="T51" fmla="*/ 70 h 691"/>
                  <a:gd name="T52" fmla="*/ 6 w 1911"/>
                  <a:gd name="T53" fmla="*/ 46 h 691"/>
                  <a:gd name="T54" fmla="*/ 4 w 1911"/>
                  <a:gd name="T55" fmla="*/ 46 h 691"/>
                  <a:gd name="T56" fmla="*/ 2 w 1911"/>
                  <a:gd name="T57" fmla="*/ 46 h 691"/>
                  <a:gd name="T58" fmla="*/ 0 w 1911"/>
                  <a:gd name="T59" fmla="*/ 2 h 691"/>
                  <a:gd name="T60" fmla="*/ 2 w 1911"/>
                  <a:gd name="T61" fmla="*/ 0 h 691"/>
                  <a:gd name="T62" fmla="*/ 56 w 1911"/>
                  <a:gd name="T63" fmla="*/ 6 h 691"/>
                  <a:gd name="T64" fmla="*/ 192 w 1911"/>
                  <a:gd name="T65" fmla="*/ 26 h 691"/>
                  <a:gd name="T66" fmla="*/ 192 w 1911"/>
                  <a:gd name="T67" fmla="*/ 26 h 6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11" h="691">
                    <a:moveTo>
                      <a:pt x="1880" y="252"/>
                    </a:moveTo>
                    <a:lnTo>
                      <a:pt x="1911" y="319"/>
                    </a:lnTo>
                    <a:lnTo>
                      <a:pt x="1911" y="378"/>
                    </a:lnTo>
                    <a:lnTo>
                      <a:pt x="1886" y="403"/>
                    </a:lnTo>
                    <a:lnTo>
                      <a:pt x="1316" y="319"/>
                    </a:lnTo>
                    <a:lnTo>
                      <a:pt x="1267" y="378"/>
                    </a:lnTo>
                    <a:lnTo>
                      <a:pt x="811" y="319"/>
                    </a:lnTo>
                    <a:lnTo>
                      <a:pt x="745" y="403"/>
                    </a:lnTo>
                    <a:lnTo>
                      <a:pt x="733" y="403"/>
                    </a:lnTo>
                    <a:lnTo>
                      <a:pt x="697" y="265"/>
                    </a:lnTo>
                    <a:lnTo>
                      <a:pt x="648" y="229"/>
                    </a:lnTo>
                    <a:lnTo>
                      <a:pt x="168" y="168"/>
                    </a:lnTo>
                    <a:lnTo>
                      <a:pt x="132" y="205"/>
                    </a:lnTo>
                    <a:lnTo>
                      <a:pt x="144" y="367"/>
                    </a:lnTo>
                    <a:lnTo>
                      <a:pt x="216" y="414"/>
                    </a:lnTo>
                    <a:lnTo>
                      <a:pt x="1406" y="571"/>
                    </a:lnTo>
                    <a:lnTo>
                      <a:pt x="1442" y="553"/>
                    </a:lnTo>
                    <a:lnTo>
                      <a:pt x="1628" y="553"/>
                    </a:lnTo>
                    <a:lnTo>
                      <a:pt x="1658" y="493"/>
                    </a:lnTo>
                    <a:lnTo>
                      <a:pt x="1670" y="493"/>
                    </a:lnTo>
                    <a:lnTo>
                      <a:pt x="1695" y="583"/>
                    </a:lnTo>
                    <a:lnTo>
                      <a:pt x="1760" y="619"/>
                    </a:lnTo>
                    <a:lnTo>
                      <a:pt x="1898" y="631"/>
                    </a:lnTo>
                    <a:lnTo>
                      <a:pt x="1911" y="642"/>
                    </a:lnTo>
                    <a:lnTo>
                      <a:pt x="1911" y="667"/>
                    </a:lnTo>
                    <a:lnTo>
                      <a:pt x="1880" y="691"/>
                    </a:lnTo>
                    <a:lnTo>
                      <a:pt x="54" y="450"/>
                    </a:lnTo>
                    <a:lnTo>
                      <a:pt x="42" y="457"/>
                    </a:lnTo>
                    <a:lnTo>
                      <a:pt x="24" y="457"/>
                    </a:lnTo>
                    <a:lnTo>
                      <a:pt x="0" y="24"/>
                    </a:lnTo>
                    <a:lnTo>
                      <a:pt x="24" y="0"/>
                    </a:lnTo>
                    <a:lnTo>
                      <a:pt x="547" y="60"/>
                    </a:lnTo>
                    <a:lnTo>
                      <a:pt x="188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171">
                <a:extLst>
                  <a:ext uri="{FF2B5EF4-FFF2-40B4-BE49-F238E27FC236}">
                    <a16:creationId xmlns:a16="http://schemas.microsoft.com/office/drawing/2014/main" id="{6F23B2C0-DE9D-40E5-9042-40CE556EC511}"/>
                  </a:ext>
                </a:extLst>
              </p:cNvPr>
              <p:cNvSpPr>
                <a:spLocks/>
              </p:cNvSpPr>
              <p:nvPr/>
            </p:nvSpPr>
            <p:spPr bwMode="auto">
              <a:xfrm>
                <a:off x="4202" y="3061"/>
                <a:ext cx="299" cy="78"/>
              </a:xfrm>
              <a:custGeom>
                <a:avLst/>
                <a:gdLst>
                  <a:gd name="T0" fmla="*/ 299 w 2901"/>
                  <a:gd name="T1" fmla="*/ 46 h 769"/>
                  <a:gd name="T2" fmla="*/ 298 w 2901"/>
                  <a:gd name="T3" fmla="*/ 50 h 769"/>
                  <a:gd name="T4" fmla="*/ 282 w 2901"/>
                  <a:gd name="T5" fmla="*/ 50 h 769"/>
                  <a:gd name="T6" fmla="*/ 131 w 2901"/>
                  <a:gd name="T7" fmla="*/ 32 h 769"/>
                  <a:gd name="T8" fmla="*/ 13 w 2901"/>
                  <a:gd name="T9" fmla="*/ 16 h 769"/>
                  <a:gd name="T10" fmla="*/ 9 w 2901"/>
                  <a:gd name="T11" fmla="*/ 20 h 769"/>
                  <a:gd name="T12" fmla="*/ 6 w 2901"/>
                  <a:gd name="T13" fmla="*/ 76 h 769"/>
                  <a:gd name="T14" fmla="*/ 4 w 2901"/>
                  <a:gd name="T15" fmla="*/ 78 h 769"/>
                  <a:gd name="T16" fmla="*/ 0 w 2901"/>
                  <a:gd name="T17" fmla="*/ 77 h 769"/>
                  <a:gd name="T18" fmla="*/ 0 w 2901"/>
                  <a:gd name="T19" fmla="*/ 1 h 769"/>
                  <a:gd name="T20" fmla="*/ 1 w 2901"/>
                  <a:gd name="T21" fmla="*/ 0 h 769"/>
                  <a:gd name="T22" fmla="*/ 297 w 2901"/>
                  <a:gd name="T23" fmla="*/ 43 h 769"/>
                  <a:gd name="T24" fmla="*/ 299 w 2901"/>
                  <a:gd name="T25" fmla="*/ 46 h 769"/>
                  <a:gd name="T26" fmla="*/ 299 w 2901"/>
                  <a:gd name="T27" fmla="*/ 46 h 7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01" h="769">
                    <a:moveTo>
                      <a:pt x="2901" y="451"/>
                    </a:moveTo>
                    <a:lnTo>
                      <a:pt x="2889" y="493"/>
                    </a:lnTo>
                    <a:lnTo>
                      <a:pt x="2739" y="493"/>
                    </a:lnTo>
                    <a:lnTo>
                      <a:pt x="1273" y="313"/>
                    </a:lnTo>
                    <a:lnTo>
                      <a:pt x="126" y="162"/>
                    </a:lnTo>
                    <a:lnTo>
                      <a:pt x="90" y="198"/>
                    </a:lnTo>
                    <a:lnTo>
                      <a:pt x="59" y="745"/>
                    </a:lnTo>
                    <a:lnTo>
                      <a:pt x="36" y="769"/>
                    </a:lnTo>
                    <a:lnTo>
                      <a:pt x="0" y="757"/>
                    </a:lnTo>
                    <a:lnTo>
                      <a:pt x="0" y="13"/>
                    </a:lnTo>
                    <a:lnTo>
                      <a:pt x="12" y="0"/>
                    </a:lnTo>
                    <a:lnTo>
                      <a:pt x="2878" y="426"/>
                    </a:lnTo>
                    <a:lnTo>
                      <a:pt x="2901" y="4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172">
                <a:extLst>
                  <a:ext uri="{FF2B5EF4-FFF2-40B4-BE49-F238E27FC236}">
                    <a16:creationId xmlns:a16="http://schemas.microsoft.com/office/drawing/2014/main" id="{A6F8388B-5245-4481-B23D-B5607BCD15BD}"/>
                  </a:ext>
                </a:extLst>
              </p:cNvPr>
              <p:cNvSpPr>
                <a:spLocks/>
              </p:cNvSpPr>
              <p:nvPr/>
            </p:nvSpPr>
            <p:spPr bwMode="auto">
              <a:xfrm>
                <a:off x="3659" y="3079"/>
                <a:ext cx="151" cy="164"/>
              </a:xfrm>
              <a:custGeom>
                <a:avLst/>
                <a:gdLst>
                  <a:gd name="T0" fmla="*/ 149 w 1460"/>
                  <a:gd name="T1" fmla="*/ 44 h 1615"/>
                  <a:gd name="T2" fmla="*/ 107 w 1460"/>
                  <a:gd name="T3" fmla="*/ 79 h 1615"/>
                  <a:gd name="T4" fmla="*/ 74 w 1460"/>
                  <a:gd name="T5" fmla="*/ 111 h 1615"/>
                  <a:gd name="T6" fmla="*/ 38 w 1460"/>
                  <a:gd name="T7" fmla="*/ 159 h 1615"/>
                  <a:gd name="T8" fmla="*/ 1 w 1460"/>
                  <a:gd name="T9" fmla="*/ 152 h 1615"/>
                  <a:gd name="T10" fmla="*/ 10 w 1460"/>
                  <a:gd name="T11" fmla="*/ 150 h 1615"/>
                  <a:gd name="T12" fmla="*/ 18 w 1460"/>
                  <a:gd name="T13" fmla="*/ 157 h 1615"/>
                  <a:gd name="T14" fmla="*/ 14 w 1460"/>
                  <a:gd name="T15" fmla="*/ 142 h 1615"/>
                  <a:gd name="T16" fmla="*/ 13 w 1460"/>
                  <a:gd name="T17" fmla="*/ 136 h 1615"/>
                  <a:gd name="T18" fmla="*/ 34 w 1460"/>
                  <a:gd name="T19" fmla="*/ 148 h 1615"/>
                  <a:gd name="T20" fmla="*/ 22 w 1460"/>
                  <a:gd name="T21" fmla="*/ 128 h 1615"/>
                  <a:gd name="T22" fmla="*/ 21 w 1460"/>
                  <a:gd name="T23" fmla="*/ 122 h 1615"/>
                  <a:gd name="T24" fmla="*/ 34 w 1460"/>
                  <a:gd name="T25" fmla="*/ 127 h 1615"/>
                  <a:gd name="T26" fmla="*/ 27 w 1460"/>
                  <a:gd name="T27" fmla="*/ 113 h 1615"/>
                  <a:gd name="T28" fmla="*/ 23 w 1460"/>
                  <a:gd name="T29" fmla="*/ 110 h 1615"/>
                  <a:gd name="T30" fmla="*/ 38 w 1460"/>
                  <a:gd name="T31" fmla="*/ 113 h 1615"/>
                  <a:gd name="T32" fmla="*/ 43 w 1460"/>
                  <a:gd name="T33" fmla="*/ 107 h 1615"/>
                  <a:gd name="T34" fmla="*/ 34 w 1460"/>
                  <a:gd name="T35" fmla="*/ 97 h 1615"/>
                  <a:gd name="T36" fmla="*/ 50 w 1460"/>
                  <a:gd name="T37" fmla="*/ 105 h 1615"/>
                  <a:gd name="T38" fmla="*/ 44 w 1460"/>
                  <a:gd name="T39" fmla="*/ 88 h 1615"/>
                  <a:gd name="T40" fmla="*/ 60 w 1460"/>
                  <a:gd name="T41" fmla="*/ 96 h 1615"/>
                  <a:gd name="T42" fmla="*/ 52 w 1460"/>
                  <a:gd name="T43" fmla="*/ 81 h 1615"/>
                  <a:gd name="T44" fmla="*/ 60 w 1460"/>
                  <a:gd name="T45" fmla="*/ 81 h 1615"/>
                  <a:gd name="T46" fmla="*/ 71 w 1460"/>
                  <a:gd name="T47" fmla="*/ 81 h 1615"/>
                  <a:gd name="T48" fmla="*/ 61 w 1460"/>
                  <a:gd name="T49" fmla="*/ 73 h 1615"/>
                  <a:gd name="T50" fmla="*/ 83 w 1460"/>
                  <a:gd name="T51" fmla="*/ 81 h 1615"/>
                  <a:gd name="T52" fmla="*/ 76 w 1460"/>
                  <a:gd name="T53" fmla="*/ 63 h 1615"/>
                  <a:gd name="T54" fmla="*/ 83 w 1460"/>
                  <a:gd name="T55" fmla="*/ 60 h 1615"/>
                  <a:gd name="T56" fmla="*/ 96 w 1460"/>
                  <a:gd name="T57" fmla="*/ 62 h 1615"/>
                  <a:gd name="T58" fmla="*/ 83 w 1460"/>
                  <a:gd name="T59" fmla="*/ 51 h 1615"/>
                  <a:gd name="T60" fmla="*/ 101 w 1460"/>
                  <a:gd name="T61" fmla="*/ 55 h 1615"/>
                  <a:gd name="T62" fmla="*/ 95 w 1460"/>
                  <a:gd name="T63" fmla="*/ 44 h 1615"/>
                  <a:gd name="T64" fmla="*/ 111 w 1460"/>
                  <a:gd name="T65" fmla="*/ 50 h 1615"/>
                  <a:gd name="T66" fmla="*/ 116 w 1460"/>
                  <a:gd name="T67" fmla="*/ 45 h 1615"/>
                  <a:gd name="T68" fmla="*/ 104 w 1460"/>
                  <a:gd name="T69" fmla="*/ 33 h 1615"/>
                  <a:gd name="T70" fmla="*/ 122 w 1460"/>
                  <a:gd name="T71" fmla="*/ 43 h 1615"/>
                  <a:gd name="T72" fmla="*/ 116 w 1460"/>
                  <a:gd name="T73" fmla="*/ 27 h 1615"/>
                  <a:gd name="T74" fmla="*/ 131 w 1460"/>
                  <a:gd name="T75" fmla="*/ 26 h 1615"/>
                  <a:gd name="T76" fmla="*/ 134 w 1460"/>
                  <a:gd name="T77" fmla="*/ 21 h 1615"/>
                  <a:gd name="T78" fmla="*/ 134 w 1460"/>
                  <a:gd name="T79" fmla="*/ 13 h 1615"/>
                  <a:gd name="T80" fmla="*/ 142 w 1460"/>
                  <a:gd name="T81" fmla="*/ 14 h 1615"/>
                  <a:gd name="T82" fmla="*/ 144 w 1460"/>
                  <a:gd name="T83" fmla="*/ 0 h 1615"/>
                  <a:gd name="T84" fmla="*/ 151 w 1460"/>
                  <a:gd name="T85" fmla="*/ 9 h 16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60" h="1615">
                    <a:moveTo>
                      <a:pt x="1460" y="90"/>
                    </a:moveTo>
                    <a:lnTo>
                      <a:pt x="1448" y="378"/>
                    </a:lnTo>
                    <a:lnTo>
                      <a:pt x="1436" y="432"/>
                    </a:lnTo>
                    <a:lnTo>
                      <a:pt x="1232" y="642"/>
                    </a:lnTo>
                    <a:lnTo>
                      <a:pt x="1147" y="708"/>
                    </a:lnTo>
                    <a:lnTo>
                      <a:pt x="1034" y="780"/>
                    </a:lnTo>
                    <a:lnTo>
                      <a:pt x="908" y="924"/>
                    </a:lnTo>
                    <a:lnTo>
                      <a:pt x="780" y="1032"/>
                    </a:lnTo>
                    <a:lnTo>
                      <a:pt x="715" y="1098"/>
                    </a:lnTo>
                    <a:lnTo>
                      <a:pt x="564" y="1248"/>
                    </a:lnTo>
                    <a:lnTo>
                      <a:pt x="462" y="1411"/>
                    </a:lnTo>
                    <a:lnTo>
                      <a:pt x="372" y="1566"/>
                    </a:lnTo>
                    <a:lnTo>
                      <a:pt x="312" y="1615"/>
                    </a:lnTo>
                    <a:lnTo>
                      <a:pt x="72" y="1602"/>
                    </a:lnTo>
                    <a:lnTo>
                      <a:pt x="12" y="1501"/>
                    </a:lnTo>
                    <a:lnTo>
                      <a:pt x="0" y="1489"/>
                    </a:lnTo>
                    <a:lnTo>
                      <a:pt x="60" y="1476"/>
                    </a:lnTo>
                    <a:lnTo>
                      <a:pt x="96" y="1476"/>
                    </a:lnTo>
                    <a:lnTo>
                      <a:pt x="138" y="1537"/>
                    </a:lnTo>
                    <a:lnTo>
                      <a:pt x="150" y="1548"/>
                    </a:lnTo>
                    <a:lnTo>
                      <a:pt x="174" y="1548"/>
                    </a:lnTo>
                    <a:lnTo>
                      <a:pt x="222" y="1489"/>
                    </a:lnTo>
                    <a:lnTo>
                      <a:pt x="222" y="1465"/>
                    </a:lnTo>
                    <a:lnTo>
                      <a:pt x="138" y="1399"/>
                    </a:lnTo>
                    <a:lnTo>
                      <a:pt x="114" y="1399"/>
                    </a:lnTo>
                    <a:lnTo>
                      <a:pt x="96" y="1375"/>
                    </a:lnTo>
                    <a:lnTo>
                      <a:pt x="126" y="1339"/>
                    </a:lnTo>
                    <a:lnTo>
                      <a:pt x="186" y="1339"/>
                    </a:lnTo>
                    <a:lnTo>
                      <a:pt x="300" y="1453"/>
                    </a:lnTo>
                    <a:lnTo>
                      <a:pt x="325" y="1453"/>
                    </a:lnTo>
                    <a:lnTo>
                      <a:pt x="325" y="1375"/>
                    </a:lnTo>
                    <a:lnTo>
                      <a:pt x="289" y="1314"/>
                    </a:lnTo>
                    <a:lnTo>
                      <a:pt x="210" y="1260"/>
                    </a:lnTo>
                    <a:lnTo>
                      <a:pt x="186" y="1260"/>
                    </a:lnTo>
                    <a:lnTo>
                      <a:pt x="162" y="1237"/>
                    </a:lnTo>
                    <a:lnTo>
                      <a:pt x="199" y="1201"/>
                    </a:lnTo>
                    <a:lnTo>
                      <a:pt x="289" y="1224"/>
                    </a:lnTo>
                    <a:lnTo>
                      <a:pt x="312" y="1248"/>
                    </a:lnTo>
                    <a:lnTo>
                      <a:pt x="325" y="1248"/>
                    </a:lnTo>
                    <a:lnTo>
                      <a:pt x="348" y="1224"/>
                    </a:lnTo>
                    <a:lnTo>
                      <a:pt x="312" y="1147"/>
                    </a:lnTo>
                    <a:lnTo>
                      <a:pt x="264" y="1111"/>
                    </a:lnTo>
                    <a:lnTo>
                      <a:pt x="235" y="1111"/>
                    </a:lnTo>
                    <a:lnTo>
                      <a:pt x="222" y="1098"/>
                    </a:lnTo>
                    <a:lnTo>
                      <a:pt x="222" y="1086"/>
                    </a:lnTo>
                    <a:lnTo>
                      <a:pt x="246" y="1062"/>
                    </a:lnTo>
                    <a:lnTo>
                      <a:pt x="325" y="1075"/>
                    </a:lnTo>
                    <a:lnTo>
                      <a:pt x="372" y="1111"/>
                    </a:lnTo>
                    <a:lnTo>
                      <a:pt x="402" y="1147"/>
                    </a:lnTo>
                    <a:lnTo>
                      <a:pt x="415" y="1147"/>
                    </a:lnTo>
                    <a:lnTo>
                      <a:pt x="415" y="1050"/>
                    </a:lnTo>
                    <a:lnTo>
                      <a:pt x="390" y="1021"/>
                    </a:lnTo>
                    <a:lnTo>
                      <a:pt x="325" y="973"/>
                    </a:lnTo>
                    <a:lnTo>
                      <a:pt x="325" y="960"/>
                    </a:lnTo>
                    <a:lnTo>
                      <a:pt x="372" y="948"/>
                    </a:lnTo>
                    <a:lnTo>
                      <a:pt x="402" y="948"/>
                    </a:lnTo>
                    <a:lnTo>
                      <a:pt x="487" y="1032"/>
                    </a:lnTo>
                    <a:lnTo>
                      <a:pt x="505" y="1009"/>
                    </a:lnTo>
                    <a:lnTo>
                      <a:pt x="487" y="924"/>
                    </a:lnTo>
                    <a:lnTo>
                      <a:pt x="426" y="870"/>
                    </a:lnTo>
                    <a:lnTo>
                      <a:pt x="426" y="858"/>
                    </a:lnTo>
                    <a:lnTo>
                      <a:pt x="499" y="858"/>
                    </a:lnTo>
                    <a:lnTo>
                      <a:pt x="577" y="948"/>
                    </a:lnTo>
                    <a:lnTo>
                      <a:pt x="600" y="948"/>
                    </a:lnTo>
                    <a:lnTo>
                      <a:pt x="600" y="894"/>
                    </a:lnTo>
                    <a:lnTo>
                      <a:pt x="505" y="798"/>
                    </a:lnTo>
                    <a:lnTo>
                      <a:pt x="499" y="798"/>
                    </a:lnTo>
                    <a:lnTo>
                      <a:pt x="499" y="780"/>
                    </a:lnTo>
                    <a:lnTo>
                      <a:pt x="577" y="793"/>
                    </a:lnTo>
                    <a:lnTo>
                      <a:pt x="679" y="883"/>
                    </a:lnTo>
                    <a:lnTo>
                      <a:pt x="703" y="858"/>
                    </a:lnTo>
                    <a:lnTo>
                      <a:pt x="690" y="798"/>
                    </a:lnTo>
                    <a:lnTo>
                      <a:pt x="625" y="732"/>
                    </a:lnTo>
                    <a:lnTo>
                      <a:pt x="600" y="732"/>
                    </a:lnTo>
                    <a:lnTo>
                      <a:pt x="589" y="721"/>
                    </a:lnTo>
                    <a:lnTo>
                      <a:pt x="589" y="696"/>
                    </a:lnTo>
                    <a:lnTo>
                      <a:pt x="715" y="696"/>
                    </a:lnTo>
                    <a:lnTo>
                      <a:pt x="805" y="793"/>
                    </a:lnTo>
                    <a:lnTo>
                      <a:pt x="818" y="793"/>
                    </a:lnTo>
                    <a:lnTo>
                      <a:pt x="818" y="696"/>
                    </a:lnTo>
                    <a:lnTo>
                      <a:pt x="739" y="618"/>
                    </a:lnTo>
                    <a:lnTo>
                      <a:pt x="726" y="618"/>
                    </a:lnTo>
                    <a:lnTo>
                      <a:pt x="726" y="594"/>
                    </a:lnTo>
                    <a:lnTo>
                      <a:pt x="805" y="594"/>
                    </a:lnTo>
                    <a:lnTo>
                      <a:pt x="919" y="672"/>
                    </a:lnTo>
                    <a:lnTo>
                      <a:pt x="931" y="672"/>
                    </a:lnTo>
                    <a:lnTo>
                      <a:pt x="931" y="606"/>
                    </a:lnTo>
                    <a:lnTo>
                      <a:pt x="854" y="528"/>
                    </a:lnTo>
                    <a:lnTo>
                      <a:pt x="829" y="528"/>
                    </a:lnTo>
                    <a:lnTo>
                      <a:pt x="805" y="504"/>
                    </a:lnTo>
                    <a:lnTo>
                      <a:pt x="919" y="504"/>
                    </a:lnTo>
                    <a:lnTo>
                      <a:pt x="967" y="546"/>
                    </a:lnTo>
                    <a:lnTo>
                      <a:pt x="980" y="546"/>
                    </a:lnTo>
                    <a:lnTo>
                      <a:pt x="991" y="534"/>
                    </a:lnTo>
                    <a:lnTo>
                      <a:pt x="991" y="504"/>
                    </a:lnTo>
                    <a:lnTo>
                      <a:pt x="919" y="432"/>
                    </a:lnTo>
                    <a:lnTo>
                      <a:pt x="919" y="408"/>
                    </a:lnTo>
                    <a:lnTo>
                      <a:pt x="991" y="420"/>
                    </a:lnTo>
                    <a:lnTo>
                      <a:pt x="1070" y="492"/>
                    </a:lnTo>
                    <a:lnTo>
                      <a:pt x="1106" y="528"/>
                    </a:lnTo>
                    <a:lnTo>
                      <a:pt x="1118" y="528"/>
                    </a:lnTo>
                    <a:lnTo>
                      <a:pt x="1118" y="444"/>
                    </a:lnTo>
                    <a:lnTo>
                      <a:pt x="1081" y="390"/>
                    </a:lnTo>
                    <a:lnTo>
                      <a:pt x="1009" y="354"/>
                    </a:lnTo>
                    <a:lnTo>
                      <a:pt x="1009" y="329"/>
                    </a:lnTo>
                    <a:lnTo>
                      <a:pt x="1106" y="329"/>
                    </a:lnTo>
                    <a:lnTo>
                      <a:pt x="1172" y="420"/>
                    </a:lnTo>
                    <a:lnTo>
                      <a:pt x="1183" y="420"/>
                    </a:lnTo>
                    <a:lnTo>
                      <a:pt x="1183" y="342"/>
                    </a:lnTo>
                    <a:lnTo>
                      <a:pt x="1118" y="288"/>
                    </a:lnTo>
                    <a:lnTo>
                      <a:pt x="1118" y="264"/>
                    </a:lnTo>
                    <a:lnTo>
                      <a:pt x="1208" y="275"/>
                    </a:lnTo>
                    <a:lnTo>
                      <a:pt x="1262" y="329"/>
                    </a:lnTo>
                    <a:lnTo>
                      <a:pt x="1262" y="252"/>
                    </a:lnTo>
                    <a:lnTo>
                      <a:pt x="1244" y="228"/>
                    </a:lnTo>
                    <a:lnTo>
                      <a:pt x="1244" y="192"/>
                    </a:lnTo>
                    <a:lnTo>
                      <a:pt x="1298" y="203"/>
                    </a:lnTo>
                    <a:lnTo>
                      <a:pt x="1334" y="239"/>
                    </a:lnTo>
                    <a:lnTo>
                      <a:pt x="1334" y="156"/>
                    </a:lnTo>
                    <a:lnTo>
                      <a:pt x="1298" y="126"/>
                    </a:lnTo>
                    <a:lnTo>
                      <a:pt x="1298" y="114"/>
                    </a:lnTo>
                    <a:lnTo>
                      <a:pt x="1345" y="114"/>
                    </a:lnTo>
                    <a:lnTo>
                      <a:pt x="1376" y="138"/>
                    </a:lnTo>
                    <a:lnTo>
                      <a:pt x="1399" y="114"/>
                    </a:lnTo>
                    <a:lnTo>
                      <a:pt x="1352" y="36"/>
                    </a:lnTo>
                    <a:lnTo>
                      <a:pt x="1388" y="0"/>
                    </a:lnTo>
                    <a:lnTo>
                      <a:pt x="1424" y="11"/>
                    </a:lnTo>
                    <a:lnTo>
                      <a:pt x="146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173">
                <a:extLst>
                  <a:ext uri="{FF2B5EF4-FFF2-40B4-BE49-F238E27FC236}">
                    <a16:creationId xmlns:a16="http://schemas.microsoft.com/office/drawing/2014/main" id="{AB5716FE-4A8F-41E6-85A8-495E68522A04}"/>
                  </a:ext>
                </a:extLst>
              </p:cNvPr>
              <p:cNvSpPr>
                <a:spLocks/>
              </p:cNvSpPr>
              <p:nvPr/>
            </p:nvSpPr>
            <p:spPr bwMode="auto">
              <a:xfrm>
                <a:off x="4215" y="3128"/>
                <a:ext cx="286" cy="58"/>
              </a:xfrm>
              <a:custGeom>
                <a:avLst/>
                <a:gdLst>
                  <a:gd name="T0" fmla="*/ 286 w 2776"/>
                  <a:gd name="T1" fmla="*/ 57 h 558"/>
                  <a:gd name="T2" fmla="*/ 286 w 2776"/>
                  <a:gd name="T3" fmla="*/ 58 h 558"/>
                  <a:gd name="T4" fmla="*/ 275 w 2776"/>
                  <a:gd name="T5" fmla="*/ 58 h 558"/>
                  <a:gd name="T6" fmla="*/ 181 w 2776"/>
                  <a:gd name="T7" fmla="*/ 43 h 558"/>
                  <a:gd name="T8" fmla="*/ 34 w 2776"/>
                  <a:gd name="T9" fmla="*/ 21 h 558"/>
                  <a:gd name="T10" fmla="*/ 0 w 2776"/>
                  <a:gd name="T11" fmla="*/ 14 h 558"/>
                  <a:gd name="T12" fmla="*/ 0 w 2776"/>
                  <a:gd name="T13" fmla="*/ 12 h 558"/>
                  <a:gd name="T14" fmla="*/ 23 w 2776"/>
                  <a:gd name="T15" fmla="*/ 12 h 558"/>
                  <a:gd name="T16" fmla="*/ 199 w 2776"/>
                  <a:gd name="T17" fmla="*/ 37 h 558"/>
                  <a:gd name="T18" fmla="*/ 275 w 2776"/>
                  <a:gd name="T19" fmla="*/ 47 h 558"/>
                  <a:gd name="T20" fmla="*/ 277 w 2776"/>
                  <a:gd name="T21" fmla="*/ 47 h 558"/>
                  <a:gd name="T22" fmla="*/ 279 w 2776"/>
                  <a:gd name="T23" fmla="*/ 44 h 558"/>
                  <a:gd name="T24" fmla="*/ 280 w 2776"/>
                  <a:gd name="T25" fmla="*/ 14 h 558"/>
                  <a:gd name="T26" fmla="*/ 283 w 2776"/>
                  <a:gd name="T27" fmla="*/ 0 h 558"/>
                  <a:gd name="T28" fmla="*/ 286 w 2776"/>
                  <a:gd name="T29" fmla="*/ 0 h 558"/>
                  <a:gd name="T30" fmla="*/ 286 w 2776"/>
                  <a:gd name="T31" fmla="*/ 57 h 558"/>
                  <a:gd name="T32" fmla="*/ 286 w 2776"/>
                  <a:gd name="T33" fmla="*/ 57 h 5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76" h="558">
                    <a:moveTo>
                      <a:pt x="2776" y="552"/>
                    </a:moveTo>
                    <a:lnTo>
                      <a:pt x="2776" y="558"/>
                    </a:lnTo>
                    <a:lnTo>
                      <a:pt x="2673" y="558"/>
                    </a:lnTo>
                    <a:lnTo>
                      <a:pt x="1754" y="414"/>
                    </a:lnTo>
                    <a:lnTo>
                      <a:pt x="331" y="204"/>
                    </a:lnTo>
                    <a:lnTo>
                      <a:pt x="0" y="138"/>
                    </a:lnTo>
                    <a:lnTo>
                      <a:pt x="0" y="114"/>
                    </a:lnTo>
                    <a:lnTo>
                      <a:pt x="228" y="114"/>
                    </a:lnTo>
                    <a:lnTo>
                      <a:pt x="1928" y="355"/>
                    </a:lnTo>
                    <a:lnTo>
                      <a:pt x="2673" y="450"/>
                    </a:lnTo>
                    <a:lnTo>
                      <a:pt x="2686" y="450"/>
                    </a:lnTo>
                    <a:lnTo>
                      <a:pt x="2704" y="427"/>
                    </a:lnTo>
                    <a:lnTo>
                      <a:pt x="2722" y="138"/>
                    </a:lnTo>
                    <a:lnTo>
                      <a:pt x="2751" y="0"/>
                    </a:lnTo>
                    <a:lnTo>
                      <a:pt x="2776" y="0"/>
                    </a:lnTo>
                    <a:lnTo>
                      <a:pt x="2776" y="5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174">
                <a:extLst>
                  <a:ext uri="{FF2B5EF4-FFF2-40B4-BE49-F238E27FC236}">
                    <a16:creationId xmlns:a16="http://schemas.microsoft.com/office/drawing/2014/main" id="{879308FF-78A8-4023-960F-3BE85F47CED2}"/>
                  </a:ext>
                </a:extLst>
              </p:cNvPr>
              <p:cNvSpPr>
                <a:spLocks/>
              </p:cNvSpPr>
              <p:nvPr/>
            </p:nvSpPr>
            <p:spPr bwMode="auto">
              <a:xfrm>
                <a:off x="3812" y="3161"/>
                <a:ext cx="613" cy="93"/>
              </a:xfrm>
              <a:custGeom>
                <a:avLst/>
                <a:gdLst>
                  <a:gd name="T0" fmla="*/ 542 w 5948"/>
                  <a:gd name="T1" fmla="*/ 78 h 918"/>
                  <a:gd name="T2" fmla="*/ 610 w 5948"/>
                  <a:gd name="T3" fmla="*/ 89 h 918"/>
                  <a:gd name="T4" fmla="*/ 613 w 5948"/>
                  <a:gd name="T5" fmla="*/ 90 h 918"/>
                  <a:gd name="T6" fmla="*/ 599 w 5948"/>
                  <a:gd name="T7" fmla="*/ 93 h 918"/>
                  <a:gd name="T8" fmla="*/ 514 w 5948"/>
                  <a:gd name="T9" fmla="*/ 92 h 918"/>
                  <a:gd name="T10" fmla="*/ 496 w 5948"/>
                  <a:gd name="T11" fmla="*/ 89 h 918"/>
                  <a:gd name="T12" fmla="*/ 476 w 5948"/>
                  <a:gd name="T13" fmla="*/ 86 h 918"/>
                  <a:gd name="T14" fmla="*/ 464 w 5948"/>
                  <a:gd name="T15" fmla="*/ 75 h 918"/>
                  <a:gd name="T16" fmla="*/ 452 w 5948"/>
                  <a:gd name="T17" fmla="*/ 75 h 918"/>
                  <a:gd name="T18" fmla="*/ 446 w 5948"/>
                  <a:gd name="T19" fmla="*/ 80 h 918"/>
                  <a:gd name="T20" fmla="*/ 405 w 5948"/>
                  <a:gd name="T21" fmla="*/ 76 h 918"/>
                  <a:gd name="T22" fmla="*/ 402 w 5948"/>
                  <a:gd name="T23" fmla="*/ 78 h 918"/>
                  <a:gd name="T24" fmla="*/ 402 w 5948"/>
                  <a:gd name="T25" fmla="*/ 90 h 918"/>
                  <a:gd name="T26" fmla="*/ 401 w 5948"/>
                  <a:gd name="T27" fmla="*/ 92 h 918"/>
                  <a:gd name="T28" fmla="*/ 397 w 5948"/>
                  <a:gd name="T29" fmla="*/ 92 h 918"/>
                  <a:gd name="T30" fmla="*/ 394 w 5948"/>
                  <a:gd name="T31" fmla="*/ 89 h 918"/>
                  <a:gd name="T32" fmla="*/ 394 w 5948"/>
                  <a:gd name="T33" fmla="*/ 72 h 918"/>
                  <a:gd name="T34" fmla="*/ 388 w 5948"/>
                  <a:gd name="T35" fmla="*/ 67 h 918"/>
                  <a:gd name="T36" fmla="*/ 379 w 5948"/>
                  <a:gd name="T37" fmla="*/ 72 h 918"/>
                  <a:gd name="T38" fmla="*/ 212 w 5948"/>
                  <a:gd name="T39" fmla="*/ 49 h 918"/>
                  <a:gd name="T40" fmla="*/ 210 w 5948"/>
                  <a:gd name="T41" fmla="*/ 51 h 918"/>
                  <a:gd name="T42" fmla="*/ 211 w 5948"/>
                  <a:gd name="T43" fmla="*/ 66 h 918"/>
                  <a:gd name="T44" fmla="*/ 215 w 5948"/>
                  <a:gd name="T45" fmla="*/ 70 h 918"/>
                  <a:gd name="T46" fmla="*/ 285 w 5948"/>
                  <a:gd name="T47" fmla="*/ 80 h 918"/>
                  <a:gd name="T48" fmla="*/ 336 w 5948"/>
                  <a:gd name="T49" fmla="*/ 86 h 918"/>
                  <a:gd name="T50" fmla="*/ 336 w 5948"/>
                  <a:gd name="T51" fmla="*/ 89 h 918"/>
                  <a:gd name="T52" fmla="*/ 220 w 5948"/>
                  <a:gd name="T53" fmla="*/ 89 h 918"/>
                  <a:gd name="T54" fmla="*/ 214 w 5948"/>
                  <a:gd name="T55" fmla="*/ 86 h 918"/>
                  <a:gd name="T56" fmla="*/ 194 w 5948"/>
                  <a:gd name="T57" fmla="*/ 85 h 918"/>
                  <a:gd name="T58" fmla="*/ 36 w 5948"/>
                  <a:gd name="T59" fmla="*/ 63 h 918"/>
                  <a:gd name="T60" fmla="*/ 29 w 5948"/>
                  <a:gd name="T61" fmla="*/ 60 h 918"/>
                  <a:gd name="T62" fmla="*/ 21 w 5948"/>
                  <a:gd name="T63" fmla="*/ 48 h 918"/>
                  <a:gd name="T64" fmla="*/ 16 w 5948"/>
                  <a:gd name="T65" fmla="*/ 47 h 918"/>
                  <a:gd name="T66" fmla="*/ 13 w 5948"/>
                  <a:gd name="T67" fmla="*/ 47 h 918"/>
                  <a:gd name="T68" fmla="*/ 11 w 5948"/>
                  <a:gd name="T69" fmla="*/ 44 h 918"/>
                  <a:gd name="T70" fmla="*/ 13 w 5948"/>
                  <a:gd name="T71" fmla="*/ 42 h 918"/>
                  <a:gd name="T72" fmla="*/ 190 w 5948"/>
                  <a:gd name="T73" fmla="*/ 66 h 918"/>
                  <a:gd name="T74" fmla="*/ 196 w 5948"/>
                  <a:gd name="T75" fmla="*/ 72 h 918"/>
                  <a:gd name="T76" fmla="*/ 201 w 5948"/>
                  <a:gd name="T77" fmla="*/ 72 h 918"/>
                  <a:gd name="T78" fmla="*/ 204 w 5948"/>
                  <a:gd name="T79" fmla="*/ 69 h 918"/>
                  <a:gd name="T80" fmla="*/ 202 w 5948"/>
                  <a:gd name="T81" fmla="*/ 42 h 918"/>
                  <a:gd name="T82" fmla="*/ 198 w 5948"/>
                  <a:gd name="T83" fmla="*/ 39 h 918"/>
                  <a:gd name="T84" fmla="*/ 188 w 5948"/>
                  <a:gd name="T85" fmla="*/ 43 h 918"/>
                  <a:gd name="T86" fmla="*/ 27 w 5948"/>
                  <a:gd name="T87" fmla="*/ 20 h 918"/>
                  <a:gd name="T88" fmla="*/ 11 w 5948"/>
                  <a:gd name="T89" fmla="*/ 15 h 918"/>
                  <a:gd name="T90" fmla="*/ 0 w 5948"/>
                  <a:gd name="T91" fmla="*/ 7 h 918"/>
                  <a:gd name="T92" fmla="*/ 0 w 5948"/>
                  <a:gd name="T93" fmla="*/ 0 h 918"/>
                  <a:gd name="T94" fmla="*/ 220 w 5948"/>
                  <a:gd name="T95" fmla="*/ 30 h 918"/>
                  <a:gd name="T96" fmla="*/ 542 w 5948"/>
                  <a:gd name="T97" fmla="*/ 78 h 918"/>
                  <a:gd name="T98" fmla="*/ 542 w 5948"/>
                  <a:gd name="T99" fmla="*/ 78 h 9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948" h="918">
                    <a:moveTo>
                      <a:pt x="5257" y="768"/>
                    </a:moveTo>
                    <a:lnTo>
                      <a:pt x="5923" y="876"/>
                    </a:lnTo>
                    <a:lnTo>
                      <a:pt x="5948" y="893"/>
                    </a:lnTo>
                    <a:lnTo>
                      <a:pt x="5809" y="918"/>
                    </a:lnTo>
                    <a:lnTo>
                      <a:pt x="4986" y="906"/>
                    </a:lnTo>
                    <a:lnTo>
                      <a:pt x="4812" y="876"/>
                    </a:lnTo>
                    <a:lnTo>
                      <a:pt x="4620" y="852"/>
                    </a:lnTo>
                    <a:lnTo>
                      <a:pt x="4505" y="737"/>
                    </a:lnTo>
                    <a:lnTo>
                      <a:pt x="4385" y="737"/>
                    </a:lnTo>
                    <a:lnTo>
                      <a:pt x="4331" y="791"/>
                    </a:lnTo>
                    <a:lnTo>
                      <a:pt x="3929" y="750"/>
                    </a:lnTo>
                    <a:lnTo>
                      <a:pt x="3905" y="768"/>
                    </a:lnTo>
                    <a:lnTo>
                      <a:pt x="3905" y="893"/>
                    </a:lnTo>
                    <a:lnTo>
                      <a:pt x="3887" y="906"/>
                    </a:lnTo>
                    <a:lnTo>
                      <a:pt x="3851" y="906"/>
                    </a:lnTo>
                    <a:lnTo>
                      <a:pt x="3827" y="882"/>
                    </a:lnTo>
                    <a:lnTo>
                      <a:pt x="3827" y="714"/>
                    </a:lnTo>
                    <a:lnTo>
                      <a:pt x="3766" y="665"/>
                    </a:lnTo>
                    <a:lnTo>
                      <a:pt x="3676" y="714"/>
                    </a:lnTo>
                    <a:lnTo>
                      <a:pt x="2061" y="485"/>
                    </a:lnTo>
                    <a:lnTo>
                      <a:pt x="2036" y="503"/>
                    </a:lnTo>
                    <a:lnTo>
                      <a:pt x="2048" y="654"/>
                    </a:lnTo>
                    <a:lnTo>
                      <a:pt x="2084" y="690"/>
                    </a:lnTo>
                    <a:lnTo>
                      <a:pt x="2770" y="791"/>
                    </a:lnTo>
                    <a:lnTo>
                      <a:pt x="3256" y="852"/>
                    </a:lnTo>
                    <a:lnTo>
                      <a:pt x="3256" y="876"/>
                    </a:lnTo>
                    <a:lnTo>
                      <a:pt x="2133" y="876"/>
                    </a:lnTo>
                    <a:lnTo>
                      <a:pt x="2072" y="852"/>
                    </a:lnTo>
                    <a:lnTo>
                      <a:pt x="1886" y="840"/>
                    </a:lnTo>
                    <a:lnTo>
                      <a:pt x="354" y="624"/>
                    </a:lnTo>
                    <a:lnTo>
                      <a:pt x="282" y="588"/>
                    </a:lnTo>
                    <a:lnTo>
                      <a:pt x="204" y="473"/>
                    </a:lnTo>
                    <a:lnTo>
                      <a:pt x="156" y="462"/>
                    </a:lnTo>
                    <a:lnTo>
                      <a:pt x="126" y="462"/>
                    </a:lnTo>
                    <a:lnTo>
                      <a:pt x="102" y="437"/>
                    </a:lnTo>
                    <a:lnTo>
                      <a:pt x="126" y="413"/>
                    </a:lnTo>
                    <a:lnTo>
                      <a:pt x="1845" y="654"/>
                    </a:lnTo>
                    <a:lnTo>
                      <a:pt x="1899" y="714"/>
                    </a:lnTo>
                    <a:lnTo>
                      <a:pt x="1946" y="714"/>
                    </a:lnTo>
                    <a:lnTo>
                      <a:pt x="1982" y="678"/>
                    </a:lnTo>
                    <a:lnTo>
                      <a:pt x="1958" y="413"/>
                    </a:lnTo>
                    <a:lnTo>
                      <a:pt x="1922" y="383"/>
                    </a:lnTo>
                    <a:lnTo>
                      <a:pt x="1820" y="426"/>
                    </a:lnTo>
                    <a:lnTo>
                      <a:pt x="258" y="198"/>
                    </a:lnTo>
                    <a:lnTo>
                      <a:pt x="102" y="149"/>
                    </a:lnTo>
                    <a:lnTo>
                      <a:pt x="0" y="72"/>
                    </a:lnTo>
                    <a:lnTo>
                      <a:pt x="0" y="0"/>
                    </a:lnTo>
                    <a:lnTo>
                      <a:pt x="2138" y="300"/>
                    </a:lnTo>
                    <a:lnTo>
                      <a:pt x="5257" y="7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175">
                <a:extLst>
                  <a:ext uri="{FF2B5EF4-FFF2-40B4-BE49-F238E27FC236}">
                    <a16:creationId xmlns:a16="http://schemas.microsoft.com/office/drawing/2014/main" id="{547D1C83-A822-4B59-B491-7BAC7B054529}"/>
                  </a:ext>
                </a:extLst>
              </p:cNvPr>
              <p:cNvSpPr>
                <a:spLocks/>
              </p:cNvSpPr>
              <p:nvPr/>
            </p:nvSpPr>
            <p:spPr bwMode="auto">
              <a:xfrm>
                <a:off x="3456" y="3237"/>
                <a:ext cx="98" cy="288"/>
              </a:xfrm>
              <a:custGeom>
                <a:avLst/>
                <a:gdLst>
                  <a:gd name="T0" fmla="*/ 98 w 955"/>
                  <a:gd name="T1" fmla="*/ 1 h 2840"/>
                  <a:gd name="T2" fmla="*/ 98 w 955"/>
                  <a:gd name="T3" fmla="*/ 2 h 2840"/>
                  <a:gd name="T4" fmla="*/ 78 w 955"/>
                  <a:gd name="T5" fmla="*/ 7 h 2840"/>
                  <a:gd name="T6" fmla="*/ 68 w 955"/>
                  <a:gd name="T7" fmla="*/ 19 h 2840"/>
                  <a:gd name="T8" fmla="*/ 56 w 955"/>
                  <a:gd name="T9" fmla="*/ 52 h 2840"/>
                  <a:gd name="T10" fmla="*/ 51 w 955"/>
                  <a:gd name="T11" fmla="*/ 74 h 2840"/>
                  <a:gd name="T12" fmla="*/ 48 w 955"/>
                  <a:gd name="T13" fmla="*/ 86 h 2840"/>
                  <a:gd name="T14" fmla="*/ 44 w 955"/>
                  <a:gd name="T15" fmla="*/ 105 h 2840"/>
                  <a:gd name="T16" fmla="*/ 23 w 955"/>
                  <a:gd name="T17" fmla="*/ 197 h 2840"/>
                  <a:gd name="T18" fmla="*/ 17 w 955"/>
                  <a:gd name="T19" fmla="*/ 224 h 2840"/>
                  <a:gd name="T20" fmla="*/ 10 w 955"/>
                  <a:gd name="T21" fmla="*/ 253 h 2840"/>
                  <a:gd name="T22" fmla="*/ 1 w 955"/>
                  <a:gd name="T23" fmla="*/ 285 h 2840"/>
                  <a:gd name="T24" fmla="*/ 0 w 955"/>
                  <a:gd name="T25" fmla="*/ 287 h 2840"/>
                  <a:gd name="T26" fmla="*/ 1 w 955"/>
                  <a:gd name="T27" fmla="*/ 287 h 2840"/>
                  <a:gd name="T28" fmla="*/ 1 w 955"/>
                  <a:gd name="T29" fmla="*/ 288 h 2840"/>
                  <a:gd name="T30" fmla="*/ 0 w 955"/>
                  <a:gd name="T31" fmla="*/ 288 h 2840"/>
                  <a:gd name="T32" fmla="*/ 0 w 955"/>
                  <a:gd name="T33" fmla="*/ 274 h 2840"/>
                  <a:gd name="T34" fmla="*/ 10 w 955"/>
                  <a:gd name="T35" fmla="*/ 237 h 2840"/>
                  <a:gd name="T36" fmla="*/ 54 w 955"/>
                  <a:gd name="T37" fmla="*/ 46 h 2840"/>
                  <a:gd name="T38" fmla="*/ 66 w 955"/>
                  <a:gd name="T39" fmla="*/ 13 h 2840"/>
                  <a:gd name="T40" fmla="*/ 77 w 955"/>
                  <a:gd name="T41" fmla="*/ 2 h 2840"/>
                  <a:gd name="T42" fmla="*/ 87 w 955"/>
                  <a:gd name="T43" fmla="*/ 0 h 2840"/>
                  <a:gd name="T44" fmla="*/ 97 w 955"/>
                  <a:gd name="T45" fmla="*/ 1 h 2840"/>
                  <a:gd name="T46" fmla="*/ 98 w 955"/>
                  <a:gd name="T47" fmla="*/ 1 h 2840"/>
                  <a:gd name="T48" fmla="*/ 98 w 955"/>
                  <a:gd name="T49" fmla="*/ 1 h 28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55" h="2840">
                    <a:moveTo>
                      <a:pt x="955" y="5"/>
                    </a:moveTo>
                    <a:lnTo>
                      <a:pt x="955" y="18"/>
                    </a:lnTo>
                    <a:lnTo>
                      <a:pt x="763" y="66"/>
                    </a:lnTo>
                    <a:lnTo>
                      <a:pt x="660" y="192"/>
                    </a:lnTo>
                    <a:lnTo>
                      <a:pt x="546" y="516"/>
                    </a:lnTo>
                    <a:lnTo>
                      <a:pt x="498" y="733"/>
                    </a:lnTo>
                    <a:lnTo>
                      <a:pt x="468" y="846"/>
                    </a:lnTo>
                    <a:lnTo>
                      <a:pt x="432" y="1033"/>
                    </a:lnTo>
                    <a:lnTo>
                      <a:pt x="222" y="1945"/>
                    </a:lnTo>
                    <a:lnTo>
                      <a:pt x="168" y="2209"/>
                    </a:lnTo>
                    <a:lnTo>
                      <a:pt x="101" y="2497"/>
                    </a:lnTo>
                    <a:lnTo>
                      <a:pt x="6" y="2815"/>
                    </a:lnTo>
                    <a:lnTo>
                      <a:pt x="0" y="2827"/>
                    </a:lnTo>
                    <a:lnTo>
                      <a:pt x="6" y="2827"/>
                    </a:lnTo>
                    <a:lnTo>
                      <a:pt x="6" y="2840"/>
                    </a:lnTo>
                    <a:lnTo>
                      <a:pt x="0" y="2840"/>
                    </a:lnTo>
                    <a:lnTo>
                      <a:pt x="0" y="2701"/>
                    </a:lnTo>
                    <a:lnTo>
                      <a:pt x="101" y="2335"/>
                    </a:lnTo>
                    <a:lnTo>
                      <a:pt x="522" y="456"/>
                    </a:lnTo>
                    <a:lnTo>
                      <a:pt x="648" y="126"/>
                    </a:lnTo>
                    <a:lnTo>
                      <a:pt x="750" y="18"/>
                    </a:lnTo>
                    <a:lnTo>
                      <a:pt x="846" y="0"/>
                    </a:lnTo>
                    <a:lnTo>
                      <a:pt x="948" y="5"/>
                    </a:lnTo>
                    <a:lnTo>
                      <a:pt x="955"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176">
                <a:extLst>
                  <a:ext uri="{FF2B5EF4-FFF2-40B4-BE49-F238E27FC236}">
                    <a16:creationId xmlns:a16="http://schemas.microsoft.com/office/drawing/2014/main" id="{28986CF3-EF80-42BF-88A8-CCCE78EE0599}"/>
                  </a:ext>
                </a:extLst>
              </p:cNvPr>
              <p:cNvSpPr>
                <a:spLocks/>
              </p:cNvSpPr>
              <p:nvPr/>
            </p:nvSpPr>
            <p:spPr bwMode="auto">
              <a:xfrm>
                <a:off x="3561" y="3292"/>
                <a:ext cx="47" cy="43"/>
              </a:xfrm>
              <a:custGeom>
                <a:avLst/>
                <a:gdLst>
                  <a:gd name="T0" fmla="*/ 45 w 468"/>
                  <a:gd name="T1" fmla="*/ 9 h 414"/>
                  <a:gd name="T2" fmla="*/ 47 w 468"/>
                  <a:gd name="T3" fmla="*/ 11 h 414"/>
                  <a:gd name="T4" fmla="*/ 44 w 468"/>
                  <a:gd name="T5" fmla="*/ 39 h 414"/>
                  <a:gd name="T6" fmla="*/ 40 w 468"/>
                  <a:gd name="T7" fmla="*/ 43 h 414"/>
                  <a:gd name="T8" fmla="*/ 1 w 468"/>
                  <a:gd name="T9" fmla="*/ 43 h 414"/>
                  <a:gd name="T10" fmla="*/ 0 w 468"/>
                  <a:gd name="T11" fmla="*/ 42 h 414"/>
                  <a:gd name="T12" fmla="*/ 5 w 468"/>
                  <a:gd name="T13" fmla="*/ 30 h 414"/>
                  <a:gd name="T14" fmla="*/ 7 w 468"/>
                  <a:gd name="T15" fmla="*/ 21 h 414"/>
                  <a:gd name="T16" fmla="*/ 28 w 468"/>
                  <a:gd name="T17" fmla="*/ 18 h 414"/>
                  <a:gd name="T18" fmla="*/ 31 w 468"/>
                  <a:gd name="T19" fmla="*/ 14 h 414"/>
                  <a:gd name="T20" fmla="*/ 33 w 468"/>
                  <a:gd name="T21" fmla="*/ 2 h 414"/>
                  <a:gd name="T22" fmla="*/ 36 w 468"/>
                  <a:gd name="T23" fmla="*/ 0 h 414"/>
                  <a:gd name="T24" fmla="*/ 44 w 468"/>
                  <a:gd name="T25" fmla="*/ 9 h 414"/>
                  <a:gd name="T26" fmla="*/ 45 w 468"/>
                  <a:gd name="T27" fmla="*/ 9 h 414"/>
                  <a:gd name="T28" fmla="*/ 45 w 468"/>
                  <a:gd name="T29" fmla="*/ 9 h 4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8" h="414">
                    <a:moveTo>
                      <a:pt x="450" y="84"/>
                    </a:moveTo>
                    <a:lnTo>
                      <a:pt x="468" y="102"/>
                    </a:lnTo>
                    <a:lnTo>
                      <a:pt x="439" y="378"/>
                    </a:lnTo>
                    <a:lnTo>
                      <a:pt x="403" y="414"/>
                    </a:lnTo>
                    <a:lnTo>
                      <a:pt x="12" y="414"/>
                    </a:lnTo>
                    <a:lnTo>
                      <a:pt x="0" y="403"/>
                    </a:lnTo>
                    <a:lnTo>
                      <a:pt x="48" y="288"/>
                    </a:lnTo>
                    <a:lnTo>
                      <a:pt x="72" y="198"/>
                    </a:lnTo>
                    <a:lnTo>
                      <a:pt x="277" y="174"/>
                    </a:lnTo>
                    <a:lnTo>
                      <a:pt x="313" y="138"/>
                    </a:lnTo>
                    <a:lnTo>
                      <a:pt x="331" y="24"/>
                    </a:lnTo>
                    <a:lnTo>
                      <a:pt x="354" y="0"/>
                    </a:lnTo>
                    <a:lnTo>
                      <a:pt x="439" y="84"/>
                    </a:lnTo>
                    <a:lnTo>
                      <a:pt x="45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Freeform 177">
                <a:extLst>
                  <a:ext uri="{FF2B5EF4-FFF2-40B4-BE49-F238E27FC236}">
                    <a16:creationId xmlns:a16="http://schemas.microsoft.com/office/drawing/2014/main" id="{9494B5D5-A251-46B7-B1AA-CB068E66D749}"/>
                  </a:ext>
                </a:extLst>
              </p:cNvPr>
              <p:cNvSpPr>
                <a:spLocks/>
              </p:cNvSpPr>
              <p:nvPr/>
            </p:nvSpPr>
            <p:spPr bwMode="auto">
              <a:xfrm>
                <a:off x="4028" y="3294"/>
                <a:ext cx="178" cy="49"/>
              </a:xfrm>
              <a:custGeom>
                <a:avLst/>
                <a:gdLst>
                  <a:gd name="T0" fmla="*/ 49 w 1743"/>
                  <a:gd name="T1" fmla="*/ 8 h 493"/>
                  <a:gd name="T2" fmla="*/ 45 w 1743"/>
                  <a:gd name="T3" fmla="*/ 35 h 493"/>
                  <a:gd name="T4" fmla="*/ 44 w 1743"/>
                  <a:gd name="T5" fmla="*/ 36 h 493"/>
                  <a:gd name="T6" fmla="*/ 44 w 1743"/>
                  <a:gd name="T7" fmla="*/ 38 h 493"/>
                  <a:gd name="T8" fmla="*/ 48 w 1743"/>
                  <a:gd name="T9" fmla="*/ 41 h 493"/>
                  <a:gd name="T10" fmla="*/ 53 w 1743"/>
                  <a:gd name="T11" fmla="*/ 35 h 493"/>
                  <a:gd name="T12" fmla="*/ 54 w 1743"/>
                  <a:gd name="T13" fmla="*/ 24 h 493"/>
                  <a:gd name="T14" fmla="*/ 61 w 1743"/>
                  <a:gd name="T15" fmla="*/ 21 h 493"/>
                  <a:gd name="T16" fmla="*/ 75 w 1743"/>
                  <a:gd name="T17" fmla="*/ 21 h 493"/>
                  <a:gd name="T18" fmla="*/ 79 w 1743"/>
                  <a:gd name="T19" fmla="*/ 17 h 493"/>
                  <a:gd name="T20" fmla="*/ 81 w 1743"/>
                  <a:gd name="T21" fmla="*/ 5 h 493"/>
                  <a:gd name="T22" fmla="*/ 82 w 1743"/>
                  <a:gd name="T23" fmla="*/ 5 h 493"/>
                  <a:gd name="T24" fmla="*/ 83 w 1743"/>
                  <a:gd name="T25" fmla="*/ 4 h 493"/>
                  <a:gd name="T26" fmla="*/ 93 w 1743"/>
                  <a:gd name="T27" fmla="*/ 10 h 493"/>
                  <a:gd name="T28" fmla="*/ 93 w 1743"/>
                  <a:gd name="T29" fmla="*/ 27 h 493"/>
                  <a:gd name="T30" fmla="*/ 95 w 1743"/>
                  <a:gd name="T31" fmla="*/ 30 h 493"/>
                  <a:gd name="T32" fmla="*/ 103 w 1743"/>
                  <a:gd name="T33" fmla="*/ 22 h 493"/>
                  <a:gd name="T34" fmla="*/ 118 w 1743"/>
                  <a:gd name="T35" fmla="*/ 22 h 493"/>
                  <a:gd name="T36" fmla="*/ 120 w 1743"/>
                  <a:gd name="T37" fmla="*/ 18 h 493"/>
                  <a:gd name="T38" fmla="*/ 123 w 1743"/>
                  <a:gd name="T39" fmla="*/ 5 h 493"/>
                  <a:gd name="T40" fmla="*/ 124 w 1743"/>
                  <a:gd name="T41" fmla="*/ 4 h 493"/>
                  <a:gd name="T42" fmla="*/ 133 w 1743"/>
                  <a:gd name="T43" fmla="*/ 8 h 493"/>
                  <a:gd name="T44" fmla="*/ 133 w 1743"/>
                  <a:gd name="T45" fmla="*/ 21 h 493"/>
                  <a:gd name="T46" fmla="*/ 132 w 1743"/>
                  <a:gd name="T47" fmla="*/ 35 h 493"/>
                  <a:gd name="T48" fmla="*/ 132 w 1743"/>
                  <a:gd name="T49" fmla="*/ 35 h 493"/>
                  <a:gd name="T50" fmla="*/ 133 w 1743"/>
                  <a:gd name="T51" fmla="*/ 36 h 493"/>
                  <a:gd name="T52" fmla="*/ 134 w 1743"/>
                  <a:gd name="T53" fmla="*/ 36 h 493"/>
                  <a:gd name="T54" fmla="*/ 142 w 1743"/>
                  <a:gd name="T55" fmla="*/ 25 h 493"/>
                  <a:gd name="T56" fmla="*/ 161 w 1743"/>
                  <a:gd name="T57" fmla="*/ 23 h 493"/>
                  <a:gd name="T58" fmla="*/ 165 w 1743"/>
                  <a:gd name="T59" fmla="*/ 16 h 493"/>
                  <a:gd name="T60" fmla="*/ 166 w 1743"/>
                  <a:gd name="T61" fmla="*/ 8 h 493"/>
                  <a:gd name="T62" fmla="*/ 166 w 1743"/>
                  <a:gd name="T63" fmla="*/ 6 h 493"/>
                  <a:gd name="T64" fmla="*/ 173 w 1743"/>
                  <a:gd name="T65" fmla="*/ 9 h 493"/>
                  <a:gd name="T66" fmla="*/ 178 w 1743"/>
                  <a:gd name="T67" fmla="*/ 14 h 493"/>
                  <a:gd name="T68" fmla="*/ 175 w 1743"/>
                  <a:gd name="T69" fmla="*/ 47 h 493"/>
                  <a:gd name="T70" fmla="*/ 173 w 1743"/>
                  <a:gd name="T71" fmla="*/ 49 h 493"/>
                  <a:gd name="T72" fmla="*/ 3 w 1743"/>
                  <a:gd name="T73" fmla="*/ 48 h 493"/>
                  <a:gd name="T74" fmla="*/ 0 w 1743"/>
                  <a:gd name="T75" fmla="*/ 46 h 493"/>
                  <a:gd name="T76" fmla="*/ 7 w 1743"/>
                  <a:gd name="T77" fmla="*/ 41 h 493"/>
                  <a:gd name="T78" fmla="*/ 9 w 1743"/>
                  <a:gd name="T79" fmla="*/ 27 h 493"/>
                  <a:gd name="T80" fmla="*/ 12 w 1743"/>
                  <a:gd name="T81" fmla="*/ 23 h 493"/>
                  <a:gd name="T82" fmla="*/ 31 w 1743"/>
                  <a:gd name="T83" fmla="*/ 19 h 493"/>
                  <a:gd name="T84" fmla="*/ 36 w 1743"/>
                  <a:gd name="T85" fmla="*/ 14 h 493"/>
                  <a:gd name="T86" fmla="*/ 36 w 1743"/>
                  <a:gd name="T87" fmla="*/ 2 h 493"/>
                  <a:gd name="T88" fmla="*/ 39 w 1743"/>
                  <a:gd name="T89" fmla="*/ 0 h 493"/>
                  <a:gd name="T90" fmla="*/ 43 w 1743"/>
                  <a:gd name="T91" fmla="*/ 6 h 493"/>
                  <a:gd name="T92" fmla="*/ 49 w 1743"/>
                  <a:gd name="T93" fmla="*/ 8 h 493"/>
                  <a:gd name="T94" fmla="*/ 49 w 1743"/>
                  <a:gd name="T95" fmla="*/ 8 h 49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43" h="493">
                    <a:moveTo>
                      <a:pt x="481" y="84"/>
                    </a:moveTo>
                    <a:lnTo>
                      <a:pt x="445" y="355"/>
                    </a:lnTo>
                    <a:lnTo>
                      <a:pt x="433" y="366"/>
                    </a:lnTo>
                    <a:lnTo>
                      <a:pt x="433" y="378"/>
                    </a:lnTo>
                    <a:lnTo>
                      <a:pt x="469" y="414"/>
                    </a:lnTo>
                    <a:lnTo>
                      <a:pt x="517" y="348"/>
                    </a:lnTo>
                    <a:lnTo>
                      <a:pt x="529" y="240"/>
                    </a:lnTo>
                    <a:lnTo>
                      <a:pt x="595" y="211"/>
                    </a:lnTo>
                    <a:lnTo>
                      <a:pt x="734" y="211"/>
                    </a:lnTo>
                    <a:lnTo>
                      <a:pt x="770" y="175"/>
                    </a:lnTo>
                    <a:lnTo>
                      <a:pt x="794" y="48"/>
                    </a:lnTo>
                    <a:lnTo>
                      <a:pt x="799" y="48"/>
                    </a:lnTo>
                    <a:lnTo>
                      <a:pt x="812" y="36"/>
                    </a:lnTo>
                    <a:lnTo>
                      <a:pt x="907" y="102"/>
                    </a:lnTo>
                    <a:lnTo>
                      <a:pt x="907" y="276"/>
                    </a:lnTo>
                    <a:lnTo>
                      <a:pt x="926" y="301"/>
                    </a:lnTo>
                    <a:lnTo>
                      <a:pt x="1010" y="222"/>
                    </a:lnTo>
                    <a:lnTo>
                      <a:pt x="1160" y="222"/>
                    </a:lnTo>
                    <a:lnTo>
                      <a:pt x="1178" y="186"/>
                    </a:lnTo>
                    <a:lnTo>
                      <a:pt x="1202" y="48"/>
                    </a:lnTo>
                    <a:lnTo>
                      <a:pt x="1214" y="36"/>
                    </a:lnTo>
                    <a:lnTo>
                      <a:pt x="1304" y="84"/>
                    </a:lnTo>
                    <a:lnTo>
                      <a:pt x="1304" y="211"/>
                    </a:lnTo>
                    <a:lnTo>
                      <a:pt x="1292" y="348"/>
                    </a:lnTo>
                    <a:lnTo>
                      <a:pt x="1292" y="355"/>
                    </a:lnTo>
                    <a:lnTo>
                      <a:pt x="1304" y="366"/>
                    </a:lnTo>
                    <a:lnTo>
                      <a:pt x="1317" y="366"/>
                    </a:lnTo>
                    <a:lnTo>
                      <a:pt x="1389" y="252"/>
                    </a:lnTo>
                    <a:lnTo>
                      <a:pt x="1581" y="229"/>
                    </a:lnTo>
                    <a:lnTo>
                      <a:pt x="1617" y="162"/>
                    </a:lnTo>
                    <a:lnTo>
                      <a:pt x="1628" y="84"/>
                    </a:lnTo>
                    <a:lnTo>
                      <a:pt x="1628" y="60"/>
                    </a:lnTo>
                    <a:lnTo>
                      <a:pt x="1695" y="90"/>
                    </a:lnTo>
                    <a:lnTo>
                      <a:pt x="1743" y="139"/>
                    </a:lnTo>
                    <a:lnTo>
                      <a:pt x="1718" y="475"/>
                    </a:lnTo>
                    <a:lnTo>
                      <a:pt x="1695" y="493"/>
                    </a:lnTo>
                    <a:lnTo>
                      <a:pt x="25" y="480"/>
                    </a:lnTo>
                    <a:lnTo>
                      <a:pt x="0" y="462"/>
                    </a:lnTo>
                    <a:lnTo>
                      <a:pt x="67" y="414"/>
                    </a:lnTo>
                    <a:lnTo>
                      <a:pt x="90" y="276"/>
                    </a:lnTo>
                    <a:lnTo>
                      <a:pt x="115" y="229"/>
                    </a:lnTo>
                    <a:lnTo>
                      <a:pt x="307" y="193"/>
                    </a:lnTo>
                    <a:lnTo>
                      <a:pt x="355" y="139"/>
                    </a:lnTo>
                    <a:lnTo>
                      <a:pt x="355" y="24"/>
                    </a:lnTo>
                    <a:lnTo>
                      <a:pt x="379" y="0"/>
                    </a:lnTo>
                    <a:lnTo>
                      <a:pt x="421" y="60"/>
                    </a:lnTo>
                    <a:lnTo>
                      <a:pt x="4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Freeform 178">
                <a:extLst>
                  <a:ext uri="{FF2B5EF4-FFF2-40B4-BE49-F238E27FC236}">
                    <a16:creationId xmlns:a16="http://schemas.microsoft.com/office/drawing/2014/main" id="{7C8C52B7-9E12-4812-8479-9F075A3C355A}"/>
                  </a:ext>
                </a:extLst>
              </p:cNvPr>
              <p:cNvSpPr>
                <a:spLocks/>
              </p:cNvSpPr>
              <p:nvPr/>
            </p:nvSpPr>
            <p:spPr bwMode="auto">
              <a:xfrm>
                <a:off x="3642" y="3294"/>
                <a:ext cx="178" cy="47"/>
              </a:xfrm>
              <a:custGeom>
                <a:avLst/>
                <a:gdLst>
                  <a:gd name="T0" fmla="*/ 135 w 1730"/>
                  <a:gd name="T1" fmla="*/ 5 h 450"/>
                  <a:gd name="T2" fmla="*/ 135 w 1730"/>
                  <a:gd name="T3" fmla="*/ 13 h 450"/>
                  <a:gd name="T4" fmla="*/ 132 w 1730"/>
                  <a:gd name="T5" fmla="*/ 25 h 450"/>
                  <a:gd name="T6" fmla="*/ 132 w 1730"/>
                  <a:gd name="T7" fmla="*/ 37 h 450"/>
                  <a:gd name="T8" fmla="*/ 134 w 1730"/>
                  <a:gd name="T9" fmla="*/ 40 h 450"/>
                  <a:gd name="T10" fmla="*/ 159 w 1730"/>
                  <a:gd name="T11" fmla="*/ 41 h 450"/>
                  <a:gd name="T12" fmla="*/ 163 w 1730"/>
                  <a:gd name="T13" fmla="*/ 41 h 450"/>
                  <a:gd name="T14" fmla="*/ 166 w 1730"/>
                  <a:gd name="T15" fmla="*/ 37 h 450"/>
                  <a:gd name="T16" fmla="*/ 164 w 1730"/>
                  <a:gd name="T17" fmla="*/ 23 h 450"/>
                  <a:gd name="T18" fmla="*/ 168 w 1730"/>
                  <a:gd name="T19" fmla="*/ 5 h 450"/>
                  <a:gd name="T20" fmla="*/ 178 w 1730"/>
                  <a:gd name="T21" fmla="*/ 8 h 450"/>
                  <a:gd name="T22" fmla="*/ 178 w 1730"/>
                  <a:gd name="T23" fmla="*/ 24 h 450"/>
                  <a:gd name="T24" fmla="*/ 172 w 1730"/>
                  <a:gd name="T25" fmla="*/ 43 h 450"/>
                  <a:gd name="T26" fmla="*/ 169 w 1730"/>
                  <a:gd name="T27" fmla="*/ 47 h 450"/>
                  <a:gd name="T28" fmla="*/ 43 w 1730"/>
                  <a:gd name="T29" fmla="*/ 43 h 450"/>
                  <a:gd name="T30" fmla="*/ 2 w 1730"/>
                  <a:gd name="T31" fmla="*/ 43 h 450"/>
                  <a:gd name="T32" fmla="*/ 0 w 1730"/>
                  <a:gd name="T33" fmla="*/ 41 h 450"/>
                  <a:gd name="T34" fmla="*/ 0 w 1730"/>
                  <a:gd name="T35" fmla="*/ 38 h 450"/>
                  <a:gd name="T36" fmla="*/ 4 w 1730"/>
                  <a:gd name="T37" fmla="*/ 35 h 450"/>
                  <a:gd name="T38" fmla="*/ 29 w 1730"/>
                  <a:gd name="T39" fmla="*/ 37 h 450"/>
                  <a:gd name="T40" fmla="*/ 33 w 1730"/>
                  <a:gd name="T41" fmla="*/ 37 h 450"/>
                  <a:gd name="T42" fmla="*/ 36 w 1730"/>
                  <a:gd name="T43" fmla="*/ 33 h 450"/>
                  <a:gd name="T44" fmla="*/ 34 w 1730"/>
                  <a:gd name="T45" fmla="*/ 21 h 450"/>
                  <a:gd name="T46" fmla="*/ 36 w 1730"/>
                  <a:gd name="T47" fmla="*/ 11 h 450"/>
                  <a:gd name="T48" fmla="*/ 40 w 1730"/>
                  <a:gd name="T49" fmla="*/ 1 h 450"/>
                  <a:gd name="T50" fmla="*/ 49 w 1730"/>
                  <a:gd name="T51" fmla="*/ 5 h 450"/>
                  <a:gd name="T52" fmla="*/ 49 w 1730"/>
                  <a:gd name="T53" fmla="*/ 16 h 450"/>
                  <a:gd name="T54" fmla="*/ 44 w 1730"/>
                  <a:gd name="T55" fmla="*/ 29 h 450"/>
                  <a:gd name="T56" fmla="*/ 44 w 1730"/>
                  <a:gd name="T57" fmla="*/ 33 h 450"/>
                  <a:gd name="T58" fmla="*/ 43 w 1730"/>
                  <a:gd name="T59" fmla="*/ 33 h 450"/>
                  <a:gd name="T60" fmla="*/ 47 w 1730"/>
                  <a:gd name="T61" fmla="*/ 37 h 450"/>
                  <a:gd name="T62" fmla="*/ 73 w 1730"/>
                  <a:gd name="T63" fmla="*/ 38 h 450"/>
                  <a:gd name="T64" fmla="*/ 77 w 1730"/>
                  <a:gd name="T65" fmla="*/ 38 h 450"/>
                  <a:gd name="T66" fmla="*/ 80 w 1730"/>
                  <a:gd name="T67" fmla="*/ 35 h 450"/>
                  <a:gd name="T68" fmla="*/ 77 w 1730"/>
                  <a:gd name="T69" fmla="*/ 25 h 450"/>
                  <a:gd name="T70" fmla="*/ 80 w 1730"/>
                  <a:gd name="T71" fmla="*/ 5 h 450"/>
                  <a:gd name="T72" fmla="*/ 82 w 1730"/>
                  <a:gd name="T73" fmla="*/ 4 h 450"/>
                  <a:gd name="T74" fmla="*/ 82 w 1730"/>
                  <a:gd name="T75" fmla="*/ 3 h 450"/>
                  <a:gd name="T76" fmla="*/ 92 w 1730"/>
                  <a:gd name="T77" fmla="*/ 6 h 450"/>
                  <a:gd name="T78" fmla="*/ 92 w 1730"/>
                  <a:gd name="T79" fmla="*/ 11 h 450"/>
                  <a:gd name="T80" fmla="*/ 90 w 1730"/>
                  <a:gd name="T81" fmla="*/ 14 h 450"/>
                  <a:gd name="T82" fmla="*/ 86 w 1730"/>
                  <a:gd name="T83" fmla="*/ 36 h 450"/>
                  <a:gd name="T84" fmla="*/ 88 w 1730"/>
                  <a:gd name="T85" fmla="*/ 38 h 450"/>
                  <a:gd name="T86" fmla="*/ 121 w 1730"/>
                  <a:gd name="T87" fmla="*/ 38 h 450"/>
                  <a:gd name="T88" fmla="*/ 121 w 1730"/>
                  <a:gd name="T89" fmla="*/ 30 h 450"/>
                  <a:gd name="T90" fmla="*/ 119 w 1730"/>
                  <a:gd name="T91" fmla="*/ 24 h 450"/>
                  <a:gd name="T92" fmla="*/ 120 w 1730"/>
                  <a:gd name="T93" fmla="*/ 14 h 450"/>
                  <a:gd name="T94" fmla="*/ 126 w 1730"/>
                  <a:gd name="T95" fmla="*/ 0 h 450"/>
                  <a:gd name="T96" fmla="*/ 132 w 1730"/>
                  <a:gd name="T97" fmla="*/ 5 h 450"/>
                  <a:gd name="T98" fmla="*/ 135 w 1730"/>
                  <a:gd name="T99" fmla="*/ 5 h 450"/>
                  <a:gd name="T100" fmla="*/ 135 w 1730"/>
                  <a:gd name="T101" fmla="*/ 5 h 4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730" h="450">
                    <a:moveTo>
                      <a:pt x="1315" y="48"/>
                    </a:moveTo>
                    <a:lnTo>
                      <a:pt x="1315" y="127"/>
                    </a:lnTo>
                    <a:lnTo>
                      <a:pt x="1286" y="240"/>
                    </a:lnTo>
                    <a:lnTo>
                      <a:pt x="1286" y="354"/>
                    </a:lnTo>
                    <a:lnTo>
                      <a:pt x="1304" y="379"/>
                    </a:lnTo>
                    <a:lnTo>
                      <a:pt x="1544" y="390"/>
                    </a:lnTo>
                    <a:lnTo>
                      <a:pt x="1580" y="390"/>
                    </a:lnTo>
                    <a:lnTo>
                      <a:pt x="1616" y="354"/>
                    </a:lnTo>
                    <a:lnTo>
                      <a:pt x="1592" y="217"/>
                    </a:lnTo>
                    <a:lnTo>
                      <a:pt x="1628" y="48"/>
                    </a:lnTo>
                    <a:lnTo>
                      <a:pt x="1730" y="78"/>
                    </a:lnTo>
                    <a:lnTo>
                      <a:pt x="1730" y="228"/>
                    </a:lnTo>
                    <a:lnTo>
                      <a:pt x="1676" y="415"/>
                    </a:lnTo>
                    <a:lnTo>
                      <a:pt x="1640" y="450"/>
                    </a:lnTo>
                    <a:lnTo>
                      <a:pt x="414" y="415"/>
                    </a:lnTo>
                    <a:lnTo>
                      <a:pt x="24" y="415"/>
                    </a:lnTo>
                    <a:lnTo>
                      <a:pt x="0" y="390"/>
                    </a:lnTo>
                    <a:lnTo>
                      <a:pt x="0" y="366"/>
                    </a:lnTo>
                    <a:lnTo>
                      <a:pt x="42" y="336"/>
                    </a:lnTo>
                    <a:lnTo>
                      <a:pt x="282" y="354"/>
                    </a:lnTo>
                    <a:lnTo>
                      <a:pt x="318" y="354"/>
                    </a:lnTo>
                    <a:lnTo>
                      <a:pt x="354" y="318"/>
                    </a:lnTo>
                    <a:lnTo>
                      <a:pt x="330" y="199"/>
                    </a:lnTo>
                    <a:lnTo>
                      <a:pt x="354" y="102"/>
                    </a:lnTo>
                    <a:lnTo>
                      <a:pt x="390" y="12"/>
                    </a:lnTo>
                    <a:lnTo>
                      <a:pt x="480" y="48"/>
                    </a:lnTo>
                    <a:lnTo>
                      <a:pt x="480" y="150"/>
                    </a:lnTo>
                    <a:lnTo>
                      <a:pt x="432" y="276"/>
                    </a:lnTo>
                    <a:lnTo>
                      <a:pt x="432" y="312"/>
                    </a:lnTo>
                    <a:lnTo>
                      <a:pt x="421" y="318"/>
                    </a:lnTo>
                    <a:lnTo>
                      <a:pt x="457" y="354"/>
                    </a:lnTo>
                    <a:lnTo>
                      <a:pt x="709" y="366"/>
                    </a:lnTo>
                    <a:lnTo>
                      <a:pt x="745" y="366"/>
                    </a:lnTo>
                    <a:lnTo>
                      <a:pt x="775" y="336"/>
                    </a:lnTo>
                    <a:lnTo>
                      <a:pt x="745" y="240"/>
                    </a:lnTo>
                    <a:lnTo>
                      <a:pt x="775" y="48"/>
                    </a:lnTo>
                    <a:lnTo>
                      <a:pt x="793" y="36"/>
                    </a:lnTo>
                    <a:lnTo>
                      <a:pt x="793" y="24"/>
                    </a:lnTo>
                    <a:lnTo>
                      <a:pt x="894" y="60"/>
                    </a:lnTo>
                    <a:lnTo>
                      <a:pt x="894" y="102"/>
                    </a:lnTo>
                    <a:lnTo>
                      <a:pt x="871" y="138"/>
                    </a:lnTo>
                    <a:lnTo>
                      <a:pt x="835" y="343"/>
                    </a:lnTo>
                    <a:lnTo>
                      <a:pt x="858" y="366"/>
                    </a:lnTo>
                    <a:lnTo>
                      <a:pt x="1177" y="366"/>
                    </a:lnTo>
                    <a:lnTo>
                      <a:pt x="1177" y="289"/>
                    </a:lnTo>
                    <a:lnTo>
                      <a:pt x="1159" y="228"/>
                    </a:lnTo>
                    <a:lnTo>
                      <a:pt x="1166" y="138"/>
                    </a:lnTo>
                    <a:lnTo>
                      <a:pt x="1225" y="0"/>
                    </a:lnTo>
                    <a:lnTo>
                      <a:pt x="1286" y="48"/>
                    </a:lnTo>
                    <a:lnTo>
                      <a:pt x="131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179">
                <a:extLst>
                  <a:ext uri="{FF2B5EF4-FFF2-40B4-BE49-F238E27FC236}">
                    <a16:creationId xmlns:a16="http://schemas.microsoft.com/office/drawing/2014/main" id="{0B054EA2-A5A3-49B9-B9B3-43EB5F3234EC}"/>
                  </a:ext>
                </a:extLst>
              </p:cNvPr>
              <p:cNvSpPr>
                <a:spLocks/>
              </p:cNvSpPr>
              <p:nvPr/>
            </p:nvSpPr>
            <p:spPr bwMode="auto">
              <a:xfrm>
                <a:off x="3839" y="3298"/>
                <a:ext cx="174" cy="44"/>
              </a:xfrm>
              <a:custGeom>
                <a:avLst/>
                <a:gdLst>
                  <a:gd name="T0" fmla="*/ 43 w 1693"/>
                  <a:gd name="T1" fmla="*/ 26 h 444"/>
                  <a:gd name="T2" fmla="*/ 43 w 1693"/>
                  <a:gd name="T3" fmla="*/ 29 h 444"/>
                  <a:gd name="T4" fmla="*/ 44 w 1693"/>
                  <a:gd name="T5" fmla="*/ 29 h 444"/>
                  <a:gd name="T6" fmla="*/ 47 w 1693"/>
                  <a:gd name="T7" fmla="*/ 29 h 444"/>
                  <a:gd name="T8" fmla="*/ 49 w 1693"/>
                  <a:gd name="T9" fmla="*/ 23 h 444"/>
                  <a:gd name="T10" fmla="*/ 59 w 1693"/>
                  <a:gd name="T11" fmla="*/ 17 h 444"/>
                  <a:gd name="T12" fmla="*/ 72 w 1693"/>
                  <a:gd name="T13" fmla="*/ 16 h 444"/>
                  <a:gd name="T14" fmla="*/ 75 w 1693"/>
                  <a:gd name="T15" fmla="*/ 7 h 444"/>
                  <a:gd name="T16" fmla="*/ 75 w 1693"/>
                  <a:gd name="T17" fmla="*/ 2 h 444"/>
                  <a:gd name="T18" fmla="*/ 77 w 1693"/>
                  <a:gd name="T19" fmla="*/ 0 h 444"/>
                  <a:gd name="T20" fmla="*/ 87 w 1693"/>
                  <a:gd name="T21" fmla="*/ 11 h 444"/>
                  <a:gd name="T22" fmla="*/ 87 w 1693"/>
                  <a:gd name="T23" fmla="*/ 23 h 444"/>
                  <a:gd name="T24" fmla="*/ 88 w 1693"/>
                  <a:gd name="T25" fmla="*/ 24 h 444"/>
                  <a:gd name="T26" fmla="*/ 97 w 1693"/>
                  <a:gd name="T27" fmla="*/ 19 h 444"/>
                  <a:gd name="T28" fmla="*/ 112 w 1693"/>
                  <a:gd name="T29" fmla="*/ 19 h 444"/>
                  <a:gd name="T30" fmla="*/ 119 w 1693"/>
                  <a:gd name="T31" fmla="*/ 10 h 444"/>
                  <a:gd name="T32" fmla="*/ 120 w 1693"/>
                  <a:gd name="T33" fmla="*/ 5 h 444"/>
                  <a:gd name="T34" fmla="*/ 120 w 1693"/>
                  <a:gd name="T35" fmla="*/ 2 h 444"/>
                  <a:gd name="T36" fmla="*/ 121 w 1693"/>
                  <a:gd name="T37" fmla="*/ 1 h 444"/>
                  <a:gd name="T38" fmla="*/ 130 w 1693"/>
                  <a:gd name="T39" fmla="*/ 16 h 444"/>
                  <a:gd name="T40" fmla="*/ 128 w 1693"/>
                  <a:gd name="T41" fmla="*/ 29 h 444"/>
                  <a:gd name="T42" fmla="*/ 128 w 1693"/>
                  <a:gd name="T43" fmla="*/ 31 h 444"/>
                  <a:gd name="T44" fmla="*/ 129 w 1693"/>
                  <a:gd name="T45" fmla="*/ 32 h 444"/>
                  <a:gd name="T46" fmla="*/ 135 w 1693"/>
                  <a:gd name="T47" fmla="*/ 25 h 444"/>
                  <a:gd name="T48" fmla="*/ 135 w 1693"/>
                  <a:gd name="T49" fmla="*/ 21 h 444"/>
                  <a:gd name="T50" fmla="*/ 141 w 1693"/>
                  <a:gd name="T51" fmla="*/ 18 h 444"/>
                  <a:gd name="T52" fmla="*/ 156 w 1693"/>
                  <a:gd name="T53" fmla="*/ 18 h 444"/>
                  <a:gd name="T54" fmla="*/ 160 w 1693"/>
                  <a:gd name="T55" fmla="*/ 11 h 444"/>
                  <a:gd name="T56" fmla="*/ 161 w 1693"/>
                  <a:gd name="T57" fmla="*/ 2 h 444"/>
                  <a:gd name="T58" fmla="*/ 165 w 1693"/>
                  <a:gd name="T59" fmla="*/ 0 h 444"/>
                  <a:gd name="T60" fmla="*/ 170 w 1693"/>
                  <a:gd name="T61" fmla="*/ 7 h 444"/>
                  <a:gd name="T62" fmla="*/ 174 w 1693"/>
                  <a:gd name="T63" fmla="*/ 19 h 444"/>
                  <a:gd name="T64" fmla="*/ 169 w 1693"/>
                  <a:gd name="T65" fmla="*/ 42 h 444"/>
                  <a:gd name="T66" fmla="*/ 144 w 1693"/>
                  <a:gd name="T67" fmla="*/ 44 h 444"/>
                  <a:gd name="T68" fmla="*/ 68 w 1693"/>
                  <a:gd name="T69" fmla="*/ 44 h 444"/>
                  <a:gd name="T70" fmla="*/ 1 w 1693"/>
                  <a:gd name="T71" fmla="*/ 41 h 444"/>
                  <a:gd name="T72" fmla="*/ 0 w 1693"/>
                  <a:gd name="T73" fmla="*/ 40 h 444"/>
                  <a:gd name="T74" fmla="*/ 6 w 1693"/>
                  <a:gd name="T75" fmla="*/ 29 h 444"/>
                  <a:gd name="T76" fmla="*/ 7 w 1693"/>
                  <a:gd name="T77" fmla="*/ 23 h 444"/>
                  <a:gd name="T78" fmla="*/ 7 w 1693"/>
                  <a:gd name="T79" fmla="*/ 21 h 444"/>
                  <a:gd name="T80" fmla="*/ 10 w 1693"/>
                  <a:gd name="T81" fmla="*/ 18 h 444"/>
                  <a:gd name="T82" fmla="*/ 28 w 1693"/>
                  <a:gd name="T83" fmla="*/ 18 h 444"/>
                  <a:gd name="T84" fmla="*/ 33 w 1693"/>
                  <a:gd name="T85" fmla="*/ 11 h 444"/>
                  <a:gd name="T86" fmla="*/ 33 w 1693"/>
                  <a:gd name="T87" fmla="*/ 2 h 444"/>
                  <a:gd name="T88" fmla="*/ 35 w 1693"/>
                  <a:gd name="T89" fmla="*/ 0 h 444"/>
                  <a:gd name="T90" fmla="*/ 44 w 1693"/>
                  <a:gd name="T91" fmla="*/ 16 h 444"/>
                  <a:gd name="T92" fmla="*/ 43 w 1693"/>
                  <a:gd name="T93" fmla="*/ 26 h 444"/>
                  <a:gd name="T94" fmla="*/ 43 w 1693"/>
                  <a:gd name="T95" fmla="*/ 26 h 4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93" h="444">
                    <a:moveTo>
                      <a:pt x="419" y="265"/>
                    </a:moveTo>
                    <a:lnTo>
                      <a:pt x="419" y="288"/>
                    </a:lnTo>
                    <a:lnTo>
                      <a:pt x="432" y="294"/>
                    </a:lnTo>
                    <a:lnTo>
                      <a:pt x="455" y="294"/>
                    </a:lnTo>
                    <a:lnTo>
                      <a:pt x="480" y="229"/>
                    </a:lnTo>
                    <a:lnTo>
                      <a:pt x="570" y="175"/>
                    </a:lnTo>
                    <a:lnTo>
                      <a:pt x="696" y="157"/>
                    </a:lnTo>
                    <a:lnTo>
                      <a:pt x="732" y="66"/>
                    </a:lnTo>
                    <a:lnTo>
                      <a:pt x="732" y="24"/>
                    </a:lnTo>
                    <a:lnTo>
                      <a:pt x="750" y="0"/>
                    </a:lnTo>
                    <a:lnTo>
                      <a:pt x="846" y="114"/>
                    </a:lnTo>
                    <a:lnTo>
                      <a:pt x="846" y="229"/>
                    </a:lnTo>
                    <a:lnTo>
                      <a:pt x="858" y="240"/>
                    </a:lnTo>
                    <a:lnTo>
                      <a:pt x="948" y="193"/>
                    </a:lnTo>
                    <a:lnTo>
                      <a:pt x="1087" y="193"/>
                    </a:lnTo>
                    <a:lnTo>
                      <a:pt x="1153" y="103"/>
                    </a:lnTo>
                    <a:lnTo>
                      <a:pt x="1164" y="48"/>
                    </a:lnTo>
                    <a:lnTo>
                      <a:pt x="1164" y="24"/>
                    </a:lnTo>
                    <a:lnTo>
                      <a:pt x="1177" y="12"/>
                    </a:lnTo>
                    <a:lnTo>
                      <a:pt x="1267" y="157"/>
                    </a:lnTo>
                    <a:lnTo>
                      <a:pt x="1243" y="288"/>
                    </a:lnTo>
                    <a:lnTo>
                      <a:pt x="1243" y="312"/>
                    </a:lnTo>
                    <a:lnTo>
                      <a:pt x="1255" y="319"/>
                    </a:lnTo>
                    <a:lnTo>
                      <a:pt x="1315" y="252"/>
                    </a:lnTo>
                    <a:lnTo>
                      <a:pt x="1315" y="216"/>
                    </a:lnTo>
                    <a:lnTo>
                      <a:pt x="1375" y="186"/>
                    </a:lnTo>
                    <a:lnTo>
                      <a:pt x="1520" y="186"/>
                    </a:lnTo>
                    <a:lnTo>
                      <a:pt x="1556" y="114"/>
                    </a:lnTo>
                    <a:lnTo>
                      <a:pt x="1567" y="24"/>
                    </a:lnTo>
                    <a:lnTo>
                      <a:pt x="1603" y="0"/>
                    </a:lnTo>
                    <a:lnTo>
                      <a:pt x="1657" y="66"/>
                    </a:lnTo>
                    <a:lnTo>
                      <a:pt x="1693" y="193"/>
                    </a:lnTo>
                    <a:lnTo>
                      <a:pt x="1646" y="426"/>
                    </a:lnTo>
                    <a:lnTo>
                      <a:pt x="1405" y="444"/>
                    </a:lnTo>
                    <a:lnTo>
                      <a:pt x="660" y="439"/>
                    </a:lnTo>
                    <a:lnTo>
                      <a:pt x="5" y="414"/>
                    </a:lnTo>
                    <a:lnTo>
                      <a:pt x="0" y="403"/>
                    </a:lnTo>
                    <a:lnTo>
                      <a:pt x="54" y="288"/>
                    </a:lnTo>
                    <a:lnTo>
                      <a:pt x="65" y="229"/>
                    </a:lnTo>
                    <a:lnTo>
                      <a:pt x="65" y="216"/>
                    </a:lnTo>
                    <a:lnTo>
                      <a:pt x="101" y="186"/>
                    </a:lnTo>
                    <a:lnTo>
                      <a:pt x="270" y="186"/>
                    </a:lnTo>
                    <a:lnTo>
                      <a:pt x="318" y="114"/>
                    </a:lnTo>
                    <a:lnTo>
                      <a:pt x="318" y="24"/>
                    </a:lnTo>
                    <a:lnTo>
                      <a:pt x="342" y="0"/>
                    </a:lnTo>
                    <a:lnTo>
                      <a:pt x="432" y="157"/>
                    </a:lnTo>
                    <a:lnTo>
                      <a:pt x="419" y="2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180">
                <a:extLst>
                  <a:ext uri="{FF2B5EF4-FFF2-40B4-BE49-F238E27FC236}">
                    <a16:creationId xmlns:a16="http://schemas.microsoft.com/office/drawing/2014/main" id="{CDBA517C-6AC4-4884-B2D0-E381E251B855}"/>
                  </a:ext>
                </a:extLst>
              </p:cNvPr>
              <p:cNvSpPr>
                <a:spLocks/>
              </p:cNvSpPr>
              <p:nvPr/>
            </p:nvSpPr>
            <p:spPr bwMode="auto">
              <a:xfrm>
                <a:off x="4218" y="3299"/>
                <a:ext cx="140" cy="47"/>
              </a:xfrm>
              <a:custGeom>
                <a:avLst/>
                <a:gdLst>
                  <a:gd name="T0" fmla="*/ 52 w 1352"/>
                  <a:gd name="T1" fmla="*/ 24 h 468"/>
                  <a:gd name="T2" fmla="*/ 51 w 1352"/>
                  <a:gd name="T3" fmla="*/ 25 h 468"/>
                  <a:gd name="T4" fmla="*/ 51 w 1352"/>
                  <a:gd name="T5" fmla="*/ 28 h 468"/>
                  <a:gd name="T6" fmla="*/ 53 w 1352"/>
                  <a:gd name="T7" fmla="*/ 30 h 468"/>
                  <a:gd name="T8" fmla="*/ 57 w 1352"/>
                  <a:gd name="T9" fmla="*/ 27 h 468"/>
                  <a:gd name="T10" fmla="*/ 58 w 1352"/>
                  <a:gd name="T11" fmla="*/ 20 h 468"/>
                  <a:gd name="T12" fmla="*/ 73 w 1352"/>
                  <a:gd name="T13" fmla="*/ 19 h 468"/>
                  <a:gd name="T14" fmla="*/ 77 w 1352"/>
                  <a:gd name="T15" fmla="*/ 19 h 468"/>
                  <a:gd name="T16" fmla="*/ 81 w 1352"/>
                  <a:gd name="T17" fmla="*/ 16 h 468"/>
                  <a:gd name="T18" fmla="*/ 80 w 1352"/>
                  <a:gd name="T19" fmla="*/ 1 h 468"/>
                  <a:gd name="T20" fmla="*/ 81 w 1352"/>
                  <a:gd name="T21" fmla="*/ 1 h 468"/>
                  <a:gd name="T22" fmla="*/ 82 w 1352"/>
                  <a:gd name="T23" fmla="*/ 0 h 468"/>
                  <a:gd name="T24" fmla="*/ 88 w 1352"/>
                  <a:gd name="T25" fmla="*/ 5 h 468"/>
                  <a:gd name="T26" fmla="*/ 91 w 1352"/>
                  <a:gd name="T27" fmla="*/ 5 h 468"/>
                  <a:gd name="T28" fmla="*/ 94 w 1352"/>
                  <a:gd name="T29" fmla="*/ 8 h 468"/>
                  <a:gd name="T30" fmla="*/ 93 w 1352"/>
                  <a:gd name="T31" fmla="*/ 37 h 468"/>
                  <a:gd name="T32" fmla="*/ 94 w 1352"/>
                  <a:gd name="T33" fmla="*/ 38 h 468"/>
                  <a:gd name="T34" fmla="*/ 96 w 1352"/>
                  <a:gd name="T35" fmla="*/ 38 h 468"/>
                  <a:gd name="T36" fmla="*/ 101 w 1352"/>
                  <a:gd name="T37" fmla="*/ 27 h 468"/>
                  <a:gd name="T38" fmla="*/ 101 w 1352"/>
                  <a:gd name="T39" fmla="*/ 20 h 468"/>
                  <a:gd name="T40" fmla="*/ 123 w 1352"/>
                  <a:gd name="T41" fmla="*/ 23 h 468"/>
                  <a:gd name="T42" fmla="*/ 127 w 1352"/>
                  <a:gd name="T43" fmla="*/ 18 h 468"/>
                  <a:gd name="T44" fmla="*/ 128 w 1352"/>
                  <a:gd name="T45" fmla="*/ 4 h 468"/>
                  <a:gd name="T46" fmla="*/ 136 w 1352"/>
                  <a:gd name="T47" fmla="*/ 4 h 468"/>
                  <a:gd name="T48" fmla="*/ 140 w 1352"/>
                  <a:gd name="T49" fmla="*/ 9 h 468"/>
                  <a:gd name="T50" fmla="*/ 137 w 1352"/>
                  <a:gd name="T51" fmla="*/ 45 h 468"/>
                  <a:gd name="T52" fmla="*/ 136 w 1352"/>
                  <a:gd name="T53" fmla="*/ 47 h 468"/>
                  <a:gd name="T54" fmla="*/ 2 w 1352"/>
                  <a:gd name="T55" fmla="*/ 45 h 468"/>
                  <a:gd name="T56" fmla="*/ 0 w 1352"/>
                  <a:gd name="T57" fmla="*/ 36 h 468"/>
                  <a:gd name="T58" fmla="*/ 1 w 1352"/>
                  <a:gd name="T59" fmla="*/ 8 h 468"/>
                  <a:gd name="T60" fmla="*/ 4 w 1352"/>
                  <a:gd name="T61" fmla="*/ 4 h 468"/>
                  <a:gd name="T62" fmla="*/ 7 w 1352"/>
                  <a:gd name="T63" fmla="*/ 4 h 468"/>
                  <a:gd name="T64" fmla="*/ 7 w 1352"/>
                  <a:gd name="T65" fmla="*/ 18 h 468"/>
                  <a:gd name="T66" fmla="*/ 5 w 1352"/>
                  <a:gd name="T67" fmla="*/ 31 h 468"/>
                  <a:gd name="T68" fmla="*/ 5 w 1352"/>
                  <a:gd name="T69" fmla="*/ 36 h 468"/>
                  <a:gd name="T70" fmla="*/ 6 w 1352"/>
                  <a:gd name="T71" fmla="*/ 37 h 468"/>
                  <a:gd name="T72" fmla="*/ 8 w 1352"/>
                  <a:gd name="T73" fmla="*/ 37 h 468"/>
                  <a:gd name="T74" fmla="*/ 14 w 1352"/>
                  <a:gd name="T75" fmla="*/ 22 h 468"/>
                  <a:gd name="T76" fmla="*/ 17 w 1352"/>
                  <a:gd name="T77" fmla="*/ 19 h 468"/>
                  <a:gd name="T78" fmla="*/ 27 w 1352"/>
                  <a:gd name="T79" fmla="*/ 20 h 468"/>
                  <a:gd name="T80" fmla="*/ 31 w 1352"/>
                  <a:gd name="T81" fmla="*/ 20 h 468"/>
                  <a:gd name="T82" fmla="*/ 34 w 1352"/>
                  <a:gd name="T83" fmla="*/ 17 h 468"/>
                  <a:gd name="T84" fmla="*/ 37 w 1352"/>
                  <a:gd name="T85" fmla="*/ 1 h 468"/>
                  <a:gd name="T86" fmla="*/ 38 w 1352"/>
                  <a:gd name="T87" fmla="*/ 0 h 468"/>
                  <a:gd name="T88" fmla="*/ 52 w 1352"/>
                  <a:gd name="T89" fmla="*/ 4 h 468"/>
                  <a:gd name="T90" fmla="*/ 52 w 1352"/>
                  <a:gd name="T91" fmla="*/ 24 h 468"/>
                  <a:gd name="T92" fmla="*/ 52 w 1352"/>
                  <a:gd name="T93" fmla="*/ 24 h 4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352" h="468">
                    <a:moveTo>
                      <a:pt x="505" y="240"/>
                    </a:moveTo>
                    <a:lnTo>
                      <a:pt x="492" y="253"/>
                    </a:lnTo>
                    <a:lnTo>
                      <a:pt x="492" y="276"/>
                    </a:lnTo>
                    <a:lnTo>
                      <a:pt x="516" y="300"/>
                    </a:lnTo>
                    <a:lnTo>
                      <a:pt x="552" y="264"/>
                    </a:lnTo>
                    <a:lnTo>
                      <a:pt x="564" y="204"/>
                    </a:lnTo>
                    <a:lnTo>
                      <a:pt x="708" y="192"/>
                    </a:lnTo>
                    <a:lnTo>
                      <a:pt x="744" y="192"/>
                    </a:lnTo>
                    <a:lnTo>
                      <a:pt x="780" y="163"/>
                    </a:lnTo>
                    <a:lnTo>
                      <a:pt x="769" y="12"/>
                    </a:lnTo>
                    <a:lnTo>
                      <a:pt x="780" y="12"/>
                    </a:lnTo>
                    <a:lnTo>
                      <a:pt x="793" y="0"/>
                    </a:lnTo>
                    <a:lnTo>
                      <a:pt x="847" y="54"/>
                    </a:lnTo>
                    <a:lnTo>
                      <a:pt x="883" y="54"/>
                    </a:lnTo>
                    <a:lnTo>
                      <a:pt x="908" y="78"/>
                    </a:lnTo>
                    <a:lnTo>
                      <a:pt x="895" y="366"/>
                    </a:lnTo>
                    <a:lnTo>
                      <a:pt x="908" y="379"/>
                    </a:lnTo>
                    <a:lnTo>
                      <a:pt x="926" y="379"/>
                    </a:lnTo>
                    <a:lnTo>
                      <a:pt x="973" y="264"/>
                    </a:lnTo>
                    <a:lnTo>
                      <a:pt x="973" y="204"/>
                    </a:lnTo>
                    <a:lnTo>
                      <a:pt x="1183" y="228"/>
                    </a:lnTo>
                    <a:lnTo>
                      <a:pt x="1226" y="181"/>
                    </a:lnTo>
                    <a:lnTo>
                      <a:pt x="1237" y="42"/>
                    </a:lnTo>
                    <a:lnTo>
                      <a:pt x="1316" y="42"/>
                    </a:lnTo>
                    <a:lnTo>
                      <a:pt x="1352" y="91"/>
                    </a:lnTo>
                    <a:lnTo>
                      <a:pt x="1327" y="445"/>
                    </a:lnTo>
                    <a:lnTo>
                      <a:pt x="1309" y="468"/>
                    </a:lnTo>
                    <a:lnTo>
                      <a:pt x="24" y="445"/>
                    </a:lnTo>
                    <a:lnTo>
                      <a:pt x="0" y="354"/>
                    </a:lnTo>
                    <a:lnTo>
                      <a:pt x="12" y="78"/>
                    </a:lnTo>
                    <a:lnTo>
                      <a:pt x="36" y="42"/>
                    </a:lnTo>
                    <a:lnTo>
                      <a:pt x="72" y="42"/>
                    </a:lnTo>
                    <a:lnTo>
                      <a:pt x="72" y="181"/>
                    </a:lnTo>
                    <a:lnTo>
                      <a:pt x="48" y="307"/>
                    </a:lnTo>
                    <a:lnTo>
                      <a:pt x="48" y="354"/>
                    </a:lnTo>
                    <a:lnTo>
                      <a:pt x="54" y="366"/>
                    </a:lnTo>
                    <a:lnTo>
                      <a:pt x="78" y="366"/>
                    </a:lnTo>
                    <a:lnTo>
                      <a:pt x="138" y="217"/>
                    </a:lnTo>
                    <a:lnTo>
                      <a:pt x="162" y="192"/>
                    </a:lnTo>
                    <a:lnTo>
                      <a:pt x="264" y="204"/>
                    </a:lnTo>
                    <a:lnTo>
                      <a:pt x="300" y="204"/>
                    </a:lnTo>
                    <a:lnTo>
                      <a:pt x="330" y="174"/>
                    </a:lnTo>
                    <a:lnTo>
                      <a:pt x="354" y="12"/>
                    </a:lnTo>
                    <a:lnTo>
                      <a:pt x="366" y="0"/>
                    </a:lnTo>
                    <a:lnTo>
                      <a:pt x="505" y="36"/>
                    </a:lnTo>
                    <a:lnTo>
                      <a:pt x="505"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181">
                <a:extLst>
                  <a:ext uri="{FF2B5EF4-FFF2-40B4-BE49-F238E27FC236}">
                    <a16:creationId xmlns:a16="http://schemas.microsoft.com/office/drawing/2014/main" id="{234D21F0-7E58-41CF-BF0E-465D129F41D0}"/>
                  </a:ext>
                </a:extLst>
              </p:cNvPr>
              <p:cNvSpPr>
                <a:spLocks/>
              </p:cNvSpPr>
              <p:nvPr/>
            </p:nvSpPr>
            <p:spPr bwMode="auto">
              <a:xfrm>
                <a:off x="4372" y="3306"/>
                <a:ext cx="174" cy="41"/>
              </a:xfrm>
              <a:custGeom>
                <a:avLst/>
                <a:gdLst>
                  <a:gd name="T0" fmla="*/ 174 w 1695"/>
                  <a:gd name="T1" fmla="*/ 39 h 415"/>
                  <a:gd name="T2" fmla="*/ 171 w 1695"/>
                  <a:gd name="T3" fmla="*/ 41 h 415"/>
                  <a:gd name="T4" fmla="*/ 166 w 1695"/>
                  <a:gd name="T5" fmla="*/ 41 h 415"/>
                  <a:gd name="T6" fmla="*/ 167 w 1695"/>
                  <a:gd name="T7" fmla="*/ 32 h 415"/>
                  <a:gd name="T8" fmla="*/ 168 w 1695"/>
                  <a:gd name="T9" fmla="*/ 12 h 415"/>
                  <a:gd name="T10" fmla="*/ 162 w 1695"/>
                  <a:gd name="T11" fmla="*/ 8 h 415"/>
                  <a:gd name="T12" fmla="*/ 160 w 1695"/>
                  <a:gd name="T13" fmla="*/ 8 h 415"/>
                  <a:gd name="T14" fmla="*/ 152 w 1695"/>
                  <a:gd name="T15" fmla="*/ 17 h 415"/>
                  <a:gd name="T16" fmla="*/ 128 w 1695"/>
                  <a:gd name="T17" fmla="*/ 17 h 415"/>
                  <a:gd name="T18" fmla="*/ 126 w 1695"/>
                  <a:gd name="T19" fmla="*/ 20 h 415"/>
                  <a:gd name="T20" fmla="*/ 126 w 1695"/>
                  <a:gd name="T21" fmla="*/ 21 h 415"/>
                  <a:gd name="T22" fmla="*/ 128 w 1695"/>
                  <a:gd name="T23" fmla="*/ 24 h 415"/>
                  <a:gd name="T24" fmla="*/ 148 w 1695"/>
                  <a:gd name="T25" fmla="*/ 25 h 415"/>
                  <a:gd name="T26" fmla="*/ 149 w 1695"/>
                  <a:gd name="T27" fmla="*/ 27 h 415"/>
                  <a:gd name="T28" fmla="*/ 148 w 1695"/>
                  <a:gd name="T29" fmla="*/ 33 h 415"/>
                  <a:gd name="T30" fmla="*/ 152 w 1695"/>
                  <a:gd name="T31" fmla="*/ 37 h 415"/>
                  <a:gd name="T32" fmla="*/ 152 w 1695"/>
                  <a:gd name="T33" fmla="*/ 41 h 415"/>
                  <a:gd name="T34" fmla="*/ 118 w 1695"/>
                  <a:gd name="T35" fmla="*/ 41 h 415"/>
                  <a:gd name="T36" fmla="*/ 114 w 1695"/>
                  <a:gd name="T37" fmla="*/ 39 h 415"/>
                  <a:gd name="T38" fmla="*/ 112 w 1695"/>
                  <a:gd name="T39" fmla="*/ 36 h 415"/>
                  <a:gd name="T40" fmla="*/ 115 w 1695"/>
                  <a:gd name="T41" fmla="*/ 36 h 415"/>
                  <a:gd name="T42" fmla="*/ 118 w 1695"/>
                  <a:gd name="T43" fmla="*/ 33 h 415"/>
                  <a:gd name="T44" fmla="*/ 117 w 1695"/>
                  <a:gd name="T45" fmla="*/ 11 h 415"/>
                  <a:gd name="T46" fmla="*/ 113 w 1695"/>
                  <a:gd name="T47" fmla="*/ 8 h 415"/>
                  <a:gd name="T48" fmla="*/ 102 w 1695"/>
                  <a:gd name="T49" fmla="*/ 8 h 415"/>
                  <a:gd name="T50" fmla="*/ 95 w 1695"/>
                  <a:gd name="T51" fmla="*/ 17 h 415"/>
                  <a:gd name="T52" fmla="*/ 70 w 1695"/>
                  <a:gd name="T53" fmla="*/ 17 h 415"/>
                  <a:gd name="T54" fmla="*/ 67 w 1695"/>
                  <a:gd name="T55" fmla="*/ 20 h 415"/>
                  <a:gd name="T56" fmla="*/ 67 w 1695"/>
                  <a:gd name="T57" fmla="*/ 21 h 415"/>
                  <a:gd name="T58" fmla="*/ 74 w 1695"/>
                  <a:gd name="T59" fmla="*/ 25 h 415"/>
                  <a:gd name="T60" fmla="*/ 88 w 1695"/>
                  <a:gd name="T61" fmla="*/ 25 h 415"/>
                  <a:gd name="T62" fmla="*/ 91 w 1695"/>
                  <a:gd name="T63" fmla="*/ 27 h 415"/>
                  <a:gd name="T64" fmla="*/ 91 w 1695"/>
                  <a:gd name="T65" fmla="*/ 34 h 415"/>
                  <a:gd name="T66" fmla="*/ 97 w 1695"/>
                  <a:gd name="T67" fmla="*/ 39 h 415"/>
                  <a:gd name="T68" fmla="*/ 86 w 1695"/>
                  <a:gd name="T69" fmla="*/ 41 h 415"/>
                  <a:gd name="T70" fmla="*/ 56 w 1695"/>
                  <a:gd name="T71" fmla="*/ 40 h 415"/>
                  <a:gd name="T72" fmla="*/ 56 w 1695"/>
                  <a:gd name="T73" fmla="*/ 39 h 415"/>
                  <a:gd name="T74" fmla="*/ 53 w 1695"/>
                  <a:gd name="T75" fmla="*/ 36 h 415"/>
                  <a:gd name="T76" fmla="*/ 58 w 1695"/>
                  <a:gd name="T77" fmla="*/ 32 h 415"/>
                  <a:gd name="T78" fmla="*/ 58 w 1695"/>
                  <a:gd name="T79" fmla="*/ 11 h 415"/>
                  <a:gd name="T80" fmla="*/ 54 w 1695"/>
                  <a:gd name="T81" fmla="*/ 8 h 415"/>
                  <a:gd name="T82" fmla="*/ 44 w 1695"/>
                  <a:gd name="T83" fmla="*/ 8 h 415"/>
                  <a:gd name="T84" fmla="*/ 39 w 1695"/>
                  <a:gd name="T85" fmla="*/ 12 h 415"/>
                  <a:gd name="T86" fmla="*/ 14 w 1695"/>
                  <a:gd name="T87" fmla="*/ 12 h 415"/>
                  <a:gd name="T88" fmla="*/ 11 w 1695"/>
                  <a:gd name="T89" fmla="*/ 17 h 415"/>
                  <a:gd name="T90" fmla="*/ 12 w 1695"/>
                  <a:gd name="T91" fmla="*/ 21 h 415"/>
                  <a:gd name="T92" fmla="*/ 14 w 1695"/>
                  <a:gd name="T93" fmla="*/ 23 h 415"/>
                  <a:gd name="T94" fmla="*/ 32 w 1695"/>
                  <a:gd name="T95" fmla="*/ 24 h 415"/>
                  <a:gd name="T96" fmla="*/ 34 w 1695"/>
                  <a:gd name="T97" fmla="*/ 24 h 415"/>
                  <a:gd name="T98" fmla="*/ 37 w 1695"/>
                  <a:gd name="T99" fmla="*/ 26 h 415"/>
                  <a:gd name="T100" fmla="*/ 38 w 1695"/>
                  <a:gd name="T101" fmla="*/ 34 h 415"/>
                  <a:gd name="T102" fmla="*/ 43 w 1695"/>
                  <a:gd name="T103" fmla="*/ 37 h 415"/>
                  <a:gd name="T104" fmla="*/ 39 w 1695"/>
                  <a:gd name="T105" fmla="*/ 40 h 415"/>
                  <a:gd name="T106" fmla="*/ 5 w 1695"/>
                  <a:gd name="T107" fmla="*/ 40 h 415"/>
                  <a:gd name="T108" fmla="*/ 0 w 1695"/>
                  <a:gd name="T109" fmla="*/ 33 h 415"/>
                  <a:gd name="T110" fmla="*/ 3 w 1695"/>
                  <a:gd name="T111" fmla="*/ 4 h 415"/>
                  <a:gd name="T112" fmla="*/ 5 w 1695"/>
                  <a:gd name="T113" fmla="*/ 0 h 415"/>
                  <a:gd name="T114" fmla="*/ 174 w 1695"/>
                  <a:gd name="T115" fmla="*/ 2 h 415"/>
                  <a:gd name="T116" fmla="*/ 174 w 1695"/>
                  <a:gd name="T117" fmla="*/ 39 h 415"/>
                  <a:gd name="T118" fmla="*/ 174 w 1695"/>
                  <a:gd name="T119" fmla="*/ 39 h 41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95" h="415">
                    <a:moveTo>
                      <a:pt x="1695" y="390"/>
                    </a:moveTo>
                    <a:lnTo>
                      <a:pt x="1665" y="415"/>
                    </a:lnTo>
                    <a:lnTo>
                      <a:pt x="1617" y="415"/>
                    </a:lnTo>
                    <a:lnTo>
                      <a:pt x="1629" y="325"/>
                    </a:lnTo>
                    <a:lnTo>
                      <a:pt x="1641" y="126"/>
                    </a:lnTo>
                    <a:lnTo>
                      <a:pt x="1581" y="79"/>
                    </a:lnTo>
                    <a:lnTo>
                      <a:pt x="1563" y="79"/>
                    </a:lnTo>
                    <a:lnTo>
                      <a:pt x="1479" y="174"/>
                    </a:lnTo>
                    <a:lnTo>
                      <a:pt x="1250" y="174"/>
                    </a:lnTo>
                    <a:lnTo>
                      <a:pt x="1227" y="198"/>
                    </a:lnTo>
                    <a:lnTo>
                      <a:pt x="1227" y="216"/>
                    </a:lnTo>
                    <a:lnTo>
                      <a:pt x="1250" y="241"/>
                    </a:lnTo>
                    <a:lnTo>
                      <a:pt x="1437" y="252"/>
                    </a:lnTo>
                    <a:lnTo>
                      <a:pt x="1455" y="277"/>
                    </a:lnTo>
                    <a:lnTo>
                      <a:pt x="1443" y="336"/>
                    </a:lnTo>
                    <a:lnTo>
                      <a:pt x="1479" y="379"/>
                    </a:lnTo>
                    <a:lnTo>
                      <a:pt x="1479" y="415"/>
                    </a:lnTo>
                    <a:lnTo>
                      <a:pt x="1148" y="415"/>
                    </a:lnTo>
                    <a:lnTo>
                      <a:pt x="1112" y="390"/>
                    </a:lnTo>
                    <a:lnTo>
                      <a:pt x="1088" y="366"/>
                    </a:lnTo>
                    <a:lnTo>
                      <a:pt x="1124" y="361"/>
                    </a:lnTo>
                    <a:lnTo>
                      <a:pt x="1148" y="336"/>
                    </a:lnTo>
                    <a:lnTo>
                      <a:pt x="1137" y="108"/>
                    </a:lnTo>
                    <a:lnTo>
                      <a:pt x="1101" y="79"/>
                    </a:lnTo>
                    <a:lnTo>
                      <a:pt x="998" y="79"/>
                    </a:lnTo>
                    <a:lnTo>
                      <a:pt x="926" y="174"/>
                    </a:lnTo>
                    <a:lnTo>
                      <a:pt x="680" y="174"/>
                    </a:lnTo>
                    <a:lnTo>
                      <a:pt x="656" y="198"/>
                    </a:lnTo>
                    <a:lnTo>
                      <a:pt x="656" y="210"/>
                    </a:lnTo>
                    <a:lnTo>
                      <a:pt x="721" y="252"/>
                    </a:lnTo>
                    <a:lnTo>
                      <a:pt x="860" y="252"/>
                    </a:lnTo>
                    <a:lnTo>
                      <a:pt x="883" y="277"/>
                    </a:lnTo>
                    <a:lnTo>
                      <a:pt x="883" y="348"/>
                    </a:lnTo>
                    <a:lnTo>
                      <a:pt x="944" y="390"/>
                    </a:lnTo>
                    <a:lnTo>
                      <a:pt x="836" y="415"/>
                    </a:lnTo>
                    <a:lnTo>
                      <a:pt x="541" y="402"/>
                    </a:lnTo>
                    <a:lnTo>
                      <a:pt x="541" y="390"/>
                    </a:lnTo>
                    <a:lnTo>
                      <a:pt x="518" y="366"/>
                    </a:lnTo>
                    <a:lnTo>
                      <a:pt x="565" y="325"/>
                    </a:lnTo>
                    <a:lnTo>
                      <a:pt x="565" y="115"/>
                    </a:lnTo>
                    <a:lnTo>
                      <a:pt x="529" y="79"/>
                    </a:lnTo>
                    <a:lnTo>
                      <a:pt x="428" y="79"/>
                    </a:lnTo>
                    <a:lnTo>
                      <a:pt x="379" y="126"/>
                    </a:lnTo>
                    <a:lnTo>
                      <a:pt x="139" y="126"/>
                    </a:lnTo>
                    <a:lnTo>
                      <a:pt x="103" y="174"/>
                    </a:lnTo>
                    <a:lnTo>
                      <a:pt x="115" y="210"/>
                    </a:lnTo>
                    <a:lnTo>
                      <a:pt x="139" y="234"/>
                    </a:lnTo>
                    <a:lnTo>
                      <a:pt x="307" y="241"/>
                    </a:lnTo>
                    <a:lnTo>
                      <a:pt x="331" y="241"/>
                    </a:lnTo>
                    <a:lnTo>
                      <a:pt x="356" y="264"/>
                    </a:lnTo>
                    <a:lnTo>
                      <a:pt x="367" y="348"/>
                    </a:lnTo>
                    <a:lnTo>
                      <a:pt x="415" y="379"/>
                    </a:lnTo>
                    <a:lnTo>
                      <a:pt x="379" y="402"/>
                    </a:lnTo>
                    <a:lnTo>
                      <a:pt x="49" y="402"/>
                    </a:lnTo>
                    <a:lnTo>
                      <a:pt x="0" y="336"/>
                    </a:lnTo>
                    <a:lnTo>
                      <a:pt x="25" y="36"/>
                    </a:lnTo>
                    <a:lnTo>
                      <a:pt x="49" y="0"/>
                    </a:lnTo>
                    <a:lnTo>
                      <a:pt x="1695" y="25"/>
                    </a:lnTo>
                    <a:lnTo>
                      <a:pt x="1695" y="3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182">
                <a:extLst>
                  <a:ext uri="{FF2B5EF4-FFF2-40B4-BE49-F238E27FC236}">
                    <a16:creationId xmlns:a16="http://schemas.microsoft.com/office/drawing/2014/main" id="{A6B0060F-9325-42AB-9C2D-037A6F9E4164}"/>
                  </a:ext>
                </a:extLst>
              </p:cNvPr>
              <p:cNvSpPr>
                <a:spLocks/>
              </p:cNvSpPr>
              <p:nvPr/>
            </p:nvSpPr>
            <p:spPr bwMode="auto">
              <a:xfrm>
                <a:off x="3493" y="3321"/>
                <a:ext cx="48" cy="185"/>
              </a:xfrm>
              <a:custGeom>
                <a:avLst/>
                <a:gdLst>
                  <a:gd name="T0" fmla="*/ 48 w 462"/>
                  <a:gd name="T1" fmla="*/ 11 h 1824"/>
                  <a:gd name="T2" fmla="*/ 36 w 462"/>
                  <a:gd name="T3" fmla="*/ 91 h 1824"/>
                  <a:gd name="T4" fmla="*/ 17 w 462"/>
                  <a:gd name="T5" fmla="*/ 153 h 1824"/>
                  <a:gd name="T6" fmla="*/ 2 w 462"/>
                  <a:gd name="T7" fmla="*/ 185 h 1824"/>
                  <a:gd name="T8" fmla="*/ 0 w 462"/>
                  <a:gd name="T9" fmla="*/ 185 h 1824"/>
                  <a:gd name="T10" fmla="*/ 5 w 462"/>
                  <a:gd name="T11" fmla="*/ 169 h 1824"/>
                  <a:gd name="T12" fmla="*/ 19 w 462"/>
                  <a:gd name="T13" fmla="*/ 110 h 1824"/>
                  <a:gd name="T14" fmla="*/ 26 w 462"/>
                  <a:gd name="T15" fmla="*/ 80 h 1824"/>
                  <a:gd name="T16" fmla="*/ 31 w 462"/>
                  <a:gd name="T17" fmla="*/ 60 h 1824"/>
                  <a:gd name="T18" fmla="*/ 38 w 462"/>
                  <a:gd name="T19" fmla="*/ 34 h 1824"/>
                  <a:gd name="T20" fmla="*/ 44 w 462"/>
                  <a:gd name="T21" fmla="*/ 5 h 1824"/>
                  <a:gd name="T22" fmla="*/ 47 w 462"/>
                  <a:gd name="T23" fmla="*/ 0 h 1824"/>
                  <a:gd name="T24" fmla="*/ 48 w 462"/>
                  <a:gd name="T25" fmla="*/ 0 h 1824"/>
                  <a:gd name="T26" fmla="*/ 48 w 462"/>
                  <a:gd name="T27" fmla="*/ 11 h 1824"/>
                  <a:gd name="T28" fmla="*/ 48 w 462"/>
                  <a:gd name="T29" fmla="*/ 11 h 18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2" h="1824">
                    <a:moveTo>
                      <a:pt x="462" y="113"/>
                    </a:moveTo>
                    <a:lnTo>
                      <a:pt x="349" y="893"/>
                    </a:lnTo>
                    <a:lnTo>
                      <a:pt x="162" y="1512"/>
                    </a:lnTo>
                    <a:lnTo>
                      <a:pt x="24" y="1824"/>
                    </a:lnTo>
                    <a:lnTo>
                      <a:pt x="0" y="1824"/>
                    </a:lnTo>
                    <a:lnTo>
                      <a:pt x="48" y="1663"/>
                    </a:lnTo>
                    <a:lnTo>
                      <a:pt x="186" y="1080"/>
                    </a:lnTo>
                    <a:lnTo>
                      <a:pt x="252" y="792"/>
                    </a:lnTo>
                    <a:lnTo>
                      <a:pt x="300" y="588"/>
                    </a:lnTo>
                    <a:lnTo>
                      <a:pt x="367" y="336"/>
                    </a:lnTo>
                    <a:lnTo>
                      <a:pt x="426" y="47"/>
                    </a:lnTo>
                    <a:lnTo>
                      <a:pt x="450" y="0"/>
                    </a:lnTo>
                    <a:lnTo>
                      <a:pt x="462" y="0"/>
                    </a:lnTo>
                    <a:lnTo>
                      <a:pt x="462"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183">
                <a:extLst>
                  <a:ext uri="{FF2B5EF4-FFF2-40B4-BE49-F238E27FC236}">
                    <a16:creationId xmlns:a16="http://schemas.microsoft.com/office/drawing/2014/main" id="{989190FB-BC17-4F2D-A80C-7967A2C149E4}"/>
                  </a:ext>
                </a:extLst>
              </p:cNvPr>
              <p:cNvSpPr>
                <a:spLocks/>
              </p:cNvSpPr>
              <p:nvPr/>
            </p:nvSpPr>
            <p:spPr bwMode="auto">
              <a:xfrm>
                <a:off x="3456" y="3343"/>
                <a:ext cx="1213" cy="245"/>
              </a:xfrm>
              <a:custGeom>
                <a:avLst/>
                <a:gdLst>
                  <a:gd name="T0" fmla="*/ 1213 w 11768"/>
                  <a:gd name="T1" fmla="*/ 6 h 2401"/>
                  <a:gd name="T2" fmla="*/ 1212 w 11768"/>
                  <a:gd name="T3" fmla="*/ 24 h 2401"/>
                  <a:gd name="T4" fmla="*/ 1202 w 11768"/>
                  <a:gd name="T5" fmla="*/ 74 h 2401"/>
                  <a:gd name="T6" fmla="*/ 1196 w 11768"/>
                  <a:gd name="T7" fmla="*/ 110 h 2401"/>
                  <a:gd name="T8" fmla="*/ 1186 w 11768"/>
                  <a:gd name="T9" fmla="*/ 187 h 2401"/>
                  <a:gd name="T10" fmla="*/ 1175 w 11768"/>
                  <a:gd name="T11" fmla="*/ 235 h 2401"/>
                  <a:gd name="T12" fmla="*/ 1167 w 11768"/>
                  <a:gd name="T13" fmla="*/ 244 h 2401"/>
                  <a:gd name="T14" fmla="*/ 1090 w 11768"/>
                  <a:gd name="T15" fmla="*/ 245 h 2401"/>
                  <a:gd name="T16" fmla="*/ 814 w 11768"/>
                  <a:gd name="T17" fmla="*/ 244 h 2401"/>
                  <a:gd name="T18" fmla="*/ 94 w 11768"/>
                  <a:gd name="T19" fmla="*/ 230 h 2401"/>
                  <a:gd name="T20" fmla="*/ 12 w 11768"/>
                  <a:gd name="T21" fmla="*/ 228 h 2401"/>
                  <a:gd name="T22" fmla="*/ 3 w 11768"/>
                  <a:gd name="T23" fmla="*/ 225 h 2401"/>
                  <a:gd name="T24" fmla="*/ 0 w 11768"/>
                  <a:gd name="T25" fmla="*/ 221 h 2401"/>
                  <a:gd name="T26" fmla="*/ 1 w 11768"/>
                  <a:gd name="T27" fmla="*/ 216 h 2401"/>
                  <a:gd name="T28" fmla="*/ 3 w 11768"/>
                  <a:gd name="T29" fmla="*/ 213 h 2401"/>
                  <a:gd name="T30" fmla="*/ 896 w 11768"/>
                  <a:gd name="T31" fmla="*/ 227 h 2401"/>
                  <a:gd name="T32" fmla="*/ 1134 w 11768"/>
                  <a:gd name="T33" fmla="*/ 231 h 2401"/>
                  <a:gd name="T34" fmla="*/ 1148 w 11768"/>
                  <a:gd name="T35" fmla="*/ 228 h 2401"/>
                  <a:gd name="T36" fmla="*/ 1152 w 11768"/>
                  <a:gd name="T37" fmla="*/ 221 h 2401"/>
                  <a:gd name="T38" fmla="*/ 1155 w 11768"/>
                  <a:gd name="T39" fmla="*/ 209 h 2401"/>
                  <a:gd name="T40" fmla="*/ 1153 w 11768"/>
                  <a:gd name="T41" fmla="*/ 68 h 2401"/>
                  <a:gd name="T42" fmla="*/ 1151 w 11768"/>
                  <a:gd name="T43" fmla="*/ 13 h 2401"/>
                  <a:gd name="T44" fmla="*/ 1149 w 11768"/>
                  <a:gd name="T45" fmla="*/ 6 h 2401"/>
                  <a:gd name="T46" fmla="*/ 1152 w 11768"/>
                  <a:gd name="T47" fmla="*/ 0 h 2401"/>
                  <a:gd name="T48" fmla="*/ 1211 w 11768"/>
                  <a:gd name="T49" fmla="*/ 4 h 2401"/>
                  <a:gd name="T50" fmla="*/ 1213 w 11768"/>
                  <a:gd name="T51" fmla="*/ 6 h 2401"/>
                  <a:gd name="T52" fmla="*/ 1213 w 11768"/>
                  <a:gd name="T53" fmla="*/ 6 h 240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68" h="2401">
                    <a:moveTo>
                      <a:pt x="11768" y="59"/>
                    </a:moveTo>
                    <a:lnTo>
                      <a:pt x="11757" y="234"/>
                    </a:lnTo>
                    <a:lnTo>
                      <a:pt x="11666" y="726"/>
                    </a:lnTo>
                    <a:lnTo>
                      <a:pt x="11606" y="1080"/>
                    </a:lnTo>
                    <a:lnTo>
                      <a:pt x="11504" y="1837"/>
                    </a:lnTo>
                    <a:lnTo>
                      <a:pt x="11403" y="2305"/>
                    </a:lnTo>
                    <a:lnTo>
                      <a:pt x="11318" y="2389"/>
                    </a:lnTo>
                    <a:lnTo>
                      <a:pt x="10573" y="2401"/>
                    </a:lnTo>
                    <a:lnTo>
                      <a:pt x="7893" y="2389"/>
                    </a:lnTo>
                    <a:lnTo>
                      <a:pt x="912" y="2251"/>
                    </a:lnTo>
                    <a:lnTo>
                      <a:pt x="119" y="2238"/>
                    </a:lnTo>
                    <a:lnTo>
                      <a:pt x="29" y="2202"/>
                    </a:lnTo>
                    <a:lnTo>
                      <a:pt x="0" y="2166"/>
                    </a:lnTo>
                    <a:lnTo>
                      <a:pt x="6" y="2112"/>
                    </a:lnTo>
                    <a:lnTo>
                      <a:pt x="29" y="2089"/>
                    </a:lnTo>
                    <a:lnTo>
                      <a:pt x="8692" y="2227"/>
                    </a:lnTo>
                    <a:lnTo>
                      <a:pt x="11000" y="2263"/>
                    </a:lnTo>
                    <a:lnTo>
                      <a:pt x="11138" y="2238"/>
                    </a:lnTo>
                    <a:lnTo>
                      <a:pt x="11174" y="2166"/>
                    </a:lnTo>
                    <a:lnTo>
                      <a:pt x="11210" y="2053"/>
                    </a:lnTo>
                    <a:lnTo>
                      <a:pt x="11185" y="665"/>
                    </a:lnTo>
                    <a:lnTo>
                      <a:pt x="11162" y="126"/>
                    </a:lnTo>
                    <a:lnTo>
                      <a:pt x="11149" y="59"/>
                    </a:lnTo>
                    <a:lnTo>
                      <a:pt x="11174" y="0"/>
                    </a:lnTo>
                    <a:lnTo>
                      <a:pt x="11745" y="36"/>
                    </a:lnTo>
                    <a:lnTo>
                      <a:pt x="11768"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184">
                <a:extLst>
                  <a:ext uri="{FF2B5EF4-FFF2-40B4-BE49-F238E27FC236}">
                    <a16:creationId xmlns:a16="http://schemas.microsoft.com/office/drawing/2014/main" id="{49E4C2E2-7030-4F92-854C-6B90E9799647}"/>
                  </a:ext>
                </a:extLst>
              </p:cNvPr>
              <p:cNvSpPr>
                <a:spLocks/>
              </p:cNvSpPr>
              <p:nvPr/>
            </p:nvSpPr>
            <p:spPr bwMode="auto">
              <a:xfrm>
                <a:off x="3820" y="3362"/>
                <a:ext cx="32" cy="27"/>
              </a:xfrm>
              <a:custGeom>
                <a:avLst/>
                <a:gdLst>
                  <a:gd name="T0" fmla="*/ 27 w 319"/>
                  <a:gd name="T1" fmla="*/ 5 h 277"/>
                  <a:gd name="T2" fmla="*/ 32 w 319"/>
                  <a:gd name="T3" fmla="*/ 8 h 277"/>
                  <a:gd name="T4" fmla="*/ 32 w 319"/>
                  <a:gd name="T5" fmla="*/ 19 h 277"/>
                  <a:gd name="T6" fmla="*/ 29 w 319"/>
                  <a:gd name="T7" fmla="*/ 25 h 277"/>
                  <a:gd name="T8" fmla="*/ 8 w 319"/>
                  <a:gd name="T9" fmla="*/ 27 h 277"/>
                  <a:gd name="T10" fmla="*/ 1 w 319"/>
                  <a:gd name="T11" fmla="*/ 22 h 277"/>
                  <a:gd name="T12" fmla="*/ 0 w 319"/>
                  <a:gd name="T13" fmla="*/ 21 h 277"/>
                  <a:gd name="T14" fmla="*/ 0 w 319"/>
                  <a:gd name="T15" fmla="*/ 19 h 277"/>
                  <a:gd name="T16" fmla="*/ 19 w 319"/>
                  <a:gd name="T17" fmla="*/ 13 h 277"/>
                  <a:gd name="T18" fmla="*/ 22 w 319"/>
                  <a:gd name="T19" fmla="*/ 11 h 277"/>
                  <a:gd name="T20" fmla="*/ 23 w 319"/>
                  <a:gd name="T21" fmla="*/ 0 h 277"/>
                  <a:gd name="T22" fmla="*/ 25 w 319"/>
                  <a:gd name="T23" fmla="*/ 0 h 277"/>
                  <a:gd name="T24" fmla="*/ 27 w 319"/>
                  <a:gd name="T25" fmla="*/ 5 h 277"/>
                  <a:gd name="T26" fmla="*/ 27 w 319"/>
                  <a:gd name="T27" fmla="*/ 5 h 2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19" h="277">
                    <a:moveTo>
                      <a:pt x="265" y="48"/>
                    </a:moveTo>
                    <a:lnTo>
                      <a:pt x="319" y="79"/>
                    </a:lnTo>
                    <a:lnTo>
                      <a:pt x="319" y="199"/>
                    </a:lnTo>
                    <a:lnTo>
                      <a:pt x="288" y="253"/>
                    </a:lnTo>
                    <a:lnTo>
                      <a:pt x="78" y="277"/>
                    </a:lnTo>
                    <a:lnTo>
                      <a:pt x="12" y="228"/>
                    </a:lnTo>
                    <a:lnTo>
                      <a:pt x="0" y="217"/>
                    </a:lnTo>
                    <a:lnTo>
                      <a:pt x="0" y="199"/>
                    </a:lnTo>
                    <a:lnTo>
                      <a:pt x="193" y="138"/>
                    </a:lnTo>
                    <a:lnTo>
                      <a:pt x="216" y="115"/>
                    </a:lnTo>
                    <a:lnTo>
                      <a:pt x="229" y="0"/>
                    </a:lnTo>
                    <a:lnTo>
                      <a:pt x="252" y="0"/>
                    </a:lnTo>
                    <a:lnTo>
                      <a:pt x="26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185">
                <a:extLst>
                  <a:ext uri="{FF2B5EF4-FFF2-40B4-BE49-F238E27FC236}">
                    <a16:creationId xmlns:a16="http://schemas.microsoft.com/office/drawing/2014/main" id="{61991047-475B-4693-9A44-0DED673DA5CA}"/>
                  </a:ext>
                </a:extLst>
              </p:cNvPr>
              <p:cNvSpPr>
                <a:spLocks/>
              </p:cNvSpPr>
              <p:nvPr/>
            </p:nvSpPr>
            <p:spPr bwMode="auto">
              <a:xfrm>
                <a:off x="3772" y="3362"/>
                <a:ext cx="169" cy="110"/>
              </a:xfrm>
              <a:custGeom>
                <a:avLst/>
                <a:gdLst>
                  <a:gd name="T0" fmla="*/ 120 w 1641"/>
                  <a:gd name="T1" fmla="*/ 28 h 1093"/>
                  <a:gd name="T2" fmla="*/ 103 w 1641"/>
                  <a:gd name="T3" fmla="*/ 37 h 1093"/>
                  <a:gd name="T4" fmla="*/ 93 w 1641"/>
                  <a:gd name="T5" fmla="*/ 60 h 1093"/>
                  <a:gd name="T6" fmla="*/ 72 w 1641"/>
                  <a:gd name="T7" fmla="*/ 57 h 1093"/>
                  <a:gd name="T8" fmla="*/ 67 w 1641"/>
                  <a:gd name="T9" fmla="*/ 72 h 1093"/>
                  <a:gd name="T10" fmla="*/ 93 w 1641"/>
                  <a:gd name="T11" fmla="*/ 65 h 1093"/>
                  <a:gd name="T12" fmla="*/ 106 w 1641"/>
                  <a:gd name="T13" fmla="*/ 56 h 1093"/>
                  <a:gd name="T14" fmla="*/ 127 w 1641"/>
                  <a:gd name="T15" fmla="*/ 44 h 1093"/>
                  <a:gd name="T16" fmla="*/ 132 w 1641"/>
                  <a:gd name="T17" fmla="*/ 33 h 1093"/>
                  <a:gd name="T18" fmla="*/ 134 w 1641"/>
                  <a:gd name="T19" fmla="*/ 17 h 1093"/>
                  <a:gd name="T20" fmla="*/ 156 w 1641"/>
                  <a:gd name="T21" fmla="*/ 12 h 1093"/>
                  <a:gd name="T22" fmla="*/ 159 w 1641"/>
                  <a:gd name="T23" fmla="*/ 3 h 1093"/>
                  <a:gd name="T24" fmla="*/ 168 w 1641"/>
                  <a:gd name="T25" fmla="*/ 22 h 1093"/>
                  <a:gd name="T26" fmla="*/ 163 w 1641"/>
                  <a:gd name="T27" fmla="*/ 29 h 1093"/>
                  <a:gd name="T28" fmla="*/ 145 w 1641"/>
                  <a:gd name="T29" fmla="*/ 42 h 1093"/>
                  <a:gd name="T30" fmla="*/ 126 w 1641"/>
                  <a:gd name="T31" fmla="*/ 59 h 1093"/>
                  <a:gd name="T32" fmla="*/ 108 w 1641"/>
                  <a:gd name="T33" fmla="*/ 68 h 1093"/>
                  <a:gd name="T34" fmla="*/ 94 w 1641"/>
                  <a:gd name="T35" fmla="*/ 82 h 1093"/>
                  <a:gd name="T36" fmla="*/ 87 w 1641"/>
                  <a:gd name="T37" fmla="*/ 86 h 1093"/>
                  <a:gd name="T38" fmla="*/ 81 w 1641"/>
                  <a:gd name="T39" fmla="*/ 104 h 1093"/>
                  <a:gd name="T40" fmla="*/ 51 w 1641"/>
                  <a:gd name="T41" fmla="*/ 108 h 1093"/>
                  <a:gd name="T42" fmla="*/ 45 w 1641"/>
                  <a:gd name="T43" fmla="*/ 106 h 1093"/>
                  <a:gd name="T44" fmla="*/ 48 w 1641"/>
                  <a:gd name="T45" fmla="*/ 98 h 1093"/>
                  <a:gd name="T46" fmla="*/ 68 w 1641"/>
                  <a:gd name="T47" fmla="*/ 91 h 1093"/>
                  <a:gd name="T48" fmla="*/ 64 w 1641"/>
                  <a:gd name="T49" fmla="*/ 83 h 1093"/>
                  <a:gd name="T50" fmla="*/ 42 w 1641"/>
                  <a:gd name="T51" fmla="*/ 89 h 1093"/>
                  <a:gd name="T52" fmla="*/ 37 w 1641"/>
                  <a:gd name="T53" fmla="*/ 108 h 1093"/>
                  <a:gd name="T54" fmla="*/ 0 w 1641"/>
                  <a:gd name="T55" fmla="*/ 108 h 1093"/>
                  <a:gd name="T56" fmla="*/ 16 w 1641"/>
                  <a:gd name="T57" fmla="*/ 98 h 1093"/>
                  <a:gd name="T58" fmla="*/ 22 w 1641"/>
                  <a:gd name="T59" fmla="*/ 79 h 1093"/>
                  <a:gd name="T60" fmla="*/ 29 w 1641"/>
                  <a:gd name="T61" fmla="*/ 70 h 1093"/>
                  <a:gd name="T62" fmla="*/ 51 w 1641"/>
                  <a:gd name="T63" fmla="*/ 66 h 1093"/>
                  <a:gd name="T64" fmla="*/ 59 w 1641"/>
                  <a:gd name="T65" fmla="*/ 62 h 1093"/>
                  <a:gd name="T66" fmla="*/ 64 w 1641"/>
                  <a:gd name="T67" fmla="*/ 48 h 1093"/>
                  <a:gd name="T68" fmla="*/ 85 w 1641"/>
                  <a:gd name="T69" fmla="*/ 44 h 1093"/>
                  <a:gd name="T70" fmla="*/ 89 w 1641"/>
                  <a:gd name="T71" fmla="*/ 32 h 1093"/>
                  <a:gd name="T72" fmla="*/ 89 w 1641"/>
                  <a:gd name="T73" fmla="*/ 20 h 1093"/>
                  <a:gd name="T74" fmla="*/ 106 w 1641"/>
                  <a:gd name="T75" fmla="*/ 15 h 1093"/>
                  <a:gd name="T76" fmla="*/ 116 w 1641"/>
                  <a:gd name="T77" fmla="*/ 0 h 1093"/>
                  <a:gd name="T78" fmla="*/ 127 w 1641"/>
                  <a:gd name="T79" fmla="*/ 13 h 10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641" h="1093">
                    <a:moveTo>
                      <a:pt x="1238" y="127"/>
                    </a:moveTo>
                    <a:lnTo>
                      <a:pt x="1166" y="277"/>
                    </a:lnTo>
                    <a:lnTo>
                      <a:pt x="1040" y="300"/>
                    </a:lnTo>
                    <a:lnTo>
                      <a:pt x="998" y="367"/>
                    </a:lnTo>
                    <a:lnTo>
                      <a:pt x="950" y="553"/>
                    </a:lnTo>
                    <a:lnTo>
                      <a:pt x="901" y="595"/>
                    </a:lnTo>
                    <a:lnTo>
                      <a:pt x="878" y="571"/>
                    </a:lnTo>
                    <a:lnTo>
                      <a:pt x="698" y="571"/>
                    </a:lnTo>
                    <a:lnTo>
                      <a:pt x="649" y="631"/>
                    </a:lnTo>
                    <a:lnTo>
                      <a:pt x="649" y="715"/>
                    </a:lnTo>
                    <a:lnTo>
                      <a:pt x="847" y="715"/>
                    </a:lnTo>
                    <a:lnTo>
                      <a:pt x="901" y="643"/>
                    </a:lnTo>
                    <a:lnTo>
                      <a:pt x="986" y="643"/>
                    </a:lnTo>
                    <a:lnTo>
                      <a:pt x="1034" y="559"/>
                    </a:lnTo>
                    <a:lnTo>
                      <a:pt x="1052" y="456"/>
                    </a:lnTo>
                    <a:lnTo>
                      <a:pt x="1238" y="438"/>
                    </a:lnTo>
                    <a:lnTo>
                      <a:pt x="1281" y="367"/>
                    </a:lnTo>
                    <a:lnTo>
                      <a:pt x="1281" y="325"/>
                    </a:lnTo>
                    <a:lnTo>
                      <a:pt x="1250" y="289"/>
                    </a:lnTo>
                    <a:lnTo>
                      <a:pt x="1304" y="169"/>
                    </a:lnTo>
                    <a:lnTo>
                      <a:pt x="1490" y="138"/>
                    </a:lnTo>
                    <a:lnTo>
                      <a:pt x="1515" y="115"/>
                    </a:lnTo>
                    <a:lnTo>
                      <a:pt x="1520" y="48"/>
                    </a:lnTo>
                    <a:lnTo>
                      <a:pt x="1545" y="25"/>
                    </a:lnTo>
                    <a:lnTo>
                      <a:pt x="1641" y="115"/>
                    </a:lnTo>
                    <a:lnTo>
                      <a:pt x="1628" y="217"/>
                    </a:lnTo>
                    <a:lnTo>
                      <a:pt x="1605" y="264"/>
                    </a:lnTo>
                    <a:lnTo>
                      <a:pt x="1581" y="289"/>
                    </a:lnTo>
                    <a:lnTo>
                      <a:pt x="1502" y="289"/>
                    </a:lnTo>
                    <a:lnTo>
                      <a:pt x="1407" y="415"/>
                    </a:lnTo>
                    <a:lnTo>
                      <a:pt x="1376" y="541"/>
                    </a:lnTo>
                    <a:lnTo>
                      <a:pt x="1225" y="582"/>
                    </a:lnTo>
                    <a:lnTo>
                      <a:pt x="1135" y="582"/>
                    </a:lnTo>
                    <a:lnTo>
                      <a:pt x="1052" y="679"/>
                    </a:lnTo>
                    <a:lnTo>
                      <a:pt x="1022" y="805"/>
                    </a:lnTo>
                    <a:lnTo>
                      <a:pt x="914" y="817"/>
                    </a:lnTo>
                    <a:lnTo>
                      <a:pt x="878" y="817"/>
                    </a:lnTo>
                    <a:lnTo>
                      <a:pt x="847" y="859"/>
                    </a:lnTo>
                    <a:lnTo>
                      <a:pt x="847" y="907"/>
                    </a:lnTo>
                    <a:lnTo>
                      <a:pt x="788" y="1033"/>
                    </a:lnTo>
                    <a:lnTo>
                      <a:pt x="788" y="1069"/>
                    </a:lnTo>
                    <a:lnTo>
                      <a:pt x="493" y="1075"/>
                    </a:lnTo>
                    <a:lnTo>
                      <a:pt x="457" y="1075"/>
                    </a:lnTo>
                    <a:lnTo>
                      <a:pt x="433" y="1057"/>
                    </a:lnTo>
                    <a:lnTo>
                      <a:pt x="469" y="1021"/>
                    </a:lnTo>
                    <a:lnTo>
                      <a:pt x="469" y="973"/>
                    </a:lnTo>
                    <a:lnTo>
                      <a:pt x="607" y="973"/>
                    </a:lnTo>
                    <a:lnTo>
                      <a:pt x="662" y="907"/>
                    </a:lnTo>
                    <a:lnTo>
                      <a:pt x="649" y="847"/>
                    </a:lnTo>
                    <a:lnTo>
                      <a:pt x="619" y="823"/>
                    </a:lnTo>
                    <a:lnTo>
                      <a:pt x="445" y="823"/>
                    </a:lnTo>
                    <a:lnTo>
                      <a:pt x="403" y="883"/>
                    </a:lnTo>
                    <a:lnTo>
                      <a:pt x="391" y="1010"/>
                    </a:lnTo>
                    <a:lnTo>
                      <a:pt x="355" y="1069"/>
                    </a:lnTo>
                    <a:lnTo>
                      <a:pt x="283" y="1093"/>
                    </a:lnTo>
                    <a:lnTo>
                      <a:pt x="0" y="1069"/>
                    </a:lnTo>
                    <a:lnTo>
                      <a:pt x="25" y="967"/>
                    </a:lnTo>
                    <a:lnTo>
                      <a:pt x="157" y="973"/>
                    </a:lnTo>
                    <a:lnTo>
                      <a:pt x="241" y="883"/>
                    </a:lnTo>
                    <a:lnTo>
                      <a:pt x="216" y="781"/>
                    </a:lnTo>
                    <a:lnTo>
                      <a:pt x="229" y="745"/>
                    </a:lnTo>
                    <a:lnTo>
                      <a:pt x="283" y="697"/>
                    </a:lnTo>
                    <a:lnTo>
                      <a:pt x="445" y="697"/>
                    </a:lnTo>
                    <a:lnTo>
                      <a:pt x="493" y="654"/>
                    </a:lnTo>
                    <a:lnTo>
                      <a:pt x="493" y="631"/>
                    </a:lnTo>
                    <a:lnTo>
                      <a:pt x="571" y="618"/>
                    </a:lnTo>
                    <a:lnTo>
                      <a:pt x="607" y="571"/>
                    </a:lnTo>
                    <a:lnTo>
                      <a:pt x="619" y="481"/>
                    </a:lnTo>
                    <a:lnTo>
                      <a:pt x="644" y="456"/>
                    </a:lnTo>
                    <a:lnTo>
                      <a:pt x="824" y="438"/>
                    </a:lnTo>
                    <a:lnTo>
                      <a:pt x="860" y="391"/>
                    </a:lnTo>
                    <a:lnTo>
                      <a:pt x="860" y="313"/>
                    </a:lnTo>
                    <a:lnTo>
                      <a:pt x="824" y="277"/>
                    </a:lnTo>
                    <a:lnTo>
                      <a:pt x="860" y="199"/>
                    </a:lnTo>
                    <a:lnTo>
                      <a:pt x="914" y="163"/>
                    </a:lnTo>
                    <a:lnTo>
                      <a:pt x="1034" y="151"/>
                    </a:lnTo>
                    <a:lnTo>
                      <a:pt x="1088" y="79"/>
                    </a:lnTo>
                    <a:lnTo>
                      <a:pt x="1124" y="0"/>
                    </a:lnTo>
                    <a:lnTo>
                      <a:pt x="1142" y="0"/>
                    </a:lnTo>
                    <a:lnTo>
                      <a:pt x="1238"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5" name="Freeform 186">
                <a:extLst>
                  <a:ext uri="{FF2B5EF4-FFF2-40B4-BE49-F238E27FC236}">
                    <a16:creationId xmlns:a16="http://schemas.microsoft.com/office/drawing/2014/main" id="{3F9478C1-8DBC-442E-B552-9A9D902E43F6}"/>
                  </a:ext>
                </a:extLst>
              </p:cNvPr>
              <p:cNvSpPr>
                <a:spLocks/>
              </p:cNvSpPr>
              <p:nvPr/>
            </p:nvSpPr>
            <p:spPr bwMode="auto">
              <a:xfrm>
                <a:off x="3560" y="3364"/>
                <a:ext cx="36" cy="21"/>
              </a:xfrm>
              <a:custGeom>
                <a:avLst/>
                <a:gdLst>
                  <a:gd name="T0" fmla="*/ 34 w 362"/>
                  <a:gd name="T1" fmla="*/ 19 h 216"/>
                  <a:gd name="T2" fmla="*/ 31 w 362"/>
                  <a:gd name="T3" fmla="*/ 21 h 216"/>
                  <a:gd name="T4" fmla="*/ 5 w 362"/>
                  <a:gd name="T5" fmla="*/ 20 h 216"/>
                  <a:gd name="T6" fmla="*/ 0 w 362"/>
                  <a:gd name="T7" fmla="*/ 15 h 216"/>
                  <a:gd name="T8" fmla="*/ 6 w 362"/>
                  <a:gd name="T9" fmla="*/ 11 h 216"/>
                  <a:gd name="T10" fmla="*/ 23 w 362"/>
                  <a:gd name="T11" fmla="*/ 11 h 216"/>
                  <a:gd name="T12" fmla="*/ 26 w 362"/>
                  <a:gd name="T13" fmla="*/ 8 h 216"/>
                  <a:gd name="T14" fmla="*/ 26 w 362"/>
                  <a:gd name="T15" fmla="*/ 0 h 216"/>
                  <a:gd name="T16" fmla="*/ 36 w 362"/>
                  <a:gd name="T17" fmla="*/ 8 h 216"/>
                  <a:gd name="T18" fmla="*/ 34 w 362"/>
                  <a:gd name="T19" fmla="*/ 19 h 216"/>
                  <a:gd name="T20" fmla="*/ 34 w 362"/>
                  <a:gd name="T21" fmla="*/ 19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2" h="216">
                    <a:moveTo>
                      <a:pt x="337" y="193"/>
                    </a:moveTo>
                    <a:lnTo>
                      <a:pt x="313" y="216"/>
                    </a:lnTo>
                    <a:lnTo>
                      <a:pt x="49" y="205"/>
                    </a:lnTo>
                    <a:lnTo>
                      <a:pt x="0" y="157"/>
                    </a:lnTo>
                    <a:lnTo>
                      <a:pt x="61" y="115"/>
                    </a:lnTo>
                    <a:lnTo>
                      <a:pt x="229" y="115"/>
                    </a:lnTo>
                    <a:lnTo>
                      <a:pt x="265" y="79"/>
                    </a:lnTo>
                    <a:lnTo>
                      <a:pt x="265" y="0"/>
                    </a:lnTo>
                    <a:lnTo>
                      <a:pt x="362" y="79"/>
                    </a:lnTo>
                    <a:lnTo>
                      <a:pt x="337"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Freeform 187">
                <a:extLst>
                  <a:ext uri="{FF2B5EF4-FFF2-40B4-BE49-F238E27FC236}">
                    <a16:creationId xmlns:a16="http://schemas.microsoft.com/office/drawing/2014/main" id="{983C17CB-62D5-4B78-A37A-221BB9E255B6}"/>
                  </a:ext>
                </a:extLst>
              </p:cNvPr>
              <p:cNvSpPr>
                <a:spLocks/>
              </p:cNvSpPr>
              <p:nvPr/>
            </p:nvSpPr>
            <p:spPr bwMode="auto">
              <a:xfrm>
                <a:off x="3861" y="3364"/>
                <a:ext cx="256" cy="108"/>
              </a:xfrm>
              <a:custGeom>
                <a:avLst/>
                <a:gdLst>
                  <a:gd name="T0" fmla="*/ 171 w 2486"/>
                  <a:gd name="T1" fmla="*/ 15 h 1088"/>
                  <a:gd name="T2" fmla="*/ 198 w 2486"/>
                  <a:gd name="T3" fmla="*/ 8 h 1088"/>
                  <a:gd name="T4" fmla="*/ 203 w 2486"/>
                  <a:gd name="T5" fmla="*/ 0 h 1088"/>
                  <a:gd name="T6" fmla="*/ 211 w 2486"/>
                  <a:gd name="T7" fmla="*/ 7 h 1088"/>
                  <a:gd name="T8" fmla="*/ 205 w 2486"/>
                  <a:gd name="T9" fmla="*/ 27 h 1088"/>
                  <a:gd name="T10" fmla="*/ 185 w 2486"/>
                  <a:gd name="T11" fmla="*/ 51 h 1088"/>
                  <a:gd name="T12" fmla="*/ 156 w 2486"/>
                  <a:gd name="T13" fmla="*/ 67 h 1088"/>
                  <a:gd name="T14" fmla="*/ 155 w 2486"/>
                  <a:gd name="T15" fmla="*/ 78 h 1088"/>
                  <a:gd name="T16" fmla="*/ 182 w 2486"/>
                  <a:gd name="T17" fmla="*/ 67 h 1088"/>
                  <a:gd name="T18" fmla="*/ 186 w 2486"/>
                  <a:gd name="T19" fmla="*/ 59 h 1088"/>
                  <a:gd name="T20" fmla="*/ 195 w 2486"/>
                  <a:gd name="T21" fmla="*/ 54 h 1088"/>
                  <a:gd name="T22" fmla="*/ 217 w 2486"/>
                  <a:gd name="T23" fmla="*/ 40 h 1088"/>
                  <a:gd name="T24" fmla="*/ 217 w 2486"/>
                  <a:gd name="T25" fmla="*/ 19 h 1088"/>
                  <a:gd name="T26" fmla="*/ 244 w 2486"/>
                  <a:gd name="T27" fmla="*/ 11 h 1088"/>
                  <a:gd name="T28" fmla="*/ 256 w 2486"/>
                  <a:gd name="T29" fmla="*/ 9 h 1088"/>
                  <a:gd name="T30" fmla="*/ 242 w 2486"/>
                  <a:gd name="T31" fmla="*/ 29 h 1088"/>
                  <a:gd name="T32" fmla="*/ 228 w 2486"/>
                  <a:gd name="T33" fmla="*/ 54 h 1088"/>
                  <a:gd name="T34" fmla="*/ 199 w 2486"/>
                  <a:gd name="T35" fmla="*/ 61 h 1088"/>
                  <a:gd name="T36" fmla="*/ 177 w 2486"/>
                  <a:gd name="T37" fmla="*/ 83 h 1088"/>
                  <a:gd name="T38" fmla="*/ 157 w 2486"/>
                  <a:gd name="T39" fmla="*/ 108 h 1088"/>
                  <a:gd name="T40" fmla="*/ 157 w 2486"/>
                  <a:gd name="T41" fmla="*/ 92 h 1088"/>
                  <a:gd name="T42" fmla="*/ 146 w 2486"/>
                  <a:gd name="T43" fmla="*/ 82 h 1088"/>
                  <a:gd name="T44" fmla="*/ 122 w 2486"/>
                  <a:gd name="T45" fmla="*/ 107 h 1088"/>
                  <a:gd name="T46" fmla="*/ 88 w 2486"/>
                  <a:gd name="T47" fmla="*/ 105 h 1088"/>
                  <a:gd name="T48" fmla="*/ 108 w 2486"/>
                  <a:gd name="T49" fmla="*/ 95 h 1088"/>
                  <a:gd name="T50" fmla="*/ 116 w 2486"/>
                  <a:gd name="T51" fmla="*/ 73 h 1088"/>
                  <a:gd name="T52" fmla="*/ 137 w 2486"/>
                  <a:gd name="T53" fmla="*/ 60 h 1088"/>
                  <a:gd name="T54" fmla="*/ 147 w 2486"/>
                  <a:gd name="T55" fmla="*/ 57 h 1088"/>
                  <a:gd name="T56" fmla="*/ 172 w 2486"/>
                  <a:gd name="T57" fmla="*/ 36 h 1088"/>
                  <a:gd name="T58" fmla="*/ 151 w 2486"/>
                  <a:gd name="T59" fmla="*/ 29 h 1088"/>
                  <a:gd name="T60" fmla="*/ 135 w 2486"/>
                  <a:gd name="T61" fmla="*/ 55 h 1088"/>
                  <a:gd name="T62" fmla="*/ 105 w 2486"/>
                  <a:gd name="T63" fmla="*/ 80 h 1088"/>
                  <a:gd name="T64" fmla="*/ 82 w 2486"/>
                  <a:gd name="T65" fmla="*/ 94 h 1088"/>
                  <a:gd name="T66" fmla="*/ 46 w 2486"/>
                  <a:gd name="T67" fmla="*/ 95 h 1088"/>
                  <a:gd name="T68" fmla="*/ 68 w 2486"/>
                  <a:gd name="T69" fmla="*/ 81 h 1088"/>
                  <a:gd name="T70" fmla="*/ 98 w 2486"/>
                  <a:gd name="T71" fmla="*/ 61 h 1088"/>
                  <a:gd name="T72" fmla="*/ 73 w 2486"/>
                  <a:gd name="T73" fmla="*/ 57 h 1088"/>
                  <a:gd name="T74" fmla="*/ 46 w 2486"/>
                  <a:gd name="T75" fmla="*/ 81 h 1088"/>
                  <a:gd name="T76" fmla="*/ 2 w 2486"/>
                  <a:gd name="T77" fmla="*/ 106 h 1088"/>
                  <a:gd name="T78" fmla="*/ 19 w 2486"/>
                  <a:gd name="T79" fmla="*/ 95 h 1088"/>
                  <a:gd name="T80" fmla="*/ 49 w 2486"/>
                  <a:gd name="T81" fmla="*/ 63 h 1088"/>
                  <a:gd name="T82" fmla="*/ 64 w 2486"/>
                  <a:gd name="T83" fmla="*/ 45 h 1088"/>
                  <a:gd name="T84" fmla="*/ 86 w 2486"/>
                  <a:gd name="T85" fmla="*/ 36 h 1088"/>
                  <a:gd name="T86" fmla="*/ 85 w 2486"/>
                  <a:gd name="T87" fmla="*/ 19 h 1088"/>
                  <a:gd name="T88" fmla="*/ 113 w 2486"/>
                  <a:gd name="T89" fmla="*/ 8 h 1088"/>
                  <a:gd name="T90" fmla="*/ 126 w 2486"/>
                  <a:gd name="T91" fmla="*/ 9 h 1088"/>
                  <a:gd name="T92" fmla="*/ 104 w 2486"/>
                  <a:gd name="T93" fmla="*/ 34 h 1088"/>
                  <a:gd name="T94" fmla="*/ 105 w 2486"/>
                  <a:gd name="T95" fmla="*/ 45 h 1088"/>
                  <a:gd name="T96" fmla="*/ 131 w 2486"/>
                  <a:gd name="T97" fmla="*/ 19 h 1088"/>
                  <a:gd name="T98" fmla="*/ 153 w 2486"/>
                  <a:gd name="T99" fmla="*/ 11 h 1088"/>
                  <a:gd name="T100" fmla="*/ 163 w 2486"/>
                  <a:gd name="T101" fmla="*/ 7 h 108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486" h="1088">
                    <a:moveTo>
                      <a:pt x="1579" y="67"/>
                    </a:moveTo>
                    <a:lnTo>
                      <a:pt x="1640" y="90"/>
                    </a:lnTo>
                    <a:lnTo>
                      <a:pt x="1664" y="151"/>
                    </a:lnTo>
                    <a:lnTo>
                      <a:pt x="1682" y="175"/>
                    </a:lnTo>
                    <a:lnTo>
                      <a:pt x="1880" y="151"/>
                    </a:lnTo>
                    <a:lnTo>
                      <a:pt x="1922" y="79"/>
                    </a:lnTo>
                    <a:lnTo>
                      <a:pt x="1934" y="13"/>
                    </a:lnTo>
                    <a:lnTo>
                      <a:pt x="1946" y="0"/>
                    </a:lnTo>
                    <a:lnTo>
                      <a:pt x="1970" y="0"/>
                    </a:lnTo>
                    <a:lnTo>
                      <a:pt x="1982" y="36"/>
                    </a:lnTo>
                    <a:lnTo>
                      <a:pt x="2018" y="67"/>
                    </a:lnTo>
                    <a:lnTo>
                      <a:pt x="2048" y="67"/>
                    </a:lnTo>
                    <a:lnTo>
                      <a:pt x="2072" y="90"/>
                    </a:lnTo>
                    <a:lnTo>
                      <a:pt x="2018" y="252"/>
                    </a:lnTo>
                    <a:lnTo>
                      <a:pt x="1994" y="277"/>
                    </a:lnTo>
                    <a:lnTo>
                      <a:pt x="1892" y="288"/>
                    </a:lnTo>
                    <a:lnTo>
                      <a:pt x="1844" y="355"/>
                    </a:lnTo>
                    <a:lnTo>
                      <a:pt x="1795" y="516"/>
                    </a:lnTo>
                    <a:lnTo>
                      <a:pt x="1741" y="559"/>
                    </a:lnTo>
                    <a:lnTo>
                      <a:pt x="1567" y="583"/>
                    </a:lnTo>
                    <a:lnTo>
                      <a:pt x="1513" y="673"/>
                    </a:lnTo>
                    <a:lnTo>
                      <a:pt x="1489" y="745"/>
                    </a:lnTo>
                    <a:lnTo>
                      <a:pt x="1489" y="769"/>
                    </a:lnTo>
                    <a:lnTo>
                      <a:pt x="1502" y="781"/>
                    </a:lnTo>
                    <a:lnTo>
                      <a:pt x="1556" y="745"/>
                    </a:lnTo>
                    <a:lnTo>
                      <a:pt x="1730" y="733"/>
                    </a:lnTo>
                    <a:lnTo>
                      <a:pt x="1772" y="673"/>
                    </a:lnTo>
                    <a:lnTo>
                      <a:pt x="1784" y="606"/>
                    </a:lnTo>
                    <a:lnTo>
                      <a:pt x="1795" y="606"/>
                    </a:lnTo>
                    <a:lnTo>
                      <a:pt x="1808" y="595"/>
                    </a:lnTo>
                    <a:lnTo>
                      <a:pt x="1844" y="642"/>
                    </a:lnTo>
                    <a:lnTo>
                      <a:pt x="1867" y="642"/>
                    </a:lnTo>
                    <a:lnTo>
                      <a:pt x="1892" y="547"/>
                    </a:lnTo>
                    <a:lnTo>
                      <a:pt x="1898" y="457"/>
                    </a:lnTo>
                    <a:lnTo>
                      <a:pt x="2072" y="444"/>
                    </a:lnTo>
                    <a:lnTo>
                      <a:pt x="2108" y="403"/>
                    </a:lnTo>
                    <a:lnTo>
                      <a:pt x="2108" y="301"/>
                    </a:lnTo>
                    <a:lnTo>
                      <a:pt x="2072" y="265"/>
                    </a:lnTo>
                    <a:lnTo>
                      <a:pt x="2108" y="193"/>
                    </a:lnTo>
                    <a:lnTo>
                      <a:pt x="2144" y="175"/>
                    </a:lnTo>
                    <a:lnTo>
                      <a:pt x="2324" y="157"/>
                    </a:lnTo>
                    <a:lnTo>
                      <a:pt x="2373" y="115"/>
                    </a:lnTo>
                    <a:lnTo>
                      <a:pt x="2373" y="49"/>
                    </a:lnTo>
                    <a:lnTo>
                      <a:pt x="2396" y="24"/>
                    </a:lnTo>
                    <a:lnTo>
                      <a:pt x="2486" y="90"/>
                    </a:lnTo>
                    <a:lnTo>
                      <a:pt x="2486" y="151"/>
                    </a:lnTo>
                    <a:lnTo>
                      <a:pt x="2439" y="265"/>
                    </a:lnTo>
                    <a:lnTo>
                      <a:pt x="2349" y="288"/>
                    </a:lnTo>
                    <a:lnTo>
                      <a:pt x="2313" y="288"/>
                    </a:lnTo>
                    <a:lnTo>
                      <a:pt x="2270" y="342"/>
                    </a:lnTo>
                    <a:lnTo>
                      <a:pt x="2210" y="547"/>
                    </a:lnTo>
                    <a:lnTo>
                      <a:pt x="2186" y="570"/>
                    </a:lnTo>
                    <a:lnTo>
                      <a:pt x="1994" y="559"/>
                    </a:lnTo>
                    <a:lnTo>
                      <a:pt x="1934" y="619"/>
                    </a:lnTo>
                    <a:lnTo>
                      <a:pt x="1916" y="745"/>
                    </a:lnTo>
                    <a:lnTo>
                      <a:pt x="1880" y="823"/>
                    </a:lnTo>
                    <a:lnTo>
                      <a:pt x="1718" y="835"/>
                    </a:lnTo>
                    <a:lnTo>
                      <a:pt x="1669" y="907"/>
                    </a:lnTo>
                    <a:lnTo>
                      <a:pt x="1640" y="1045"/>
                    </a:lnTo>
                    <a:lnTo>
                      <a:pt x="1525" y="1088"/>
                    </a:lnTo>
                    <a:lnTo>
                      <a:pt x="1513" y="1088"/>
                    </a:lnTo>
                    <a:lnTo>
                      <a:pt x="1502" y="998"/>
                    </a:lnTo>
                    <a:lnTo>
                      <a:pt x="1525" y="931"/>
                    </a:lnTo>
                    <a:lnTo>
                      <a:pt x="1525" y="823"/>
                    </a:lnTo>
                    <a:lnTo>
                      <a:pt x="1502" y="793"/>
                    </a:lnTo>
                    <a:lnTo>
                      <a:pt x="1417" y="823"/>
                    </a:lnTo>
                    <a:lnTo>
                      <a:pt x="1291" y="823"/>
                    </a:lnTo>
                    <a:lnTo>
                      <a:pt x="1225" y="931"/>
                    </a:lnTo>
                    <a:lnTo>
                      <a:pt x="1189" y="1081"/>
                    </a:lnTo>
                    <a:lnTo>
                      <a:pt x="919" y="1088"/>
                    </a:lnTo>
                    <a:lnTo>
                      <a:pt x="894" y="1088"/>
                    </a:lnTo>
                    <a:lnTo>
                      <a:pt x="858" y="1057"/>
                    </a:lnTo>
                    <a:lnTo>
                      <a:pt x="871" y="1021"/>
                    </a:lnTo>
                    <a:lnTo>
                      <a:pt x="871" y="998"/>
                    </a:lnTo>
                    <a:lnTo>
                      <a:pt x="1051" y="961"/>
                    </a:lnTo>
                    <a:lnTo>
                      <a:pt x="1123" y="859"/>
                    </a:lnTo>
                    <a:lnTo>
                      <a:pt x="1099" y="811"/>
                    </a:lnTo>
                    <a:lnTo>
                      <a:pt x="1123" y="733"/>
                    </a:lnTo>
                    <a:lnTo>
                      <a:pt x="1291" y="721"/>
                    </a:lnTo>
                    <a:lnTo>
                      <a:pt x="1327" y="685"/>
                    </a:lnTo>
                    <a:lnTo>
                      <a:pt x="1327" y="606"/>
                    </a:lnTo>
                    <a:lnTo>
                      <a:pt x="1351" y="583"/>
                    </a:lnTo>
                    <a:lnTo>
                      <a:pt x="1399" y="606"/>
                    </a:lnTo>
                    <a:lnTo>
                      <a:pt x="1430" y="570"/>
                    </a:lnTo>
                    <a:lnTo>
                      <a:pt x="1466" y="444"/>
                    </a:lnTo>
                    <a:lnTo>
                      <a:pt x="1640" y="433"/>
                    </a:lnTo>
                    <a:lnTo>
                      <a:pt x="1669" y="367"/>
                    </a:lnTo>
                    <a:lnTo>
                      <a:pt x="1682" y="319"/>
                    </a:lnTo>
                    <a:lnTo>
                      <a:pt x="1615" y="265"/>
                    </a:lnTo>
                    <a:lnTo>
                      <a:pt x="1466" y="288"/>
                    </a:lnTo>
                    <a:lnTo>
                      <a:pt x="1399" y="367"/>
                    </a:lnTo>
                    <a:lnTo>
                      <a:pt x="1340" y="541"/>
                    </a:lnTo>
                    <a:lnTo>
                      <a:pt x="1315" y="559"/>
                    </a:lnTo>
                    <a:lnTo>
                      <a:pt x="1111" y="559"/>
                    </a:lnTo>
                    <a:lnTo>
                      <a:pt x="1075" y="595"/>
                    </a:lnTo>
                    <a:lnTo>
                      <a:pt x="1021" y="805"/>
                    </a:lnTo>
                    <a:lnTo>
                      <a:pt x="961" y="835"/>
                    </a:lnTo>
                    <a:lnTo>
                      <a:pt x="847" y="835"/>
                    </a:lnTo>
                    <a:lnTo>
                      <a:pt x="799" y="943"/>
                    </a:lnTo>
                    <a:lnTo>
                      <a:pt x="781" y="1081"/>
                    </a:lnTo>
                    <a:lnTo>
                      <a:pt x="408" y="1057"/>
                    </a:lnTo>
                    <a:lnTo>
                      <a:pt x="444" y="961"/>
                    </a:lnTo>
                    <a:lnTo>
                      <a:pt x="630" y="961"/>
                    </a:lnTo>
                    <a:lnTo>
                      <a:pt x="685" y="871"/>
                    </a:lnTo>
                    <a:lnTo>
                      <a:pt x="660" y="811"/>
                    </a:lnTo>
                    <a:lnTo>
                      <a:pt x="696" y="709"/>
                    </a:lnTo>
                    <a:lnTo>
                      <a:pt x="894" y="685"/>
                    </a:lnTo>
                    <a:lnTo>
                      <a:pt x="948" y="619"/>
                    </a:lnTo>
                    <a:lnTo>
                      <a:pt x="948" y="570"/>
                    </a:lnTo>
                    <a:lnTo>
                      <a:pt x="925" y="547"/>
                    </a:lnTo>
                    <a:lnTo>
                      <a:pt x="709" y="570"/>
                    </a:lnTo>
                    <a:lnTo>
                      <a:pt x="630" y="667"/>
                    </a:lnTo>
                    <a:lnTo>
                      <a:pt x="594" y="805"/>
                    </a:lnTo>
                    <a:lnTo>
                      <a:pt x="444" y="811"/>
                    </a:lnTo>
                    <a:lnTo>
                      <a:pt x="342" y="998"/>
                    </a:lnTo>
                    <a:lnTo>
                      <a:pt x="329" y="1063"/>
                    </a:lnTo>
                    <a:lnTo>
                      <a:pt x="18" y="1063"/>
                    </a:lnTo>
                    <a:lnTo>
                      <a:pt x="0" y="1045"/>
                    </a:lnTo>
                    <a:lnTo>
                      <a:pt x="36" y="961"/>
                    </a:lnTo>
                    <a:lnTo>
                      <a:pt x="180" y="961"/>
                    </a:lnTo>
                    <a:lnTo>
                      <a:pt x="275" y="703"/>
                    </a:lnTo>
                    <a:lnTo>
                      <a:pt x="421" y="685"/>
                    </a:lnTo>
                    <a:lnTo>
                      <a:pt x="480" y="631"/>
                    </a:lnTo>
                    <a:lnTo>
                      <a:pt x="547" y="606"/>
                    </a:lnTo>
                    <a:lnTo>
                      <a:pt x="594" y="541"/>
                    </a:lnTo>
                    <a:lnTo>
                      <a:pt x="619" y="457"/>
                    </a:lnTo>
                    <a:lnTo>
                      <a:pt x="781" y="433"/>
                    </a:lnTo>
                    <a:lnTo>
                      <a:pt x="786" y="433"/>
                    </a:lnTo>
                    <a:lnTo>
                      <a:pt x="835" y="367"/>
                    </a:lnTo>
                    <a:lnTo>
                      <a:pt x="822" y="288"/>
                    </a:lnTo>
                    <a:lnTo>
                      <a:pt x="799" y="265"/>
                    </a:lnTo>
                    <a:lnTo>
                      <a:pt x="822" y="193"/>
                    </a:lnTo>
                    <a:lnTo>
                      <a:pt x="858" y="157"/>
                    </a:lnTo>
                    <a:lnTo>
                      <a:pt x="1039" y="139"/>
                    </a:lnTo>
                    <a:lnTo>
                      <a:pt x="1099" y="79"/>
                    </a:lnTo>
                    <a:lnTo>
                      <a:pt x="1111" y="24"/>
                    </a:lnTo>
                    <a:lnTo>
                      <a:pt x="1123" y="13"/>
                    </a:lnTo>
                    <a:lnTo>
                      <a:pt x="1225" y="90"/>
                    </a:lnTo>
                    <a:lnTo>
                      <a:pt x="1171" y="265"/>
                    </a:lnTo>
                    <a:lnTo>
                      <a:pt x="1051" y="288"/>
                    </a:lnTo>
                    <a:lnTo>
                      <a:pt x="1009" y="342"/>
                    </a:lnTo>
                    <a:lnTo>
                      <a:pt x="997" y="403"/>
                    </a:lnTo>
                    <a:lnTo>
                      <a:pt x="997" y="433"/>
                    </a:lnTo>
                    <a:lnTo>
                      <a:pt x="1021" y="457"/>
                    </a:lnTo>
                    <a:lnTo>
                      <a:pt x="1201" y="426"/>
                    </a:lnTo>
                    <a:lnTo>
                      <a:pt x="1273" y="342"/>
                    </a:lnTo>
                    <a:lnTo>
                      <a:pt x="1273" y="187"/>
                    </a:lnTo>
                    <a:lnTo>
                      <a:pt x="1291" y="151"/>
                    </a:lnTo>
                    <a:lnTo>
                      <a:pt x="1453" y="151"/>
                    </a:lnTo>
                    <a:lnTo>
                      <a:pt x="1489" y="115"/>
                    </a:lnTo>
                    <a:lnTo>
                      <a:pt x="1525" y="0"/>
                    </a:lnTo>
                    <a:lnTo>
                      <a:pt x="1543" y="0"/>
                    </a:lnTo>
                    <a:lnTo>
                      <a:pt x="157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7" name="Freeform 188">
                <a:extLst>
                  <a:ext uri="{FF2B5EF4-FFF2-40B4-BE49-F238E27FC236}">
                    <a16:creationId xmlns:a16="http://schemas.microsoft.com/office/drawing/2014/main" id="{4C0925E6-4102-4A8B-A22E-91E1956123FE}"/>
                  </a:ext>
                </a:extLst>
              </p:cNvPr>
              <p:cNvSpPr>
                <a:spLocks/>
              </p:cNvSpPr>
              <p:nvPr/>
            </p:nvSpPr>
            <p:spPr bwMode="auto">
              <a:xfrm>
                <a:off x="3707" y="3365"/>
                <a:ext cx="18" cy="22"/>
              </a:xfrm>
              <a:custGeom>
                <a:avLst/>
                <a:gdLst>
                  <a:gd name="T0" fmla="*/ 18 w 169"/>
                  <a:gd name="T1" fmla="*/ 10 h 228"/>
                  <a:gd name="T2" fmla="*/ 18 w 169"/>
                  <a:gd name="T3" fmla="*/ 17 h 228"/>
                  <a:gd name="T4" fmla="*/ 10 w 169"/>
                  <a:gd name="T5" fmla="*/ 22 h 228"/>
                  <a:gd name="T6" fmla="*/ 6 w 169"/>
                  <a:gd name="T7" fmla="*/ 22 h 228"/>
                  <a:gd name="T8" fmla="*/ 0 w 169"/>
                  <a:gd name="T9" fmla="*/ 17 h 228"/>
                  <a:gd name="T10" fmla="*/ 5 w 169"/>
                  <a:gd name="T11" fmla="*/ 4 h 228"/>
                  <a:gd name="T12" fmla="*/ 8 w 169"/>
                  <a:gd name="T13" fmla="*/ 0 h 228"/>
                  <a:gd name="T14" fmla="*/ 11 w 169"/>
                  <a:gd name="T15" fmla="*/ 0 h 228"/>
                  <a:gd name="T16" fmla="*/ 18 w 169"/>
                  <a:gd name="T17" fmla="*/ 10 h 228"/>
                  <a:gd name="T18" fmla="*/ 18 w 169"/>
                  <a:gd name="T19" fmla="*/ 10 h 2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228">
                    <a:moveTo>
                      <a:pt x="169" y="102"/>
                    </a:moveTo>
                    <a:lnTo>
                      <a:pt x="169" y="180"/>
                    </a:lnTo>
                    <a:lnTo>
                      <a:pt x="91" y="228"/>
                    </a:lnTo>
                    <a:lnTo>
                      <a:pt x="55" y="228"/>
                    </a:lnTo>
                    <a:lnTo>
                      <a:pt x="0" y="174"/>
                    </a:lnTo>
                    <a:lnTo>
                      <a:pt x="43" y="41"/>
                    </a:lnTo>
                    <a:lnTo>
                      <a:pt x="79" y="0"/>
                    </a:lnTo>
                    <a:lnTo>
                      <a:pt x="102" y="0"/>
                    </a:lnTo>
                    <a:lnTo>
                      <a:pt x="169"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189">
                <a:extLst>
                  <a:ext uri="{FF2B5EF4-FFF2-40B4-BE49-F238E27FC236}">
                    <a16:creationId xmlns:a16="http://schemas.microsoft.com/office/drawing/2014/main" id="{A4A78061-A848-42AF-952D-11E71356050C}"/>
                  </a:ext>
                </a:extLst>
              </p:cNvPr>
              <p:cNvSpPr>
                <a:spLocks/>
              </p:cNvSpPr>
              <p:nvPr/>
            </p:nvSpPr>
            <p:spPr bwMode="auto">
              <a:xfrm>
                <a:off x="3623" y="3365"/>
                <a:ext cx="15" cy="21"/>
              </a:xfrm>
              <a:custGeom>
                <a:avLst/>
                <a:gdLst>
                  <a:gd name="T0" fmla="*/ 15 w 138"/>
                  <a:gd name="T1" fmla="*/ 6 h 205"/>
                  <a:gd name="T2" fmla="*/ 14 w 138"/>
                  <a:gd name="T3" fmla="*/ 19 h 205"/>
                  <a:gd name="T4" fmla="*/ 11 w 138"/>
                  <a:gd name="T5" fmla="*/ 21 h 205"/>
                  <a:gd name="T6" fmla="*/ 4 w 138"/>
                  <a:gd name="T7" fmla="*/ 19 h 205"/>
                  <a:gd name="T8" fmla="*/ 0 w 138"/>
                  <a:gd name="T9" fmla="*/ 14 h 205"/>
                  <a:gd name="T10" fmla="*/ 6 w 138"/>
                  <a:gd name="T11" fmla="*/ 0 h 205"/>
                  <a:gd name="T12" fmla="*/ 10 w 138"/>
                  <a:gd name="T13" fmla="*/ 1 h 205"/>
                  <a:gd name="T14" fmla="*/ 15 w 138"/>
                  <a:gd name="T15" fmla="*/ 6 h 205"/>
                  <a:gd name="T16" fmla="*/ 15 w 138"/>
                  <a:gd name="T17" fmla="*/ 6 h 2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205">
                    <a:moveTo>
                      <a:pt x="138" y="55"/>
                    </a:moveTo>
                    <a:lnTo>
                      <a:pt x="126" y="181"/>
                    </a:lnTo>
                    <a:lnTo>
                      <a:pt x="102" y="205"/>
                    </a:lnTo>
                    <a:lnTo>
                      <a:pt x="36" y="181"/>
                    </a:lnTo>
                    <a:lnTo>
                      <a:pt x="0" y="133"/>
                    </a:lnTo>
                    <a:lnTo>
                      <a:pt x="59" y="0"/>
                    </a:lnTo>
                    <a:lnTo>
                      <a:pt x="90" y="12"/>
                    </a:lnTo>
                    <a:lnTo>
                      <a:pt x="138"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190">
                <a:extLst>
                  <a:ext uri="{FF2B5EF4-FFF2-40B4-BE49-F238E27FC236}">
                    <a16:creationId xmlns:a16="http://schemas.microsoft.com/office/drawing/2014/main" id="{A6D1E230-3236-443E-B01A-21F7FF6CE53B}"/>
                  </a:ext>
                </a:extLst>
              </p:cNvPr>
              <p:cNvSpPr>
                <a:spLocks/>
              </p:cNvSpPr>
              <p:nvPr/>
            </p:nvSpPr>
            <p:spPr bwMode="auto">
              <a:xfrm>
                <a:off x="3660" y="3365"/>
                <a:ext cx="20" cy="21"/>
              </a:xfrm>
              <a:custGeom>
                <a:avLst/>
                <a:gdLst>
                  <a:gd name="T0" fmla="*/ 17 w 187"/>
                  <a:gd name="T1" fmla="*/ 19 h 205"/>
                  <a:gd name="T2" fmla="*/ 15 w 187"/>
                  <a:gd name="T3" fmla="*/ 21 h 205"/>
                  <a:gd name="T4" fmla="*/ 8 w 187"/>
                  <a:gd name="T5" fmla="*/ 21 h 205"/>
                  <a:gd name="T6" fmla="*/ 3 w 187"/>
                  <a:gd name="T7" fmla="*/ 13 h 205"/>
                  <a:gd name="T8" fmla="*/ 1 w 187"/>
                  <a:gd name="T9" fmla="*/ 12 h 205"/>
                  <a:gd name="T10" fmla="*/ 0 w 187"/>
                  <a:gd name="T11" fmla="*/ 12 h 205"/>
                  <a:gd name="T12" fmla="*/ 0 w 187"/>
                  <a:gd name="T13" fmla="*/ 9 h 205"/>
                  <a:gd name="T14" fmla="*/ 6 w 187"/>
                  <a:gd name="T15" fmla="*/ 7 h 205"/>
                  <a:gd name="T16" fmla="*/ 13 w 187"/>
                  <a:gd name="T17" fmla="*/ 0 h 205"/>
                  <a:gd name="T18" fmla="*/ 20 w 187"/>
                  <a:gd name="T19" fmla="*/ 7 h 205"/>
                  <a:gd name="T20" fmla="*/ 17 w 187"/>
                  <a:gd name="T21" fmla="*/ 19 h 205"/>
                  <a:gd name="T22" fmla="*/ 17 w 187"/>
                  <a:gd name="T23" fmla="*/ 19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7" h="205">
                    <a:moveTo>
                      <a:pt x="162" y="181"/>
                    </a:moveTo>
                    <a:lnTo>
                      <a:pt x="138" y="205"/>
                    </a:lnTo>
                    <a:lnTo>
                      <a:pt x="72" y="205"/>
                    </a:lnTo>
                    <a:lnTo>
                      <a:pt x="24" y="127"/>
                    </a:lnTo>
                    <a:lnTo>
                      <a:pt x="12" y="115"/>
                    </a:lnTo>
                    <a:lnTo>
                      <a:pt x="0" y="115"/>
                    </a:lnTo>
                    <a:lnTo>
                      <a:pt x="0" y="91"/>
                    </a:lnTo>
                    <a:lnTo>
                      <a:pt x="60" y="66"/>
                    </a:lnTo>
                    <a:lnTo>
                      <a:pt x="126" y="0"/>
                    </a:lnTo>
                    <a:lnTo>
                      <a:pt x="187" y="66"/>
                    </a:lnTo>
                    <a:lnTo>
                      <a:pt x="162"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191">
                <a:extLst>
                  <a:ext uri="{FF2B5EF4-FFF2-40B4-BE49-F238E27FC236}">
                    <a16:creationId xmlns:a16="http://schemas.microsoft.com/office/drawing/2014/main" id="{E26DFA55-4F25-42A8-A81F-590921BC279B}"/>
                  </a:ext>
                </a:extLst>
              </p:cNvPr>
              <p:cNvSpPr>
                <a:spLocks/>
              </p:cNvSpPr>
              <p:nvPr/>
            </p:nvSpPr>
            <p:spPr bwMode="auto">
              <a:xfrm>
                <a:off x="3742" y="3365"/>
                <a:ext cx="28" cy="24"/>
              </a:xfrm>
              <a:custGeom>
                <a:avLst/>
                <a:gdLst>
                  <a:gd name="T0" fmla="*/ 25 w 265"/>
                  <a:gd name="T1" fmla="*/ 5 h 241"/>
                  <a:gd name="T2" fmla="*/ 28 w 265"/>
                  <a:gd name="T3" fmla="*/ 8 h 241"/>
                  <a:gd name="T4" fmla="*/ 27 w 265"/>
                  <a:gd name="T5" fmla="*/ 18 h 241"/>
                  <a:gd name="T6" fmla="*/ 20 w 265"/>
                  <a:gd name="T7" fmla="*/ 24 h 241"/>
                  <a:gd name="T8" fmla="*/ 6 w 265"/>
                  <a:gd name="T9" fmla="*/ 22 h 241"/>
                  <a:gd name="T10" fmla="*/ 0 w 265"/>
                  <a:gd name="T11" fmla="*/ 13 h 241"/>
                  <a:gd name="T12" fmla="*/ 11 w 265"/>
                  <a:gd name="T13" fmla="*/ 8 h 241"/>
                  <a:gd name="T14" fmla="*/ 15 w 265"/>
                  <a:gd name="T15" fmla="*/ 0 h 241"/>
                  <a:gd name="T16" fmla="*/ 20 w 265"/>
                  <a:gd name="T17" fmla="*/ 5 h 241"/>
                  <a:gd name="T18" fmla="*/ 25 w 265"/>
                  <a:gd name="T19" fmla="*/ 5 h 241"/>
                  <a:gd name="T20" fmla="*/ 25 w 265"/>
                  <a:gd name="T21" fmla="*/ 5 h 2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5" h="241">
                    <a:moveTo>
                      <a:pt x="240" y="55"/>
                    </a:moveTo>
                    <a:lnTo>
                      <a:pt x="265" y="79"/>
                    </a:lnTo>
                    <a:lnTo>
                      <a:pt x="252" y="181"/>
                    </a:lnTo>
                    <a:lnTo>
                      <a:pt x="186" y="241"/>
                    </a:lnTo>
                    <a:lnTo>
                      <a:pt x="54" y="217"/>
                    </a:lnTo>
                    <a:lnTo>
                      <a:pt x="0" y="133"/>
                    </a:lnTo>
                    <a:lnTo>
                      <a:pt x="103" y="79"/>
                    </a:lnTo>
                    <a:lnTo>
                      <a:pt x="139" y="0"/>
                    </a:lnTo>
                    <a:lnTo>
                      <a:pt x="193" y="55"/>
                    </a:lnTo>
                    <a:lnTo>
                      <a:pt x="24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192">
                <a:extLst>
                  <a:ext uri="{FF2B5EF4-FFF2-40B4-BE49-F238E27FC236}">
                    <a16:creationId xmlns:a16="http://schemas.microsoft.com/office/drawing/2014/main" id="{8CC76D71-D05B-42E4-9826-4860C3064A56}"/>
                  </a:ext>
                </a:extLst>
              </p:cNvPr>
              <p:cNvSpPr>
                <a:spLocks/>
              </p:cNvSpPr>
              <p:nvPr/>
            </p:nvSpPr>
            <p:spPr bwMode="auto">
              <a:xfrm>
                <a:off x="4013" y="3367"/>
                <a:ext cx="191" cy="147"/>
              </a:xfrm>
              <a:custGeom>
                <a:avLst/>
                <a:gdLst>
                  <a:gd name="T0" fmla="*/ 191 w 1856"/>
                  <a:gd name="T1" fmla="*/ 9 h 1465"/>
                  <a:gd name="T2" fmla="*/ 182 w 1856"/>
                  <a:gd name="T3" fmla="*/ 119 h 1465"/>
                  <a:gd name="T4" fmla="*/ 176 w 1856"/>
                  <a:gd name="T5" fmla="*/ 147 h 1465"/>
                  <a:gd name="T6" fmla="*/ 112 w 1856"/>
                  <a:gd name="T7" fmla="*/ 143 h 1465"/>
                  <a:gd name="T8" fmla="*/ 122 w 1856"/>
                  <a:gd name="T9" fmla="*/ 122 h 1465"/>
                  <a:gd name="T10" fmla="*/ 161 w 1856"/>
                  <a:gd name="T11" fmla="*/ 119 h 1465"/>
                  <a:gd name="T12" fmla="*/ 166 w 1856"/>
                  <a:gd name="T13" fmla="*/ 111 h 1465"/>
                  <a:gd name="T14" fmla="*/ 119 w 1856"/>
                  <a:gd name="T15" fmla="*/ 109 h 1465"/>
                  <a:gd name="T16" fmla="*/ 114 w 1856"/>
                  <a:gd name="T17" fmla="*/ 121 h 1465"/>
                  <a:gd name="T18" fmla="*/ 75 w 1856"/>
                  <a:gd name="T19" fmla="*/ 125 h 1465"/>
                  <a:gd name="T20" fmla="*/ 66 w 1856"/>
                  <a:gd name="T21" fmla="*/ 143 h 1465"/>
                  <a:gd name="T22" fmla="*/ 3 w 1856"/>
                  <a:gd name="T23" fmla="*/ 146 h 1465"/>
                  <a:gd name="T24" fmla="*/ 1 w 1856"/>
                  <a:gd name="T25" fmla="*/ 142 h 1465"/>
                  <a:gd name="T26" fmla="*/ 8 w 1856"/>
                  <a:gd name="T27" fmla="*/ 122 h 1465"/>
                  <a:gd name="T28" fmla="*/ 47 w 1856"/>
                  <a:gd name="T29" fmla="*/ 118 h 1465"/>
                  <a:gd name="T30" fmla="*/ 46 w 1856"/>
                  <a:gd name="T31" fmla="*/ 102 h 1465"/>
                  <a:gd name="T32" fmla="*/ 52 w 1856"/>
                  <a:gd name="T33" fmla="*/ 84 h 1465"/>
                  <a:gd name="T34" fmla="*/ 60 w 1856"/>
                  <a:gd name="T35" fmla="*/ 111 h 1465"/>
                  <a:gd name="T36" fmla="*/ 69 w 1856"/>
                  <a:gd name="T37" fmla="*/ 110 h 1465"/>
                  <a:gd name="T38" fmla="*/ 70 w 1856"/>
                  <a:gd name="T39" fmla="*/ 98 h 1465"/>
                  <a:gd name="T40" fmla="*/ 135 w 1856"/>
                  <a:gd name="T41" fmla="*/ 98 h 1465"/>
                  <a:gd name="T42" fmla="*/ 170 w 1856"/>
                  <a:gd name="T43" fmla="*/ 90 h 1465"/>
                  <a:gd name="T44" fmla="*/ 166 w 1856"/>
                  <a:gd name="T45" fmla="*/ 79 h 1465"/>
                  <a:gd name="T46" fmla="*/ 92 w 1856"/>
                  <a:gd name="T47" fmla="*/ 79 h 1465"/>
                  <a:gd name="T48" fmla="*/ 95 w 1856"/>
                  <a:gd name="T49" fmla="*/ 71 h 1465"/>
                  <a:gd name="T50" fmla="*/ 174 w 1856"/>
                  <a:gd name="T51" fmla="*/ 67 h 1465"/>
                  <a:gd name="T52" fmla="*/ 176 w 1856"/>
                  <a:gd name="T53" fmla="*/ 39 h 1465"/>
                  <a:gd name="T54" fmla="*/ 144 w 1856"/>
                  <a:gd name="T55" fmla="*/ 25 h 1465"/>
                  <a:gd name="T56" fmla="*/ 124 w 1856"/>
                  <a:gd name="T57" fmla="*/ 31 h 1465"/>
                  <a:gd name="T58" fmla="*/ 120 w 1856"/>
                  <a:gd name="T59" fmla="*/ 51 h 1465"/>
                  <a:gd name="T60" fmla="*/ 111 w 1856"/>
                  <a:gd name="T61" fmla="*/ 55 h 1465"/>
                  <a:gd name="T62" fmla="*/ 105 w 1856"/>
                  <a:gd name="T63" fmla="*/ 48 h 1465"/>
                  <a:gd name="T64" fmla="*/ 111 w 1856"/>
                  <a:gd name="T65" fmla="*/ 28 h 1465"/>
                  <a:gd name="T66" fmla="*/ 108 w 1856"/>
                  <a:gd name="T67" fmla="*/ 15 h 1465"/>
                  <a:gd name="T68" fmla="*/ 135 w 1856"/>
                  <a:gd name="T69" fmla="*/ 15 h 1465"/>
                  <a:gd name="T70" fmla="*/ 178 w 1856"/>
                  <a:gd name="T71" fmla="*/ 9 h 1465"/>
                  <a:gd name="T72" fmla="*/ 182 w 1856"/>
                  <a:gd name="T73" fmla="*/ 0 h 1465"/>
                  <a:gd name="T74" fmla="*/ 184 w 1856"/>
                  <a:gd name="T75" fmla="*/ 4 h 14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56" h="1465">
                    <a:moveTo>
                      <a:pt x="1791" y="43"/>
                    </a:moveTo>
                    <a:lnTo>
                      <a:pt x="1856" y="90"/>
                    </a:lnTo>
                    <a:lnTo>
                      <a:pt x="1845" y="433"/>
                    </a:lnTo>
                    <a:lnTo>
                      <a:pt x="1766" y="1189"/>
                    </a:lnTo>
                    <a:lnTo>
                      <a:pt x="1755" y="1388"/>
                    </a:lnTo>
                    <a:lnTo>
                      <a:pt x="1707" y="1465"/>
                    </a:lnTo>
                    <a:lnTo>
                      <a:pt x="1124" y="1465"/>
                    </a:lnTo>
                    <a:lnTo>
                      <a:pt x="1088" y="1429"/>
                    </a:lnTo>
                    <a:lnTo>
                      <a:pt x="1166" y="1273"/>
                    </a:lnTo>
                    <a:lnTo>
                      <a:pt x="1184" y="1214"/>
                    </a:lnTo>
                    <a:lnTo>
                      <a:pt x="1202" y="1189"/>
                    </a:lnTo>
                    <a:lnTo>
                      <a:pt x="1568" y="1189"/>
                    </a:lnTo>
                    <a:lnTo>
                      <a:pt x="1617" y="1135"/>
                    </a:lnTo>
                    <a:lnTo>
                      <a:pt x="1617" y="1111"/>
                    </a:lnTo>
                    <a:lnTo>
                      <a:pt x="1581" y="1075"/>
                    </a:lnTo>
                    <a:lnTo>
                      <a:pt x="1160" y="1088"/>
                    </a:lnTo>
                    <a:lnTo>
                      <a:pt x="1124" y="1135"/>
                    </a:lnTo>
                    <a:lnTo>
                      <a:pt x="1112" y="1201"/>
                    </a:lnTo>
                    <a:lnTo>
                      <a:pt x="1064" y="1249"/>
                    </a:lnTo>
                    <a:lnTo>
                      <a:pt x="733" y="1249"/>
                    </a:lnTo>
                    <a:lnTo>
                      <a:pt x="685" y="1298"/>
                    </a:lnTo>
                    <a:lnTo>
                      <a:pt x="643" y="1429"/>
                    </a:lnTo>
                    <a:lnTo>
                      <a:pt x="619" y="1453"/>
                    </a:lnTo>
                    <a:lnTo>
                      <a:pt x="25" y="1453"/>
                    </a:lnTo>
                    <a:lnTo>
                      <a:pt x="0" y="1417"/>
                    </a:lnTo>
                    <a:lnTo>
                      <a:pt x="12" y="1417"/>
                    </a:lnTo>
                    <a:lnTo>
                      <a:pt x="48" y="1388"/>
                    </a:lnTo>
                    <a:lnTo>
                      <a:pt x="79" y="1214"/>
                    </a:lnTo>
                    <a:lnTo>
                      <a:pt x="115" y="1178"/>
                    </a:lnTo>
                    <a:lnTo>
                      <a:pt x="457" y="1178"/>
                    </a:lnTo>
                    <a:lnTo>
                      <a:pt x="517" y="1099"/>
                    </a:lnTo>
                    <a:lnTo>
                      <a:pt x="445" y="1021"/>
                    </a:lnTo>
                    <a:lnTo>
                      <a:pt x="481" y="883"/>
                    </a:lnTo>
                    <a:lnTo>
                      <a:pt x="505" y="835"/>
                    </a:lnTo>
                    <a:lnTo>
                      <a:pt x="607" y="973"/>
                    </a:lnTo>
                    <a:lnTo>
                      <a:pt x="583" y="1111"/>
                    </a:lnTo>
                    <a:lnTo>
                      <a:pt x="619" y="1147"/>
                    </a:lnTo>
                    <a:lnTo>
                      <a:pt x="667" y="1099"/>
                    </a:lnTo>
                    <a:lnTo>
                      <a:pt x="679" y="1009"/>
                    </a:lnTo>
                    <a:lnTo>
                      <a:pt x="679" y="973"/>
                    </a:lnTo>
                    <a:lnTo>
                      <a:pt x="703" y="949"/>
                    </a:lnTo>
                    <a:lnTo>
                      <a:pt x="1316" y="973"/>
                    </a:lnTo>
                    <a:lnTo>
                      <a:pt x="1604" y="937"/>
                    </a:lnTo>
                    <a:lnTo>
                      <a:pt x="1653" y="895"/>
                    </a:lnTo>
                    <a:lnTo>
                      <a:pt x="1653" y="823"/>
                    </a:lnTo>
                    <a:lnTo>
                      <a:pt x="1617" y="787"/>
                    </a:lnTo>
                    <a:lnTo>
                      <a:pt x="986" y="811"/>
                    </a:lnTo>
                    <a:lnTo>
                      <a:pt x="896" y="787"/>
                    </a:lnTo>
                    <a:lnTo>
                      <a:pt x="896" y="733"/>
                    </a:lnTo>
                    <a:lnTo>
                      <a:pt x="919" y="709"/>
                    </a:lnTo>
                    <a:lnTo>
                      <a:pt x="1653" y="709"/>
                    </a:lnTo>
                    <a:lnTo>
                      <a:pt x="1694" y="667"/>
                    </a:lnTo>
                    <a:lnTo>
                      <a:pt x="1707" y="493"/>
                    </a:lnTo>
                    <a:lnTo>
                      <a:pt x="1707" y="390"/>
                    </a:lnTo>
                    <a:lnTo>
                      <a:pt x="1683" y="265"/>
                    </a:lnTo>
                    <a:lnTo>
                      <a:pt x="1401" y="252"/>
                    </a:lnTo>
                    <a:lnTo>
                      <a:pt x="1250" y="252"/>
                    </a:lnTo>
                    <a:lnTo>
                      <a:pt x="1202" y="306"/>
                    </a:lnTo>
                    <a:lnTo>
                      <a:pt x="1190" y="408"/>
                    </a:lnTo>
                    <a:lnTo>
                      <a:pt x="1166" y="505"/>
                    </a:lnTo>
                    <a:lnTo>
                      <a:pt x="1166" y="523"/>
                    </a:lnTo>
                    <a:lnTo>
                      <a:pt x="1076" y="547"/>
                    </a:lnTo>
                    <a:lnTo>
                      <a:pt x="1058" y="547"/>
                    </a:lnTo>
                    <a:lnTo>
                      <a:pt x="1022" y="480"/>
                    </a:lnTo>
                    <a:lnTo>
                      <a:pt x="1045" y="390"/>
                    </a:lnTo>
                    <a:lnTo>
                      <a:pt x="1076" y="277"/>
                    </a:lnTo>
                    <a:lnTo>
                      <a:pt x="1022" y="193"/>
                    </a:lnTo>
                    <a:lnTo>
                      <a:pt x="1045" y="151"/>
                    </a:lnTo>
                    <a:lnTo>
                      <a:pt x="1064" y="121"/>
                    </a:lnTo>
                    <a:lnTo>
                      <a:pt x="1316" y="151"/>
                    </a:lnTo>
                    <a:lnTo>
                      <a:pt x="1683" y="151"/>
                    </a:lnTo>
                    <a:lnTo>
                      <a:pt x="1730" y="90"/>
                    </a:lnTo>
                    <a:lnTo>
                      <a:pt x="1730" y="0"/>
                    </a:lnTo>
                    <a:lnTo>
                      <a:pt x="1766" y="0"/>
                    </a:lnTo>
                    <a:lnTo>
                      <a:pt x="1791"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193">
                <a:extLst>
                  <a:ext uri="{FF2B5EF4-FFF2-40B4-BE49-F238E27FC236}">
                    <a16:creationId xmlns:a16="http://schemas.microsoft.com/office/drawing/2014/main" id="{15C35633-1952-4FB8-9870-43B859F2AB15}"/>
                  </a:ext>
                </a:extLst>
              </p:cNvPr>
              <p:cNvSpPr>
                <a:spLocks/>
              </p:cNvSpPr>
              <p:nvPr/>
            </p:nvSpPr>
            <p:spPr bwMode="auto">
              <a:xfrm>
                <a:off x="4212" y="3367"/>
                <a:ext cx="55" cy="73"/>
              </a:xfrm>
              <a:custGeom>
                <a:avLst/>
                <a:gdLst>
                  <a:gd name="T0" fmla="*/ 46 w 534"/>
                  <a:gd name="T1" fmla="*/ 5 h 721"/>
                  <a:gd name="T2" fmla="*/ 48 w 534"/>
                  <a:gd name="T3" fmla="*/ 8 h 721"/>
                  <a:gd name="T4" fmla="*/ 53 w 534"/>
                  <a:gd name="T5" fmla="*/ 8 h 721"/>
                  <a:gd name="T6" fmla="*/ 55 w 534"/>
                  <a:gd name="T7" fmla="*/ 10 h 721"/>
                  <a:gd name="T8" fmla="*/ 51 w 534"/>
                  <a:gd name="T9" fmla="*/ 29 h 721"/>
                  <a:gd name="T10" fmla="*/ 51 w 534"/>
                  <a:gd name="T11" fmla="*/ 50 h 721"/>
                  <a:gd name="T12" fmla="*/ 43 w 534"/>
                  <a:gd name="T13" fmla="*/ 73 h 721"/>
                  <a:gd name="T14" fmla="*/ 4 w 534"/>
                  <a:gd name="T15" fmla="*/ 73 h 721"/>
                  <a:gd name="T16" fmla="*/ 0 w 534"/>
                  <a:gd name="T17" fmla="*/ 71 h 721"/>
                  <a:gd name="T18" fmla="*/ 0 w 534"/>
                  <a:gd name="T19" fmla="*/ 53 h 721"/>
                  <a:gd name="T20" fmla="*/ 3 w 534"/>
                  <a:gd name="T21" fmla="*/ 37 h 721"/>
                  <a:gd name="T22" fmla="*/ 3 w 534"/>
                  <a:gd name="T23" fmla="*/ 10 h 721"/>
                  <a:gd name="T24" fmla="*/ 6 w 534"/>
                  <a:gd name="T25" fmla="*/ 8 h 721"/>
                  <a:gd name="T26" fmla="*/ 9 w 534"/>
                  <a:gd name="T27" fmla="*/ 8 h 721"/>
                  <a:gd name="T28" fmla="*/ 9 w 534"/>
                  <a:gd name="T29" fmla="*/ 21 h 721"/>
                  <a:gd name="T30" fmla="*/ 8 w 534"/>
                  <a:gd name="T31" fmla="*/ 23 h 721"/>
                  <a:gd name="T32" fmla="*/ 11 w 534"/>
                  <a:gd name="T33" fmla="*/ 30 h 721"/>
                  <a:gd name="T34" fmla="*/ 8 w 534"/>
                  <a:gd name="T35" fmla="*/ 36 h 721"/>
                  <a:gd name="T36" fmla="*/ 9 w 534"/>
                  <a:gd name="T37" fmla="*/ 39 h 721"/>
                  <a:gd name="T38" fmla="*/ 9 w 534"/>
                  <a:gd name="T39" fmla="*/ 44 h 721"/>
                  <a:gd name="T40" fmla="*/ 3 w 534"/>
                  <a:gd name="T41" fmla="*/ 57 h 721"/>
                  <a:gd name="T42" fmla="*/ 3 w 534"/>
                  <a:gd name="T43" fmla="*/ 60 h 721"/>
                  <a:gd name="T44" fmla="*/ 6 w 534"/>
                  <a:gd name="T45" fmla="*/ 63 h 721"/>
                  <a:gd name="T46" fmla="*/ 8 w 534"/>
                  <a:gd name="T47" fmla="*/ 63 h 721"/>
                  <a:gd name="T48" fmla="*/ 13 w 534"/>
                  <a:gd name="T49" fmla="*/ 55 h 721"/>
                  <a:gd name="T50" fmla="*/ 17 w 534"/>
                  <a:gd name="T51" fmla="*/ 45 h 721"/>
                  <a:gd name="T52" fmla="*/ 34 w 534"/>
                  <a:gd name="T53" fmla="*/ 44 h 721"/>
                  <a:gd name="T54" fmla="*/ 37 w 534"/>
                  <a:gd name="T55" fmla="*/ 40 h 721"/>
                  <a:gd name="T56" fmla="*/ 37 w 534"/>
                  <a:gd name="T57" fmla="*/ 29 h 721"/>
                  <a:gd name="T58" fmla="*/ 35 w 534"/>
                  <a:gd name="T59" fmla="*/ 27 h 721"/>
                  <a:gd name="T60" fmla="*/ 16 w 534"/>
                  <a:gd name="T61" fmla="*/ 27 h 721"/>
                  <a:gd name="T62" fmla="*/ 17 w 534"/>
                  <a:gd name="T63" fmla="*/ 17 h 721"/>
                  <a:gd name="T64" fmla="*/ 23 w 534"/>
                  <a:gd name="T65" fmla="*/ 15 h 721"/>
                  <a:gd name="T66" fmla="*/ 36 w 534"/>
                  <a:gd name="T67" fmla="*/ 14 h 721"/>
                  <a:gd name="T68" fmla="*/ 40 w 534"/>
                  <a:gd name="T69" fmla="*/ 10 h 721"/>
                  <a:gd name="T70" fmla="*/ 41 w 534"/>
                  <a:gd name="T71" fmla="*/ 0 h 721"/>
                  <a:gd name="T72" fmla="*/ 43 w 534"/>
                  <a:gd name="T73" fmla="*/ 0 h 721"/>
                  <a:gd name="T74" fmla="*/ 46 w 534"/>
                  <a:gd name="T75" fmla="*/ 5 h 721"/>
                  <a:gd name="T76" fmla="*/ 46 w 534"/>
                  <a:gd name="T77" fmla="*/ 5 h 7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4" h="721">
                    <a:moveTo>
                      <a:pt x="444" y="54"/>
                    </a:moveTo>
                    <a:lnTo>
                      <a:pt x="469" y="79"/>
                    </a:lnTo>
                    <a:lnTo>
                      <a:pt x="510" y="79"/>
                    </a:lnTo>
                    <a:lnTo>
                      <a:pt x="534" y="103"/>
                    </a:lnTo>
                    <a:lnTo>
                      <a:pt x="498" y="283"/>
                    </a:lnTo>
                    <a:lnTo>
                      <a:pt x="498" y="493"/>
                    </a:lnTo>
                    <a:lnTo>
                      <a:pt x="420" y="721"/>
                    </a:lnTo>
                    <a:lnTo>
                      <a:pt x="42" y="721"/>
                    </a:lnTo>
                    <a:lnTo>
                      <a:pt x="0" y="697"/>
                    </a:lnTo>
                    <a:lnTo>
                      <a:pt x="0" y="523"/>
                    </a:lnTo>
                    <a:lnTo>
                      <a:pt x="30" y="367"/>
                    </a:lnTo>
                    <a:lnTo>
                      <a:pt x="30" y="103"/>
                    </a:lnTo>
                    <a:lnTo>
                      <a:pt x="54" y="79"/>
                    </a:lnTo>
                    <a:lnTo>
                      <a:pt x="90" y="79"/>
                    </a:lnTo>
                    <a:lnTo>
                      <a:pt x="90" y="205"/>
                    </a:lnTo>
                    <a:lnTo>
                      <a:pt x="78" y="229"/>
                    </a:lnTo>
                    <a:lnTo>
                      <a:pt x="102" y="295"/>
                    </a:lnTo>
                    <a:lnTo>
                      <a:pt x="78" y="355"/>
                    </a:lnTo>
                    <a:lnTo>
                      <a:pt x="90" y="390"/>
                    </a:lnTo>
                    <a:lnTo>
                      <a:pt x="90" y="433"/>
                    </a:lnTo>
                    <a:lnTo>
                      <a:pt x="30" y="559"/>
                    </a:lnTo>
                    <a:lnTo>
                      <a:pt x="30" y="595"/>
                    </a:lnTo>
                    <a:lnTo>
                      <a:pt x="54" y="619"/>
                    </a:lnTo>
                    <a:lnTo>
                      <a:pt x="78" y="619"/>
                    </a:lnTo>
                    <a:lnTo>
                      <a:pt x="126" y="547"/>
                    </a:lnTo>
                    <a:lnTo>
                      <a:pt x="168" y="444"/>
                    </a:lnTo>
                    <a:lnTo>
                      <a:pt x="330" y="433"/>
                    </a:lnTo>
                    <a:lnTo>
                      <a:pt x="361" y="397"/>
                    </a:lnTo>
                    <a:lnTo>
                      <a:pt x="361" y="283"/>
                    </a:lnTo>
                    <a:lnTo>
                      <a:pt x="343" y="265"/>
                    </a:lnTo>
                    <a:lnTo>
                      <a:pt x="156" y="265"/>
                    </a:lnTo>
                    <a:lnTo>
                      <a:pt x="168" y="169"/>
                    </a:lnTo>
                    <a:lnTo>
                      <a:pt x="228" y="151"/>
                    </a:lnTo>
                    <a:lnTo>
                      <a:pt x="354" y="139"/>
                    </a:lnTo>
                    <a:lnTo>
                      <a:pt x="384" y="103"/>
                    </a:lnTo>
                    <a:lnTo>
                      <a:pt x="397" y="0"/>
                    </a:lnTo>
                    <a:lnTo>
                      <a:pt x="420" y="0"/>
                    </a:lnTo>
                    <a:lnTo>
                      <a:pt x="444"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194">
                <a:extLst>
                  <a:ext uri="{FF2B5EF4-FFF2-40B4-BE49-F238E27FC236}">
                    <a16:creationId xmlns:a16="http://schemas.microsoft.com/office/drawing/2014/main" id="{AA8756D6-A014-4AFE-9C54-E215ACA5E321}"/>
                  </a:ext>
                </a:extLst>
              </p:cNvPr>
              <p:cNvSpPr>
                <a:spLocks/>
              </p:cNvSpPr>
              <p:nvPr/>
            </p:nvSpPr>
            <p:spPr bwMode="auto">
              <a:xfrm>
                <a:off x="4267" y="3367"/>
                <a:ext cx="87" cy="75"/>
              </a:xfrm>
              <a:custGeom>
                <a:avLst/>
                <a:gdLst>
                  <a:gd name="T0" fmla="*/ 45 w 847"/>
                  <a:gd name="T1" fmla="*/ 11 h 733"/>
                  <a:gd name="T2" fmla="*/ 45 w 847"/>
                  <a:gd name="T3" fmla="*/ 16 h 733"/>
                  <a:gd name="T4" fmla="*/ 41 w 847"/>
                  <a:gd name="T5" fmla="*/ 20 h 733"/>
                  <a:gd name="T6" fmla="*/ 40 w 847"/>
                  <a:gd name="T7" fmla="*/ 34 h 733"/>
                  <a:gd name="T8" fmla="*/ 40 w 847"/>
                  <a:gd name="T9" fmla="*/ 41 h 733"/>
                  <a:gd name="T10" fmla="*/ 43 w 847"/>
                  <a:gd name="T11" fmla="*/ 44 h 733"/>
                  <a:gd name="T12" fmla="*/ 38 w 847"/>
                  <a:gd name="T13" fmla="*/ 65 h 733"/>
                  <a:gd name="T14" fmla="*/ 38 w 847"/>
                  <a:gd name="T15" fmla="*/ 68 h 733"/>
                  <a:gd name="T16" fmla="*/ 39 w 847"/>
                  <a:gd name="T17" fmla="*/ 69 h 733"/>
                  <a:gd name="T18" fmla="*/ 41 w 847"/>
                  <a:gd name="T19" fmla="*/ 69 h 733"/>
                  <a:gd name="T20" fmla="*/ 48 w 847"/>
                  <a:gd name="T21" fmla="*/ 56 h 733"/>
                  <a:gd name="T22" fmla="*/ 49 w 847"/>
                  <a:gd name="T23" fmla="*/ 50 h 733"/>
                  <a:gd name="T24" fmla="*/ 49 w 847"/>
                  <a:gd name="T25" fmla="*/ 49 h 733"/>
                  <a:gd name="T26" fmla="*/ 52 w 847"/>
                  <a:gd name="T27" fmla="*/ 47 h 733"/>
                  <a:gd name="T28" fmla="*/ 71 w 847"/>
                  <a:gd name="T29" fmla="*/ 47 h 733"/>
                  <a:gd name="T30" fmla="*/ 74 w 847"/>
                  <a:gd name="T31" fmla="*/ 41 h 733"/>
                  <a:gd name="T32" fmla="*/ 75 w 847"/>
                  <a:gd name="T33" fmla="*/ 33 h 733"/>
                  <a:gd name="T34" fmla="*/ 72 w 847"/>
                  <a:gd name="T35" fmla="*/ 29 h 733"/>
                  <a:gd name="T36" fmla="*/ 48 w 847"/>
                  <a:gd name="T37" fmla="*/ 28 h 733"/>
                  <a:gd name="T38" fmla="*/ 48 w 847"/>
                  <a:gd name="T39" fmla="*/ 25 h 733"/>
                  <a:gd name="T40" fmla="*/ 53 w 847"/>
                  <a:gd name="T41" fmla="*/ 16 h 733"/>
                  <a:gd name="T42" fmla="*/ 72 w 847"/>
                  <a:gd name="T43" fmla="*/ 15 h 733"/>
                  <a:gd name="T44" fmla="*/ 74 w 847"/>
                  <a:gd name="T45" fmla="*/ 12 h 733"/>
                  <a:gd name="T46" fmla="*/ 74 w 847"/>
                  <a:gd name="T47" fmla="*/ 2 h 733"/>
                  <a:gd name="T48" fmla="*/ 77 w 847"/>
                  <a:gd name="T49" fmla="*/ 0 h 733"/>
                  <a:gd name="T50" fmla="*/ 87 w 847"/>
                  <a:gd name="T51" fmla="*/ 18 h 733"/>
                  <a:gd name="T52" fmla="*/ 86 w 847"/>
                  <a:gd name="T53" fmla="*/ 47 h 733"/>
                  <a:gd name="T54" fmla="*/ 83 w 847"/>
                  <a:gd name="T55" fmla="*/ 73 h 733"/>
                  <a:gd name="T56" fmla="*/ 80 w 847"/>
                  <a:gd name="T57" fmla="*/ 75 h 733"/>
                  <a:gd name="T58" fmla="*/ 14 w 847"/>
                  <a:gd name="T59" fmla="*/ 74 h 733"/>
                  <a:gd name="T60" fmla="*/ 0 w 847"/>
                  <a:gd name="T61" fmla="*/ 71 h 733"/>
                  <a:gd name="T62" fmla="*/ 0 w 847"/>
                  <a:gd name="T63" fmla="*/ 65 h 733"/>
                  <a:gd name="T64" fmla="*/ 5 w 847"/>
                  <a:gd name="T65" fmla="*/ 54 h 733"/>
                  <a:gd name="T66" fmla="*/ 5 w 847"/>
                  <a:gd name="T67" fmla="*/ 47 h 733"/>
                  <a:gd name="T68" fmla="*/ 9 w 847"/>
                  <a:gd name="T69" fmla="*/ 44 h 733"/>
                  <a:gd name="T70" fmla="*/ 18 w 847"/>
                  <a:gd name="T71" fmla="*/ 48 h 733"/>
                  <a:gd name="T72" fmla="*/ 25 w 847"/>
                  <a:gd name="T73" fmla="*/ 47 h 733"/>
                  <a:gd name="T74" fmla="*/ 30 w 847"/>
                  <a:gd name="T75" fmla="*/ 40 h 733"/>
                  <a:gd name="T76" fmla="*/ 30 w 847"/>
                  <a:gd name="T77" fmla="*/ 31 h 733"/>
                  <a:gd name="T78" fmla="*/ 26 w 847"/>
                  <a:gd name="T79" fmla="*/ 28 h 733"/>
                  <a:gd name="T80" fmla="*/ 6 w 847"/>
                  <a:gd name="T81" fmla="*/ 28 h 733"/>
                  <a:gd name="T82" fmla="*/ 10 w 847"/>
                  <a:gd name="T83" fmla="*/ 15 h 733"/>
                  <a:gd name="T84" fmla="*/ 25 w 847"/>
                  <a:gd name="T85" fmla="*/ 15 h 733"/>
                  <a:gd name="T86" fmla="*/ 30 w 847"/>
                  <a:gd name="T87" fmla="*/ 4 h 733"/>
                  <a:gd name="T88" fmla="*/ 31 w 847"/>
                  <a:gd name="T89" fmla="*/ 0 h 733"/>
                  <a:gd name="T90" fmla="*/ 40 w 847"/>
                  <a:gd name="T91" fmla="*/ 9 h 733"/>
                  <a:gd name="T92" fmla="*/ 45 w 847"/>
                  <a:gd name="T93" fmla="*/ 11 h 733"/>
                  <a:gd name="T94" fmla="*/ 45 w 847"/>
                  <a:gd name="T95" fmla="*/ 11 h 73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47" h="733">
                    <a:moveTo>
                      <a:pt x="439" y="103"/>
                    </a:moveTo>
                    <a:lnTo>
                      <a:pt x="439" y="157"/>
                    </a:lnTo>
                    <a:lnTo>
                      <a:pt x="402" y="193"/>
                    </a:lnTo>
                    <a:lnTo>
                      <a:pt x="390" y="331"/>
                    </a:lnTo>
                    <a:lnTo>
                      <a:pt x="390" y="397"/>
                    </a:lnTo>
                    <a:lnTo>
                      <a:pt x="414" y="433"/>
                    </a:lnTo>
                    <a:lnTo>
                      <a:pt x="366" y="637"/>
                    </a:lnTo>
                    <a:lnTo>
                      <a:pt x="366" y="667"/>
                    </a:lnTo>
                    <a:lnTo>
                      <a:pt x="378" y="673"/>
                    </a:lnTo>
                    <a:lnTo>
                      <a:pt x="402" y="673"/>
                    </a:lnTo>
                    <a:lnTo>
                      <a:pt x="468" y="547"/>
                    </a:lnTo>
                    <a:lnTo>
                      <a:pt x="480" y="493"/>
                    </a:lnTo>
                    <a:lnTo>
                      <a:pt x="480" y="480"/>
                    </a:lnTo>
                    <a:lnTo>
                      <a:pt x="504" y="457"/>
                    </a:lnTo>
                    <a:lnTo>
                      <a:pt x="691" y="457"/>
                    </a:lnTo>
                    <a:lnTo>
                      <a:pt x="720" y="397"/>
                    </a:lnTo>
                    <a:lnTo>
                      <a:pt x="732" y="319"/>
                    </a:lnTo>
                    <a:lnTo>
                      <a:pt x="702" y="283"/>
                    </a:lnTo>
                    <a:lnTo>
                      <a:pt x="468" y="277"/>
                    </a:lnTo>
                    <a:lnTo>
                      <a:pt x="468" y="241"/>
                    </a:lnTo>
                    <a:lnTo>
                      <a:pt x="516" y="157"/>
                    </a:lnTo>
                    <a:lnTo>
                      <a:pt x="702" y="151"/>
                    </a:lnTo>
                    <a:lnTo>
                      <a:pt x="720" y="121"/>
                    </a:lnTo>
                    <a:lnTo>
                      <a:pt x="720" y="18"/>
                    </a:lnTo>
                    <a:lnTo>
                      <a:pt x="745" y="0"/>
                    </a:lnTo>
                    <a:lnTo>
                      <a:pt x="847" y="180"/>
                    </a:lnTo>
                    <a:lnTo>
                      <a:pt x="840" y="457"/>
                    </a:lnTo>
                    <a:lnTo>
                      <a:pt x="811" y="709"/>
                    </a:lnTo>
                    <a:lnTo>
                      <a:pt x="781" y="733"/>
                    </a:lnTo>
                    <a:lnTo>
                      <a:pt x="138" y="721"/>
                    </a:lnTo>
                    <a:lnTo>
                      <a:pt x="0" y="697"/>
                    </a:lnTo>
                    <a:lnTo>
                      <a:pt x="0" y="637"/>
                    </a:lnTo>
                    <a:lnTo>
                      <a:pt x="47" y="523"/>
                    </a:lnTo>
                    <a:lnTo>
                      <a:pt x="47" y="457"/>
                    </a:lnTo>
                    <a:lnTo>
                      <a:pt x="83" y="433"/>
                    </a:lnTo>
                    <a:lnTo>
                      <a:pt x="174" y="469"/>
                    </a:lnTo>
                    <a:lnTo>
                      <a:pt x="239" y="457"/>
                    </a:lnTo>
                    <a:lnTo>
                      <a:pt x="288" y="390"/>
                    </a:lnTo>
                    <a:lnTo>
                      <a:pt x="288" y="306"/>
                    </a:lnTo>
                    <a:lnTo>
                      <a:pt x="252" y="277"/>
                    </a:lnTo>
                    <a:lnTo>
                      <a:pt x="59" y="277"/>
                    </a:lnTo>
                    <a:lnTo>
                      <a:pt x="95" y="151"/>
                    </a:lnTo>
                    <a:lnTo>
                      <a:pt x="239" y="151"/>
                    </a:lnTo>
                    <a:lnTo>
                      <a:pt x="288" y="43"/>
                    </a:lnTo>
                    <a:lnTo>
                      <a:pt x="300" y="0"/>
                    </a:lnTo>
                    <a:lnTo>
                      <a:pt x="390" y="90"/>
                    </a:lnTo>
                    <a:lnTo>
                      <a:pt x="43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195">
                <a:extLst>
                  <a:ext uri="{FF2B5EF4-FFF2-40B4-BE49-F238E27FC236}">
                    <a16:creationId xmlns:a16="http://schemas.microsoft.com/office/drawing/2014/main" id="{6B7A9F71-B7EE-4378-9C20-6CAADC1B1146}"/>
                  </a:ext>
                </a:extLst>
              </p:cNvPr>
              <p:cNvSpPr>
                <a:spLocks/>
              </p:cNvSpPr>
              <p:nvPr/>
            </p:nvSpPr>
            <p:spPr bwMode="auto">
              <a:xfrm>
                <a:off x="4366" y="3368"/>
                <a:ext cx="96" cy="149"/>
              </a:xfrm>
              <a:custGeom>
                <a:avLst/>
                <a:gdLst>
                  <a:gd name="T0" fmla="*/ 90 w 930"/>
                  <a:gd name="T1" fmla="*/ 7 h 1476"/>
                  <a:gd name="T2" fmla="*/ 95 w 930"/>
                  <a:gd name="T3" fmla="*/ 23 h 1476"/>
                  <a:gd name="T4" fmla="*/ 92 w 930"/>
                  <a:gd name="T5" fmla="*/ 111 h 1476"/>
                  <a:gd name="T6" fmla="*/ 92 w 930"/>
                  <a:gd name="T7" fmla="*/ 130 h 1476"/>
                  <a:gd name="T8" fmla="*/ 87 w 930"/>
                  <a:gd name="T9" fmla="*/ 149 h 1476"/>
                  <a:gd name="T10" fmla="*/ 0 w 930"/>
                  <a:gd name="T11" fmla="*/ 145 h 1476"/>
                  <a:gd name="T12" fmla="*/ 2 w 930"/>
                  <a:gd name="T13" fmla="*/ 7 h 1476"/>
                  <a:gd name="T14" fmla="*/ 7 w 930"/>
                  <a:gd name="T15" fmla="*/ 5 h 1476"/>
                  <a:gd name="T16" fmla="*/ 5 w 930"/>
                  <a:gd name="T17" fmla="*/ 27 h 1476"/>
                  <a:gd name="T18" fmla="*/ 4 w 930"/>
                  <a:gd name="T19" fmla="*/ 39 h 1476"/>
                  <a:gd name="T20" fmla="*/ 6 w 930"/>
                  <a:gd name="T21" fmla="*/ 47 h 1476"/>
                  <a:gd name="T22" fmla="*/ 5 w 930"/>
                  <a:gd name="T23" fmla="*/ 73 h 1476"/>
                  <a:gd name="T24" fmla="*/ 7 w 930"/>
                  <a:gd name="T25" fmla="*/ 139 h 1476"/>
                  <a:gd name="T26" fmla="*/ 17 w 930"/>
                  <a:gd name="T27" fmla="*/ 122 h 1476"/>
                  <a:gd name="T28" fmla="*/ 76 w 930"/>
                  <a:gd name="T29" fmla="*/ 122 h 1476"/>
                  <a:gd name="T30" fmla="*/ 81 w 930"/>
                  <a:gd name="T31" fmla="*/ 112 h 1476"/>
                  <a:gd name="T32" fmla="*/ 58 w 930"/>
                  <a:gd name="T33" fmla="*/ 110 h 1476"/>
                  <a:gd name="T34" fmla="*/ 56 w 930"/>
                  <a:gd name="T35" fmla="*/ 102 h 1476"/>
                  <a:gd name="T36" fmla="*/ 58 w 930"/>
                  <a:gd name="T37" fmla="*/ 99 h 1476"/>
                  <a:gd name="T38" fmla="*/ 82 w 930"/>
                  <a:gd name="T39" fmla="*/ 93 h 1476"/>
                  <a:gd name="T40" fmla="*/ 75 w 930"/>
                  <a:gd name="T41" fmla="*/ 87 h 1476"/>
                  <a:gd name="T42" fmla="*/ 55 w 930"/>
                  <a:gd name="T43" fmla="*/ 84 h 1476"/>
                  <a:gd name="T44" fmla="*/ 59 w 930"/>
                  <a:gd name="T45" fmla="*/ 74 h 1476"/>
                  <a:gd name="T46" fmla="*/ 82 w 930"/>
                  <a:gd name="T47" fmla="*/ 69 h 1476"/>
                  <a:gd name="T48" fmla="*/ 78 w 930"/>
                  <a:gd name="T49" fmla="*/ 58 h 1476"/>
                  <a:gd name="T50" fmla="*/ 57 w 930"/>
                  <a:gd name="T51" fmla="*/ 50 h 1476"/>
                  <a:gd name="T52" fmla="*/ 78 w 930"/>
                  <a:gd name="T53" fmla="*/ 46 h 1476"/>
                  <a:gd name="T54" fmla="*/ 83 w 930"/>
                  <a:gd name="T55" fmla="*/ 33 h 1476"/>
                  <a:gd name="T56" fmla="*/ 79 w 930"/>
                  <a:gd name="T57" fmla="*/ 28 h 1476"/>
                  <a:gd name="T58" fmla="*/ 58 w 930"/>
                  <a:gd name="T59" fmla="*/ 19 h 1476"/>
                  <a:gd name="T60" fmla="*/ 77 w 930"/>
                  <a:gd name="T61" fmla="*/ 18 h 1476"/>
                  <a:gd name="T62" fmla="*/ 83 w 930"/>
                  <a:gd name="T63" fmla="*/ 3 h 1476"/>
                  <a:gd name="T64" fmla="*/ 87 w 930"/>
                  <a:gd name="T65" fmla="*/ 0 h 1476"/>
                  <a:gd name="T66" fmla="*/ 90 w 930"/>
                  <a:gd name="T67" fmla="*/ 3 h 14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0" h="1476">
                    <a:moveTo>
                      <a:pt x="871" y="30"/>
                    </a:moveTo>
                    <a:lnTo>
                      <a:pt x="871" y="66"/>
                    </a:lnTo>
                    <a:lnTo>
                      <a:pt x="930" y="126"/>
                    </a:lnTo>
                    <a:lnTo>
                      <a:pt x="919" y="228"/>
                    </a:lnTo>
                    <a:lnTo>
                      <a:pt x="907" y="570"/>
                    </a:lnTo>
                    <a:lnTo>
                      <a:pt x="894" y="1098"/>
                    </a:lnTo>
                    <a:lnTo>
                      <a:pt x="871" y="1176"/>
                    </a:lnTo>
                    <a:lnTo>
                      <a:pt x="894" y="1285"/>
                    </a:lnTo>
                    <a:lnTo>
                      <a:pt x="865" y="1452"/>
                    </a:lnTo>
                    <a:lnTo>
                      <a:pt x="840" y="1476"/>
                    </a:lnTo>
                    <a:lnTo>
                      <a:pt x="60" y="1476"/>
                    </a:lnTo>
                    <a:lnTo>
                      <a:pt x="0" y="1440"/>
                    </a:lnTo>
                    <a:lnTo>
                      <a:pt x="0" y="102"/>
                    </a:lnTo>
                    <a:lnTo>
                      <a:pt x="24" y="66"/>
                    </a:lnTo>
                    <a:lnTo>
                      <a:pt x="36" y="54"/>
                    </a:lnTo>
                    <a:lnTo>
                      <a:pt x="72" y="54"/>
                    </a:lnTo>
                    <a:lnTo>
                      <a:pt x="72" y="264"/>
                    </a:lnTo>
                    <a:lnTo>
                      <a:pt x="47" y="264"/>
                    </a:lnTo>
                    <a:lnTo>
                      <a:pt x="36" y="354"/>
                    </a:lnTo>
                    <a:lnTo>
                      <a:pt x="36" y="384"/>
                    </a:lnTo>
                    <a:lnTo>
                      <a:pt x="60" y="408"/>
                    </a:lnTo>
                    <a:lnTo>
                      <a:pt x="60" y="467"/>
                    </a:lnTo>
                    <a:lnTo>
                      <a:pt x="36" y="534"/>
                    </a:lnTo>
                    <a:lnTo>
                      <a:pt x="47" y="720"/>
                    </a:lnTo>
                    <a:lnTo>
                      <a:pt x="47" y="1303"/>
                    </a:lnTo>
                    <a:lnTo>
                      <a:pt x="72" y="1375"/>
                    </a:lnTo>
                    <a:lnTo>
                      <a:pt x="96" y="1375"/>
                    </a:lnTo>
                    <a:lnTo>
                      <a:pt x="162" y="1212"/>
                    </a:lnTo>
                    <a:lnTo>
                      <a:pt x="186" y="1188"/>
                    </a:lnTo>
                    <a:lnTo>
                      <a:pt x="739" y="1212"/>
                    </a:lnTo>
                    <a:lnTo>
                      <a:pt x="781" y="1152"/>
                    </a:lnTo>
                    <a:lnTo>
                      <a:pt x="781" y="1111"/>
                    </a:lnTo>
                    <a:lnTo>
                      <a:pt x="757" y="1086"/>
                    </a:lnTo>
                    <a:lnTo>
                      <a:pt x="565" y="1086"/>
                    </a:lnTo>
                    <a:lnTo>
                      <a:pt x="529" y="1050"/>
                    </a:lnTo>
                    <a:lnTo>
                      <a:pt x="540" y="1014"/>
                    </a:lnTo>
                    <a:lnTo>
                      <a:pt x="540" y="1008"/>
                    </a:lnTo>
                    <a:lnTo>
                      <a:pt x="565" y="985"/>
                    </a:lnTo>
                    <a:lnTo>
                      <a:pt x="739" y="985"/>
                    </a:lnTo>
                    <a:lnTo>
                      <a:pt x="793" y="924"/>
                    </a:lnTo>
                    <a:lnTo>
                      <a:pt x="793" y="894"/>
                    </a:lnTo>
                    <a:lnTo>
                      <a:pt x="727" y="858"/>
                    </a:lnTo>
                    <a:lnTo>
                      <a:pt x="552" y="858"/>
                    </a:lnTo>
                    <a:lnTo>
                      <a:pt x="529" y="834"/>
                    </a:lnTo>
                    <a:lnTo>
                      <a:pt x="540" y="762"/>
                    </a:lnTo>
                    <a:lnTo>
                      <a:pt x="576" y="732"/>
                    </a:lnTo>
                    <a:lnTo>
                      <a:pt x="768" y="720"/>
                    </a:lnTo>
                    <a:lnTo>
                      <a:pt x="793" y="684"/>
                    </a:lnTo>
                    <a:lnTo>
                      <a:pt x="793" y="593"/>
                    </a:lnTo>
                    <a:lnTo>
                      <a:pt x="757" y="570"/>
                    </a:lnTo>
                    <a:lnTo>
                      <a:pt x="540" y="570"/>
                    </a:lnTo>
                    <a:lnTo>
                      <a:pt x="552" y="492"/>
                    </a:lnTo>
                    <a:lnTo>
                      <a:pt x="588" y="456"/>
                    </a:lnTo>
                    <a:lnTo>
                      <a:pt x="757" y="456"/>
                    </a:lnTo>
                    <a:lnTo>
                      <a:pt x="793" y="408"/>
                    </a:lnTo>
                    <a:lnTo>
                      <a:pt x="804" y="330"/>
                    </a:lnTo>
                    <a:lnTo>
                      <a:pt x="804" y="318"/>
                    </a:lnTo>
                    <a:lnTo>
                      <a:pt x="768" y="282"/>
                    </a:lnTo>
                    <a:lnTo>
                      <a:pt x="565" y="282"/>
                    </a:lnTo>
                    <a:lnTo>
                      <a:pt x="565" y="192"/>
                    </a:lnTo>
                    <a:lnTo>
                      <a:pt x="714" y="180"/>
                    </a:lnTo>
                    <a:lnTo>
                      <a:pt x="745" y="180"/>
                    </a:lnTo>
                    <a:lnTo>
                      <a:pt x="793" y="138"/>
                    </a:lnTo>
                    <a:lnTo>
                      <a:pt x="804" y="30"/>
                    </a:lnTo>
                    <a:lnTo>
                      <a:pt x="829" y="0"/>
                    </a:lnTo>
                    <a:lnTo>
                      <a:pt x="840" y="0"/>
                    </a:lnTo>
                    <a:lnTo>
                      <a:pt x="871"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5" name="Freeform 196">
                <a:extLst>
                  <a:ext uri="{FF2B5EF4-FFF2-40B4-BE49-F238E27FC236}">
                    <a16:creationId xmlns:a16="http://schemas.microsoft.com/office/drawing/2014/main" id="{63DE99DC-EF0F-4745-8672-8F4993960159}"/>
                  </a:ext>
                </a:extLst>
              </p:cNvPr>
              <p:cNvSpPr>
                <a:spLocks/>
              </p:cNvSpPr>
              <p:nvPr/>
            </p:nvSpPr>
            <p:spPr bwMode="auto">
              <a:xfrm>
                <a:off x="3788" y="3368"/>
                <a:ext cx="22" cy="22"/>
              </a:xfrm>
              <a:custGeom>
                <a:avLst/>
                <a:gdLst>
                  <a:gd name="T0" fmla="*/ 22 w 216"/>
                  <a:gd name="T1" fmla="*/ 10 h 223"/>
                  <a:gd name="T2" fmla="*/ 18 w 216"/>
                  <a:gd name="T3" fmla="*/ 17 h 223"/>
                  <a:gd name="T4" fmla="*/ 18 w 216"/>
                  <a:gd name="T5" fmla="*/ 18 h 223"/>
                  <a:gd name="T6" fmla="*/ 15 w 216"/>
                  <a:gd name="T7" fmla="*/ 22 h 223"/>
                  <a:gd name="T8" fmla="*/ 0 w 216"/>
                  <a:gd name="T9" fmla="*/ 17 h 223"/>
                  <a:gd name="T10" fmla="*/ 0 w 216"/>
                  <a:gd name="T11" fmla="*/ 13 h 223"/>
                  <a:gd name="T12" fmla="*/ 10 w 216"/>
                  <a:gd name="T13" fmla="*/ 7 h 223"/>
                  <a:gd name="T14" fmla="*/ 13 w 216"/>
                  <a:gd name="T15" fmla="*/ 0 h 223"/>
                  <a:gd name="T16" fmla="*/ 22 w 216"/>
                  <a:gd name="T17" fmla="*/ 5 h 223"/>
                  <a:gd name="T18" fmla="*/ 22 w 216"/>
                  <a:gd name="T19" fmla="*/ 10 h 223"/>
                  <a:gd name="T20" fmla="*/ 22 w 216"/>
                  <a:gd name="T21" fmla="*/ 1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 h="223">
                    <a:moveTo>
                      <a:pt x="216" y="97"/>
                    </a:moveTo>
                    <a:lnTo>
                      <a:pt x="180" y="175"/>
                    </a:lnTo>
                    <a:lnTo>
                      <a:pt x="180" y="187"/>
                    </a:lnTo>
                    <a:lnTo>
                      <a:pt x="144" y="223"/>
                    </a:lnTo>
                    <a:lnTo>
                      <a:pt x="0" y="175"/>
                    </a:lnTo>
                    <a:lnTo>
                      <a:pt x="0" y="133"/>
                    </a:lnTo>
                    <a:lnTo>
                      <a:pt x="101" y="72"/>
                    </a:lnTo>
                    <a:lnTo>
                      <a:pt x="132" y="0"/>
                    </a:lnTo>
                    <a:lnTo>
                      <a:pt x="216" y="49"/>
                    </a:lnTo>
                    <a:lnTo>
                      <a:pt x="21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6" name="Freeform 197">
                <a:extLst>
                  <a:ext uri="{FF2B5EF4-FFF2-40B4-BE49-F238E27FC236}">
                    <a16:creationId xmlns:a16="http://schemas.microsoft.com/office/drawing/2014/main" id="{CB22CAA3-8BB4-41CD-83FF-049E173B2EE1}"/>
                  </a:ext>
                </a:extLst>
              </p:cNvPr>
              <p:cNvSpPr>
                <a:spLocks/>
              </p:cNvSpPr>
              <p:nvPr/>
            </p:nvSpPr>
            <p:spPr bwMode="auto">
              <a:xfrm>
                <a:off x="4377" y="3368"/>
                <a:ext cx="40" cy="109"/>
              </a:xfrm>
              <a:custGeom>
                <a:avLst/>
                <a:gdLst>
                  <a:gd name="T0" fmla="*/ 33 w 384"/>
                  <a:gd name="T1" fmla="*/ 5 h 1081"/>
                  <a:gd name="T2" fmla="*/ 40 w 384"/>
                  <a:gd name="T3" fmla="*/ 10 h 1081"/>
                  <a:gd name="T4" fmla="*/ 40 w 384"/>
                  <a:gd name="T5" fmla="*/ 42 h 1081"/>
                  <a:gd name="T6" fmla="*/ 38 w 384"/>
                  <a:gd name="T7" fmla="*/ 70 h 1081"/>
                  <a:gd name="T8" fmla="*/ 36 w 384"/>
                  <a:gd name="T9" fmla="*/ 105 h 1081"/>
                  <a:gd name="T10" fmla="*/ 30 w 384"/>
                  <a:gd name="T11" fmla="*/ 109 h 1081"/>
                  <a:gd name="T12" fmla="*/ 1 w 384"/>
                  <a:gd name="T13" fmla="*/ 109 h 1081"/>
                  <a:gd name="T14" fmla="*/ 1 w 384"/>
                  <a:gd name="T15" fmla="*/ 100 h 1081"/>
                  <a:gd name="T16" fmla="*/ 5 w 384"/>
                  <a:gd name="T17" fmla="*/ 96 h 1081"/>
                  <a:gd name="T18" fmla="*/ 21 w 384"/>
                  <a:gd name="T19" fmla="*/ 96 h 1081"/>
                  <a:gd name="T20" fmla="*/ 26 w 384"/>
                  <a:gd name="T21" fmla="*/ 91 h 1081"/>
                  <a:gd name="T22" fmla="*/ 26 w 384"/>
                  <a:gd name="T23" fmla="*/ 90 h 1081"/>
                  <a:gd name="T24" fmla="*/ 22 w 384"/>
                  <a:gd name="T25" fmla="*/ 86 h 1081"/>
                  <a:gd name="T26" fmla="*/ 3 w 384"/>
                  <a:gd name="T27" fmla="*/ 84 h 1081"/>
                  <a:gd name="T28" fmla="*/ 0 w 384"/>
                  <a:gd name="T29" fmla="*/ 81 h 1081"/>
                  <a:gd name="T30" fmla="*/ 3 w 384"/>
                  <a:gd name="T31" fmla="*/ 78 h 1081"/>
                  <a:gd name="T32" fmla="*/ 10 w 384"/>
                  <a:gd name="T33" fmla="*/ 73 h 1081"/>
                  <a:gd name="T34" fmla="*/ 24 w 384"/>
                  <a:gd name="T35" fmla="*/ 72 h 1081"/>
                  <a:gd name="T36" fmla="*/ 26 w 384"/>
                  <a:gd name="T37" fmla="*/ 68 h 1081"/>
                  <a:gd name="T38" fmla="*/ 26 w 384"/>
                  <a:gd name="T39" fmla="*/ 61 h 1081"/>
                  <a:gd name="T40" fmla="*/ 24 w 384"/>
                  <a:gd name="T41" fmla="*/ 58 h 1081"/>
                  <a:gd name="T42" fmla="*/ 6 w 384"/>
                  <a:gd name="T43" fmla="*/ 58 h 1081"/>
                  <a:gd name="T44" fmla="*/ 0 w 384"/>
                  <a:gd name="T45" fmla="*/ 56 h 1081"/>
                  <a:gd name="T46" fmla="*/ 3 w 384"/>
                  <a:gd name="T47" fmla="*/ 49 h 1081"/>
                  <a:gd name="T48" fmla="*/ 6 w 384"/>
                  <a:gd name="T49" fmla="*/ 45 h 1081"/>
                  <a:gd name="T50" fmla="*/ 22 w 384"/>
                  <a:gd name="T51" fmla="*/ 45 h 1081"/>
                  <a:gd name="T52" fmla="*/ 26 w 384"/>
                  <a:gd name="T53" fmla="*/ 41 h 1081"/>
                  <a:gd name="T54" fmla="*/ 26 w 384"/>
                  <a:gd name="T55" fmla="*/ 30 h 1081"/>
                  <a:gd name="T56" fmla="*/ 23 w 384"/>
                  <a:gd name="T57" fmla="*/ 27 h 1081"/>
                  <a:gd name="T58" fmla="*/ 4 w 384"/>
                  <a:gd name="T59" fmla="*/ 27 h 1081"/>
                  <a:gd name="T60" fmla="*/ 5 w 384"/>
                  <a:gd name="T61" fmla="*/ 21 h 1081"/>
                  <a:gd name="T62" fmla="*/ 5 w 384"/>
                  <a:gd name="T63" fmla="*/ 18 h 1081"/>
                  <a:gd name="T64" fmla="*/ 24 w 384"/>
                  <a:gd name="T65" fmla="*/ 14 h 1081"/>
                  <a:gd name="T66" fmla="*/ 26 w 384"/>
                  <a:gd name="T67" fmla="*/ 12 h 1081"/>
                  <a:gd name="T68" fmla="*/ 28 w 384"/>
                  <a:gd name="T69" fmla="*/ 0 h 1081"/>
                  <a:gd name="T70" fmla="*/ 30 w 384"/>
                  <a:gd name="T71" fmla="*/ 0 h 1081"/>
                  <a:gd name="T72" fmla="*/ 33 w 384"/>
                  <a:gd name="T73" fmla="*/ 5 h 1081"/>
                  <a:gd name="T74" fmla="*/ 33 w 384"/>
                  <a:gd name="T75" fmla="*/ 5 h 108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84" h="1081">
                    <a:moveTo>
                      <a:pt x="312" y="49"/>
                    </a:moveTo>
                    <a:lnTo>
                      <a:pt x="384" y="97"/>
                    </a:lnTo>
                    <a:lnTo>
                      <a:pt x="384" y="415"/>
                    </a:lnTo>
                    <a:lnTo>
                      <a:pt x="360" y="691"/>
                    </a:lnTo>
                    <a:lnTo>
                      <a:pt x="348" y="1045"/>
                    </a:lnTo>
                    <a:lnTo>
                      <a:pt x="288" y="1081"/>
                    </a:lnTo>
                    <a:lnTo>
                      <a:pt x="12" y="1081"/>
                    </a:lnTo>
                    <a:lnTo>
                      <a:pt x="12" y="991"/>
                    </a:lnTo>
                    <a:lnTo>
                      <a:pt x="48" y="955"/>
                    </a:lnTo>
                    <a:lnTo>
                      <a:pt x="198" y="955"/>
                    </a:lnTo>
                    <a:lnTo>
                      <a:pt x="246" y="901"/>
                    </a:lnTo>
                    <a:lnTo>
                      <a:pt x="246" y="889"/>
                    </a:lnTo>
                    <a:lnTo>
                      <a:pt x="210" y="853"/>
                    </a:lnTo>
                    <a:lnTo>
                      <a:pt x="24" y="829"/>
                    </a:lnTo>
                    <a:lnTo>
                      <a:pt x="0" y="805"/>
                    </a:lnTo>
                    <a:lnTo>
                      <a:pt x="24" y="769"/>
                    </a:lnTo>
                    <a:lnTo>
                      <a:pt x="96" y="727"/>
                    </a:lnTo>
                    <a:lnTo>
                      <a:pt x="234" y="715"/>
                    </a:lnTo>
                    <a:lnTo>
                      <a:pt x="252" y="679"/>
                    </a:lnTo>
                    <a:lnTo>
                      <a:pt x="252" y="601"/>
                    </a:lnTo>
                    <a:lnTo>
                      <a:pt x="234" y="577"/>
                    </a:lnTo>
                    <a:lnTo>
                      <a:pt x="60" y="577"/>
                    </a:lnTo>
                    <a:lnTo>
                      <a:pt x="0" y="552"/>
                    </a:lnTo>
                    <a:lnTo>
                      <a:pt x="24" y="487"/>
                    </a:lnTo>
                    <a:lnTo>
                      <a:pt x="60" y="451"/>
                    </a:lnTo>
                    <a:lnTo>
                      <a:pt x="210" y="451"/>
                    </a:lnTo>
                    <a:lnTo>
                      <a:pt x="252" y="403"/>
                    </a:lnTo>
                    <a:lnTo>
                      <a:pt x="252" y="301"/>
                    </a:lnTo>
                    <a:lnTo>
                      <a:pt x="222" y="265"/>
                    </a:lnTo>
                    <a:lnTo>
                      <a:pt x="36" y="265"/>
                    </a:lnTo>
                    <a:lnTo>
                      <a:pt x="48" y="211"/>
                    </a:lnTo>
                    <a:lnTo>
                      <a:pt x="48" y="175"/>
                    </a:lnTo>
                    <a:lnTo>
                      <a:pt x="234" y="139"/>
                    </a:lnTo>
                    <a:lnTo>
                      <a:pt x="252" y="121"/>
                    </a:lnTo>
                    <a:lnTo>
                      <a:pt x="264" y="0"/>
                    </a:lnTo>
                    <a:lnTo>
                      <a:pt x="288" y="0"/>
                    </a:lnTo>
                    <a:lnTo>
                      <a:pt x="3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7" name="Freeform 198">
                <a:extLst>
                  <a:ext uri="{FF2B5EF4-FFF2-40B4-BE49-F238E27FC236}">
                    <a16:creationId xmlns:a16="http://schemas.microsoft.com/office/drawing/2014/main" id="{2D27AE06-3AB8-4015-81F4-A5F311359F41}"/>
                  </a:ext>
                </a:extLst>
              </p:cNvPr>
              <p:cNvSpPr>
                <a:spLocks/>
              </p:cNvSpPr>
              <p:nvPr/>
            </p:nvSpPr>
            <p:spPr bwMode="auto">
              <a:xfrm>
                <a:off x="4463" y="3370"/>
                <a:ext cx="93" cy="150"/>
              </a:xfrm>
              <a:custGeom>
                <a:avLst/>
                <a:gdLst>
                  <a:gd name="T0" fmla="*/ 87 w 883"/>
                  <a:gd name="T1" fmla="*/ 12 h 1483"/>
                  <a:gd name="T2" fmla="*/ 90 w 883"/>
                  <a:gd name="T3" fmla="*/ 85 h 1483"/>
                  <a:gd name="T4" fmla="*/ 88 w 883"/>
                  <a:gd name="T5" fmla="*/ 93 h 1483"/>
                  <a:gd name="T6" fmla="*/ 89 w 883"/>
                  <a:gd name="T7" fmla="*/ 146 h 1483"/>
                  <a:gd name="T8" fmla="*/ 51 w 883"/>
                  <a:gd name="T9" fmla="*/ 150 h 1483"/>
                  <a:gd name="T10" fmla="*/ 53 w 883"/>
                  <a:gd name="T11" fmla="*/ 126 h 1483"/>
                  <a:gd name="T12" fmla="*/ 77 w 883"/>
                  <a:gd name="T13" fmla="*/ 121 h 1483"/>
                  <a:gd name="T14" fmla="*/ 72 w 883"/>
                  <a:gd name="T15" fmla="*/ 87 h 1483"/>
                  <a:gd name="T16" fmla="*/ 48 w 883"/>
                  <a:gd name="T17" fmla="*/ 85 h 1483"/>
                  <a:gd name="T18" fmla="*/ 44 w 883"/>
                  <a:gd name="T19" fmla="*/ 134 h 1483"/>
                  <a:gd name="T20" fmla="*/ 40 w 883"/>
                  <a:gd name="T21" fmla="*/ 146 h 1483"/>
                  <a:gd name="T22" fmla="*/ 1 w 883"/>
                  <a:gd name="T23" fmla="*/ 150 h 1483"/>
                  <a:gd name="T24" fmla="*/ 0 w 883"/>
                  <a:gd name="T25" fmla="*/ 141 h 1483"/>
                  <a:gd name="T26" fmla="*/ 27 w 883"/>
                  <a:gd name="T27" fmla="*/ 123 h 1483"/>
                  <a:gd name="T28" fmla="*/ 31 w 883"/>
                  <a:gd name="T29" fmla="*/ 113 h 1483"/>
                  <a:gd name="T30" fmla="*/ 5 w 883"/>
                  <a:gd name="T31" fmla="*/ 108 h 1483"/>
                  <a:gd name="T32" fmla="*/ 27 w 883"/>
                  <a:gd name="T33" fmla="*/ 98 h 1483"/>
                  <a:gd name="T34" fmla="*/ 30 w 883"/>
                  <a:gd name="T35" fmla="*/ 87 h 1483"/>
                  <a:gd name="T36" fmla="*/ 3 w 883"/>
                  <a:gd name="T37" fmla="*/ 84 h 1483"/>
                  <a:gd name="T38" fmla="*/ 7 w 883"/>
                  <a:gd name="T39" fmla="*/ 73 h 1483"/>
                  <a:gd name="T40" fmla="*/ 27 w 883"/>
                  <a:gd name="T41" fmla="*/ 72 h 1483"/>
                  <a:gd name="T42" fmla="*/ 30 w 883"/>
                  <a:gd name="T43" fmla="*/ 59 h 1483"/>
                  <a:gd name="T44" fmla="*/ 7 w 883"/>
                  <a:gd name="T45" fmla="*/ 56 h 1483"/>
                  <a:gd name="T46" fmla="*/ 5 w 883"/>
                  <a:gd name="T47" fmla="*/ 52 h 1483"/>
                  <a:gd name="T48" fmla="*/ 8 w 883"/>
                  <a:gd name="T49" fmla="*/ 45 h 1483"/>
                  <a:gd name="T50" fmla="*/ 30 w 883"/>
                  <a:gd name="T51" fmla="*/ 41 h 1483"/>
                  <a:gd name="T52" fmla="*/ 27 w 883"/>
                  <a:gd name="T53" fmla="*/ 25 h 1483"/>
                  <a:gd name="T54" fmla="*/ 5 w 883"/>
                  <a:gd name="T55" fmla="*/ 22 h 1483"/>
                  <a:gd name="T56" fmla="*/ 27 w 883"/>
                  <a:gd name="T57" fmla="*/ 15 h 1483"/>
                  <a:gd name="T58" fmla="*/ 29 w 883"/>
                  <a:gd name="T59" fmla="*/ 2 h 1483"/>
                  <a:gd name="T60" fmla="*/ 37 w 883"/>
                  <a:gd name="T61" fmla="*/ 8 h 1483"/>
                  <a:gd name="T62" fmla="*/ 44 w 883"/>
                  <a:gd name="T63" fmla="*/ 24 h 1483"/>
                  <a:gd name="T64" fmla="*/ 44 w 883"/>
                  <a:gd name="T65" fmla="*/ 47 h 1483"/>
                  <a:gd name="T66" fmla="*/ 47 w 883"/>
                  <a:gd name="T67" fmla="*/ 79 h 1483"/>
                  <a:gd name="T68" fmla="*/ 68 w 883"/>
                  <a:gd name="T69" fmla="*/ 75 h 1483"/>
                  <a:gd name="T70" fmla="*/ 76 w 883"/>
                  <a:gd name="T71" fmla="*/ 70 h 1483"/>
                  <a:gd name="T72" fmla="*/ 73 w 883"/>
                  <a:gd name="T73" fmla="*/ 47 h 1483"/>
                  <a:gd name="T74" fmla="*/ 75 w 883"/>
                  <a:gd name="T75" fmla="*/ 34 h 1483"/>
                  <a:gd name="T76" fmla="*/ 51 w 883"/>
                  <a:gd name="T77" fmla="*/ 29 h 1483"/>
                  <a:gd name="T78" fmla="*/ 52 w 883"/>
                  <a:gd name="T79" fmla="*/ 16 h 1483"/>
                  <a:gd name="T80" fmla="*/ 73 w 883"/>
                  <a:gd name="T81" fmla="*/ 12 h 1483"/>
                  <a:gd name="T82" fmla="*/ 76 w 883"/>
                  <a:gd name="T83" fmla="*/ 0 h 1483"/>
                  <a:gd name="T84" fmla="*/ 82 w 883"/>
                  <a:gd name="T85" fmla="*/ 8 h 14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83" h="1483">
                    <a:moveTo>
                      <a:pt x="781" y="84"/>
                    </a:moveTo>
                    <a:lnTo>
                      <a:pt x="823" y="120"/>
                    </a:lnTo>
                    <a:lnTo>
                      <a:pt x="847" y="377"/>
                    </a:lnTo>
                    <a:lnTo>
                      <a:pt x="859" y="840"/>
                    </a:lnTo>
                    <a:lnTo>
                      <a:pt x="859" y="888"/>
                    </a:lnTo>
                    <a:lnTo>
                      <a:pt x="835" y="918"/>
                    </a:lnTo>
                    <a:lnTo>
                      <a:pt x="883" y="1380"/>
                    </a:lnTo>
                    <a:lnTo>
                      <a:pt x="847" y="1447"/>
                    </a:lnTo>
                    <a:lnTo>
                      <a:pt x="799" y="1483"/>
                    </a:lnTo>
                    <a:lnTo>
                      <a:pt x="480" y="1483"/>
                    </a:lnTo>
                    <a:lnTo>
                      <a:pt x="457" y="1458"/>
                    </a:lnTo>
                    <a:lnTo>
                      <a:pt x="505" y="1242"/>
                    </a:lnTo>
                    <a:lnTo>
                      <a:pt x="697" y="1231"/>
                    </a:lnTo>
                    <a:lnTo>
                      <a:pt x="733" y="1194"/>
                    </a:lnTo>
                    <a:lnTo>
                      <a:pt x="721" y="894"/>
                    </a:lnTo>
                    <a:lnTo>
                      <a:pt x="685" y="864"/>
                    </a:lnTo>
                    <a:lnTo>
                      <a:pt x="480" y="864"/>
                    </a:lnTo>
                    <a:lnTo>
                      <a:pt x="457" y="840"/>
                    </a:lnTo>
                    <a:lnTo>
                      <a:pt x="415" y="906"/>
                    </a:lnTo>
                    <a:lnTo>
                      <a:pt x="415" y="1321"/>
                    </a:lnTo>
                    <a:lnTo>
                      <a:pt x="390" y="1344"/>
                    </a:lnTo>
                    <a:lnTo>
                      <a:pt x="379" y="1447"/>
                    </a:lnTo>
                    <a:lnTo>
                      <a:pt x="331" y="1483"/>
                    </a:lnTo>
                    <a:lnTo>
                      <a:pt x="12" y="1483"/>
                    </a:lnTo>
                    <a:lnTo>
                      <a:pt x="0" y="1470"/>
                    </a:lnTo>
                    <a:lnTo>
                      <a:pt x="0" y="1398"/>
                    </a:lnTo>
                    <a:lnTo>
                      <a:pt x="61" y="1242"/>
                    </a:lnTo>
                    <a:lnTo>
                      <a:pt x="252" y="1218"/>
                    </a:lnTo>
                    <a:lnTo>
                      <a:pt x="295" y="1129"/>
                    </a:lnTo>
                    <a:lnTo>
                      <a:pt x="295" y="1116"/>
                    </a:lnTo>
                    <a:lnTo>
                      <a:pt x="264" y="1080"/>
                    </a:lnTo>
                    <a:lnTo>
                      <a:pt x="48" y="1068"/>
                    </a:lnTo>
                    <a:lnTo>
                      <a:pt x="66" y="978"/>
                    </a:lnTo>
                    <a:lnTo>
                      <a:pt x="252" y="967"/>
                    </a:lnTo>
                    <a:lnTo>
                      <a:pt x="288" y="931"/>
                    </a:lnTo>
                    <a:lnTo>
                      <a:pt x="288" y="864"/>
                    </a:lnTo>
                    <a:lnTo>
                      <a:pt x="252" y="828"/>
                    </a:lnTo>
                    <a:lnTo>
                      <a:pt x="30" y="828"/>
                    </a:lnTo>
                    <a:lnTo>
                      <a:pt x="30" y="768"/>
                    </a:lnTo>
                    <a:lnTo>
                      <a:pt x="66" y="726"/>
                    </a:lnTo>
                    <a:lnTo>
                      <a:pt x="216" y="714"/>
                    </a:lnTo>
                    <a:lnTo>
                      <a:pt x="252" y="714"/>
                    </a:lnTo>
                    <a:lnTo>
                      <a:pt x="288" y="678"/>
                    </a:lnTo>
                    <a:lnTo>
                      <a:pt x="288" y="588"/>
                    </a:lnTo>
                    <a:lnTo>
                      <a:pt x="228" y="539"/>
                    </a:lnTo>
                    <a:lnTo>
                      <a:pt x="66" y="552"/>
                    </a:lnTo>
                    <a:lnTo>
                      <a:pt x="30" y="552"/>
                    </a:lnTo>
                    <a:lnTo>
                      <a:pt x="48" y="516"/>
                    </a:lnTo>
                    <a:lnTo>
                      <a:pt x="48" y="480"/>
                    </a:lnTo>
                    <a:lnTo>
                      <a:pt x="79" y="449"/>
                    </a:lnTo>
                    <a:lnTo>
                      <a:pt x="252" y="438"/>
                    </a:lnTo>
                    <a:lnTo>
                      <a:pt x="288" y="402"/>
                    </a:lnTo>
                    <a:lnTo>
                      <a:pt x="288" y="288"/>
                    </a:lnTo>
                    <a:lnTo>
                      <a:pt x="252" y="252"/>
                    </a:lnTo>
                    <a:lnTo>
                      <a:pt x="48" y="264"/>
                    </a:lnTo>
                    <a:lnTo>
                      <a:pt x="48" y="221"/>
                    </a:lnTo>
                    <a:lnTo>
                      <a:pt x="66" y="149"/>
                    </a:lnTo>
                    <a:lnTo>
                      <a:pt x="252" y="149"/>
                    </a:lnTo>
                    <a:lnTo>
                      <a:pt x="288" y="120"/>
                    </a:lnTo>
                    <a:lnTo>
                      <a:pt x="277" y="23"/>
                    </a:lnTo>
                    <a:lnTo>
                      <a:pt x="288" y="12"/>
                    </a:lnTo>
                    <a:lnTo>
                      <a:pt x="354" y="84"/>
                    </a:lnTo>
                    <a:lnTo>
                      <a:pt x="390" y="90"/>
                    </a:lnTo>
                    <a:lnTo>
                      <a:pt x="415" y="234"/>
                    </a:lnTo>
                    <a:lnTo>
                      <a:pt x="390" y="324"/>
                    </a:lnTo>
                    <a:lnTo>
                      <a:pt x="415" y="462"/>
                    </a:lnTo>
                    <a:lnTo>
                      <a:pt x="421" y="756"/>
                    </a:lnTo>
                    <a:lnTo>
                      <a:pt x="444" y="780"/>
                    </a:lnTo>
                    <a:lnTo>
                      <a:pt x="480" y="756"/>
                    </a:lnTo>
                    <a:lnTo>
                      <a:pt x="642" y="744"/>
                    </a:lnTo>
                    <a:lnTo>
                      <a:pt x="679" y="738"/>
                    </a:lnTo>
                    <a:lnTo>
                      <a:pt x="721" y="690"/>
                    </a:lnTo>
                    <a:lnTo>
                      <a:pt x="721" y="516"/>
                    </a:lnTo>
                    <a:lnTo>
                      <a:pt x="697" y="462"/>
                    </a:lnTo>
                    <a:lnTo>
                      <a:pt x="709" y="359"/>
                    </a:lnTo>
                    <a:lnTo>
                      <a:pt x="709" y="336"/>
                    </a:lnTo>
                    <a:lnTo>
                      <a:pt x="679" y="300"/>
                    </a:lnTo>
                    <a:lnTo>
                      <a:pt x="480" y="288"/>
                    </a:lnTo>
                    <a:lnTo>
                      <a:pt x="480" y="174"/>
                    </a:lnTo>
                    <a:lnTo>
                      <a:pt x="493" y="162"/>
                    </a:lnTo>
                    <a:lnTo>
                      <a:pt x="679" y="138"/>
                    </a:lnTo>
                    <a:lnTo>
                      <a:pt x="697" y="120"/>
                    </a:lnTo>
                    <a:lnTo>
                      <a:pt x="697" y="23"/>
                    </a:lnTo>
                    <a:lnTo>
                      <a:pt x="721" y="0"/>
                    </a:lnTo>
                    <a:lnTo>
                      <a:pt x="733" y="0"/>
                    </a:lnTo>
                    <a:lnTo>
                      <a:pt x="7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8" name="Freeform 199">
                <a:extLst>
                  <a:ext uri="{FF2B5EF4-FFF2-40B4-BE49-F238E27FC236}">
                    <a16:creationId xmlns:a16="http://schemas.microsoft.com/office/drawing/2014/main" id="{F1D940B7-735B-4469-B499-421F1290ABE7}"/>
                  </a:ext>
                </a:extLst>
              </p:cNvPr>
              <p:cNvSpPr>
                <a:spLocks/>
              </p:cNvSpPr>
              <p:nvPr/>
            </p:nvSpPr>
            <p:spPr bwMode="auto">
              <a:xfrm>
                <a:off x="3543" y="3390"/>
                <a:ext cx="73" cy="53"/>
              </a:xfrm>
              <a:custGeom>
                <a:avLst/>
                <a:gdLst>
                  <a:gd name="T0" fmla="*/ 73 w 698"/>
                  <a:gd name="T1" fmla="*/ 13 h 504"/>
                  <a:gd name="T2" fmla="*/ 69 w 698"/>
                  <a:gd name="T3" fmla="*/ 28 h 504"/>
                  <a:gd name="T4" fmla="*/ 67 w 698"/>
                  <a:gd name="T5" fmla="*/ 32 h 504"/>
                  <a:gd name="T6" fmla="*/ 58 w 698"/>
                  <a:gd name="T7" fmla="*/ 35 h 504"/>
                  <a:gd name="T8" fmla="*/ 56 w 698"/>
                  <a:gd name="T9" fmla="*/ 37 h 504"/>
                  <a:gd name="T10" fmla="*/ 54 w 698"/>
                  <a:gd name="T11" fmla="*/ 49 h 504"/>
                  <a:gd name="T12" fmla="*/ 50 w 698"/>
                  <a:gd name="T13" fmla="*/ 53 h 504"/>
                  <a:gd name="T14" fmla="*/ 0 w 698"/>
                  <a:gd name="T15" fmla="*/ 53 h 504"/>
                  <a:gd name="T16" fmla="*/ 0 w 698"/>
                  <a:gd name="T17" fmla="*/ 45 h 504"/>
                  <a:gd name="T18" fmla="*/ 2 w 698"/>
                  <a:gd name="T19" fmla="*/ 42 h 504"/>
                  <a:gd name="T20" fmla="*/ 39 w 698"/>
                  <a:gd name="T21" fmla="*/ 40 h 504"/>
                  <a:gd name="T22" fmla="*/ 44 w 698"/>
                  <a:gd name="T23" fmla="*/ 33 h 504"/>
                  <a:gd name="T24" fmla="*/ 44 w 698"/>
                  <a:gd name="T25" fmla="*/ 28 h 504"/>
                  <a:gd name="T26" fmla="*/ 38 w 698"/>
                  <a:gd name="T27" fmla="*/ 25 h 504"/>
                  <a:gd name="T28" fmla="*/ 11 w 698"/>
                  <a:gd name="T29" fmla="*/ 24 h 504"/>
                  <a:gd name="T30" fmla="*/ 8 w 698"/>
                  <a:gd name="T31" fmla="*/ 24 h 504"/>
                  <a:gd name="T32" fmla="*/ 8 w 698"/>
                  <a:gd name="T33" fmla="*/ 15 h 504"/>
                  <a:gd name="T34" fmla="*/ 11 w 698"/>
                  <a:gd name="T35" fmla="*/ 12 h 504"/>
                  <a:gd name="T36" fmla="*/ 43 w 698"/>
                  <a:gd name="T37" fmla="*/ 15 h 504"/>
                  <a:gd name="T38" fmla="*/ 52 w 698"/>
                  <a:gd name="T39" fmla="*/ 12 h 504"/>
                  <a:gd name="T40" fmla="*/ 57 w 698"/>
                  <a:gd name="T41" fmla="*/ 6 h 504"/>
                  <a:gd name="T42" fmla="*/ 58 w 698"/>
                  <a:gd name="T43" fmla="*/ 1 h 504"/>
                  <a:gd name="T44" fmla="*/ 61 w 698"/>
                  <a:gd name="T45" fmla="*/ 0 h 504"/>
                  <a:gd name="T46" fmla="*/ 70 w 698"/>
                  <a:gd name="T47" fmla="*/ 11 h 504"/>
                  <a:gd name="T48" fmla="*/ 73 w 698"/>
                  <a:gd name="T49" fmla="*/ 13 h 504"/>
                  <a:gd name="T50" fmla="*/ 73 w 698"/>
                  <a:gd name="T51" fmla="*/ 13 h 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98" h="504">
                    <a:moveTo>
                      <a:pt x="698" y="126"/>
                    </a:moveTo>
                    <a:lnTo>
                      <a:pt x="662" y="264"/>
                    </a:lnTo>
                    <a:lnTo>
                      <a:pt x="637" y="306"/>
                    </a:lnTo>
                    <a:lnTo>
                      <a:pt x="559" y="329"/>
                    </a:lnTo>
                    <a:lnTo>
                      <a:pt x="536" y="354"/>
                    </a:lnTo>
                    <a:lnTo>
                      <a:pt x="518" y="468"/>
                    </a:lnTo>
                    <a:lnTo>
                      <a:pt x="482" y="504"/>
                    </a:lnTo>
                    <a:lnTo>
                      <a:pt x="0" y="504"/>
                    </a:lnTo>
                    <a:lnTo>
                      <a:pt x="0" y="432"/>
                    </a:lnTo>
                    <a:lnTo>
                      <a:pt x="18" y="396"/>
                    </a:lnTo>
                    <a:lnTo>
                      <a:pt x="372" y="378"/>
                    </a:lnTo>
                    <a:lnTo>
                      <a:pt x="421" y="318"/>
                    </a:lnTo>
                    <a:lnTo>
                      <a:pt x="421" y="270"/>
                    </a:lnTo>
                    <a:lnTo>
                      <a:pt x="367" y="239"/>
                    </a:lnTo>
                    <a:lnTo>
                      <a:pt x="109" y="228"/>
                    </a:lnTo>
                    <a:lnTo>
                      <a:pt x="79" y="228"/>
                    </a:lnTo>
                    <a:lnTo>
                      <a:pt x="79" y="138"/>
                    </a:lnTo>
                    <a:lnTo>
                      <a:pt x="102" y="114"/>
                    </a:lnTo>
                    <a:lnTo>
                      <a:pt x="410" y="138"/>
                    </a:lnTo>
                    <a:lnTo>
                      <a:pt x="500" y="114"/>
                    </a:lnTo>
                    <a:lnTo>
                      <a:pt x="547" y="54"/>
                    </a:lnTo>
                    <a:lnTo>
                      <a:pt x="559" y="11"/>
                    </a:lnTo>
                    <a:lnTo>
                      <a:pt x="583" y="0"/>
                    </a:lnTo>
                    <a:lnTo>
                      <a:pt x="673" y="102"/>
                    </a:lnTo>
                    <a:lnTo>
                      <a:pt x="698"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9" name="Freeform 200">
                <a:extLst>
                  <a:ext uri="{FF2B5EF4-FFF2-40B4-BE49-F238E27FC236}">
                    <a16:creationId xmlns:a16="http://schemas.microsoft.com/office/drawing/2014/main" id="{2A046EE4-B1BF-4BD8-B003-C6BFEDEFE4AE}"/>
                  </a:ext>
                </a:extLst>
              </p:cNvPr>
              <p:cNvSpPr>
                <a:spLocks/>
              </p:cNvSpPr>
              <p:nvPr/>
            </p:nvSpPr>
            <p:spPr bwMode="auto">
              <a:xfrm>
                <a:off x="3722" y="3393"/>
                <a:ext cx="19" cy="22"/>
              </a:xfrm>
              <a:custGeom>
                <a:avLst/>
                <a:gdLst>
                  <a:gd name="T0" fmla="*/ 15 w 193"/>
                  <a:gd name="T1" fmla="*/ 7 h 215"/>
                  <a:gd name="T2" fmla="*/ 19 w 193"/>
                  <a:gd name="T3" fmla="*/ 12 h 215"/>
                  <a:gd name="T4" fmla="*/ 15 w 193"/>
                  <a:gd name="T5" fmla="*/ 22 h 215"/>
                  <a:gd name="T6" fmla="*/ 7 w 193"/>
                  <a:gd name="T7" fmla="*/ 22 h 215"/>
                  <a:gd name="T8" fmla="*/ 0 w 193"/>
                  <a:gd name="T9" fmla="*/ 15 h 215"/>
                  <a:gd name="T10" fmla="*/ 0 w 193"/>
                  <a:gd name="T11" fmla="*/ 12 h 215"/>
                  <a:gd name="T12" fmla="*/ 4 w 193"/>
                  <a:gd name="T13" fmla="*/ 9 h 215"/>
                  <a:gd name="T14" fmla="*/ 12 w 193"/>
                  <a:gd name="T15" fmla="*/ 0 h 215"/>
                  <a:gd name="T16" fmla="*/ 14 w 193"/>
                  <a:gd name="T17" fmla="*/ 0 h 215"/>
                  <a:gd name="T18" fmla="*/ 15 w 193"/>
                  <a:gd name="T19" fmla="*/ 7 h 215"/>
                  <a:gd name="T20" fmla="*/ 15 w 193"/>
                  <a:gd name="T21" fmla="*/ 7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3" h="215">
                    <a:moveTo>
                      <a:pt x="157" y="66"/>
                    </a:moveTo>
                    <a:lnTo>
                      <a:pt x="193" y="114"/>
                    </a:lnTo>
                    <a:lnTo>
                      <a:pt x="157" y="215"/>
                    </a:lnTo>
                    <a:lnTo>
                      <a:pt x="67" y="215"/>
                    </a:lnTo>
                    <a:lnTo>
                      <a:pt x="0" y="143"/>
                    </a:lnTo>
                    <a:lnTo>
                      <a:pt x="0" y="114"/>
                    </a:lnTo>
                    <a:lnTo>
                      <a:pt x="43" y="90"/>
                    </a:lnTo>
                    <a:lnTo>
                      <a:pt x="126" y="0"/>
                    </a:lnTo>
                    <a:lnTo>
                      <a:pt x="139" y="0"/>
                    </a:lnTo>
                    <a:lnTo>
                      <a:pt x="157"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0" name="Freeform 201">
                <a:extLst>
                  <a:ext uri="{FF2B5EF4-FFF2-40B4-BE49-F238E27FC236}">
                    <a16:creationId xmlns:a16="http://schemas.microsoft.com/office/drawing/2014/main" id="{3862ACFE-56B5-4ECC-BC5A-99478EDF409E}"/>
                  </a:ext>
                </a:extLst>
              </p:cNvPr>
              <p:cNvSpPr>
                <a:spLocks/>
              </p:cNvSpPr>
              <p:nvPr/>
            </p:nvSpPr>
            <p:spPr bwMode="auto">
              <a:xfrm>
                <a:off x="3790" y="3393"/>
                <a:ext cx="38" cy="28"/>
              </a:xfrm>
              <a:custGeom>
                <a:avLst/>
                <a:gdLst>
                  <a:gd name="T0" fmla="*/ 34 w 367"/>
                  <a:gd name="T1" fmla="*/ 7 h 269"/>
                  <a:gd name="T2" fmla="*/ 38 w 367"/>
                  <a:gd name="T3" fmla="*/ 12 h 269"/>
                  <a:gd name="T4" fmla="*/ 36 w 367"/>
                  <a:gd name="T5" fmla="*/ 24 h 269"/>
                  <a:gd name="T6" fmla="*/ 34 w 367"/>
                  <a:gd name="T7" fmla="*/ 26 h 269"/>
                  <a:gd name="T8" fmla="*/ 8 w 367"/>
                  <a:gd name="T9" fmla="*/ 26 h 269"/>
                  <a:gd name="T10" fmla="*/ 6 w 367"/>
                  <a:gd name="T11" fmla="*/ 28 h 269"/>
                  <a:gd name="T12" fmla="*/ 3 w 367"/>
                  <a:gd name="T13" fmla="*/ 28 h 269"/>
                  <a:gd name="T14" fmla="*/ 0 w 367"/>
                  <a:gd name="T15" fmla="*/ 22 h 269"/>
                  <a:gd name="T16" fmla="*/ 0 w 367"/>
                  <a:gd name="T17" fmla="*/ 17 h 269"/>
                  <a:gd name="T18" fmla="*/ 4 w 367"/>
                  <a:gd name="T19" fmla="*/ 15 h 269"/>
                  <a:gd name="T20" fmla="*/ 22 w 367"/>
                  <a:gd name="T21" fmla="*/ 13 h 269"/>
                  <a:gd name="T22" fmla="*/ 27 w 367"/>
                  <a:gd name="T23" fmla="*/ 3 h 269"/>
                  <a:gd name="T24" fmla="*/ 30 w 367"/>
                  <a:gd name="T25" fmla="*/ 0 h 269"/>
                  <a:gd name="T26" fmla="*/ 31 w 367"/>
                  <a:gd name="T27" fmla="*/ 0 h 269"/>
                  <a:gd name="T28" fmla="*/ 34 w 367"/>
                  <a:gd name="T29" fmla="*/ 7 h 269"/>
                  <a:gd name="T30" fmla="*/ 34 w 367"/>
                  <a:gd name="T31" fmla="*/ 7 h 2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67" h="269">
                    <a:moveTo>
                      <a:pt x="325" y="66"/>
                    </a:moveTo>
                    <a:lnTo>
                      <a:pt x="367" y="114"/>
                    </a:lnTo>
                    <a:lnTo>
                      <a:pt x="343" y="228"/>
                    </a:lnTo>
                    <a:lnTo>
                      <a:pt x="325" y="246"/>
                    </a:lnTo>
                    <a:lnTo>
                      <a:pt x="79" y="246"/>
                    </a:lnTo>
                    <a:lnTo>
                      <a:pt x="61" y="269"/>
                    </a:lnTo>
                    <a:lnTo>
                      <a:pt x="25" y="269"/>
                    </a:lnTo>
                    <a:lnTo>
                      <a:pt x="0" y="215"/>
                    </a:lnTo>
                    <a:lnTo>
                      <a:pt x="0" y="168"/>
                    </a:lnTo>
                    <a:lnTo>
                      <a:pt x="36" y="143"/>
                    </a:lnTo>
                    <a:lnTo>
                      <a:pt x="211" y="125"/>
                    </a:lnTo>
                    <a:lnTo>
                      <a:pt x="265" y="30"/>
                    </a:lnTo>
                    <a:lnTo>
                      <a:pt x="289" y="0"/>
                    </a:lnTo>
                    <a:lnTo>
                      <a:pt x="301" y="0"/>
                    </a:lnTo>
                    <a:lnTo>
                      <a:pt x="32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1" name="Freeform 202">
                <a:extLst>
                  <a:ext uri="{FF2B5EF4-FFF2-40B4-BE49-F238E27FC236}">
                    <a16:creationId xmlns:a16="http://schemas.microsoft.com/office/drawing/2014/main" id="{38F741C7-A42D-493C-A1AF-91FB93AD99BF}"/>
                  </a:ext>
                </a:extLst>
              </p:cNvPr>
              <p:cNvSpPr>
                <a:spLocks/>
              </p:cNvSpPr>
              <p:nvPr/>
            </p:nvSpPr>
            <p:spPr bwMode="auto">
              <a:xfrm>
                <a:off x="3760" y="3396"/>
                <a:ext cx="27" cy="21"/>
              </a:xfrm>
              <a:custGeom>
                <a:avLst/>
                <a:gdLst>
                  <a:gd name="T0" fmla="*/ 25 w 265"/>
                  <a:gd name="T1" fmla="*/ 18 h 216"/>
                  <a:gd name="T2" fmla="*/ 21 w 265"/>
                  <a:gd name="T3" fmla="*/ 21 h 216"/>
                  <a:gd name="T4" fmla="*/ 2 w 265"/>
                  <a:gd name="T5" fmla="*/ 21 h 216"/>
                  <a:gd name="T6" fmla="*/ 0 w 265"/>
                  <a:gd name="T7" fmla="*/ 18 h 216"/>
                  <a:gd name="T8" fmla="*/ 2 w 265"/>
                  <a:gd name="T9" fmla="*/ 14 h 216"/>
                  <a:gd name="T10" fmla="*/ 4 w 265"/>
                  <a:gd name="T11" fmla="*/ 12 h 216"/>
                  <a:gd name="T12" fmla="*/ 9 w 265"/>
                  <a:gd name="T13" fmla="*/ 12 h 216"/>
                  <a:gd name="T14" fmla="*/ 15 w 265"/>
                  <a:gd name="T15" fmla="*/ 4 h 216"/>
                  <a:gd name="T16" fmla="*/ 16 w 265"/>
                  <a:gd name="T17" fmla="*/ 0 h 216"/>
                  <a:gd name="T18" fmla="*/ 27 w 265"/>
                  <a:gd name="T19" fmla="*/ 10 h 216"/>
                  <a:gd name="T20" fmla="*/ 25 w 265"/>
                  <a:gd name="T21" fmla="*/ 18 h 216"/>
                  <a:gd name="T22" fmla="*/ 25 w 265"/>
                  <a:gd name="T23" fmla="*/ 18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5" h="216">
                    <a:moveTo>
                      <a:pt x="241" y="180"/>
                    </a:moveTo>
                    <a:lnTo>
                      <a:pt x="205" y="216"/>
                    </a:lnTo>
                    <a:lnTo>
                      <a:pt x="24" y="216"/>
                    </a:lnTo>
                    <a:lnTo>
                      <a:pt x="0" y="180"/>
                    </a:lnTo>
                    <a:lnTo>
                      <a:pt x="24" y="144"/>
                    </a:lnTo>
                    <a:lnTo>
                      <a:pt x="42" y="120"/>
                    </a:lnTo>
                    <a:lnTo>
                      <a:pt x="90" y="120"/>
                    </a:lnTo>
                    <a:lnTo>
                      <a:pt x="151" y="42"/>
                    </a:lnTo>
                    <a:lnTo>
                      <a:pt x="157" y="0"/>
                    </a:lnTo>
                    <a:lnTo>
                      <a:pt x="265" y="102"/>
                    </a:lnTo>
                    <a:lnTo>
                      <a:pt x="241"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2" name="Freeform 203">
                <a:extLst>
                  <a:ext uri="{FF2B5EF4-FFF2-40B4-BE49-F238E27FC236}">
                    <a16:creationId xmlns:a16="http://schemas.microsoft.com/office/drawing/2014/main" id="{D180BA6C-378B-4021-B45B-17C0D295A5F9}"/>
                  </a:ext>
                </a:extLst>
              </p:cNvPr>
              <p:cNvSpPr>
                <a:spLocks/>
              </p:cNvSpPr>
              <p:nvPr/>
            </p:nvSpPr>
            <p:spPr bwMode="auto">
              <a:xfrm>
                <a:off x="3632" y="3396"/>
                <a:ext cx="22" cy="21"/>
              </a:xfrm>
              <a:custGeom>
                <a:avLst/>
                <a:gdLst>
                  <a:gd name="T0" fmla="*/ 19 w 204"/>
                  <a:gd name="T1" fmla="*/ 6 h 210"/>
                  <a:gd name="T2" fmla="*/ 22 w 204"/>
                  <a:gd name="T3" fmla="*/ 8 h 210"/>
                  <a:gd name="T4" fmla="*/ 19 w 204"/>
                  <a:gd name="T5" fmla="*/ 21 h 210"/>
                  <a:gd name="T6" fmla="*/ 10 w 204"/>
                  <a:gd name="T7" fmla="*/ 21 h 210"/>
                  <a:gd name="T8" fmla="*/ 2 w 204"/>
                  <a:gd name="T9" fmla="*/ 17 h 210"/>
                  <a:gd name="T10" fmla="*/ 0 w 204"/>
                  <a:gd name="T11" fmla="*/ 15 h 210"/>
                  <a:gd name="T12" fmla="*/ 2 w 204"/>
                  <a:gd name="T13" fmla="*/ 10 h 210"/>
                  <a:gd name="T14" fmla="*/ 8 w 204"/>
                  <a:gd name="T15" fmla="*/ 6 h 210"/>
                  <a:gd name="T16" fmla="*/ 12 w 204"/>
                  <a:gd name="T17" fmla="*/ 0 h 210"/>
                  <a:gd name="T18" fmla="*/ 14 w 204"/>
                  <a:gd name="T19" fmla="*/ 0 h 210"/>
                  <a:gd name="T20" fmla="*/ 19 w 204"/>
                  <a:gd name="T21" fmla="*/ 6 h 210"/>
                  <a:gd name="T22" fmla="*/ 19 w 204"/>
                  <a:gd name="T23" fmla="*/ 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4" h="210">
                    <a:moveTo>
                      <a:pt x="180" y="60"/>
                    </a:moveTo>
                    <a:lnTo>
                      <a:pt x="204" y="84"/>
                    </a:lnTo>
                    <a:lnTo>
                      <a:pt x="180" y="210"/>
                    </a:lnTo>
                    <a:lnTo>
                      <a:pt x="90" y="210"/>
                    </a:lnTo>
                    <a:lnTo>
                      <a:pt x="18" y="174"/>
                    </a:lnTo>
                    <a:lnTo>
                      <a:pt x="0" y="150"/>
                    </a:lnTo>
                    <a:lnTo>
                      <a:pt x="18" y="96"/>
                    </a:lnTo>
                    <a:lnTo>
                      <a:pt x="78" y="60"/>
                    </a:lnTo>
                    <a:lnTo>
                      <a:pt x="114" y="0"/>
                    </a:lnTo>
                    <a:lnTo>
                      <a:pt x="132" y="0"/>
                    </a:lnTo>
                    <a:lnTo>
                      <a:pt x="18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3" name="Freeform 204">
                <a:extLst>
                  <a:ext uri="{FF2B5EF4-FFF2-40B4-BE49-F238E27FC236}">
                    <a16:creationId xmlns:a16="http://schemas.microsoft.com/office/drawing/2014/main" id="{51D99BA8-405D-462B-A920-00AFF97C2C3C}"/>
                  </a:ext>
                </a:extLst>
              </p:cNvPr>
              <p:cNvSpPr>
                <a:spLocks/>
              </p:cNvSpPr>
              <p:nvPr/>
            </p:nvSpPr>
            <p:spPr bwMode="auto">
              <a:xfrm>
                <a:off x="3680" y="3398"/>
                <a:ext cx="21" cy="19"/>
              </a:xfrm>
              <a:custGeom>
                <a:avLst/>
                <a:gdLst>
                  <a:gd name="T0" fmla="*/ 19 w 203"/>
                  <a:gd name="T1" fmla="*/ 6 h 199"/>
                  <a:gd name="T2" fmla="*/ 21 w 203"/>
                  <a:gd name="T3" fmla="*/ 8 h 199"/>
                  <a:gd name="T4" fmla="*/ 21 w 203"/>
                  <a:gd name="T5" fmla="*/ 16 h 199"/>
                  <a:gd name="T6" fmla="*/ 18 w 203"/>
                  <a:gd name="T7" fmla="*/ 19 h 199"/>
                  <a:gd name="T8" fmla="*/ 6 w 203"/>
                  <a:gd name="T9" fmla="*/ 18 h 199"/>
                  <a:gd name="T10" fmla="*/ 0 w 203"/>
                  <a:gd name="T11" fmla="*/ 13 h 199"/>
                  <a:gd name="T12" fmla="*/ 0 w 203"/>
                  <a:gd name="T13" fmla="*/ 10 h 199"/>
                  <a:gd name="T14" fmla="*/ 2 w 203"/>
                  <a:gd name="T15" fmla="*/ 9 h 199"/>
                  <a:gd name="T16" fmla="*/ 8 w 203"/>
                  <a:gd name="T17" fmla="*/ 0 h 199"/>
                  <a:gd name="T18" fmla="*/ 15 w 203"/>
                  <a:gd name="T19" fmla="*/ 6 h 199"/>
                  <a:gd name="T20" fmla="*/ 19 w 203"/>
                  <a:gd name="T21" fmla="*/ 6 h 199"/>
                  <a:gd name="T22" fmla="*/ 19 w 203"/>
                  <a:gd name="T23" fmla="*/ 6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3" h="199">
                    <a:moveTo>
                      <a:pt x="180" y="61"/>
                    </a:moveTo>
                    <a:lnTo>
                      <a:pt x="203" y="84"/>
                    </a:lnTo>
                    <a:lnTo>
                      <a:pt x="203" y="163"/>
                    </a:lnTo>
                    <a:lnTo>
                      <a:pt x="173" y="199"/>
                    </a:lnTo>
                    <a:lnTo>
                      <a:pt x="54" y="187"/>
                    </a:lnTo>
                    <a:lnTo>
                      <a:pt x="0" y="138"/>
                    </a:lnTo>
                    <a:lnTo>
                      <a:pt x="0" y="102"/>
                    </a:lnTo>
                    <a:lnTo>
                      <a:pt x="23" y="91"/>
                    </a:lnTo>
                    <a:lnTo>
                      <a:pt x="77" y="0"/>
                    </a:lnTo>
                    <a:lnTo>
                      <a:pt x="149" y="61"/>
                    </a:lnTo>
                    <a:lnTo>
                      <a:pt x="18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4" name="Freeform 205">
                <a:extLst>
                  <a:ext uri="{FF2B5EF4-FFF2-40B4-BE49-F238E27FC236}">
                    <a16:creationId xmlns:a16="http://schemas.microsoft.com/office/drawing/2014/main" id="{D8B64AA0-283A-4A7A-9CB4-78323E7646AA}"/>
                  </a:ext>
                </a:extLst>
              </p:cNvPr>
              <p:cNvSpPr>
                <a:spLocks/>
              </p:cNvSpPr>
              <p:nvPr/>
            </p:nvSpPr>
            <p:spPr bwMode="auto">
              <a:xfrm>
                <a:off x="3725" y="3421"/>
                <a:ext cx="65" cy="49"/>
              </a:xfrm>
              <a:custGeom>
                <a:avLst/>
                <a:gdLst>
                  <a:gd name="T0" fmla="*/ 61 w 642"/>
                  <a:gd name="T1" fmla="*/ 9 h 487"/>
                  <a:gd name="T2" fmla="*/ 65 w 642"/>
                  <a:gd name="T3" fmla="*/ 13 h 487"/>
                  <a:gd name="T4" fmla="*/ 63 w 642"/>
                  <a:gd name="T5" fmla="*/ 21 h 487"/>
                  <a:gd name="T6" fmla="*/ 60 w 642"/>
                  <a:gd name="T7" fmla="*/ 24 h 487"/>
                  <a:gd name="T8" fmla="*/ 49 w 642"/>
                  <a:gd name="T9" fmla="*/ 24 h 487"/>
                  <a:gd name="T10" fmla="*/ 43 w 642"/>
                  <a:gd name="T11" fmla="*/ 30 h 487"/>
                  <a:gd name="T12" fmla="*/ 38 w 642"/>
                  <a:gd name="T13" fmla="*/ 47 h 487"/>
                  <a:gd name="T14" fmla="*/ 35 w 642"/>
                  <a:gd name="T15" fmla="*/ 49 h 487"/>
                  <a:gd name="T16" fmla="*/ 5 w 642"/>
                  <a:gd name="T17" fmla="*/ 48 h 487"/>
                  <a:gd name="T18" fmla="*/ 1 w 642"/>
                  <a:gd name="T19" fmla="*/ 48 h 487"/>
                  <a:gd name="T20" fmla="*/ 0 w 642"/>
                  <a:gd name="T21" fmla="*/ 47 h 487"/>
                  <a:gd name="T22" fmla="*/ 0 w 642"/>
                  <a:gd name="T23" fmla="*/ 44 h 487"/>
                  <a:gd name="T24" fmla="*/ 7 w 642"/>
                  <a:gd name="T25" fmla="*/ 39 h 487"/>
                  <a:gd name="T26" fmla="*/ 21 w 642"/>
                  <a:gd name="T27" fmla="*/ 39 h 487"/>
                  <a:gd name="T28" fmla="*/ 26 w 642"/>
                  <a:gd name="T29" fmla="*/ 31 h 487"/>
                  <a:gd name="T30" fmla="*/ 26 w 642"/>
                  <a:gd name="T31" fmla="*/ 28 h 487"/>
                  <a:gd name="T32" fmla="*/ 29 w 642"/>
                  <a:gd name="T33" fmla="*/ 24 h 487"/>
                  <a:gd name="T34" fmla="*/ 36 w 642"/>
                  <a:gd name="T35" fmla="*/ 28 h 487"/>
                  <a:gd name="T36" fmla="*/ 38 w 642"/>
                  <a:gd name="T37" fmla="*/ 25 h 487"/>
                  <a:gd name="T38" fmla="*/ 38 w 642"/>
                  <a:gd name="T39" fmla="*/ 24 h 487"/>
                  <a:gd name="T40" fmla="*/ 30 w 642"/>
                  <a:gd name="T41" fmla="*/ 15 h 487"/>
                  <a:gd name="T42" fmla="*/ 33 w 642"/>
                  <a:gd name="T43" fmla="*/ 13 h 487"/>
                  <a:gd name="T44" fmla="*/ 51 w 642"/>
                  <a:gd name="T45" fmla="*/ 13 h 487"/>
                  <a:gd name="T46" fmla="*/ 55 w 642"/>
                  <a:gd name="T47" fmla="*/ 10 h 487"/>
                  <a:gd name="T48" fmla="*/ 55 w 642"/>
                  <a:gd name="T49" fmla="*/ 3 h 487"/>
                  <a:gd name="T50" fmla="*/ 57 w 642"/>
                  <a:gd name="T51" fmla="*/ 0 h 487"/>
                  <a:gd name="T52" fmla="*/ 61 w 642"/>
                  <a:gd name="T53" fmla="*/ 4 h 487"/>
                  <a:gd name="T54" fmla="*/ 61 w 642"/>
                  <a:gd name="T55" fmla="*/ 9 h 487"/>
                  <a:gd name="T56" fmla="*/ 61 w 642"/>
                  <a:gd name="T57" fmla="*/ 9 h 48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42" h="487">
                    <a:moveTo>
                      <a:pt x="601" y="85"/>
                    </a:moveTo>
                    <a:lnTo>
                      <a:pt x="642" y="133"/>
                    </a:lnTo>
                    <a:lnTo>
                      <a:pt x="619" y="211"/>
                    </a:lnTo>
                    <a:lnTo>
                      <a:pt x="588" y="241"/>
                    </a:lnTo>
                    <a:lnTo>
                      <a:pt x="487" y="241"/>
                    </a:lnTo>
                    <a:lnTo>
                      <a:pt x="426" y="301"/>
                    </a:lnTo>
                    <a:lnTo>
                      <a:pt x="378" y="464"/>
                    </a:lnTo>
                    <a:lnTo>
                      <a:pt x="349" y="487"/>
                    </a:lnTo>
                    <a:lnTo>
                      <a:pt x="48" y="475"/>
                    </a:lnTo>
                    <a:lnTo>
                      <a:pt x="12" y="475"/>
                    </a:lnTo>
                    <a:lnTo>
                      <a:pt x="0" y="464"/>
                    </a:lnTo>
                    <a:lnTo>
                      <a:pt x="0" y="439"/>
                    </a:lnTo>
                    <a:lnTo>
                      <a:pt x="72" y="385"/>
                    </a:lnTo>
                    <a:lnTo>
                      <a:pt x="210" y="385"/>
                    </a:lnTo>
                    <a:lnTo>
                      <a:pt x="259" y="313"/>
                    </a:lnTo>
                    <a:lnTo>
                      <a:pt x="259" y="277"/>
                    </a:lnTo>
                    <a:lnTo>
                      <a:pt x="288" y="241"/>
                    </a:lnTo>
                    <a:lnTo>
                      <a:pt x="360" y="277"/>
                    </a:lnTo>
                    <a:lnTo>
                      <a:pt x="378" y="253"/>
                    </a:lnTo>
                    <a:lnTo>
                      <a:pt x="378" y="235"/>
                    </a:lnTo>
                    <a:lnTo>
                      <a:pt x="300" y="151"/>
                    </a:lnTo>
                    <a:lnTo>
                      <a:pt x="324" y="133"/>
                    </a:lnTo>
                    <a:lnTo>
                      <a:pt x="505" y="133"/>
                    </a:lnTo>
                    <a:lnTo>
                      <a:pt x="541" y="97"/>
                    </a:lnTo>
                    <a:lnTo>
                      <a:pt x="541" y="25"/>
                    </a:lnTo>
                    <a:lnTo>
                      <a:pt x="565" y="0"/>
                    </a:lnTo>
                    <a:lnTo>
                      <a:pt x="601" y="36"/>
                    </a:lnTo>
                    <a:lnTo>
                      <a:pt x="601"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5" name="Freeform 206">
                <a:extLst>
                  <a:ext uri="{FF2B5EF4-FFF2-40B4-BE49-F238E27FC236}">
                    <a16:creationId xmlns:a16="http://schemas.microsoft.com/office/drawing/2014/main" id="{D1806993-98FC-4EF7-A37D-451E05B23F7F}"/>
                  </a:ext>
                </a:extLst>
              </p:cNvPr>
              <p:cNvSpPr>
                <a:spLocks/>
              </p:cNvSpPr>
              <p:nvPr/>
            </p:nvSpPr>
            <p:spPr bwMode="auto">
              <a:xfrm>
                <a:off x="3642" y="3424"/>
                <a:ext cx="18" cy="22"/>
              </a:xfrm>
              <a:custGeom>
                <a:avLst/>
                <a:gdLst>
                  <a:gd name="T0" fmla="*/ 17 w 180"/>
                  <a:gd name="T1" fmla="*/ 19 h 217"/>
                  <a:gd name="T2" fmla="*/ 14 w 180"/>
                  <a:gd name="T3" fmla="*/ 22 h 217"/>
                  <a:gd name="T4" fmla="*/ 0 w 180"/>
                  <a:gd name="T5" fmla="*/ 18 h 217"/>
                  <a:gd name="T6" fmla="*/ 0 w 180"/>
                  <a:gd name="T7" fmla="*/ 10 h 217"/>
                  <a:gd name="T8" fmla="*/ 4 w 180"/>
                  <a:gd name="T9" fmla="*/ 7 h 217"/>
                  <a:gd name="T10" fmla="*/ 9 w 180"/>
                  <a:gd name="T11" fmla="*/ 0 h 217"/>
                  <a:gd name="T12" fmla="*/ 18 w 180"/>
                  <a:gd name="T13" fmla="*/ 12 h 217"/>
                  <a:gd name="T14" fmla="*/ 17 w 180"/>
                  <a:gd name="T15" fmla="*/ 19 h 217"/>
                  <a:gd name="T16" fmla="*/ 17 w 180"/>
                  <a:gd name="T17" fmla="*/ 19 h 2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217">
                    <a:moveTo>
                      <a:pt x="168" y="187"/>
                    </a:moveTo>
                    <a:lnTo>
                      <a:pt x="138" y="217"/>
                    </a:lnTo>
                    <a:lnTo>
                      <a:pt x="0" y="175"/>
                    </a:lnTo>
                    <a:lnTo>
                      <a:pt x="0" y="97"/>
                    </a:lnTo>
                    <a:lnTo>
                      <a:pt x="42" y="67"/>
                    </a:lnTo>
                    <a:lnTo>
                      <a:pt x="90" y="0"/>
                    </a:lnTo>
                    <a:lnTo>
                      <a:pt x="180" y="115"/>
                    </a:lnTo>
                    <a:lnTo>
                      <a:pt x="168"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6" name="Freeform 207">
                <a:extLst>
                  <a:ext uri="{FF2B5EF4-FFF2-40B4-BE49-F238E27FC236}">
                    <a16:creationId xmlns:a16="http://schemas.microsoft.com/office/drawing/2014/main" id="{E756342F-7B5B-413A-AB0B-41E0AFC2FCE8}"/>
                  </a:ext>
                </a:extLst>
              </p:cNvPr>
              <p:cNvSpPr>
                <a:spLocks/>
              </p:cNvSpPr>
              <p:nvPr/>
            </p:nvSpPr>
            <p:spPr bwMode="auto">
              <a:xfrm>
                <a:off x="3683" y="3425"/>
                <a:ext cx="18" cy="23"/>
              </a:xfrm>
              <a:custGeom>
                <a:avLst/>
                <a:gdLst>
                  <a:gd name="T0" fmla="*/ 16 w 155"/>
                  <a:gd name="T1" fmla="*/ 6 h 216"/>
                  <a:gd name="T2" fmla="*/ 18 w 155"/>
                  <a:gd name="T3" fmla="*/ 10 h 216"/>
                  <a:gd name="T4" fmla="*/ 18 w 155"/>
                  <a:gd name="T5" fmla="*/ 19 h 216"/>
                  <a:gd name="T6" fmla="*/ 15 w 155"/>
                  <a:gd name="T7" fmla="*/ 22 h 216"/>
                  <a:gd name="T8" fmla="*/ 2 w 155"/>
                  <a:gd name="T9" fmla="*/ 23 h 216"/>
                  <a:gd name="T10" fmla="*/ 0 w 155"/>
                  <a:gd name="T11" fmla="*/ 20 h 216"/>
                  <a:gd name="T12" fmla="*/ 0 w 155"/>
                  <a:gd name="T13" fmla="*/ 12 h 216"/>
                  <a:gd name="T14" fmla="*/ 10 w 155"/>
                  <a:gd name="T15" fmla="*/ 2 h 216"/>
                  <a:gd name="T16" fmla="*/ 12 w 155"/>
                  <a:gd name="T17" fmla="*/ 0 h 216"/>
                  <a:gd name="T18" fmla="*/ 15 w 155"/>
                  <a:gd name="T19" fmla="*/ 0 h 216"/>
                  <a:gd name="T20" fmla="*/ 16 w 155"/>
                  <a:gd name="T21" fmla="*/ 6 h 216"/>
                  <a:gd name="T22" fmla="*/ 16 w 155"/>
                  <a:gd name="T23" fmla="*/ 6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5" h="216">
                    <a:moveTo>
                      <a:pt x="137" y="54"/>
                    </a:moveTo>
                    <a:lnTo>
                      <a:pt x="155" y="90"/>
                    </a:lnTo>
                    <a:lnTo>
                      <a:pt x="155" y="174"/>
                    </a:lnTo>
                    <a:lnTo>
                      <a:pt x="126" y="204"/>
                    </a:lnTo>
                    <a:lnTo>
                      <a:pt x="18" y="216"/>
                    </a:lnTo>
                    <a:lnTo>
                      <a:pt x="0" y="186"/>
                    </a:lnTo>
                    <a:lnTo>
                      <a:pt x="0" y="114"/>
                    </a:lnTo>
                    <a:lnTo>
                      <a:pt x="90" y="23"/>
                    </a:lnTo>
                    <a:lnTo>
                      <a:pt x="101" y="0"/>
                    </a:lnTo>
                    <a:lnTo>
                      <a:pt x="126" y="0"/>
                    </a:lnTo>
                    <a:lnTo>
                      <a:pt x="137"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7" name="Freeform 208">
                <a:extLst>
                  <a:ext uri="{FF2B5EF4-FFF2-40B4-BE49-F238E27FC236}">
                    <a16:creationId xmlns:a16="http://schemas.microsoft.com/office/drawing/2014/main" id="{5C09B8FB-366E-41F6-A590-437CB87E0E77}"/>
                  </a:ext>
                </a:extLst>
              </p:cNvPr>
              <p:cNvSpPr>
                <a:spLocks/>
              </p:cNvSpPr>
              <p:nvPr/>
            </p:nvSpPr>
            <p:spPr bwMode="auto">
              <a:xfrm>
                <a:off x="3724" y="3426"/>
                <a:ext cx="21" cy="19"/>
              </a:xfrm>
              <a:custGeom>
                <a:avLst/>
                <a:gdLst>
                  <a:gd name="T0" fmla="*/ 21 w 204"/>
                  <a:gd name="T1" fmla="*/ 15 h 174"/>
                  <a:gd name="T2" fmla="*/ 17 w 204"/>
                  <a:gd name="T3" fmla="*/ 19 h 174"/>
                  <a:gd name="T4" fmla="*/ 3 w 204"/>
                  <a:gd name="T5" fmla="*/ 18 h 174"/>
                  <a:gd name="T6" fmla="*/ 0 w 204"/>
                  <a:gd name="T7" fmla="*/ 14 h 174"/>
                  <a:gd name="T8" fmla="*/ 14 w 204"/>
                  <a:gd name="T9" fmla="*/ 0 h 174"/>
                  <a:gd name="T10" fmla="*/ 21 w 204"/>
                  <a:gd name="T11" fmla="*/ 9 h 174"/>
                  <a:gd name="T12" fmla="*/ 21 w 204"/>
                  <a:gd name="T13" fmla="*/ 15 h 174"/>
                  <a:gd name="T14" fmla="*/ 21 w 204"/>
                  <a:gd name="T15" fmla="*/ 15 h 1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 h="174">
                    <a:moveTo>
                      <a:pt x="204" y="138"/>
                    </a:moveTo>
                    <a:lnTo>
                      <a:pt x="168" y="174"/>
                    </a:lnTo>
                    <a:lnTo>
                      <a:pt x="29" y="162"/>
                    </a:lnTo>
                    <a:lnTo>
                      <a:pt x="0" y="126"/>
                    </a:lnTo>
                    <a:lnTo>
                      <a:pt x="132" y="0"/>
                    </a:lnTo>
                    <a:lnTo>
                      <a:pt x="204" y="78"/>
                    </a:lnTo>
                    <a:lnTo>
                      <a:pt x="20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8" name="Freeform 209">
                <a:extLst>
                  <a:ext uri="{FF2B5EF4-FFF2-40B4-BE49-F238E27FC236}">
                    <a16:creationId xmlns:a16="http://schemas.microsoft.com/office/drawing/2014/main" id="{BBAD7E7F-F213-4304-9489-5EDAA33AEC10}"/>
                  </a:ext>
                </a:extLst>
              </p:cNvPr>
              <p:cNvSpPr>
                <a:spLocks/>
              </p:cNvSpPr>
              <p:nvPr/>
            </p:nvSpPr>
            <p:spPr bwMode="auto">
              <a:xfrm>
                <a:off x="3520" y="3446"/>
                <a:ext cx="115" cy="60"/>
              </a:xfrm>
              <a:custGeom>
                <a:avLst/>
                <a:gdLst>
                  <a:gd name="T0" fmla="*/ 115 w 1123"/>
                  <a:gd name="T1" fmla="*/ 13 h 601"/>
                  <a:gd name="T2" fmla="*/ 107 w 1123"/>
                  <a:gd name="T3" fmla="*/ 36 h 601"/>
                  <a:gd name="T4" fmla="*/ 102 w 1123"/>
                  <a:gd name="T5" fmla="*/ 39 h 601"/>
                  <a:gd name="T6" fmla="*/ 79 w 1123"/>
                  <a:gd name="T7" fmla="*/ 38 h 601"/>
                  <a:gd name="T8" fmla="*/ 72 w 1123"/>
                  <a:gd name="T9" fmla="*/ 45 h 601"/>
                  <a:gd name="T10" fmla="*/ 66 w 1123"/>
                  <a:gd name="T11" fmla="*/ 58 h 601"/>
                  <a:gd name="T12" fmla="*/ 62 w 1123"/>
                  <a:gd name="T13" fmla="*/ 60 h 601"/>
                  <a:gd name="T14" fmla="*/ 0 w 1123"/>
                  <a:gd name="T15" fmla="*/ 59 h 601"/>
                  <a:gd name="T16" fmla="*/ 0 w 1123"/>
                  <a:gd name="T17" fmla="*/ 54 h 601"/>
                  <a:gd name="T18" fmla="*/ 11 w 1123"/>
                  <a:gd name="T19" fmla="*/ 38 h 601"/>
                  <a:gd name="T20" fmla="*/ 12 w 1123"/>
                  <a:gd name="T21" fmla="*/ 32 h 601"/>
                  <a:gd name="T22" fmla="*/ 15 w 1123"/>
                  <a:gd name="T23" fmla="*/ 30 h 601"/>
                  <a:gd name="T24" fmla="*/ 55 w 1123"/>
                  <a:gd name="T25" fmla="*/ 30 h 601"/>
                  <a:gd name="T26" fmla="*/ 59 w 1123"/>
                  <a:gd name="T27" fmla="*/ 26 h 601"/>
                  <a:gd name="T28" fmla="*/ 55 w 1123"/>
                  <a:gd name="T29" fmla="*/ 22 h 601"/>
                  <a:gd name="T30" fmla="*/ 25 w 1123"/>
                  <a:gd name="T31" fmla="*/ 19 h 601"/>
                  <a:gd name="T32" fmla="*/ 19 w 1123"/>
                  <a:gd name="T33" fmla="*/ 16 h 601"/>
                  <a:gd name="T34" fmla="*/ 17 w 1123"/>
                  <a:gd name="T35" fmla="*/ 14 h 601"/>
                  <a:gd name="T36" fmla="*/ 20 w 1123"/>
                  <a:gd name="T37" fmla="*/ 11 h 601"/>
                  <a:gd name="T38" fmla="*/ 92 w 1123"/>
                  <a:gd name="T39" fmla="*/ 11 h 601"/>
                  <a:gd name="T40" fmla="*/ 100 w 1123"/>
                  <a:gd name="T41" fmla="*/ 2 h 601"/>
                  <a:gd name="T42" fmla="*/ 101 w 1123"/>
                  <a:gd name="T43" fmla="*/ 0 h 601"/>
                  <a:gd name="T44" fmla="*/ 105 w 1123"/>
                  <a:gd name="T45" fmla="*/ 1 h 601"/>
                  <a:gd name="T46" fmla="*/ 115 w 1123"/>
                  <a:gd name="T47" fmla="*/ 13 h 601"/>
                  <a:gd name="T48" fmla="*/ 115 w 1123"/>
                  <a:gd name="T49" fmla="*/ 13 h 6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3" h="601">
                    <a:moveTo>
                      <a:pt x="1123" y="132"/>
                    </a:moveTo>
                    <a:lnTo>
                      <a:pt x="1046" y="360"/>
                    </a:lnTo>
                    <a:lnTo>
                      <a:pt x="997" y="391"/>
                    </a:lnTo>
                    <a:lnTo>
                      <a:pt x="769" y="378"/>
                    </a:lnTo>
                    <a:lnTo>
                      <a:pt x="704" y="450"/>
                    </a:lnTo>
                    <a:lnTo>
                      <a:pt x="643" y="576"/>
                    </a:lnTo>
                    <a:lnTo>
                      <a:pt x="607" y="601"/>
                    </a:lnTo>
                    <a:lnTo>
                      <a:pt x="0" y="588"/>
                    </a:lnTo>
                    <a:lnTo>
                      <a:pt x="0" y="540"/>
                    </a:lnTo>
                    <a:lnTo>
                      <a:pt x="103" y="378"/>
                    </a:lnTo>
                    <a:lnTo>
                      <a:pt x="114" y="324"/>
                    </a:lnTo>
                    <a:lnTo>
                      <a:pt x="150" y="301"/>
                    </a:lnTo>
                    <a:lnTo>
                      <a:pt x="540" y="301"/>
                    </a:lnTo>
                    <a:lnTo>
                      <a:pt x="576" y="258"/>
                    </a:lnTo>
                    <a:lnTo>
                      <a:pt x="540" y="222"/>
                    </a:lnTo>
                    <a:lnTo>
                      <a:pt x="240" y="186"/>
                    </a:lnTo>
                    <a:lnTo>
                      <a:pt x="186" y="162"/>
                    </a:lnTo>
                    <a:lnTo>
                      <a:pt x="162" y="138"/>
                    </a:lnTo>
                    <a:lnTo>
                      <a:pt x="198" y="108"/>
                    </a:lnTo>
                    <a:lnTo>
                      <a:pt x="895" y="108"/>
                    </a:lnTo>
                    <a:lnTo>
                      <a:pt x="979" y="24"/>
                    </a:lnTo>
                    <a:lnTo>
                      <a:pt x="986" y="0"/>
                    </a:lnTo>
                    <a:lnTo>
                      <a:pt x="1022" y="12"/>
                    </a:lnTo>
                    <a:lnTo>
                      <a:pt x="1123"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9" name="Freeform 210">
                <a:extLst>
                  <a:ext uri="{FF2B5EF4-FFF2-40B4-BE49-F238E27FC236}">
                    <a16:creationId xmlns:a16="http://schemas.microsoft.com/office/drawing/2014/main" id="{98262284-8FD9-46CB-9C6B-6CD1F0D0ADD7}"/>
                  </a:ext>
                </a:extLst>
              </p:cNvPr>
              <p:cNvSpPr>
                <a:spLocks/>
              </p:cNvSpPr>
              <p:nvPr/>
            </p:nvSpPr>
            <p:spPr bwMode="auto">
              <a:xfrm>
                <a:off x="3696" y="3448"/>
                <a:ext cx="20" cy="22"/>
              </a:xfrm>
              <a:custGeom>
                <a:avLst/>
                <a:gdLst>
                  <a:gd name="T0" fmla="*/ 16 w 205"/>
                  <a:gd name="T1" fmla="*/ 5 h 210"/>
                  <a:gd name="T2" fmla="*/ 20 w 205"/>
                  <a:gd name="T3" fmla="*/ 8 h 210"/>
                  <a:gd name="T4" fmla="*/ 20 w 205"/>
                  <a:gd name="T5" fmla="*/ 17 h 210"/>
                  <a:gd name="T6" fmla="*/ 15 w 205"/>
                  <a:gd name="T7" fmla="*/ 22 h 210"/>
                  <a:gd name="T8" fmla="*/ 3 w 205"/>
                  <a:gd name="T9" fmla="*/ 20 h 210"/>
                  <a:gd name="T10" fmla="*/ 0 w 205"/>
                  <a:gd name="T11" fmla="*/ 14 h 210"/>
                  <a:gd name="T12" fmla="*/ 0 w 205"/>
                  <a:gd name="T13" fmla="*/ 13 h 210"/>
                  <a:gd name="T14" fmla="*/ 2 w 205"/>
                  <a:gd name="T15" fmla="*/ 11 h 210"/>
                  <a:gd name="T16" fmla="*/ 7 w 205"/>
                  <a:gd name="T17" fmla="*/ 11 h 210"/>
                  <a:gd name="T18" fmla="*/ 12 w 205"/>
                  <a:gd name="T19" fmla="*/ 1 h 210"/>
                  <a:gd name="T20" fmla="*/ 12 w 205"/>
                  <a:gd name="T21" fmla="*/ 0 h 210"/>
                  <a:gd name="T22" fmla="*/ 15 w 205"/>
                  <a:gd name="T23" fmla="*/ 0 h 210"/>
                  <a:gd name="T24" fmla="*/ 16 w 205"/>
                  <a:gd name="T25" fmla="*/ 5 h 210"/>
                  <a:gd name="T26" fmla="*/ 16 w 205"/>
                  <a:gd name="T27" fmla="*/ 5 h 2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0">
                    <a:moveTo>
                      <a:pt x="169" y="48"/>
                    </a:moveTo>
                    <a:lnTo>
                      <a:pt x="205" y="72"/>
                    </a:lnTo>
                    <a:lnTo>
                      <a:pt x="205" y="162"/>
                    </a:lnTo>
                    <a:lnTo>
                      <a:pt x="157" y="210"/>
                    </a:lnTo>
                    <a:lnTo>
                      <a:pt x="31" y="187"/>
                    </a:lnTo>
                    <a:lnTo>
                      <a:pt x="0" y="138"/>
                    </a:lnTo>
                    <a:lnTo>
                      <a:pt x="0" y="126"/>
                    </a:lnTo>
                    <a:lnTo>
                      <a:pt x="24" y="108"/>
                    </a:lnTo>
                    <a:lnTo>
                      <a:pt x="67" y="108"/>
                    </a:lnTo>
                    <a:lnTo>
                      <a:pt x="126" y="12"/>
                    </a:lnTo>
                    <a:lnTo>
                      <a:pt x="126" y="0"/>
                    </a:lnTo>
                    <a:lnTo>
                      <a:pt x="151" y="0"/>
                    </a:lnTo>
                    <a:lnTo>
                      <a:pt x="16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0" name="Freeform 211">
                <a:extLst>
                  <a:ext uri="{FF2B5EF4-FFF2-40B4-BE49-F238E27FC236}">
                    <a16:creationId xmlns:a16="http://schemas.microsoft.com/office/drawing/2014/main" id="{18CA8CEB-81D7-497A-AC38-464B039971EC}"/>
                  </a:ext>
                </a:extLst>
              </p:cNvPr>
              <p:cNvSpPr>
                <a:spLocks/>
              </p:cNvSpPr>
              <p:nvPr/>
            </p:nvSpPr>
            <p:spPr bwMode="auto">
              <a:xfrm>
                <a:off x="3654" y="3451"/>
                <a:ext cx="20" cy="18"/>
              </a:xfrm>
              <a:custGeom>
                <a:avLst/>
                <a:gdLst>
                  <a:gd name="T0" fmla="*/ 20 w 192"/>
                  <a:gd name="T1" fmla="*/ 12 h 186"/>
                  <a:gd name="T2" fmla="*/ 19 w 192"/>
                  <a:gd name="T3" fmla="*/ 16 h 186"/>
                  <a:gd name="T4" fmla="*/ 16 w 192"/>
                  <a:gd name="T5" fmla="*/ 18 h 186"/>
                  <a:gd name="T6" fmla="*/ 3 w 192"/>
                  <a:gd name="T7" fmla="*/ 16 h 186"/>
                  <a:gd name="T8" fmla="*/ 0 w 192"/>
                  <a:gd name="T9" fmla="*/ 10 h 186"/>
                  <a:gd name="T10" fmla="*/ 4 w 192"/>
                  <a:gd name="T11" fmla="*/ 7 h 186"/>
                  <a:gd name="T12" fmla="*/ 8 w 192"/>
                  <a:gd name="T13" fmla="*/ 7 h 186"/>
                  <a:gd name="T14" fmla="*/ 14 w 192"/>
                  <a:gd name="T15" fmla="*/ 0 h 186"/>
                  <a:gd name="T16" fmla="*/ 16 w 192"/>
                  <a:gd name="T17" fmla="*/ 0 h 186"/>
                  <a:gd name="T18" fmla="*/ 20 w 192"/>
                  <a:gd name="T19" fmla="*/ 12 h 186"/>
                  <a:gd name="T20" fmla="*/ 20 w 192"/>
                  <a:gd name="T21" fmla="*/ 12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186">
                    <a:moveTo>
                      <a:pt x="192" y="126"/>
                    </a:moveTo>
                    <a:lnTo>
                      <a:pt x="180" y="162"/>
                    </a:lnTo>
                    <a:lnTo>
                      <a:pt x="150" y="186"/>
                    </a:lnTo>
                    <a:lnTo>
                      <a:pt x="24" y="162"/>
                    </a:lnTo>
                    <a:lnTo>
                      <a:pt x="0" y="102"/>
                    </a:lnTo>
                    <a:lnTo>
                      <a:pt x="42" y="72"/>
                    </a:lnTo>
                    <a:lnTo>
                      <a:pt x="78" y="72"/>
                    </a:lnTo>
                    <a:lnTo>
                      <a:pt x="138" y="0"/>
                    </a:lnTo>
                    <a:lnTo>
                      <a:pt x="150" y="0"/>
                    </a:lnTo>
                    <a:lnTo>
                      <a:pt x="192"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1" name="Freeform 212">
                <a:extLst>
                  <a:ext uri="{FF2B5EF4-FFF2-40B4-BE49-F238E27FC236}">
                    <a16:creationId xmlns:a16="http://schemas.microsoft.com/office/drawing/2014/main" id="{60218430-3B0F-40DC-9652-AB53CDE210C0}"/>
                  </a:ext>
                </a:extLst>
              </p:cNvPr>
              <p:cNvSpPr>
                <a:spLocks/>
              </p:cNvSpPr>
              <p:nvPr/>
            </p:nvSpPr>
            <p:spPr bwMode="auto">
              <a:xfrm>
                <a:off x="4207" y="3454"/>
                <a:ext cx="149" cy="65"/>
              </a:xfrm>
              <a:custGeom>
                <a:avLst/>
                <a:gdLst>
                  <a:gd name="T0" fmla="*/ 93 w 1443"/>
                  <a:gd name="T1" fmla="*/ 9 h 642"/>
                  <a:gd name="T2" fmla="*/ 101 w 1443"/>
                  <a:gd name="T3" fmla="*/ 16 h 642"/>
                  <a:gd name="T4" fmla="*/ 101 w 1443"/>
                  <a:gd name="T5" fmla="*/ 31 h 642"/>
                  <a:gd name="T6" fmla="*/ 97 w 1443"/>
                  <a:gd name="T7" fmla="*/ 36 h 642"/>
                  <a:gd name="T8" fmla="*/ 96 w 1443"/>
                  <a:gd name="T9" fmla="*/ 51 h 642"/>
                  <a:gd name="T10" fmla="*/ 96 w 1443"/>
                  <a:gd name="T11" fmla="*/ 52 h 642"/>
                  <a:gd name="T12" fmla="*/ 98 w 1443"/>
                  <a:gd name="T13" fmla="*/ 55 h 642"/>
                  <a:gd name="T14" fmla="*/ 99 w 1443"/>
                  <a:gd name="T15" fmla="*/ 55 h 642"/>
                  <a:gd name="T16" fmla="*/ 109 w 1443"/>
                  <a:gd name="T17" fmla="*/ 35 h 642"/>
                  <a:gd name="T18" fmla="*/ 127 w 1443"/>
                  <a:gd name="T19" fmla="*/ 35 h 642"/>
                  <a:gd name="T20" fmla="*/ 132 w 1443"/>
                  <a:gd name="T21" fmla="*/ 28 h 642"/>
                  <a:gd name="T22" fmla="*/ 133 w 1443"/>
                  <a:gd name="T23" fmla="*/ 28 h 642"/>
                  <a:gd name="T24" fmla="*/ 135 w 1443"/>
                  <a:gd name="T25" fmla="*/ 35 h 642"/>
                  <a:gd name="T26" fmla="*/ 137 w 1443"/>
                  <a:gd name="T27" fmla="*/ 37 h 642"/>
                  <a:gd name="T28" fmla="*/ 147 w 1443"/>
                  <a:gd name="T29" fmla="*/ 38 h 642"/>
                  <a:gd name="T30" fmla="*/ 149 w 1443"/>
                  <a:gd name="T31" fmla="*/ 46 h 642"/>
                  <a:gd name="T32" fmla="*/ 144 w 1443"/>
                  <a:gd name="T33" fmla="*/ 63 h 642"/>
                  <a:gd name="T34" fmla="*/ 142 w 1443"/>
                  <a:gd name="T35" fmla="*/ 65 h 642"/>
                  <a:gd name="T36" fmla="*/ 2 w 1443"/>
                  <a:gd name="T37" fmla="*/ 64 h 642"/>
                  <a:gd name="T38" fmla="*/ 0 w 1443"/>
                  <a:gd name="T39" fmla="*/ 61 h 642"/>
                  <a:gd name="T40" fmla="*/ 1 w 1443"/>
                  <a:gd name="T41" fmla="*/ 41 h 642"/>
                  <a:gd name="T42" fmla="*/ 1 w 1443"/>
                  <a:gd name="T43" fmla="*/ 39 h 642"/>
                  <a:gd name="T44" fmla="*/ 3 w 1443"/>
                  <a:gd name="T45" fmla="*/ 37 h 642"/>
                  <a:gd name="T46" fmla="*/ 8 w 1443"/>
                  <a:gd name="T47" fmla="*/ 45 h 642"/>
                  <a:gd name="T48" fmla="*/ 11 w 1443"/>
                  <a:gd name="T49" fmla="*/ 45 h 642"/>
                  <a:gd name="T50" fmla="*/ 14 w 1443"/>
                  <a:gd name="T51" fmla="*/ 35 h 642"/>
                  <a:gd name="T52" fmla="*/ 32 w 1443"/>
                  <a:gd name="T53" fmla="*/ 32 h 642"/>
                  <a:gd name="T54" fmla="*/ 34 w 1443"/>
                  <a:gd name="T55" fmla="*/ 32 h 642"/>
                  <a:gd name="T56" fmla="*/ 40 w 1443"/>
                  <a:gd name="T57" fmla="*/ 24 h 642"/>
                  <a:gd name="T58" fmla="*/ 45 w 1443"/>
                  <a:gd name="T59" fmla="*/ 26 h 642"/>
                  <a:gd name="T60" fmla="*/ 48 w 1443"/>
                  <a:gd name="T61" fmla="*/ 22 h 642"/>
                  <a:gd name="T62" fmla="*/ 50 w 1443"/>
                  <a:gd name="T63" fmla="*/ 15 h 642"/>
                  <a:gd name="T64" fmla="*/ 52 w 1443"/>
                  <a:gd name="T65" fmla="*/ 15 h 642"/>
                  <a:gd name="T66" fmla="*/ 52 w 1443"/>
                  <a:gd name="T67" fmla="*/ 37 h 642"/>
                  <a:gd name="T68" fmla="*/ 47 w 1443"/>
                  <a:gd name="T69" fmla="*/ 47 h 642"/>
                  <a:gd name="T70" fmla="*/ 47 w 1443"/>
                  <a:gd name="T71" fmla="*/ 52 h 642"/>
                  <a:gd name="T72" fmla="*/ 46 w 1443"/>
                  <a:gd name="T73" fmla="*/ 54 h 642"/>
                  <a:gd name="T74" fmla="*/ 50 w 1443"/>
                  <a:gd name="T75" fmla="*/ 56 h 642"/>
                  <a:gd name="T76" fmla="*/ 55 w 1443"/>
                  <a:gd name="T77" fmla="*/ 49 h 642"/>
                  <a:gd name="T78" fmla="*/ 58 w 1443"/>
                  <a:gd name="T79" fmla="*/ 39 h 642"/>
                  <a:gd name="T80" fmla="*/ 58 w 1443"/>
                  <a:gd name="T81" fmla="*/ 37 h 642"/>
                  <a:gd name="T82" fmla="*/ 61 w 1443"/>
                  <a:gd name="T83" fmla="*/ 33 h 642"/>
                  <a:gd name="T84" fmla="*/ 81 w 1443"/>
                  <a:gd name="T85" fmla="*/ 32 h 642"/>
                  <a:gd name="T86" fmla="*/ 85 w 1443"/>
                  <a:gd name="T87" fmla="*/ 28 h 642"/>
                  <a:gd name="T88" fmla="*/ 85 w 1443"/>
                  <a:gd name="T89" fmla="*/ 27 h 642"/>
                  <a:gd name="T90" fmla="*/ 82 w 1443"/>
                  <a:gd name="T91" fmla="*/ 23 h 642"/>
                  <a:gd name="T92" fmla="*/ 64 w 1443"/>
                  <a:gd name="T93" fmla="*/ 21 h 642"/>
                  <a:gd name="T94" fmla="*/ 61 w 1443"/>
                  <a:gd name="T95" fmla="*/ 21 h 642"/>
                  <a:gd name="T96" fmla="*/ 59 w 1443"/>
                  <a:gd name="T97" fmla="*/ 19 h 642"/>
                  <a:gd name="T98" fmla="*/ 61 w 1443"/>
                  <a:gd name="T99" fmla="*/ 13 h 642"/>
                  <a:gd name="T100" fmla="*/ 83 w 1443"/>
                  <a:gd name="T101" fmla="*/ 10 h 642"/>
                  <a:gd name="T102" fmla="*/ 86 w 1443"/>
                  <a:gd name="T103" fmla="*/ 7 h 642"/>
                  <a:gd name="T104" fmla="*/ 87 w 1443"/>
                  <a:gd name="T105" fmla="*/ 0 h 642"/>
                  <a:gd name="T106" fmla="*/ 90 w 1443"/>
                  <a:gd name="T107" fmla="*/ 0 h 642"/>
                  <a:gd name="T108" fmla="*/ 93 w 1443"/>
                  <a:gd name="T109" fmla="*/ 9 h 642"/>
                  <a:gd name="T110" fmla="*/ 93 w 1443"/>
                  <a:gd name="T111" fmla="*/ 9 h 64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43" h="642">
                    <a:moveTo>
                      <a:pt x="896" y="90"/>
                    </a:moveTo>
                    <a:lnTo>
                      <a:pt x="974" y="162"/>
                    </a:lnTo>
                    <a:lnTo>
                      <a:pt x="974" y="306"/>
                    </a:lnTo>
                    <a:lnTo>
                      <a:pt x="938" y="355"/>
                    </a:lnTo>
                    <a:lnTo>
                      <a:pt x="926" y="504"/>
                    </a:lnTo>
                    <a:lnTo>
                      <a:pt x="926" y="516"/>
                    </a:lnTo>
                    <a:lnTo>
                      <a:pt x="950" y="540"/>
                    </a:lnTo>
                    <a:lnTo>
                      <a:pt x="962" y="540"/>
                    </a:lnTo>
                    <a:lnTo>
                      <a:pt x="1052" y="342"/>
                    </a:lnTo>
                    <a:lnTo>
                      <a:pt x="1227" y="342"/>
                    </a:lnTo>
                    <a:lnTo>
                      <a:pt x="1274" y="276"/>
                    </a:lnTo>
                    <a:lnTo>
                      <a:pt x="1286" y="276"/>
                    </a:lnTo>
                    <a:lnTo>
                      <a:pt x="1304" y="342"/>
                    </a:lnTo>
                    <a:lnTo>
                      <a:pt x="1329" y="366"/>
                    </a:lnTo>
                    <a:lnTo>
                      <a:pt x="1419" y="378"/>
                    </a:lnTo>
                    <a:lnTo>
                      <a:pt x="1443" y="457"/>
                    </a:lnTo>
                    <a:lnTo>
                      <a:pt x="1394" y="619"/>
                    </a:lnTo>
                    <a:lnTo>
                      <a:pt x="1376" y="642"/>
                    </a:lnTo>
                    <a:lnTo>
                      <a:pt x="18" y="630"/>
                    </a:lnTo>
                    <a:lnTo>
                      <a:pt x="0" y="606"/>
                    </a:lnTo>
                    <a:lnTo>
                      <a:pt x="13" y="403"/>
                    </a:lnTo>
                    <a:lnTo>
                      <a:pt x="13" y="390"/>
                    </a:lnTo>
                    <a:lnTo>
                      <a:pt x="31" y="366"/>
                    </a:lnTo>
                    <a:lnTo>
                      <a:pt x="79" y="444"/>
                    </a:lnTo>
                    <a:lnTo>
                      <a:pt x="103" y="444"/>
                    </a:lnTo>
                    <a:lnTo>
                      <a:pt x="139" y="342"/>
                    </a:lnTo>
                    <a:lnTo>
                      <a:pt x="307" y="319"/>
                    </a:lnTo>
                    <a:lnTo>
                      <a:pt x="331" y="319"/>
                    </a:lnTo>
                    <a:lnTo>
                      <a:pt x="392" y="240"/>
                    </a:lnTo>
                    <a:lnTo>
                      <a:pt x="433" y="252"/>
                    </a:lnTo>
                    <a:lnTo>
                      <a:pt x="469" y="216"/>
                    </a:lnTo>
                    <a:lnTo>
                      <a:pt x="482" y="150"/>
                    </a:lnTo>
                    <a:lnTo>
                      <a:pt x="505" y="150"/>
                    </a:lnTo>
                    <a:lnTo>
                      <a:pt x="505" y="366"/>
                    </a:lnTo>
                    <a:lnTo>
                      <a:pt x="457" y="468"/>
                    </a:lnTo>
                    <a:lnTo>
                      <a:pt x="457" y="516"/>
                    </a:lnTo>
                    <a:lnTo>
                      <a:pt x="446" y="529"/>
                    </a:lnTo>
                    <a:lnTo>
                      <a:pt x="482" y="558"/>
                    </a:lnTo>
                    <a:lnTo>
                      <a:pt x="536" y="480"/>
                    </a:lnTo>
                    <a:lnTo>
                      <a:pt x="559" y="390"/>
                    </a:lnTo>
                    <a:lnTo>
                      <a:pt x="559" y="366"/>
                    </a:lnTo>
                    <a:lnTo>
                      <a:pt x="595" y="330"/>
                    </a:lnTo>
                    <a:lnTo>
                      <a:pt x="782" y="319"/>
                    </a:lnTo>
                    <a:lnTo>
                      <a:pt x="824" y="276"/>
                    </a:lnTo>
                    <a:lnTo>
                      <a:pt x="824" y="265"/>
                    </a:lnTo>
                    <a:lnTo>
                      <a:pt x="793" y="229"/>
                    </a:lnTo>
                    <a:lnTo>
                      <a:pt x="619" y="204"/>
                    </a:lnTo>
                    <a:lnTo>
                      <a:pt x="595" y="204"/>
                    </a:lnTo>
                    <a:lnTo>
                      <a:pt x="572" y="186"/>
                    </a:lnTo>
                    <a:lnTo>
                      <a:pt x="595" y="126"/>
                    </a:lnTo>
                    <a:lnTo>
                      <a:pt x="800" y="103"/>
                    </a:lnTo>
                    <a:lnTo>
                      <a:pt x="836" y="66"/>
                    </a:lnTo>
                    <a:lnTo>
                      <a:pt x="847" y="0"/>
                    </a:lnTo>
                    <a:lnTo>
                      <a:pt x="872" y="0"/>
                    </a:lnTo>
                    <a:lnTo>
                      <a:pt x="896"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2" name="Freeform 213">
                <a:extLst>
                  <a:ext uri="{FF2B5EF4-FFF2-40B4-BE49-F238E27FC236}">
                    <a16:creationId xmlns:a16="http://schemas.microsoft.com/office/drawing/2014/main" id="{D4AB7C36-2037-47D2-AB96-ECC4D445D5FE}"/>
                  </a:ext>
                </a:extLst>
              </p:cNvPr>
              <p:cNvSpPr>
                <a:spLocks/>
              </p:cNvSpPr>
              <p:nvPr/>
            </p:nvSpPr>
            <p:spPr bwMode="auto">
              <a:xfrm>
                <a:off x="3623" y="3470"/>
                <a:ext cx="80" cy="40"/>
              </a:xfrm>
              <a:custGeom>
                <a:avLst/>
                <a:gdLst>
                  <a:gd name="T0" fmla="*/ 80 w 768"/>
                  <a:gd name="T1" fmla="*/ 11 h 390"/>
                  <a:gd name="T2" fmla="*/ 76 w 768"/>
                  <a:gd name="T3" fmla="*/ 28 h 390"/>
                  <a:gd name="T4" fmla="*/ 73 w 768"/>
                  <a:gd name="T5" fmla="*/ 38 h 390"/>
                  <a:gd name="T6" fmla="*/ 13 w 768"/>
                  <a:gd name="T7" fmla="*/ 39 h 390"/>
                  <a:gd name="T8" fmla="*/ 6 w 768"/>
                  <a:gd name="T9" fmla="*/ 40 h 390"/>
                  <a:gd name="T10" fmla="*/ 2 w 768"/>
                  <a:gd name="T11" fmla="*/ 40 h 390"/>
                  <a:gd name="T12" fmla="*/ 0 w 768"/>
                  <a:gd name="T13" fmla="*/ 38 h 390"/>
                  <a:gd name="T14" fmla="*/ 8 w 768"/>
                  <a:gd name="T15" fmla="*/ 18 h 390"/>
                  <a:gd name="T16" fmla="*/ 9 w 768"/>
                  <a:gd name="T17" fmla="*/ 18 h 390"/>
                  <a:gd name="T18" fmla="*/ 9 w 768"/>
                  <a:gd name="T19" fmla="*/ 17 h 390"/>
                  <a:gd name="T20" fmla="*/ 13 w 768"/>
                  <a:gd name="T21" fmla="*/ 20 h 390"/>
                  <a:gd name="T22" fmla="*/ 16 w 768"/>
                  <a:gd name="T23" fmla="*/ 20 h 390"/>
                  <a:gd name="T24" fmla="*/ 19 w 768"/>
                  <a:gd name="T25" fmla="*/ 11 h 390"/>
                  <a:gd name="T26" fmla="*/ 63 w 768"/>
                  <a:gd name="T27" fmla="*/ 7 h 390"/>
                  <a:gd name="T28" fmla="*/ 68 w 768"/>
                  <a:gd name="T29" fmla="*/ 0 h 390"/>
                  <a:gd name="T30" fmla="*/ 71 w 768"/>
                  <a:gd name="T31" fmla="*/ 0 h 390"/>
                  <a:gd name="T32" fmla="*/ 80 w 768"/>
                  <a:gd name="T33" fmla="*/ 11 h 390"/>
                  <a:gd name="T34" fmla="*/ 80 w 768"/>
                  <a:gd name="T35" fmla="*/ 11 h 3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8" h="390">
                    <a:moveTo>
                      <a:pt x="768" y="108"/>
                    </a:moveTo>
                    <a:lnTo>
                      <a:pt x="732" y="271"/>
                    </a:lnTo>
                    <a:lnTo>
                      <a:pt x="703" y="372"/>
                    </a:lnTo>
                    <a:lnTo>
                      <a:pt x="126" y="384"/>
                    </a:lnTo>
                    <a:lnTo>
                      <a:pt x="59" y="390"/>
                    </a:lnTo>
                    <a:lnTo>
                      <a:pt x="23" y="390"/>
                    </a:lnTo>
                    <a:lnTo>
                      <a:pt x="0" y="372"/>
                    </a:lnTo>
                    <a:lnTo>
                      <a:pt x="72" y="174"/>
                    </a:lnTo>
                    <a:lnTo>
                      <a:pt x="84" y="174"/>
                    </a:lnTo>
                    <a:lnTo>
                      <a:pt x="90" y="162"/>
                    </a:lnTo>
                    <a:lnTo>
                      <a:pt x="126" y="198"/>
                    </a:lnTo>
                    <a:lnTo>
                      <a:pt x="149" y="198"/>
                    </a:lnTo>
                    <a:lnTo>
                      <a:pt x="185" y="108"/>
                    </a:lnTo>
                    <a:lnTo>
                      <a:pt x="606" y="72"/>
                    </a:lnTo>
                    <a:lnTo>
                      <a:pt x="654" y="0"/>
                    </a:lnTo>
                    <a:lnTo>
                      <a:pt x="678" y="0"/>
                    </a:lnTo>
                    <a:lnTo>
                      <a:pt x="768"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3" name="Freeform 214">
                <a:extLst>
                  <a:ext uri="{FF2B5EF4-FFF2-40B4-BE49-F238E27FC236}">
                    <a16:creationId xmlns:a16="http://schemas.microsoft.com/office/drawing/2014/main" id="{53D1F990-DE7B-4BFE-B363-42792288F289}"/>
                  </a:ext>
                </a:extLst>
              </p:cNvPr>
              <p:cNvSpPr>
                <a:spLocks/>
              </p:cNvSpPr>
              <p:nvPr/>
            </p:nvSpPr>
            <p:spPr bwMode="auto">
              <a:xfrm>
                <a:off x="3703" y="3475"/>
                <a:ext cx="310" cy="37"/>
              </a:xfrm>
              <a:custGeom>
                <a:avLst/>
                <a:gdLst>
                  <a:gd name="T0" fmla="*/ 304 w 3016"/>
                  <a:gd name="T1" fmla="*/ 6 h 367"/>
                  <a:gd name="T2" fmla="*/ 310 w 3016"/>
                  <a:gd name="T3" fmla="*/ 10 h 367"/>
                  <a:gd name="T4" fmla="*/ 305 w 3016"/>
                  <a:gd name="T5" fmla="*/ 30 h 367"/>
                  <a:gd name="T6" fmla="*/ 305 w 3016"/>
                  <a:gd name="T7" fmla="*/ 33 h 367"/>
                  <a:gd name="T8" fmla="*/ 306 w 3016"/>
                  <a:gd name="T9" fmla="*/ 34 h 367"/>
                  <a:gd name="T10" fmla="*/ 297 w 3016"/>
                  <a:gd name="T11" fmla="*/ 37 h 367"/>
                  <a:gd name="T12" fmla="*/ 1 w 3016"/>
                  <a:gd name="T13" fmla="*/ 34 h 367"/>
                  <a:gd name="T14" fmla="*/ 0 w 3016"/>
                  <a:gd name="T15" fmla="*/ 34 h 367"/>
                  <a:gd name="T16" fmla="*/ 4 w 3016"/>
                  <a:gd name="T17" fmla="*/ 29 h 367"/>
                  <a:gd name="T18" fmla="*/ 5 w 3016"/>
                  <a:gd name="T19" fmla="*/ 19 h 367"/>
                  <a:gd name="T20" fmla="*/ 8 w 3016"/>
                  <a:gd name="T21" fmla="*/ 9 h 367"/>
                  <a:gd name="T22" fmla="*/ 14 w 3016"/>
                  <a:gd name="T23" fmla="*/ 6 h 367"/>
                  <a:gd name="T24" fmla="*/ 226 w 3016"/>
                  <a:gd name="T25" fmla="*/ 10 h 367"/>
                  <a:gd name="T26" fmla="*/ 284 w 3016"/>
                  <a:gd name="T27" fmla="*/ 13 h 367"/>
                  <a:gd name="T28" fmla="*/ 291 w 3016"/>
                  <a:gd name="T29" fmla="*/ 13 h 367"/>
                  <a:gd name="T30" fmla="*/ 301 w 3016"/>
                  <a:gd name="T31" fmla="*/ 0 h 367"/>
                  <a:gd name="T32" fmla="*/ 302 w 3016"/>
                  <a:gd name="T33" fmla="*/ 0 h 367"/>
                  <a:gd name="T34" fmla="*/ 304 w 3016"/>
                  <a:gd name="T35" fmla="*/ 6 h 367"/>
                  <a:gd name="T36" fmla="*/ 304 w 3016"/>
                  <a:gd name="T37" fmla="*/ 6 h 3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16" h="367">
                    <a:moveTo>
                      <a:pt x="2957" y="60"/>
                    </a:moveTo>
                    <a:lnTo>
                      <a:pt x="3016" y="103"/>
                    </a:lnTo>
                    <a:lnTo>
                      <a:pt x="2968" y="300"/>
                    </a:lnTo>
                    <a:lnTo>
                      <a:pt x="2968" y="324"/>
                    </a:lnTo>
                    <a:lnTo>
                      <a:pt x="2980" y="336"/>
                    </a:lnTo>
                    <a:lnTo>
                      <a:pt x="2890" y="367"/>
                    </a:lnTo>
                    <a:lnTo>
                      <a:pt x="12" y="342"/>
                    </a:lnTo>
                    <a:lnTo>
                      <a:pt x="0" y="336"/>
                    </a:lnTo>
                    <a:lnTo>
                      <a:pt x="36" y="288"/>
                    </a:lnTo>
                    <a:lnTo>
                      <a:pt x="48" y="187"/>
                    </a:lnTo>
                    <a:lnTo>
                      <a:pt x="79" y="90"/>
                    </a:lnTo>
                    <a:lnTo>
                      <a:pt x="138" y="60"/>
                    </a:lnTo>
                    <a:lnTo>
                      <a:pt x="2200" y="103"/>
                    </a:lnTo>
                    <a:lnTo>
                      <a:pt x="2764" y="126"/>
                    </a:lnTo>
                    <a:lnTo>
                      <a:pt x="2831" y="126"/>
                    </a:lnTo>
                    <a:lnTo>
                      <a:pt x="2926" y="0"/>
                    </a:lnTo>
                    <a:lnTo>
                      <a:pt x="2939" y="0"/>
                    </a:lnTo>
                    <a:lnTo>
                      <a:pt x="295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1765738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BFD1839-1919-4107-9D54-155D9E7F3E0D}"/>
              </a:ext>
            </a:extLst>
          </p:cNvPr>
          <p:cNvPicPr>
            <a:picLocks noChangeAspect="1"/>
          </p:cNvPicPr>
          <p:nvPr/>
        </p:nvPicPr>
        <p:blipFill>
          <a:blip r:embed="rId3"/>
          <a:stretch>
            <a:fillRect/>
          </a:stretch>
        </p:blipFill>
        <p:spPr>
          <a:xfrm>
            <a:off x="280737" y="2899610"/>
            <a:ext cx="8706297" cy="2978303"/>
          </a:xfrm>
          <a:prstGeom prst="rect">
            <a:avLst/>
          </a:prstGeom>
          <a:scene3d>
            <a:camera prst="orthographicFront"/>
            <a:lightRig rig="threePt" dir="t"/>
          </a:scene3d>
          <a:sp3d extrusionH="254000">
            <a:bevelT/>
          </a:sp3d>
        </p:spPr>
      </p:pic>
      <p:sp>
        <p:nvSpPr>
          <p:cNvPr id="27" name="Content Placeholder 2"/>
          <p:cNvSpPr txBox="1">
            <a:spLocks/>
          </p:cNvSpPr>
          <p:nvPr/>
        </p:nvSpPr>
        <p:spPr>
          <a:xfrm>
            <a:off x="422517" y="1269591"/>
            <a:ext cx="11346966" cy="1178115"/>
          </a:xfrm>
          <a:prstGeom prst="rect">
            <a:avLst/>
          </a:prstGeom>
        </p:spPr>
        <p:txBody>
          <a:bodyPr/>
          <a:lstStyle>
            <a:lvl1pPr marL="342900" indent="-342900" algn="l" rtl="0" fontAlgn="base">
              <a:spcBef>
                <a:spcPct val="20000"/>
              </a:spcBef>
              <a:spcAft>
                <a:spcPct val="0"/>
              </a:spcAft>
              <a:buClr>
                <a:srgbClr val="004B91"/>
              </a:buClr>
              <a:buFont typeface="Wingdings" pitchFamily="2" charset="2"/>
              <a:defRPr sz="2000">
                <a:solidFill>
                  <a:srgbClr val="000000"/>
                </a:solidFill>
                <a:latin typeface="Verdana" pitchFamily="34" charset="0"/>
                <a:ea typeface="Verdana" pitchFamily="34" charset="0"/>
                <a:cs typeface="Verdana" pitchFamily="34" charset="0"/>
              </a:defRPr>
            </a:lvl1pPr>
            <a:lvl2pPr marL="742950" indent="-285750" algn="l" rtl="0" fontAlgn="base">
              <a:spcBef>
                <a:spcPct val="20000"/>
              </a:spcBef>
              <a:spcAft>
                <a:spcPct val="0"/>
              </a:spcAft>
              <a:buFont typeface="Arial" charset="0"/>
              <a:buChar char="–"/>
              <a:defRPr sz="2800">
                <a:solidFill>
                  <a:srgbClr val="000000"/>
                </a:solidFill>
                <a:effectLst>
                  <a:outerShdw blurRad="38100" dist="38100" dir="2700000" algn="tl">
                    <a:srgbClr val="FFFFFF"/>
                  </a:outerShdw>
                </a:effectLst>
                <a:latin typeface="+mn-lt"/>
              </a:defRPr>
            </a:lvl2pPr>
            <a:lvl3pPr marL="1143000" indent="-228600" algn="l" rtl="0" fontAlgn="base">
              <a:spcBef>
                <a:spcPct val="20000"/>
              </a:spcBef>
              <a:spcAft>
                <a:spcPct val="0"/>
              </a:spcAft>
              <a:buClr>
                <a:srgbClr val="004B91"/>
              </a:buClr>
              <a:buFont typeface="Wingdings" pitchFamily="2" charset="2"/>
              <a:buChar char="§"/>
              <a:defRPr sz="2400">
                <a:solidFill>
                  <a:srgbClr val="000000"/>
                </a:solidFill>
                <a:effectLst>
                  <a:outerShdw blurRad="38100" dist="38100" dir="2700000" algn="tl">
                    <a:srgbClr val="FFFFFF"/>
                  </a:outerShdw>
                </a:effectLst>
                <a:latin typeface="+mn-lt"/>
              </a:defRPr>
            </a:lvl3pPr>
            <a:lvl4pPr marL="1600200" indent="-228600" algn="l" rtl="0" fontAlgn="base">
              <a:spcBef>
                <a:spcPct val="20000"/>
              </a:spcBef>
              <a:spcAft>
                <a:spcPct val="0"/>
              </a:spcAft>
              <a:buChar char="–"/>
              <a:defRPr sz="2000">
                <a:solidFill>
                  <a:srgbClr val="000000"/>
                </a:solidFill>
                <a:effectLst>
                  <a:outerShdw blurRad="38100" dist="38100" dir="2700000" algn="tl">
                    <a:srgbClr val="FFFFFF"/>
                  </a:outerShdw>
                </a:effectLst>
                <a:latin typeface="+mn-lt"/>
              </a:defRPr>
            </a:lvl4pPr>
            <a:lvl5pPr marL="20574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5pPr>
            <a:lvl6pPr marL="25146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6pPr>
            <a:lvl7pPr marL="29718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7pPr>
            <a:lvl8pPr marL="34290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8pPr>
            <a:lvl9pPr marL="3886200" indent="-228600" algn="l" rtl="0" fontAlgn="base">
              <a:spcBef>
                <a:spcPct val="20000"/>
              </a:spcBef>
              <a:spcAft>
                <a:spcPct val="0"/>
              </a:spcAft>
              <a:buClr>
                <a:srgbClr val="004B91"/>
              </a:buClr>
              <a:buFont typeface="Wingdings" pitchFamily="2" charset="2"/>
              <a:buChar char="§"/>
              <a:defRPr sz="2000">
                <a:solidFill>
                  <a:srgbClr val="000000"/>
                </a:solidFill>
                <a:effectLst>
                  <a:outerShdw blurRad="38100" dist="38100" dir="2700000" algn="tl">
                    <a:srgbClr val="FFFFFF"/>
                  </a:outerShdw>
                </a:effectLst>
                <a:latin typeface="+mn-lt"/>
              </a:defRPr>
            </a:lvl9pPr>
          </a:lstStyle>
          <a:p>
            <a:pPr marL="0" indent="0">
              <a:spcBef>
                <a:spcPts val="500"/>
              </a:spcBef>
            </a:pPr>
            <a:r>
              <a:rPr lang="en-US" sz="2400" dirty="0">
                <a:solidFill>
                  <a:schemeClr val="tx1">
                    <a:lumMod val="75000"/>
                  </a:schemeClr>
                </a:solidFill>
                <a:latin typeface="Effra Light" charset="0"/>
              </a:rPr>
              <a:t>Oracle provides you the option of returning a receipt. Rejected goods/services are returned to the supplier, as necessary. With inventory items, these are typically rejected and returned during inspection. </a:t>
            </a:r>
          </a:p>
          <a:p>
            <a:pPr marL="0" indent="0">
              <a:spcBef>
                <a:spcPts val="500"/>
              </a:spcBef>
            </a:pPr>
            <a:endParaRPr lang="en-US" sz="2400" dirty="0">
              <a:solidFill>
                <a:schemeClr val="tx1">
                  <a:lumMod val="75000"/>
                </a:schemeClr>
              </a:solidFill>
              <a:latin typeface="Effra Light" charset="0"/>
            </a:endParaRPr>
          </a:p>
        </p:txBody>
      </p:sp>
      <p:sp>
        <p:nvSpPr>
          <p:cNvPr id="2" name="Title 1">
            <a:extLst>
              <a:ext uri="{FF2B5EF4-FFF2-40B4-BE49-F238E27FC236}">
                <a16:creationId xmlns:a16="http://schemas.microsoft.com/office/drawing/2014/main" id="{D7F5254B-E697-4745-810B-F00779FF6456}"/>
              </a:ext>
            </a:extLst>
          </p:cNvPr>
          <p:cNvSpPr>
            <a:spLocks noGrp="1"/>
          </p:cNvSpPr>
          <p:nvPr>
            <p:ph type="title"/>
          </p:nvPr>
        </p:nvSpPr>
        <p:spPr/>
        <p:txBody>
          <a:bodyPr vert="horz" lIns="91440" tIns="45720" rIns="91440" bIns="45720" rtlCol="0" anchor="ctr">
            <a:normAutofit/>
          </a:bodyPr>
          <a:lstStyle/>
          <a:p>
            <a:r>
              <a:rPr lang="en-US" dirty="0">
                <a:solidFill>
                  <a:schemeClr val="accent2"/>
                </a:solidFill>
              </a:rPr>
              <a:t>Returning a Receipt</a:t>
            </a:r>
          </a:p>
        </p:txBody>
      </p:sp>
      <p:sp>
        <p:nvSpPr>
          <p:cNvPr id="24" name="Slide Number Placeholder 3"/>
          <p:cNvSpPr>
            <a:spLocks noGrp="1"/>
          </p:cNvSpPr>
          <p:nvPr>
            <p:ph type="sldNum" sz="quarter" idx="4294967295"/>
          </p:nvPr>
        </p:nvSpPr>
        <p:spPr/>
        <p:txBody>
          <a:bodyPr/>
          <a:lstStyle/>
          <a:p>
            <a:r>
              <a:rPr lang="en-US">
                <a:solidFill>
                  <a:schemeClr val="bg1"/>
                </a:solidFill>
              </a:rPr>
              <a:t>27</a:t>
            </a:r>
          </a:p>
        </p:txBody>
      </p:sp>
      <p:sp>
        <p:nvSpPr>
          <p:cNvPr id="8" name="Rounded Rectangular Callout 7">
            <a:extLst>
              <a:ext uri="{FF2B5EF4-FFF2-40B4-BE49-F238E27FC236}">
                <a16:creationId xmlns:a16="http://schemas.microsoft.com/office/drawing/2014/main" id="{4119ED76-EC0B-4EDD-8415-D3F8875800FB}"/>
              </a:ext>
            </a:extLst>
          </p:cNvPr>
          <p:cNvSpPr/>
          <p:nvPr/>
        </p:nvSpPr>
        <p:spPr>
          <a:xfrm>
            <a:off x="9420726" y="2382253"/>
            <a:ext cx="2490537" cy="4078705"/>
          </a:xfrm>
          <a:prstGeom prst="wedgeRoundRectCallout">
            <a:avLst>
              <a:gd name="adj1" fmla="val 10500"/>
              <a:gd name="adj2" fmla="val -1975"/>
              <a:gd name="adj3" fmla="val 16667"/>
            </a:avLst>
          </a:prstGeom>
          <a:solidFill>
            <a:srgbClr val="FFFF00"/>
          </a:solidFill>
          <a:ln w="19050">
            <a:solidFill>
              <a:srgbClr val="FFC000"/>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marL="342900" indent="-342900">
              <a:buFont typeface="+mj-lt"/>
              <a:buAutoNum type="arabicPeriod"/>
            </a:pPr>
            <a:r>
              <a:rPr lang="en-US" sz="1400" dirty="0">
                <a:solidFill>
                  <a:srgbClr val="002060"/>
                </a:solidFill>
                <a:latin typeface="Effra Light" panose="020B0403020203020204"/>
              </a:rPr>
              <a:t>On the </a:t>
            </a:r>
            <a:r>
              <a:rPr lang="en-US" sz="1400" b="1" dirty="0">
                <a:solidFill>
                  <a:srgbClr val="C00000"/>
                </a:solidFill>
                <a:latin typeface="Effra Light" charset="0"/>
              </a:rPr>
              <a:t>Manage Receipts </a:t>
            </a:r>
            <a:r>
              <a:rPr lang="en-US" sz="1400" dirty="0">
                <a:solidFill>
                  <a:srgbClr val="002060"/>
                </a:solidFill>
                <a:latin typeface="Effra Light" panose="020B0403020203020204"/>
              </a:rPr>
              <a:t>screen, Search for Receipt based on Goods Receipt number, Requisition, or Purchase Order.</a:t>
            </a:r>
          </a:p>
          <a:p>
            <a:endParaRPr lang="en-US" sz="1400" dirty="0">
              <a:solidFill>
                <a:srgbClr val="002060"/>
              </a:solidFill>
              <a:latin typeface="Effra Light" panose="020B0403020203020204"/>
            </a:endParaRPr>
          </a:p>
          <a:p>
            <a:pPr marL="342900" indent="-342900">
              <a:buFont typeface="+mj-lt"/>
              <a:buAutoNum type="arabicPeriod" startAt="2"/>
            </a:pPr>
            <a:r>
              <a:rPr lang="en-US" sz="1400" dirty="0">
                <a:solidFill>
                  <a:srgbClr val="002060"/>
                </a:solidFill>
                <a:latin typeface="Effra Light" panose="020B0403020203020204"/>
              </a:rPr>
              <a:t>Select desired Receipt and </a:t>
            </a:r>
            <a:r>
              <a:rPr lang="en-US" sz="1400" b="1" dirty="0">
                <a:solidFill>
                  <a:srgbClr val="C00000"/>
                </a:solidFill>
                <a:latin typeface="Effra Light" charset="0"/>
              </a:rPr>
              <a:t>Return</a:t>
            </a:r>
            <a:r>
              <a:rPr lang="en-US" sz="1400" dirty="0">
                <a:solidFill>
                  <a:srgbClr val="002060"/>
                </a:solidFill>
                <a:latin typeface="Effra Light" panose="020B0403020203020204"/>
              </a:rPr>
              <a:t>. Ensure you are choosing the right Item and Goods Receipt.</a:t>
            </a:r>
          </a:p>
          <a:p>
            <a:pPr marL="342900" indent="-342900">
              <a:buFont typeface="+mj-lt"/>
              <a:buAutoNum type="arabicPeriod" startAt="2"/>
            </a:pPr>
            <a:endParaRPr lang="en-US" sz="1400" dirty="0">
              <a:solidFill>
                <a:srgbClr val="002060"/>
              </a:solidFill>
              <a:latin typeface="Effra Light" panose="020B0403020203020204"/>
            </a:endParaRPr>
          </a:p>
          <a:p>
            <a:pPr marL="342900" indent="-342900">
              <a:buFont typeface="+mj-lt"/>
              <a:buAutoNum type="arabicPeriod" startAt="2"/>
            </a:pPr>
            <a:r>
              <a:rPr lang="en-US" sz="1400" b="1" dirty="0">
                <a:solidFill>
                  <a:srgbClr val="C00000"/>
                </a:solidFill>
                <a:latin typeface="Effra Light" charset="0"/>
              </a:rPr>
              <a:t>Enter the Quantity returned &amp; Supplier RMA number* </a:t>
            </a:r>
            <a:r>
              <a:rPr lang="en-US" sz="1400" dirty="0">
                <a:solidFill>
                  <a:srgbClr val="002060"/>
                </a:solidFill>
                <a:latin typeface="Effra Light" panose="020B0403020203020204"/>
              </a:rPr>
              <a:t>(required) and Submit.</a:t>
            </a:r>
          </a:p>
        </p:txBody>
      </p:sp>
      <p:cxnSp>
        <p:nvCxnSpPr>
          <p:cNvPr id="9" name="Straight Arrow Connector 8">
            <a:extLst>
              <a:ext uri="{FF2B5EF4-FFF2-40B4-BE49-F238E27FC236}">
                <a16:creationId xmlns:a16="http://schemas.microsoft.com/office/drawing/2014/main" id="{D46B66DB-2301-4D99-AE16-3E60F6D8C5E1}"/>
              </a:ext>
            </a:extLst>
          </p:cNvPr>
          <p:cNvCxnSpPr>
            <a:cxnSpLocks/>
          </p:cNvCxnSpPr>
          <p:nvPr/>
        </p:nvCxnSpPr>
        <p:spPr>
          <a:xfrm flipH="1">
            <a:off x="4314825" y="3958390"/>
            <a:ext cx="5021680" cy="43037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72540A4-59EA-4866-92A0-574EC4F405C4}"/>
              </a:ext>
            </a:extLst>
          </p:cNvPr>
          <p:cNvSpPr/>
          <p:nvPr/>
        </p:nvSpPr>
        <p:spPr>
          <a:xfrm>
            <a:off x="3714750" y="4210050"/>
            <a:ext cx="478808" cy="325095"/>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BF2A10-626C-4157-907C-C0CD01AD178F}"/>
              </a:ext>
            </a:extLst>
          </p:cNvPr>
          <p:cNvSpPr txBox="1"/>
          <p:nvPr/>
        </p:nvSpPr>
        <p:spPr>
          <a:xfrm>
            <a:off x="280737" y="5972175"/>
            <a:ext cx="9055768" cy="615553"/>
          </a:xfrm>
          <a:prstGeom prst="rect">
            <a:avLst/>
          </a:prstGeom>
          <a:noFill/>
        </p:spPr>
        <p:txBody>
          <a:bodyPr wrap="square" lIns="0" tIns="0" rIns="0" bIns="0" rtlCol="0">
            <a:spAutoFit/>
          </a:bodyPr>
          <a:lstStyle/>
          <a:p>
            <a:r>
              <a:rPr lang="en-US" sz="1400" dirty="0"/>
              <a:t>* </a:t>
            </a:r>
            <a:r>
              <a:rPr lang="en-US" sz="2000" dirty="0">
                <a:solidFill>
                  <a:schemeClr val="tx1">
                    <a:lumMod val="75000"/>
                  </a:schemeClr>
                </a:solidFill>
                <a:latin typeface="Effra Light" charset="0"/>
              </a:rPr>
              <a:t>When obtaining an RMA from the Supplier, request that they send a credit memo to Cable One Accounts Payable</a:t>
            </a:r>
            <a:endParaRPr lang="en-US" sz="2000" dirty="0"/>
          </a:p>
        </p:txBody>
      </p:sp>
    </p:spTree>
    <p:extLst>
      <p:ext uri="{BB962C8B-B14F-4D97-AF65-F5344CB8AC3E}">
        <p14:creationId xmlns:p14="http://schemas.microsoft.com/office/powerpoint/2010/main" val="3590392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a:extLst>
              <a:ext uri="{FF2B5EF4-FFF2-40B4-BE49-F238E27FC236}">
                <a16:creationId xmlns:a16="http://schemas.microsoft.com/office/drawing/2014/main" id="{60F2A197-246E-4EDE-A0F6-D1897039DA8D}"/>
              </a:ext>
            </a:extLst>
          </p:cNvPr>
          <p:cNvSpPr>
            <a:spLocks noGrp="1" noChangeArrowheads="1"/>
          </p:cNvSpPr>
          <p:nvPr>
            <p:ph idx="1"/>
          </p:nvPr>
        </p:nvSpPr>
        <p:spPr>
          <a:xfrm>
            <a:off x="422517" y="1513491"/>
            <a:ext cx="11064240" cy="2022189"/>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altLang="en-US" dirty="0"/>
              <a:t>Return a Receipt</a:t>
            </a:r>
          </a:p>
        </p:txBody>
      </p:sp>
      <p:sp>
        <p:nvSpPr>
          <p:cNvPr id="253954" name="Rectangle 2">
            <a:extLst>
              <a:ext uri="{FF2B5EF4-FFF2-40B4-BE49-F238E27FC236}">
                <a16:creationId xmlns:a16="http://schemas.microsoft.com/office/drawing/2014/main" id="{0EAA948D-F8C5-4C48-89F3-B3B9F45DF10C}"/>
              </a:ext>
            </a:extLst>
          </p:cNvPr>
          <p:cNvSpPr>
            <a:spLocks noGrp="1" noChangeArrowheads="1"/>
          </p:cNvSpPr>
          <p:nvPr>
            <p:ph type="title"/>
          </p:nvPr>
        </p:nvSpPr>
        <p:spPr/>
        <p:txBody>
          <a:bodyPr vert="horz" lIns="91440" tIns="45720" rIns="91440" bIns="45720" rtlCol="0" anchor="ctr">
            <a:normAutofit/>
          </a:bodyPr>
          <a:lstStyle/>
          <a:p>
            <a:r>
              <a:rPr lang="en-US" altLang="en-US" dirty="0">
                <a:solidFill>
                  <a:schemeClr val="accent2"/>
                </a:solidFill>
              </a:rPr>
              <a:t>Demo/Exercise</a:t>
            </a:r>
          </a:p>
        </p:txBody>
      </p:sp>
      <p:grpSp>
        <p:nvGrpSpPr>
          <p:cNvPr id="27652" name="Group 4">
            <a:extLst>
              <a:ext uri="{FF2B5EF4-FFF2-40B4-BE49-F238E27FC236}">
                <a16:creationId xmlns:a16="http://schemas.microsoft.com/office/drawing/2014/main" id="{3B6FB7F0-3736-4D53-8E2D-47D2AF6318F8}"/>
              </a:ext>
            </a:extLst>
          </p:cNvPr>
          <p:cNvGrpSpPr>
            <a:grpSpLocks/>
          </p:cNvGrpSpPr>
          <p:nvPr/>
        </p:nvGrpSpPr>
        <p:grpSpPr bwMode="auto">
          <a:xfrm>
            <a:off x="1676401" y="5181601"/>
            <a:ext cx="1700213" cy="1133475"/>
            <a:chOff x="288" y="3408"/>
            <a:chExt cx="1071" cy="714"/>
          </a:xfrm>
        </p:grpSpPr>
        <p:sp>
          <p:nvSpPr>
            <p:cNvPr id="27714" name="Rectangle 5" descr="PP_blue_background">
              <a:extLst>
                <a:ext uri="{FF2B5EF4-FFF2-40B4-BE49-F238E27FC236}">
                  <a16:creationId xmlns:a16="http://schemas.microsoft.com/office/drawing/2014/main" id="{1F4049F6-A3D3-4742-8F1F-149304D56E65}"/>
                </a:ext>
              </a:extLst>
            </p:cNvPr>
            <p:cNvSpPr>
              <a:spLocks noChangeArrowheads="1"/>
            </p:cNvSpPr>
            <p:nvPr/>
          </p:nvSpPr>
          <p:spPr bwMode="auto">
            <a:xfrm>
              <a:off x="288" y="3408"/>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5" name="AutoShape 6">
              <a:extLst>
                <a:ext uri="{FF2B5EF4-FFF2-40B4-BE49-F238E27FC236}">
                  <a16:creationId xmlns:a16="http://schemas.microsoft.com/office/drawing/2014/main" id="{4474DB60-6508-493F-81F9-564CD0132FF8}"/>
                </a:ext>
              </a:extLst>
            </p:cNvPr>
            <p:cNvSpPr>
              <a:spLocks noChangeArrowheads="1"/>
            </p:cNvSpPr>
            <p:nvPr/>
          </p:nvSpPr>
          <p:spPr bwMode="auto">
            <a:xfrm flipH="1">
              <a:off x="938" y="3671"/>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6" name="Rectangle 7">
              <a:extLst>
                <a:ext uri="{FF2B5EF4-FFF2-40B4-BE49-F238E27FC236}">
                  <a16:creationId xmlns:a16="http://schemas.microsoft.com/office/drawing/2014/main" id="{52E09096-A3E0-4471-8D6C-8E42281BF0D7}"/>
                </a:ext>
              </a:extLst>
            </p:cNvPr>
            <p:cNvSpPr>
              <a:spLocks noChangeArrowheads="1"/>
            </p:cNvSpPr>
            <p:nvPr/>
          </p:nvSpPr>
          <p:spPr bwMode="auto">
            <a:xfrm>
              <a:off x="360" y="3444"/>
              <a:ext cx="936"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Demonstration</a:t>
              </a:r>
            </a:p>
          </p:txBody>
        </p:sp>
        <p:grpSp>
          <p:nvGrpSpPr>
            <p:cNvPr id="27717" name="Group 8">
              <a:extLst>
                <a:ext uri="{FF2B5EF4-FFF2-40B4-BE49-F238E27FC236}">
                  <a16:creationId xmlns:a16="http://schemas.microsoft.com/office/drawing/2014/main" id="{99928C2B-C097-4A3C-B3CC-F90956E25772}"/>
                </a:ext>
              </a:extLst>
            </p:cNvPr>
            <p:cNvGrpSpPr>
              <a:grpSpLocks/>
            </p:cNvGrpSpPr>
            <p:nvPr/>
          </p:nvGrpSpPr>
          <p:grpSpPr bwMode="auto">
            <a:xfrm>
              <a:off x="968" y="3777"/>
              <a:ext cx="361" cy="316"/>
              <a:chOff x="3264" y="2304"/>
              <a:chExt cx="1584" cy="1297"/>
            </a:xfrm>
          </p:grpSpPr>
          <p:sp>
            <p:nvSpPr>
              <p:cNvPr id="27718" name="Rectangle 9">
                <a:extLst>
                  <a:ext uri="{FF2B5EF4-FFF2-40B4-BE49-F238E27FC236}">
                    <a16:creationId xmlns:a16="http://schemas.microsoft.com/office/drawing/2014/main" id="{F8332E53-AE75-4251-A629-5FD12A1FAC0A}"/>
                  </a:ext>
                </a:extLst>
              </p:cNvPr>
              <p:cNvSpPr>
                <a:spLocks noChangeArrowheads="1"/>
              </p:cNvSpPr>
              <p:nvPr/>
            </p:nvSpPr>
            <p:spPr bwMode="auto">
              <a:xfrm>
                <a:off x="3538" y="2335"/>
                <a:ext cx="878" cy="645"/>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19" name="Rectangle 10">
                <a:extLst>
                  <a:ext uri="{FF2B5EF4-FFF2-40B4-BE49-F238E27FC236}">
                    <a16:creationId xmlns:a16="http://schemas.microsoft.com/office/drawing/2014/main" id="{A4B36243-2932-42EF-A5A1-F9283A9047AD}"/>
                  </a:ext>
                </a:extLst>
              </p:cNvPr>
              <p:cNvSpPr>
                <a:spLocks noChangeArrowheads="1"/>
              </p:cNvSpPr>
              <p:nvPr/>
            </p:nvSpPr>
            <p:spPr bwMode="auto">
              <a:xfrm>
                <a:off x="3520" y="2304"/>
                <a:ext cx="916" cy="31"/>
              </a:xfrm>
              <a:prstGeom prst="rect">
                <a:avLst/>
              </a:prstGeom>
              <a:solidFill>
                <a:srgbClr val="0033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0" name="Rectangle 11" descr="PP_blue_background">
                <a:extLst>
                  <a:ext uri="{FF2B5EF4-FFF2-40B4-BE49-F238E27FC236}">
                    <a16:creationId xmlns:a16="http://schemas.microsoft.com/office/drawing/2014/main" id="{220A1BAA-919D-4B79-9F0C-120BD830A3E4}"/>
                  </a:ext>
                </a:extLst>
              </p:cNvPr>
              <p:cNvSpPr>
                <a:spLocks noChangeArrowheads="1"/>
              </p:cNvSpPr>
              <p:nvPr/>
            </p:nvSpPr>
            <p:spPr bwMode="auto">
              <a:xfrm>
                <a:off x="3561" y="2335"/>
                <a:ext cx="834" cy="621"/>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721" name="Freeform 12">
                <a:extLst>
                  <a:ext uri="{FF2B5EF4-FFF2-40B4-BE49-F238E27FC236}">
                    <a16:creationId xmlns:a16="http://schemas.microsoft.com/office/drawing/2014/main" id="{D799A67C-67DF-40CF-87D3-D3A6B3511F80}"/>
                  </a:ext>
                </a:extLst>
              </p:cNvPr>
              <p:cNvSpPr>
                <a:spLocks/>
              </p:cNvSpPr>
              <p:nvPr/>
            </p:nvSpPr>
            <p:spPr bwMode="auto">
              <a:xfrm>
                <a:off x="4166" y="2846"/>
                <a:ext cx="285" cy="637"/>
              </a:xfrm>
              <a:custGeom>
                <a:avLst/>
                <a:gdLst>
                  <a:gd name="T0" fmla="*/ 157 w 523"/>
                  <a:gd name="T1" fmla="*/ 637 h 1164"/>
                  <a:gd name="T2" fmla="*/ 156 w 523"/>
                  <a:gd name="T3" fmla="*/ 620 h 1164"/>
                  <a:gd name="T4" fmla="*/ 156 w 523"/>
                  <a:gd name="T5" fmla="*/ 606 h 1164"/>
                  <a:gd name="T6" fmla="*/ 157 w 523"/>
                  <a:gd name="T7" fmla="*/ 567 h 1164"/>
                  <a:gd name="T8" fmla="*/ 156 w 523"/>
                  <a:gd name="T9" fmla="*/ 508 h 1164"/>
                  <a:gd name="T10" fmla="*/ 151 w 523"/>
                  <a:gd name="T11" fmla="*/ 448 h 1164"/>
                  <a:gd name="T12" fmla="*/ 149 w 523"/>
                  <a:gd name="T13" fmla="*/ 385 h 1164"/>
                  <a:gd name="T14" fmla="*/ 143 w 523"/>
                  <a:gd name="T15" fmla="*/ 338 h 1164"/>
                  <a:gd name="T16" fmla="*/ 141 w 523"/>
                  <a:gd name="T17" fmla="*/ 258 h 1164"/>
                  <a:gd name="T18" fmla="*/ 163 w 523"/>
                  <a:gd name="T19" fmla="*/ 364 h 1164"/>
                  <a:gd name="T20" fmla="*/ 176 w 523"/>
                  <a:gd name="T21" fmla="*/ 441 h 1164"/>
                  <a:gd name="T22" fmla="*/ 175 w 523"/>
                  <a:gd name="T23" fmla="*/ 560 h 1164"/>
                  <a:gd name="T24" fmla="*/ 165 w 523"/>
                  <a:gd name="T25" fmla="*/ 634 h 1164"/>
                  <a:gd name="T26" fmla="*/ 178 w 523"/>
                  <a:gd name="T27" fmla="*/ 636 h 1164"/>
                  <a:gd name="T28" fmla="*/ 212 w 523"/>
                  <a:gd name="T29" fmla="*/ 637 h 1164"/>
                  <a:gd name="T30" fmla="*/ 247 w 523"/>
                  <a:gd name="T31" fmla="*/ 634 h 1164"/>
                  <a:gd name="T32" fmla="*/ 275 w 523"/>
                  <a:gd name="T33" fmla="*/ 626 h 1164"/>
                  <a:gd name="T34" fmla="*/ 272 w 523"/>
                  <a:gd name="T35" fmla="*/ 607 h 1164"/>
                  <a:gd name="T36" fmla="*/ 278 w 523"/>
                  <a:gd name="T37" fmla="*/ 533 h 1164"/>
                  <a:gd name="T38" fmla="*/ 285 w 523"/>
                  <a:gd name="T39" fmla="*/ 428 h 1164"/>
                  <a:gd name="T40" fmla="*/ 275 w 523"/>
                  <a:gd name="T41" fmla="*/ 380 h 1164"/>
                  <a:gd name="T42" fmla="*/ 268 w 523"/>
                  <a:gd name="T43" fmla="*/ 346 h 1164"/>
                  <a:gd name="T44" fmla="*/ 263 w 523"/>
                  <a:gd name="T45" fmla="*/ 315 h 1164"/>
                  <a:gd name="T46" fmla="*/ 260 w 523"/>
                  <a:gd name="T47" fmla="*/ 211 h 1164"/>
                  <a:gd name="T48" fmla="*/ 242 w 523"/>
                  <a:gd name="T49" fmla="*/ 191 h 1164"/>
                  <a:gd name="T50" fmla="*/ 208 w 523"/>
                  <a:gd name="T51" fmla="*/ 194 h 1164"/>
                  <a:gd name="T52" fmla="*/ 171 w 523"/>
                  <a:gd name="T53" fmla="*/ 200 h 1164"/>
                  <a:gd name="T54" fmla="*/ 148 w 523"/>
                  <a:gd name="T55" fmla="*/ 142 h 1164"/>
                  <a:gd name="T56" fmla="*/ 135 w 523"/>
                  <a:gd name="T57" fmla="*/ 21 h 1164"/>
                  <a:gd name="T58" fmla="*/ 86 w 523"/>
                  <a:gd name="T59" fmla="*/ 22 h 1164"/>
                  <a:gd name="T60" fmla="*/ 58 w 523"/>
                  <a:gd name="T61" fmla="*/ 13 h 1164"/>
                  <a:gd name="T62" fmla="*/ 37 w 523"/>
                  <a:gd name="T63" fmla="*/ 4 h 1164"/>
                  <a:gd name="T64" fmla="*/ 25 w 523"/>
                  <a:gd name="T65" fmla="*/ 1 h 1164"/>
                  <a:gd name="T66" fmla="*/ 20 w 523"/>
                  <a:gd name="T67" fmla="*/ 122 h 1164"/>
                  <a:gd name="T68" fmla="*/ 6 w 523"/>
                  <a:gd name="T69" fmla="*/ 128 h 1164"/>
                  <a:gd name="T70" fmla="*/ 13 w 523"/>
                  <a:gd name="T71" fmla="*/ 167 h 1164"/>
                  <a:gd name="T72" fmla="*/ 23 w 523"/>
                  <a:gd name="T73" fmla="*/ 209 h 1164"/>
                  <a:gd name="T74" fmla="*/ 36 w 523"/>
                  <a:gd name="T75" fmla="*/ 263 h 1164"/>
                  <a:gd name="T76" fmla="*/ 45 w 523"/>
                  <a:gd name="T77" fmla="*/ 317 h 1164"/>
                  <a:gd name="T78" fmla="*/ 45 w 523"/>
                  <a:gd name="T79" fmla="*/ 351 h 1164"/>
                  <a:gd name="T80" fmla="*/ 50 w 523"/>
                  <a:gd name="T81" fmla="*/ 370 h 1164"/>
                  <a:gd name="T82" fmla="*/ 52 w 523"/>
                  <a:gd name="T83" fmla="*/ 390 h 1164"/>
                  <a:gd name="T84" fmla="*/ 62 w 523"/>
                  <a:gd name="T85" fmla="*/ 447 h 1164"/>
                  <a:gd name="T86" fmla="*/ 66 w 523"/>
                  <a:gd name="T87" fmla="*/ 505 h 1164"/>
                  <a:gd name="T88" fmla="*/ 66 w 523"/>
                  <a:gd name="T89" fmla="*/ 547 h 1164"/>
                  <a:gd name="T90" fmla="*/ 61 w 523"/>
                  <a:gd name="T91" fmla="*/ 587 h 1164"/>
                  <a:gd name="T92" fmla="*/ 56 w 523"/>
                  <a:gd name="T93" fmla="*/ 598 h 1164"/>
                  <a:gd name="T94" fmla="*/ 45 w 523"/>
                  <a:gd name="T95" fmla="*/ 616 h 1164"/>
                  <a:gd name="T96" fmla="*/ 50 w 523"/>
                  <a:gd name="T97" fmla="*/ 624 h 1164"/>
                  <a:gd name="T98" fmla="*/ 81 w 523"/>
                  <a:gd name="T99" fmla="*/ 629 h 1164"/>
                  <a:gd name="T100" fmla="*/ 117 w 523"/>
                  <a:gd name="T101" fmla="*/ 634 h 1164"/>
                  <a:gd name="T102" fmla="*/ 148 w 523"/>
                  <a:gd name="T103" fmla="*/ 637 h 116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23" h="1164">
                    <a:moveTo>
                      <a:pt x="279" y="1164"/>
                    </a:moveTo>
                    <a:lnTo>
                      <a:pt x="281" y="1164"/>
                    </a:lnTo>
                    <a:lnTo>
                      <a:pt x="284" y="1164"/>
                    </a:lnTo>
                    <a:lnTo>
                      <a:pt x="286" y="1164"/>
                    </a:lnTo>
                    <a:lnTo>
                      <a:pt x="288" y="1164"/>
                    </a:lnTo>
                    <a:lnTo>
                      <a:pt x="288" y="1158"/>
                    </a:lnTo>
                    <a:lnTo>
                      <a:pt x="289" y="1152"/>
                    </a:lnTo>
                    <a:lnTo>
                      <a:pt x="289" y="1145"/>
                    </a:lnTo>
                    <a:lnTo>
                      <a:pt x="288" y="1139"/>
                    </a:lnTo>
                    <a:lnTo>
                      <a:pt x="287" y="1133"/>
                    </a:lnTo>
                    <a:lnTo>
                      <a:pt x="286" y="1128"/>
                    </a:lnTo>
                    <a:lnTo>
                      <a:pt x="286" y="1123"/>
                    </a:lnTo>
                    <a:lnTo>
                      <a:pt x="287" y="1118"/>
                    </a:lnTo>
                    <a:lnTo>
                      <a:pt x="288" y="1114"/>
                    </a:lnTo>
                    <a:lnTo>
                      <a:pt x="287" y="1107"/>
                    </a:lnTo>
                    <a:lnTo>
                      <a:pt x="286" y="1101"/>
                    </a:lnTo>
                    <a:lnTo>
                      <a:pt x="286" y="1094"/>
                    </a:lnTo>
                    <a:lnTo>
                      <a:pt x="286" y="1082"/>
                    </a:lnTo>
                    <a:lnTo>
                      <a:pt x="287" y="1060"/>
                    </a:lnTo>
                    <a:lnTo>
                      <a:pt x="288" y="1037"/>
                    </a:lnTo>
                    <a:lnTo>
                      <a:pt x="288" y="1019"/>
                    </a:lnTo>
                    <a:lnTo>
                      <a:pt x="287" y="1001"/>
                    </a:lnTo>
                    <a:lnTo>
                      <a:pt x="287" y="976"/>
                    </a:lnTo>
                    <a:lnTo>
                      <a:pt x="287" y="950"/>
                    </a:lnTo>
                    <a:lnTo>
                      <a:pt x="287" y="929"/>
                    </a:lnTo>
                    <a:lnTo>
                      <a:pt x="287" y="910"/>
                    </a:lnTo>
                    <a:lnTo>
                      <a:pt x="285" y="887"/>
                    </a:lnTo>
                    <a:lnTo>
                      <a:pt x="283" y="862"/>
                    </a:lnTo>
                    <a:lnTo>
                      <a:pt x="279" y="840"/>
                    </a:lnTo>
                    <a:lnTo>
                      <a:pt x="277" y="819"/>
                    </a:lnTo>
                    <a:lnTo>
                      <a:pt x="276" y="796"/>
                    </a:lnTo>
                    <a:lnTo>
                      <a:pt x="276" y="774"/>
                    </a:lnTo>
                    <a:lnTo>
                      <a:pt x="276" y="752"/>
                    </a:lnTo>
                    <a:lnTo>
                      <a:pt x="274" y="729"/>
                    </a:lnTo>
                    <a:lnTo>
                      <a:pt x="273" y="704"/>
                    </a:lnTo>
                    <a:lnTo>
                      <a:pt x="271" y="681"/>
                    </a:lnTo>
                    <a:lnTo>
                      <a:pt x="270" y="668"/>
                    </a:lnTo>
                    <a:lnTo>
                      <a:pt x="268" y="656"/>
                    </a:lnTo>
                    <a:lnTo>
                      <a:pt x="265" y="638"/>
                    </a:lnTo>
                    <a:lnTo>
                      <a:pt x="263" y="618"/>
                    </a:lnTo>
                    <a:lnTo>
                      <a:pt x="262" y="601"/>
                    </a:lnTo>
                    <a:lnTo>
                      <a:pt x="262" y="575"/>
                    </a:lnTo>
                    <a:lnTo>
                      <a:pt x="261" y="533"/>
                    </a:lnTo>
                    <a:lnTo>
                      <a:pt x="258" y="493"/>
                    </a:lnTo>
                    <a:lnTo>
                      <a:pt x="258" y="472"/>
                    </a:lnTo>
                    <a:lnTo>
                      <a:pt x="261" y="499"/>
                    </a:lnTo>
                    <a:lnTo>
                      <a:pt x="268" y="534"/>
                    </a:lnTo>
                    <a:lnTo>
                      <a:pt x="278" y="576"/>
                    </a:lnTo>
                    <a:lnTo>
                      <a:pt x="288" y="621"/>
                    </a:lnTo>
                    <a:lnTo>
                      <a:pt x="300" y="665"/>
                    </a:lnTo>
                    <a:lnTo>
                      <a:pt x="309" y="703"/>
                    </a:lnTo>
                    <a:lnTo>
                      <a:pt x="316" y="731"/>
                    </a:lnTo>
                    <a:lnTo>
                      <a:pt x="318" y="749"/>
                    </a:lnTo>
                    <a:lnTo>
                      <a:pt x="319" y="781"/>
                    </a:lnTo>
                    <a:lnTo>
                      <a:pt x="323" y="806"/>
                    </a:lnTo>
                    <a:lnTo>
                      <a:pt x="327" y="827"/>
                    </a:lnTo>
                    <a:lnTo>
                      <a:pt x="331" y="843"/>
                    </a:lnTo>
                    <a:lnTo>
                      <a:pt x="330" y="882"/>
                    </a:lnTo>
                    <a:lnTo>
                      <a:pt x="326" y="954"/>
                    </a:lnTo>
                    <a:lnTo>
                      <a:pt x="322" y="1024"/>
                    </a:lnTo>
                    <a:lnTo>
                      <a:pt x="319" y="1063"/>
                    </a:lnTo>
                    <a:lnTo>
                      <a:pt x="317" y="1080"/>
                    </a:lnTo>
                    <a:lnTo>
                      <a:pt x="311" y="1105"/>
                    </a:lnTo>
                    <a:lnTo>
                      <a:pt x="307" y="1132"/>
                    </a:lnTo>
                    <a:lnTo>
                      <a:pt x="303" y="1159"/>
                    </a:lnTo>
                    <a:lnTo>
                      <a:pt x="306" y="1160"/>
                    </a:lnTo>
                    <a:lnTo>
                      <a:pt x="309" y="1160"/>
                    </a:lnTo>
                    <a:lnTo>
                      <a:pt x="312" y="1161"/>
                    </a:lnTo>
                    <a:lnTo>
                      <a:pt x="317" y="1161"/>
                    </a:lnTo>
                    <a:lnTo>
                      <a:pt x="326" y="1162"/>
                    </a:lnTo>
                    <a:lnTo>
                      <a:pt x="338" y="1163"/>
                    </a:lnTo>
                    <a:lnTo>
                      <a:pt x="349" y="1164"/>
                    </a:lnTo>
                    <a:lnTo>
                      <a:pt x="362" y="1164"/>
                    </a:lnTo>
                    <a:lnTo>
                      <a:pt x="375" y="1164"/>
                    </a:lnTo>
                    <a:lnTo>
                      <a:pt x="389" y="1164"/>
                    </a:lnTo>
                    <a:lnTo>
                      <a:pt x="401" y="1164"/>
                    </a:lnTo>
                    <a:lnTo>
                      <a:pt x="415" y="1163"/>
                    </a:lnTo>
                    <a:lnTo>
                      <a:pt x="429" y="1162"/>
                    </a:lnTo>
                    <a:lnTo>
                      <a:pt x="442" y="1161"/>
                    </a:lnTo>
                    <a:lnTo>
                      <a:pt x="454" y="1159"/>
                    </a:lnTo>
                    <a:lnTo>
                      <a:pt x="467" y="1156"/>
                    </a:lnTo>
                    <a:lnTo>
                      <a:pt x="477" y="1154"/>
                    </a:lnTo>
                    <a:lnTo>
                      <a:pt x="488" y="1151"/>
                    </a:lnTo>
                    <a:lnTo>
                      <a:pt x="497" y="1147"/>
                    </a:lnTo>
                    <a:lnTo>
                      <a:pt x="504" y="1143"/>
                    </a:lnTo>
                    <a:lnTo>
                      <a:pt x="503" y="1138"/>
                    </a:lnTo>
                    <a:lnTo>
                      <a:pt x="501" y="1133"/>
                    </a:lnTo>
                    <a:lnTo>
                      <a:pt x="498" y="1130"/>
                    </a:lnTo>
                    <a:lnTo>
                      <a:pt x="494" y="1126"/>
                    </a:lnTo>
                    <a:lnTo>
                      <a:pt x="499" y="1110"/>
                    </a:lnTo>
                    <a:lnTo>
                      <a:pt x="503" y="1090"/>
                    </a:lnTo>
                    <a:lnTo>
                      <a:pt x="504" y="1069"/>
                    </a:lnTo>
                    <a:lnTo>
                      <a:pt x="504" y="1050"/>
                    </a:lnTo>
                    <a:lnTo>
                      <a:pt x="506" y="1020"/>
                    </a:lnTo>
                    <a:lnTo>
                      <a:pt x="511" y="974"/>
                    </a:lnTo>
                    <a:lnTo>
                      <a:pt x="515" y="928"/>
                    </a:lnTo>
                    <a:lnTo>
                      <a:pt x="519" y="897"/>
                    </a:lnTo>
                    <a:lnTo>
                      <a:pt x="521" y="867"/>
                    </a:lnTo>
                    <a:lnTo>
                      <a:pt x="523" y="825"/>
                    </a:lnTo>
                    <a:lnTo>
                      <a:pt x="523" y="782"/>
                    </a:lnTo>
                    <a:lnTo>
                      <a:pt x="520" y="752"/>
                    </a:lnTo>
                    <a:lnTo>
                      <a:pt x="515" y="735"/>
                    </a:lnTo>
                    <a:lnTo>
                      <a:pt x="511" y="720"/>
                    </a:lnTo>
                    <a:lnTo>
                      <a:pt x="508" y="706"/>
                    </a:lnTo>
                    <a:lnTo>
                      <a:pt x="505" y="694"/>
                    </a:lnTo>
                    <a:lnTo>
                      <a:pt x="501" y="681"/>
                    </a:lnTo>
                    <a:lnTo>
                      <a:pt x="498" y="665"/>
                    </a:lnTo>
                    <a:lnTo>
                      <a:pt x="494" y="651"/>
                    </a:lnTo>
                    <a:lnTo>
                      <a:pt x="493" y="642"/>
                    </a:lnTo>
                    <a:lnTo>
                      <a:pt x="492" y="633"/>
                    </a:lnTo>
                    <a:lnTo>
                      <a:pt x="490" y="621"/>
                    </a:lnTo>
                    <a:lnTo>
                      <a:pt x="486" y="608"/>
                    </a:lnTo>
                    <a:lnTo>
                      <a:pt x="485" y="598"/>
                    </a:lnTo>
                    <a:lnTo>
                      <a:pt x="484" y="587"/>
                    </a:lnTo>
                    <a:lnTo>
                      <a:pt x="482" y="575"/>
                    </a:lnTo>
                    <a:lnTo>
                      <a:pt x="480" y="561"/>
                    </a:lnTo>
                    <a:lnTo>
                      <a:pt x="478" y="549"/>
                    </a:lnTo>
                    <a:lnTo>
                      <a:pt x="478" y="515"/>
                    </a:lnTo>
                    <a:lnTo>
                      <a:pt x="480" y="450"/>
                    </a:lnTo>
                    <a:lnTo>
                      <a:pt x="478" y="385"/>
                    </a:lnTo>
                    <a:lnTo>
                      <a:pt x="477" y="347"/>
                    </a:lnTo>
                    <a:lnTo>
                      <a:pt x="471" y="347"/>
                    </a:lnTo>
                    <a:lnTo>
                      <a:pt x="465" y="348"/>
                    </a:lnTo>
                    <a:lnTo>
                      <a:pt x="455" y="348"/>
                    </a:lnTo>
                    <a:lnTo>
                      <a:pt x="445" y="349"/>
                    </a:lnTo>
                    <a:lnTo>
                      <a:pt x="435" y="349"/>
                    </a:lnTo>
                    <a:lnTo>
                      <a:pt x="422" y="350"/>
                    </a:lnTo>
                    <a:lnTo>
                      <a:pt x="409" y="351"/>
                    </a:lnTo>
                    <a:lnTo>
                      <a:pt x="395" y="352"/>
                    </a:lnTo>
                    <a:lnTo>
                      <a:pt x="382" y="355"/>
                    </a:lnTo>
                    <a:lnTo>
                      <a:pt x="368" y="357"/>
                    </a:lnTo>
                    <a:lnTo>
                      <a:pt x="353" y="358"/>
                    </a:lnTo>
                    <a:lnTo>
                      <a:pt x="340" y="360"/>
                    </a:lnTo>
                    <a:lnTo>
                      <a:pt x="326" y="364"/>
                    </a:lnTo>
                    <a:lnTo>
                      <a:pt x="314" y="366"/>
                    </a:lnTo>
                    <a:lnTo>
                      <a:pt x="302" y="370"/>
                    </a:lnTo>
                    <a:lnTo>
                      <a:pt x="292" y="373"/>
                    </a:lnTo>
                    <a:lnTo>
                      <a:pt x="286" y="345"/>
                    </a:lnTo>
                    <a:lnTo>
                      <a:pt x="279" y="306"/>
                    </a:lnTo>
                    <a:lnTo>
                      <a:pt x="271" y="260"/>
                    </a:lnTo>
                    <a:lnTo>
                      <a:pt x="263" y="211"/>
                    </a:lnTo>
                    <a:lnTo>
                      <a:pt x="256" y="160"/>
                    </a:lnTo>
                    <a:lnTo>
                      <a:pt x="251" y="112"/>
                    </a:lnTo>
                    <a:lnTo>
                      <a:pt x="248" y="70"/>
                    </a:lnTo>
                    <a:lnTo>
                      <a:pt x="248" y="38"/>
                    </a:lnTo>
                    <a:lnTo>
                      <a:pt x="228" y="44"/>
                    </a:lnTo>
                    <a:lnTo>
                      <a:pt x="209" y="46"/>
                    </a:lnTo>
                    <a:lnTo>
                      <a:pt x="190" y="46"/>
                    </a:lnTo>
                    <a:lnTo>
                      <a:pt x="174" y="44"/>
                    </a:lnTo>
                    <a:lnTo>
                      <a:pt x="158" y="40"/>
                    </a:lnTo>
                    <a:lnTo>
                      <a:pt x="144" y="37"/>
                    </a:lnTo>
                    <a:lnTo>
                      <a:pt x="133" y="32"/>
                    </a:lnTo>
                    <a:lnTo>
                      <a:pt x="122" y="29"/>
                    </a:lnTo>
                    <a:lnTo>
                      <a:pt x="114" y="26"/>
                    </a:lnTo>
                    <a:lnTo>
                      <a:pt x="106" y="23"/>
                    </a:lnTo>
                    <a:lnTo>
                      <a:pt x="98" y="21"/>
                    </a:lnTo>
                    <a:lnTo>
                      <a:pt x="91" y="18"/>
                    </a:lnTo>
                    <a:lnTo>
                      <a:pt x="84" y="16"/>
                    </a:lnTo>
                    <a:lnTo>
                      <a:pt x="76" y="13"/>
                    </a:lnTo>
                    <a:lnTo>
                      <a:pt x="68" y="8"/>
                    </a:lnTo>
                    <a:lnTo>
                      <a:pt x="60" y="2"/>
                    </a:lnTo>
                    <a:lnTo>
                      <a:pt x="57" y="1"/>
                    </a:lnTo>
                    <a:lnTo>
                      <a:pt x="53" y="0"/>
                    </a:lnTo>
                    <a:lnTo>
                      <a:pt x="50" y="0"/>
                    </a:lnTo>
                    <a:lnTo>
                      <a:pt x="45" y="1"/>
                    </a:lnTo>
                    <a:lnTo>
                      <a:pt x="44" y="43"/>
                    </a:lnTo>
                    <a:lnTo>
                      <a:pt x="42" y="110"/>
                    </a:lnTo>
                    <a:lnTo>
                      <a:pt x="41" y="178"/>
                    </a:lnTo>
                    <a:lnTo>
                      <a:pt x="41" y="221"/>
                    </a:lnTo>
                    <a:lnTo>
                      <a:pt x="36" y="223"/>
                    </a:lnTo>
                    <a:lnTo>
                      <a:pt x="30" y="226"/>
                    </a:lnTo>
                    <a:lnTo>
                      <a:pt x="26" y="228"/>
                    </a:lnTo>
                    <a:lnTo>
                      <a:pt x="21" y="230"/>
                    </a:lnTo>
                    <a:lnTo>
                      <a:pt x="15" y="233"/>
                    </a:lnTo>
                    <a:lnTo>
                      <a:pt x="11" y="234"/>
                    </a:lnTo>
                    <a:lnTo>
                      <a:pt x="5" y="236"/>
                    </a:lnTo>
                    <a:lnTo>
                      <a:pt x="0" y="238"/>
                    </a:lnTo>
                    <a:lnTo>
                      <a:pt x="8" y="263"/>
                    </a:lnTo>
                    <a:lnTo>
                      <a:pt x="16" y="286"/>
                    </a:lnTo>
                    <a:lnTo>
                      <a:pt x="23" y="305"/>
                    </a:lnTo>
                    <a:lnTo>
                      <a:pt x="27" y="320"/>
                    </a:lnTo>
                    <a:lnTo>
                      <a:pt x="29" y="335"/>
                    </a:lnTo>
                    <a:lnTo>
                      <a:pt x="33" y="354"/>
                    </a:lnTo>
                    <a:lnTo>
                      <a:pt x="37" y="371"/>
                    </a:lnTo>
                    <a:lnTo>
                      <a:pt x="42" y="382"/>
                    </a:lnTo>
                    <a:lnTo>
                      <a:pt x="48" y="397"/>
                    </a:lnTo>
                    <a:lnTo>
                      <a:pt x="54" y="424"/>
                    </a:lnTo>
                    <a:lnTo>
                      <a:pt x="61" y="451"/>
                    </a:lnTo>
                    <a:lnTo>
                      <a:pt x="65" y="466"/>
                    </a:lnTo>
                    <a:lnTo>
                      <a:pt x="66" y="480"/>
                    </a:lnTo>
                    <a:lnTo>
                      <a:pt x="69" y="502"/>
                    </a:lnTo>
                    <a:lnTo>
                      <a:pt x="73" y="527"/>
                    </a:lnTo>
                    <a:lnTo>
                      <a:pt x="76" y="547"/>
                    </a:lnTo>
                    <a:lnTo>
                      <a:pt x="80" y="563"/>
                    </a:lnTo>
                    <a:lnTo>
                      <a:pt x="83" y="580"/>
                    </a:lnTo>
                    <a:lnTo>
                      <a:pt x="84" y="597"/>
                    </a:lnTo>
                    <a:lnTo>
                      <a:pt x="83" y="610"/>
                    </a:lnTo>
                    <a:lnTo>
                      <a:pt x="82" y="622"/>
                    </a:lnTo>
                    <a:lnTo>
                      <a:pt x="82" y="632"/>
                    </a:lnTo>
                    <a:lnTo>
                      <a:pt x="82" y="642"/>
                    </a:lnTo>
                    <a:lnTo>
                      <a:pt x="84" y="648"/>
                    </a:lnTo>
                    <a:lnTo>
                      <a:pt x="87" y="655"/>
                    </a:lnTo>
                    <a:lnTo>
                      <a:pt x="90" y="663"/>
                    </a:lnTo>
                    <a:lnTo>
                      <a:pt x="91" y="670"/>
                    </a:lnTo>
                    <a:lnTo>
                      <a:pt x="91" y="676"/>
                    </a:lnTo>
                    <a:lnTo>
                      <a:pt x="90" y="682"/>
                    </a:lnTo>
                    <a:lnTo>
                      <a:pt x="90" y="691"/>
                    </a:lnTo>
                    <a:lnTo>
                      <a:pt x="90" y="698"/>
                    </a:lnTo>
                    <a:lnTo>
                      <a:pt x="91" y="703"/>
                    </a:lnTo>
                    <a:lnTo>
                      <a:pt x="96" y="713"/>
                    </a:lnTo>
                    <a:lnTo>
                      <a:pt x="102" y="732"/>
                    </a:lnTo>
                    <a:lnTo>
                      <a:pt x="109" y="756"/>
                    </a:lnTo>
                    <a:lnTo>
                      <a:pt x="112" y="773"/>
                    </a:lnTo>
                    <a:lnTo>
                      <a:pt x="113" y="791"/>
                    </a:lnTo>
                    <a:lnTo>
                      <a:pt x="114" y="817"/>
                    </a:lnTo>
                    <a:lnTo>
                      <a:pt x="114" y="844"/>
                    </a:lnTo>
                    <a:lnTo>
                      <a:pt x="117" y="865"/>
                    </a:lnTo>
                    <a:lnTo>
                      <a:pt x="119" y="883"/>
                    </a:lnTo>
                    <a:lnTo>
                      <a:pt x="120" y="903"/>
                    </a:lnTo>
                    <a:lnTo>
                      <a:pt x="121" y="923"/>
                    </a:lnTo>
                    <a:lnTo>
                      <a:pt x="120" y="935"/>
                    </a:lnTo>
                    <a:lnTo>
                      <a:pt x="119" y="949"/>
                    </a:lnTo>
                    <a:lnTo>
                      <a:pt x="120" y="967"/>
                    </a:lnTo>
                    <a:lnTo>
                      <a:pt x="120" y="986"/>
                    </a:lnTo>
                    <a:lnTo>
                      <a:pt x="122" y="999"/>
                    </a:lnTo>
                    <a:lnTo>
                      <a:pt x="124" y="1012"/>
                    </a:lnTo>
                    <a:lnTo>
                      <a:pt x="121" y="1033"/>
                    </a:lnTo>
                    <a:lnTo>
                      <a:pt x="118" y="1054"/>
                    </a:lnTo>
                    <a:lnTo>
                      <a:pt x="114" y="1067"/>
                    </a:lnTo>
                    <a:lnTo>
                      <a:pt x="112" y="1072"/>
                    </a:lnTo>
                    <a:lnTo>
                      <a:pt x="111" y="1078"/>
                    </a:lnTo>
                    <a:lnTo>
                      <a:pt x="110" y="1083"/>
                    </a:lnTo>
                    <a:lnTo>
                      <a:pt x="110" y="1087"/>
                    </a:lnTo>
                    <a:lnTo>
                      <a:pt x="105" y="1090"/>
                    </a:lnTo>
                    <a:lnTo>
                      <a:pt x="102" y="1092"/>
                    </a:lnTo>
                    <a:lnTo>
                      <a:pt x="98" y="1095"/>
                    </a:lnTo>
                    <a:lnTo>
                      <a:pt x="96" y="1098"/>
                    </a:lnTo>
                    <a:lnTo>
                      <a:pt x="94" y="1103"/>
                    </a:lnTo>
                    <a:lnTo>
                      <a:pt x="88" y="1115"/>
                    </a:lnTo>
                    <a:lnTo>
                      <a:pt x="82" y="1126"/>
                    </a:lnTo>
                    <a:lnTo>
                      <a:pt x="79" y="1136"/>
                    </a:lnTo>
                    <a:lnTo>
                      <a:pt x="82" y="1137"/>
                    </a:lnTo>
                    <a:lnTo>
                      <a:pt x="86" y="1138"/>
                    </a:lnTo>
                    <a:lnTo>
                      <a:pt x="89" y="1139"/>
                    </a:lnTo>
                    <a:lnTo>
                      <a:pt x="92" y="1140"/>
                    </a:lnTo>
                    <a:lnTo>
                      <a:pt x="102" y="1143"/>
                    </a:lnTo>
                    <a:lnTo>
                      <a:pt x="112" y="1144"/>
                    </a:lnTo>
                    <a:lnTo>
                      <a:pt x="122" y="1146"/>
                    </a:lnTo>
                    <a:lnTo>
                      <a:pt x="135" y="1148"/>
                    </a:lnTo>
                    <a:lnTo>
                      <a:pt x="148" y="1149"/>
                    </a:lnTo>
                    <a:lnTo>
                      <a:pt x="160" y="1152"/>
                    </a:lnTo>
                    <a:lnTo>
                      <a:pt x="174" y="1154"/>
                    </a:lnTo>
                    <a:lnTo>
                      <a:pt x="188" y="1155"/>
                    </a:lnTo>
                    <a:lnTo>
                      <a:pt x="201" y="1158"/>
                    </a:lnTo>
                    <a:lnTo>
                      <a:pt x="215" y="1159"/>
                    </a:lnTo>
                    <a:lnTo>
                      <a:pt x="227" y="1160"/>
                    </a:lnTo>
                    <a:lnTo>
                      <a:pt x="239" y="1161"/>
                    </a:lnTo>
                    <a:lnTo>
                      <a:pt x="250" y="1162"/>
                    </a:lnTo>
                    <a:lnTo>
                      <a:pt x="262" y="1163"/>
                    </a:lnTo>
                    <a:lnTo>
                      <a:pt x="271" y="1164"/>
                    </a:lnTo>
                    <a:lnTo>
                      <a:pt x="279" y="1164"/>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2" name="Freeform 13">
                <a:extLst>
                  <a:ext uri="{FF2B5EF4-FFF2-40B4-BE49-F238E27FC236}">
                    <a16:creationId xmlns:a16="http://schemas.microsoft.com/office/drawing/2014/main" id="{EB53645F-EB9C-406E-9F05-5F3F4BD81AB9}"/>
                  </a:ext>
                </a:extLst>
              </p:cNvPr>
              <p:cNvSpPr>
                <a:spLocks/>
              </p:cNvSpPr>
              <p:nvPr/>
            </p:nvSpPr>
            <p:spPr bwMode="auto">
              <a:xfrm>
                <a:off x="4301" y="2547"/>
                <a:ext cx="209" cy="503"/>
              </a:xfrm>
              <a:custGeom>
                <a:avLst/>
                <a:gdLst>
                  <a:gd name="T0" fmla="*/ 118 w 384"/>
                  <a:gd name="T1" fmla="*/ 489 h 921"/>
                  <a:gd name="T2" fmla="*/ 102 w 384"/>
                  <a:gd name="T3" fmla="*/ 490 h 921"/>
                  <a:gd name="T4" fmla="*/ 80 w 384"/>
                  <a:gd name="T5" fmla="*/ 492 h 921"/>
                  <a:gd name="T6" fmla="*/ 57 w 384"/>
                  <a:gd name="T7" fmla="*/ 495 h 921"/>
                  <a:gd name="T8" fmla="*/ 36 w 384"/>
                  <a:gd name="T9" fmla="*/ 499 h 921"/>
                  <a:gd name="T10" fmla="*/ 21 w 384"/>
                  <a:gd name="T11" fmla="*/ 488 h 921"/>
                  <a:gd name="T12" fmla="*/ 8 w 384"/>
                  <a:gd name="T13" fmla="*/ 415 h 921"/>
                  <a:gd name="T14" fmla="*/ 0 w 384"/>
                  <a:gd name="T15" fmla="*/ 338 h 921"/>
                  <a:gd name="T16" fmla="*/ 8 w 384"/>
                  <a:gd name="T17" fmla="*/ 261 h 921"/>
                  <a:gd name="T18" fmla="*/ 17 w 384"/>
                  <a:gd name="T19" fmla="*/ 202 h 921"/>
                  <a:gd name="T20" fmla="*/ 37 w 384"/>
                  <a:gd name="T21" fmla="*/ 133 h 921"/>
                  <a:gd name="T22" fmla="*/ 60 w 384"/>
                  <a:gd name="T23" fmla="*/ 70 h 921"/>
                  <a:gd name="T24" fmla="*/ 69 w 384"/>
                  <a:gd name="T25" fmla="*/ 48 h 921"/>
                  <a:gd name="T26" fmla="*/ 78 w 384"/>
                  <a:gd name="T27" fmla="*/ 31 h 921"/>
                  <a:gd name="T28" fmla="*/ 85 w 384"/>
                  <a:gd name="T29" fmla="*/ 0 h 921"/>
                  <a:gd name="T30" fmla="*/ 93 w 384"/>
                  <a:gd name="T31" fmla="*/ 6 h 921"/>
                  <a:gd name="T32" fmla="*/ 99 w 384"/>
                  <a:gd name="T33" fmla="*/ 16 h 921"/>
                  <a:gd name="T34" fmla="*/ 107 w 384"/>
                  <a:gd name="T35" fmla="*/ 31 h 921"/>
                  <a:gd name="T36" fmla="*/ 117 w 384"/>
                  <a:gd name="T37" fmla="*/ 35 h 921"/>
                  <a:gd name="T38" fmla="*/ 125 w 384"/>
                  <a:gd name="T39" fmla="*/ 39 h 921"/>
                  <a:gd name="T40" fmla="*/ 128 w 384"/>
                  <a:gd name="T41" fmla="*/ 51 h 921"/>
                  <a:gd name="T42" fmla="*/ 136 w 384"/>
                  <a:gd name="T43" fmla="*/ 58 h 921"/>
                  <a:gd name="T44" fmla="*/ 145 w 384"/>
                  <a:gd name="T45" fmla="*/ 61 h 921"/>
                  <a:gd name="T46" fmla="*/ 152 w 384"/>
                  <a:gd name="T47" fmla="*/ 65 h 921"/>
                  <a:gd name="T48" fmla="*/ 161 w 384"/>
                  <a:gd name="T49" fmla="*/ 72 h 921"/>
                  <a:gd name="T50" fmla="*/ 168 w 384"/>
                  <a:gd name="T51" fmla="*/ 77 h 921"/>
                  <a:gd name="T52" fmla="*/ 185 w 384"/>
                  <a:gd name="T53" fmla="*/ 88 h 921"/>
                  <a:gd name="T54" fmla="*/ 199 w 384"/>
                  <a:gd name="T55" fmla="*/ 101 h 921"/>
                  <a:gd name="T56" fmla="*/ 201 w 384"/>
                  <a:gd name="T57" fmla="*/ 119 h 921"/>
                  <a:gd name="T58" fmla="*/ 199 w 384"/>
                  <a:gd name="T59" fmla="*/ 135 h 921"/>
                  <a:gd name="T60" fmla="*/ 199 w 384"/>
                  <a:gd name="T61" fmla="*/ 159 h 921"/>
                  <a:gd name="T62" fmla="*/ 195 w 384"/>
                  <a:gd name="T63" fmla="*/ 174 h 921"/>
                  <a:gd name="T64" fmla="*/ 193 w 384"/>
                  <a:gd name="T65" fmla="*/ 181 h 921"/>
                  <a:gd name="T66" fmla="*/ 194 w 384"/>
                  <a:gd name="T67" fmla="*/ 188 h 921"/>
                  <a:gd name="T68" fmla="*/ 200 w 384"/>
                  <a:gd name="T69" fmla="*/ 202 h 921"/>
                  <a:gd name="T70" fmla="*/ 198 w 384"/>
                  <a:gd name="T71" fmla="*/ 230 h 921"/>
                  <a:gd name="T72" fmla="*/ 206 w 384"/>
                  <a:gd name="T73" fmla="*/ 258 h 921"/>
                  <a:gd name="T74" fmla="*/ 206 w 384"/>
                  <a:gd name="T75" fmla="*/ 288 h 921"/>
                  <a:gd name="T76" fmla="*/ 194 w 384"/>
                  <a:gd name="T77" fmla="*/ 309 h 921"/>
                  <a:gd name="T78" fmla="*/ 183 w 384"/>
                  <a:gd name="T79" fmla="*/ 326 h 921"/>
                  <a:gd name="T80" fmla="*/ 173 w 384"/>
                  <a:gd name="T81" fmla="*/ 329 h 921"/>
                  <a:gd name="T82" fmla="*/ 163 w 384"/>
                  <a:gd name="T83" fmla="*/ 326 h 921"/>
                  <a:gd name="T84" fmla="*/ 145 w 384"/>
                  <a:gd name="T85" fmla="*/ 310 h 921"/>
                  <a:gd name="T86" fmla="*/ 122 w 384"/>
                  <a:gd name="T87" fmla="*/ 292 h 921"/>
                  <a:gd name="T88" fmla="*/ 118 w 384"/>
                  <a:gd name="T89" fmla="*/ 295 h 921"/>
                  <a:gd name="T90" fmla="*/ 120 w 384"/>
                  <a:gd name="T91" fmla="*/ 305 h 921"/>
                  <a:gd name="T92" fmla="*/ 121 w 384"/>
                  <a:gd name="T93" fmla="*/ 326 h 921"/>
                  <a:gd name="T94" fmla="*/ 125 w 384"/>
                  <a:gd name="T95" fmla="*/ 348 h 921"/>
                  <a:gd name="T96" fmla="*/ 127 w 384"/>
                  <a:gd name="T97" fmla="*/ 374 h 921"/>
                  <a:gd name="T98" fmla="*/ 132 w 384"/>
                  <a:gd name="T99" fmla="*/ 407 h 921"/>
                  <a:gd name="T100" fmla="*/ 134 w 384"/>
                  <a:gd name="T101" fmla="*/ 440 h 921"/>
                  <a:gd name="T102" fmla="*/ 136 w 384"/>
                  <a:gd name="T103" fmla="*/ 471 h 921"/>
                  <a:gd name="T104" fmla="*/ 140 w 384"/>
                  <a:gd name="T105" fmla="*/ 486 h 921"/>
                  <a:gd name="T106" fmla="*/ 132 w 384"/>
                  <a:gd name="T107" fmla="*/ 488 h 921"/>
                  <a:gd name="T108" fmla="*/ 125 w 384"/>
                  <a:gd name="T109" fmla="*/ 489 h 92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84" h="921">
                    <a:moveTo>
                      <a:pt x="229" y="895"/>
                    </a:moveTo>
                    <a:lnTo>
                      <a:pt x="223" y="895"/>
                    </a:lnTo>
                    <a:lnTo>
                      <a:pt x="217" y="896"/>
                    </a:lnTo>
                    <a:lnTo>
                      <a:pt x="207" y="896"/>
                    </a:lnTo>
                    <a:lnTo>
                      <a:pt x="197" y="897"/>
                    </a:lnTo>
                    <a:lnTo>
                      <a:pt x="187" y="897"/>
                    </a:lnTo>
                    <a:lnTo>
                      <a:pt x="174" y="898"/>
                    </a:lnTo>
                    <a:lnTo>
                      <a:pt x="161" y="899"/>
                    </a:lnTo>
                    <a:lnTo>
                      <a:pt x="147" y="900"/>
                    </a:lnTo>
                    <a:lnTo>
                      <a:pt x="134" y="903"/>
                    </a:lnTo>
                    <a:lnTo>
                      <a:pt x="120" y="905"/>
                    </a:lnTo>
                    <a:lnTo>
                      <a:pt x="105" y="906"/>
                    </a:lnTo>
                    <a:lnTo>
                      <a:pt x="92" y="908"/>
                    </a:lnTo>
                    <a:lnTo>
                      <a:pt x="78" y="912"/>
                    </a:lnTo>
                    <a:lnTo>
                      <a:pt x="66" y="914"/>
                    </a:lnTo>
                    <a:lnTo>
                      <a:pt x="54" y="918"/>
                    </a:lnTo>
                    <a:lnTo>
                      <a:pt x="44" y="921"/>
                    </a:lnTo>
                    <a:lnTo>
                      <a:pt x="38" y="893"/>
                    </a:lnTo>
                    <a:lnTo>
                      <a:pt x="31" y="854"/>
                    </a:lnTo>
                    <a:lnTo>
                      <a:pt x="23" y="808"/>
                    </a:lnTo>
                    <a:lnTo>
                      <a:pt x="15" y="759"/>
                    </a:lnTo>
                    <a:lnTo>
                      <a:pt x="8" y="708"/>
                    </a:lnTo>
                    <a:lnTo>
                      <a:pt x="3" y="660"/>
                    </a:lnTo>
                    <a:lnTo>
                      <a:pt x="0" y="618"/>
                    </a:lnTo>
                    <a:lnTo>
                      <a:pt x="0" y="586"/>
                    </a:lnTo>
                    <a:lnTo>
                      <a:pt x="7" y="532"/>
                    </a:lnTo>
                    <a:lnTo>
                      <a:pt x="15" y="478"/>
                    </a:lnTo>
                    <a:lnTo>
                      <a:pt x="23" y="430"/>
                    </a:lnTo>
                    <a:lnTo>
                      <a:pt x="26" y="399"/>
                    </a:lnTo>
                    <a:lnTo>
                      <a:pt x="31" y="369"/>
                    </a:lnTo>
                    <a:lnTo>
                      <a:pt x="40" y="331"/>
                    </a:lnTo>
                    <a:lnTo>
                      <a:pt x="53" y="288"/>
                    </a:lnTo>
                    <a:lnTo>
                      <a:pt x="68" y="243"/>
                    </a:lnTo>
                    <a:lnTo>
                      <a:pt x="84" y="199"/>
                    </a:lnTo>
                    <a:lnTo>
                      <a:pt x="98" y="160"/>
                    </a:lnTo>
                    <a:lnTo>
                      <a:pt x="111" y="129"/>
                    </a:lnTo>
                    <a:lnTo>
                      <a:pt x="119" y="108"/>
                    </a:lnTo>
                    <a:lnTo>
                      <a:pt x="122" y="99"/>
                    </a:lnTo>
                    <a:lnTo>
                      <a:pt x="127" y="87"/>
                    </a:lnTo>
                    <a:lnTo>
                      <a:pt x="131" y="77"/>
                    </a:lnTo>
                    <a:lnTo>
                      <a:pt x="134" y="69"/>
                    </a:lnTo>
                    <a:lnTo>
                      <a:pt x="144" y="57"/>
                    </a:lnTo>
                    <a:lnTo>
                      <a:pt x="152" y="41"/>
                    </a:lnTo>
                    <a:lnTo>
                      <a:pt x="157" y="22"/>
                    </a:lnTo>
                    <a:lnTo>
                      <a:pt x="157" y="0"/>
                    </a:lnTo>
                    <a:lnTo>
                      <a:pt x="164" y="3"/>
                    </a:lnTo>
                    <a:lnTo>
                      <a:pt x="168" y="7"/>
                    </a:lnTo>
                    <a:lnTo>
                      <a:pt x="170" y="11"/>
                    </a:lnTo>
                    <a:lnTo>
                      <a:pt x="173" y="15"/>
                    </a:lnTo>
                    <a:lnTo>
                      <a:pt x="176" y="20"/>
                    </a:lnTo>
                    <a:lnTo>
                      <a:pt x="182" y="30"/>
                    </a:lnTo>
                    <a:lnTo>
                      <a:pt x="188" y="42"/>
                    </a:lnTo>
                    <a:lnTo>
                      <a:pt x="191" y="55"/>
                    </a:lnTo>
                    <a:lnTo>
                      <a:pt x="197" y="57"/>
                    </a:lnTo>
                    <a:lnTo>
                      <a:pt x="203" y="60"/>
                    </a:lnTo>
                    <a:lnTo>
                      <a:pt x="210" y="62"/>
                    </a:lnTo>
                    <a:lnTo>
                      <a:pt x="215" y="64"/>
                    </a:lnTo>
                    <a:lnTo>
                      <a:pt x="220" y="66"/>
                    </a:lnTo>
                    <a:lnTo>
                      <a:pt x="226" y="69"/>
                    </a:lnTo>
                    <a:lnTo>
                      <a:pt x="229" y="71"/>
                    </a:lnTo>
                    <a:lnTo>
                      <a:pt x="233" y="72"/>
                    </a:lnTo>
                    <a:lnTo>
                      <a:pt x="234" y="83"/>
                    </a:lnTo>
                    <a:lnTo>
                      <a:pt x="236" y="93"/>
                    </a:lnTo>
                    <a:lnTo>
                      <a:pt x="240" y="102"/>
                    </a:lnTo>
                    <a:lnTo>
                      <a:pt x="244" y="106"/>
                    </a:lnTo>
                    <a:lnTo>
                      <a:pt x="250" y="106"/>
                    </a:lnTo>
                    <a:lnTo>
                      <a:pt x="257" y="107"/>
                    </a:lnTo>
                    <a:lnTo>
                      <a:pt x="263" y="109"/>
                    </a:lnTo>
                    <a:lnTo>
                      <a:pt x="267" y="111"/>
                    </a:lnTo>
                    <a:lnTo>
                      <a:pt x="270" y="113"/>
                    </a:lnTo>
                    <a:lnTo>
                      <a:pt x="274" y="116"/>
                    </a:lnTo>
                    <a:lnTo>
                      <a:pt x="279" y="119"/>
                    </a:lnTo>
                    <a:lnTo>
                      <a:pt x="285" y="123"/>
                    </a:lnTo>
                    <a:lnTo>
                      <a:pt x="289" y="127"/>
                    </a:lnTo>
                    <a:lnTo>
                      <a:pt x="295" y="131"/>
                    </a:lnTo>
                    <a:lnTo>
                      <a:pt x="299" y="134"/>
                    </a:lnTo>
                    <a:lnTo>
                      <a:pt x="304" y="138"/>
                    </a:lnTo>
                    <a:lnTo>
                      <a:pt x="309" y="141"/>
                    </a:lnTo>
                    <a:lnTo>
                      <a:pt x="317" y="147"/>
                    </a:lnTo>
                    <a:lnTo>
                      <a:pt x="327" y="154"/>
                    </a:lnTo>
                    <a:lnTo>
                      <a:pt x="339" y="161"/>
                    </a:lnTo>
                    <a:lnTo>
                      <a:pt x="349" y="170"/>
                    </a:lnTo>
                    <a:lnTo>
                      <a:pt x="358" y="178"/>
                    </a:lnTo>
                    <a:lnTo>
                      <a:pt x="365" y="185"/>
                    </a:lnTo>
                    <a:lnTo>
                      <a:pt x="369" y="192"/>
                    </a:lnTo>
                    <a:lnTo>
                      <a:pt x="370" y="205"/>
                    </a:lnTo>
                    <a:lnTo>
                      <a:pt x="369" y="217"/>
                    </a:lnTo>
                    <a:lnTo>
                      <a:pt x="367" y="229"/>
                    </a:lnTo>
                    <a:lnTo>
                      <a:pt x="366" y="237"/>
                    </a:lnTo>
                    <a:lnTo>
                      <a:pt x="366" y="247"/>
                    </a:lnTo>
                    <a:lnTo>
                      <a:pt x="366" y="262"/>
                    </a:lnTo>
                    <a:lnTo>
                      <a:pt x="366" y="278"/>
                    </a:lnTo>
                    <a:lnTo>
                      <a:pt x="366" y="291"/>
                    </a:lnTo>
                    <a:lnTo>
                      <a:pt x="365" y="299"/>
                    </a:lnTo>
                    <a:lnTo>
                      <a:pt x="363" y="308"/>
                    </a:lnTo>
                    <a:lnTo>
                      <a:pt x="359" y="319"/>
                    </a:lnTo>
                    <a:lnTo>
                      <a:pt x="356" y="328"/>
                    </a:lnTo>
                    <a:lnTo>
                      <a:pt x="355" y="330"/>
                    </a:lnTo>
                    <a:lnTo>
                      <a:pt x="355" y="331"/>
                    </a:lnTo>
                    <a:lnTo>
                      <a:pt x="355" y="334"/>
                    </a:lnTo>
                    <a:lnTo>
                      <a:pt x="355" y="335"/>
                    </a:lnTo>
                    <a:lnTo>
                      <a:pt x="356" y="344"/>
                    </a:lnTo>
                    <a:lnTo>
                      <a:pt x="361" y="353"/>
                    </a:lnTo>
                    <a:lnTo>
                      <a:pt x="364" y="362"/>
                    </a:lnTo>
                    <a:lnTo>
                      <a:pt x="367" y="369"/>
                    </a:lnTo>
                    <a:lnTo>
                      <a:pt x="367" y="380"/>
                    </a:lnTo>
                    <a:lnTo>
                      <a:pt x="365" y="400"/>
                    </a:lnTo>
                    <a:lnTo>
                      <a:pt x="363" y="421"/>
                    </a:lnTo>
                    <a:lnTo>
                      <a:pt x="364" y="434"/>
                    </a:lnTo>
                    <a:lnTo>
                      <a:pt x="370" y="448"/>
                    </a:lnTo>
                    <a:lnTo>
                      <a:pt x="378" y="472"/>
                    </a:lnTo>
                    <a:lnTo>
                      <a:pt x="384" y="497"/>
                    </a:lnTo>
                    <a:lnTo>
                      <a:pt x="382" y="518"/>
                    </a:lnTo>
                    <a:lnTo>
                      <a:pt x="379" y="527"/>
                    </a:lnTo>
                    <a:lnTo>
                      <a:pt x="372" y="540"/>
                    </a:lnTo>
                    <a:lnTo>
                      <a:pt x="365" y="553"/>
                    </a:lnTo>
                    <a:lnTo>
                      <a:pt x="357" y="566"/>
                    </a:lnTo>
                    <a:lnTo>
                      <a:pt x="349" y="580"/>
                    </a:lnTo>
                    <a:lnTo>
                      <a:pt x="342" y="591"/>
                    </a:lnTo>
                    <a:lnTo>
                      <a:pt x="336" y="597"/>
                    </a:lnTo>
                    <a:lnTo>
                      <a:pt x="333" y="601"/>
                    </a:lnTo>
                    <a:lnTo>
                      <a:pt x="327" y="602"/>
                    </a:lnTo>
                    <a:lnTo>
                      <a:pt x="317" y="602"/>
                    </a:lnTo>
                    <a:lnTo>
                      <a:pt x="308" y="602"/>
                    </a:lnTo>
                    <a:lnTo>
                      <a:pt x="303" y="600"/>
                    </a:lnTo>
                    <a:lnTo>
                      <a:pt x="299" y="596"/>
                    </a:lnTo>
                    <a:lnTo>
                      <a:pt x="291" y="589"/>
                    </a:lnTo>
                    <a:lnTo>
                      <a:pt x="280" y="579"/>
                    </a:lnTo>
                    <a:lnTo>
                      <a:pt x="266" y="567"/>
                    </a:lnTo>
                    <a:lnTo>
                      <a:pt x="252" y="556"/>
                    </a:lnTo>
                    <a:lnTo>
                      <a:pt x="237" y="543"/>
                    </a:lnTo>
                    <a:lnTo>
                      <a:pt x="225" y="534"/>
                    </a:lnTo>
                    <a:lnTo>
                      <a:pt x="214" y="526"/>
                    </a:lnTo>
                    <a:lnTo>
                      <a:pt x="215" y="533"/>
                    </a:lnTo>
                    <a:lnTo>
                      <a:pt x="217" y="540"/>
                    </a:lnTo>
                    <a:lnTo>
                      <a:pt x="220" y="546"/>
                    </a:lnTo>
                    <a:lnTo>
                      <a:pt x="222" y="549"/>
                    </a:lnTo>
                    <a:lnTo>
                      <a:pt x="221" y="558"/>
                    </a:lnTo>
                    <a:lnTo>
                      <a:pt x="221" y="571"/>
                    </a:lnTo>
                    <a:lnTo>
                      <a:pt x="220" y="585"/>
                    </a:lnTo>
                    <a:lnTo>
                      <a:pt x="222" y="597"/>
                    </a:lnTo>
                    <a:lnTo>
                      <a:pt x="226" y="611"/>
                    </a:lnTo>
                    <a:lnTo>
                      <a:pt x="228" y="625"/>
                    </a:lnTo>
                    <a:lnTo>
                      <a:pt x="230" y="638"/>
                    </a:lnTo>
                    <a:lnTo>
                      <a:pt x="232" y="648"/>
                    </a:lnTo>
                    <a:lnTo>
                      <a:pt x="233" y="662"/>
                    </a:lnTo>
                    <a:lnTo>
                      <a:pt x="234" y="684"/>
                    </a:lnTo>
                    <a:lnTo>
                      <a:pt x="236" y="708"/>
                    </a:lnTo>
                    <a:lnTo>
                      <a:pt x="240" y="728"/>
                    </a:lnTo>
                    <a:lnTo>
                      <a:pt x="243" y="746"/>
                    </a:lnTo>
                    <a:lnTo>
                      <a:pt x="245" y="768"/>
                    </a:lnTo>
                    <a:lnTo>
                      <a:pt x="246" y="789"/>
                    </a:lnTo>
                    <a:lnTo>
                      <a:pt x="246" y="805"/>
                    </a:lnTo>
                    <a:lnTo>
                      <a:pt x="246" y="823"/>
                    </a:lnTo>
                    <a:lnTo>
                      <a:pt x="248" y="844"/>
                    </a:lnTo>
                    <a:lnTo>
                      <a:pt x="250" y="862"/>
                    </a:lnTo>
                    <a:lnTo>
                      <a:pt x="253" y="874"/>
                    </a:lnTo>
                    <a:lnTo>
                      <a:pt x="258" y="883"/>
                    </a:lnTo>
                    <a:lnTo>
                      <a:pt x="258" y="889"/>
                    </a:lnTo>
                    <a:lnTo>
                      <a:pt x="255" y="892"/>
                    </a:lnTo>
                    <a:lnTo>
                      <a:pt x="248" y="893"/>
                    </a:lnTo>
                    <a:lnTo>
                      <a:pt x="242" y="893"/>
                    </a:lnTo>
                    <a:lnTo>
                      <a:pt x="237" y="893"/>
                    </a:lnTo>
                    <a:lnTo>
                      <a:pt x="234" y="895"/>
                    </a:lnTo>
                    <a:lnTo>
                      <a:pt x="229" y="89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3" name="Freeform 14">
                <a:extLst>
                  <a:ext uri="{FF2B5EF4-FFF2-40B4-BE49-F238E27FC236}">
                    <a16:creationId xmlns:a16="http://schemas.microsoft.com/office/drawing/2014/main" id="{22BFD8CD-D502-4E07-B344-473A6FCC0A54}"/>
                  </a:ext>
                </a:extLst>
              </p:cNvPr>
              <p:cNvSpPr>
                <a:spLocks/>
              </p:cNvSpPr>
              <p:nvPr/>
            </p:nvSpPr>
            <p:spPr bwMode="auto">
              <a:xfrm>
                <a:off x="3976" y="2544"/>
                <a:ext cx="324" cy="443"/>
              </a:xfrm>
              <a:custGeom>
                <a:avLst/>
                <a:gdLst>
                  <a:gd name="T0" fmla="*/ 175 w 591"/>
                  <a:gd name="T1" fmla="*/ 438 h 811"/>
                  <a:gd name="T2" fmla="*/ 146 w 591"/>
                  <a:gd name="T3" fmla="*/ 443 h 811"/>
                  <a:gd name="T4" fmla="*/ 130 w 591"/>
                  <a:gd name="T5" fmla="*/ 381 h 811"/>
                  <a:gd name="T6" fmla="*/ 147 w 591"/>
                  <a:gd name="T7" fmla="*/ 326 h 811"/>
                  <a:gd name="T8" fmla="*/ 168 w 591"/>
                  <a:gd name="T9" fmla="*/ 265 h 811"/>
                  <a:gd name="T10" fmla="*/ 180 w 591"/>
                  <a:gd name="T11" fmla="*/ 231 h 811"/>
                  <a:gd name="T12" fmla="*/ 188 w 591"/>
                  <a:gd name="T13" fmla="*/ 158 h 811"/>
                  <a:gd name="T14" fmla="*/ 179 w 591"/>
                  <a:gd name="T15" fmla="*/ 146 h 811"/>
                  <a:gd name="T16" fmla="*/ 165 w 591"/>
                  <a:gd name="T17" fmla="*/ 149 h 811"/>
                  <a:gd name="T18" fmla="*/ 155 w 591"/>
                  <a:gd name="T19" fmla="*/ 150 h 811"/>
                  <a:gd name="T20" fmla="*/ 146 w 591"/>
                  <a:gd name="T21" fmla="*/ 152 h 811"/>
                  <a:gd name="T22" fmla="*/ 138 w 591"/>
                  <a:gd name="T23" fmla="*/ 152 h 811"/>
                  <a:gd name="T24" fmla="*/ 127 w 591"/>
                  <a:gd name="T25" fmla="*/ 150 h 811"/>
                  <a:gd name="T26" fmla="*/ 117 w 591"/>
                  <a:gd name="T27" fmla="*/ 147 h 811"/>
                  <a:gd name="T28" fmla="*/ 100 w 591"/>
                  <a:gd name="T29" fmla="*/ 146 h 811"/>
                  <a:gd name="T30" fmla="*/ 86 w 591"/>
                  <a:gd name="T31" fmla="*/ 148 h 811"/>
                  <a:gd name="T32" fmla="*/ 72 w 591"/>
                  <a:gd name="T33" fmla="*/ 148 h 811"/>
                  <a:gd name="T34" fmla="*/ 47 w 591"/>
                  <a:gd name="T35" fmla="*/ 138 h 811"/>
                  <a:gd name="T36" fmla="*/ 7 w 591"/>
                  <a:gd name="T37" fmla="*/ 124 h 811"/>
                  <a:gd name="T38" fmla="*/ 1 w 591"/>
                  <a:gd name="T39" fmla="*/ 112 h 811"/>
                  <a:gd name="T40" fmla="*/ 9 w 591"/>
                  <a:gd name="T41" fmla="*/ 82 h 811"/>
                  <a:gd name="T42" fmla="*/ 25 w 591"/>
                  <a:gd name="T43" fmla="*/ 55 h 811"/>
                  <a:gd name="T44" fmla="*/ 54 w 591"/>
                  <a:gd name="T45" fmla="*/ 58 h 811"/>
                  <a:gd name="T46" fmla="*/ 86 w 591"/>
                  <a:gd name="T47" fmla="*/ 65 h 811"/>
                  <a:gd name="T48" fmla="*/ 98 w 591"/>
                  <a:gd name="T49" fmla="*/ 64 h 811"/>
                  <a:gd name="T50" fmla="*/ 109 w 591"/>
                  <a:gd name="T51" fmla="*/ 65 h 811"/>
                  <a:gd name="T52" fmla="*/ 119 w 591"/>
                  <a:gd name="T53" fmla="*/ 69 h 811"/>
                  <a:gd name="T54" fmla="*/ 134 w 591"/>
                  <a:gd name="T55" fmla="*/ 74 h 811"/>
                  <a:gd name="T56" fmla="*/ 143 w 591"/>
                  <a:gd name="T57" fmla="*/ 68 h 811"/>
                  <a:gd name="T58" fmla="*/ 154 w 591"/>
                  <a:gd name="T59" fmla="*/ 66 h 811"/>
                  <a:gd name="T60" fmla="*/ 163 w 591"/>
                  <a:gd name="T61" fmla="*/ 61 h 811"/>
                  <a:gd name="T62" fmla="*/ 180 w 591"/>
                  <a:gd name="T63" fmla="*/ 55 h 811"/>
                  <a:gd name="T64" fmla="*/ 209 w 591"/>
                  <a:gd name="T65" fmla="*/ 41 h 811"/>
                  <a:gd name="T66" fmla="*/ 225 w 591"/>
                  <a:gd name="T67" fmla="*/ 40 h 811"/>
                  <a:gd name="T68" fmla="*/ 229 w 591"/>
                  <a:gd name="T69" fmla="*/ 32 h 811"/>
                  <a:gd name="T70" fmla="*/ 240 w 591"/>
                  <a:gd name="T71" fmla="*/ 20 h 811"/>
                  <a:gd name="T72" fmla="*/ 259 w 591"/>
                  <a:gd name="T73" fmla="*/ 3 h 811"/>
                  <a:gd name="T74" fmla="*/ 270 w 591"/>
                  <a:gd name="T75" fmla="*/ 0 h 811"/>
                  <a:gd name="T76" fmla="*/ 286 w 591"/>
                  <a:gd name="T77" fmla="*/ 0 h 811"/>
                  <a:gd name="T78" fmla="*/ 301 w 591"/>
                  <a:gd name="T79" fmla="*/ 7 h 811"/>
                  <a:gd name="T80" fmla="*/ 321 w 591"/>
                  <a:gd name="T81" fmla="*/ 19 h 811"/>
                  <a:gd name="T82" fmla="*/ 317 w 591"/>
                  <a:gd name="T83" fmla="*/ 34 h 811"/>
                  <a:gd name="T84" fmla="*/ 312 w 591"/>
                  <a:gd name="T85" fmla="*/ 49 h 811"/>
                  <a:gd name="T86" fmla="*/ 298 w 591"/>
                  <a:gd name="T87" fmla="*/ 61 h 811"/>
                  <a:gd name="T88" fmla="*/ 276 w 591"/>
                  <a:gd name="T89" fmla="*/ 84 h 811"/>
                  <a:gd name="T90" fmla="*/ 254 w 591"/>
                  <a:gd name="T91" fmla="*/ 121 h 811"/>
                  <a:gd name="T92" fmla="*/ 230 w 591"/>
                  <a:gd name="T93" fmla="*/ 182 h 811"/>
                  <a:gd name="T94" fmla="*/ 215 w 591"/>
                  <a:gd name="T95" fmla="*/ 282 h 811"/>
                  <a:gd name="T96" fmla="*/ 212 w 591"/>
                  <a:gd name="T97" fmla="*/ 399 h 811"/>
                  <a:gd name="T98" fmla="*/ 204 w 591"/>
                  <a:gd name="T99" fmla="*/ 427 h 811"/>
                  <a:gd name="T100" fmla="*/ 192 w 591"/>
                  <a:gd name="T101" fmla="*/ 431 h 81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1" h="811">
                    <a:moveTo>
                      <a:pt x="346" y="791"/>
                    </a:moveTo>
                    <a:lnTo>
                      <a:pt x="341" y="794"/>
                    </a:lnTo>
                    <a:lnTo>
                      <a:pt x="331" y="797"/>
                    </a:lnTo>
                    <a:lnTo>
                      <a:pt x="320" y="801"/>
                    </a:lnTo>
                    <a:lnTo>
                      <a:pt x="307" y="804"/>
                    </a:lnTo>
                    <a:lnTo>
                      <a:pt x="293" y="807"/>
                    </a:lnTo>
                    <a:lnTo>
                      <a:pt x="280" y="810"/>
                    </a:lnTo>
                    <a:lnTo>
                      <a:pt x="266" y="811"/>
                    </a:lnTo>
                    <a:lnTo>
                      <a:pt x="253" y="811"/>
                    </a:lnTo>
                    <a:lnTo>
                      <a:pt x="245" y="776"/>
                    </a:lnTo>
                    <a:lnTo>
                      <a:pt x="239" y="737"/>
                    </a:lnTo>
                    <a:lnTo>
                      <a:pt x="238" y="698"/>
                    </a:lnTo>
                    <a:lnTo>
                      <a:pt x="241" y="667"/>
                    </a:lnTo>
                    <a:lnTo>
                      <a:pt x="247" y="650"/>
                    </a:lnTo>
                    <a:lnTo>
                      <a:pt x="256" y="624"/>
                    </a:lnTo>
                    <a:lnTo>
                      <a:pt x="268" y="596"/>
                    </a:lnTo>
                    <a:lnTo>
                      <a:pt x="280" y="564"/>
                    </a:lnTo>
                    <a:lnTo>
                      <a:pt x="291" y="533"/>
                    </a:lnTo>
                    <a:lnTo>
                      <a:pt x="300" y="507"/>
                    </a:lnTo>
                    <a:lnTo>
                      <a:pt x="307" y="485"/>
                    </a:lnTo>
                    <a:lnTo>
                      <a:pt x="309" y="472"/>
                    </a:lnTo>
                    <a:lnTo>
                      <a:pt x="318" y="461"/>
                    </a:lnTo>
                    <a:lnTo>
                      <a:pt x="323" y="442"/>
                    </a:lnTo>
                    <a:lnTo>
                      <a:pt x="328" y="422"/>
                    </a:lnTo>
                    <a:lnTo>
                      <a:pt x="330" y="401"/>
                    </a:lnTo>
                    <a:lnTo>
                      <a:pt x="332" y="372"/>
                    </a:lnTo>
                    <a:lnTo>
                      <a:pt x="337" y="329"/>
                    </a:lnTo>
                    <a:lnTo>
                      <a:pt x="343" y="289"/>
                    </a:lnTo>
                    <a:lnTo>
                      <a:pt x="346" y="261"/>
                    </a:lnTo>
                    <a:lnTo>
                      <a:pt x="341" y="264"/>
                    </a:lnTo>
                    <a:lnTo>
                      <a:pt x="334" y="265"/>
                    </a:lnTo>
                    <a:lnTo>
                      <a:pt x="327" y="267"/>
                    </a:lnTo>
                    <a:lnTo>
                      <a:pt x="320" y="268"/>
                    </a:lnTo>
                    <a:lnTo>
                      <a:pt x="314" y="271"/>
                    </a:lnTo>
                    <a:lnTo>
                      <a:pt x="307" y="272"/>
                    </a:lnTo>
                    <a:lnTo>
                      <a:pt x="301" y="273"/>
                    </a:lnTo>
                    <a:lnTo>
                      <a:pt x="297" y="273"/>
                    </a:lnTo>
                    <a:lnTo>
                      <a:pt x="292" y="273"/>
                    </a:lnTo>
                    <a:lnTo>
                      <a:pt x="288" y="273"/>
                    </a:lnTo>
                    <a:lnTo>
                      <a:pt x="283" y="274"/>
                    </a:lnTo>
                    <a:lnTo>
                      <a:pt x="278" y="274"/>
                    </a:lnTo>
                    <a:lnTo>
                      <a:pt x="274" y="275"/>
                    </a:lnTo>
                    <a:lnTo>
                      <a:pt x="269" y="276"/>
                    </a:lnTo>
                    <a:lnTo>
                      <a:pt x="266" y="278"/>
                    </a:lnTo>
                    <a:lnTo>
                      <a:pt x="262" y="279"/>
                    </a:lnTo>
                    <a:lnTo>
                      <a:pt x="259" y="279"/>
                    </a:lnTo>
                    <a:lnTo>
                      <a:pt x="255" y="279"/>
                    </a:lnTo>
                    <a:lnTo>
                      <a:pt x="251" y="279"/>
                    </a:lnTo>
                    <a:lnTo>
                      <a:pt x="245" y="278"/>
                    </a:lnTo>
                    <a:lnTo>
                      <a:pt x="240" y="276"/>
                    </a:lnTo>
                    <a:lnTo>
                      <a:pt x="236" y="275"/>
                    </a:lnTo>
                    <a:lnTo>
                      <a:pt x="231" y="274"/>
                    </a:lnTo>
                    <a:lnTo>
                      <a:pt x="228" y="273"/>
                    </a:lnTo>
                    <a:lnTo>
                      <a:pt x="224" y="272"/>
                    </a:lnTo>
                    <a:lnTo>
                      <a:pt x="218" y="271"/>
                    </a:lnTo>
                    <a:lnTo>
                      <a:pt x="213" y="270"/>
                    </a:lnTo>
                    <a:lnTo>
                      <a:pt x="205" y="268"/>
                    </a:lnTo>
                    <a:lnTo>
                      <a:pt x="197" y="268"/>
                    </a:lnTo>
                    <a:lnTo>
                      <a:pt x="190" y="268"/>
                    </a:lnTo>
                    <a:lnTo>
                      <a:pt x="182" y="268"/>
                    </a:lnTo>
                    <a:lnTo>
                      <a:pt x="176" y="268"/>
                    </a:lnTo>
                    <a:lnTo>
                      <a:pt x="170" y="270"/>
                    </a:lnTo>
                    <a:lnTo>
                      <a:pt x="163" y="271"/>
                    </a:lnTo>
                    <a:lnTo>
                      <a:pt x="157" y="271"/>
                    </a:lnTo>
                    <a:lnTo>
                      <a:pt x="150" y="272"/>
                    </a:lnTo>
                    <a:lnTo>
                      <a:pt x="144" y="272"/>
                    </a:lnTo>
                    <a:lnTo>
                      <a:pt x="138" y="271"/>
                    </a:lnTo>
                    <a:lnTo>
                      <a:pt x="131" y="271"/>
                    </a:lnTo>
                    <a:lnTo>
                      <a:pt x="125" y="268"/>
                    </a:lnTo>
                    <a:lnTo>
                      <a:pt x="116" y="265"/>
                    </a:lnTo>
                    <a:lnTo>
                      <a:pt x="102" y="260"/>
                    </a:lnTo>
                    <a:lnTo>
                      <a:pt x="86" y="252"/>
                    </a:lnTo>
                    <a:lnTo>
                      <a:pt x="66" y="245"/>
                    </a:lnTo>
                    <a:lnTo>
                      <a:pt x="47" y="237"/>
                    </a:lnTo>
                    <a:lnTo>
                      <a:pt x="28" y="232"/>
                    </a:lnTo>
                    <a:lnTo>
                      <a:pt x="12" y="227"/>
                    </a:lnTo>
                    <a:lnTo>
                      <a:pt x="0" y="225"/>
                    </a:lnTo>
                    <a:lnTo>
                      <a:pt x="0" y="219"/>
                    </a:lnTo>
                    <a:lnTo>
                      <a:pt x="0" y="212"/>
                    </a:lnTo>
                    <a:lnTo>
                      <a:pt x="1" y="205"/>
                    </a:lnTo>
                    <a:lnTo>
                      <a:pt x="2" y="198"/>
                    </a:lnTo>
                    <a:lnTo>
                      <a:pt x="5" y="183"/>
                    </a:lnTo>
                    <a:lnTo>
                      <a:pt x="11" y="167"/>
                    </a:lnTo>
                    <a:lnTo>
                      <a:pt x="17" y="151"/>
                    </a:lnTo>
                    <a:lnTo>
                      <a:pt x="24" y="136"/>
                    </a:lnTo>
                    <a:lnTo>
                      <a:pt x="31" y="122"/>
                    </a:lnTo>
                    <a:lnTo>
                      <a:pt x="38" y="111"/>
                    </a:lnTo>
                    <a:lnTo>
                      <a:pt x="45" y="101"/>
                    </a:lnTo>
                    <a:lnTo>
                      <a:pt x="49" y="94"/>
                    </a:lnTo>
                    <a:lnTo>
                      <a:pt x="64" y="98"/>
                    </a:lnTo>
                    <a:lnTo>
                      <a:pt x="80" y="101"/>
                    </a:lnTo>
                    <a:lnTo>
                      <a:pt x="99" y="106"/>
                    </a:lnTo>
                    <a:lnTo>
                      <a:pt x="116" y="109"/>
                    </a:lnTo>
                    <a:lnTo>
                      <a:pt x="133" y="114"/>
                    </a:lnTo>
                    <a:lnTo>
                      <a:pt x="147" y="116"/>
                    </a:lnTo>
                    <a:lnTo>
                      <a:pt x="157" y="119"/>
                    </a:lnTo>
                    <a:lnTo>
                      <a:pt x="164" y="119"/>
                    </a:lnTo>
                    <a:lnTo>
                      <a:pt x="169" y="118"/>
                    </a:lnTo>
                    <a:lnTo>
                      <a:pt x="174" y="118"/>
                    </a:lnTo>
                    <a:lnTo>
                      <a:pt x="178" y="118"/>
                    </a:lnTo>
                    <a:lnTo>
                      <a:pt x="184" y="118"/>
                    </a:lnTo>
                    <a:lnTo>
                      <a:pt x="190" y="118"/>
                    </a:lnTo>
                    <a:lnTo>
                      <a:pt x="194" y="119"/>
                    </a:lnTo>
                    <a:lnTo>
                      <a:pt x="198" y="119"/>
                    </a:lnTo>
                    <a:lnTo>
                      <a:pt x="201" y="120"/>
                    </a:lnTo>
                    <a:lnTo>
                      <a:pt x="205" y="121"/>
                    </a:lnTo>
                    <a:lnTo>
                      <a:pt x="210" y="123"/>
                    </a:lnTo>
                    <a:lnTo>
                      <a:pt x="217" y="127"/>
                    </a:lnTo>
                    <a:lnTo>
                      <a:pt x="225" y="129"/>
                    </a:lnTo>
                    <a:lnTo>
                      <a:pt x="232" y="132"/>
                    </a:lnTo>
                    <a:lnTo>
                      <a:pt x="239" y="134"/>
                    </a:lnTo>
                    <a:lnTo>
                      <a:pt x="245" y="135"/>
                    </a:lnTo>
                    <a:lnTo>
                      <a:pt x="248" y="134"/>
                    </a:lnTo>
                    <a:lnTo>
                      <a:pt x="253" y="130"/>
                    </a:lnTo>
                    <a:lnTo>
                      <a:pt x="256" y="127"/>
                    </a:lnTo>
                    <a:lnTo>
                      <a:pt x="261" y="124"/>
                    </a:lnTo>
                    <a:lnTo>
                      <a:pt x="265" y="121"/>
                    </a:lnTo>
                    <a:lnTo>
                      <a:pt x="269" y="121"/>
                    </a:lnTo>
                    <a:lnTo>
                      <a:pt x="275" y="121"/>
                    </a:lnTo>
                    <a:lnTo>
                      <a:pt x="280" y="120"/>
                    </a:lnTo>
                    <a:lnTo>
                      <a:pt x="284" y="118"/>
                    </a:lnTo>
                    <a:lnTo>
                      <a:pt x="289" y="115"/>
                    </a:lnTo>
                    <a:lnTo>
                      <a:pt x="293" y="114"/>
                    </a:lnTo>
                    <a:lnTo>
                      <a:pt x="298" y="112"/>
                    </a:lnTo>
                    <a:lnTo>
                      <a:pt x="301" y="111"/>
                    </a:lnTo>
                    <a:lnTo>
                      <a:pt x="307" y="109"/>
                    </a:lnTo>
                    <a:lnTo>
                      <a:pt x="316" y="106"/>
                    </a:lnTo>
                    <a:lnTo>
                      <a:pt x="328" y="101"/>
                    </a:lnTo>
                    <a:lnTo>
                      <a:pt x="342" y="96"/>
                    </a:lnTo>
                    <a:lnTo>
                      <a:pt x="356" y="90"/>
                    </a:lnTo>
                    <a:lnTo>
                      <a:pt x="369" y="82"/>
                    </a:lnTo>
                    <a:lnTo>
                      <a:pt x="381" y="75"/>
                    </a:lnTo>
                    <a:lnTo>
                      <a:pt x="391" y="67"/>
                    </a:lnTo>
                    <a:lnTo>
                      <a:pt x="397" y="69"/>
                    </a:lnTo>
                    <a:lnTo>
                      <a:pt x="404" y="71"/>
                    </a:lnTo>
                    <a:lnTo>
                      <a:pt x="410" y="73"/>
                    </a:lnTo>
                    <a:lnTo>
                      <a:pt x="412" y="71"/>
                    </a:lnTo>
                    <a:lnTo>
                      <a:pt x="413" y="67"/>
                    </a:lnTo>
                    <a:lnTo>
                      <a:pt x="415" y="62"/>
                    </a:lnTo>
                    <a:lnTo>
                      <a:pt x="418" y="58"/>
                    </a:lnTo>
                    <a:lnTo>
                      <a:pt x="420" y="53"/>
                    </a:lnTo>
                    <a:lnTo>
                      <a:pt x="423" y="50"/>
                    </a:lnTo>
                    <a:lnTo>
                      <a:pt x="429" y="44"/>
                    </a:lnTo>
                    <a:lnTo>
                      <a:pt x="437" y="36"/>
                    </a:lnTo>
                    <a:lnTo>
                      <a:pt x="447" y="27"/>
                    </a:lnTo>
                    <a:lnTo>
                      <a:pt x="456" y="18"/>
                    </a:lnTo>
                    <a:lnTo>
                      <a:pt x="465" y="10"/>
                    </a:lnTo>
                    <a:lnTo>
                      <a:pt x="472" y="5"/>
                    </a:lnTo>
                    <a:lnTo>
                      <a:pt x="476" y="2"/>
                    </a:lnTo>
                    <a:lnTo>
                      <a:pt x="480" y="2"/>
                    </a:lnTo>
                    <a:lnTo>
                      <a:pt x="486" y="1"/>
                    </a:lnTo>
                    <a:lnTo>
                      <a:pt x="493" y="0"/>
                    </a:lnTo>
                    <a:lnTo>
                      <a:pt x="501" y="0"/>
                    </a:lnTo>
                    <a:lnTo>
                      <a:pt x="508" y="0"/>
                    </a:lnTo>
                    <a:lnTo>
                      <a:pt x="514" y="0"/>
                    </a:lnTo>
                    <a:lnTo>
                      <a:pt x="521" y="0"/>
                    </a:lnTo>
                    <a:lnTo>
                      <a:pt x="526" y="1"/>
                    </a:lnTo>
                    <a:lnTo>
                      <a:pt x="531" y="3"/>
                    </a:lnTo>
                    <a:lnTo>
                      <a:pt x="539" y="7"/>
                    </a:lnTo>
                    <a:lnTo>
                      <a:pt x="549" y="12"/>
                    </a:lnTo>
                    <a:lnTo>
                      <a:pt x="559" y="17"/>
                    </a:lnTo>
                    <a:lnTo>
                      <a:pt x="570" y="24"/>
                    </a:lnTo>
                    <a:lnTo>
                      <a:pt x="579" y="30"/>
                    </a:lnTo>
                    <a:lnTo>
                      <a:pt x="586" y="35"/>
                    </a:lnTo>
                    <a:lnTo>
                      <a:pt x="591" y="39"/>
                    </a:lnTo>
                    <a:lnTo>
                      <a:pt x="586" y="46"/>
                    </a:lnTo>
                    <a:lnTo>
                      <a:pt x="581" y="54"/>
                    </a:lnTo>
                    <a:lnTo>
                      <a:pt x="578" y="62"/>
                    </a:lnTo>
                    <a:lnTo>
                      <a:pt x="577" y="70"/>
                    </a:lnTo>
                    <a:lnTo>
                      <a:pt x="574" y="77"/>
                    </a:lnTo>
                    <a:lnTo>
                      <a:pt x="573" y="83"/>
                    </a:lnTo>
                    <a:lnTo>
                      <a:pt x="570" y="89"/>
                    </a:lnTo>
                    <a:lnTo>
                      <a:pt x="565" y="92"/>
                    </a:lnTo>
                    <a:lnTo>
                      <a:pt x="561" y="96"/>
                    </a:lnTo>
                    <a:lnTo>
                      <a:pt x="554" y="103"/>
                    </a:lnTo>
                    <a:lnTo>
                      <a:pt x="544" y="111"/>
                    </a:lnTo>
                    <a:lnTo>
                      <a:pt x="534" y="121"/>
                    </a:lnTo>
                    <a:lnTo>
                      <a:pt x="523" y="131"/>
                    </a:lnTo>
                    <a:lnTo>
                      <a:pt x="512" y="143"/>
                    </a:lnTo>
                    <a:lnTo>
                      <a:pt x="503" y="153"/>
                    </a:lnTo>
                    <a:lnTo>
                      <a:pt x="495" y="164"/>
                    </a:lnTo>
                    <a:lnTo>
                      <a:pt x="487" y="177"/>
                    </a:lnTo>
                    <a:lnTo>
                      <a:pt x="475" y="197"/>
                    </a:lnTo>
                    <a:lnTo>
                      <a:pt x="463" y="222"/>
                    </a:lnTo>
                    <a:lnTo>
                      <a:pt x="450" y="251"/>
                    </a:lnTo>
                    <a:lnTo>
                      <a:pt x="437" y="281"/>
                    </a:lnTo>
                    <a:lnTo>
                      <a:pt x="427" y="309"/>
                    </a:lnTo>
                    <a:lnTo>
                      <a:pt x="419" y="334"/>
                    </a:lnTo>
                    <a:lnTo>
                      <a:pt x="414" y="354"/>
                    </a:lnTo>
                    <a:lnTo>
                      <a:pt x="407" y="399"/>
                    </a:lnTo>
                    <a:lnTo>
                      <a:pt x="399" y="460"/>
                    </a:lnTo>
                    <a:lnTo>
                      <a:pt x="392" y="517"/>
                    </a:lnTo>
                    <a:lnTo>
                      <a:pt x="391" y="554"/>
                    </a:lnTo>
                    <a:lnTo>
                      <a:pt x="390" y="596"/>
                    </a:lnTo>
                    <a:lnTo>
                      <a:pt x="388" y="663"/>
                    </a:lnTo>
                    <a:lnTo>
                      <a:pt x="387" y="731"/>
                    </a:lnTo>
                    <a:lnTo>
                      <a:pt x="387" y="774"/>
                    </a:lnTo>
                    <a:lnTo>
                      <a:pt x="382" y="776"/>
                    </a:lnTo>
                    <a:lnTo>
                      <a:pt x="376" y="779"/>
                    </a:lnTo>
                    <a:lnTo>
                      <a:pt x="372" y="781"/>
                    </a:lnTo>
                    <a:lnTo>
                      <a:pt x="367" y="783"/>
                    </a:lnTo>
                    <a:lnTo>
                      <a:pt x="361" y="786"/>
                    </a:lnTo>
                    <a:lnTo>
                      <a:pt x="357" y="787"/>
                    </a:lnTo>
                    <a:lnTo>
                      <a:pt x="351" y="789"/>
                    </a:lnTo>
                    <a:lnTo>
                      <a:pt x="346" y="79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4" name="Freeform 15">
                <a:extLst>
                  <a:ext uri="{FF2B5EF4-FFF2-40B4-BE49-F238E27FC236}">
                    <a16:creationId xmlns:a16="http://schemas.microsoft.com/office/drawing/2014/main" id="{729FDA9E-3068-41BE-BD24-3A9C51860E31}"/>
                  </a:ext>
                </a:extLst>
              </p:cNvPr>
              <p:cNvSpPr>
                <a:spLocks/>
              </p:cNvSpPr>
              <p:nvPr/>
            </p:nvSpPr>
            <p:spPr bwMode="auto">
              <a:xfrm>
                <a:off x="3966" y="2591"/>
                <a:ext cx="38" cy="62"/>
              </a:xfrm>
              <a:custGeom>
                <a:avLst/>
                <a:gdLst>
                  <a:gd name="T0" fmla="*/ 38 w 69"/>
                  <a:gd name="T1" fmla="*/ 5 h 113"/>
                  <a:gd name="T2" fmla="*/ 36 w 69"/>
                  <a:gd name="T3" fmla="*/ 9 h 113"/>
                  <a:gd name="T4" fmla="*/ 32 w 69"/>
                  <a:gd name="T5" fmla="*/ 14 h 113"/>
                  <a:gd name="T6" fmla="*/ 28 w 69"/>
                  <a:gd name="T7" fmla="*/ 20 h 113"/>
                  <a:gd name="T8" fmla="*/ 24 w 69"/>
                  <a:gd name="T9" fmla="*/ 28 h 113"/>
                  <a:gd name="T10" fmla="*/ 20 w 69"/>
                  <a:gd name="T11" fmla="*/ 36 h 113"/>
                  <a:gd name="T12" fmla="*/ 17 w 69"/>
                  <a:gd name="T13" fmla="*/ 45 h 113"/>
                  <a:gd name="T14" fmla="*/ 14 w 69"/>
                  <a:gd name="T15" fmla="*/ 54 h 113"/>
                  <a:gd name="T16" fmla="*/ 12 w 69"/>
                  <a:gd name="T17" fmla="*/ 62 h 113"/>
                  <a:gd name="T18" fmla="*/ 8 w 69"/>
                  <a:gd name="T19" fmla="*/ 61 h 113"/>
                  <a:gd name="T20" fmla="*/ 5 w 69"/>
                  <a:gd name="T21" fmla="*/ 61 h 113"/>
                  <a:gd name="T22" fmla="*/ 3 w 69"/>
                  <a:gd name="T23" fmla="*/ 61 h 113"/>
                  <a:gd name="T24" fmla="*/ 0 w 69"/>
                  <a:gd name="T25" fmla="*/ 61 h 113"/>
                  <a:gd name="T26" fmla="*/ 2 w 69"/>
                  <a:gd name="T27" fmla="*/ 54 h 113"/>
                  <a:gd name="T28" fmla="*/ 4 w 69"/>
                  <a:gd name="T29" fmla="*/ 48 h 113"/>
                  <a:gd name="T30" fmla="*/ 4 w 69"/>
                  <a:gd name="T31" fmla="*/ 44 h 113"/>
                  <a:gd name="T32" fmla="*/ 6 w 69"/>
                  <a:gd name="T33" fmla="*/ 40 h 113"/>
                  <a:gd name="T34" fmla="*/ 8 w 69"/>
                  <a:gd name="T35" fmla="*/ 29 h 113"/>
                  <a:gd name="T36" fmla="*/ 11 w 69"/>
                  <a:gd name="T37" fmla="*/ 18 h 113"/>
                  <a:gd name="T38" fmla="*/ 16 w 69"/>
                  <a:gd name="T39" fmla="*/ 8 h 113"/>
                  <a:gd name="T40" fmla="*/ 22 w 69"/>
                  <a:gd name="T41" fmla="*/ 0 h 113"/>
                  <a:gd name="T42" fmla="*/ 26 w 69"/>
                  <a:gd name="T43" fmla="*/ 2 h 113"/>
                  <a:gd name="T44" fmla="*/ 30 w 69"/>
                  <a:gd name="T45" fmla="*/ 3 h 113"/>
                  <a:gd name="T46" fmla="*/ 34 w 69"/>
                  <a:gd name="T47" fmla="*/ 4 h 113"/>
                  <a:gd name="T48" fmla="*/ 38 w 69"/>
                  <a:gd name="T49" fmla="*/ 5 h 1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113">
                    <a:moveTo>
                      <a:pt x="69" y="9"/>
                    </a:moveTo>
                    <a:lnTo>
                      <a:pt x="65" y="16"/>
                    </a:lnTo>
                    <a:lnTo>
                      <a:pt x="58" y="26"/>
                    </a:lnTo>
                    <a:lnTo>
                      <a:pt x="51" y="37"/>
                    </a:lnTo>
                    <a:lnTo>
                      <a:pt x="44" y="51"/>
                    </a:lnTo>
                    <a:lnTo>
                      <a:pt x="37" y="66"/>
                    </a:lnTo>
                    <a:lnTo>
                      <a:pt x="31" y="82"/>
                    </a:lnTo>
                    <a:lnTo>
                      <a:pt x="25" y="98"/>
                    </a:lnTo>
                    <a:lnTo>
                      <a:pt x="22" y="113"/>
                    </a:lnTo>
                    <a:lnTo>
                      <a:pt x="15" y="112"/>
                    </a:lnTo>
                    <a:lnTo>
                      <a:pt x="9" y="112"/>
                    </a:lnTo>
                    <a:lnTo>
                      <a:pt x="5" y="111"/>
                    </a:lnTo>
                    <a:lnTo>
                      <a:pt x="0" y="111"/>
                    </a:lnTo>
                    <a:lnTo>
                      <a:pt x="3" y="98"/>
                    </a:lnTo>
                    <a:lnTo>
                      <a:pt x="7" y="88"/>
                    </a:lnTo>
                    <a:lnTo>
                      <a:pt x="8" y="80"/>
                    </a:lnTo>
                    <a:lnTo>
                      <a:pt x="10" y="72"/>
                    </a:lnTo>
                    <a:lnTo>
                      <a:pt x="14" y="53"/>
                    </a:lnTo>
                    <a:lnTo>
                      <a:pt x="20" y="33"/>
                    </a:lnTo>
                    <a:lnTo>
                      <a:pt x="29" y="14"/>
                    </a:lnTo>
                    <a:lnTo>
                      <a:pt x="40" y="0"/>
                    </a:lnTo>
                    <a:lnTo>
                      <a:pt x="47" y="3"/>
                    </a:lnTo>
                    <a:lnTo>
                      <a:pt x="55" y="5"/>
                    </a:lnTo>
                    <a:lnTo>
                      <a:pt x="62" y="7"/>
                    </a:lnTo>
                    <a:lnTo>
                      <a:pt x="69"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5" name="Freeform 16">
                <a:extLst>
                  <a:ext uri="{FF2B5EF4-FFF2-40B4-BE49-F238E27FC236}">
                    <a16:creationId xmlns:a16="http://schemas.microsoft.com/office/drawing/2014/main" id="{240C414D-E21B-4C4B-94A3-04AAA284F43E}"/>
                  </a:ext>
                </a:extLst>
              </p:cNvPr>
              <p:cNvSpPr>
                <a:spLocks/>
              </p:cNvSpPr>
              <p:nvPr/>
            </p:nvSpPr>
            <p:spPr bwMode="auto">
              <a:xfrm>
                <a:off x="4190" y="2566"/>
                <a:ext cx="184" cy="305"/>
              </a:xfrm>
              <a:custGeom>
                <a:avLst/>
                <a:gdLst>
                  <a:gd name="T0" fmla="*/ 182 w 337"/>
                  <a:gd name="T1" fmla="*/ 23 h 560"/>
                  <a:gd name="T2" fmla="*/ 177 w 337"/>
                  <a:gd name="T3" fmla="*/ 35 h 560"/>
                  <a:gd name="T4" fmla="*/ 171 w 337"/>
                  <a:gd name="T5" fmla="*/ 52 h 560"/>
                  <a:gd name="T6" fmla="*/ 157 w 337"/>
                  <a:gd name="T7" fmla="*/ 90 h 560"/>
                  <a:gd name="T8" fmla="*/ 140 w 337"/>
                  <a:gd name="T9" fmla="*/ 138 h 560"/>
                  <a:gd name="T10" fmla="*/ 128 w 337"/>
                  <a:gd name="T11" fmla="*/ 182 h 560"/>
                  <a:gd name="T12" fmla="*/ 123 w 337"/>
                  <a:gd name="T13" fmla="*/ 216 h 560"/>
                  <a:gd name="T14" fmla="*/ 115 w 337"/>
                  <a:gd name="T15" fmla="*/ 271 h 560"/>
                  <a:gd name="T16" fmla="*/ 100 w 337"/>
                  <a:gd name="T17" fmla="*/ 304 h 560"/>
                  <a:gd name="T18" fmla="*/ 79 w 337"/>
                  <a:gd name="T19" fmla="*/ 305 h 560"/>
                  <a:gd name="T20" fmla="*/ 62 w 337"/>
                  <a:gd name="T21" fmla="*/ 302 h 560"/>
                  <a:gd name="T22" fmla="*/ 48 w 337"/>
                  <a:gd name="T23" fmla="*/ 297 h 560"/>
                  <a:gd name="T24" fmla="*/ 38 w 337"/>
                  <a:gd name="T25" fmla="*/ 294 h 560"/>
                  <a:gd name="T26" fmla="*/ 29 w 337"/>
                  <a:gd name="T27" fmla="*/ 291 h 560"/>
                  <a:gd name="T28" fmla="*/ 21 w 337"/>
                  <a:gd name="T29" fmla="*/ 289 h 560"/>
                  <a:gd name="T30" fmla="*/ 13 w 337"/>
                  <a:gd name="T31" fmla="*/ 284 h 560"/>
                  <a:gd name="T32" fmla="*/ 7 w 337"/>
                  <a:gd name="T33" fmla="*/ 280 h 560"/>
                  <a:gd name="T34" fmla="*/ 3 w 337"/>
                  <a:gd name="T35" fmla="*/ 280 h 560"/>
                  <a:gd name="T36" fmla="*/ 1 w 337"/>
                  <a:gd name="T37" fmla="*/ 260 h 560"/>
                  <a:gd name="T38" fmla="*/ 9 w 337"/>
                  <a:gd name="T39" fmla="*/ 196 h 560"/>
                  <a:gd name="T40" fmla="*/ 15 w 337"/>
                  <a:gd name="T41" fmla="*/ 161 h 560"/>
                  <a:gd name="T42" fmla="*/ 25 w 337"/>
                  <a:gd name="T43" fmla="*/ 132 h 560"/>
                  <a:gd name="T44" fmla="*/ 39 w 337"/>
                  <a:gd name="T45" fmla="*/ 100 h 560"/>
                  <a:gd name="T46" fmla="*/ 52 w 337"/>
                  <a:gd name="T47" fmla="*/ 75 h 560"/>
                  <a:gd name="T48" fmla="*/ 61 w 337"/>
                  <a:gd name="T49" fmla="*/ 62 h 560"/>
                  <a:gd name="T50" fmla="*/ 72 w 337"/>
                  <a:gd name="T51" fmla="*/ 50 h 560"/>
                  <a:gd name="T52" fmla="*/ 84 w 337"/>
                  <a:gd name="T53" fmla="*/ 39 h 560"/>
                  <a:gd name="T54" fmla="*/ 93 w 337"/>
                  <a:gd name="T55" fmla="*/ 31 h 560"/>
                  <a:gd name="T56" fmla="*/ 98 w 337"/>
                  <a:gd name="T57" fmla="*/ 27 h 560"/>
                  <a:gd name="T58" fmla="*/ 100 w 337"/>
                  <a:gd name="T59" fmla="*/ 21 h 560"/>
                  <a:gd name="T60" fmla="*/ 102 w 337"/>
                  <a:gd name="T61" fmla="*/ 13 h 560"/>
                  <a:gd name="T62" fmla="*/ 106 w 337"/>
                  <a:gd name="T63" fmla="*/ 4 h 560"/>
                  <a:gd name="T64" fmla="*/ 110 w 337"/>
                  <a:gd name="T65" fmla="*/ 4 h 560"/>
                  <a:gd name="T66" fmla="*/ 114 w 337"/>
                  <a:gd name="T67" fmla="*/ 13 h 560"/>
                  <a:gd name="T68" fmla="*/ 117 w 337"/>
                  <a:gd name="T69" fmla="*/ 21 h 560"/>
                  <a:gd name="T70" fmla="*/ 124 w 337"/>
                  <a:gd name="T71" fmla="*/ 28 h 560"/>
                  <a:gd name="T72" fmla="*/ 130 w 337"/>
                  <a:gd name="T73" fmla="*/ 31 h 560"/>
                  <a:gd name="T74" fmla="*/ 136 w 337"/>
                  <a:gd name="T75" fmla="*/ 33 h 560"/>
                  <a:gd name="T76" fmla="*/ 141 w 337"/>
                  <a:gd name="T77" fmla="*/ 33 h 560"/>
                  <a:gd name="T78" fmla="*/ 147 w 337"/>
                  <a:gd name="T79" fmla="*/ 34 h 560"/>
                  <a:gd name="T80" fmla="*/ 152 w 337"/>
                  <a:gd name="T81" fmla="*/ 34 h 560"/>
                  <a:gd name="T82" fmla="*/ 157 w 337"/>
                  <a:gd name="T83" fmla="*/ 33 h 560"/>
                  <a:gd name="T84" fmla="*/ 162 w 337"/>
                  <a:gd name="T85" fmla="*/ 32 h 560"/>
                  <a:gd name="T86" fmla="*/ 167 w 337"/>
                  <a:gd name="T87" fmla="*/ 31 h 560"/>
                  <a:gd name="T88" fmla="*/ 174 w 337"/>
                  <a:gd name="T89" fmla="*/ 27 h 560"/>
                  <a:gd name="T90" fmla="*/ 181 w 337"/>
                  <a:gd name="T91" fmla="*/ 21 h 5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37" h="560">
                    <a:moveTo>
                      <a:pt x="337" y="35"/>
                    </a:moveTo>
                    <a:lnTo>
                      <a:pt x="334" y="43"/>
                    </a:lnTo>
                    <a:lnTo>
                      <a:pt x="330" y="53"/>
                    </a:lnTo>
                    <a:lnTo>
                      <a:pt x="325" y="65"/>
                    </a:lnTo>
                    <a:lnTo>
                      <a:pt x="322" y="74"/>
                    </a:lnTo>
                    <a:lnTo>
                      <a:pt x="314" y="95"/>
                    </a:lnTo>
                    <a:lnTo>
                      <a:pt x="301" y="126"/>
                    </a:lnTo>
                    <a:lnTo>
                      <a:pt x="287" y="165"/>
                    </a:lnTo>
                    <a:lnTo>
                      <a:pt x="271" y="209"/>
                    </a:lnTo>
                    <a:lnTo>
                      <a:pt x="256" y="254"/>
                    </a:lnTo>
                    <a:lnTo>
                      <a:pt x="243" y="297"/>
                    </a:lnTo>
                    <a:lnTo>
                      <a:pt x="234" y="335"/>
                    </a:lnTo>
                    <a:lnTo>
                      <a:pt x="229" y="365"/>
                    </a:lnTo>
                    <a:lnTo>
                      <a:pt x="226" y="396"/>
                    </a:lnTo>
                    <a:lnTo>
                      <a:pt x="218" y="444"/>
                    </a:lnTo>
                    <a:lnTo>
                      <a:pt x="210" y="498"/>
                    </a:lnTo>
                    <a:lnTo>
                      <a:pt x="203" y="552"/>
                    </a:lnTo>
                    <a:lnTo>
                      <a:pt x="183" y="558"/>
                    </a:lnTo>
                    <a:lnTo>
                      <a:pt x="164" y="560"/>
                    </a:lnTo>
                    <a:lnTo>
                      <a:pt x="145" y="560"/>
                    </a:lnTo>
                    <a:lnTo>
                      <a:pt x="129" y="558"/>
                    </a:lnTo>
                    <a:lnTo>
                      <a:pt x="113" y="554"/>
                    </a:lnTo>
                    <a:lnTo>
                      <a:pt x="99" y="551"/>
                    </a:lnTo>
                    <a:lnTo>
                      <a:pt x="88" y="546"/>
                    </a:lnTo>
                    <a:lnTo>
                      <a:pt x="77" y="543"/>
                    </a:lnTo>
                    <a:lnTo>
                      <a:pt x="69" y="540"/>
                    </a:lnTo>
                    <a:lnTo>
                      <a:pt x="61" y="537"/>
                    </a:lnTo>
                    <a:lnTo>
                      <a:pt x="53" y="535"/>
                    </a:lnTo>
                    <a:lnTo>
                      <a:pt x="46" y="532"/>
                    </a:lnTo>
                    <a:lnTo>
                      <a:pt x="39" y="530"/>
                    </a:lnTo>
                    <a:lnTo>
                      <a:pt x="31" y="527"/>
                    </a:lnTo>
                    <a:lnTo>
                      <a:pt x="23" y="522"/>
                    </a:lnTo>
                    <a:lnTo>
                      <a:pt x="15" y="516"/>
                    </a:lnTo>
                    <a:lnTo>
                      <a:pt x="12" y="515"/>
                    </a:lnTo>
                    <a:lnTo>
                      <a:pt x="8" y="514"/>
                    </a:lnTo>
                    <a:lnTo>
                      <a:pt x="5" y="514"/>
                    </a:lnTo>
                    <a:lnTo>
                      <a:pt x="0" y="515"/>
                    </a:lnTo>
                    <a:lnTo>
                      <a:pt x="1" y="478"/>
                    </a:lnTo>
                    <a:lnTo>
                      <a:pt x="8" y="421"/>
                    </a:lnTo>
                    <a:lnTo>
                      <a:pt x="16" y="360"/>
                    </a:lnTo>
                    <a:lnTo>
                      <a:pt x="23" y="315"/>
                    </a:lnTo>
                    <a:lnTo>
                      <a:pt x="28" y="295"/>
                    </a:lnTo>
                    <a:lnTo>
                      <a:pt x="36" y="270"/>
                    </a:lnTo>
                    <a:lnTo>
                      <a:pt x="46" y="242"/>
                    </a:lnTo>
                    <a:lnTo>
                      <a:pt x="59" y="212"/>
                    </a:lnTo>
                    <a:lnTo>
                      <a:pt x="72" y="183"/>
                    </a:lnTo>
                    <a:lnTo>
                      <a:pt x="84" y="158"/>
                    </a:lnTo>
                    <a:lnTo>
                      <a:pt x="96" y="138"/>
                    </a:lnTo>
                    <a:lnTo>
                      <a:pt x="104" y="125"/>
                    </a:lnTo>
                    <a:lnTo>
                      <a:pt x="112" y="114"/>
                    </a:lnTo>
                    <a:lnTo>
                      <a:pt x="121" y="104"/>
                    </a:lnTo>
                    <a:lnTo>
                      <a:pt x="132" y="92"/>
                    </a:lnTo>
                    <a:lnTo>
                      <a:pt x="143" y="82"/>
                    </a:lnTo>
                    <a:lnTo>
                      <a:pt x="153" y="72"/>
                    </a:lnTo>
                    <a:lnTo>
                      <a:pt x="163" y="64"/>
                    </a:lnTo>
                    <a:lnTo>
                      <a:pt x="170" y="57"/>
                    </a:lnTo>
                    <a:lnTo>
                      <a:pt x="174" y="53"/>
                    </a:lnTo>
                    <a:lnTo>
                      <a:pt x="179" y="50"/>
                    </a:lnTo>
                    <a:lnTo>
                      <a:pt x="182" y="44"/>
                    </a:lnTo>
                    <a:lnTo>
                      <a:pt x="183" y="38"/>
                    </a:lnTo>
                    <a:lnTo>
                      <a:pt x="186" y="31"/>
                    </a:lnTo>
                    <a:lnTo>
                      <a:pt x="187" y="23"/>
                    </a:lnTo>
                    <a:lnTo>
                      <a:pt x="190" y="15"/>
                    </a:lnTo>
                    <a:lnTo>
                      <a:pt x="195" y="7"/>
                    </a:lnTo>
                    <a:lnTo>
                      <a:pt x="200" y="0"/>
                    </a:lnTo>
                    <a:lnTo>
                      <a:pt x="202" y="8"/>
                    </a:lnTo>
                    <a:lnTo>
                      <a:pt x="204" y="16"/>
                    </a:lnTo>
                    <a:lnTo>
                      <a:pt x="208" y="24"/>
                    </a:lnTo>
                    <a:lnTo>
                      <a:pt x="211" y="32"/>
                    </a:lnTo>
                    <a:lnTo>
                      <a:pt x="214" y="38"/>
                    </a:lnTo>
                    <a:lnTo>
                      <a:pt x="220" y="45"/>
                    </a:lnTo>
                    <a:lnTo>
                      <a:pt x="227" y="51"/>
                    </a:lnTo>
                    <a:lnTo>
                      <a:pt x="234" y="55"/>
                    </a:lnTo>
                    <a:lnTo>
                      <a:pt x="239" y="57"/>
                    </a:lnTo>
                    <a:lnTo>
                      <a:pt x="244" y="59"/>
                    </a:lnTo>
                    <a:lnTo>
                      <a:pt x="249" y="60"/>
                    </a:lnTo>
                    <a:lnTo>
                      <a:pt x="255" y="60"/>
                    </a:lnTo>
                    <a:lnTo>
                      <a:pt x="259" y="61"/>
                    </a:lnTo>
                    <a:lnTo>
                      <a:pt x="265" y="62"/>
                    </a:lnTo>
                    <a:lnTo>
                      <a:pt x="270" y="62"/>
                    </a:lnTo>
                    <a:lnTo>
                      <a:pt x="274" y="62"/>
                    </a:lnTo>
                    <a:lnTo>
                      <a:pt x="279" y="62"/>
                    </a:lnTo>
                    <a:lnTo>
                      <a:pt x="284" y="62"/>
                    </a:lnTo>
                    <a:lnTo>
                      <a:pt x="288" y="61"/>
                    </a:lnTo>
                    <a:lnTo>
                      <a:pt x="293" y="60"/>
                    </a:lnTo>
                    <a:lnTo>
                      <a:pt x="297" y="59"/>
                    </a:lnTo>
                    <a:lnTo>
                      <a:pt x="301" y="58"/>
                    </a:lnTo>
                    <a:lnTo>
                      <a:pt x="305" y="57"/>
                    </a:lnTo>
                    <a:lnTo>
                      <a:pt x="310" y="54"/>
                    </a:lnTo>
                    <a:lnTo>
                      <a:pt x="318" y="50"/>
                    </a:lnTo>
                    <a:lnTo>
                      <a:pt x="325" y="44"/>
                    </a:lnTo>
                    <a:lnTo>
                      <a:pt x="331" y="39"/>
                    </a:lnTo>
                    <a:lnTo>
                      <a:pt x="337" y="3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6" name="Freeform 17">
                <a:extLst>
                  <a:ext uri="{FF2B5EF4-FFF2-40B4-BE49-F238E27FC236}">
                    <a16:creationId xmlns:a16="http://schemas.microsoft.com/office/drawing/2014/main" id="{B436EE96-9C4D-4151-96C5-8B5F074CBF84}"/>
                  </a:ext>
                </a:extLst>
              </p:cNvPr>
              <p:cNvSpPr>
                <a:spLocks/>
              </p:cNvSpPr>
              <p:nvPr/>
            </p:nvSpPr>
            <p:spPr bwMode="auto">
              <a:xfrm>
                <a:off x="4234" y="2596"/>
                <a:ext cx="106" cy="279"/>
              </a:xfrm>
              <a:custGeom>
                <a:avLst/>
                <a:gdLst>
                  <a:gd name="T0" fmla="*/ 104 w 194"/>
                  <a:gd name="T1" fmla="*/ 4 h 512"/>
                  <a:gd name="T2" fmla="*/ 98 w 194"/>
                  <a:gd name="T3" fmla="*/ 3 h 512"/>
                  <a:gd name="T4" fmla="*/ 92 w 194"/>
                  <a:gd name="T5" fmla="*/ 3 h 512"/>
                  <a:gd name="T6" fmla="*/ 87 w 194"/>
                  <a:gd name="T7" fmla="*/ 1 h 512"/>
                  <a:gd name="T8" fmla="*/ 81 w 194"/>
                  <a:gd name="T9" fmla="*/ 2 h 512"/>
                  <a:gd name="T10" fmla="*/ 77 w 194"/>
                  <a:gd name="T11" fmla="*/ 9 h 512"/>
                  <a:gd name="T12" fmla="*/ 73 w 194"/>
                  <a:gd name="T13" fmla="*/ 14 h 512"/>
                  <a:gd name="T14" fmla="*/ 67 w 194"/>
                  <a:gd name="T15" fmla="*/ 16 h 512"/>
                  <a:gd name="T16" fmla="*/ 61 w 194"/>
                  <a:gd name="T17" fmla="*/ 19 h 512"/>
                  <a:gd name="T18" fmla="*/ 56 w 194"/>
                  <a:gd name="T19" fmla="*/ 22 h 512"/>
                  <a:gd name="T20" fmla="*/ 52 w 194"/>
                  <a:gd name="T21" fmla="*/ 24 h 512"/>
                  <a:gd name="T22" fmla="*/ 48 w 194"/>
                  <a:gd name="T23" fmla="*/ 31 h 512"/>
                  <a:gd name="T24" fmla="*/ 43 w 194"/>
                  <a:gd name="T25" fmla="*/ 38 h 512"/>
                  <a:gd name="T26" fmla="*/ 39 w 194"/>
                  <a:gd name="T27" fmla="*/ 46 h 512"/>
                  <a:gd name="T28" fmla="*/ 35 w 194"/>
                  <a:gd name="T29" fmla="*/ 55 h 512"/>
                  <a:gd name="T30" fmla="*/ 31 w 194"/>
                  <a:gd name="T31" fmla="*/ 64 h 512"/>
                  <a:gd name="T32" fmla="*/ 27 w 194"/>
                  <a:gd name="T33" fmla="*/ 75 h 512"/>
                  <a:gd name="T34" fmla="*/ 23 w 194"/>
                  <a:gd name="T35" fmla="*/ 88 h 512"/>
                  <a:gd name="T36" fmla="*/ 20 w 194"/>
                  <a:gd name="T37" fmla="*/ 98 h 512"/>
                  <a:gd name="T38" fmla="*/ 18 w 194"/>
                  <a:gd name="T39" fmla="*/ 106 h 512"/>
                  <a:gd name="T40" fmla="*/ 16 w 194"/>
                  <a:gd name="T41" fmla="*/ 115 h 512"/>
                  <a:gd name="T42" fmla="*/ 13 w 194"/>
                  <a:gd name="T43" fmla="*/ 128 h 512"/>
                  <a:gd name="T44" fmla="*/ 10 w 194"/>
                  <a:gd name="T45" fmla="*/ 138 h 512"/>
                  <a:gd name="T46" fmla="*/ 9 w 194"/>
                  <a:gd name="T47" fmla="*/ 146 h 512"/>
                  <a:gd name="T48" fmla="*/ 8 w 194"/>
                  <a:gd name="T49" fmla="*/ 156 h 512"/>
                  <a:gd name="T50" fmla="*/ 5 w 194"/>
                  <a:gd name="T51" fmla="*/ 169 h 512"/>
                  <a:gd name="T52" fmla="*/ 4 w 194"/>
                  <a:gd name="T53" fmla="*/ 180 h 512"/>
                  <a:gd name="T54" fmla="*/ 3 w 194"/>
                  <a:gd name="T55" fmla="*/ 190 h 512"/>
                  <a:gd name="T56" fmla="*/ 2 w 194"/>
                  <a:gd name="T57" fmla="*/ 203 h 512"/>
                  <a:gd name="T58" fmla="*/ 1 w 194"/>
                  <a:gd name="T59" fmla="*/ 220 h 512"/>
                  <a:gd name="T60" fmla="*/ 0 w 194"/>
                  <a:gd name="T61" fmla="*/ 233 h 512"/>
                  <a:gd name="T62" fmla="*/ 0 w 194"/>
                  <a:gd name="T63" fmla="*/ 241 h 512"/>
                  <a:gd name="T64" fmla="*/ 3 w 194"/>
                  <a:gd name="T65" fmla="*/ 248 h 512"/>
                  <a:gd name="T66" fmla="*/ 13 w 194"/>
                  <a:gd name="T67" fmla="*/ 258 h 512"/>
                  <a:gd name="T68" fmla="*/ 25 w 194"/>
                  <a:gd name="T69" fmla="*/ 268 h 512"/>
                  <a:gd name="T70" fmla="*/ 33 w 194"/>
                  <a:gd name="T71" fmla="*/ 277 h 512"/>
                  <a:gd name="T72" fmla="*/ 38 w 194"/>
                  <a:gd name="T73" fmla="*/ 276 h 512"/>
                  <a:gd name="T74" fmla="*/ 45 w 194"/>
                  <a:gd name="T75" fmla="*/ 270 h 512"/>
                  <a:gd name="T76" fmla="*/ 52 w 194"/>
                  <a:gd name="T77" fmla="*/ 260 h 512"/>
                  <a:gd name="T78" fmla="*/ 58 w 194"/>
                  <a:gd name="T79" fmla="*/ 254 h 512"/>
                  <a:gd name="T80" fmla="*/ 58 w 194"/>
                  <a:gd name="T81" fmla="*/ 225 h 512"/>
                  <a:gd name="T82" fmla="*/ 58 w 194"/>
                  <a:gd name="T83" fmla="*/ 185 h 512"/>
                  <a:gd name="T84" fmla="*/ 61 w 194"/>
                  <a:gd name="T85" fmla="*/ 162 h 512"/>
                  <a:gd name="T86" fmla="*/ 66 w 194"/>
                  <a:gd name="T87" fmla="*/ 135 h 512"/>
                  <a:gd name="T88" fmla="*/ 67 w 194"/>
                  <a:gd name="T89" fmla="*/ 122 h 512"/>
                  <a:gd name="T90" fmla="*/ 70 w 194"/>
                  <a:gd name="T91" fmla="*/ 107 h 512"/>
                  <a:gd name="T92" fmla="*/ 73 w 194"/>
                  <a:gd name="T93" fmla="*/ 93 h 512"/>
                  <a:gd name="T94" fmla="*/ 75 w 194"/>
                  <a:gd name="T95" fmla="*/ 85 h 512"/>
                  <a:gd name="T96" fmla="*/ 76 w 194"/>
                  <a:gd name="T97" fmla="*/ 77 h 512"/>
                  <a:gd name="T98" fmla="*/ 78 w 194"/>
                  <a:gd name="T99" fmla="*/ 70 h 512"/>
                  <a:gd name="T100" fmla="*/ 81 w 194"/>
                  <a:gd name="T101" fmla="*/ 51 h 512"/>
                  <a:gd name="T102" fmla="*/ 86 w 194"/>
                  <a:gd name="T103" fmla="*/ 31 h 512"/>
                  <a:gd name="T104" fmla="*/ 95 w 194"/>
                  <a:gd name="T105" fmla="*/ 23 h 512"/>
                  <a:gd name="T106" fmla="*/ 104 w 194"/>
                  <a:gd name="T107" fmla="*/ 11 h 51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94" h="512">
                    <a:moveTo>
                      <a:pt x="194" y="7"/>
                    </a:moveTo>
                    <a:lnTo>
                      <a:pt x="190" y="7"/>
                    </a:lnTo>
                    <a:lnTo>
                      <a:pt x="185" y="7"/>
                    </a:lnTo>
                    <a:lnTo>
                      <a:pt x="179" y="6"/>
                    </a:lnTo>
                    <a:lnTo>
                      <a:pt x="175" y="5"/>
                    </a:lnTo>
                    <a:lnTo>
                      <a:pt x="169" y="5"/>
                    </a:lnTo>
                    <a:lnTo>
                      <a:pt x="164" y="4"/>
                    </a:lnTo>
                    <a:lnTo>
                      <a:pt x="159" y="2"/>
                    </a:lnTo>
                    <a:lnTo>
                      <a:pt x="154" y="0"/>
                    </a:lnTo>
                    <a:lnTo>
                      <a:pt x="149" y="4"/>
                    </a:lnTo>
                    <a:lnTo>
                      <a:pt x="145" y="10"/>
                    </a:lnTo>
                    <a:lnTo>
                      <a:pt x="141" y="17"/>
                    </a:lnTo>
                    <a:lnTo>
                      <a:pt x="140" y="24"/>
                    </a:lnTo>
                    <a:lnTo>
                      <a:pt x="134" y="25"/>
                    </a:lnTo>
                    <a:lnTo>
                      <a:pt x="129" y="27"/>
                    </a:lnTo>
                    <a:lnTo>
                      <a:pt x="123" y="29"/>
                    </a:lnTo>
                    <a:lnTo>
                      <a:pt x="117" y="32"/>
                    </a:lnTo>
                    <a:lnTo>
                      <a:pt x="111" y="35"/>
                    </a:lnTo>
                    <a:lnTo>
                      <a:pt x="107" y="37"/>
                    </a:lnTo>
                    <a:lnTo>
                      <a:pt x="102" y="40"/>
                    </a:lnTo>
                    <a:lnTo>
                      <a:pt x="99" y="42"/>
                    </a:lnTo>
                    <a:lnTo>
                      <a:pt x="95" y="44"/>
                    </a:lnTo>
                    <a:lnTo>
                      <a:pt x="92" y="49"/>
                    </a:lnTo>
                    <a:lnTo>
                      <a:pt x="87" y="56"/>
                    </a:lnTo>
                    <a:lnTo>
                      <a:pt x="82" y="64"/>
                    </a:lnTo>
                    <a:lnTo>
                      <a:pt x="78" y="70"/>
                    </a:lnTo>
                    <a:lnTo>
                      <a:pt x="75" y="76"/>
                    </a:lnTo>
                    <a:lnTo>
                      <a:pt x="71" y="85"/>
                    </a:lnTo>
                    <a:lnTo>
                      <a:pt x="68" y="93"/>
                    </a:lnTo>
                    <a:lnTo>
                      <a:pt x="64" y="101"/>
                    </a:lnTo>
                    <a:lnTo>
                      <a:pt x="61" y="109"/>
                    </a:lnTo>
                    <a:lnTo>
                      <a:pt x="57" y="118"/>
                    </a:lnTo>
                    <a:lnTo>
                      <a:pt x="54" y="127"/>
                    </a:lnTo>
                    <a:lnTo>
                      <a:pt x="50" y="138"/>
                    </a:lnTo>
                    <a:lnTo>
                      <a:pt x="47" y="149"/>
                    </a:lnTo>
                    <a:lnTo>
                      <a:pt x="42" y="162"/>
                    </a:lnTo>
                    <a:lnTo>
                      <a:pt x="39" y="174"/>
                    </a:lnTo>
                    <a:lnTo>
                      <a:pt x="37" y="180"/>
                    </a:lnTo>
                    <a:lnTo>
                      <a:pt x="35" y="187"/>
                    </a:lnTo>
                    <a:lnTo>
                      <a:pt x="33" y="194"/>
                    </a:lnTo>
                    <a:lnTo>
                      <a:pt x="31" y="201"/>
                    </a:lnTo>
                    <a:lnTo>
                      <a:pt x="29" y="211"/>
                    </a:lnTo>
                    <a:lnTo>
                      <a:pt x="26" y="223"/>
                    </a:lnTo>
                    <a:lnTo>
                      <a:pt x="23" y="234"/>
                    </a:lnTo>
                    <a:lnTo>
                      <a:pt x="20" y="246"/>
                    </a:lnTo>
                    <a:lnTo>
                      <a:pt x="19" y="253"/>
                    </a:lnTo>
                    <a:lnTo>
                      <a:pt x="18" y="261"/>
                    </a:lnTo>
                    <a:lnTo>
                      <a:pt x="16" y="268"/>
                    </a:lnTo>
                    <a:lnTo>
                      <a:pt x="15" y="276"/>
                    </a:lnTo>
                    <a:lnTo>
                      <a:pt x="14" y="287"/>
                    </a:lnTo>
                    <a:lnTo>
                      <a:pt x="11" y="299"/>
                    </a:lnTo>
                    <a:lnTo>
                      <a:pt x="10" y="310"/>
                    </a:lnTo>
                    <a:lnTo>
                      <a:pt x="8" y="322"/>
                    </a:lnTo>
                    <a:lnTo>
                      <a:pt x="7" y="331"/>
                    </a:lnTo>
                    <a:lnTo>
                      <a:pt x="7" y="339"/>
                    </a:lnTo>
                    <a:lnTo>
                      <a:pt x="5" y="348"/>
                    </a:lnTo>
                    <a:lnTo>
                      <a:pt x="4" y="358"/>
                    </a:lnTo>
                    <a:lnTo>
                      <a:pt x="3" y="373"/>
                    </a:lnTo>
                    <a:lnTo>
                      <a:pt x="2" y="387"/>
                    </a:lnTo>
                    <a:lnTo>
                      <a:pt x="1" y="404"/>
                    </a:lnTo>
                    <a:lnTo>
                      <a:pt x="0" y="420"/>
                    </a:lnTo>
                    <a:lnTo>
                      <a:pt x="0" y="428"/>
                    </a:lnTo>
                    <a:lnTo>
                      <a:pt x="0" y="435"/>
                    </a:lnTo>
                    <a:lnTo>
                      <a:pt x="0" y="443"/>
                    </a:lnTo>
                    <a:lnTo>
                      <a:pt x="0" y="451"/>
                    </a:lnTo>
                    <a:lnTo>
                      <a:pt x="5" y="455"/>
                    </a:lnTo>
                    <a:lnTo>
                      <a:pt x="14" y="464"/>
                    </a:lnTo>
                    <a:lnTo>
                      <a:pt x="23" y="473"/>
                    </a:lnTo>
                    <a:lnTo>
                      <a:pt x="34" y="482"/>
                    </a:lnTo>
                    <a:lnTo>
                      <a:pt x="45" y="492"/>
                    </a:lnTo>
                    <a:lnTo>
                      <a:pt x="54" y="502"/>
                    </a:lnTo>
                    <a:lnTo>
                      <a:pt x="61" y="508"/>
                    </a:lnTo>
                    <a:lnTo>
                      <a:pt x="65" y="512"/>
                    </a:lnTo>
                    <a:lnTo>
                      <a:pt x="70" y="507"/>
                    </a:lnTo>
                    <a:lnTo>
                      <a:pt x="76" y="502"/>
                    </a:lnTo>
                    <a:lnTo>
                      <a:pt x="82" y="495"/>
                    </a:lnTo>
                    <a:lnTo>
                      <a:pt x="90" y="487"/>
                    </a:lnTo>
                    <a:lnTo>
                      <a:pt x="95" y="478"/>
                    </a:lnTo>
                    <a:lnTo>
                      <a:pt x="102" y="472"/>
                    </a:lnTo>
                    <a:lnTo>
                      <a:pt x="107" y="466"/>
                    </a:lnTo>
                    <a:lnTo>
                      <a:pt x="109" y="461"/>
                    </a:lnTo>
                    <a:lnTo>
                      <a:pt x="106" y="413"/>
                    </a:lnTo>
                    <a:lnTo>
                      <a:pt x="106" y="371"/>
                    </a:lnTo>
                    <a:lnTo>
                      <a:pt x="107" y="339"/>
                    </a:lnTo>
                    <a:lnTo>
                      <a:pt x="109" y="317"/>
                    </a:lnTo>
                    <a:lnTo>
                      <a:pt x="111" y="298"/>
                    </a:lnTo>
                    <a:lnTo>
                      <a:pt x="116" y="272"/>
                    </a:lnTo>
                    <a:lnTo>
                      <a:pt x="120" y="248"/>
                    </a:lnTo>
                    <a:lnTo>
                      <a:pt x="121" y="232"/>
                    </a:lnTo>
                    <a:lnTo>
                      <a:pt x="122" y="224"/>
                    </a:lnTo>
                    <a:lnTo>
                      <a:pt x="124" y="211"/>
                    </a:lnTo>
                    <a:lnTo>
                      <a:pt x="128" y="196"/>
                    </a:lnTo>
                    <a:lnTo>
                      <a:pt x="131" y="178"/>
                    </a:lnTo>
                    <a:lnTo>
                      <a:pt x="133" y="171"/>
                    </a:lnTo>
                    <a:lnTo>
                      <a:pt x="134" y="163"/>
                    </a:lnTo>
                    <a:lnTo>
                      <a:pt x="137" y="156"/>
                    </a:lnTo>
                    <a:lnTo>
                      <a:pt x="138" y="148"/>
                    </a:lnTo>
                    <a:lnTo>
                      <a:pt x="139" y="142"/>
                    </a:lnTo>
                    <a:lnTo>
                      <a:pt x="140" y="135"/>
                    </a:lnTo>
                    <a:lnTo>
                      <a:pt x="143" y="129"/>
                    </a:lnTo>
                    <a:lnTo>
                      <a:pt x="144" y="124"/>
                    </a:lnTo>
                    <a:lnTo>
                      <a:pt x="149" y="94"/>
                    </a:lnTo>
                    <a:lnTo>
                      <a:pt x="154" y="72"/>
                    </a:lnTo>
                    <a:lnTo>
                      <a:pt x="158" y="56"/>
                    </a:lnTo>
                    <a:lnTo>
                      <a:pt x="163" y="44"/>
                    </a:lnTo>
                    <a:lnTo>
                      <a:pt x="174" y="42"/>
                    </a:lnTo>
                    <a:lnTo>
                      <a:pt x="184" y="33"/>
                    </a:lnTo>
                    <a:lnTo>
                      <a:pt x="191" y="20"/>
                    </a:lnTo>
                    <a:lnTo>
                      <a:pt x="194" y="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7" name="Freeform 18">
                <a:extLst>
                  <a:ext uri="{FF2B5EF4-FFF2-40B4-BE49-F238E27FC236}">
                    <a16:creationId xmlns:a16="http://schemas.microsoft.com/office/drawing/2014/main" id="{0CD56719-42B8-4EBE-A97F-5BB599E529EA}"/>
                  </a:ext>
                </a:extLst>
              </p:cNvPr>
              <p:cNvSpPr>
                <a:spLocks/>
              </p:cNvSpPr>
              <p:nvPr/>
            </p:nvSpPr>
            <p:spPr bwMode="auto">
              <a:xfrm>
                <a:off x="4311" y="2585"/>
                <a:ext cx="63" cy="53"/>
              </a:xfrm>
              <a:custGeom>
                <a:avLst/>
                <a:gdLst>
                  <a:gd name="T0" fmla="*/ 55 w 117"/>
                  <a:gd name="T1" fmla="*/ 21 h 99"/>
                  <a:gd name="T2" fmla="*/ 57 w 117"/>
                  <a:gd name="T3" fmla="*/ 16 h 99"/>
                  <a:gd name="T4" fmla="*/ 59 w 117"/>
                  <a:gd name="T5" fmla="*/ 10 h 99"/>
                  <a:gd name="T6" fmla="*/ 61 w 117"/>
                  <a:gd name="T7" fmla="*/ 4 h 99"/>
                  <a:gd name="T8" fmla="*/ 63 w 117"/>
                  <a:gd name="T9" fmla="*/ 0 h 99"/>
                  <a:gd name="T10" fmla="*/ 60 w 117"/>
                  <a:gd name="T11" fmla="*/ 2 h 99"/>
                  <a:gd name="T12" fmla="*/ 57 w 117"/>
                  <a:gd name="T13" fmla="*/ 5 h 99"/>
                  <a:gd name="T14" fmla="*/ 53 w 117"/>
                  <a:gd name="T15" fmla="*/ 8 h 99"/>
                  <a:gd name="T16" fmla="*/ 48 w 117"/>
                  <a:gd name="T17" fmla="*/ 10 h 99"/>
                  <a:gd name="T18" fmla="*/ 46 w 117"/>
                  <a:gd name="T19" fmla="*/ 12 h 99"/>
                  <a:gd name="T20" fmla="*/ 44 w 117"/>
                  <a:gd name="T21" fmla="*/ 12 h 99"/>
                  <a:gd name="T22" fmla="*/ 41 w 117"/>
                  <a:gd name="T23" fmla="*/ 13 h 99"/>
                  <a:gd name="T24" fmla="*/ 39 w 117"/>
                  <a:gd name="T25" fmla="*/ 13 h 99"/>
                  <a:gd name="T26" fmla="*/ 37 w 117"/>
                  <a:gd name="T27" fmla="*/ 14 h 99"/>
                  <a:gd name="T28" fmla="*/ 34 w 117"/>
                  <a:gd name="T29" fmla="*/ 14 h 99"/>
                  <a:gd name="T30" fmla="*/ 32 w 117"/>
                  <a:gd name="T31" fmla="*/ 14 h 99"/>
                  <a:gd name="T32" fmla="*/ 29 w 117"/>
                  <a:gd name="T33" fmla="*/ 14 h 99"/>
                  <a:gd name="T34" fmla="*/ 27 w 117"/>
                  <a:gd name="T35" fmla="*/ 14 h 99"/>
                  <a:gd name="T36" fmla="*/ 24 w 117"/>
                  <a:gd name="T37" fmla="*/ 14 h 99"/>
                  <a:gd name="T38" fmla="*/ 21 w 117"/>
                  <a:gd name="T39" fmla="*/ 14 h 99"/>
                  <a:gd name="T40" fmla="*/ 19 w 117"/>
                  <a:gd name="T41" fmla="*/ 13 h 99"/>
                  <a:gd name="T42" fmla="*/ 16 w 117"/>
                  <a:gd name="T43" fmla="*/ 13 h 99"/>
                  <a:gd name="T44" fmla="*/ 13 w 117"/>
                  <a:gd name="T45" fmla="*/ 13 h 99"/>
                  <a:gd name="T46" fmla="*/ 10 w 117"/>
                  <a:gd name="T47" fmla="*/ 12 h 99"/>
                  <a:gd name="T48" fmla="*/ 8 w 117"/>
                  <a:gd name="T49" fmla="*/ 11 h 99"/>
                  <a:gd name="T50" fmla="*/ 5 w 117"/>
                  <a:gd name="T51" fmla="*/ 13 h 99"/>
                  <a:gd name="T52" fmla="*/ 3 w 117"/>
                  <a:gd name="T53" fmla="*/ 16 h 99"/>
                  <a:gd name="T54" fmla="*/ 1 w 117"/>
                  <a:gd name="T55" fmla="*/ 20 h 99"/>
                  <a:gd name="T56" fmla="*/ 0 w 117"/>
                  <a:gd name="T57" fmla="*/ 24 h 99"/>
                  <a:gd name="T58" fmla="*/ 0 w 117"/>
                  <a:gd name="T59" fmla="*/ 25 h 99"/>
                  <a:gd name="T60" fmla="*/ 2 w 117"/>
                  <a:gd name="T61" fmla="*/ 26 h 99"/>
                  <a:gd name="T62" fmla="*/ 3 w 117"/>
                  <a:gd name="T63" fmla="*/ 29 h 99"/>
                  <a:gd name="T64" fmla="*/ 4 w 117"/>
                  <a:gd name="T65" fmla="*/ 31 h 99"/>
                  <a:gd name="T66" fmla="*/ 7 w 117"/>
                  <a:gd name="T67" fmla="*/ 33 h 99"/>
                  <a:gd name="T68" fmla="*/ 10 w 117"/>
                  <a:gd name="T69" fmla="*/ 34 h 99"/>
                  <a:gd name="T70" fmla="*/ 15 w 117"/>
                  <a:gd name="T71" fmla="*/ 34 h 99"/>
                  <a:gd name="T72" fmla="*/ 19 w 117"/>
                  <a:gd name="T73" fmla="*/ 35 h 99"/>
                  <a:gd name="T74" fmla="*/ 21 w 117"/>
                  <a:gd name="T75" fmla="*/ 39 h 99"/>
                  <a:gd name="T76" fmla="*/ 24 w 117"/>
                  <a:gd name="T77" fmla="*/ 44 h 99"/>
                  <a:gd name="T78" fmla="*/ 25 w 117"/>
                  <a:gd name="T79" fmla="*/ 49 h 99"/>
                  <a:gd name="T80" fmla="*/ 26 w 117"/>
                  <a:gd name="T81" fmla="*/ 53 h 99"/>
                  <a:gd name="T82" fmla="*/ 29 w 117"/>
                  <a:gd name="T83" fmla="*/ 50 h 99"/>
                  <a:gd name="T84" fmla="*/ 32 w 117"/>
                  <a:gd name="T85" fmla="*/ 47 h 99"/>
                  <a:gd name="T86" fmla="*/ 33 w 117"/>
                  <a:gd name="T87" fmla="*/ 45 h 99"/>
                  <a:gd name="T88" fmla="*/ 35 w 117"/>
                  <a:gd name="T89" fmla="*/ 44 h 99"/>
                  <a:gd name="T90" fmla="*/ 37 w 117"/>
                  <a:gd name="T91" fmla="*/ 44 h 99"/>
                  <a:gd name="T92" fmla="*/ 39 w 117"/>
                  <a:gd name="T93" fmla="*/ 42 h 99"/>
                  <a:gd name="T94" fmla="*/ 40 w 117"/>
                  <a:gd name="T95" fmla="*/ 40 h 99"/>
                  <a:gd name="T96" fmla="*/ 41 w 117"/>
                  <a:gd name="T97" fmla="*/ 38 h 99"/>
                  <a:gd name="T98" fmla="*/ 41 w 117"/>
                  <a:gd name="T99" fmla="*/ 35 h 99"/>
                  <a:gd name="T100" fmla="*/ 43 w 117"/>
                  <a:gd name="T101" fmla="*/ 30 h 99"/>
                  <a:gd name="T102" fmla="*/ 44 w 117"/>
                  <a:gd name="T103" fmla="*/ 26 h 99"/>
                  <a:gd name="T104" fmla="*/ 45 w 117"/>
                  <a:gd name="T105" fmla="*/ 25 h 99"/>
                  <a:gd name="T106" fmla="*/ 47 w 117"/>
                  <a:gd name="T107" fmla="*/ 24 h 99"/>
                  <a:gd name="T108" fmla="*/ 49 w 117"/>
                  <a:gd name="T109" fmla="*/ 24 h 99"/>
                  <a:gd name="T110" fmla="*/ 52 w 117"/>
                  <a:gd name="T111" fmla="*/ 22 h 99"/>
                  <a:gd name="T112" fmla="*/ 55 w 117"/>
                  <a:gd name="T113" fmla="*/ 21 h 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7" h="99">
                    <a:moveTo>
                      <a:pt x="102" y="39"/>
                    </a:moveTo>
                    <a:lnTo>
                      <a:pt x="105" y="30"/>
                    </a:lnTo>
                    <a:lnTo>
                      <a:pt x="110" y="18"/>
                    </a:lnTo>
                    <a:lnTo>
                      <a:pt x="114" y="8"/>
                    </a:lnTo>
                    <a:lnTo>
                      <a:pt x="117" y="0"/>
                    </a:lnTo>
                    <a:lnTo>
                      <a:pt x="111" y="4"/>
                    </a:lnTo>
                    <a:lnTo>
                      <a:pt x="105" y="9"/>
                    </a:lnTo>
                    <a:lnTo>
                      <a:pt x="98" y="15"/>
                    </a:lnTo>
                    <a:lnTo>
                      <a:pt x="90" y="19"/>
                    </a:lnTo>
                    <a:lnTo>
                      <a:pt x="85" y="22"/>
                    </a:lnTo>
                    <a:lnTo>
                      <a:pt x="81" y="23"/>
                    </a:lnTo>
                    <a:lnTo>
                      <a:pt x="77" y="24"/>
                    </a:lnTo>
                    <a:lnTo>
                      <a:pt x="73" y="25"/>
                    </a:lnTo>
                    <a:lnTo>
                      <a:pt x="68" y="26"/>
                    </a:lnTo>
                    <a:lnTo>
                      <a:pt x="64" y="27"/>
                    </a:lnTo>
                    <a:lnTo>
                      <a:pt x="59" y="27"/>
                    </a:lnTo>
                    <a:lnTo>
                      <a:pt x="54" y="27"/>
                    </a:lnTo>
                    <a:lnTo>
                      <a:pt x="50" y="27"/>
                    </a:lnTo>
                    <a:lnTo>
                      <a:pt x="45" y="27"/>
                    </a:lnTo>
                    <a:lnTo>
                      <a:pt x="39" y="26"/>
                    </a:lnTo>
                    <a:lnTo>
                      <a:pt x="35" y="25"/>
                    </a:lnTo>
                    <a:lnTo>
                      <a:pt x="29" y="25"/>
                    </a:lnTo>
                    <a:lnTo>
                      <a:pt x="24" y="24"/>
                    </a:lnTo>
                    <a:lnTo>
                      <a:pt x="19" y="22"/>
                    </a:lnTo>
                    <a:lnTo>
                      <a:pt x="14" y="20"/>
                    </a:lnTo>
                    <a:lnTo>
                      <a:pt x="9" y="24"/>
                    </a:lnTo>
                    <a:lnTo>
                      <a:pt x="5" y="30"/>
                    </a:lnTo>
                    <a:lnTo>
                      <a:pt x="1" y="37"/>
                    </a:lnTo>
                    <a:lnTo>
                      <a:pt x="0" y="44"/>
                    </a:lnTo>
                    <a:lnTo>
                      <a:pt x="0" y="47"/>
                    </a:lnTo>
                    <a:lnTo>
                      <a:pt x="3" y="49"/>
                    </a:lnTo>
                    <a:lnTo>
                      <a:pt x="5" y="54"/>
                    </a:lnTo>
                    <a:lnTo>
                      <a:pt x="8" y="57"/>
                    </a:lnTo>
                    <a:lnTo>
                      <a:pt x="13" y="61"/>
                    </a:lnTo>
                    <a:lnTo>
                      <a:pt x="19" y="63"/>
                    </a:lnTo>
                    <a:lnTo>
                      <a:pt x="27" y="64"/>
                    </a:lnTo>
                    <a:lnTo>
                      <a:pt x="36" y="65"/>
                    </a:lnTo>
                    <a:lnTo>
                      <a:pt x="39" y="72"/>
                    </a:lnTo>
                    <a:lnTo>
                      <a:pt x="44" y="82"/>
                    </a:lnTo>
                    <a:lnTo>
                      <a:pt x="46" y="92"/>
                    </a:lnTo>
                    <a:lnTo>
                      <a:pt x="49" y="99"/>
                    </a:lnTo>
                    <a:lnTo>
                      <a:pt x="54" y="93"/>
                    </a:lnTo>
                    <a:lnTo>
                      <a:pt x="59" y="87"/>
                    </a:lnTo>
                    <a:lnTo>
                      <a:pt x="61" y="84"/>
                    </a:lnTo>
                    <a:lnTo>
                      <a:pt x="65" y="83"/>
                    </a:lnTo>
                    <a:lnTo>
                      <a:pt x="69" y="82"/>
                    </a:lnTo>
                    <a:lnTo>
                      <a:pt x="73" y="78"/>
                    </a:lnTo>
                    <a:lnTo>
                      <a:pt x="75" y="75"/>
                    </a:lnTo>
                    <a:lnTo>
                      <a:pt x="76" y="71"/>
                    </a:lnTo>
                    <a:lnTo>
                      <a:pt x="77" y="65"/>
                    </a:lnTo>
                    <a:lnTo>
                      <a:pt x="80" y="56"/>
                    </a:lnTo>
                    <a:lnTo>
                      <a:pt x="82" y="49"/>
                    </a:lnTo>
                    <a:lnTo>
                      <a:pt x="84" y="46"/>
                    </a:lnTo>
                    <a:lnTo>
                      <a:pt x="88" y="45"/>
                    </a:lnTo>
                    <a:lnTo>
                      <a:pt x="91" y="44"/>
                    </a:lnTo>
                    <a:lnTo>
                      <a:pt x="97" y="41"/>
                    </a:lnTo>
                    <a:lnTo>
                      <a:pt x="102" y="39"/>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8" name="Freeform 19">
                <a:extLst>
                  <a:ext uri="{FF2B5EF4-FFF2-40B4-BE49-F238E27FC236}">
                    <a16:creationId xmlns:a16="http://schemas.microsoft.com/office/drawing/2014/main" id="{EBCFCBE0-7425-4EF8-A920-96504AC15696}"/>
                  </a:ext>
                </a:extLst>
              </p:cNvPr>
              <p:cNvSpPr>
                <a:spLocks/>
              </p:cNvSpPr>
              <p:nvPr/>
            </p:nvSpPr>
            <p:spPr bwMode="auto">
              <a:xfrm>
                <a:off x="4234" y="2646"/>
                <a:ext cx="72" cy="229"/>
              </a:xfrm>
              <a:custGeom>
                <a:avLst/>
                <a:gdLst>
                  <a:gd name="T0" fmla="*/ 68 w 131"/>
                  <a:gd name="T1" fmla="*/ 64 h 419"/>
                  <a:gd name="T2" fmla="*/ 66 w 131"/>
                  <a:gd name="T3" fmla="*/ 85 h 419"/>
                  <a:gd name="T4" fmla="*/ 60 w 131"/>
                  <a:gd name="T5" fmla="*/ 122 h 419"/>
                  <a:gd name="T6" fmla="*/ 58 w 131"/>
                  <a:gd name="T7" fmla="*/ 175 h 419"/>
                  <a:gd name="T8" fmla="*/ 56 w 131"/>
                  <a:gd name="T9" fmla="*/ 207 h 419"/>
                  <a:gd name="T10" fmla="*/ 45 w 131"/>
                  <a:gd name="T11" fmla="*/ 220 h 419"/>
                  <a:gd name="T12" fmla="*/ 36 w 131"/>
                  <a:gd name="T13" fmla="*/ 229 h 419"/>
                  <a:gd name="T14" fmla="*/ 25 w 131"/>
                  <a:gd name="T15" fmla="*/ 218 h 419"/>
                  <a:gd name="T16" fmla="*/ 8 w 131"/>
                  <a:gd name="T17" fmla="*/ 203 h 419"/>
                  <a:gd name="T18" fmla="*/ 0 w 131"/>
                  <a:gd name="T19" fmla="*/ 191 h 419"/>
                  <a:gd name="T20" fmla="*/ 0 w 131"/>
                  <a:gd name="T21" fmla="*/ 179 h 419"/>
                  <a:gd name="T22" fmla="*/ 12 w 131"/>
                  <a:gd name="T23" fmla="*/ 191 h 419"/>
                  <a:gd name="T24" fmla="*/ 29 w 131"/>
                  <a:gd name="T25" fmla="*/ 206 h 419"/>
                  <a:gd name="T26" fmla="*/ 39 w 131"/>
                  <a:gd name="T27" fmla="*/ 209 h 419"/>
                  <a:gd name="T28" fmla="*/ 50 w 131"/>
                  <a:gd name="T29" fmla="*/ 193 h 419"/>
                  <a:gd name="T30" fmla="*/ 27 w 131"/>
                  <a:gd name="T31" fmla="*/ 176 h 419"/>
                  <a:gd name="T32" fmla="*/ 9 w 131"/>
                  <a:gd name="T33" fmla="*/ 155 h 419"/>
                  <a:gd name="T34" fmla="*/ 3 w 131"/>
                  <a:gd name="T35" fmla="*/ 139 h 419"/>
                  <a:gd name="T36" fmla="*/ 4 w 131"/>
                  <a:gd name="T37" fmla="*/ 125 h 419"/>
                  <a:gd name="T38" fmla="*/ 21 w 131"/>
                  <a:gd name="T39" fmla="*/ 151 h 419"/>
                  <a:gd name="T40" fmla="*/ 42 w 131"/>
                  <a:gd name="T41" fmla="*/ 172 h 419"/>
                  <a:gd name="T42" fmla="*/ 52 w 131"/>
                  <a:gd name="T43" fmla="*/ 174 h 419"/>
                  <a:gd name="T44" fmla="*/ 50 w 131"/>
                  <a:gd name="T45" fmla="*/ 148 h 419"/>
                  <a:gd name="T46" fmla="*/ 33 w 131"/>
                  <a:gd name="T47" fmla="*/ 133 h 419"/>
                  <a:gd name="T48" fmla="*/ 15 w 131"/>
                  <a:gd name="T49" fmla="*/ 111 h 419"/>
                  <a:gd name="T50" fmla="*/ 9 w 131"/>
                  <a:gd name="T51" fmla="*/ 96 h 419"/>
                  <a:gd name="T52" fmla="*/ 11 w 131"/>
                  <a:gd name="T53" fmla="*/ 84 h 419"/>
                  <a:gd name="T54" fmla="*/ 25 w 131"/>
                  <a:gd name="T55" fmla="*/ 104 h 419"/>
                  <a:gd name="T56" fmla="*/ 43 w 131"/>
                  <a:gd name="T57" fmla="*/ 125 h 419"/>
                  <a:gd name="T58" fmla="*/ 54 w 131"/>
                  <a:gd name="T59" fmla="*/ 128 h 419"/>
                  <a:gd name="T60" fmla="*/ 56 w 131"/>
                  <a:gd name="T61" fmla="*/ 105 h 419"/>
                  <a:gd name="T62" fmla="*/ 42 w 131"/>
                  <a:gd name="T63" fmla="*/ 92 h 419"/>
                  <a:gd name="T64" fmla="*/ 25 w 131"/>
                  <a:gd name="T65" fmla="*/ 71 h 419"/>
                  <a:gd name="T66" fmla="*/ 18 w 131"/>
                  <a:gd name="T67" fmla="*/ 55 h 419"/>
                  <a:gd name="T68" fmla="*/ 21 w 131"/>
                  <a:gd name="T69" fmla="*/ 44 h 419"/>
                  <a:gd name="T70" fmla="*/ 33 w 131"/>
                  <a:gd name="T71" fmla="*/ 62 h 419"/>
                  <a:gd name="T72" fmla="*/ 50 w 131"/>
                  <a:gd name="T73" fmla="*/ 84 h 419"/>
                  <a:gd name="T74" fmla="*/ 59 w 131"/>
                  <a:gd name="T75" fmla="*/ 89 h 419"/>
                  <a:gd name="T76" fmla="*/ 62 w 131"/>
                  <a:gd name="T77" fmla="*/ 71 h 419"/>
                  <a:gd name="T78" fmla="*/ 51 w 131"/>
                  <a:gd name="T79" fmla="*/ 54 h 419"/>
                  <a:gd name="T80" fmla="*/ 36 w 131"/>
                  <a:gd name="T81" fmla="*/ 30 h 419"/>
                  <a:gd name="T82" fmla="*/ 31 w 131"/>
                  <a:gd name="T83" fmla="*/ 14 h 419"/>
                  <a:gd name="T84" fmla="*/ 37 w 131"/>
                  <a:gd name="T85" fmla="*/ 0 h 419"/>
                  <a:gd name="T86" fmla="*/ 47 w 131"/>
                  <a:gd name="T87" fmla="*/ 20 h 419"/>
                  <a:gd name="T88" fmla="*/ 60 w 131"/>
                  <a:gd name="T89" fmla="*/ 46 h 419"/>
                  <a:gd name="T90" fmla="*/ 67 w 131"/>
                  <a:gd name="T91" fmla="*/ 52 h 419"/>
                  <a:gd name="T92" fmla="*/ 71 w 131"/>
                  <a:gd name="T93" fmla="*/ 43 h 419"/>
                  <a:gd name="T94" fmla="*/ 72 w 131"/>
                  <a:gd name="T95" fmla="*/ 43 h 4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31" h="419">
                    <a:moveTo>
                      <a:pt x="131" y="85"/>
                    </a:moveTo>
                    <a:lnTo>
                      <a:pt x="128" y="103"/>
                    </a:lnTo>
                    <a:lnTo>
                      <a:pt x="124" y="118"/>
                    </a:lnTo>
                    <a:lnTo>
                      <a:pt x="122" y="131"/>
                    </a:lnTo>
                    <a:lnTo>
                      <a:pt x="121" y="139"/>
                    </a:lnTo>
                    <a:lnTo>
                      <a:pt x="120" y="155"/>
                    </a:lnTo>
                    <a:lnTo>
                      <a:pt x="116" y="179"/>
                    </a:lnTo>
                    <a:lnTo>
                      <a:pt x="111" y="205"/>
                    </a:lnTo>
                    <a:lnTo>
                      <a:pt x="109" y="224"/>
                    </a:lnTo>
                    <a:lnTo>
                      <a:pt x="107" y="246"/>
                    </a:lnTo>
                    <a:lnTo>
                      <a:pt x="106" y="278"/>
                    </a:lnTo>
                    <a:lnTo>
                      <a:pt x="106" y="320"/>
                    </a:lnTo>
                    <a:lnTo>
                      <a:pt x="109" y="368"/>
                    </a:lnTo>
                    <a:lnTo>
                      <a:pt x="107" y="373"/>
                    </a:lnTo>
                    <a:lnTo>
                      <a:pt x="102" y="379"/>
                    </a:lnTo>
                    <a:lnTo>
                      <a:pt x="95" y="385"/>
                    </a:lnTo>
                    <a:lnTo>
                      <a:pt x="90" y="394"/>
                    </a:lnTo>
                    <a:lnTo>
                      <a:pt x="82" y="402"/>
                    </a:lnTo>
                    <a:lnTo>
                      <a:pt x="76" y="409"/>
                    </a:lnTo>
                    <a:lnTo>
                      <a:pt x="70" y="414"/>
                    </a:lnTo>
                    <a:lnTo>
                      <a:pt x="65" y="419"/>
                    </a:lnTo>
                    <a:lnTo>
                      <a:pt x="61" y="415"/>
                    </a:lnTo>
                    <a:lnTo>
                      <a:pt x="54" y="409"/>
                    </a:lnTo>
                    <a:lnTo>
                      <a:pt x="45" y="399"/>
                    </a:lnTo>
                    <a:lnTo>
                      <a:pt x="34" y="389"/>
                    </a:lnTo>
                    <a:lnTo>
                      <a:pt x="23" y="380"/>
                    </a:lnTo>
                    <a:lnTo>
                      <a:pt x="14" y="371"/>
                    </a:lnTo>
                    <a:lnTo>
                      <a:pt x="5" y="362"/>
                    </a:lnTo>
                    <a:lnTo>
                      <a:pt x="0" y="358"/>
                    </a:lnTo>
                    <a:lnTo>
                      <a:pt x="0" y="350"/>
                    </a:lnTo>
                    <a:lnTo>
                      <a:pt x="0" y="342"/>
                    </a:lnTo>
                    <a:lnTo>
                      <a:pt x="0" y="335"/>
                    </a:lnTo>
                    <a:lnTo>
                      <a:pt x="0" y="327"/>
                    </a:lnTo>
                    <a:lnTo>
                      <a:pt x="4" y="333"/>
                    </a:lnTo>
                    <a:lnTo>
                      <a:pt x="12" y="341"/>
                    </a:lnTo>
                    <a:lnTo>
                      <a:pt x="22" y="350"/>
                    </a:lnTo>
                    <a:lnTo>
                      <a:pt x="31" y="359"/>
                    </a:lnTo>
                    <a:lnTo>
                      <a:pt x="41" y="368"/>
                    </a:lnTo>
                    <a:lnTo>
                      <a:pt x="52" y="377"/>
                    </a:lnTo>
                    <a:lnTo>
                      <a:pt x="60" y="384"/>
                    </a:lnTo>
                    <a:lnTo>
                      <a:pt x="65" y="390"/>
                    </a:lnTo>
                    <a:lnTo>
                      <a:pt x="71" y="383"/>
                    </a:lnTo>
                    <a:lnTo>
                      <a:pt x="79" y="373"/>
                    </a:lnTo>
                    <a:lnTo>
                      <a:pt x="86" y="362"/>
                    </a:lnTo>
                    <a:lnTo>
                      <a:pt x="91" y="353"/>
                    </a:lnTo>
                    <a:lnTo>
                      <a:pt x="76" y="345"/>
                    </a:lnTo>
                    <a:lnTo>
                      <a:pt x="62" y="335"/>
                    </a:lnTo>
                    <a:lnTo>
                      <a:pt x="49" y="322"/>
                    </a:lnTo>
                    <a:lnTo>
                      <a:pt x="37" y="308"/>
                    </a:lnTo>
                    <a:lnTo>
                      <a:pt x="26" y="296"/>
                    </a:lnTo>
                    <a:lnTo>
                      <a:pt x="17" y="283"/>
                    </a:lnTo>
                    <a:lnTo>
                      <a:pt x="9" y="273"/>
                    </a:lnTo>
                    <a:lnTo>
                      <a:pt x="4" y="265"/>
                    </a:lnTo>
                    <a:lnTo>
                      <a:pt x="5" y="255"/>
                    </a:lnTo>
                    <a:lnTo>
                      <a:pt x="7" y="246"/>
                    </a:lnTo>
                    <a:lnTo>
                      <a:pt x="7" y="238"/>
                    </a:lnTo>
                    <a:lnTo>
                      <a:pt x="8" y="229"/>
                    </a:lnTo>
                    <a:lnTo>
                      <a:pt x="15" y="245"/>
                    </a:lnTo>
                    <a:lnTo>
                      <a:pt x="25" y="261"/>
                    </a:lnTo>
                    <a:lnTo>
                      <a:pt x="38" y="276"/>
                    </a:lnTo>
                    <a:lnTo>
                      <a:pt x="50" y="291"/>
                    </a:lnTo>
                    <a:lnTo>
                      <a:pt x="64" y="304"/>
                    </a:lnTo>
                    <a:lnTo>
                      <a:pt x="77" y="315"/>
                    </a:lnTo>
                    <a:lnTo>
                      <a:pt x="88" y="324"/>
                    </a:lnTo>
                    <a:lnTo>
                      <a:pt x="96" y="330"/>
                    </a:lnTo>
                    <a:lnTo>
                      <a:pt x="95" y="319"/>
                    </a:lnTo>
                    <a:lnTo>
                      <a:pt x="94" y="300"/>
                    </a:lnTo>
                    <a:lnTo>
                      <a:pt x="92" y="282"/>
                    </a:lnTo>
                    <a:lnTo>
                      <a:pt x="91" y="270"/>
                    </a:lnTo>
                    <a:lnTo>
                      <a:pt x="82" y="263"/>
                    </a:lnTo>
                    <a:lnTo>
                      <a:pt x="71" y="254"/>
                    </a:lnTo>
                    <a:lnTo>
                      <a:pt x="60" y="243"/>
                    </a:lnTo>
                    <a:lnTo>
                      <a:pt x="48" y="230"/>
                    </a:lnTo>
                    <a:lnTo>
                      <a:pt x="38" y="216"/>
                    </a:lnTo>
                    <a:lnTo>
                      <a:pt x="27" y="203"/>
                    </a:lnTo>
                    <a:lnTo>
                      <a:pt x="20" y="192"/>
                    </a:lnTo>
                    <a:lnTo>
                      <a:pt x="15" y="183"/>
                    </a:lnTo>
                    <a:lnTo>
                      <a:pt x="16" y="175"/>
                    </a:lnTo>
                    <a:lnTo>
                      <a:pt x="18" y="168"/>
                    </a:lnTo>
                    <a:lnTo>
                      <a:pt x="19" y="160"/>
                    </a:lnTo>
                    <a:lnTo>
                      <a:pt x="20" y="153"/>
                    </a:lnTo>
                    <a:lnTo>
                      <a:pt x="26" y="164"/>
                    </a:lnTo>
                    <a:lnTo>
                      <a:pt x="34" y="177"/>
                    </a:lnTo>
                    <a:lnTo>
                      <a:pt x="45" y="191"/>
                    </a:lnTo>
                    <a:lnTo>
                      <a:pt x="56" y="203"/>
                    </a:lnTo>
                    <a:lnTo>
                      <a:pt x="68" y="217"/>
                    </a:lnTo>
                    <a:lnTo>
                      <a:pt x="79" y="229"/>
                    </a:lnTo>
                    <a:lnTo>
                      <a:pt x="91" y="238"/>
                    </a:lnTo>
                    <a:lnTo>
                      <a:pt x="99" y="245"/>
                    </a:lnTo>
                    <a:lnTo>
                      <a:pt x="99" y="235"/>
                    </a:lnTo>
                    <a:lnTo>
                      <a:pt x="100" y="220"/>
                    </a:lnTo>
                    <a:lnTo>
                      <a:pt x="101" y="203"/>
                    </a:lnTo>
                    <a:lnTo>
                      <a:pt x="102" y="192"/>
                    </a:lnTo>
                    <a:lnTo>
                      <a:pt x="95" y="187"/>
                    </a:lnTo>
                    <a:lnTo>
                      <a:pt x="87" y="178"/>
                    </a:lnTo>
                    <a:lnTo>
                      <a:pt x="77" y="168"/>
                    </a:lnTo>
                    <a:lnTo>
                      <a:pt x="67" y="155"/>
                    </a:lnTo>
                    <a:lnTo>
                      <a:pt x="55" y="141"/>
                    </a:lnTo>
                    <a:lnTo>
                      <a:pt x="46" y="129"/>
                    </a:lnTo>
                    <a:lnTo>
                      <a:pt x="37" y="117"/>
                    </a:lnTo>
                    <a:lnTo>
                      <a:pt x="31" y="108"/>
                    </a:lnTo>
                    <a:lnTo>
                      <a:pt x="33" y="101"/>
                    </a:lnTo>
                    <a:lnTo>
                      <a:pt x="35" y="94"/>
                    </a:lnTo>
                    <a:lnTo>
                      <a:pt x="37" y="87"/>
                    </a:lnTo>
                    <a:lnTo>
                      <a:pt x="39" y="81"/>
                    </a:lnTo>
                    <a:lnTo>
                      <a:pt x="43" y="91"/>
                    </a:lnTo>
                    <a:lnTo>
                      <a:pt x="50" y="101"/>
                    </a:lnTo>
                    <a:lnTo>
                      <a:pt x="60" y="114"/>
                    </a:lnTo>
                    <a:lnTo>
                      <a:pt x="70" y="127"/>
                    </a:lnTo>
                    <a:lnTo>
                      <a:pt x="80" y="141"/>
                    </a:lnTo>
                    <a:lnTo>
                      <a:pt x="91" y="153"/>
                    </a:lnTo>
                    <a:lnTo>
                      <a:pt x="99" y="163"/>
                    </a:lnTo>
                    <a:lnTo>
                      <a:pt x="106" y="171"/>
                    </a:lnTo>
                    <a:lnTo>
                      <a:pt x="107" y="163"/>
                    </a:lnTo>
                    <a:lnTo>
                      <a:pt x="109" y="152"/>
                    </a:lnTo>
                    <a:lnTo>
                      <a:pt x="111" y="139"/>
                    </a:lnTo>
                    <a:lnTo>
                      <a:pt x="113" y="130"/>
                    </a:lnTo>
                    <a:lnTo>
                      <a:pt x="108" y="123"/>
                    </a:lnTo>
                    <a:lnTo>
                      <a:pt x="101" y="111"/>
                    </a:lnTo>
                    <a:lnTo>
                      <a:pt x="92" y="99"/>
                    </a:lnTo>
                    <a:lnTo>
                      <a:pt x="83" y="83"/>
                    </a:lnTo>
                    <a:lnTo>
                      <a:pt x="73" y="68"/>
                    </a:lnTo>
                    <a:lnTo>
                      <a:pt x="65" y="54"/>
                    </a:lnTo>
                    <a:lnTo>
                      <a:pt x="58" y="42"/>
                    </a:lnTo>
                    <a:lnTo>
                      <a:pt x="54" y="34"/>
                    </a:lnTo>
                    <a:lnTo>
                      <a:pt x="57" y="25"/>
                    </a:lnTo>
                    <a:lnTo>
                      <a:pt x="61" y="16"/>
                    </a:lnTo>
                    <a:lnTo>
                      <a:pt x="64" y="8"/>
                    </a:lnTo>
                    <a:lnTo>
                      <a:pt x="68" y="0"/>
                    </a:lnTo>
                    <a:lnTo>
                      <a:pt x="72" y="9"/>
                    </a:lnTo>
                    <a:lnTo>
                      <a:pt x="79" y="22"/>
                    </a:lnTo>
                    <a:lnTo>
                      <a:pt x="86" y="36"/>
                    </a:lnTo>
                    <a:lnTo>
                      <a:pt x="95" y="53"/>
                    </a:lnTo>
                    <a:lnTo>
                      <a:pt x="103" y="69"/>
                    </a:lnTo>
                    <a:lnTo>
                      <a:pt x="110" y="84"/>
                    </a:lnTo>
                    <a:lnTo>
                      <a:pt x="116" y="94"/>
                    </a:lnTo>
                    <a:lnTo>
                      <a:pt x="120" y="100"/>
                    </a:lnTo>
                    <a:lnTo>
                      <a:pt x="122" y="95"/>
                    </a:lnTo>
                    <a:lnTo>
                      <a:pt x="125" y="89"/>
                    </a:lnTo>
                    <a:lnTo>
                      <a:pt x="128" y="84"/>
                    </a:lnTo>
                    <a:lnTo>
                      <a:pt x="129" y="79"/>
                    </a:lnTo>
                    <a:lnTo>
                      <a:pt x="130" y="77"/>
                    </a:lnTo>
                    <a:lnTo>
                      <a:pt x="131" y="77"/>
                    </a:lnTo>
                    <a:lnTo>
                      <a:pt x="131" y="79"/>
                    </a:lnTo>
                    <a:lnTo>
                      <a:pt x="131" y="8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29" name="Freeform 20">
                <a:extLst>
                  <a:ext uri="{FF2B5EF4-FFF2-40B4-BE49-F238E27FC236}">
                    <a16:creationId xmlns:a16="http://schemas.microsoft.com/office/drawing/2014/main" id="{410D9C1C-AEF8-4953-B811-E2CA61FAF133}"/>
                  </a:ext>
                </a:extLst>
              </p:cNvPr>
              <p:cNvSpPr>
                <a:spLocks/>
              </p:cNvSpPr>
              <p:nvPr/>
            </p:nvSpPr>
            <p:spPr bwMode="auto">
              <a:xfrm>
                <a:off x="4279" y="2619"/>
                <a:ext cx="34" cy="58"/>
              </a:xfrm>
              <a:custGeom>
                <a:avLst/>
                <a:gdLst>
                  <a:gd name="T0" fmla="*/ 9 w 62"/>
                  <a:gd name="T1" fmla="*/ 0 h 106"/>
                  <a:gd name="T2" fmla="*/ 7 w 62"/>
                  <a:gd name="T3" fmla="*/ 1 h 106"/>
                  <a:gd name="T4" fmla="*/ 5 w 62"/>
                  <a:gd name="T5" fmla="*/ 4 h 106"/>
                  <a:gd name="T6" fmla="*/ 3 w 62"/>
                  <a:gd name="T7" fmla="*/ 8 h 106"/>
                  <a:gd name="T8" fmla="*/ 0 w 62"/>
                  <a:gd name="T9" fmla="*/ 12 h 106"/>
                  <a:gd name="T10" fmla="*/ 3 w 62"/>
                  <a:gd name="T11" fmla="*/ 16 h 106"/>
                  <a:gd name="T12" fmla="*/ 7 w 62"/>
                  <a:gd name="T13" fmla="*/ 21 h 106"/>
                  <a:gd name="T14" fmla="*/ 12 w 62"/>
                  <a:gd name="T15" fmla="*/ 28 h 106"/>
                  <a:gd name="T16" fmla="*/ 17 w 62"/>
                  <a:gd name="T17" fmla="*/ 36 h 106"/>
                  <a:gd name="T18" fmla="*/ 21 w 62"/>
                  <a:gd name="T19" fmla="*/ 43 h 106"/>
                  <a:gd name="T20" fmla="*/ 26 w 62"/>
                  <a:gd name="T21" fmla="*/ 50 h 106"/>
                  <a:gd name="T22" fmla="*/ 29 w 62"/>
                  <a:gd name="T23" fmla="*/ 55 h 106"/>
                  <a:gd name="T24" fmla="*/ 31 w 62"/>
                  <a:gd name="T25" fmla="*/ 58 h 106"/>
                  <a:gd name="T26" fmla="*/ 31 w 62"/>
                  <a:gd name="T27" fmla="*/ 55 h 106"/>
                  <a:gd name="T28" fmla="*/ 32 w 62"/>
                  <a:gd name="T29" fmla="*/ 51 h 106"/>
                  <a:gd name="T30" fmla="*/ 33 w 62"/>
                  <a:gd name="T31" fmla="*/ 48 h 106"/>
                  <a:gd name="T32" fmla="*/ 34 w 62"/>
                  <a:gd name="T33" fmla="*/ 45 h 106"/>
                  <a:gd name="T34" fmla="*/ 32 w 62"/>
                  <a:gd name="T35" fmla="*/ 41 h 106"/>
                  <a:gd name="T36" fmla="*/ 29 w 62"/>
                  <a:gd name="T37" fmla="*/ 35 h 106"/>
                  <a:gd name="T38" fmla="*/ 25 w 62"/>
                  <a:gd name="T39" fmla="*/ 29 h 106"/>
                  <a:gd name="T40" fmla="*/ 21 w 62"/>
                  <a:gd name="T41" fmla="*/ 21 h 106"/>
                  <a:gd name="T42" fmla="*/ 18 w 62"/>
                  <a:gd name="T43" fmla="*/ 14 h 106"/>
                  <a:gd name="T44" fmla="*/ 14 w 62"/>
                  <a:gd name="T45" fmla="*/ 8 h 106"/>
                  <a:gd name="T46" fmla="*/ 11 w 62"/>
                  <a:gd name="T47" fmla="*/ 3 h 106"/>
                  <a:gd name="T48" fmla="*/ 9 w 62"/>
                  <a:gd name="T49" fmla="*/ 0 h 1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2" h="106">
                    <a:moveTo>
                      <a:pt x="17" y="0"/>
                    </a:moveTo>
                    <a:lnTo>
                      <a:pt x="13" y="2"/>
                    </a:lnTo>
                    <a:lnTo>
                      <a:pt x="10" y="7"/>
                    </a:lnTo>
                    <a:lnTo>
                      <a:pt x="5" y="14"/>
                    </a:lnTo>
                    <a:lnTo>
                      <a:pt x="0" y="22"/>
                    </a:lnTo>
                    <a:lnTo>
                      <a:pt x="5" y="29"/>
                    </a:lnTo>
                    <a:lnTo>
                      <a:pt x="12" y="39"/>
                    </a:lnTo>
                    <a:lnTo>
                      <a:pt x="21" y="52"/>
                    </a:lnTo>
                    <a:lnTo>
                      <a:pt x="31" y="66"/>
                    </a:lnTo>
                    <a:lnTo>
                      <a:pt x="39" y="79"/>
                    </a:lnTo>
                    <a:lnTo>
                      <a:pt x="47" y="91"/>
                    </a:lnTo>
                    <a:lnTo>
                      <a:pt x="52" y="100"/>
                    </a:lnTo>
                    <a:lnTo>
                      <a:pt x="56" y="106"/>
                    </a:lnTo>
                    <a:lnTo>
                      <a:pt x="57" y="100"/>
                    </a:lnTo>
                    <a:lnTo>
                      <a:pt x="58" y="93"/>
                    </a:lnTo>
                    <a:lnTo>
                      <a:pt x="61" y="87"/>
                    </a:lnTo>
                    <a:lnTo>
                      <a:pt x="62" y="82"/>
                    </a:lnTo>
                    <a:lnTo>
                      <a:pt x="58" y="75"/>
                    </a:lnTo>
                    <a:lnTo>
                      <a:pt x="52" y="64"/>
                    </a:lnTo>
                    <a:lnTo>
                      <a:pt x="46" y="53"/>
                    </a:lnTo>
                    <a:lnTo>
                      <a:pt x="39" y="39"/>
                    </a:lnTo>
                    <a:lnTo>
                      <a:pt x="32" y="26"/>
                    </a:lnTo>
                    <a:lnTo>
                      <a:pt x="25" y="15"/>
                    </a:lnTo>
                    <a:lnTo>
                      <a:pt x="20" y="6"/>
                    </a:lnTo>
                    <a:lnTo>
                      <a:pt x="17"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0" name="Freeform 21">
                <a:extLst>
                  <a:ext uri="{FF2B5EF4-FFF2-40B4-BE49-F238E27FC236}">
                    <a16:creationId xmlns:a16="http://schemas.microsoft.com/office/drawing/2014/main" id="{ACAC3B29-6E6E-40E3-8EF2-79C7F5F8ED85}"/>
                  </a:ext>
                </a:extLst>
              </p:cNvPr>
              <p:cNvSpPr>
                <a:spLocks/>
              </p:cNvSpPr>
              <p:nvPr/>
            </p:nvSpPr>
            <p:spPr bwMode="auto">
              <a:xfrm>
                <a:off x="4311" y="2596"/>
                <a:ext cx="29" cy="24"/>
              </a:xfrm>
              <a:custGeom>
                <a:avLst/>
                <a:gdLst>
                  <a:gd name="T0" fmla="*/ 12 w 54"/>
                  <a:gd name="T1" fmla="*/ 24 h 44"/>
                  <a:gd name="T2" fmla="*/ 7 w 54"/>
                  <a:gd name="T3" fmla="*/ 22 h 44"/>
                  <a:gd name="T4" fmla="*/ 3 w 54"/>
                  <a:gd name="T5" fmla="*/ 19 h 44"/>
                  <a:gd name="T6" fmla="*/ 1 w 54"/>
                  <a:gd name="T7" fmla="*/ 15 h 44"/>
                  <a:gd name="T8" fmla="*/ 0 w 54"/>
                  <a:gd name="T9" fmla="*/ 13 h 44"/>
                  <a:gd name="T10" fmla="*/ 1 w 54"/>
                  <a:gd name="T11" fmla="*/ 9 h 44"/>
                  <a:gd name="T12" fmla="*/ 3 w 54"/>
                  <a:gd name="T13" fmla="*/ 5 h 44"/>
                  <a:gd name="T14" fmla="*/ 5 w 54"/>
                  <a:gd name="T15" fmla="*/ 2 h 44"/>
                  <a:gd name="T16" fmla="*/ 8 w 54"/>
                  <a:gd name="T17" fmla="*/ 0 h 44"/>
                  <a:gd name="T18" fmla="*/ 10 w 54"/>
                  <a:gd name="T19" fmla="*/ 1 h 44"/>
                  <a:gd name="T20" fmla="*/ 13 w 54"/>
                  <a:gd name="T21" fmla="*/ 2 h 44"/>
                  <a:gd name="T22" fmla="*/ 16 w 54"/>
                  <a:gd name="T23" fmla="*/ 3 h 44"/>
                  <a:gd name="T24" fmla="*/ 19 w 54"/>
                  <a:gd name="T25" fmla="*/ 3 h 44"/>
                  <a:gd name="T26" fmla="*/ 21 w 54"/>
                  <a:gd name="T27" fmla="*/ 3 h 44"/>
                  <a:gd name="T28" fmla="*/ 24 w 54"/>
                  <a:gd name="T29" fmla="*/ 4 h 44"/>
                  <a:gd name="T30" fmla="*/ 27 w 54"/>
                  <a:gd name="T31" fmla="*/ 4 h 44"/>
                  <a:gd name="T32" fmla="*/ 29 w 54"/>
                  <a:gd name="T33" fmla="*/ 4 h 44"/>
                  <a:gd name="T34" fmla="*/ 27 w 54"/>
                  <a:gd name="T35" fmla="*/ 11 h 44"/>
                  <a:gd name="T36" fmla="*/ 24 w 54"/>
                  <a:gd name="T37" fmla="*/ 18 h 44"/>
                  <a:gd name="T38" fmla="*/ 18 w 54"/>
                  <a:gd name="T39" fmla="*/ 23 h 44"/>
                  <a:gd name="T40" fmla="*/ 12 w 54"/>
                  <a:gd name="T41" fmla="*/ 24 h 44"/>
                  <a:gd name="T42" fmla="*/ 12 w 54"/>
                  <a:gd name="T43" fmla="*/ 24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4" h="44">
                    <a:moveTo>
                      <a:pt x="23" y="44"/>
                    </a:moveTo>
                    <a:lnTo>
                      <a:pt x="13" y="41"/>
                    </a:lnTo>
                    <a:lnTo>
                      <a:pt x="6" y="35"/>
                    </a:lnTo>
                    <a:lnTo>
                      <a:pt x="1" y="28"/>
                    </a:lnTo>
                    <a:lnTo>
                      <a:pt x="0" y="24"/>
                    </a:lnTo>
                    <a:lnTo>
                      <a:pt x="1" y="17"/>
                    </a:lnTo>
                    <a:lnTo>
                      <a:pt x="5" y="10"/>
                    </a:lnTo>
                    <a:lnTo>
                      <a:pt x="9" y="4"/>
                    </a:lnTo>
                    <a:lnTo>
                      <a:pt x="14" y="0"/>
                    </a:lnTo>
                    <a:lnTo>
                      <a:pt x="19" y="2"/>
                    </a:lnTo>
                    <a:lnTo>
                      <a:pt x="24" y="4"/>
                    </a:lnTo>
                    <a:lnTo>
                      <a:pt x="29" y="5"/>
                    </a:lnTo>
                    <a:lnTo>
                      <a:pt x="35" y="5"/>
                    </a:lnTo>
                    <a:lnTo>
                      <a:pt x="39" y="6"/>
                    </a:lnTo>
                    <a:lnTo>
                      <a:pt x="45" y="7"/>
                    </a:lnTo>
                    <a:lnTo>
                      <a:pt x="50" y="7"/>
                    </a:lnTo>
                    <a:lnTo>
                      <a:pt x="54" y="7"/>
                    </a:lnTo>
                    <a:lnTo>
                      <a:pt x="51" y="20"/>
                    </a:lnTo>
                    <a:lnTo>
                      <a:pt x="44" y="33"/>
                    </a:lnTo>
                    <a:lnTo>
                      <a:pt x="34" y="42"/>
                    </a:lnTo>
                    <a:lnTo>
                      <a:pt x="23" y="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1" name="Freeform 22">
                <a:extLst>
                  <a:ext uri="{FF2B5EF4-FFF2-40B4-BE49-F238E27FC236}">
                    <a16:creationId xmlns:a16="http://schemas.microsoft.com/office/drawing/2014/main" id="{1F4FB355-953C-4189-8B73-5BC0418CCE70}"/>
                  </a:ext>
                </a:extLst>
              </p:cNvPr>
              <p:cNvSpPr>
                <a:spLocks/>
              </p:cNvSpPr>
              <p:nvPr/>
            </p:nvSpPr>
            <p:spPr bwMode="auto">
              <a:xfrm>
                <a:off x="4354" y="2703"/>
                <a:ext cx="75" cy="95"/>
              </a:xfrm>
              <a:custGeom>
                <a:avLst/>
                <a:gdLst>
                  <a:gd name="T0" fmla="*/ 24 w 137"/>
                  <a:gd name="T1" fmla="*/ 81 h 174"/>
                  <a:gd name="T2" fmla="*/ 22 w 137"/>
                  <a:gd name="T3" fmla="*/ 83 h 174"/>
                  <a:gd name="T4" fmla="*/ 25 w 137"/>
                  <a:gd name="T5" fmla="*/ 86 h 174"/>
                  <a:gd name="T6" fmla="*/ 30 w 137"/>
                  <a:gd name="T7" fmla="*/ 90 h 174"/>
                  <a:gd name="T8" fmla="*/ 36 w 137"/>
                  <a:gd name="T9" fmla="*/ 93 h 174"/>
                  <a:gd name="T10" fmla="*/ 41 w 137"/>
                  <a:gd name="T11" fmla="*/ 94 h 174"/>
                  <a:gd name="T12" fmla="*/ 45 w 137"/>
                  <a:gd name="T13" fmla="*/ 95 h 174"/>
                  <a:gd name="T14" fmla="*/ 51 w 137"/>
                  <a:gd name="T15" fmla="*/ 95 h 174"/>
                  <a:gd name="T16" fmla="*/ 58 w 137"/>
                  <a:gd name="T17" fmla="*/ 94 h 174"/>
                  <a:gd name="T18" fmla="*/ 65 w 137"/>
                  <a:gd name="T19" fmla="*/ 91 h 174"/>
                  <a:gd name="T20" fmla="*/ 71 w 137"/>
                  <a:gd name="T21" fmla="*/ 84 h 174"/>
                  <a:gd name="T22" fmla="*/ 72 w 137"/>
                  <a:gd name="T23" fmla="*/ 73 h 174"/>
                  <a:gd name="T24" fmla="*/ 73 w 137"/>
                  <a:gd name="T25" fmla="*/ 61 h 174"/>
                  <a:gd name="T26" fmla="*/ 74 w 137"/>
                  <a:gd name="T27" fmla="*/ 38 h 174"/>
                  <a:gd name="T28" fmla="*/ 74 w 137"/>
                  <a:gd name="T29" fmla="*/ 29 h 174"/>
                  <a:gd name="T30" fmla="*/ 74 w 137"/>
                  <a:gd name="T31" fmla="*/ 23 h 174"/>
                  <a:gd name="T32" fmla="*/ 75 w 137"/>
                  <a:gd name="T33" fmla="*/ 16 h 174"/>
                  <a:gd name="T34" fmla="*/ 75 w 137"/>
                  <a:gd name="T35" fmla="*/ 8 h 174"/>
                  <a:gd name="T36" fmla="*/ 72 w 137"/>
                  <a:gd name="T37" fmla="*/ 3 h 174"/>
                  <a:gd name="T38" fmla="*/ 67 w 137"/>
                  <a:gd name="T39" fmla="*/ 1 h 174"/>
                  <a:gd name="T40" fmla="*/ 62 w 137"/>
                  <a:gd name="T41" fmla="*/ 1 h 174"/>
                  <a:gd name="T42" fmla="*/ 56 w 137"/>
                  <a:gd name="T43" fmla="*/ 8 h 174"/>
                  <a:gd name="T44" fmla="*/ 53 w 137"/>
                  <a:gd name="T45" fmla="*/ 15 h 174"/>
                  <a:gd name="T46" fmla="*/ 47 w 137"/>
                  <a:gd name="T47" fmla="*/ 13 h 174"/>
                  <a:gd name="T48" fmla="*/ 42 w 137"/>
                  <a:gd name="T49" fmla="*/ 15 h 174"/>
                  <a:gd name="T50" fmla="*/ 37 w 137"/>
                  <a:gd name="T51" fmla="*/ 13 h 174"/>
                  <a:gd name="T52" fmla="*/ 34 w 137"/>
                  <a:gd name="T53" fmla="*/ 11 h 174"/>
                  <a:gd name="T54" fmla="*/ 28 w 137"/>
                  <a:gd name="T55" fmla="*/ 9 h 174"/>
                  <a:gd name="T56" fmla="*/ 22 w 137"/>
                  <a:gd name="T57" fmla="*/ 9 h 174"/>
                  <a:gd name="T58" fmla="*/ 17 w 137"/>
                  <a:gd name="T59" fmla="*/ 10 h 174"/>
                  <a:gd name="T60" fmla="*/ 12 w 137"/>
                  <a:gd name="T61" fmla="*/ 10 h 174"/>
                  <a:gd name="T62" fmla="*/ 5 w 137"/>
                  <a:gd name="T63" fmla="*/ 10 h 174"/>
                  <a:gd name="T64" fmla="*/ 1 w 137"/>
                  <a:gd name="T65" fmla="*/ 13 h 174"/>
                  <a:gd name="T66" fmla="*/ 0 w 137"/>
                  <a:gd name="T67" fmla="*/ 21 h 174"/>
                  <a:gd name="T68" fmla="*/ 4 w 137"/>
                  <a:gd name="T69" fmla="*/ 25 h 174"/>
                  <a:gd name="T70" fmla="*/ 9 w 137"/>
                  <a:gd name="T71" fmla="*/ 27 h 174"/>
                  <a:gd name="T72" fmla="*/ 10 w 137"/>
                  <a:gd name="T73" fmla="*/ 29 h 174"/>
                  <a:gd name="T74" fmla="*/ 11 w 137"/>
                  <a:gd name="T75" fmla="*/ 34 h 174"/>
                  <a:gd name="T76" fmla="*/ 13 w 137"/>
                  <a:gd name="T77" fmla="*/ 37 h 174"/>
                  <a:gd name="T78" fmla="*/ 13 w 137"/>
                  <a:gd name="T79" fmla="*/ 38 h 174"/>
                  <a:gd name="T80" fmla="*/ 13 w 137"/>
                  <a:gd name="T81" fmla="*/ 40 h 174"/>
                  <a:gd name="T82" fmla="*/ 13 w 137"/>
                  <a:gd name="T83" fmla="*/ 46 h 174"/>
                  <a:gd name="T84" fmla="*/ 14 w 137"/>
                  <a:gd name="T85" fmla="*/ 49 h 174"/>
                  <a:gd name="T86" fmla="*/ 14 w 137"/>
                  <a:gd name="T87" fmla="*/ 50 h 174"/>
                  <a:gd name="T88" fmla="*/ 14 w 137"/>
                  <a:gd name="T89" fmla="*/ 54 h 174"/>
                  <a:gd name="T90" fmla="*/ 14 w 137"/>
                  <a:gd name="T91" fmla="*/ 62 h 174"/>
                  <a:gd name="T92" fmla="*/ 17 w 137"/>
                  <a:gd name="T93" fmla="*/ 66 h 174"/>
                  <a:gd name="T94" fmla="*/ 20 w 137"/>
                  <a:gd name="T95" fmla="*/ 68 h 174"/>
                  <a:gd name="T96" fmla="*/ 22 w 137"/>
                  <a:gd name="T97" fmla="*/ 71 h 174"/>
                  <a:gd name="T98" fmla="*/ 24 w 137"/>
                  <a:gd name="T99" fmla="*/ 79 h 1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37" h="174">
                    <a:moveTo>
                      <a:pt x="46" y="148"/>
                    </a:moveTo>
                    <a:lnTo>
                      <a:pt x="44" y="149"/>
                    </a:lnTo>
                    <a:lnTo>
                      <a:pt x="42" y="150"/>
                    </a:lnTo>
                    <a:lnTo>
                      <a:pt x="41" y="152"/>
                    </a:lnTo>
                    <a:lnTo>
                      <a:pt x="41" y="153"/>
                    </a:lnTo>
                    <a:lnTo>
                      <a:pt x="46" y="157"/>
                    </a:lnTo>
                    <a:lnTo>
                      <a:pt x="50" y="160"/>
                    </a:lnTo>
                    <a:lnTo>
                      <a:pt x="55" y="164"/>
                    </a:lnTo>
                    <a:lnTo>
                      <a:pt x="61" y="167"/>
                    </a:lnTo>
                    <a:lnTo>
                      <a:pt x="65" y="170"/>
                    </a:lnTo>
                    <a:lnTo>
                      <a:pt x="70" y="172"/>
                    </a:lnTo>
                    <a:lnTo>
                      <a:pt x="75" y="173"/>
                    </a:lnTo>
                    <a:lnTo>
                      <a:pt x="78" y="174"/>
                    </a:lnTo>
                    <a:lnTo>
                      <a:pt x="83" y="174"/>
                    </a:lnTo>
                    <a:lnTo>
                      <a:pt x="87" y="174"/>
                    </a:lnTo>
                    <a:lnTo>
                      <a:pt x="93" y="174"/>
                    </a:lnTo>
                    <a:lnTo>
                      <a:pt x="99" y="173"/>
                    </a:lnTo>
                    <a:lnTo>
                      <a:pt x="106" y="172"/>
                    </a:lnTo>
                    <a:lnTo>
                      <a:pt x="113" y="170"/>
                    </a:lnTo>
                    <a:lnTo>
                      <a:pt x="118" y="166"/>
                    </a:lnTo>
                    <a:lnTo>
                      <a:pt x="125" y="162"/>
                    </a:lnTo>
                    <a:lnTo>
                      <a:pt x="129" y="153"/>
                    </a:lnTo>
                    <a:lnTo>
                      <a:pt x="131" y="143"/>
                    </a:lnTo>
                    <a:lnTo>
                      <a:pt x="132" y="133"/>
                    </a:lnTo>
                    <a:lnTo>
                      <a:pt x="132" y="122"/>
                    </a:lnTo>
                    <a:lnTo>
                      <a:pt x="133" y="111"/>
                    </a:lnTo>
                    <a:lnTo>
                      <a:pt x="135" y="90"/>
                    </a:lnTo>
                    <a:lnTo>
                      <a:pt x="136" y="69"/>
                    </a:lnTo>
                    <a:lnTo>
                      <a:pt x="136" y="58"/>
                    </a:lnTo>
                    <a:lnTo>
                      <a:pt x="136" y="53"/>
                    </a:lnTo>
                    <a:lnTo>
                      <a:pt x="135" y="49"/>
                    </a:lnTo>
                    <a:lnTo>
                      <a:pt x="135" y="42"/>
                    </a:lnTo>
                    <a:lnTo>
                      <a:pt x="136" y="36"/>
                    </a:lnTo>
                    <a:lnTo>
                      <a:pt x="137" y="29"/>
                    </a:lnTo>
                    <a:lnTo>
                      <a:pt x="137" y="21"/>
                    </a:lnTo>
                    <a:lnTo>
                      <a:pt x="137" y="15"/>
                    </a:lnTo>
                    <a:lnTo>
                      <a:pt x="135" y="9"/>
                    </a:lnTo>
                    <a:lnTo>
                      <a:pt x="131" y="6"/>
                    </a:lnTo>
                    <a:lnTo>
                      <a:pt x="128" y="3"/>
                    </a:lnTo>
                    <a:lnTo>
                      <a:pt x="123" y="1"/>
                    </a:lnTo>
                    <a:lnTo>
                      <a:pt x="118" y="0"/>
                    </a:lnTo>
                    <a:lnTo>
                      <a:pt x="113" y="1"/>
                    </a:lnTo>
                    <a:lnTo>
                      <a:pt x="108" y="6"/>
                    </a:lnTo>
                    <a:lnTo>
                      <a:pt x="103" y="15"/>
                    </a:lnTo>
                    <a:lnTo>
                      <a:pt x="100" y="29"/>
                    </a:lnTo>
                    <a:lnTo>
                      <a:pt x="97" y="28"/>
                    </a:lnTo>
                    <a:lnTo>
                      <a:pt x="92" y="26"/>
                    </a:lnTo>
                    <a:lnTo>
                      <a:pt x="85" y="24"/>
                    </a:lnTo>
                    <a:lnTo>
                      <a:pt x="80" y="26"/>
                    </a:lnTo>
                    <a:lnTo>
                      <a:pt x="76" y="27"/>
                    </a:lnTo>
                    <a:lnTo>
                      <a:pt x="71" y="26"/>
                    </a:lnTo>
                    <a:lnTo>
                      <a:pt x="67" y="24"/>
                    </a:lnTo>
                    <a:lnTo>
                      <a:pt x="64" y="23"/>
                    </a:lnTo>
                    <a:lnTo>
                      <a:pt x="62" y="21"/>
                    </a:lnTo>
                    <a:lnTo>
                      <a:pt x="57" y="18"/>
                    </a:lnTo>
                    <a:lnTo>
                      <a:pt x="52" y="16"/>
                    </a:lnTo>
                    <a:lnTo>
                      <a:pt x="47" y="15"/>
                    </a:lnTo>
                    <a:lnTo>
                      <a:pt x="41" y="16"/>
                    </a:lnTo>
                    <a:lnTo>
                      <a:pt x="37" y="18"/>
                    </a:lnTo>
                    <a:lnTo>
                      <a:pt x="31" y="19"/>
                    </a:lnTo>
                    <a:lnTo>
                      <a:pt x="26" y="19"/>
                    </a:lnTo>
                    <a:lnTo>
                      <a:pt x="22" y="19"/>
                    </a:lnTo>
                    <a:lnTo>
                      <a:pt x="16" y="18"/>
                    </a:lnTo>
                    <a:lnTo>
                      <a:pt x="9" y="18"/>
                    </a:lnTo>
                    <a:lnTo>
                      <a:pt x="4" y="19"/>
                    </a:lnTo>
                    <a:lnTo>
                      <a:pt x="2" y="23"/>
                    </a:lnTo>
                    <a:lnTo>
                      <a:pt x="0" y="30"/>
                    </a:lnTo>
                    <a:lnTo>
                      <a:pt x="0" y="38"/>
                    </a:lnTo>
                    <a:lnTo>
                      <a:pt x="2" y="43"/>
                    </a:lnTo>
                    <a:lnTo>
                      <a:pt x="7" y="45"/>
                    </a:lnTo>
                    <a:lnTo>
                      <a:pt x="11" y="48"/>
                    </a:lnTo>
                    <a:lnTo>
                      <a:pt x="16" y="49"/>
                    </a:lnTo>
                    <a:lnTo>
                      <a:pt x="20" y="50"/>
                    </a:lnTo>
                    <a:lnTo>
                      <a:pt x="19" y="53"/>
                    </a:lnTo>
                    <a:lnTo>
                      <a:pt x="19" y="58"/>
                    </a:lnTo>
                    <a:lnTo>
                      <a:pt x="20" y="62"/>
                    </a:lnTo>
                    <a:lnTo>
                      <a:pt x="24" y="66"/>
                    </a:lnTo>
                    <a:lnTo>
                      <a:pt x="24" y="67"/>
                    </a:lnTo>
                    <a:lnTo>
                      <a:pt x="24" y="68"/>
                    </a:lnTo>
                    <a:lnTo>
                      <a:pt x="23" y="69"/>
                    </a:lnTo>
                    <a:lnTo>
                      <a:pt x="23" y="71"/>
                    </a:lnTo>
                    <a:lnTo>
                      <a:pt x="23" y="74"/>
                    </a:lnTo>
                    <a:lnTo>
                      <a:pt x="23" y="80"/>
                    </a:lnTo>
                    <a:lnTo>
                      <a:pt x="24" y="84"/>
                    </a:lnTo>
                    <a:lnTo>
                      <a:pt x="25" y="89"/>
                    </a:lnTo>
                    <a:lnTo>
                      <a:pt x="26" y="90"/>
                    </a:lnTo>
                    <a:lnTo>
                      <a:pt x="26" y="91"/>
                    </a:lnTo>
                    <a:lnTo>
                      <a:pt x="27" y="92"/>
                    </a:lnTo>
                    <a:lnTo>
                      <a:pt x="25" y="98"/>
                    </a:lnTo>
                    <a:lnTo>
                      <a:pt x="24" y="106"/>
                    </a:lnTo>
                    <a:lnTo>
                      <a:pt x="25" y="114"/>
                    </a:lnTo>
                    <a:lnTo>
                      <a:pt x="27" y="119"/>
                    </a:lnTo>
                    <a:lnTo>
                      <a:pt x="31" y="120"/>
                    </a:lnTo>
                    <a:lnTo>
                      <a:pt x="33" y="122"/>
                    </a:lnTo>
                    <a:lnTo>
                      <a:pt x="37" y="124"/>
                    </a:lnTo>
                    <a:lnTo>
                      <a:pt x="41" y="125"/>
                    </a:lnTo>
                    <a:lnTo>
                      <a:pt x="40" y="130"/>
                    </a:lnTo>
                    <a:lnTo>
                      <a:pt x="41" y="137"/>
                    </a:lnTo>
                    <a:lnTo>
                      <a:pt x="44" y="144"/>
                    </a:lnTo>
                    <a:lnTo>
                      <a:pt x="46" y="148"/>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2" name="Freeform 23">
                <a:extLst>
                  <a:ext uri="{FF2B5EF4-FFF2-40B4-BE49-F238E27FC236}">
                    <a16:creationId xmlns:a16="http://schemas.microsoft.com/office/drawing/2014/main" id="{A3859CC1-1762-4D80-9888-60CB31916B74}"/>
                  </a:ext>
                </a:extLst>
              </p:cNvPr>
              <p:cNvSpPr>
                <a:spLocks/>
              </p:cNvSpPr>
              <p:nvPr/>
            </p:nvSpPr>
            <p:spPr bwMode="auto">
              <a:xfrm>
                <a:off x="3881" y="2566"/>
                <a:ext cx="107" cy="75"/>
              </a:xfrm>
              <a:custGeom>
                <a:avLst/>
                <a:gdLst>
                  <a:gd name="T0" fmla="*/ 92 w 194"/>
                  <a:gd name="T1" fmla="*/ 59 h 135"/>
                  <a:gd name="T2" fmla="*/ 94 w 194"/>
                  <a:gd name="T3" fmla="*/ 48 h 135"/>
                  <a:gd name="T4" fmla="*/ 98 w 194"/>
                  <a:gd name="T5" fmla="*/ 37 h 135"/>
                  <a:gd name="T6" fmla="*/ 104 w 194"/>
                  <a:gd name="T7" fmla="*/ 28 h 135"/>
                  <a:gd name="T8" fmla="*/ 102 w 194"/>
                  <a:gd name="T9" fmla="*/ 23 h 135"/>
                  <a:gd name="T10" fmla="*/ 94 w 194"/>
                  <a:gd name="T11" fmla="*/ 19 h 135"/>
                  <a:gd name="T12" fmla="*/ 88 w 194"/>
                  <a:gd name="T13" fmla="*/ 17 h 135"/>
                  <a:gd name="T14" fmla="*/ 81 w 194"/>
                  <a:gd name="T15" fmla="*/ 15 h 135"/>
                  <a:gd name="T16" fmla="*/ 75 w 194"/>
                  <a:gd name="T17" fmla="*/ 14 h 135"/>
                  <a:gd name="T18" fmla="*/ 68 w 194"/>
                  <a:gd name="T19" fmla="*/ 12 h 135"/>
                  <a:gd name="T20" fmla="*/ 61 w 194"/>
                  <a:gd name="T21" fmla="*/ 10 h 135"/>
                  <a:gd name="T22" fmla="*/ 55 w 194"/>
                  <a:gd name="T23" fmla="*/ 7 h 135"/>
                  <a:gd name="T24" fmla="*/ 50 w 194"/>
                  <a:gd name="T25" fmla="*/ 6 h 135"/>
                  <a:gd name="T26" fmla="*/ 45 w 194"/>
                  <a:gd name="T27" fmla="*/ 6 h 135"/>
                  <a:gd name="T28" fmla="*/ 41 w 194"/>
                  <a:gd name="T29" fmla="*/ 7 h 135"/>
                  <a:gd name="T30" fmla="*/ 36 w 194"/>
                  <a:gd name="T31" fmla="*/ 7 h 135"/>
                  <a:gd name="T32" fmla="*/ 29 w 194"/>
                  <a:gd name="T33" fmla="*/ 7 h 135"/>
                  <a:gd name="T34" fmla="*/ 22 w 194"/>
                  <a:gd name="T35" fmla="*/ 6 h 135"/>
                  <a:gd name="T36" fmla="*/ 15 w 194"/>
                  <a:gd name="T37" fmla="*/ 3 h 135"/>
                  <a:gd name="T38" fmla="*/ 10 w 194"/>
                  <a:gd name="T39" fmla="*/ 2 h 135"/>
                  <a:gd name="T40" fmla="*/ 6 w 194"/>
                  <a:gd name="T41" fmla="*/ 3 h 135"/>
                  <a:gd name="T42" fmla="*/ 6 w 194"/>
                  <a:gd name="T43" fmla="*/ 16 h 135"/>
                  <a:gd name="T44" fmla="*/ 6 w 194"/>
                  <a:gd name="T45" fmla="*/ 19 h 135"/>
                  <a:gd name="T46" fmla="*/ 1 w 194"/>
                  <a:gd name="T47" fmla="*/ 27 h 135"/>
                  <a:gd name="T48" fmla="*/ 0 w 194"/>
                  <a:gd name="T49" fmla="*/ 37 h 135"/>
                  <a:gd name="T50" fmla="*/ 2 w 194"/>
                  <a:gd name="T51" fmla="*/ 41 h 135"/>
                  <a:gd name="T52" fmla="*/ 5 w 194"/>
                  <a:gd name="T53" fmla="*/ 44 h 135"/>
                  <a:gd name="T54" fmla="*/ 9 w 194"/>
                  <a:gd name="T55" fmla="*/ 46 h 135"/>
                  <a:gd name="T56" fmla="*/ 12 w 194"/>
                  <a:gd name="T57" fmla="*/ 47 h 135"/>
                  <a:gd name="T58" fmla="*/ 12 w 194"/>
                  <a:gd name="T59" fmla="*/ 49 h 135"/>
                  <a:gd name="T60" fmla="*/ 15 w 194"/>
                  <a:gd name="T61" fmla="*/ 54 h 135"/>
                  <a:gd name="T62" fmla="*/ 23 w 194"/>
                  <a:gd name="T63" fmla="*/ 61 h 135"/>
                  <a:gd name="T64" fmla="*/ 30 w 194"/>
                  <a:gd name="T65" fmla="*/ 63 h 135"/>
                  <a:gd name="T66" fmla="*/ 32 w 194"/>
                  <a:gd name="T67" fmla="*/ 67 h 135"/>
                  <a:gd name="T68" fmla="*/ 38 w 194"/>
                  <a:gd name="T69" fmla="*/ 69 h 135"/>
                  <a:gd name="T70" fmla="*/ 44 w 194"/>
                  <a:gd name="T71" fmla="*/ 71 h 135"/>
                  <a:gd name="T72" fmla="*/ 49 w 194"/>
                  <a:gd name="T73" fmla="*/ 74 h 135"/>
                  <a:gd name="T74" fmla="*/ 57 w 194"/>
                  <a:gd name="T75" fmla="*/ 74 h 135"/>
                  <a:gd name="T76" fmla="*/ 68 w 194"/>
                  <a:gd name="T77" fmla="*/ 71 h 135"/>
                  <a:gd name="T78" fmla="*/ 76 w 194"/>
                  <a:gd name="T79" fmla="*/ 71 h 135"/>
                  <a:gd name="T80" fmla="*/ 82 w 194"/>
                  <a:gd name="T81" fmla="*/ 69 h 135"/>
                  <a:gd name="T82" fmla="*/ 89 w 194"/>
                  <a:gd name="T83" fmla="*/ 67 h 13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94" h="135">
                    <a:moveTo>
                      <a:pt x="164" y="117"/>
                    </a:moveTo>
                    <a:lnTo>
                      <a:pt x="166" y="106"/>
                    </a:lnTo>
                    <a:lnTo>
                      <a:pt x="168" y="96"/>
                    </a:lnTo>
                    <a:lnTo>
                      <a:pt x="171" y="86"/>
                    </a:lnTo>
                    <a:lnTo>
                      <a:pt x="175" y="75"/>
                    </a:lnTo>
                    <a:lnTo>
                      <a:pt x="178" y="66"/>
                    </a:lnTo>
                    <a:lnTo>
                      <a:pt x="183" y="58"/>
                    </a:lnTo>
                    <a:lnTo>
                      <a:pt x="189" y="51"/>
                    </a:lnTo>
                    <a:lnTo>
                      <a:pt x="194" y="45"/>
                    </a:lnTo>
                    <a:lnTo>
                      <a:pt x="185" y="42"/>
                    </a:lnTo>
                    <a:lnTo>
                      <a:pt x="177" y="38"/>
                    </a:lnTo>
                    <a:lnTo>
                      <a:pt x="170" y="35"/>
                    </a:lnTo>
                    <a:lnTo>
                      <a:pt x="164" y="33"/>
                    </a:lnTo>
                    <a:lnTo>
                      <a:pt x="160" y="30"/>
                    </a:lnTo>
                    <a:lnTo>
                      <a:pt x="154" y="28"/>
                    </a:lnTo>
                    <a:lnTo>
                      <a:pt x="147" y="27"/>
                    </a:lnTo>
                    <a:lnTo>
                      <a:pt x="141" y="26"/>
                    </a:lnTo>
                    <a:lnTo>
                      <a:pt x="136" y="26"/>
                    </a:lnTo>
                    <a:lnTo>
                      <a:pt x="129" y="25"/>
                    </a:lnTo>
                    <a:lnTo>
                      <a:pt x="123" y="22"/>
                    </a:lnTo>
                    <a:lnTo>
                      <a:pt x="117" y="20"/>
                    </a:lnTo>
                    <a:lnTo>
                      <a:pt x="111" y="18"/>
                    </a:lnTo>
                    <a:lnTo>
                      <a:pt x="104" y="15"/>
                    </a:lnTo>
                    <a:lnTo>
                      <a:pt x="99" y="13"/>
                    </a:lnTo>
                    <a:lnTo>
                      <a:pt x="94" y="12"/>
                    </a:lnTo>
                    <a:lnTo>
                      <a:pt x="91" y="11"/>
                    </a:lnTo>
                    <a:lnTo>
                      <a:pt x="86" y="10"/>
                    </a:lnTo>
                    <a:lnTo>
                      <a:pt x="81" y="10"/>
                    </a:lnTo>
                    <a:lnTo>
                      <a:pt x="78" y="11"/>
                    </a:lnTo>
                    <a:lnTo>
                      <a:pt x="75" y="12"/>
                    </a:lnTo>
                    <a:lnTo>
                      <a:pt x="70" y="12"/>
                    </a:lnTo>
                    <a:lnTo>
                      <a:pt x="65" y="12"/>
                    </a:lnTo>
                    <a:lnTo>
                      <a:pt x="60" y="12"/>
                    </a:lnTo>
                    <a:lnTo>
                      <a:pt x="53" y="12"/>
                    </a:lnTo>
                    <a:lnTo>
                      <a:pt x="46" y="11"/>
                    </a:lnTo>
                    <a:lnTo>
                      <a:pt x="39" y="10"/>
                    </a:lnTo>
                    <a:lnTo>
                      <a:pt x="32" y="7"/>
                    </a:lnTo>
                    <a:lnTo>
                      <a:pt x="27" y="6"/>
                    </a:lnTo>
                    <a:lnTo>
                      <a:pt x="24" y="4"/>
                    </a:lnTo>
                    <a:lnTo>
                      <a:pt x="19" y="3"/>
                    </a:lnTo>
                    <a:lnTo>
                      <a:pt x="16" y="0"/>
                    </a:lnTo>
                    <a:lnTo>
                      <a:pt x="11" y="5"/>
                    </a:lnTo>
                    <a:lnTo>
                      <a:pt x="10" y="16"/>
                    </a:lnTo>
                    <a:lnTo>
                      <a:pt x="11" y="28"/>
                    </a:lnTo>
                    <a:lnTo>
                      <a:pt x="17" y="35"/>
                    </a:lnTo>
                    <a:lnTo>
                      <a:pt x="10" y="35"/>
                    </a:lnTo>
                    <a:lnTo>
                      <a:pt x="4" y="39"/>
                    </a:lnTo>
                    <a:lnTo>
                      <a:pt x="1" y="49"/>
                    </a:lnTo>
                    <a:lnTo>
                      <a:pt x="0" y="65"/>
                    </a:lnTo>
                    <a:lnTo>
                      <a:pt x="0" y="67"/>
                    </a:lnTo>
                    <a:lnTo>
                      <a:pt x="1" y="69"/>
                    </a:lnTo>
                    <a:lnTo>
                      <a:pt x="3" y="73"/>
                    </a:lnTo>
                    <a:lnTo>
                      <a:pt x="5" y="76"/>
                    </a:lnTo>
                    <a:lnTo>
                      <a:pt x="9" y="79"/>
                    </a:lnTo>
                    <a:lnTo>
                      <a:pt x="12" y="81"/>
                    </a:lnTo>
                    <a:lnTo>
                      <a:pt x="17" y="82"/>
                    </a:lnTo>
                    <a:lnTo>
                      <a:pt x="22" y="83"/>
                    </a:lnTo>
                    <a:lnTo>
                      <a:pt x="22" y="84"/>
                    </a:lnTo>
                    <a:lnTo>
                      <a:pt x="22" y="87"/>
                    </a:lnTo>
                    <a:lnTo>
                      <a:pt x="22" y="88"/>
                    </a:lnTo>
                    <a:lnTo>
                      <a:pt x="23" y="90"/>
                    </a:lnTo>
                    <a:lnTo>
                      <a:pt x="27" y="98"/>
                    </a:lnTo>
                    <a:lnTo>
                      <a:pt x="33" y="104"/>
                    </a:lnTo>
                    <a:lnTo>
                      <a:pt x="42" y="109"/>
                    </a:lnTo>
                    <a:lnTo>
                      <a:pt x="54" y="110"/>
                    </a:lnTo>
                    <a:lnTo>
                      <a:pt x="55" y="113"/>
                    </a:lnTo>
                    <a:lnTo>
                      <a:pt x="56" y="117"/>
                    </a:lnTo>
                    <a:lnTo>
                      <a:pt x="58" y="120"/>
                    </a:lnTo>
                    <a:lnTo>
                      <a:pt x="62" y="122"/>
                    </a:lnTo>
                    <a:lnTo>
                      <a:pt x="68" y="125"/>
                    </a:lnTo>
                    <a:lnTo>
                      <a:pt x="73" y="127"/>
                    </a:lnTo>
                    <a:lnTo>
                      <a:pt x="80" y="127"/>
                    </a:lnTo>
                    <a:lnTo>
                      <a:pt x="85" y="127"/>
                    </a:lnTo>
                    <a:lnTo>
                      <a:pt x="88" y="133"/>
                    </a:lnTo>
                    <a:lnTo>
                      <a:pt x="95" y="135"/>
                    </a:lnTo>
                    <a:lnTo>
                      <a:pt x="104" y="134"/>
                    </a:lnTo>
                    <a:lnTo>
                      <a:pt x="117" y="128"/>
                    </a:lnTo>
                    <a:lnTo>
                      <a:pt x="123" y="128"/>
                    </a:lnTo>
                    <a:lnTo>
                      <a:pt x="130" y="127"/>
                    </a:lnTo>
                    <a:lnTo>
                      <a:pt x="137" y="127"/>
                    </a:lnTo>
                    <a:lnTo>
                      <a:pt x="144" y="126"/>
                    </a:lnTo>
                    <a:lnTo>
                      <a:pt x="149" y="125"/>
                    </a:lnTo>
                    <a:lnTo>
                      <a:pt x="155" y="122"/>
                    </a:lnTo>
                    <a:lnTo>
                      <a:pt x="161" y="120"/>
                    </a:lnTo>
                    <a:lnTo>
                      <a:pt x="164" y="117"/>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3" name="Freeform 24">
                <a:extLst>
                  <a:ext uri="{FF2B5EF4-FFF2-40B4-BE49-F238E27FC236}">
                    <a16:creationId xmlns:a16="http://schemas.microsoft.com/office/drawing/2014/main" id="{F00DA1DB-AE34-4F99-B126-B87DD821B032}"/>
                  </a:ext>
                </a:extLst>
              </p:cNvPr>
              <p:cNvSpPr>
                <a:spLocks/>
              </p:cNvSpPr>
              <p:nvPr/>
            </p:nvSpPr>
            <p:spPr bwMode="auto">
              <a:xfrm>
                <a:off x="3746" y="2554"/>
                <a:ext cx="209" cy="61"/>
              </a:xfrm>
              <a:custGeom>
                <a:avLst/>
                <a:gdLst>
                  <a:gd name="T0" fmla="*/ 7 w 384"/>
                  <a:gd name="T1" fmla="*/ 0 h 113"/>
                  <a:gd name="T2" fmla="*/ 10 w 384"/>
                  <a:gd name="T3" fmla="*/ 1 h 113"/>
                  <a:gd name="T4" fmla="*/ 16 w 384"/>
                  <a:gd name="T5" fmla="*/ 2 h 113"/>
                  <a:gd name="T6" fmla="*/ 24 w 384"/>
                  <a:gd name="T7" fmla="*/ 4 h 113"/>
                  <a:gd name="T8" fmla="*/ 34 w 384"/>
                  <a:gd name="T9" fmla="*/ 6 h 113"/>
                  <a:gd name="T10" fmla="*/ 45 w 384"/>
                  <a:gd name="T11" fmla="*/ 10 h 113"/>
                  <a:gd name="T12" fmla="*/ 58 w 384"/>
                  <a:gd name="T13" fmla="*/ 12 h 113"/>
                  <a:gd name="T14" fmla="*/ 71 w 384"/>
                  <a:gd name="T15" fmla="*/ 16 h 113"/>
                  <a:gd name="T16" fmla="*/ 86 w 384"/>
                  <a:gd name="T17" fmla="*/ 19 h 113"/>
                  <a:gd name="T18" fmla="*/ 100 w 384"/>
                  <a:gd name="T19" fmla="*/ 23 h 113"/>
                  <a:gd name="T20" fmla="*/ 113 w 384"/>
                  <a:gd name="T21" fmla="*/ 26 h 113"/>
                  <a:gd name="T22" fmla="*/ 125 w 384"/>
                  <a:gd name="T23" fmla="*/ 29 h 113"/>
                  <a:gd name="T24" fmla="*/ 137 w 384"/>
                  <a:gd name="T25" fmla="*/ 31 h 113"/>
                  <a:gd name="T26" fmla="*/ 147 w 384"/>
                  <a:gd name="T27" fmla="*/ 33 h 113"/>
                  <a:gd name="T28" fmla="*/ 155 w 384"/>
                  <a:gd name="T29" fmla="*/ 36 h 113"/>
                  <a:gd name="T30" fmla="*/ 161 w 384"/>
                  <a:gd name="T31" fmla="*/ 37 h 113"/>
                  <a:gd name="T32" fmla="*/ 163 w 384"/>
                  <a:gd name="T33" fmla="*/ 37 h 113"/>
                  <a:gd name="T34" fmla="*/ 167 w 384"/>
                  <a:gd name="T35" fmla="*/ 37 h 113"/>
                  <a:gd name="T36" fmla="*/ 171 w 384"/>
                  <a:gd name="T37" fmla="*/ 37 h 113"/>
                  <a:gd name="T38" fmla="*/ 174 w 384"/>
                  <a:gd name="T39" fmla="*/ 37 h 113"/>
                  <a:gd name="T40" fmla="*/ 177 w 384"/>
                  <a:gd name="T41" fmla="*/ 37 h 113"/>
                  <a:gd name="T42" fmla="*/ 180 w 384"/>
                  <a:gd name="T43" fmla="*/ 40 h 113"/>
                  <a:gd name="T44" fmla="*/ 183 w 384"/>
                  <a:gd name="T45" fmla="*/ 44 h 113"/>
                  <a:gd name="T46" fmla="*/ 187 w 384"/>
                  <a:gd name="T47" fmla="*/ 47 h 113"/>
                  <a:gd name="T48" fmla="*/ 191 w 384"/>
                  <a:gd name="T49" fmla="*/ 49 h 113"/>
                  <a:gd name="T50" fmla="*/ 193 w 384"/>
                  <a:gd name="T51" fmla="*/ 49 h 113"/>
                  <a:gd name="T52" fmla="*/ 196 w 384"/>
                  <a:gd name="T53" fmla="*/ 49 h 113"/>
                  <a:gd name="T54" fmla="*/ 199 w 384"/>
                  <a:gd name="T55" fmla="*/ 49 h 113"/>
                  <a:gd name="T56" fmla="*/ 202 w 384"/>
                  <a:gd name="T57" fmla="*/ 49 h 113"/>
                  <a:gd name="T58" fmla="*/ 205 w 384"/>
                  <a:gd name="T59" fmla="*/ 50 h 113"/>
                  <a:gd name="T60" fmla="*/ 207 w 384"/>
                  <a:gd name="T61" fmla="*/ 51 h 113"/>
                  <a:gd name="T62" fmla="*/ 209 w 384"/>
                  <a:gd name="T63" fmla="*/ 53 h 113"/>
                  <a:gd name="T64" fmla="*/ 209 w 384"/>
                  <a:gd name="T65" fmla="*/ 56 h 113"/>
                  <a:gd name="T66" fmla="*/ 206 w 384"/>
                  <a:gd name="T67" fmla="*/ 60 h 113"/>
                  <a:gd name="T68" fmla="*/ 202 w 384"/>
                  <a:gd name="T69" fmla="*/ 61 h 113"/>
                  <a:gd name="T70" fmla="*/ 197 w 384"/>
                  <a:gd name="T71" fmla="*/ 59 h 113"/>
                  <a:gd name="T72" fmla="*/ 190 w 384"/>
                  <a:gd name="T73" fmla="*/ 57 h 113"/>
                  <a:gd name="T74" fmla="*/ 187 w 384"/>
                  <a:gd name="T75" fmla="*/ 57 h 113"/>
                  <a:gd name="T76" fmla="*/ 181 w 384"/>
                  <a:gd name="T77" fmla="*/ 55 h 113"/>
                  <a:gd name="T78" fmla="*/ 171 w 384"/>
                  <a:gd name="T79" fmla="*/ 52 h 113"/>
                  <a:gd name="T80" fmla="*/ 159 w 384"/>
                  <a:gd name="T81" fmla="*/ 49 h 113"/>
                  <a:gd name="T82" fmla="*/ 145 w 384"/>
                  <a:gd name="T83" fmla="*/ 45 h 113"/>
                  <a:gd name="T84" fmla="*/ 130 w 384"/>
                  <a:gd name="T85" fmla="*/ 41 h 113"/>
                  <a:gd name="T86" fmla="*/ 114 w 384"/>
                  <a:gd name="T87" fmla="*/ 37 h 113"/>
                  <a:gd name="T88" fmla="*/ 97 w 384"/>
                  <a:gd name="T89" fmla="*/ 32 h 113"/>
                  <a:gd name="T90" fmla="*/ 81 w 384"/>
                  <a:gd name="T91" fmla="*/ 28 h 113"/>
                  <a:gd name="T92" fmla="*/ 65 w 384"/>
                  <a:gd name="T93" fmla="*/ 24 h 113"/>
                  <a:gd name="T94" fmla="*/ 50 w 384"/>
                  <a:gd name="T95" fmla="*/ 19 h 113"/>
                  <a:gd name="T96" fmla="*/ 36 w 384"/>
                  <a:gd name="T97" fmla="*/ 16 h 113"/>
                  <a:gd name="T98" fmla="*/ 24 w 384"/>
                  <a:gd name="T99" fmla="*/ 12 h 113"/>
                  <a:gd name="T100" fmla="*/ 15 w 384"/>
                  <a:gd name="T101" fmla="*/ 10 h 113"/>
                  <a:gd name="T102" fmla="*/ 9 w 384"/>
                  <a:gd name="T103" fmla="*/ 8 h 113"/>
                  <a:gd name="T104" fmla="*/ 5 w 384"/>
                  <a:gd name="T105" fmla="*/ 8 h 113"/>
                  <a:gd name="T106" fmla="*/ 1 w 384"/>
                  <a:gd name="T107" fmla="*/ 6 h 113"/>
                  <a:gd name="T108" fmla="*/ 0 w 384"/>
                  <a:gd name="T109" fmla="*/ 3 h 113"/>
                  <a:gd name="T110" fmla="*/ 1 w 384"/>
                  <a:gd name="T111" fmla="*/ 1 h 113"/>
                  <a:gd name="T112" fmla="*/ 7 w 384"/>
                  <a:gd name="T113" fmla="*/ 0 h 11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384" h="113">
                    <a:moveTo>
                      <a:pt x="13" y="0"/>
                    </a:moveTo>
                    <a:lnTo>
                      <a:pt x="18" y="1"/>
                    </a:lnTo>
                    <a:lnTo>
                      <a:pt x="29" y="4"/>
                    </a:lnTo>
                    <a:lnTo>
                      <a:pt x="44" y="7"/>
                    </a:lnTo>
                    <a:lnTo>
                      <a:pt x="62" y="12"/>
                    </a:lnTo>
                    <a:lnTo>
                      <a:pt x="83" y="18"/>
                    </a:lnTo>
                    <a:lnTo>
                      <a:pt x="107" y="23"/>
                    </a:lnTo>
                    <a:lnTo>
                      <a:pt x="131" y="29"/>
                    </a:lnTo>
                    <a:lnTo>
                      <a:pt x="158" y="35"/>
                    </a:lnTo>
                    <a:lnTo>
                      <a:pt x="183" y="42"/>
                    </a:lnTo>
                    <a:lnTo>
                      <a:pt x="207" y="48"/>
                    </a:lnTo>
                    <a:lnTo>
                      <a:pt x="230" y="53"/>
                    </a:lnTo>
                    <a:lnTo>
                      <a:pt x="252" y="58"/>
                    </a:lnTo>
                    <a:lnTo>
                      <a:pt x="270" y="62"/>
                    </a:lnTo>
                    <a:lnTo>
                      <a:pt x="285" y="66"/>
                    </a:lnTo>
                    <a:lnTo>
                      <a:pt x="295" y="68"/>
                    </a:lnTo>
                    <a:lnTo>
                      <a:pt x="299" y="69"/>
                    </a:lnTo>
                    <a:lnTo>
                      <a:pt x="306" y="69"/>
                    </a:lnTo>
                    <a:lnTo>
                      <a:pt x="314" y="69"/>
                    </a:lnTo>
                    <a:lnTo>
                      <a:pt x="320" y="69"/>
                    </a:lnTo>
                    <a:lnTo>
                      <a:pt x="325" y="69"/>
                    </a:lnTo>
                    <a:lnTo>
                      <a:pt x="331" y="74"/>
                    </a:lnTo>
                    <a:lnTo>
                      <a:pt x="337" y="81"/>
                    </a:lnTo>
                    <a:lnTo>
                      <a:pt x="344" y="87"/>
                    </a:lnTo>
                    <a:lnTo>
                      <a:pt x="351" y="90"/>
                    </a:lnTo>
                    <a:lnTo>
                      <a:pt x="355" y="90"/>
                    </a:lnTo>
                    <a:lnTo>
                      <a:pt x="361" y="91"/>
                    </a:lnTo>
                    <a:lnTo>
                      <a:pt x="365" y="91"/>
                    </a:lnTo>
                    <a:lnTo>
                      <a:pt x="371" y="91"/>
                    </a:lnTo>
                    <a:lnTo>
                      <a:pt x="377" y="92"/>
                    </a:lnTo>
                    <a:lnTo>
                      <a:pt x="380" y="95"/>
                    </a:lnTo>
                    <a:lnTo>
                      <a:pt x="384" y="98"/>
                    </a:lnTo>
                    <a:lnTo>
                      <a:pt x="384" y="103"/>
                    </a:lnTo>
                    <a:lnTo>
                      <a:pt x="379" y="112"/>
                    </a:lnTo>
                    <a:lnTo>
                      <a:pt x="371" y="113"/>
                    </a:lnTo>
                    <a:lnTo>
                      <a:pt x="362" y="110"/>
                    </a:lnTo>
                    <a:lnTo>
                      <a:pt x="350" y="106"/>
                    </a:lnTo>
                    <a:lnTo>
                      <a:pt x="344" y="105"/>
                    </a:lnTo>
                    <a:lnTo>
                      <a:pt x="332" y="102"/>
                    </a:lnTo>
                    <a:lnTo>
                      <a:pt x="314" y="97"/>
                    </a:lnTo>
                    <a:lnTo>
                      <a:pt x="293" y="91"/>
                    </a:lnTo>
                    <a:lnTo>
                      <a:pt x="267" y="84"/>
                    </a:lnTo>
                    <a:lnTo>
                      <a:pt x="238" y="76"/>
                    </a:lnTo>
                    <a:lnTo>
                      <a:pt x="210" y="68"/>
                    </a:lnTo>
                    <a:lnTo>
                      <a:pt x="179" y="60"/>
                    </a:lnTo>
                    <a:lnTo>
                      <a:pt x="149" y="52"/>
                    </a:lnTo>
                    <a:lnTo>
                      <a:pt x="119" y="44"/>
                    </a:lnTo>
                    <a:lnTo>
                      <a:pt x="91" y="36"/>
                    </a:lnTo>
                    <a:lnTo>
                      <a:pt x="67" y="29"/>
                    </a:lnTo>
                    <a:lnTo>
                      <a:pt x="45" y="23"/>
                    </a:lnTo>
                    <a:lnTo>
                      <a:pt x="28" y="19"/>
                    </a:lnTo>
                    <a:lnTo>
                      <a:pt x="16" y="15"/>
                    </a:lnTo>
                    <a:lnTo>
                      <a:pt x="10" y="14"/>
                    </a:lnTo>
                    <a:lnTo>
                      <a:pt x="2" y="11"/>
                    </a:lnTo>
                    <a:lnTo>
                      <a:pt x="0" y="5"/>
                    </a:lnTo>
                    <a:lnTo>
                      <a:pt x="2" y="1"/>
                    </a:lnTo>
                    <a:lnTo>
                      <a:pt x="13"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4" name="Freeform 25">
                <a:extLst>
                  <a:ext uri="{FF2B5EF4-FFF2-40B4-BE49-F238E27FC236}">
                    <a16:creationId xmlns:a16="http://schemas.microsoft.com/office/drawing/2014/main" id="{E510226D-0723-4BF3-8E0E-1E2CABCD8A25}"/>
                  </a:ext>
                </a:extLst>
              </p:cNvPr>
              <p:cNvSpPr>
                <a:spLocks/>
              </p:cNvSpPr>
              <p:nvPr/>
            </p:nvSpPr>
            <p:spPr bwMode="auto">
              <a:xfrm>
                <a:off x="3749" y="2555"/>
                <a:ext cx="203" cy="57"/>
              </a:xfrm>
              <a:custGeom>
                <a:avLst/>
                <a:gdLst>
                  <a:gd name="T0" fmla="*/ 6 w 372"/>
                  <a:gd name="T1" fmla="*/ 6 h 103"/>
                  <a:gd name="T2" fmla="*/ 2 w 372"/>
                  <a:gd name="T3" fmla="*/ 4 h 103"/>
                  <a:gd name="T4" fmla="*/ 0 w 372"/>
                  <a:gd name="T5" fmla="*/ 2 h 103"/>
                  <a:gd name="T6" fmla="*/ 1 w 372"/>
                  <a:gd name="T7" fmla="*/ 0 h 103"/>
                  <a:gd name="T8" fmla="*/ 6 w 372"/>
                  <a:gd name="T9" fmla="*/ 1 h 103"/>
                  <a:gd name="T10" fmla="*/ 11 w 372"/>
                  <a:gd name="T11" fmla="*/ 2 h 103"/>
                  <a:gd name="T12" fmla="*/ 18 w 372"/>
                  <a:gd name="T13" fmla="*/ 4 h 103"/>
                  <a:gd name="T14" fmla="*/ 27 w 372"/>
                  <a:gd name="T15" fmla="*/ 6 h 103"/>
                  <a:gd name="T16" fmla="*/ 38 w 372"/>
                  <a:gd name="T17" fmla="*/ 9 h 103"/>
                  <a:gd name="T18" fmla="*/ 49 w 372"/>
                  <a:gd name="T19" fmla="*/ 12 h 103"/>
                  <a:gd name="T20" fmla="*/ 62 w 372"/>
                  <a:gd name="T21" fmla="*/ 15 h 103"/>
                  <a:gd name="T22" fmla="*/ 75 w 372"/>
                  <a:gd name="T23" fmla="*/ 18 h 103"/>
                  <a:gd name="T24" fmla="*/ 88 w 372"/>
                  <a:gd name="T25" fmla="*/ 22 h 103"/>
                  <a:gd name="T26" fmla="*/ 101 w 372"/>
                  <a:gd name="T27" fmla="*/ 25 h 103"/>
                  <a:gd name="T28" fmla="*/ 114 w 372"/>
                  <a:gd name="T29" fmla="*/ 28 h 103"/>
                  <a:gd name="T30" fmla="*/ 126 w 372"/>
                  <a:gd name="T31" fmla="*/ 31 h 103"/>
                  <a:gd name="T32" fmla="*/ 137 w 372"/>
                  <a:gd name="T33" fmla="*/ 34 h 103"/>
                  <a:gd name="T34" fmla="*/ 146 w 372"/>
                  <a:gd name="T35" fmla="*/ 35 h 103"/>
                  <a:gd name="T36" fmla="*/ 153 w 372"/>
                  <a:gd name="T37" fmla="*/ 38 h 103"/>
                  <a:gd name="T38" fmla="*/ 158 w 372"/>
                  <a:gd name="T39" fmla="*/ 39 h 103"/>
                  <a:gd name="T40" fmla="*/ 161 w 372"/>
                  <a:gd name="T41" fmla="*/ 39 h 103"/>
                  <a:gd name="T42" fmla="*/ 165 w 372"/>
                  <a:gd name="T43" fmla="*/ 40 h 103"/>
                  <a:gd name="T44" fmla="*/ 168 w 372"/>
                  <a:gd name="T45" fmla="*/ 40 h 103"/>
                  <a:gd name="T46" fmla="*/ 171 w 372"/>
                  <a:gd name="T47" fmla="*/ 40 h 103"/>
                  <a:gd name="T48" fmla="*/ 173 w 372"/>
                  <a:gd name="T49" fmla="*/ 40 h 103"/>
                  <a:gd name="T50" fmla="*/ 175 w 372"/>
                  <a:gd name="T51" fmla="*/ 42 h 103"/>
                  <a:gd name="T52" fmla="*/ 179 w 372"/>
                  <a:gd name="T53" fmla="*/ 44 h 103"/>
                  <a:gd name="T54" fmla="*/ 183 w 372"/>
                  <a:gd name="T55" fmla="*/ 48 h 103"/>
                  <a:gd name="T56" fmla="*/ 186 w 372"/>
                  <a:gd name="T57" fmla="*/ 49 h 103"/>
                  <a:gd name="T58" fmla="*/ 190 w 372"/>
                  <a:gd name="T59" fmla="*/ 50 h 103"/>
                  <a:gd name="T60" fmla="*/ 194 w 372"/>
                  <a:gd name="T61" fmla="*/ 51 h 103"/>
                  <a:gd name="T62" fmla="*/ 197 w 372"/>
                  <a:gd name="T63" fmla="*/ 51 h 103"/>
                  <a:gd name="T64" fmla="*/ 200 w 372"/>
                  <a:gd name="T65" fmla="*/ 51 h 103"/>
                  <a:gd name="T66" fmla="*/ 202 w 372"/>
                  <a:gd name="T67" fmla="*/ 53 h 103"/>
                  <a:gd name="T68" fmla="*/ 203 w 372"/>
                  <a:gd name="T69" fmla="*/ 55 h 103"/>
                  <a:gd name="T70" fmla="*/ 202 w 372"/>
                  <a:gd name="T71" fmla="*/ 57 h 103"/>
                  <a:gd name="T72" fmla="*/ 199 w 372"/>
                  <a:gd name="T73" fmla="*/ 57 h 103"/>
                  <a:gd name="T74" fmla="*/ 195 w 372"/>
                  <a:gd name="T75" fmla="*/ 56 h 103"/>
                  <a:gd name="T76" fmla="*/ 188 w 372"/>
                  <a:gd name="T77" fmla="*/ 55 h 103"/>
                  <a:gd name="T78" fmla="*/ 179 w 372"/>
                  <a:gd name="T79" fmla="*/ 52 h 103"/>
                  <a:gd name="T80" fmla="*/ 167 w 372"/>
                  <a:gd name="T81" fmla="*/ 49 h 103"/>
                  <a:gd name="T82" fmla="*/ 153 w 372"/>
                  <a:gd name="T83" fmla="*/ 45 h 103"/>
                  <a:gd name="T84" fmla="*/ 137 w 372"/>
                  <a:gd name="T85" fmla="*/ 41 h 103"/>
                  <a:gd name="T86" fmla="*/ 120 w 372"/>
                  <a:gd name="T87" fmla="*/ 37 h 103"/>
                  <a:gd name="T88" fmla="*/ 103 w 372"/>
                  <a:gd name="T89" fmla="*/ 32 h 103"/>
                  <a:gd name="T90" fmla="*/ 85 w 372"/>
                  <a:gd name="T91" fmla="*/ 27 h 103"/>
                  <a:gd name="T92" fmla="*/ 68 w 372"/>
                  <a:gd name="T93" fmla="*/ 23 h 103"/>
                  <a:gd name="T94" fmla="*/ 53 w 372"/>
                  <a:gd name="T95" fmla="*/ 18 h 103"/>
                  <a:gd name="T96" fmla="*/ 38 w 372"/>
                  <a:gd name="T97" fmla="*/ 14 h 103"/>
                  <a:gd name="T98" fmla="*/ 26 w 372"/>
                  <a:gd name="T99" fmla="*/ 11 h 103"/>
                  <a:gd name="T100" fmla="*/ 16 w 372"/>
                  <a:gd name="T101" fmla="*/ 9 h 103"/>
                  <a:gd name="T102" fmla="*/ 9 w 372"/>
                  <a:gd name="T103" fmla="*/ 7 h 103"/>
                  <a:gd name="T104" fmla="*/ 6 w 372"/>
                  <a:gd name="T105" fmla="*/ 6 h 10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72" h="103">
                    <a:moveTo>
                      <a:pt x="11" y="11"/>
                    </a:moveTo>
                    <a:lnTo>
                      <a:pt x="3" y="8"/>
                    </a:lnTo>
                    <a:lnTo>
                      <a:pt x="0" y="3"/>
                    </a:lnTo>
                    <a:lnTo>
                      <a:pt x="2" y="0"/>
                    </a:lnTo>
                    <a:lnTo>
                      <a:pt x="11" y="1"/>
                    </a:lnTo>
                    <a:lnTo>
                      <a:pt x="20" y="3"/>
                    </a:lnTo>
                    <a:lnTo>
                      <a:pt x="33" y="7"/>
                    </a:lnTo>
                    <a:lnTo>
                      <a:pt x="49" y="11"/>
                    </a:lnTo>
                    <a:lnTo>
                      <a:pt x="69" y="16"/>
                    </a:lnTo>
                    <a:lnTo>
                      <a:pt x="90" y="21"/>
                    </a:lnTo>
                    <a:lnTo>
                      <a:pt x="113" y="27"/>
                    </a:lnTo>
                    <a:lnTo>
                      <a:pt x="137" y="33"/>
                    </a:lnTo>
                    <a:lnTo>
                      <a:pt x="162" y="39"/>
                    </a:lnTo>
                    <a:lnTo>
                      <a:pt x="185" y="45"/>
                    </a:lnTo>
                    <a:lnTo>
                      <a:pt x="209" y="50"/>
                    </a:lnTo>
                    <a:lnTo>
                      <a:pt x="231" y="56"/>
                    </a:lnTo>
                    <a:lnTo>
                      <a:pt x="251" y="61"/>
                    </a:lnTo>
                    <a:lnTo>
                      <a:pt x="267" y="64"/>
                    </a:lnTo>
                    <a:lnTo>
                      <a:pt x="281" y="68"/>
                    </a:lnTo>
                    <a:lnTo>
                      <a:pt x="290" y="70"/>
                    </a:lnTo>
                    <a:lnTo>
                      <a:pt x="295" y="71"/>
                    </a:lnTo>
                    <a:lnTo>
                      <a:pt x="302" y="72"/>
                    </a:lnTo>
                    <a:lnTo>
                      <a:pt x="308" y="72"/>
                    </a:lnTo>
                    <a:lnTo>
                      <a:pt x="313" y="72"/>
                    </a:lnTo>
                    <a:lnTo>
                      <a:pt x="317" y="72"/>
                    </a:lnTo>
                    <a:lnTo>
                      <a:pt x="321" y="76"/>
                    </a:lnTo>
                    <a:lnTo>
                      <a:pt x="328" y="80"/>
                    </a:lnTo>
                    <a:lnTo>
                      <a:pt x="335" y="86"/>
                    </a:lnTo>
                    <a:lnTo>
                      <a:pt x="340" y="89"/>
                    </a:lnTo>
                    <a:lnTo>
                      <a:pt x="348" y="91"/>
                    </a:lnTo>
                    <a:lnTo>
                      <a:pt x="355" y="92"/>
                    </a:lnTo>
                    <a:lnTo>
                      <a:pt x="361" y="92"/>
                    </a:lnTo>
                    <a:lnTo>
                      <a:pt x="366" y="93"/>
                    </a:lnTo>
                    <a:lnTo>
                      <a:pt x="370" y="95"/>
                    </a:lnTo>
                    <a:lnTo>
                      <a:pt x="372" y="100"/>
                    </a:lnTo>
                    <a:lnTo>
                      <a:pt x="370" y="103"/>
                    </a:lnTo>
                    <a:lnTo>
                      <a:pt x="364" y="103"/>
                    </a:lnTo>
                    <a:lnTo>
                      <a:pt x="358" y="102"/>
                    </a:lnTo>
                    <a:lnTo>
                      <a:pt x="345" y="99"/>
                    </a:lnTo>
                    <a:lnTo>
                      <a:pt x="328" y="94"/>
                    </a:lnTo>
                    <a:lnTo>
                      <a:pt x="306" y="88"/>
                    </a:lnTo>
                    <a:lnTo>
                      <a:pt x="280" y="81"/>
                    </a:lnTo>
                    <a:lnTo>
                      <a:pt x="251" y="74"/>
                    </a:lnTo>
                    <a:lnTo>
                      <a:pt x="220" y="66"/>
                    </a:lnTo>
                    <a:lnTo>
                      <a:pt x="189" y="57"/>
                    </a:lnTo>
                    <a:lnTo>
                      <a:pt x="156" y="49"/>
                    </a:lnTo>
                    <a:lnTo>
                      <a:pt x="125" y="41"/>
                    </a:lnTo>
                    <a:lnTo>
                      <a:pt x="97" y="33"/>
                    </a:lnTo>
                    <a:lnTo>
                      <a:pt x="70" y="26"/>
                    </a:lnTo>
                    <a:lnTo>
                      <a:pt x="48" y="20"/>
                    </a:lnTo>
                    <a:lnTo>
                      <a:pt x="30" y="16"/>
                    </a:lnTo>
                    <a:lnTo>
                      <a:pt x="17" y="12"/>
                    </a:lnTo>
                    <a:lnTo>
                      <a:pt x="11" y="11"/>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5" name="Freeform 26">
                <a:extLst>
                  <a:ext uri="{FF2B5EF4-FFF2-40B4-BE49-F238E27FC236}">
                    <a16:creationId xmlns:a16="http://schemas.microsoft.com/office/drawing/2014/main" id="{2561C7C2-8CC4-4F88-B042-C15F14FFC8A3}"/>
                  </a:ext>
                </a:extLst>
              </p:cNvPr>
              <p:cNvSpPr>
                <a:spLocks/>
              </p:cNvSpPr>
              <p:nvPr/>
            </p:nvSpPr>
            <p:spPr bwMode="auto">
              <a:xfrm>
                <a:off x="4138" y="3470"/>
                <a:ext cx="183" cy="52"/>
              </a:xfrm>
              <a:custGeom>
                <a:avLst/>
                <a:gdLst>
                  <a:gd name="T0" fmla="*/ 181 w 335"/>
                  <a:gd name="T1" fmla="*/ 22 h 97"/>
                  <a:gd name="T2" fmla="*/ 180 w 335"/>
                  <a:gd name="T3" fmla="*/ 16 h 97"/>
                  <a:gd name="T4" fmla="*/ 175 w 335"/>
                  <a:gd name="T5" fmla="*/ 13 h 97"/>
                  <a:gd name="T6" fmla="*/ 164 w 335"/>
                  <a:gd name="T7" fmla="*/ 12 h 97"/>
                  <a:gd name="T8" fmla="*/ 151 w 335"/>
                  <a:gd name="T9" fmla="*/ 11 h 97"/>
                  <a:gd name="T10" fmla="*/ 137 w 335"/>
                  <a:gd name="T11" fmla="*/ 10 h 97"/>
                  <a:gd name="T12" fmla="*/ 122 w 335"/>
                  <a:gd name="T13" fmla="*/ 8 h 97"/>
                  <a:gd name="T14" fmla="*/ 108 w 335"/>
                  <a:gd name="T15" fmla="*/ 5 h 97"/>
                  <a:gd name="T16" fmla="*/ 94 w 335"/>
                  <a:gd name="T17" fmla="*/ 3 h 97"/>
                  <a:gd name="T18" fmla="*/ 83 w 335"/>
                  <a:gd name="T19" fmla="*/ 2 h 97"/>
                  <a:gd name="T20" fmla="*/ 75 w 335"/>
                  <a:gd name="T21" fmla="*/ 2 h 97"/>
                  <a:gd name="T22" fmla="*/ 68 w 335"/>
                  <a:gd name="T23" fmla="*/ 8 h 97"/>
                  <a:gd name="T24" fmla="*/ 62 w 335"/>
                  <a:gd name="T25" fmla="*/ 14 h 97"/>
                  <a:gd name="T26" fmla="*/ 55 w 335"/>
                  <a:gd name="T27" fmla="*/ 18 h 97"/>
                  <a:gd name="T28" fmla="*/ 51 w 335"/>
                  <a:gd name="T29" fmla="*/ 20 h 97"/>
                  <a:gd name="T30" fmla="*/ 43 w 335"/>
                  <a:gd name="T31" fmla="*/ 21 h 97"/>
                  <a:gd name="T32" fmla="*/ 33 w 335"/>
                  <a:gd name="T33" fmla="*/ 23 h 97"/>
                  <a:gd name="T34" fmla="*/ 25 w 335"/>
                  <a:gd name="T35" fmla="*/ 25 h 97"/>
                  <a:gd name="T36" fmla="*/ 19 w 335"/>
                  <a:gd name="T37" fmla="*/ 27 h 97"/>
                  <a:gd name="T38" fmla="*/ 13 w 335"/>
                  <a:gd name="T39" fmla="*/ 33 h 97"/>
                  <a:gd name="T40" fmla="*/ 5 w 335"/>
                  <a:gd name="T41" fmla="*/ 41 h 97"/>
                  <a:gd name="T42" fmla="*/ 1 w 335"/>
                  <a:gd name="T43" fmla="*/ 48 h 97"/>
                  <a:gd name="T44" fmla="*/ 8 w 335"/>
                  <a:gd name="T45" fmla="*/ 51 h 97"/>
                  <a:gd name="T46" fmla="*/ 35 w 335"/>
                  <a:gd name="T47" fmla="*/ 52 h 97"/>
                  <a:gd name="T48" fmla="*/ 67 w 335"/>
                  <a:gd name="T49" fmla="*/ 52 h 97"/>
                  <a:gd name="T50" fmla="*/ 92 w 335"/>
                  <a:gd name="T51" fmla="*/ 51 h 97"/>
                  <a:gd name="T52" fmla="*/ 105 w 335"/>
                  <a:gd name="T53" fmla="*/ 48 h 97"/>
                  <a:gd name="T54" fmla="*/ 117 w 335"/>
                  <a:gd name="T55" fmla="*/ 45 h 97"/>
                  <a:gd name="T56" fmla="*/ 129 w 335"/>
                  <a:gd name="T57" fmla="*/ 42 h 97"/>
                  <a:gd name="T58" fmla="*/ 138 w 335"/>
                  <a:gd name="T59" fmla="*/ 40 h 97"/>
                  <a:gd name="T60" fmla="*/ 141 w 335"/>
                  <a:gd name="T61" fmla="*/ 42 h 97"/>
                  <a:gd name="T62" fmla="*/ 141 w 335"/>
                  <a:gd name="T63" fmla="*/ 46 h 97"/>
                  <a:gd name="T64" fmla="*/ 145 w 335"/>
                  <a:gd name="T65" fmla="*/ 48 h 97"/>
                  <a:gd name="T66" fmla="*/ 154 w 335"/>
                  <a:gd name="T67" fmla="*/ 47 h 97"/>
                  <a:gd name="T68" fmla="*/ 166 w 335"/>
                  <a:gd name="T69" fmla="*/ 47 h 97"/>
                  <a:gd name="T70" fmla="*/ 175 w 335"/>
                  <a:gd name="T71" fmla="*/ 45 h 97"/>
                  <a:gd name="T72" fmla="*/ 180 w 335"/>
                  <a:gd name="T73" fmla="*/ 44 h 97"/>
                  <a:gd name="T74" fmla="*/ 182 w 335"/>
                  <a:gd name="T75" fmla="*/ 44 h 97"/>
                  <a:gd name="T76" fmla="*/ 182 w 335"/>
                  <a:gd name="T77" fmla="*/ 41 h 97"/>
                  <a:gd name="T78" fmla="*/ 182 w 335"/>
                  <a:gd name="T79" fmla="*/ 32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5" h="97">
                    <a:moveTo>
                      <a:pt x="331" y="47"/>
                    </a:moveTo>
                    <a:lnTo>
                      <a:pt x="331" y="41"/>
                    </a:lnTo>
                    <a:lnTo>
                      <a:pt x="330" y="35"/>
                    </a:lnTo>
                    <a:lnTo>
                      <a:pt x="330" y="29"/>
                    </a:lnTo>
                    <a:lnTo>
                      <a:pt x="329" y="24"/>
                    </a:lnTo>
                    <a:lnTo>
                      <a:pt x="321" y="24"/>
                    </a:lnTo>
                    <a:lnTo>
                      <a:pt x="312" y="23"/>
                    </a:lnTo>
                    <a:lnTo>
                      <a:pt x="300" y="22"/>
                    </a:lnTo>
                    <a:lnTo>
                      <a:pt x="289" y="21"/>
                    </a:lnTo>
                    <a:lnTo>
                      <a:pt x="277" y="20"/>
                    </a:lnTo>
                    <a:lnTo>
                      <a:pt x="265" y="19"/>
                    </a:lnTo>
                    <a:lnTo>
                      <a:pt x="251" y="18"/>
                    </a:lnTo>
                    <a:lnTo>
                      <a:pt x="238" y="15"/>
                    </a:lnTo>
                    <a:lnTo>
                      <a:pt x="224" y="14"/>
                    </a:lnTo>
                    <a:lnTo>
                      <a:pt x="210" y="12"/>
                    </a:lnTo>
                    <a:lnTo>
                      <a:pt x="198" y="9"/>
                    </a:lnTo>
                    <a:lnTo>
                      <a:pt x="185" y="8"/>
                    </a:lnTo>
                    <a:lnTo>
                      <a:pt x="172" y="6"/>
                    </a:lnTo>
                    <a:lnTo>
                      <a:pt x="162" y="4"/>
                    </a:lnTo>
                    <a:lnTo>
                      <a:pt x="152" y="3"/>
                    </a:lnTo>
                    <a:lnTo>
                      <a:pt x="142" y="0"/>
                    </a:lnTo>
                    <a:lnTo>
                      <a:pt x="138" y="4"/>
                    </a:lnTo>
                    <a:lnTo>
                      <a:pt x="132" y="8"/>
                    </a:lnTo>
                    <a:lnTo>
                      <a:pt x="125" y="14"/>
                    </a:lnTo>
                    <a:lnTo>
                      <a:pt x="118" y="20"/>
                    </a:lnTo>
                    <a:lnTo>
                      <a:pt x="113" y="26"/>
                    </a:lnTo>
                    <a:lnTo>
                      <a:pt x="106" y="30"/>
                    </a:lnTo>
                    <a:lnTo>
                      <a:pt x="101" y="34"/>
                    </a:lnTo>
                    <a:lnTo>
                      <a:pt x="98" y="36"/>
                    </a:lnTo>
                    <a:lnTo>
                      <a:pt x="93" y="37"/>
                    </a:lnTo>
                    <a:lnTo>
                      <a:pt x="87" y="38"/>
                    </a:lnTo>
                    <a:lnTo>
                      <a:pt x="79" y="39"/>
                    </a:lnTo>
                    <a:lnTo>
                      <a:pt x="70" y="42"/>
                    </a:lnTo>
                    <a:lnTo>
                      <a:pt x="61" y="43"/>
                    </a:lnTo>
                    <a:lnTo>
                      <a:pt x="51" y="44"/>
                    </a:lnTo>
                    <a:lnTo>
                      <a:pt x="45" y="46"/>
                    </a:lnTo>
                    <a:lnTo>
                      <a:pt x="40" y="47"/>
                    </a:lnTo>
                    <a:lnTo>
                      <a:pt x="35" y="51"/>
                    </a:lnTo>
                    <a:lnTo>
                      <a:pt x="30" y="56"/>
                    </a:lnTo>
                    <a:lnTo>
                      <a:pt x="23" y="61"/>
                    </a:lnTo>
                    <a:lnTo>
                      <a:pt x="17" y="68"/>
                    </a:lnTo>
                    <a:lnTo>
                      <a:pt x="10" y="76"/>
                    </a:lnTo>
                    <a:lnTo>
                      <a:pt x="4" y="83"/>
                    </a:lnTo>
                    <a:lnTo>
                      <a:pt x="1" y="89"/>
                    </a:lnTo>
                    <a:lnTo>
                      <a:pt x="0" y="94"/>
                    </a:lnTo>
                    <a:lnTo>
                      <a:pt x="15" y="95"/>
                    </a:lnTo>
                    <a:lnTo>
                      <a:pt x="36" y="96"/>
                    </a:lnTo>
                    <a:lnTo>
                      <a:pt x="64" y="97"/>
                    </a:lnTo>
                    <a:lnTo>
                      <a:pt x="93" y="97"/>
                    </a:lnTo>
                    <a:lnTo>
                      <a:pt x="122" y="97"/>
                    </a:lnTo>
                    <a:lnTo>
                      <a:pt x="148" y="96"/>
                    </a:lnTo>
                    <a:lnTo>
                      <a:pt x="169" y="95"/>
                    </a:lnTo>
                    <a:lnTo>
                      <a:pt x="183" y="92"/>
                    </a:lnTo>
                    <a:lnTo>
                      <a:pt x="192" y="90"/>
                    </a:lnTo>
                    <a:lnTo>
                      <a:pt x="202" y="87"/>
                    </a:lnTo>
                    <a:lnTo>
                      <a:pt x="214" y="84"/>
                    </a:lnTo>
                    <a:lnTo>
                      <a:pt x="225" y="81"/>
                    </a:lnTo>
                    <a:lnTo>
                      <a:pt x="236" y="79"/>
                    </a:lnTo>
                    <a:lnTo>
                      <a:pt x="245" y="76"/>
                    </a:lnTo>
                    <a:lnTo>
                      <a:pt x="252" y="75"/>
                    </a:lnTo>
                    <a:lnTo>
                      <a:pt x="258" y="75"/>
                    </a:lnTo>
                    <a:lnTo>
                      <a:pt x="258" y="79"/>
                    </a:lnTo>
                    <a:lnTo>
                      <a:pt x="259" y="82"/>
                    </a:lnTo>
                    <a:lnTo>
                      <a:pt x="259" y="85"/>
                    </a:lnTo>
                    <a:lnTo>
                      <a:pt x="259" y="89"/>
                    </a:lnTo>
                    <a:lnTo>
                      <a:pt x="265" y="89"/>
                    </a:lnTo>
                    <a:lnTo>
                      <a:pt x="273" y="89"/>
                    </a:lnTo>
                    <a:lnTo>
                      <a:pt x="282" y="88"/>
                    </a:lnTo>
                    <a:lnTo>
                      <a:pt x="292" y="88"/>
                    </a:lnTo>
                    <a:lnTo>
                      <a:pt x="303" y="87"/>
                    </a:lnTo>
                    <a:lnTo>
                      <a:pt x="312" y="85"/>
                    </a:lnTo>
                    <a:lnTo>
                      <a:pt x="321" y="84"/>
                    </a:lnTo>
                    <a:lnTo>
                      <a:pt x="329" y="83"/>
                    </a:lnTo>
                    <a:lnTo>
                      <a:pt x="330" y="83"/>
                    </a:lnTo>
                    <a:lnTo>
                      <a:pt x="333" y="83"/>
                    </a:lnTo>
                    <a:lnTo>
                      <a:pt x="334" y="83"/>
                    </a:lnTo>
                    <a:lnTo>
                      <a:pt x="335" y="83"/>
                    </a:lnTo>
                    <a:lnTo>
                      <a:pt x="334" y="77"/>
                    </a:lnTo>
                    <a:lnTo>
                      <a:pt x="334" y="68"/>
                    </a:lnTo>
                    <a:lnTo>
                      <a:pt x="333" y="59"/>
                    </a:lnTo>
                    <a:lnTo>
                      <a:pt x="331" y="4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6" name="Freeform 27">
                <a:extLst>
                  <a:ext uri="{FF2B5EF4-FFF2-40B4-BE49-F238E27FC236}">
                    <a16:creationId xmlns:a16="http://schemas.microsoft.com/office/drawing/2014/main" id="{6FCB9160-AE3F-41E8-918C-DA3A891B22C3}"/>
                  </a:ext>
                </a:extLst>
              </p:cNvPr>
              <p:cNvSpPr>
                <a:spLocks/>
              </p:cNvSpPr>
              <p:nvPr/>
            </p:nvSpPr>
            <p:spPr bwMode="auto">
              <a:xfrm>
                <a:off x="4318" y="3471"/>
                <a:ext cx="123" cy="55"/>
              </a:xfrm>
              <a:custGeom>
                <a:avLst/>
                <a:gdLst>
                  <a:gd name="T0" fmla="*/ 26 w 225"/>
                  <a:gd name="T1" fmla="*/ 10 h 100"/>
                  <a:gd name="T2" fmla="*/ 38 w 225"/>
                  <a:gd name="T3" fmla="*/ 12 h 100"/>
                  <a:gd name="T4" fmla="*/ 52 w 225"/>
                  <a:gd name="T5" fmla="*/ 12 h 100"/>
                  <a:gd name="T6" fmla="*/ 67 w 225"/>
                  <a:gd name="T7" fmla="*/ 12 h 100"/>
                  <a:gd name="T8" fmla="*/ 82 w 225"/>
                  <a:gd name="T9" fmla="*/ 10 h 100"/>
                  <a:gd name="T10" fmla="*/ 96 w 225"/>
                  <a:gd name="T11" fmla="*/ 9 h 100"/>
                  <a:gd name="T12" fmla="*/ 108 w 225"/>
                  <a:gd name="T13" fmla="*/ 6 h 100"/>
                  <a:gd name="T14" fmla="*/ 119 w 225"/>
                  <a:gd name="T15" fmla="*/ 2 h 100"/>
                  <a:gd name="T16" fmla="*/ 121 w 225"/>
                  <a:gd name="T17" fmla="*/ 9 h 100"/>
                  <a:gd name="T18" fmla="*/ 119 w 225"/>
                  <a:gd name="T19" fmla="*/ 30 h 100"/>
                  <a:gd name="T20" fmla="*/ 112 w 225"/>
                  <a:gd name="T21" fmla="*/ 37 h 100"/>
                  <a:gd name="T22" fmla="*/ 103 w 225"/>
                  <a:gd name="T23" fmla="*/ 38 h 100"/>
                  <a:gd name="T24" fmla="*/ 96 w 225"/>
                  <a:gd name="T25" fmla="*/ 42 h 100"/>
                  <a:gd name="T26" fmla="*/ 92 w 225"/>
                  <a:gd name="T27" fmla="*/ 47 h 100"/>
                  <a:gd name="T28" fmla="*/ 90 w 225"/>
                  <a:gd name="T29" fmla="*/ 49 h 100"/>
                  <a:gd name="T30" fmla="*/ 84 w 225"/>
                  <a:gd name="T31" fmla="*/ 51 h 100"/>
                  <a:gd name="T32" fmla="*/ 79 w 225"/>
                  <a:gd name="T33" fmla="*/ 53 h 100"/>
                  <a:gd name="T34" fmla="*/ 73 w 225"/>
                  <a:gd name="T35" fmla="*/ 55 h 100"/>
                  <a:gd name="T36" fmla="*/ 65 w 225"/>
                  <a:gd name="T37" fmla="*/ 55 h 100"/>
                  <a:gd name="T38" fmla="*/ 51 w 225"/>
                  <a:gd name="T39" fmla="*/ 54 h 100"/>
                  <a:gd name="T40" fmla="*/ 33 w 225"/>
                  <a:gd name="T41" fmla="*/ 53 h 100"/>
                  <a:gd name="T42" fmla="*/ 18 w 225"/>
                  <a:gd name="T43" fmla="*/ 51 h 100"/>
                  <a:gd name="T44" fmla="*/ 9 w 225"/>
                  <a:gd name="T45" fmla="*/ 49 h 100"/>
                  <a:gd name="T46" fmla="*/ 3 w 225"/>
                  <a:gd name="T47" fmla="*/ 46 h 100"/>
                  <a:gd name="T48" fmla="*/ 1 w 225"/>
                  <a:gd name="T49" fmla="*/ 44 h 100"/>
                  <a:gd name="T50" fmla="*/ 3 w 225"/>
                  <a:gd name="T51" fmla="*/ 44 h 100"/>
                  <a:gd name="T52" fmla="*/ 3 w 225"/>
                  <a:gd name="T53" fmla="*/ 41 h 100"/>
                  <a:gd name="T54" fmla="*/ 2 w 225"/>
                  <a:gd name="T55" fmla="*/ 31 h 100"/>
                  <a:gd name="T56" fmla="*/ 5 w 225"/>
                  <a:gd name="T57" fmla="*/ 23 h 100"/>
                  <a:gd name="T58" fmla="*/ 16 w 225"/>
                  <a:gd name="T59" fmla="*/ 19 h 100"/>
                  <a:gd name="T60" fmla="*/ 20 w 225"/>
                  <a:gd name="T61" fmla="*/ 17 h 100"/>
                  <a:gd name="T62" fmla="*/ 21 w 225"/>
                  <a:gd name="T63" fmla="*/ 12 h 10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25" h="100">
                    <a:moveTo>
                      <a:pt x="38" y="18"/>
                    </a:moveTo>
                    <a:lnTo>
                      <a:pt x="47" y="19"/>
                    </a:lnTo>
                    <a:lnTo>
                      <a:pt x="59" y="20"/>
                    </a:lnTo>
                    <a:lnTo>
                      <a:pt x="70" y="21"/>
                    </a:lnTo>
                    <a:lnTo>
                      <a:pt x="83" y="21"/>
                    </a:lnTo>
                    <a:lnTo>
                      <a:pt x="96" y="21"/>
                    </a:lnTo>
                    <a:lnTo>
                      <a:pt x="110" y="21"/>
                    </a:lnTo>
                    <a:lnTo>
                      <a:pt x="122" y="21"/>
                    </a:lnTo>
                    <a:lnTo>
                      <a:pt x="136" y="20"/>
                    </a:lnTo>
                    <a:lnTo>
                      <a:pt x="150" y="19"/>
                    </a:lnTo>
                    <a:lnTo>
                      <a:pt x="163" y="18"/>
                    </a:lnTo>
                    <a:lnTo>
                      <a:pt x="175" y="16"/>
                    </a:lnTo>
                    <a:lnTo>
                      <a:pt x="188" y="13"/>
                    </a:lnTo>
                    <a:lnTo>
                      <a:pt x="198" y="11"/>
                    </a:lnTo>
                    <a:lnTo>
                      <a:pt x="209" y="8"/>
                    </a:lnTo>
                    <a:lnTo>
                      <a:pt x="218" y="4"/>
                    </a:lnTo>
                    <a:lnTo>
                      <a:pt x="225" y="0"/>
                    </a:lnTo>
                    <a:lnTo>
                      <a:pt x="222" y="16"/>
                    </a:lnTo>
                    <a:lnTo>
                      <a:pt x="220" y="36"/>
                    </a:lnTo>
                    <a:lnTo>
                      <a:pt x="217" y="55"/>
                    </a:lnTo>
                    <a:lnTo>
                      <a:pt x="213" y="66"/>
                    </a:lnTo>
                    <a:lnTo>
                      <a:pt x="205" y="68"/>
                    </a:lnTo>
                    <a:lnTo>
                      <a:pt x="196" y="69"/>
                    </a:lnTo>
                    <a:lnTo>
                      <a:pt x="188" y="69"/>
                    </a:lnTo>
                    <a:lnTo>
                      <a:pt x="181" y="69"/>
                    </a:lnTo>
                    <a:lnTo>
                      <a:pt x="175" y="77"/>
                    </a:lnTo>
                    <a:lnTo>
                      <a:pt x="172" y="82"/>
                    </a:lnTo>
                    <a:lnTo>
                      <a:pt x="169" y="86"/>
                    </a:lnTo>
                    <a:lnTo>
                      <a:pt x="166" y="88"/>
                    </a:lnTo>
                    <a:lnTo>
                      <a:pt x="164" y="89"/>
                    </a:lnTo>
                    <a:lnTo>
                      <a:pt x="159" y="91"/>
                    </a:lnTo>
                    <a:lnTo>
                      <a:pt x="154" y="93"/>
                    </a:lnTo>
                    <a:lnTo>
                      <a:pt x="150" y="95"/>
                    </a:lnTo>
                    <a:lnTo>
                      <a:pt x="144" y="96"/>
                    </a:lnTo>
                    <a:lnTo>
                      <a:pt x="138" y="99"/>
                    </a:lnTo>
                    <a:lnTo>
                      <a:pt x="133" y="100"/>
                    </a:lnTo>
                    <a:lnTo>
                      <a:pt x="127" y="100"/>
                    </a:lnTo>
                    <a:lnTo>
                      <a:pt x="119" y="100"/>
                    </a:lnTo>
                    <a:lnTo>
                      <a:pt x="107" y="99"/>
                    </a:lnTo>
                    <a:lnTo>
                      <a:pt x="93" y="99"/>
                    </a:lnTo>
                    <a:lnTo>
                      <a:pt x="77" y="97"/>
                    </a:lnTo>
                    <a:lnTo>
                      <a:pt x="61" y="96"/>
                    </a:lnTo>
                    <a:lnTo>
                      <a:pt x="46" y="95"/>
                    </a:lnTo>
                    <a:lnTo>
                      <a:pt x="33" y="93"/>
                    </a:lnTo>
                    <a:lnTo>
                      <a:pt x="23" y="92"/>
                    </a:lnTo>
                    <a:lnTo>
                      <a:pt x="17" y="89"/>
                    </a:lnTo>
                    <a:lnTo>
                      <a:pt x="10" y="87"/>
                    </a:lnTo>
                    <a:lnTo>
                      <a:pt x="5" y="84"/>
                    </a:lnTo>
                    <a:lnTo>
                      <a:pt x="0" y="80"/>
                    </a:lnTo>
                    <a:lnTo>
                      <a:pt x="1" y="80"/>
                    </a:lnTo>
                    <a:lnTo>
                      <a:pt x="4" y="80"/>
                    </a:lnTo>
                    <a:lnTo>
                      <a:pt x="5" y="80"/>
                    </a:lnTo>
                    <a:lnTo>
                      <a:pt x="6" y="80"/>
                    </a:lnTo>
                    <a:lnTo>
                      <a:pt x="5" y="74"/>
                    </a:lnTo>
                    <a:lnTo>
                      <a:pt x="5" y="65"/>
                    </a:lnTo>
                    <a:lnTo>
                      <a:pt x="4" y="56"/>
                    </a:lnTo>
                    <a:lnTo>
                      <a:pt x="2" y="44"/>
                    </a:lnTo>
                    <a:lnTo>
                      <a:pt x="10" y="42"/>
                    </a:lnTo>
                    <a:lnTo>
                      <a:pt x="21" y="39"/>
                    </a:lnTo>
                    <a:lnTo>
                      <a:pt x="30" y="35"/>
                    </a:lnTo>
                    <a:lnTo>
                      <a:pt x="36" y="33"/>
                    </a:lnTo>
                    <a:lnTo>
                      <a:pt x="36" y="30"/>
                    </a:lnTo>
                    <a:lnTo>
                      <a:pt x="37" y="25"/>
                    </a:lnTo>
                    <a:lnTo>
                      <a:pt x="38" y="21"/>
                    </a:lnTo>
                    <a:lnTo>
                      <a:pt x="38" y="1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7" name="Freeform 28">
                <a:extLst>
                  <a:ext uri="{FF2B5EF4-FFF2-40B4-BE49-F238E27FC236}">
                    <a16:creationId xmlns:a16="http://schemas.microsoft.com/office/drawing/2014/main" id="{9126D384-C2D7-4998-84D1-1339D86A5EA9}"/>
                  </a:ext>
                </a:extLst>
              </p:cNvPr>
              <p:cNvSpPr>
                <a:spLocks/>
              </p:cNvSpPr>
              <p:nvPr/>
            </p:nvSpPr>
            <p:spPr bwMode="auto">
              <a:xfrm>
                <a:off x="4284" y="3115"/>
                <a:ext cx="29" cy="96"/>
              </a:xfrm>
              <a:custGeom>
                <a:avLst/>
                <a:gdLst>
                  <a:gd name="T0" fmla="*/ 25 w 53"/>
                  <a:gd name="T1" fmla="*/ 59 h 176"/>
                  <a:gd name="T2" fmla="*/ 25 w 53"/>
                  <a:gd name="T3" fmla="*/ 69 h 176"/>
                  <a:gd name="T4" fmla="*/ 26 w 53"/>
                  <a:gd name="T5" fmla="*/ 80 h 176"/>
                  <a:gd name="T6" fmla="*/ 28 w 53"/>
                  <a:gd name="T7" fmla="*/ 89 h 176"/>
                  <a:gd name="T8" fmla="*/ 29 w 53"/>
                  <a:gd name="T9" fmla="*/ 96 h 176"/>
                  <a:gd name="T10" fmla="*/ 25 w 53"/>
                  <a:gd name="T11" fmla="*/ 84 h 176"/>
                  <a:gd name="T12" fmla="*/ 21 w 53"/>
                  <a:gd name="T13" fmla="*/ 74 h 176"/>
                  <a:gd name="T14" fmla="*/ 18 w 53"/>
                  <a:gd name="T15" fmla="*/ 65 h 176"/>
                  <a:gd name="T16" fmla="*/ 15 w 53"/>
                  <a:gd name="T17" fmla="*/ 59 h 176"/>
                  <a:gd name="T18" fmla="*/ 13 w 53"/>
                  <a:gd name="T19" fmla="*/ 54 h 176"/>
                  <a:gd name="T20" fmla="*/ 11 w 53"/>
                  <a:gd name="T21" fmla="*/ 47 h 176"/>
                  <a:gd name="T22" fmla="*/ 10 w 53"/>
                  <a:gd name="T23" fmla="*/ 40 h 176"/>
                  <a:gd name="T24" fmla="*/ 9 w 53"/>
                  <a:gd name="T25" fmla="*/ 35 h 176"/>
                  <a:gd name="T26" fmla="*/ 9 w 53"/>
                  <a:gd name="T27" fmla="*/ 29 h 176"/>
                  <a:gd name="T28" fmla="*/ 7 w 53"/>
                  <a:gd name="T29" fmla="*/ 19 h 176"/>
                  <a:gd name="T30" fmla="*/ 4 w 53"/>
                  <a:gd name="T31" fmla="*/ 9 h 176"/>
                  <a:gd name="T32" fmla="*/ 0 w 53"/>
                  <a:gd name="T33" fmla="*/ 0 h 176"/>
                  <a:gd name="T34" fmla="*/ 5 w 53"/>
                  <a:gd name="T35" fmla="*/ 6 h 176"/>
                  <a:gd name="T36" fmla="*/ 9 w 53"/>
                  <a:gd name="T37" fmla="*/ 12 h 176"/>
                  <a:gd name="T38" fmla="*/ 11 w 53"/>
                  <a:gd name="T39" fmla="*/ 19 h 176"/>
                  <a:gd name="T40" fmla="*/ 13 w 53"/>
                  <a:gd name="T41" fmla="*/ 27 h 176"/>
                  <a:gd name="T42" fmla="*/ 14 w 53"/>
                  <a:gd name="T43" fmla="*/ 38 h 176"/>
                  <a:gd name="T44" fmla="*/ 18 w 53"/>
                  <a:gd name="T45" fmla="*/ 47 h 176"/>
                  <a:gd name="T46" fmla="*/ 21 w 53"/>
                  <a:gd name="T47" fmla="*/ 55 h 176"/>
                  <a:gd name="T48" fmla="*/ 25 w 53"/>
                  <a:gd name="T49" fmla="*/ 59 h 17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3" h="176">
                    <a:moveTo>
                      <a:pt x="45" y="109"/>
                    </a:moveTo>
                    <a:lnTo>
                      <a:pt x="46" y="126"/>
                    </a:lnTo>
                    <a:lnTo>
                      <a:pt x="48" y="146"/>
                    </a:lnTo>
                    <a:lnTo>
                      <a:pt x="51" y="164"/>
                    </a:lnTo>
                    <a:lnTo>
                      <a:pt x="53" y="176"/>
                    </a:lnTo>
                    <a:lnTo>
                      <a:pt x="46" y="154"/>
                    </a:lnTo>
                    <a:lnTo>
                      <a:pt x="39" y="135"/>
                    </a:lnTo>
                    <a:lnTo>
                      <a:pt x="33" y="120"/>
                    </a:lnTo>
                    <a:lnTo>
                      <a:pt x="28" y="109"/>
                    </a:lnTo>
                    <a:lnTo>
                      <a:pt x="23" y="99"/>
                    </a:lnTo>
                    <a:lnTo>
                      <a:pt x="21" y="86"/>
                    </a:lnTo>
                    <a:lnTo>
                      <a:pt x="18" y="73"/>
                    </a:lnTo>
                    <a:lnTo>
                      <a:pt x="17" y="64"/>
                    </a:lnTo>
                    <a:lnTo>
                      <a:pt x="16" y="53"/>
                    </a:lnTo>
                    <a:lnTo>
                      <a:pt x="13" y="34"/>
                    </a:lnTo>
                    <a:lnTo>
                      <a:pt x="7" y="16"/>
                    </a:lnTo>
                    <a:lnTo>
                      <a:pt x="0" y="0"/>
                    </a:lnTo>
                    <a:lnTo>
                      <a:pt x="9" y="11"/>
                    </a:lnTo>
                    <a:lnTo>
                      <a:pt x="16" y="22"/>
                    </a:lnTo>
                    <a:lnTo>
                      <a:pt x="21" y="34"/>
                    </a:lnTo>
                    <a:lnTo>
                      <a:pt x="23" y="50"/>
                    </a:lnTo>
                    <a:lnTo>
                      <a:pt x="26" y="69"/>
                    </a:lnTo>
                    <a:lnTo>
                      <a:pt x="32" y="87"/>
                    </a:lnTo>
                    <a:lnTo>
                      <a:pt x="39" y="101"/>
                    </a:lnTo>
                    <a:lnTo>
                      <a:pt x="45" y="10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8" name="Freeform 29">
                <a:extLst>
                  <a:ext uri="{FF2B5EF4-FFF2-40B4-BE49-F238E27FC236}">
                    <a16:creationId xmlns:a16="http://schemas.microsoft.com/office/drawing/2014/main" id="{F27F880E-D095-4C93-999D-F23D7E61783C}"/>
                  </a:ext>
                </a:extLst>
              </p:cNvPr>
              <p:cNvSpPr>
                <a:spLocks/>
              </p:cNvSpPr>
              <p:nvPr/>
            </p:nvSpPr>
            <p:spPr bwMode="auto">
              <a:xfrm>
                <a:off x="4402" y="3068"/>
                <a:ext cx="29" cy="105"/>
              </a:xfrm>
              <a:custGeom>
                <a:avLst/>
                <a:gdLst>
                  <a:gd name="T0" fmla="*/ 25 w 52"/>
                  <a:gd name="T1" fmla="*/ 78 h 194"/>
                  <a:gd name="T2" fmla="*/ 26 w 52"/>
                  <a:gd name="T3" fmla="*/ 85 h 194"/>
                  <a:gd name="T4" fmla="*/ 27 w 52"/>
                  <a:gd name="T5" fmla="*/ 93 h 194"/>
                  <a:gd name="T6" fmla="*/ 28 w 52"/>
                  <a:gd name="T7" fmla="*/ 99 h 194"/>
                  <a:gd name="T8" fmla="*/ 29 w 52"/>
                  <a:gd name="T9" fmla="*/ 105 h 194"/>
                  <a:gd name="T10" fmla="*/ 25 w 52"/>
                  <a:gd name="T11" fmla="*/ 95 h 194"/>
                  <a:gd name="T12" fmla="*/ 20 w 52"/>
                  <a:gd name="T13" fmla="*/ 83 h 194"/>
                  <a:gd name="T14" fmla="*/ 14 w 52"/>
                  <a:gd name="T15" fmla="*/ 70 h 194"/>
                  <a:gd name="T16" fmla="*/ 8 w 52"/>
                  <a:gd name="T17" fmla="*/ 56 h 194"/>
                  <a:gd name="T18" fmla="*/ 4 w 52"/>
                  <a:gd name="T19" fmla="*/ 42 h 194"/>
                  <a:gd name="T20" fmla="*/ 2 w 52"/>
                  <a:gd name="T21" fmla="*/ 28 h 194"/>
                  <a:gd name="T22" fmla="*/ 0 w 52"/>
                  <a:gd name="T23" fmla="*/ 14 h 194"/>
                  <a:gd name="T24" fmla="*/ 2 w 52"/>
                  <a:gd name="T25" fmla="*/ 0 h 194"/>
                  <a:gd name="T26" fmla="*/ 3 w 52"/>
                  <a:gd name="T27" fmla="*/ 10 h 194"/>
                  <a:gd name="T28" fmla="*/ 5 w 52"/>
                  <a:gd name="T29" fmla="*/ 21 h 194"/>
                  <a:gd name="T30" fmla="*/ 8 w 52"/>
                  <a:gd name="T31" fmla="*/ 33 h 194"/>
                  <a:gd name="T32" fmla="*/ 11 w 52"/>
                  <a:gd name="T33" fmla="*/ 45 h 194"/>
                  <a:gd name="T34" fmla="*/ 15 w 52"/>
                  <a:gd name="T35" fmla="*/ 56 h 194"/>
                  <a:gd name="T36" fmla="*/ 19 w 52"/>
                  <a:gd name="T37" fmla="*/ 66 h 194"/>
                  <a:gd name="T38" fmla="*/ 22 w 52"/>
                  <a:gd name="T39" fmla="*/ 74 h 194"/>
                  <a:gd name="T40" fmla="*/ 25 w 52"/>
                  <a:gd name="T41" fmla="*/ 78 h 1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194">
                    <a:moveTo>
                      <a:pt x="45" y="145"/>
                    </a:moveTo>
                    <a:lnTo>
                      <a:pt x="47" y="157"/>
                    </a:lnTo>
                    <a:lnTo>
                      <a:pt x="49" y="171"/>
                    </a:lnTo>
                    <a:lnTo>
                      <a:pt x="51" y="183"/>
                    </a:lnTo>
                    <a:lnTo>
                      <a:pt x="52" y="194"/>
                    </a:lnTo>
                    <a:lnTo>
                      <a:pt x="44" y="175"/>
                    </a:lnTo>
                    <a:lnTo>
                      <a:pt x="35" y="153"/>
                    </a:lnTo>
                    <a:lnTo>
                      <a:pt x="25" y="129"/>
                    </a:lnTo>
                    <a:lnTo>
                      <a:pt x="15" y="104"/>
                    </a:lnTo>
                    <a:lnTo>
                      <a:pt x="7" y="77"/>
                    </a:lnTo>
                    <a:lnTo>
                      <a:pt x="3" y="51"/>
                    </a:lnTo>
                    <a:lnTo>
                      <a:pt x="0" y="26"/>
                    </a:lnTo>
                    <a:lnTo>
                      <a:pt x="3" y="0"/>
                    </a:lnTo>
                    <a:lnTo>
                      <a:pt x="5" y="19"/>
                    </a:lnTo>
                    <a:lnTo>
                      <a:pt x="9" y="39"/>
                    </a:lnTo>
                    <a:lnTo>
                      <a:pt x="14" y="61"/>
                    </a:lnTo>
                    <a:lnTo>
                      <a:pt x="20" y="83"/>
                    </a:lnTo>
                    <a:lnTo>
                      <a:pt x="27" y="104"/>
                    </a:lnTo>
                    <a:lnTo>
                      <a:pt x="34" y="122"/>
                    </a:lnTo>
                    <a:lnTo>
                      <a:pt x="40" y="136"/>
                    </a:lnTo>
                    <a:lnTo>
                      <a:pt x="45" y="1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39" name="Freeform 30">
                <a:extLst>
                  <a:ext uri="{FF2B5EF4-FFF2-40B4-BE49-F238E27FC236}">
                    <a16:creationId xmlns:a16="http://schemas.microsoft.com/office/drawing/2014/main" id="{1C035914-3DA0-45C6-995F-2BDCE8478029}"/>
                  </a:ext>
                </a:extLst>
              </p:cNvPr>
              <p:cNvSpPr>
                <a:spLocks/>
              </p:cNvSpPr>
              <p:nvPr/>
            </p:nvSpPr>
            <p:spPr bwMode="auto">
              <a:xfrm>
                <a:off x="4406" y="2839"/>
                <a:ext cx="21" cy="63"/>
              </a:xfrm>
              <a:custGeom>
                <a:avLst/>
                <a:gdLst>
                  <a:gd name="T0" fmla="*/ 16 w 42"/>
                  <a:gd name="T1" fmla="*/ 35 h 113"/>
                  <a:gd name="T2" fmla="*/ 18 w 42"/>
                  <a:gd name="T3" fmla="*/ 42 h 113"/>
                  <a:gd name="T4" fmla="*/ 19 w 42"/>
                  <a:gd name="T5" fmla="*/ 50 h 113"/>
                  <a:gd name="T6" fmla="*/ 20 w 42"/>
                  <a:gd name="T7" fmla="*/ 57 h 113"/>
                  <a:gd name="T8" fmla="*/ 21 w 42"/>
                  <a:gd name="T9" fmla="*/ 63 h 113"/>
                  <a:gd name="T10" fmla="*/ 19 w 42"/>
                  <a:gd name="T11" fmla="*/ 54 h 113"/>
                  <a:gd name="T12" fmla="*/ 15 w 42"/>
                  <a:gd name="T13" fmla="*/ 45 h 113"/>
                  <a:gd name="T14" fmla="*/ 11 w 42"/>
                  <a:gd name="T15" fmla="*/ 36 h 113"/>
                  <a:gd name="T16" fmla="*/ 8 w 42"/>
                  <a:gd name="T17" fmla="*/ 30 h 113"/>
                  <a:gd name="T18" fmla="*/ 5 w 42"/>
                  <a:gd name="T19" fmla="*/ 25 h 113"/>
                  <a:gd name="T20" fmla="*/ 3 w 42"/>
                  <a:gd name="T21" fmla="*/ 19 h 113"/>
                  <a:gd name="T22" fmla="*/ 1 w 42"/>
                  <a:gd name="T23" fmla="*/ 13 h 113"/>
                  <a:gd name="T24" fmla="*/ 0 w 42"/>
                  <a:gd name="T25" fmla="*/ 10 h 113"/>
                  <a:gd name="T26" fmla="*/ 0 w 42"/>
                  <a:gd name="T27" fmla="*/ 8 h 113"/>
                  <a:gd name="T28" fmla="*/ 1 w 42"/>
                  <a:gd name="T29" fmla="*/ 5 h 113"/>
                  <a:gd name="T30" fmla="*/ 1 w 42"/>
                  <a:gd name="T31" fmla="*/ 3 h 113"/>
                  <a:gd name="T32" fmla="*/ 1 w 42"/>
                  <a:gd name="T33" fmla="*/ 0 h 113"/>
                  <a:gd name="T34" fmla="*/ 5 w 42"/>
                  <a:gd name="T35" fmla="*/ 8 h 113"/>
                  <a:gd name="T36" fmla="*/ 9 w 42"/>
                  <a:gd name="T37" fmla="*/ 19 h 113"/>
                  <a:gd name="T38" fmla="*/ 13 w 42"/>
                  <a:gd name="T39" fmla="*/ 28 h 113"/>
                  <a:gd name="T40" fmla="*/ 16 w 42"/>
                  <a:gd name="T41" fmla="*/ 35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13">
                    <a:moveTo>
                      <a:pt x="32" y="62"/>
                    </a:moveTo>
                    <a:lnTo>
                      <a:pt x="36" y="76"/>
                    </a:lnTo>
                    <a:lnTo>
                      <a:pt x="38" y="90"/>
                    </a:lnTo>
                    <a:lnTo>
                      <a:pt x="40" y="103"/>
                    </a:lnTo>
                    <a:lnTo>
                      <a:pt x="42" y="113"/>
                    </a:lnTo>
                    <a:lnTo>
                      <a:pt x="37" y="97"/>
                    </a:lnTo>
                    <a:lnTo>
                      <a:pt x="29" y="80"/>
                    </a:lnTo>
                    <a:lnTo>
                      <a:pt x="22" y="65"/>
                    </a:lnTo>
                    <a:lnTo>
                      <a:pt x="15" y="54"/>
                    </a:lnTo>
                    <a:lnTo>
                      <a:pt x="9" y="45"/>
                    </a:lnTo>
                    <a:lnTo>
                      <a:pt x="5" y="34"/>
                    </a:lnTo>
                    <a:lnTo>
                      <a:pt x="1" y="23"/>
                    </a:lnTo>
                    <a:lnTo>
                      <a:pt x="0" y="18"/>
                    </a:lnTo>
                    <a:lnTo>
                      <a:pt x="0" y="14"/>
                    </a:lnTo>
                    <a:lnTo>
                      <a:pt x="1" y="9"/>
                    </a:lnTo>
                    <a:lnTo>
                      <a:pt x="1" y="5"/>
                    </a:lnTo>
                    <a:lnTo>
                      <a:pt x="2" y="0"/>
                    </a:lnTo>
                    <a:lnTo>
                      <a:pt x="9" y="15"/>
                    </a:lnTo>
                    <a:lnTo>
                      <a:pt x="17" y="34"/>
                    </a:lnTo>
                    <a:lnTo>
                      <a:pt x="25" y="51"/>
                    </a:lnTo>
                    <a:lnTo>
                      <a:pt x="32" y="6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0" name="Freeform 31">
                <a:extLst>
                  <a:ext uri="{FF2B5EF4-FFF2-40B4-BE49-F238E27FC236}">
                    <a16:creationId xmlns:a16="http://schemas.microsoft.com/office/drawing/2014/main" id="{DED045D7-C0AD-4BF0-A7A0-42AF66647683}"/>
                  </a:ext>
                </a:extLst>
              </p:cNvPr>
              <p:cNvSpPr>
                <a:spLocks/>
              </p:cNvSpPr>
              <p:nvPr/>
            </p:nvSpPr>
            <p:spPr bwMode="auto">
              <a:xfrm>
                <a:off x="4480" y="2665"/>
                <a:ext cx="15" cy="65"/>
              </a:xfrm>
              <a:custGeom>
                <a:avLst/>
                <a:gdLst>
                  <a:gd name="T0" fmla="*/ 15 w 29"/>
                  <a:gd name="T1" fmla="*/ 61 h 120"/>
                  <a:gd name="T2" fmla="*/ 14 w 29"/>
                  <a:gd name="T3" fmla="*/ 62 h 120"/>
                  <a:gd name="T4" fmla="*/ 14 w 29"/>
                  <a:gd name="T5" fmla="*/ 63 h 120"/>
                  <a:gd name="T6" fmla="*/ 14 w 29"/>
                  <a:gd name="T7" fmla="*/ 64 h 120"/>
                  <a:gd name="T8" fmla="*/ 14 w 29"/>
                  <a:gd name="T9" fmla="*/ 65 h 120"/>
                  <a:gd name="T10" fmla="*/ 11 w 29"/>
                  <a:gd name="T11" fmla="*/ 57 h 120"/>
                  <a:gd name="T12" fmla="*/ 7 w 29"/>
                  <a:gd name="T13" fmla="*/ 48 h 120"/>
                  <a:gd name="T14" fmla="*/ 4 w 29"/>
                  <a:gd name="T15" fmla="*/ 37 h 120"/>
                  <a:gd name="T16" fmla="*/ 2 w 29"/>
                  <a:gd name="T17" fmla="*/ 27 h 120"/>
                  <a:gd name="T18" fmla="*/ 1 w 29"/>
                  <a:gd name="T19" fmla="*/ 16 h 120"/>
                  <a:gd name="T20" fmla="*/ 0 w 29"/>
                  <a:gd name="T21" fmla="*/ 8 h 120"/>
                  <a:gd name="T22" fmla="*/ 0 w 29"/>
                  <a:gd name="T23" fmla="*/ 3 h 120"/>
                  <a:gd name="T24" fmla="*/ 2 w 29"/>
                  <a:gd name="T25" fmla="*/ 0 h 120"/>
                  <a:gd name="T26" fmla="*/ 5 w 29"/>
                  <a:gd name="T27" fmla="*/ 4 h 120"/>
                  <a:gd name="T28" fmla="*/ 8 w 29"/>
                  <a:gd name="T29" fmla="*/ 14 h 120"/>
                  <a:gd name="T30" fmla="*/ 9 w 29"/>
                  <a:gd name="T31" fmla="*/ 25 h 120"/>
                  <a:gd name="T32" fmla="*/ 9 w 29"/>
                  <a:gd name="T33" fmla="*/ 33 h 120"/>
                  <a:gd name="T34" fmla="*/ 8 w 29"/>
                  <a:gd name="T35" fmla="*/ 40 h 120"/>
                  <a:gd name="T36" fmla="*/ 9 w 29"/>
                  <a:gd name="T37" fmla="*/ 48 h 120"/>
                  <a:gd name="T38" fmla="*/ 11 w 29"/>
                  <a:gd name="T39" fmla="*/ 56 h 120"/>
                  <a:gd name="T40" fmla="*/ 15 w 29"/>
                  <a:gd name="T41" fmla="*/ 61 h 1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9" h="120">
                    <a:moveTo>
                      <a:pt x="29" y="113"/>
                    </a:moveTo>
                    <a:lnTo>
                      <a:pt x="28" y="115"/>
                    </a:lnTo>
                    <a:lnTo>
                      <a:pt x="28" y="116"/>
                    </a:lnTo>
                    <a:lnTo>
                      <a:pt x="28" y="119"/>
                    </a:lnTo>
                    <a:lnTo>
                      <a:pt x="28" y="120"/>
                    </a:lnTo>
                    <a:lnTo>
                      <a:pt x="21" y="106"/>
                    </a:lnTo>
                    <a:lnTo>
                      <a:pt x="14" y="89"/>
                    </a:lnTo>
                    <a:lnTo>
                      <a:pt x="8" y="69"/>
                    </a:lnTo>
                    <a:lnTo>
                      <a:pt x="4" y="50"/>
                    </a:lnTo>
                    <a:lnTo>
                      <a:pt x="1" y="30"/>
                    </a:lnTo>
                    <a:lnTo>
                      <a:pt x="0" y="15"/>
                    </a:lnTo>
                    <a:lnTo>
                      <a:pt x="0" y="5"/>
                    </a:lnTo>
                    <a:lnTo>
                      <a:pt x="4" y="0"/>
                    </a:lnTo>
                    <a:lnTo>
                      <a:pt x="10" y="7"/>
                    </a:lnTo>
                    <a:lnTo>
                      <a:pt x="15" y="25"/>
                    </a:lnTo>
                    <a:lnTo>
                      <a:pt x="17" y="46"/>
                    </a:lnTo>
                    <a:lnTo>
                      <a:pt x="17" y="61"/>
                    </a:lnTo>
                    <a:lnTo>
                      <a:pt x="16" y="74"/>
                    </a:lnTo>
                    <a:lnTo>
                      <a:pt x="17" y="89"/>
                    </a:lnTo>
                    <a:lnTo>
                      <a:pt x="22" y="103"/>
                    </a:lnTo>
                    <a:lnTo>
                      <a:pt x="29" y="11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1" name="Freeform 32">
                <a:extLst>
                  <a:ext uri="{FF2B5EF4-FFF2-40B4-BE49-F238E27FC236}">
                    <a16:creationId xmlns:a16="http://schemas.microsoft.com/office/drawing/2014/main" id="{E065F759-B6BA-4092-B8CB-54779DC8FF65}"/>
                  </a:ext>
                </a:extLst>
              </p:cNvPr>
              <p:cNvSpPr>
                <a:spLocks/>
              </p:cNvSpPr>
              <p:nvPr/>
            </p:nvSpPr>
            <p:spPr bwMode="auto">
              <a:xfrm>
                <a:off x="4429" y="2821"/>
                <a:ext cx="8" cy="9"/>
              </a:xfrm>
              <a:custGeom>
                <a:avLst/>
                <a:gdLst>
                  <a:gd name="T0" fmla="*/ 4 w 16"/>
                  <a:gd name="T1" fmla="*/ 9 h 16"/>
                  <a:gd name="T2" fmla="*/ 6 w 16"/>
                  <a:gd name="T3" fmla="*/ 8 h 16"/>
                  <a:gd name="T4" fmla="*/ 7 w 16"/>
                  <a:gd name="T5" fmla="*/ 8 h 16"/>
                  <a:gd name="T6" fmla="*/ 8 w 16"/>
                  <a:gd name="T7" fmla="*/ 6 h 16"/>
                  <a:gd name="T8" fmla="*/ 8 w 16"/>
                  <a:gd name="T9" fmla="*/ 5 h 16"/>
                  <a:gd name="T10" fmla="*/ 8 w 16"/>
                  <a:gd name="T11" fmla="*/ 2 h 16"/>
                  <a:gd name="T12" fmla="*/ 7 w 16"/>
                  <a:gd name="T13" fmla="*/ 1 h 16"/>
                  <a:gd name="T14" fmla="*/ 6 w 16"/>
                  <a:gd name="T15" fmla="*/ 1 h 16"/>
                  <a:gd name="T16" fmla="*/ 4 w 16"/>
                  <a:gd name="T17" fmla="*/ 0 h 16"/>
                  <a:gd name="T18" fmla="*/ 2 w 16"/>
                  <a:gd name="T19" fmla="*/ 1 h 16"/>
                  <a:gd name="T20" fmla="*/ 1 w 16"/>
                  <a:gd name="T21" fmla="*/ 1 h 16"/>
                  <a:gd name="T22" fmla="*/ 1 w 16"/>
                  <a:gd name="T23" fmla="*/ 2 h 16"/>
                  <a:gd name="T24" fmla="*/ 0 w 16"/>
                  <a:gd name="T25" fmla="*/ 5 h 16"/>
                  <a:gd name="T26" fmla="*/ 1 w 16"/>
                  <a:gd name="T27" fmla="*/ 6 h 16"/>
                  <a:gd name="T28" fmla="*/ 1 w 16"/>
                  <a:gd name="T29" fmla="*/ 8 h 16"/>
                  <a:gd name="T30" fmla="*/ 2 w 16"/>
                  <a:gd name="T31" fmla="*/ 8 h 16"/>
                  <a:gd name="T32" fmla="*/ 4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1" y="15"/>
                    </a:lnTo>
                    <a:lnTo>
                      <a:pt x="14" y="14"/>
                    </a:lnTo>
                    <a:lnTo>
                      <a:pt x="15" y="11"/>
                    </a:lnTo>
                    <a:lnTo>
                      <a:pt x="16" y="8"/>
                    </a:lnTo>
                    <a:lnTo>
                      <a:pt x="15" y="4"/>
                    </a:lnTo>
                    <a:lnTo>
                      <a:pt x="14" y="2"/>
                    </a:lnTo>
                    <a:lnTo>
                      <a:pt x="11" y="1"/>
                    </a:lnTo>
                    <a:lnTo>
                      <a:pt x="8" y="0"/>
                    </a:lnTo>
                    <a:lnTo>
                      <a:pt x="4" y="1"/>
                    </a:lnTo>
                    <a:lnTo>
                      <a:pt x="2" y="2"/>
                    </a:lnTo>
                    <a:lnTo>
                      <a:pt x="1" y="4"/>
                    </a:lnTo>
                    <a:lnTo>
                      <a:pt x="0" y="8"/>
                    </a:lnTo>
                    <a:lnTo>
                      <a:pt x="1" y="11"/>
                    </a:lnTo>
                    <a:lnTo>
                      <a:pt x="2" y="14"/>
                    </a:lnTo>
                    <a:lnTo>
                      <a:pt x="4"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2" name="Freeform 33">
                <a:extLst>
                  <a:ext uri="{FF2B5EF4-FFF2-40B4-BE49-F238E27FC236}">
                    <a16:creationId xmlns:a16="http://schemas.microsoft.com/office/drawing/2014/main" id="{906F09CA-4B4C-44D1-ABB0-085359AA9573}"/>
                  </a:ext>
                </a:extLst>
              </p:cNvPr>
              <p:cNvSpPr>
                <a:spLocks/>
              </p:cNvSpPr>
              <p:nvPr/>
            </p:nvSpPr>
            <p:spPr bwMode="auto">
              <a:xfrm>
                <a:off x="4439" y="2828"/>
                <a:ext cx="9" cy="9"/>
              </a:xfrm>
              <a:custGeom>
                <a:avLst/>
                <a:gdLst>
                  <a:gd name="T0" fmla="*/ 5 w 15"/>
                  <a:gd name="T1" fmla="*/ 9 h 16"/>
                  <a:gd name="T2" fmla="*/ 7 w 15"/>
                  <a:gd name="T3" fmla="*/ 8 h 16"/>
                  <a:gd name="T4" fmla="*/ 8 w 15"/>
                  <a:gd name="T5" fmla="*/ 7 h 16"/>
                  <a:gd name="T6" fmla="*/ 8 w 15"/>
                  <a:gd name="T7" fmla="*/ 6 h 16"/>
                  <a:gd name="T8" fmla="*/ 9 w 15"/>
                  <a:gd name="T9" fmla="*/ 5 h 16"/>
                  <a:gd name="T10" fmla="*/ 8 w 15"/>
                  <a:gd name="T11" fmla="*/ 2 h 16"/>
                  <a:gd name="T12" fmla="*/ 8 w 15"/>
                  <a:gd name="T13" fmla="*/ 1 h 16"/>
                  <a:gd name="T14" fmla="*/ 7 w 15"/>
                  <a:gd name="T15" fmla="*/ 1 h 16"/>
                  <a:gd name="T16" fmla="*/ 5 w 15"/>
                  <a:gd name="T17" fmla="*/ 0 h 16"/>
                  <a:gd name="T18" fmla="*/ 3 w 15"/>
                  <a:gd name="T19" fmla="*/ 1 h 16"/>
                  <a:gd name="T20" fmla="*/ 2 w 15"/>
                  <a:gd name="T21" fmla="*/ 1 h 16"/>
                  <a:gd name="T22" fmla="*/ 1 w 15"/>
                  <a:gd name="T23" fmla="*/ 2 h 16"/>
                  <a:gd name="T24" fmla="*/ 0 w 15"/>
                  <a:gd name="T25" fmla="*/ 5 h 16"/>
                  <a:gd name="T26" fmla="*/ 1 w 15"/>
                  <a:gd name="T27" fmla="*/ 6 h 16"/>
                  <a:gd name="T28" fmla="*/ 2 w 15"/>
                  <a:gd name="T29" fmla="*/ 7 h 16"/>
                  <a:gd name="T30" fmla="*/ 3 w 15"/>
                  <a:gd name="T31" fmla="*/ 8 h 16"/>
                  <a:gd name="T32" fmla="*/ 5 w 15"/>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5" h="16">
                    <a:moveTo>
                      <a:pt x="8" y="16"/>
                    </a:moveTo>
                    <a:lnTo>
                      <a:pt x="11" y="14"/>
                    </a:lnTo>
                    <a:lnTo>
                      <a:pt x="13" y="13"/>
                    </a:lnTo>
                    <a:lnTo>
                      <a:pt x="14" y="11"/>
                    </a:lnTo>
                    <a:lnTo>
                      <a:pt x="15" y="8"/>
                    </a:lnTo>
                    <a:lnTo>
                      <a:pt x="14" y="4"/>
                    </a:lnTo>
                    <a:lnTo>
                      <a:pt x="13" y="2"/>
                    </a:lnTo>
                    <a:lnTo>
                      <a:pt x="11" y="1"/>
                    </a:lnTo>
                    <a:lnTo>
                      <a:pt x="8" y="0"/>
                    </a:lnTo>
                    <a:lnTo>
                      <a:pt x="5" y="1"/>
                    </a:lnTo>
                    <a:lnTo>
                      <a:pt x="3" y="2"/>
                    </a:lnTo>
                    <a:lnTo>
                      <a:pt x="2" y="4"/>
                    </a:lnTo>
                    <a:lnTo>
                      <a:pt x="0" y="8"/>
                    </a:lnTo>
                    <a:lnTo>
                      <a:pt x="2" y="11"/>
                    </a:lnTo>
                    <a:lnTo>
                      <a:pt x="3" y="13"/>
                    </a:lnTo>
                    <a:lnTo>
                      <a:pt x="5" y="14"/>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3" name="Freeform 34">
                <a:extLst>
                  <a:ext uri="{FF2B5EF4-FFF2-40B4-BE49-F238E27FC236}">
                    <a16:creationId xmlns:a16="http://schemas.microsoft.com/office/drawing/2014/main" id="{494E1D0F-A86B-4E1B-B7EE-5C8EA458EAB7}"/>
                  </a:ext>
                </a:extLst>
              </p:cNvPr>
              <p:cNvSpPr>
                <a:spLocks/>
              </p:cNvSpPr>
              <p:nvPr/>
            </p:nvSpPr>
            <p:spPr bwMode="auto">
              <a:xfrm>
                <a:off x="4450" y="2835"/>
                <a:ext cx="9" cy="9"/>
              </a:xfrm>
              <a:custGeom>
                <a:avLst/>
                <a:gdLst>
                  <a:gd name="T0" fmla="*/ 5 w 16"/>
                  <a:gd name="T1" fmla="*/ 9 h 16"/>
                  <a:gd name="T2" fmla="*/ 7 w 16"/>
                  <a:gd name="T3" fmla="*/ 8 h 16"/>
                  <a:gd name="T4" fmla="*/ 8 w 16"/>
                  <a:gd name="T5" fmla="*/ 8 h 16"/>
                  <a:gd name="T6" fmla="*/ 8 w 16"/>
                  <a:gd name="T7" fmla="*/ 7 h 16"/>
                  <a:gd name="T8" fmla="*/ 9 w 16"/>
                  <a:gd name="T9" fmla="*/ 5 h 16"/>
                  <a:gd name="T10" fmla="*/ 8 w 16"/>
                  <a:gd name="T11" fmla="*/ 3 h 16"/>
                  <a:gd name="T12" fmla="*/ 8 w 16"/>
                  <a:gd name="T13" fmla="*/ 1 h 16"/>
                  <a:gd name="T14" fmla="*/ 7 w 16"/>
                  <a:gd name="T15" fmla="*/ 1 h 16"/>
                  <a:gd name="T16" fmla="*/ 5 w 16"/>
                  <a:gd name="T17" fmla="*/ 0 h 16"/>
                  <a:gd name="T18" fmla="*/ 3 w 16"/>
                  <a:gd name="T19" fmla="*/ 1 h 16"/>
                  <a:gd name="T20" fmla="*/ 1 w 16"/>
                  <a:gd name="T21" fmla="*/ 1 h 16"/>
                  <a:gd name="T22" fmla="*/ 1 w 16"/>
                  <a:gd name="T23" fmla="*/ 3 h 16"/>
                  <a:gd name="T24" fmla="*/ 0 w 16"/>
                  <a:gd name="T25" fmla="*/ 5 h 16"/>
                  <a:gd name="T26" fmla="*/ 1 w 16"/>
                  <a:gd name="T27" fmla="*/ 7 h 16"/>
                  <a:gd name="T28" fmla="*/ 1 w 16"/>
                  <a:gd name="T29" fmla="*/ 8 h 16"/>
                  <a:gd name="T30" fmla="*/ 3 w 16"/>
                  <a:gd name="T31" fmla="*/ 8 h 16"/>
                  <a:gd name="T32" fmla="*/ 5 w 16"/>
                  <a:gd name="T33" fmla="*/ 9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 h="16">
                    <a:moveTo>
                      <a:pt x="8" y="16"/>
                    </a:moveTo>
                    <a:lnTo>
                      <a:pt x="12" y="15"/>
                    </a:lnTo>
                    <a:lnTo>
                      <a:pt x="14" y="14"/>
                    </a:lnTo>
                    <a:lnTo>
                      <a:pt x="15" y="12"/>
                    </a:lnTo>
                    <a:lnTo>
                      <a:pt x="16" y="8"/>
                    </a:lnTo>
                    <a:lnTo>
                      <a:pt x="15" y="6"/>
                    </a:lnTo>
                    <a:lnTo>
                      <a:pt x="14" y="2"/>
                    </a:lnTo>
                    <a:lnTo>
                      <a:pt x="12" y="1"/>
                    </a:lnTo>
                    <a:lnTo>
                      <a:pt x="8" y="0"/>
                    </a:lnTo>
                    <a:lnTo>
                      <a:pt x="5" y="1"/>
                    </a:lnTo>
                    <a:lnTo>
                      <a:pt x="2" y="2"/>
                    </a:lnTo>
                    <a:lnTo>
                      <a:pt x="1" y="6"/>
                    </a:lnTo>
                    <a:lnTo>
                      <a:pt x="0" y="8"/>
                    </a:lnTo>
                    <a:lnTo>
                      <a:pt x="1" y="12"/>
                    </a:lnTo>
                    <a:lnTo>
                      <a:pt x="2" y="14"/>
                    </a:lnTo>
                    <a:lnTo>
                      <a:pt x="5" y="15"/>
                    </a:lnTo>
                    <a:lnTo>
                      <a:pt x="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4" name="Freeform 35">
                <a:extLst>
                  <a:ext uri="{FF2B5EF4-FFF2-40B4-BE49-F238E27FC236}">
                    <a16:creationId xmlns:a16="http://schemas.microsoft.com/office/drawing/2014/main" id="{C453DB80-FD35-4B64-811F-BD4602EE45A8}"/>
                  </a:ext>
                </a:extLst>
              </p:cNvPr>
              <p:cNvSpPr>
                <a:spLocks/>
              </p:cNvSpPr>
              <p:nvPr/>
            </p:nvSpPr>
            <p:spPr bwMode="auto">
              <a:xfrm>
                <a:off x="4422" y="2747"/>
                <a:ext cx="70" cy="75"/>
              </a:xfrm>
              <a:custGeom>
                <a:avLst/>
                <a:gdLst>
                  <a:gd name="T0" fmla="*/ 10 w 128"/>
                  <a:gd name="T1" fmla="*/ 14 h 137"/>
                  <a:gd name="T2" fmla="*/ 6 w 128"/>
                  <a:gd name="T3" fmla="*/ 55 h 137"/>
                  <a:gd name="T4" fmla="*/ 4 w 128"/>
                  <a:gd name="T5" fmla="*/ 71 h 137"/>
                  <a:gd name="T6" fmla="*/ 13 w 128"/>
                  <a:gd name="T7" fmla="*/ 71 h 137"/>
                  <a:gd name="T8" fmla="*/ 16 w 128"/>
                  <a:gd name="T9" fmla="*/ 70 h 137"/>
                  <a:gd name="T10" fmla="*/ 11 w 128"/>
                  <a:gd name="T11" fmla="*/ 67 h 137"/>
                  <a:gd name="T12" fmla="*/ 13 w 128"/>
                  <a:gd name="T13" fmla="*/ 62 h 137"/>
                  <a:gd name="T14" fmla="*/ 19 w 128"/>
                  <a:gd name="T15" fmla="*/ 55 h 137"/>
                  <a:gd name="T16" fmla="*/ 21 w 128"/>
                  <a:gd name="T17" fmla="*/ 50 h 137"/>
                  <a:gd name="T18" fmla="*/ 24 w 128"/>
                  <a:gd name="T19" fmla="*/ 38 h 137"/>
                  <a:gd name="T20" fmla="*/ 26 w 128"/>
                  <a:gd name="T21" fmla="*/ 33 h 137"/>
                  <a:gd name="T22" fmla="*/ 30 w 128"/>
                  <a:gd name="T23" fmla="*/ 31 h 137"/>
                  <a:gd name="T24" fmla="*/ 34 w 128"/>
                  <a:gd name="T25" fmla="*/ 37 h 137"/>
                  <a:gd name="T26" fmla="*/ 42 w 128"/>
                  <a:gd name="T27" fmla="*/ 60 h 137"/>
                  <a:gd name="T28" fmla="*/ 44 w 128"/>
                  <a:gd name="T29" fmla="*/ 70 h 137"/>
                  <a:gd name="T30" fmla="*/ 43 w 128"/>
                  <a:gd name="T31" fmla="*/ 73 h 137"/>
                  <a:gd name="T32" fmla="*/ 45 w 128"/>
                  <a:gd name="T33" fmla="*/ 75 h 137"/>
                  <a:gd name="T34" fmla="*/ 50 w 128"/>
                  <a:gd name="T35" fmla="*/ 74 h 137"/>
                  <a:gd name="T36" fmla="*/ 52 w 128"/>
                  <a:gd name="T37" fmla="*/ 66 h 137"/>
                  <a:gd name="T38" fmla="*/ 51 w 128"/>
                  <a:gd name="T39" fmla="*/ 39 h 137"/>
                  <a:gd name="T40" fmla="*/ 53 w 128"/>
                  <a:gd name="T41" fmla="*/ 31 h 137"/>
                  <a:gd name="T42" fmla="*/ 58 w 128"/>
                  <a:gd name="T43" fmla="*/ 32 h 137"/>
                  <a:gd name="T44" fmla="*/ 63 w 128"/>
                  <a:gd name="T45" fmla="*/ 33 h 137"/>
                  <a:gd name="T46" fmla="*/ 69 w 128"/>
                  <a:gd name="T47" fmla="*/ 38 h 137"/>
                  <a:gd name="T48" fmla="*/ 70 w 128"/>
                  <a:gd name="T49" fmla="*/ 38 h 137"/>
                  <a:gd name="T50" fmla="*/ 67 w 128"/>
                  <a:gd name="T51" fmla="*/ 31 h 137"/>
                  <a:gd name="T52" fmla="*/ 62 w 128"/>
                  <a:gd name="T53" fmla="*/ 28 h 137"/>
                  <a:gd name="T54" fmla="*/ 57 w 128"/>
                  <a:gd name="T55" fmla="*/ 27 h 137"/>
                  <a:gd name="T56" fmla="*/ 51 w 128"/>
                  <a:gd name="T57" fmla="*/ 26 h 137"/>
                  <a:gd name="T58" fmla="*/ 46 w 128"/>
                  <a:gd name="T59" fmla="*/ 25 h 137"/>
                  <a:gd name="T60" fmla="*/ 42 w 128"/>
                  <a:gd name="T61" fmla="*/ 24 h 137"/>
                  <a:gd name="T62" fmla="*/ 35 w 128"/>
                  <a:gd name="T63" fmla="*/ 16 h 137"/>
                  <a:gd name="T64" fmla="*/ 25 w 128"/>
                  <a:gd name="T65" fmla="*/ 8 h 137"/>
                  <a:gd name="T66" fmla="*/ 15 w 128"/>
                  <a:gd name="T67" fmla="*/ 1 h 1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28" h="137">
                    <a:moveTo>
                      <a:pt x="19" y="0"/>
                    </a:moveTo>
                    <a:lnTo>
                      <a:pt x="19" y="25"/>
                    </a:lnTo>
                    <a:lnTo>
                      <a:pt x="16" y="63"/>
                    </a:lnTo>
                    <a:lnTo>
                      <a:pt x="11" y="101"/>
                    </a:lnTo>
                    <a:lnTo>
                      <a:pt x="0" y="129"/>
                    </a:lnTo>
                    <a:lnTo>
                      <a:pt x="7" y="129"/>
                    </a:lnTo>
                    <a:lnTo>
                      <a:pt x="15" y="129"/>
                    </a:lnTo>
                    <a:lnTo>
                      <a:pt x="23" y="130"/>
                    </a:lnTo>
                    <a:lnTo>
                      <a:pt x="29" y="130"/>
                    </a:lnTo>
                    <a:lnTo>
                      <a:pt x="29" y="128"/>
                    </a:lnTo>
                    <a:lnTo>
                      <a:pt x="25" y="125"/>
                    </a:lnTo>
                    <a:lnTo>
                      <a:pt x="21" y="123"/>
                    </a:lnTo>
                    <a:lnTo>
                      <a:pt x="15" y="121"/>
                    </a:lnTo>
                    <a:lnTo>
                      <a:pt x="23" y="114"/>
                    </a:lnTo>
                    <a:lnTo>
                      <a:pt x="30" y="107"/>
                    </a:lnTo>
                    <a:lnTo>
                      <a:pt x="35" y="101"/>
                    </a:lnTo>
                    <a:lnTo>
                      <a:pt x="37" y="97"/>
                    </a:lnTo>
                    <a:lnTo>
                      <a:pt x="39" y="91"/>
                    </a:lnTo>
                    <a:lnTo>
                      <a:pt x="42" y="81"/>
                    </a:lnTo>
                    <a:lnTo>
                      <a:pt x="44" y="70"/>
                    </a:lnTo>
                    <a:lnTo>
                      <a:pt x="44" y="63"/>
                    </a:lnTo>
                    <a:lnTo>
                      <a:pt x="47" y="60"/>
                    </a:lnTo>
                    <a:lnTo>
                      <a:pt x="51" y="58"/>
                    </a:lnTo>
                    <a:lnTo>
                      <a:pt x="55" y="56"/>
                    </a:lnTo>
                    <a:lnTo>
                      <a:pt x="58" y="58"/>
                    </a:lnTo>
                    <a:lnTo>
                      <a:pt x="62" y="68"/>
                    </a:lnTo>
                    <a:lnTo>
                      <a:pt x="69" y="89"/>
                    </a:lnTo>
                    <a:lnTo>
                      <a:pt x="76" y="110"/>
                    </a:lnTo>
                    <a:lnTo>
                      <a:pt x="80" y="123"/>
                    </a:lnTo>
                    <a:lnTo>
                      <a:pt x="80" y="127"/>
                    </a:lnTo>
                    <a:lnTo>
                      <a:pt x="80" y="130"/>
                    </a:lnTo>
                    <a:lnTo>
                      <a:pt x="78" y="134"/>
                    </a:lnTo>
                    <a:lnTo>
                      <a:pt x="77" y="137"/>
                    </a:lnTo>
                    <a:lnTo>
                      <a:pt x="82" y="137"/>
                    </a:lnTo>
                    <a:lnTo>
                      <a:pt x="87" y="137"/>
                    </a:lnTo>
                    <a:lnTo>
                      <a:pt x="91" y="136"/>
                    </a:lnTo>
                    <a:lnTo>
                      <a:pt x="93" y="137"/>
                    </a:lnTo>
                    <a:lnTo>
                      <a:pt x="95" y="121"/>
                    </a:lnTo>
                    <a:lnTo>
                      <a:pt x="95" y="96"/>
                    </a:lnTo>
                    <a:lnTo>
                      <a:pt x="93" y="71"/>
                    </a:lnTo>
                    <a:lnTo>
                      <a:pt x="91" y="58"/>
                    </a:lnTo>
                    <a:lnTo>
                      <a:pt x="96" y="56"/>
                    </a:lnTo>
                    <a:lnTo>
                      <a:pt x="100" y="56"/>
                    </a:lnTo>
                    <a:lnTo>
                      <a:pt x="106" y="58"/>
                    </a:lnTo>
                    <a:lnTo>
                      <a:pt x="112" y="59"/>
                    </a:lnTo>
                    <a:lnTo>
                      <a:pt x="116" y="61"/>
                    </a:lnTo>
                    <a:lnTo>
                      <a:pt x="121" y="64"/>
                    </a:lnTo>
                    <a:lnTo>
                      <a:pt x="126" y="69"/>
                    </a:lnTo>
                    <a:lnTo>
                      <a:pt x="128" y="75"/>
                    </a:lnTo>
                    <a:lnTo>
                      <a:pt x="128" y="70"/>
                    </a:lnTo>
                    <a:lnTo>
                      <a:pt x="126" y="63"/>
                    </a:lnTo>
                    <a:lnTo>
                      <a:pt x="122" y="56"/>
                    </a:lnTo>
                    <a:lnTo>
                      <a:pt x="116" y="52"/>
                    </a:lnTo>
                    <a:lnTo>
                      <a:pt x="113" y="51"/>
                    </a:lnTo>
                    <a:lnTo>
                      <a:pt x="108" y="49"/>
                    </a:lnTo>
                    <a:lnTo>
                      <a:pt x="104" y="49"/>
                    </a:lnTo>
                    <a:lnTo>
                      <a:pt x="98" y="48"/>
                    </a:lnTo>
                    <a:lnTo>
                      <a:pt x="93" y="47"/>
                    </a:lnTo>
                    <a:lnTo>
                      <a:pt x="88" y="47"/>
                    </a:lnTo>
                    <a:lnTo>
                      <a:pt x="84" y="46"/>
                    </a:lnTo>
                    <a:lnTo>
                      <a:pt x="81" y="45"/>
                    </a:lnTo>
                    <a:lnTo>
                      <a:pt x="77" y="43"/>
                    </a:lnTo>
                    <a:lnTo>
                      <a:pt x="70" y="37"/>
                    </a:lnTo>
                    <a:lnTo>
                      <a:pt x="64" y="30"/>
                    </a:lnTo>
                    <a:lnTo>
                      <a:pt x="54" y="22"/>
                    </a:lnTo>
                    <a:lnTo>
                      <a:pt x="45" y="14"/>
                    </a:lnTo>
                    <a:lnTo>
                      <a:pt x="36" y="7"/>
                    </a:lnTo>
                    <a:lnTo>
                      <a:pt x="27" y="2"/>
                    </a:lnTo>
                    <a:lnTo>
                      <a:pt x="1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5" name="Freeform 36">
                <a:extLst>
                  <a:ext uri="{FF2B5EF4-FFF2-40B4-BE49-F238E27FC236}">
                    <a16:creationId xmlns:a16="http://schemas.microsoft.com/office/drawing/2014/main" id="{48ADEBCA-59E5-4B71-8AED-98A8644731CB}"/>
                  </a:ext>
                </a:extLst>
              </p:cNvPr>
              <p:cNvSpPr>
                <a:spLocks/>
              </p:cNvSpPr>
              <p:nvPr/>
            </p:nvSpPr>
            <p:spPr bwMode="auto">
              <a:xfrm>
                <a:off x="4374" y="2786"/>
                <a:ext cx="49" cy="29"/>
              </a:xfrm>
              <a:custGeom>
                <a:avLst/>
                <a:gdLst>
                  <a:gd name="T0" fmla="*/ 3 w 90"/>
                  <a:gd name="T1" fmla="*/ 1 h 53"/>
                  <a:gd name="T2" fmla="*/ 6 w 90"/>
                  <a:gd name="T3" fmla="*/ 3 h 53"/>
                  <a:gd name="T4" fmla="*/ 8 w 90"/>
                  <a:gd name="T5" fmla="*/ 4 h 53"/>
                  <a:gd name="T6" fmla="*/ 11 w 90"/>
                  <a:gd name="T7" fmla="*/ 7 h 53"/>
                  <a:gd name="T8" fmla="*/ 14 w 90"/>
                  <a:gd name="T9" fmla="*/ 8 h 53"/>
                  <a:gd name="T10" fmla="*/ 16 w 90"/>
                  <a:gd name="T11" fmla="*/ 10 h 53"/>
                  <a:gd name="T12" fmla="*/ 19 w 90"/>
                  <a:gd name="T13" fmla="*/ 11 h 53"/>
                  <a:gd name="T14" fmla="*/ 22 w 90"/>
                  <a:gd name="T15" fmla="*/ 11 h 53"/>
                  <a:gd name="T16" fmla="*/ 23 w 90"/>
                  <a:gd name="T17" fmla="*/ 12 h 53"/>
                  <a:gd name="T18" fmla="*/ 26 w 90"/>
                  <a:gd name="T19" fmla="*/ 12 h 53"/>
                  <a:gd name="T20" fmla="*/ 28 w 90"/>
                  <a:gd name="T21" fmla="*/ 12 h 53"/>
                  <a:gd name="T22" fmla="*/ 32 w 90"/>
                  <a:gd name="T23" fmla="*/ 12 h 53"/>
                  <a:gd name="T24" fmla="*/ 35 w 90"/>
                  <a:gd name="T25" fmla="*/ 11 h 53"/>
                  <a:gd name="T26" fmla="*/ 39 w 90"/>
                  <a:gd name="T27" fmla="*/ 11 h 53"/>
                  <a:gd name="T28" fmla="*/ 42 w 90"/>
                  <a:gd name="T29" fmla="*/ 10 h 53"/>
                  <a:gd name="T30" fmla="*/ 45 w 90"/>
                  <a:gd name="T31" fmla="*/ 8 h 53"/>
                  <a:gd name="T32" fmla="*/ 49 w 90"/>
                  <a:gd name="T33" fmla="*/ 5 h 53"/>
                  <a:gd name="T34" fmla="*/ 47 w 90"/>
                  <a:gd name="T35" fmla="*/ 11 h 53"/>
                  <a:gd name="T36" fmla="*/ 44 w 90"/>
                  <a:gd name="T37" fmla="*/ 18 h 53"/>
                  <a:gd name="T38" fmla="*/ 40 w 90"/>
                  <a:gd name="T39" fmla="*/ 25 h 53"/>
                  <a:gd name="T40" fmla="*/ 39 w 90"/>
                  <a:gd name="T41" fmla="*/ 29 h 53"/>
                  <a:gd name="T42" fmla="*/ 36 w 90"/>
                  <a:gd name="T43" fmla="*/ 28 h 53"/>
                  <a:gd name="T44" fmla="*/ 36 w 90"/>
                  <a:gd name="T45" fmla="*/ 25 h 53"/>
                  <a:gd name="T46" fmla="*/ 38 w 90"/>
                  <a:gd name="T47" fmla="*/ 20 h 53"/>
                  <a:gd name="T48" fmla="*/ 40 w 90"/>
                  <a:gd name="T49" fmla="*/ 15 h 53"/>
                  <a:gd name="T50" fmla="*/ 37 w 90"/>
                  <a:gd name="T51" fmla="*/ 16 h 53"/>
                  <a:gd name="T52" fmla="*/ 35 w 90"/>
                  <a:gd name="T53" fmla="*/ 18 h 53"/>
                  <a:gd name="T54" fmla="*/ 32 w 90"/>
                  <a:gd name="T55" fmla="*/ 19 h 53"/>
                  <a:gd name="T56" fmla="*/ 28 w 90"/>
                  <a:gd name="T57" fmla="*/ 20 h 53"/>
                  <a:gd name="T58" fmla="*/ 24 w 90"/>
                  <a:gd name="T59" fmla="*/ 20 h 53"/>
                  <a:gd name="T60" fmla="*/ 22 w 90"/>
                  <a:gd name="T61" fmla="*/ 21 h 53"/>
                  <a:gd name="T62" fmla="*/ 19 w 90"/>
                  <a:gd name="T63" fmla="*/ 21 h 53"/>
                  <a:gd name="T64" fmla="*/ 16 w 90"/>
                  <a:gd name="T65" fmla="*/ 20 h 53"/>
                  <a:gd name="T66" fmla="*/ 11 w 90"/>
                  <a:gd name="T67" fmla="*/ 18 h 53"/>
                  <a:gd name="T68" fmla="*/ 7 w 90"/>
                  <a:gd name="T69" fmla="*/ 14 h 53"/>
                  <a:gd name="T70" fmla="*/ 3 w 90"/>
                  <a:gd name="T71" fmla="*/ 9 h 53"/>
                  <a:gd name="T72" fmla="*/ 1 w 90"/>
                  <a:gd name="T73" fmla="*/ 5 h 53"/>
                  <a:gd name="T74" fmla="*/ 0 w 90"/>
                  <a:gd name="T75" fmla="*/ 3 h 53"/>
                  <a:gd name="T76" fmla="*/ 0 w 90"/>
                  <a:gd name="T77" fmla="*/ 1 h 53"/>
                  <a:gd name="T78" fmla="*/ 1 w 90"/>
                  <a:gd name="T79" fmla="*/ 0 h 53"/>
                  <a:gd name="T80" fmla="*/ 3 w 90"/>
                  <a:gd name="T81" fmla="*/ 1 h 5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90" h="53">
                    <a:moveTo>
                      <a:pt x="6" y="1"/>
                    </a:moveTo>
                    <a:lnTo>
                      <a:pt x="11" y="5"/>
                    </a:lnTo>
                    <a:lnTo>
                      <a:pt x="15" y="8"/>
                    </a:lnTo>
                    <a:lnTo>
                      <a:pt x="20" y="12"/>
                    </a:lnTo>
                    <a:lnTo>
                      <a:pt x="26" y="15"/>
                    </a:lnTo>
                    <a:lnTo>
                      <a:pt x="30" y="18"/>
                    </a:lnTo>
                    <a:lnTo>
                      <a:pt x="35" y="20"/>
                    </a:lnTo>
                    <a:lnTo>
                      <a:pt x="40" y="21"/>
                    </a:lnTo>
                    <a:lnTo>
                      <a:pt x="43" y="22"/>
                    </a:lnTo>
                    <a:lnTo>
                      <a:pt x="48" y="22"/>
                    </a:lnTo>
                    <a:lnTo>
                      <a:pt x="52" y="22"/>
                    </a:lnTo>
                    <a:lnTo>
                      <a:pt x="58" y="22"/>
                    </a:lnTo>
                    <a:lnTo>
                      <a:pt x="64" y="21"/>
                    </a:lnTo>
                    <a:lnTo>
                      <a:pt x="71" y="20"/>
                    </a:lnTo>
                    <a:lnTo>
                      <a:pt x="78" y="18"/>
                    </a:lnTo>
                    <a:lnTo>
                      <a:pt x="83" y="14"/>
                    </a:lnTo>
                    <a:lnTo>
                      <a:pt x="90" y="10"/>
                    </a:lnTo>
                    <a:lnTo>
                      <a:pt x="86" y="20"/>
                    </a:lnTo>
                    <a:lnTo>
                      <a:pt x="80" y="33"/>
                    </a:lnTo>
                    <a:lnTo>
                      <a:pt x="74" y="45"/>
                    </a:lnTo>
                    <a:lnTo>
                      <a:pt x="72" y="53"/>
                    </a:lnTo>
                    <a:lnTo>
                      <a:pt x="67" y="51"/>
                    </a:lnTo>
                    <a:lnTo>
                      <a:pt x="67" y="45"/>
                    </a:lnTo>
                    <a:lnTo>
                      <a:pt x="70" y="37"/>
                    </a:lnTo>
                    <a:lnTo>
                      <a:pt x="73" y="28"/>
                    </a:lnTo>
                    <a:lnTo>
                      <a:pt x="68" y="30"/>
                    </a:lnTo>
                    <a:lnTo>
                      <a:pt x="64" y="33"/>
                    </a:lnTo>
                    <a:lnTo>
                      <a:pt x="58" y="35"/>
                    </a:lnTo>
                    <a:lnTo>
                      <a:pt x="51" y="36"/>
                    </a:lnTo>
                    <a:lnTo>
                      <a:pt x="45" y="37"/>
                    </a:lnTo>
                    <a:lnTo>
                      <a:pt x="40" y="38"/>
                    </a:lnTo>
                    <a:lnTo>
                      <a:pt x="34" y="38"/>
                    </a:lnTo>
                    <a:lnTo>
                      <a:pt x="29" y="37"/>
                    </a:lnTo>
                    <a:lnTo>
                      <a:pt x="21" y="33"/>
                    </a:lnTo>
                    <a:lnTo>
                      <a:pt x="13" y="25"/>
                    </a:lnTo>
                    <a:lnTo>
                      <a:pt x="6" y="16"/>
                    </a:lnTo>
                    <a:lnTo>
                      <a:pt x="2" y="10"/>
                    </a:lnTo>
                    <a:lnTo>
                      <a:pt x="0" y="5"/>
                    </a:lnTo>
                    <a:lnTo>
                      <a:pt x="0" y="1"/>
                    </a:lnTo>
                    <a:lnTo>
                      <a:pt x="2" y="0"/>
                    </a:lnTo>
                    <a:lnTo>
                      <a:pt x="6"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6" name="Freeform 37">
                <a:extLst>
                  <a:ext uri="{FF2B5EF4-FFF2-40B4-BE49-F238E27FC236}">
                    <a16:creationId xmlns:a16="http://schemas.microsoft.com/office/drawing/2014/main" id="{BB79513A-A589-4516-8115-B639DEEF3FFA}"/>
                  </a:ext>
                </a:extLst>
              </p:cNvPr>
              <p:cNvSpPr>
                <a:spLocks/>
              </p:cNvSpPr>
              <p:nvPr/>
            </p:nvSpPr>
            <p:spPr bwMode="auto">
              <a:xfrm>
                <a:off x="4373" y="3503"/>
                <a:ext cx="37" cy="14"/>
              </a:xfrm>
              <a:custGeom>
                <a:avLst/>
                <a:gdLst>
                  <a:gd name="T0" fmla="*/ 16 w 68"/>
                  <a:gd name="T1" fmla="*/ 0 h 28"/>
                  <a:gd name="T2" fmla="*/ 19 w 68"/>
                  <a:gd name="T3" fmla="*/ 1 h 28"/>
                  <a:gd name="T4" fmla="*/ 22 w 68"/>
                  <a:gd name="T5" fmla="*/ 2 h 28"/>
                  <a:gd name="T6" fmla="*/ 24 w 68"/>
                  <a:gd name="T7" fmla="*/ 3 h 28"/>
                  <a:gd name="T8" fmla="*/ 28 w 68"/>
                  <a:gd name="T9" fmla="*/ 3 h 28"/>
                  <a:gd name="T10" fmla="*/ 30 w 68"/>
                  <a:gd name="T11" fmla="*/ 3 h 28"/>
                  <a:gd name="T12" fmla="*/ 33 w 68"/>
                  <a:gd name="T13" fmla="*/ 3 h 28"/>
                  <a:gd name="T14" fmla="*/ 35 w 68"/>
                  <a:gd name="T15" fmla="*/ 3 h 28"/>
                  <a:gd name="T16" fmla="*/ 37 w 68"/>
                  <a:gd name="T17" fmla="*/ 3 h 28"/>
                  <a:gd name="T18" fmla="*/ 36 w 68"/>
                  <a:gd name="T19" fmla="*/ 4 h 28"/>
                  <a:gd name="T20" fmla="*/ 36 w 68"/>
                  <a:gd name="T21" fmla="*/ 5 h 28"/>
                  <a:gd name="T22" fmla="*/ 36 w 68"/>
                  <a:gd name="T23" fmla="*/ 7 h 28"/>
                  <a:gd name="T24" fmla="*/ 36 w 68"/>
                  <a:gd name="T25" fmla="*/ 8 h 28"/>
                  <a:gd name="T26" fmla="*/ 34 w 68"/>
                  <a:gd name="T27" fmla="*/ 10 h 28"/>
                  <a:gd name="T28" fmla="*/ 31 w 68"/>
                  <a:gd name="T29" fmla="*/ 11 h 28"/>
                  <a:gd name="T30" fmla="*/ 27 w 68"/>
                  <a:gd name="T31" fmla="*/ 12 h 28"/>
                  <a:gd name="T32" fmla="*/ 22 w 68"/>
                  <a:gd name="T33" fmla="*/ 14 h 28"/>
                  <a:gd name="T34" fmla="*/ 17 w 68"/>
                  <a:gd name="T35" fmla="*/ 14 h 28"/>
                  <a:gd name="T36" fmla="*/ 11 w 68"/>
                  <a:gd name="T37" fmla="*/ 14 h 28"/>
                  <a:gd name="T38" fmla="*/ 6 w 68"/>
                  <a:gd name="T39" fmla="*/ 13 h 28"/>
                  <a:gd name="T40" fmla="*/ 0 w 68"/>
                  <a:gd name="T41" fmla="*/ 11 h 28"/>
                  <a:gd name="T42" fmla="*/ 5 w 68"/>
                  <a:gd name="T43" fmla="*/ 11 h 28"/>
                  <a:gd name="T44" fmla="*/ 10 w 68"/>
                  <a:gd name="T45" fmla="*/ 11 h 28"/>
                  <a:gd name="T46" fmla="*/ 14 w 68"/>
                  <a:gd name="T47" fmla="*/ 11 h 28"/>
                  <a:gd name="T48" fmla="*/ 19 w 68"/>
                  <a:gd name="T49" fmla="*/ 10 h 28"/>
                  <a:gd name="T50" fmla="*/ 21 w 68"/>
                  <a:gd name="T51" fmla="*/ 9 h 28"/>
                  <a:gd name="T52" fmla="*/ 24 w 68"/>
                  <a:gd name="T53" fmla="*/ 8 h 28"/>
                  <a:gd name="T54" fmla="*/ 26 w 68"/>
                  <a:gd name="T55" fmla="*/ 7 h 28"/>
                  <a:gd name="T56" fmla="*/ 27 w 68"/>
                  <a:gd name="T57" fmla="*/ 7 h 28"/>
                  <a:gd name="T58" fmla="*/ 26 w 68"/>
                  <a:gd name="T59" fmla="*/ 6 h 28"/>
                  <a:gd name="T60" fmla="*/ 23 w 68"/>
                  <a:gd name="T61" fmla="*/ 3 h 28"/>
                  <a:gd name="T62" fmla="*/ 20 w 68"/>
                  <a:gd name="T63" fmla="*/ 1 h 28"/>
                  <a:gd name="T64" fmla="*/ 16 w 68"/>
                  <a:gd name="T65" fmla="*/ 0 h 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8" h="28">
                    <a:moveTo>
                      <a:pt x="29" y="0"/>
                    </a:moveTo>
                    <a:lnTo>
                      <a:pt x="35" y="1"/>
                    </a:lnTo>
                    <a:lnTo>
                      <a:pt x="41" y="4"/>
                    </a:lnTo>
                    <a:lnTo>
                      <a:pt x="45" y="5"/>
                    </a:lnTo>
                    <a:lnTo>
                      <a:pt x="51" y="5"/>
                    </a:lnTo>
                    <a:lnTo>
                      <a:pt x="56" y="6"/>
                    </a:lnTo>
                    <a:lnTo>
                      <a:pt x="60" y="6"/>
                    </a:lnTo>
                    <a:lnTo>
                      <a:pt x="65" y="6"/>
                    </a:lnTo>
                    <a:lnTo>
                      <a:pt x="68" y="5"/>
                    </a:lnTo>
                    <a:lnTo>
                      <a:pt x="67" y="7"/>
                    </a:lnTo>
                    <a:lnTo>
                      <a:pt x="66" y="9"/>
                    </a:lnTo>
                    <a:lnTo>
                      <a:pt x="66" y="13"/>
                    </a:lnTo>
                    <a:lnTo>
                      <a:pt x="67" y="15"/>
                    </a:lnTo>
                    <a:lnTo>
                      <a:pt x="63" y="19"/>
                    </a:lnTo>
                    <a:lnTo>
                      <a:pt x="57" y="21"/>
                    </a:lnTo>
                    <a:lnTo>
                      <a:pt x="49" y="24"/>
                    </a:lnTo>
                    <a:lnTo>
                      <a:pt x="41" y="27"/>
                    </a:lnTo>
                    <a:lnTo>
                      <a:pt x="31" y="28"/>
                    </a:lnTo>
                    <a:lnTo>
                      <a:pt x="21" y="28"/>
                    </a:lnTo>
                    <a:lnTo>
                      <a:pt x="11" y="25"/>
                    </a:lnTo>
                    <a:lnTo>
                      <a:pt x="0" y="22"/>
                    </a:lnTo>
                    <a:lnTo>
                      <a:pt x="10" y="22"/>
                    </a:lnTo>
                    <a:lnTo>
                      <a:pt x="18" y="22"/>
                    </a:lnTo>
                    <a:lnTo>
                      <a:pt x="26" y="21"/>
                    </a:lnTo>
                    <a:lnTo>
                      <a:pt x="34" y="19"/>
                    </a:lnTo>
                    <a:lnTo>
                      <a:pt x="39" y="17"/>
                    </a:lnTo>
                    <a:lnTo>
                      <a:pt x="44" y="16"/>
                    </a:lnTo>
                    <a:lnTo>
                      <a:pt x="48" y="14"/>
                    </a:lnTo>
                    <a:lnTo>
                      <a:pt x="49" y="13"/>
                    </a:lnTo>
                    <a:lnTo>
                      <a:pt x="48" y="11"/>
                    </a:lnTo>
                    <a:lnTo>
                      <a:pt x="43" y="6"/>
                    </a:lnTo>
                    <a:lnTo>
                      <a:pt x="36" y="2"/>
                    </a:lnTo>
                    <a:lnTo>
                      <a:pt x="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7" name="Freeform 38">
                <a:extLst>
                  <a:ext uri="{FF2B5EF4-FFF2-40B4-BE49-F238E27FC236}">
                    <a16:creationId xmlns:a16="http://schemas.microsoft.com/office/drawing/2014/main" id="{1E77B502-7720-40C1-9DF5-3E7436E5748F}"/>
                  </a:ext>
                </a:extLst>
              </p:cNvPr>
              <p:cNvSpPr>
                <a:spLocks/>
              </p:cNvSpPr>
              <p:nvPr/>
            </p:nvSpPr>
            <p:spPr bwMode="auto">
              <a:xfrm>
                <a:off x="4154" y="3483"/>
                <a:ext cx="65" cy="25"/>
              </a:xfrm>
              <a:custGeom>
                <a:avLst/>
                <a:gdLst>
                  <a:gd name="T0" fmla="*/ 0 w 119"/>
                  <a:gd name="T1" fmla="*/ 25 h 45"/>
                  <a:gd name="T2" fmla="*/ 3 w 119"/>
                  <a:gd name="T3" fmla="*/ 22 h 45"/>
                  <a:gd name="T4" fmla="*/ 7 w 119"/>
                  <a:gd name="T5" fmla="*/ 19 h 45"/>
                  <a:gd name="T6" fmla="*/ 10 w 119"/>
                  <a:gd name="T7" fmla="*/ 17 h 45"/>
                  <a:gd name="T8" fmla="*/ 14 w 119"/>
                  <a:gd name="T9" fmla="*/ 15 h 45"/>
                  <a:gd name="T10" fmla="*/ 16 w 119"/>
                  <a:gd name="T11" fmla="*/ 14 h 45"/>
                  <a:gd name="T12" fmla="*/ 19 w 119"/>
                  <a:gd name="T13" fmla="*/ 14 h 45"/>
                  <a:gd name="T14" fmla="*/ 23 w 119"/>
                  <a:gd name="T15" fmla="*/ 14 h 45"/>
                  <a:gd name="T16" fmla="*/ 28 w 119"/>
                  <a:gd name="T17" fmla="*/ 13 h 45"/>
                  <a:gd name="T18" fmla="*/ 33 w 119"/>
                  <a:gd name="T19" fmla="*/ 13 h 45"/>
                  <a:gd name="T20" fmla="*/ 37 w 119"/>
                  <a:gd name="T21" fmla="*/ 12 h 45"/>
                  <a:gd name="T22" fmla="*/ 41 w 119"/>
                  <a:gd name="T23" fmla="*/ 12 h 45"/>
                  <a:gd name="T24" fmla="*/ 44 w 119"/>
                  <a:gd name="T25" fmla="*/ 12 h 45"/>
                  <a:gd name="T26" fmla="*/ 46 w 119"/>
                  <a:gd name="T27" fmla="*/ 8 h 45"/>
                  <a:gd name="T28" fmla="*/ 49 w 119"/>
                  <a:gd name="T29" fmla="*/ 5 h 45"/>
                  <a:gd name="T30" fmla="*/ 53 w 119"/>
                  <a:gd name="T31" fmla="*/ 2 h 45"/>
                  <a:gd name="T32" fmla="*/ 57 w 119"/>
                  <a:gd name="T33" fmla="*/ 0 h 45"/>
                  <a:gd name="T34" fmla="*/ 60 w 119"/>
                  <a:gd name="T35" fmla="*/ 0 h 45"/>
                  <a:gd name="T36" fmla="*/ 62 w 119"/>
                  <a:gd name="T37" fmla="*/ 1 h 45"/>
                  <a:gd name="T38" fmla="*/ 64 w 119"/>
                  <a:gd name="T39" fmla="*/ 2 h 45"/>
                  <a:gd name="T40" fmla="*/ 65 w 119"/>
                  <a:gd name="T41" fmla="*/ 3 h 45"/>
                  <a:gd name="T42" fmla="*/ 61 w 119"/>
                  <a:gd name="T43" fmla="*/ 4 h 45"/>
                  <a:gd name="T44" fmla="*/ 56 w 119"/>
                  <a:gd name="T45" fmla="*/ 6 h 45"/>
                  <a:gd name="T46" fmla="*/ 52 w 119"/>
                  <a:gd name="T47" fmla="*/ 8 h 45"/>
                  <a:gd name="T48" fmla="*/ 49 w 119"/>
                  <a:gd name="T49" fmla="*/ 11 h 45"/>
                  <a:gd name="T50" fmla="*/ 51 w 119"/>
                  <a:gd name="T51" fmla="*/ 14 h 45"/>
                  <a:gd name="T52" fmla="*/ 52 w 119"/>
                  <a:gd name="T53" fmla="*/ 17 h 45"/>
                  <a:gd name="T54" fmla="*/ 54 w 119"/>
                  <a:gd name="T55" fmla="*/ 20 h 45"/>
                  <a:gd name="T56" fmla="*/ 57 w 119"/>
                  <a:gd name="T57" fmla="*/ 23 h 45"/>
                  <a:gd name="T58" fmla="*/ 53 w 119"/>
                  <a:gd name="T59" fmla="*/ 22 h 45"/>
                  <a:gd name="T60" fmla="*/ 48 w 119"/>
                  <a:gd name="T61" fmla="*/ 19 h 45"/>
                  <a:gd name="T62" fmla="*/ 44 w 119"/>
                  <a:gd name="T63" fmla="*/ 17 h 45"/>
                  <a:gd name="T64" fmla="*/ 41 w 119"/>
                  <a:gd name="T65" fmla="*/ 15 h 45"/>
                  <a:gd name="T66" fmla="*/ 40 w 119"/>
                  <a:gd name="T67" fmla="*/ 16 h 45"/>
                  <a:gd name="T68" fmla="*/ 39 w 119"/>
                  <a:gd name="T69" fmla="*/ 18 h 45"/>
                  <a:gd name="T70" fmla="*/ 40 w 119"/>
                  <a:gd name="T71" fmla="*/ 19 h 45"/>
                  <a:gd name="T72" fmla="*/ 41 w 119"/>
                  <a:gd name="T73" fmla="*/ 21 h 45"/>
                  <a:gd name="T74" fmla="*/ 40 w 119"/>
                  <a:gd name="T75" fmla="*/ 22 h 45"/>
                  <a:gd name="T76" fmla="*/ 39 w 119"/>
                  <a:gd name="T77" fmla="*/ 22 h 45"/>
                  <a:gd name="T78" fmla="*/ 38 w 119"/>
                  <a:gd name="T79" fmla="*/ 23 h 45"/>
                  <a:gd name="T80" fmla="*/ 37 w 119"/>
                  <a:gd name="T81" fmla="*/ 23 h 45"/>
                  <a:gd name="T82" fmla="*/ 34 w 119"/>
                  <a:gd name="T83" fmla="*/ 22 h 45"/>
                  <a:gd name="T84" fmla="*/ 31 w 119"/>
                  <a:gd name="T85" fmla="*/ 21 h 45"/>
                  <a:gd name="T86" fmla="*/ 26 w 119"/>
                  <a:gd name="T87" fmla="*/ 20 h 45"/>
                  <a:gd name="T88" fmla="*/ 22 w 119"/>
                  <a:gd name="T89" fmla="*/ 19 h 45"/>
                  <a:gd name="T90" fmla="*/ 16 w 119"/>
                  <a:gd name="T91" fmla="*/ 20 h 45"/>
                  <a:gd name="T92" fmla="*/ 11 w 119"/>
                  <a:gd name="T93" fmla="*/ 21 h 45"/>
                  <a:gd name="T94" fmla="*/ 5 w 119"/>
                  <a:gd name="T95" fmla="*/ 22 h 45"/>
                  <a:gd name="T96" fmla="*/ 0 w 119"/>
                  <a:gd name="T97" fmla="*/ 25 h 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19" h="45">
                    <a:moveTo>
                      <a:pt x="0" y="45"/>
                    </a:moveTo>
                    <a:lnTo>
                      <a:pt x="6" y="40"/>
                    </a:lnTo>
                    <a:lnTo>
                      <a:pt x="12" y="34"/>
                    </a:lnTo>
                    <a:lnTo>
                      <a:pt x="19" y="30"/>
                    </a:lnTo>
                    <a:lnTo>
                      <a:pt x="25" y="27"/>
                    </a:lnTo>
                    <a:lnTo>
                      <a:pt x="29" y="26"/>
                    </a:lnTo>
                    <a:lnTo>
                      <a:pt x="35" y="26"/>
                    </a:lnTo>
                    <a:lnTo>
                      <a:pt x="43" y="25"/>
                    </a:lnTo>
                    <a:lnTo>
                      <a:pt x="52" y="24"/>
                    </a:lnTo>
                    <a:lnTo>
                      <a:pt x="60" y="23"/>
                    </a:lnTo>
                    <a:lnTo>
                      <a:pt x="68" y="21"/>
                    </a:lnTo>
                    <a:lnTo>
                      <a:pt x="75" y="21"/>
                    </a:lnTo>
                    <a:lnTo>
                      <a:pt x="80" y="21"/>
                    </a:lnTo>
                    <a:lnTo>
                      <a:pt x="85" y="15"/>
                    </a:lnTo>
                    <a:lnTo>
                      <a:pt x="90" y="9"/>
                    </a:lnTo>
                    <a:lnTo>
                      <a:pt x="97" y="3"/>
                    </a:lnTo>
                    <a:lnTo>
                      <a:pt x="104" y="0"/>
                    </a:lnTo>
                    <a:lnTo>
                      <a:pt x="109" y="0"/>
                    </a:lnTo>
                    <a:lnTo>
                      <a:pt x="113" y="2"/>
                    </a:lnTo>
                    <a:lnTo>
                      <a:pt x="117" y="3"/>
                    </a:lnTo>
                    <a:lnTo>
                      <a:pt x="119" y="5"/>
                    </a:lnTo>
                    <a:lnTo>
                      <a:pt x="111" y="8"/>
                    </a:lnTo>
                    <a:lnTo>
                      <a:pt x="103" y="10"/>
                    </a:lnTo>
                    <a:lnTo>
                      <a:pt x="95" y="15"/>
                    </a:lnTo>
                    <a:lnTo>
                      <a:pt x="90" y="19"/>
                    </a:lnTo>
                    <a:lnTo>
                      <a:pt x="93" y="25"/>
                    </a:lnTo>
                    <a:lnTo>
                      <a:pt x="96" y="31"/>
                    </a:lnTo>
                    <a:lnTo>
                      <a:pt x="99" y="36"/>
                    </a:lnTo>
                    <a:lnTo>
                      <a:pt x="105" y="42"/>
                    </a:lnTo>
                    <a:lnTo>
                      <a:pt x="97" y="39"/>
                    </a:lnTo>
                    <a:lnTo>
                      <a:pt x="88" y="34"/>
                    </a:lnTo>
                    <a:lnTo>
                      <a:pt x="80" y="30"/>
                    </a:lnTo>
                    <a:lnTo>
                      <a:pt x="75" y="27"/>
                    </a:lnTo>
                    <a:lnTo>
                      <a:pt x="73" y="28"/>
                    </a:lnTo>
                    <a:lnTo>
                      <a:pt x="72" y="32"/>
                    </a:lnTo>
                    <a:lnTo>
                      <a:pt x="73" y="34"/>
                    </a:lnTo>
                    <a:lnTo>
                      <a:pt x="75" y="38"/>
                    </a:lnTo>
                    <a:lnTo>
                      <a:pt x="73" y="39"/>
                    </a:lnTo>
                    <a:lnTo>
                      <a:pt x="72" y="40"/>
                    </a:lnTo>
                    <a:lnTo>
                      <a:pt x="70" y="41"/>
                    </a:lnTo>
                    <a:lnTo>
                      <a:pt x="67" y="42"/>
                    </a:lnTo>
                    <a:lnTo>
                      <a:pt x="63" y="40"/>
                    </a:lnTo>
                    <a:lnTo>
                      <a:pt x="56" y="38"/>
                    </a:lnTo>
                    <a:lnTo>
                      <a:pt x="48" y="36"/>
                    </a:lnTo>
                    <a:lnTo>
                      <a:pt x="40" y="35"/>
                    </a:lnTo>
                    <a:lnTo>
                      <a:pt x="29" y="36"/>
                    </a:lnTo>
                    <a:lnTo>
                      <a:pt x="20" y="38"/>
                    </a:lnTo>
                    <a:lnTo>
                      <a:pt x="10" y="40"/>
                    </a:lnTo>
                    <a:lnTo>
                      <a:pt x="0" y="45"/>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8" name="Freeform 39">
                <a:extLst>
                  <a:ext uri="{FF2B5EF4-FFF2-40B4-BE49-F238E27FC236}">
                    <a16:creationId xmlns:a16="http://schemas.microsoft.com/office/drawing/2014/main" id="{33F932E5-069A-414D-91A1-ACF442B9948B}"/>
                  </a:ext>
                </a:extLst>
              </p:cNvPr>
              <p:cNvSpPr>
                <a:spLocks/>
              </p:cNvSpPr>
              <p:nvPr/>
            </p:nvSpPr>
            <p:spPr bwMode="auto">
              <a:xfrm>
                <a:off x="4269" y="2393"/>
                <a:ext cx="142" cy="207"/>
              </a:xfrm>
              <a:custGeom>
                <a:avLst/>
                <a:gdLst>
                  <a:gd name="T0" fmla="*/ 137 w 260"/>
                  <a:gd name="T1" fmla="*/ 86 h 380"/>
                  <a:gd name="T2" fmla="*/ 135 w 260"/>
                  <a:gd name="T3" fmla="*/ 78 h 380"/>
                  <a:gd name="T4" fmla="*/ 135 w 260"/>
                  <a:gd name="T5" fmla="*/ 69 h 380"/>
                  <a:gd name="T6" fmla="*/ 133 w 260"/>
                  <a:gd name="T7" fmla="*/ 62 h 380"/>
                  <a:gd name="T8" fmla="*/ 131 w 260"/>
                  <a:gd name="T9" fmla="*/ 56 h 380"/>
                  <a:gd name="T10" fmla="*/ 131 w 260"/>
                  <a:gd name="T11" fmla="*/ 51 h 380"/>
                  <a:gd name="T12" fmla="*/ 129 w 260"/>
                  <a:gd name="T13" fmla="*/ 46 h 380"/>
                  <a:gd name="T14" fmla="*/ 132 w 260"/>
                  <a:gd name="T15" fmla="*/ 44 h 380"/>
                  <a:gd name="T16" fmla="*/ 129 w 260"/>
                  <a:gd name="T17" fmla="*/ 36 h 380"/>
                  <a:gd name="T18" fmla="*/ 120 w 260"/>
                  <a:gd name="T19" fmla="*/ 25 h 380"/>
                  <a:gd name="T20" fmla="*/ 116 w 260"/>
                  <a:gd name="T21" fmla="*/ 21 h 380"/>
                  <a:gd name="T22" fmla="*/ 110 w 260"/>
                  <a:gd name="T23" fmla="*/ 16 h 380"/>
                  <a:gd name="T24" fmla="*/ 102 w 260"/>
                  <a:gd name="T25" fmla="*/ 9 h 380"/>
                  <a:gd name="T26" fmla="*/ 94 w 260"/>
                  <a:gd name="T27" fmla="*/ 4 h 380"/>
                  <a:gd name="T28" fmla="*/ 86 w 260"/>
                  <a:gd name="T29" fmla="*/ 2 h 380"/>
                  <a:gd name="T30" fmla="*/ 76 w 260"/>
                  <a:gd name="T31" fmla="*/ 0 h 380"/>
                  <a:gd name="T32" fmla="*/ 68 w 260"/>
                  <a:gd name="T33" fmla="*/ 1 h 380"/>
                  <a:gd name="T34" fmla="*/ 52 w 260"/>
                  <a:gd name="T35" fmla="*/ 4 h 380"/>
                  <a:gd name="T36" fmla="*/ 37 w 260"/>
                  <a:gd name="T37" fmla="*/ 11 h 380"/>
                  <a:gd name="T38" fmla="*/ 26 w 260"/>
                  <a:gd name="T39" fmla="*/ 20 h 380"/>
                  <a:gd name="T40" fmla="*/ 16 w 260"/>
                  <a:gd name="T41" fmla="*/ 33 h 380"/>
                  <a:gd name="T42" fmla="*/ 12 w 260"/>
                  <a:gd name="T43" fmla="*/ 46 h 380"/>
                  <a:gd name="T44" fmla="*/ 3 w 260"/>
                  <a:gd name="T45" fmla="*/ 58 h 380"/>
                  <a:gd name="T46" fmla="*/ 7 w 260"/>
                  <a:gd name="T47" fmla="*/ 81 h 380"/>
                  <a:gd name="T48" fmla="*/ 4 w 260"/>
                  <a:gd name="T49" fmla="*/ 86 h 380"/>
                  <a:gd name="T50" fmla="*/ 1 w 260"/>
                  <a:gd name="T51" fmla="*/ 93 h 380"/>
                  <a:gd name="T52" fmla="*/ 7 w 260"/>
                  <a:gd name="T53" fmla="*/ 112 h 380"/>
                  <a:gd name="T54" fmla="*/ 8 w 260"/>
                  <a:gd name="T55" fmla="*/ 120 h 380"/>
                  <a:gd name="T56" fmla="*/ 11 w 260"/>
                  <a:gd name="T57" fmla="*/ 128 h 380"/>
                  <a:gd name="T58" fmla="*/ 15 w 260"/>
                  <a:gd name="T59" fmla="*/ 135 h 380"/>
                  <a:gd name="T60" fmla="*/ 21 w 260"/>
                  <a:gd name="T61" fmla="*/ 137 h 380"/>
                  <a:gd name="T62" fmla="*/ 29 w 260"/>
                  <a:gd name="T63" fmla="*/ 167 h 380"/>
                  <a:gd name="T64" fmla="*/ 33 w 260"/>
                  <a:gd name="T65" fmla="*/ 182 h 380"/>
                  <a:gd name="T66" fmla="*/ 39 w 260"/>
                  <a:gd name="T67" fmla="*/ 194 h 380"/>
                  <a:gd name="T68" fmla="*/ 50 w 260"/>
                  <a:gd name="T69" fmla="*/ 203 h 380"/>
                  <a:gd name="T70" fmla="*/ 58 w 260"/>
                  <a:gd name="T71" fmla="*/ 206 h 380"/>
                  <a:gd name="T72" fmla="*/ 67 w 260"/>
                  <a:gd name="T73" fmla="*/ 207 h 380"/>
                  <a:gd name="T74" fmla="*/ 74 w 260"/>
                  <a:gd name="T75" fmla="*/ 207 h 380"/>
                  <a:gd name="T76" fmla="*/ 82 w 260"/>
                  <a:gd name="T77" fmla="*/ 206 h 380"/>
                  <a:gd name="T78" fmla="*/ 88 w 260"/>
                  <a:gd name="T79" fmla="*/ 204 h 380"/>
                  <a:gd name="T80" fmla="*/ 99 w 260"/>
                  <a:gd name="T81" fmla="*/ 197 h 380"/>
                  <a:gd name="T82" fmla="*/ 111 w 260"/>
                  <a:gd name="T83" fmla="*/ 186 h 380"/>
                  <a:gd name="T84" fmla="*/ 119 w 260"/>
                  <a:gd name="T85" fmla="*/ 155 h 380"/>
                  <a:gd name="T86" fmla="*/ 121 w 260"/>
                  <a:gd name="T87" fmla="*/ 142 h 380"/>
                  <a:gd name="T88" fmla="*/ 128 w 260"/>
                  <a:gd name="T89" fmla="*/ 136 h 380"/>
                  <a:gd name="T90" fmla="*/ 133 w 260"/>
                  <a:gd name="T91" fmla="*/ 131 h 380"/>
                  <a:gd name="T92" fmla="*/ 135 w 260"/>
                  <a:gd name="T93" fmla="*/ 125 h 380"/>
                  <a:gd name="T94" fmla="*/ 139 w 260"/>
                  <a:gd name="T95" fmla="*/ 116 h 380"/>
                  <a:gd name="T96" fmla="*/ 141 w 260"/>
                  <a:gd name="T97" fmla="*/ 108 h 380"/>
                  <a:gd name="T98" fmla="*/ 142 w 260"/>
                  <a:gd name="T99" fmla="*/ 101 h 380"/>
                  <a:gd name="T100" fmla="*/ 139 w 260"/>
                  <a:gd name="T101" fmla="*/ 97 h 380"/>
                  <a:gd name="T102" fmla="*/ 139 w 260"/>
                  <a:gd name="T103" fmla="*/ 94 h 3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60" h="380">
                    <a:moveTo>
                      <a:pt x="254" y="170"/>
                    </a:moveTo>
                    <a:lnTo>
                      <a:pt x="252" y="164"/>
                    </a:lnTo>
                    <a:lnTo>
                      <a:pt x="250" y="158"/>
                    </a:lnTo>
                    <a:lnTo>
                      <a:pt x="248" y="152"/>
                    </a:lnTo>
                    <a:lnTo>
                      <a:pt x="247" y="148"/>
                    </a:lnTo>
                    <a:lnTo>
                      <a:pt x="247" y="143"/>
                    </a:lnTo>
                    <a:lnTo>
                      <a:pt x="247" y="136"/>
                    </a:lnTo>
                    <a:lnTo>
                      <a:pt x="247" y="130"/>
                    </a:lnTo>
                    <a:lnTo>
                      <a:pt x="247" y="126"/>
                    </a:lnTo>
                    <a:lnTo>
                      <a:pt x="247" y="121"/>
                    </a:lnTo>
                    <a:lnTo>
                      <a:pt x="244" y="117"/>
                    </a:lnTo>
                    <a:lnTo>
                      <a:pt x="243" y="113"/>
                    </a:lnTo>
                    <a:lnTo>
                      <a:pt x="242" y="110"/>
                    </a:lnTo>
                    <a:lnTo>
                      <a:pt x="241" y="106"/>
                    </a:lnTo>
                    <a:lnTo>
                      <a:pt x="240" y="103"/>
                    </a:lnTo>
                    <a:lnTo>
                      <a:pt x="240" y="99"/>
                    </a:lnTo>
                    <a:lnTo>
                      <a:pt x="240" y="96"/>
                    </a:lnTo>
                    <a:lnTo>
                      <a:pt x="240" y="94"/>
                    </a:lnTo>
                    <a:lnTo>
                      <a:pt x="239" y="90"/>
                    </a:lnTo>
                    <a:lnTo>
                      <a:pt x="237" y="88"/>
                    </a:lnTo>
                    <a:lnTo>
                      <a:pt x="236" y="84"/>
                    </a:lnTo>
                    <a:lnTo>
                      <a:pt x="239" y="83"/>
                    </a:lnTo>
                    <a:lnTo>
                      <a:pt x="240" y="82"/>
                    </a:lnTo>
                    <a:lnTo>
                      <a:pt x="242" y="81"/>
                    </a:lnTo>
                    <a:lnTo>
                      <a:pt x="242" y="79"/>
                    </a:lnTo>
                    <a:lnTo>
                      <a:pt x="240" y="74"/>
                    </a:lnTo>
                    <a:lnTo>
                      <a:pt x="236" y="67"/>
                    </a:lnTo>
                    <a:lnTo>
                      <a:pt x="230" y="58"/>
                    </a:lnTo>
                    <a:lnTo>
                      <a:pt x="224" y="50"/>
                    </a:lnTo>
                    <a:lnTo>
                      <a:pt x="220" y="46"/>
                    </a:lnTo>
                    <a:lnTo>
                      <a:pt x="218" y="43"/>
                    </a:lnTo>
                    <a:lnTo>
                      <a:pt x="215" y="41"/>
                    </a:lnTo>
                    <a:lnTo>
                      <a:pt x="213" y="39"/>
                    </a:lnTo>
                    <a:lnTo>
                      <a:pt x="210" y="36"/>
                    </a:lnTo>
                    <a:lnTo>
                      <a:pt x="205" y="33"/>
                    </a:lnTo>
                    <a:lnTo>
                      <a:pt x="201" y="29"/>
                    </a:lnTo>
                    <a:lnTo>
                      <a:pt x="196" y="24"/>
                    </a:lnTo>
                    <a:lnTo>
                      <a:pt x="190" y="21"/>
                    </a:lnTo>
                    <a:lnTo>
                      <a:pt x="186" y="16"/>
                    </a:lnTo>
                    <a:lnTo>
                      <a:pt x="181" y="13"/>
                    </a:lnTo>
                    <a:lnTo>
                      <a:pt x="177" y="11"/>
                    </a:lnTo>
                    <a:lnTo>
                      <a:pt x="173" y="8"/>
                    </a:lnTo>
                    <a:lnTo>
                      <a:pt x="168" y="7"/>
                    </a:lnTo>
                    <a:lnTo>
                      <a:pt x="162" y="5"/>
                    </a:lnTo>
                    <a:lnTo>
                      <a:pt x="157" y="4"/>
                    </a:lnTo>
                    <a:lnTo>
                      <a:pt x="151" y="3"/>
                    </a:lnTo>
                    <a:lnTo>
                      <a:pt x="144" y="1"/>
                    </a:lnTo>
                    <a:lnTo>
                      <a:pt x="139" y="0"/>
                    </a:lnTo>
                    <a:lnTo>
                      <a:pt x="135" y="0"/>
                    </a:lnTo>
                    <a:lnTo>
                      <a:pt x="131" y="0"/>
                    </a:lnTo>
                    <a:lnTo>
                      <a:pt x="124" y="1"/>
                    </a:lnTo>
                    <a:lnTo>
                      <a:pt x="116" y="3"/>
                    </a:lnTo>
                    <a:lnTo>
                      <a:pt x="106" y="5"/>
                    </a:lnTo>
                    <a:lnTo>
                      <a:pt x="96" y="7"/>
                    </a:lnTo>
                    <a:lnTo>
                      <a:pt x="85" y="11"/>
                    </a:lnTo>
                    <a:lnTo>
                      <a:pt x="76" y="15"/>
                    </a:lnTo>
                    <a:lnTo>
                      <a:pt x="67" y="20"/>
                    </a:lnTo>
                    <a:lnTo>
                      <a:pt x="61" y="24"/>
                    </a:lnTo>
                    <a:lnTo>
                      <a:pt x="54" y="30"/>
                    </a:lnTo>
                    <a:lnTo>
                      <a:pt x="47" y="37"/>
                    </a:lnTo>
                    <a:lnTo>
                      <a:pt x="40" y="44"/>
                    </a:lnTo>
                    <a:lnTo>
                      <a:pt x="35" y="53"/>
                    </a:lnTo>
                    <a:lnTo>
                      <a:pt x="30" y="61"/>
                    </a:lnTo>
                    <a:lnTo>
                      <a:pt x="27" y="71"/>
                    </a:lnTo>
                    <a:lnTo>
                      <a:pt x="25" y="80"/>
                    </a:lnTo>
                    <a:lnTo>
                      <a:pt x="22" y="84"/>
                    </a:lnTo>
                    <a:lnTo>
                      <a:pt x="17" y="91"/>
                    </a:lnTo>
                    <a:lnTo>
                      <a:pt x="12" y="99"/>
                    </a:lnTo>
                    <a:lnTo>
                      <a:pt x="6" y="107"/>
                    </a:lnTo>
                    <a:lnTo>
                      <a:pt x="5" y="118"/>
                    </a:lnTo>
                    <a:lnTo>
                      <a:pt x="8" y="133"/>
                    </a:lnTo>
                    <a:lnTo>
                      <a:pt x="13" y="148"/>
                    </a:lnTo>
                    <a:lnTo>
                      <a:pt x="17" y="159"/>
                    </a:lnTo>
                    <a:lnTo>
                      <a:pt x="13" y="157"/>
                    </a:lnTo>
                    <a:lnTo>
                      <a:pt x="7" y="157"/>
                    </a:lnTo>
                    <a:lnTo>
                      <a:pt x="2" y="159"/>
                    </a:lnTo>
                    <a:lnTo>
                      <a:pt x="0" y="163"/>
                    </a:lnTo>
                    <a:lnTo>
                      <a:pt x="1" y="171"/>
                    </a:lnTo>
                    <a:lnTo>
                      <a:pt x="6" y="185"/>
                    </a:lnTo>
                    <a:lnTo>
                      <a:pt x="9" y="197"/>
                    </a:lnTo>
                    <a:lnTo>
                      <a:pt x="12" y="205"/>
                    </a:lnTo>
                    <a:lnTo>
                      <a:pt x="12" y="210"/>
                    </a:lnTo>
                    <a:lnTo>
                      <a:pt x="13" y="215"/>
                    </a:lnTo>
                    <a:lnTo>
                      <a:pt x="14" y="220"/>
                    </a:lnTo>
                    <a:lnTo>
                      <a:pt x="15" y="225"/>
                    </a:lnTo>
                    <a:lnTo>
                      <a:pt x="17" y="229"/>
                    </a:lnTo>
                    <a:lnTo>
                      <a:pt x="20" y="235"/>
                    </a:lnTo>
                    <a:lnTo>
                      <a:pt x="23" y="241"/>
                    </a:lnTo>
                    <a:lnTo>
                      <a:pt x="24" y="246"/>
                    </a:lnTo>
                    <a:lnTo>
                      <a:pt x="27" y="248"/>
                    </a:lnTo>
                    <a:lnTo>
                      <a:pt x="30" y="250"/>
                    </a:lnTo>
                    <a:lnTo>
                      <a:pt x="35" y="250"/>
                    </a:lnTo>
                    <a:lnTo>
                      <a:pt x="39" y="251"/>
                    </a:lnTo>
                    <a:lnTo>
                      <a:pt x="42" y="267"/>
                    </a:lnTo>
                    <a:lnTo>
                      <a:pt x="47" y="286"/>
                    </a:lnTo>
                    <a:lnTo>
                      <a:pt x="53" y="306"/>
                    </a:lnTo>
                    <a:lnTo>
                      <a:pt x="57" y="318"/>
                    </a:lnTo>
                    <a:lnTo>
                      <a:pt x="59" y="326"/>
                    </a:lnTo>
                    <a:lnTo>
                      <a:pt x="61" y="334"/>
                    </a:lnTo>
                    <a:lnTo>
                      <a:pt x="65" y="342"/>
                    </a:lnTo>
                    <a:lnTo>
                      <a:pt x="68" y="350"/>
                    </a:lnTo>
                    <a:lnTo>
                      <a:pt x="71" y="356"/>
                    </a:lnTo>
                    <a:lnTo>
                      <a:pt x="77" y="363"/>
                    </a:lnTo>
                    <a:lnTo>
                      <a:pt x="84" y="369"/>
                    </a:lnTo>
                    <a:lnTo>
                      <a:pt x="91" y="373"/>
                    </a:lnTo>
                    <a:lnTo>
                      <a:pt x="96" y="375"/>
                    </a:lnTo>
                    <a:lnTo>
                      <a:pt x="101" y="377"/>
                    </a:lnTo>
                    <a:lnTo>
                      <a:pt x="106" y="378"/>
                    </a:lnTo>
                    <a:lnTo>
                      <a:pt x="112" y="378"/>
                    </a:lnTo>
                    <a:lnTo>
                      <a:pt x="116" y="379"/>
                    </a:lnTo>
                    <a:lnTo>
                      <a:pt x="122" y="380"/>
                    </a:lnTo>
                    <a:lnTo>
                      <a:pt x="127" y="380"/>
                    </a:lnTo>
                    <a:lnTo>
                      <a:pt x="131" y="380"/>
                    </a:lnTo>
                    <a:lnTo>
                      <a:pt x="136" y="380"/>
                    </a:lnTo>
                    <a:lnTo>
                      <a:pt x="141" y="380"/>
                    </a:lnTo>
                    <a:lnTo>
                      <a:pt x="145" y="379"/>
                    </a:lnTo>
                    <a:lnTo>
                      <a:pt x="150" y="378"/>
                    </a:lnTo>
                    <a:lnTo>
                      <a:pt x="154" y="377"/>
                    </a:lnTo>
                    <a:lnTo>
                      <a:pt x="158" y="376"/>
                    </a:lnTo>
                    <a:lnTo>
                      <a:pt x="162" y="375"/>
                    </a:lnTo>
                    <a:lnTo>
                      <a:pt x="167" y="372"/>
                    </a:lnTo>
                    <a:lnTo>
                      <a:pt x="175" y="368"/>
                    </a:lnTo>
                    <a:lnTo>
                      <a:pt x="182" y="362"/>
                    </a:lnTo>
                    <a:lnTo>
                      <a:pt x="188" y="357"/>
                    </a:lnTo>
                    <a:lnTo>
                      <a:pt x="194" y="353"/>
                    </a:lnTo>
                    <a:lnTo>
                      <a:pt x="204" y="341"/>
                    </a:lnTo>
                    <a:lnTo>
                      <a:pt x="212" y="325"/>
                    </a:lnTo>
                    <a:lnTo>
                      <a:pt x="217" y="306"/>
                    </a:lnTo>
                    <a:lnTo>
                      <a:pt x="217" y="284"/>
                    </a:lnTo>
                    <a:lnTo>
                      <a:pt x="218" y="278"/>
                    </a:lnTo>
                    <a:lnTo>
                      <a:pt x="220" y="270"/>
                    </a:lnTo>
                    <a:lnTo>
                      <a:pt x="221" y="261"/>
                    </a:lnTo>
                    <a:lnTo>
                      <a:pt x="222" y="253"/>
                    </a:lnTo>
                    <a:lnTo>
                      <a:pt x="228" y="251"/>
                    </a:lnTo>
                    <a:lnTo>
                      <a:pt x="234" y="249"/>
                    </a:lnTo>
                    <a:lnTo>
                      <a:pt x="240" y="247"/>
                    </a:lnTo>
                    <a:lnTo>
                      <a:pt x="243" y="244"/>
                    </a:lnTo>
                    <a:lnTo>
                      <a:pt x="244" y="241"/>
                    </a:lnTo>
                    <a:lnTo>
                      <a:pt x="247" y="236"/>
                    </a:lnTo>
                    <a:lnTo>
                      <a:pt x="248" y="232"/>
                    </a:lnTo>
                    <a:lnTo>
                      <a:pt x="248" y="229"/>
                    </a:lnTo>
                    <a:lnTo>
                      <a:pt x="249" y="225"/>
                    </a:lnTo>
                    <a:lnTo>
                      <a:pt x="251" y="219"/>
                    </a:lnTo>
                    <a:lnTo>
                      <a:pt x="254" y="213"/>
                    </a:lnTo>
                    <a:lnTo>
                      <a:pt x="255" y="209"/>
                    </a:lnTo>
                    <a:lnTo>
                      <a:pt x="257" y="204"/>
                    </a:lnTo>
                    <a:lnTo>
                      <a:pt x="259" y="198"/>
                    </a:lnTo>
                    <a:lnTo>
                      <a:pt x="260" y="193"/>
                    </a:lnTo>
                    <a:lnTo>
                      <a:pt x="260" y="188"/>
                    </a:lnTo>
                    <a:lnTo>
                      <a:pt x="260" y="186"/>
                    </a:lnTo>
                    <a:lnTo>
                      <a:pt x="259" y="182"/>
                    </a:lnTo>
                    <a:lnTo>
                      <a:pt x="257" y="180"/>
                    </a:lnTo>
                    <a:lnTo>
                      <a:pt x="254" y="178"/>
                    </a:lnTo>
                    <a:lnTo>
                      <a:pt x="254" y="175"/>
                    </a:lnTo>
                    <a:lnTo>
                      <a:pt x="254" y="173"/>
                    </a:lnTo>
                    <a:lnTo>
                      <a:pt x="254" y="172"/>
                    </a:lnTo>
                    <a:lnTo>
                      <a:pt x="254" y="17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49" name="Freeform 40">
                <a:extLst>
                  <a:ext uri="{FF2B5EF4-FFF2-40B4-BE49-F238E27FC236}">
                    <a16:creationId xmlns:a16="http://schemas.microsoft.com/office/drawing/2014/main" id="{31751349-BAE8-4033-AEFC-D9DB1C16A6EC}"/>
                  </a:ext>
                </a:extLst>
              </p:cNvPr>
              <p:cNvSpPr>
                <a:spLocks/>
              </p:cNvSpPr>
              <p:nvPr/>
            </p:nvSpPr>
            <p:spPr bwMode="auto">
              <a:xfrm>
                <a:off x="4282" y="2402"/>
                <a:ext cx="35" cy="36"/>
              </a:xfrm>
              <a:custGeom>
                <a:avLst/>
                <a:gdLst>
                  <a:gd name="T0" fmla="*/ 0 w 64"/>
                  <a:gd name="T1" fmla="*/ 31 h 65"/>
                  <a:gd name="T2" fmla="*/ 2 w 64"/>
                  <a:gd name="T3" fmla="*/ 27 h 65"/>
                  <a:gd name="T4" fmla="*/ 2 w 64"/>
                  <a:gd name="T5" fmla="*/ 24 h 65"/>
                  <a:gd name="T6" fmla="*/ 3 w 64"/>
                  <a:gd name="T7" fmla="*/ 22 h 65"/>
                  <a:gd name="T8" fmla="*/ 5 w 64"/>
                  <a:gd name="T9" fmla="*/ 18 h 65"/>
                  <a:gd name="T10" fmla="*/ 10 w 64"/>
                  <a:gd name="T11" fmla="*/ 12 h 65"/>
                  <a:gd name="T12" fmla="*/ 15 w 64"/>
                  <a:gd name="T13" fmla="*/ 6 h 65"/>
                  <a:gd name="T14" fmla="*/ 20 w 64"/>
                  <a:gd name="T15" fmla="*/ 2 h 65"/>
                  <a:gd name="T16" fmla="*/ 26 w 64"/>
                  <a:gd name="T17" fmla="*/ 1 h 65"/>
                  <a:gd name="T18" fmla="*/ 33 w 64"/>
                  <a:gd name="T19" fmla="*/ 2 h 65"/>
                  <a:gd name="T20" fmla="*/ 33 w 64"/>
                  <a:gd name="T21" fmla="*/ 6 h 65"/>
                  <a:gd name="T22" fmla="*/ 30 w 64"/>
                  <a:gd name="T23" fmla="*/ 14 h 65"/>
                  <a:gd name="T24" fmla="*/ 26 w 64"/>
                  <a:gd name="T25" fmla="*/ 17 h 65"/>
                  <a:gd name="T26" fmla="*/ 18 w 64"/>
                  <a:gd name="T27" fmla="*/ 13 h 65"/>
                  <a:gd name="T28" fmla="*/ 14 w 64"/>
                  <a:gd name="T29" fmla="*/ 13 h 65"/>
                  <a:gd name="T30" fmla="*/ 11 w 64"/>
                  <a:gd name="T31" fmla="*/ 15 h 65"/>
                  <a:gd name="T32" fmla="*/ 15 w 64"/>
                  <a:gd name="T33" fmla="*/ 17 h 65"/>
                  <a:gd name="T34" fmla="*/ 25 w 64"/>
                  <a:gd name="T35" fmla="*/ 21 h 65"/>
                  <a:gd name="T36" fmla="*/ 28 w 64"/>
                  <a:gd name="T37" fmla="*/ 25 h 65"/>
                  <a:gd name="T38" fmla="*/ 27 w 64"/>
                  <a:gd name="T39" fmla="*/ 30 h 65"/>
                  <a:gd name="T40" fmla="*/ 23 w 64"/>
                  <a:gd name="T41" fmla="*/ 32 h 65"/>
                  <a:gd name="T42" fmla="*/ 18 w 64"/>
                  <a:gd name="T43" fmla="*/ 29 h 65"/>
                  <a:gd name="T44" fmla="*/ 10 w 64"/>
                  <a:gd name="T45" fmla="*/ 25 h 65"/>
                  <a:gd name="T46" fmla="*/ 5 w 64"/>
                  <a:gd name="T47" fmla="*/ 23 h 65"/>
                  <a:gd name="T48" fmla="*/ 3 w 64"/>
                  <a:gd name="T49" fmla="*/ 22 h 65"/>
                  <a:gd name="T50" fmla="*/ 2 w 64"/>
                  <a:gd name="T51" fmla="*/ 24 h 65"/>
                  <a:gd name="T52" fmla="*/ 6 w 64"/>
                  <a:gd name="T53" fmla="*/ 27 h 65"/>
                  <a:gd name="T54" fmla="*/ 15 w 64"/>
                  <a:gd name="T55" fmla="*/ 33 h 65"/>
                  <a:gd name="T56" fmla="*/ 16 w 64"/>
                  <a:gd name="T57" fmla="*/ 35 h 65"/>
                  <a:gd name="T58" fmla="*/ 11 w 64"/>
                  <a:gd name="T59" fmla="*/ 36 h 65"/>
                  <a:gd name="T60" fmla="*/ 8 w 64"/>
                  <a:gd name="T61" fmla="*/ 35 h 65"/>
                  <a:gd name="T62" fmla="*/ 3 w 64"/>
                  <a:gd name="T63" fmla="*/ 34 h 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 h="65">
                    <a:moveTo>
                      <a:pt x="0" y="60"/>
                    </a:moveTo>
                    <a:lnTo>
                      <a:pt x="0" y="56"/>
                    </a:lnTo>
                    <a:lnTo>
                      <a:pt x="2" y="53"/>
                    </a:lnTo>
                    <a:lnTo>
                      <a:pt x="3" y="49"/>
                    </a:lnTo>
                    <a:lnTo>
                      <a:pt x="4" y="46"/>
                    </a:lnTo>
                    <a:lnTo>
                      <a:pt x="4" y="44"/>
                    </a:lnTo>
                    <a:lnTo>
                      <a:pt x="5" y="42"/>
                    </a:lnTo>
                    <a:lnTo>
                      <a:pt x="5" y="40"/>
                    </a:lnTo>
                    <a:lnTo>
                      <a:pt x="6" y="39"/>
                    </a:lnTo>
                    <a:lnTo>
                      <a:pt x="10" y="33"/>
                    </a:lnTo>
                    <a:lnTo>
                      <a:pt x="14" y="27"/>
                    </a:lnTo>
                    <a:lnTo>
                      <a:pt x="19" y="22"/>
                    </a:lnTo>
                    <a:lnTo>
                      <a:pt x="23" y="16"/>
                    </a:lnTo>
                    <a:lnTo>
                      <a:pt x="28" y="11"/>
                    </a:lnTo>
                    <a:lnTo>
                      <a:pt x="33" y="7"/>
                    </a:lnTo>
                    <a:lnTo>
                      <a:pt x="37" y="3"/>
                    </a:lnTo>
                    <a:lnTo>
                      <a:pt x="42" y="0"/>
                    </a:lnTo>
                    <a:lnTo>
                      <a:pt x="48" y="1"/>
                    </a:lnTo>
                    <a:lnTo>
                      <a:pt x="55" y="3"/>
                    </a:lnTo>
                    <a:lnTo>
                      <a:pt x="60" y="4"/>
                    </a:lnTo>
                    <a:lnTo>
                      <a:pt x="64" y="7"/>
                    </a:lnTo>
                    <a:lnTo>
                      <a:pt x="60" y="11"/>
                    </a:lnTo>
                    <a:lnTo>
                      <a:pt x="57" y="18"/>
                    </a:lnTo>
                    <a:lnTo>
                      <a:pt x="55" y="26"/>
                    </a:lnTo>
                    <a:lnTo>
                      <a:pt x="53" y="34"/>
                    </a:lnTo>
                    <a:lnTo>
                      <a:pt x="48" y="30"/>
                    </a:lnTo>
                    <a:lnTo>
                      <a:pt x="41" y="26"/>
                    </a:lnTo>
                    <a:lnTo>
                      <a:pt x="33" y="23"/>
                    </a:lnTo>
                    <a:lnTo>
                      <a:pt x="27" y="22"/>
                    </a:lnTo>
                    <a:lnTo>
                      <a:pt x="25" y="24"/>
                    </a:lnTo>
                    <a:lnTo>
                      <a:pt x="21" y="25"/>
                    </a:lnTo>
                    <a:lnTo>
                      <a:pt x="20" y="27"/>
                    </a:lnTo>
                    <a:lnTo>
                      <a:pt x="20" y="31"/>
                    </a:lnTo>
                    <a:lnTo>
                      <a:pt x="28" y="31"/>
                    </a:lnTo>
                    <a:lnTo>
                      <a:pt x="37" y="34"/>
                    </a:lnTo>
                    <a:lnTo>
                      <a:pt x="46" y="38"/>
                    </a:lnTo>
                    <a:lnTo>
                      <a:pt x="52" y="41"/>
                    </a:lnTo>
                    <a:lnTo>
                      <a:pt x="52" y="46"/>
                    </a:lnTo>
                    <a:lnTo>
                      <a:pt x="51" y="51"/>
                    </a:lnTo>
                    <a:lnTo>
                      <a:pt x="49" y="55"/>
                    </a:lnTo>
                    <a:lnTo>
                      <a:pt x="45" y="60"/>
                    </a:lnTo>
                    <a:lnTo>
                      <a:pt x="42" y="57"/>
                    </a:lnTo>
                    <a:lnTo>
                      <a:pt x="37" y="55"/>
                    </a:lnTo>
                    <a:lnTo>
                      <a:pt x="32" y="53"/>
                    </a:lnTo>
                    <a:lnTo>
                      <a:pt x="26" y="49"/>
                    </a:lnTo>
                    <a:lnTo>
                      <a:pt x="19" y="46"/>
                    </a:lnTo>
                    <a:lnTo>
                      <a:pt x="14" y="44"/>
                    </a:lnTo>
                    <a:lnTo>
                      <a:pt x="10" y="41"/>
                    </a:lnTo>
                    <a:lnTo>
                      <a:pt x="6" y="39"/>
                    </a:lnTo>
                    <a:lnTo>
                      <a:pt x="5" y="40"/>
                    </a:lnTo>
                    <a:lnTo>
                      <a:pt x="5" y="42"/>
                    </a:lnTo>
                    <a:lnTo>
                      <a:pt x="4" y="44"/>
                    </a:lnTo>
                    <a:lnTo>
                      <a:pt x="4" y="46"/>
                    </a:lnTo>
                    <a:lnTo>
                      <a:pt x="11" y="49"/>
                    </a:lnTo>
                    <a:lnTo>
                      <a:pt x="20" y="54"/>
                    </a:lnTo>
                    <a:lnTo>
                      <a:pt x="28" y="59"/>
                    </a:lnTo>
                    <a:lnTo>
                      <a:pt x="35" y="62"/>
                    </a:lnTo>
                    <a:lnTo>
                      <a:pt x="29" y="63"/>
                    </a:lnTo>
                    <a:lnTo>
                      <a:pt x="25" y="64"/>
                    </a:lnTo>
                    <a:lnTo>
                      <a:pt x="21" y="65"/>
                    </a:lnTo>
                    <a:lnTo>
                      <a:pt x="18" y="64"/>
                    </a:lnTo>
                    <a:lnTo>
                      <a:pt x="14" y="63"/>
                    </a:lnTo>
                    <a:lnTo>
                      <a:pt x="10" y="62"/>
                    </a:lnTo>
                    <a:lnTo>
                      <a:pt x="5" y="61"/>
                    </a:lnTo>
                    <a:lnTo>
                      <a:pt x="0"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0" name="Freeform 41">
                <a:extLst>
                  <a:ext uri="{FF2B5EF4-FFF2-40B4-BE49-F238E27FC236}">
                    <a16:creationId xmlns:a16="http://schemas.microsoft.com/office/drawing/2014/main" id="{D4D227B1-2591-47AF-AFDE-2D776D6186DF}"/>
                  </a:ext>
                </a:extLst>
              </p:cNvPr>
              <p:cNvSpPr>
                <a:spLocks/>
              </p:cNvSpPr>
              <p:nvPr/>
            </p:nvSpPr>
            <p:spPr bwMode="auto">
              <a:xfrm>
                <a:off x="4412" y="2745"/>
                <a:ext cx="20" cy="73"/>
              </a:xfrm>
              <a:custGeom>
                <a:avLst/>
                <a:gdLst>
                  <a:gd name="T0" fmla="*/ 20 w 36"/>
                  <a:gd name="T1" fmla="*/ 1 h 131"/>
                  <a:gd name="T2" fmla="*/ 20 w 36"/>
                  <a:gd name="T3" fmla="*/ 15 h 131"/>
                  <a:gd name="T4" fmla="*/ 18 w 36"/>
                  <a:gd name="T5" fmla="*/ 36 h 131"/>
                  <a:gd name="T6" fmla="*/ 16 w 36"/>
                  <a:gd name="T7" fmla="*/ 57 h 131"/>
                  <a:gd name="T8" fmla="*/ 9 w 36"/>
                  <a:gd name="T9" fmla="*/ 73 h 131"/>
                  <a:gd name="T10" fmla="*/ 8 w 36"/>
                  <a:gd name="T11" fmla="*/ 73 h 131"/>
                  <a:gd name="T12" fmla="*/ 5 w 36"/>
                  <a:gd name="T13" fmla="*/ 72 h 131"/>
                  <a:gd name="T14" fmla="*/ 2 w 36"/>
                  <a:gd name="T15" fmla="*/ 71 h 131"/>
                  <a:gd name="T16" fmla="*/ 0 w 36"/>
                  <a:gd name="T17" fmla="*/ 70 h 131"/>
                  <a:gd name="T18" fmla="*/ 1 w 36"/>
                  <a:gd name="T19" fmla="*/ 66 h 131"/>
                  <a:gd name="T20" fmla="*/ 4 w 36"/>
                  <a:gd name="T21" fmla="*/ 59 h 131"/>
                  <a:gd name="T22" fmla="*/ 8 w 36"/>
                  <a:gd name="T23" fmla="*/ 52 h 131"/>
                  <a:gd name="T24" fmla="*/ 10 w 36"/>
                  <a:gd name="T25" fmla="*/ 46 h 131"/>
                  <a:gd name="T26" fmla="*/ 12 w 36"/>
                  <a:gd name="T27" fmla="*/ 41 h 131"/>
                  <a:gd name="T28" fmla="*/ 13 w 36"/>
                  <a:gd name="T29" fmla="*/ 36 h 131"/>
                  <a:gd name="T30" fmla="*/ 14 w 36"/>
                  <a:gd name="T31" fmla="*/ 30 h 131"/>
                  <a:gd name="T32" fmla="*/ 14 w 36"/>
                  <a:gd name="T33" fmla="*/ 24 h 131"/>
                  <a:gd name="T34" fmla="*/ 14 w 36"/>
                  <a:gd name="T35" fmla="*/ 20 h 131"/>
                  <a:gd name="T36" fmla="*/ 16 w 36"/>
                  <a:gd name="T37" fmla="*/ 14 h 131"/>
                  <a:gd name="T38" fmla="*/ 16 w 36"/>
                  <a:gd name="T39" fmla="*/ 7 h 131"/>
                  <a:gd name="T40" fmla="*/ 16 w 36"/>
                  <a:gd name="T41" fmla="*/ 0 h 131"/>
                  <a:gd name="T42" fmla="*/ 17 w 36"/>
                  <a:gd name="T43" fmla="*/ 1 h 131"/>
                  <a:gd name="T44" fmla="*/ 18 w 36"/>
                  <a:gd name="T45" fmla="*/ 1 h 131"/>
                  <a:gd name="T46" fmla="*/ 19 w 36"/>
                  <a:gd name="T47" fmla="*/ 1 h 131"/>
                  <a:gd name="T48" fmla="*/ 20 w 36"/>
                  <a:gd name="T49" fmla="*/ 1 h 1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6" h="131">
                    <a:moveTo>
                      <a:pt x="36" y="2"/>
                    </a:moveTo>
                    <a:lnTo>
                      <a:pt x="36" y="27"/>
                    </a:lnTo>
                    <a:lnTo>
                      <a:pt x="33" y="65"/>
                    </a:lnTo>
                    <a:lnTo>
                      <a:pt x="28" y="103"/>
                    </a:lnTo>
                    <a:lnTo>
                      <a:pt x="17" y="131"/>
                    </a:lnTo>
                    <a:lnTo>
                      <a:pt x="14" y="131"/>
                    </a:lnTo>
                    <a:lnTo>
                      <a:pt x="9" y="129"/>
                    </a:lnTo>
                    <a:lnTo>
                      <a:pt x="4" y="127"/>
                    </a:lnTo>
                    <a:lnTo>
                      <a:pt x="0" y="126"/>
                    </a:lnTo>
                    <a:lnTo>
                      <a:pt x="2" y="118"/>
                    </a:lnTo>
                    <a:lnTo>
                      <a:pt x="8" y="106"/>
                    </a:lnTo>
                    <a:lnTo>
                      <a:pt x="14" y="93"/>
                    </a:lnTo>
                    <a:lnTo>
                      <a:pt x="18" y="83"/>
                    </a:lnTo>
                    <a:lnTo>
                      <a:pt x="22" y="74"/>
                    </a:lnTo>
                    <a:lnTo>
                      <a:pt x="24" y="64"/>
                    </a:lnTo>
                    <a:lnTo>
                      <a:pt x="25" y="54"/>
                    </a:lnTo>
                    <a:lnTo>
                      <a:pt x="25" y="43"/>
                    </a:lnTo>
                    <a:lnTo>
                      <a:pt x="26" y="36"/>
                    </a:lnTo>
                    <a:lnTo>
                      <a:pt x="28" y="26"/>
                    </a:lnTo>
                    <a:lnTo>
                      <a:pt x="28" y="13"/>
                    </a:lnTo>
                    <a:lnTo>
                      <a:pt x="29" y="0"/>
                    </a:lnTo>
                    <a:lnTo>
                      <a:pt x="31" y="1"/>
                    </a:lnTo>
                    <a:lnTo>
                      <a:pt x="32" y="1"/>
                    </a:lnTo>
                    <a:lnTo>
                      <a:pt x="34" y="2"/>
                    </a:lnTo>
                    <a:lnTo>
                      <a:pt x="36" y="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1" name="Freeform 42">
                <a:extLst>
                  <a:ext uri="{FF2B5EF4-FFF2-40B4-BE49-F238E27FC236}">
                    <a16:creationId xmlns:a16="http://schemas.microsoft.com/office/drawing/2014/main" id="{A601E7D1-BAD8-498F-ADA8-10BD9A67C8F5}"/>
                  </a:ext>
                </a:extLst>
              </p:cNvPr>
              <p:cNvSpPr>
                <a:spLocks/>
              </p:cNvSpPr>
              <p:nvPr/>
            </p:nvSpPr>
            <p:spPr bwMode="auto">
              <a:xfrm>
                <a:off x="4289" y="2439"/>
                <a:ext cx="18" cy="69"/>
              </a:xfrm>
              <a:custGeom>
                <a:avLst/>
                <a:gdLst>
                  <a:gd name="T0" fmla="*/ 1 w 34"/>
                  <a:gd name="T1" fmla="*/ 56 h 124"/>
                  <a:gd name="T2" fmla="*/ 2 w 34"/>
                  <a:gd name="T3" fmla="*/ 53 h 124"/>
                  <a:gd name="T4" fmla="*/ 3 w 34"/>
                  <a:gd name="T5" fmla="*/ 51 h 124"/>
                  <a:gd name="T6" fmla="*/ 3 w 34"/>
                  <a:gd name="T7" fmla="*/ 49 h 124"/>
                  <a:gd name="T8" fmla="*/ 4 w 34"/>
                  <a:gd name="T9" fmla="*/ 47 h 124"/>
                  <a:gd name="T10" fmla="*/ 6 w 34"/>
                  <a:gd name="T11" fmla="*/ 45 h 124"/>
                  <a:gd name="T12" fmla="*/ 8 w 34"/>
                  <a:gd name="T13" fmla="*/ 41 h 124"/>
                  <a:gd name="T14" fmla="*/ 8 w 34"/>
                  <a:gd name="T15" fmla="*/ 37 h 124"/>
                  <a:gd name="T16" fmla="*/ 7 w 34"/>
                  <a:gd name="T17" fmla="*/ 34 h 124"/>
                  <a:gd name="T18" fmla="*/ 4 w 34"/>
                  <a:gd name="T19" fmla="*/ 31 h 124"/>
                  <a:gd name="T20" fmla="*/ 1 w 34"/>
                  <a:gd name="T21" fmla="*/ 27 h 124"/>
                  <a:gd name="T22" fmla="*/ 0 w 34"/>
                  <a:gd name="T23" fmla="*/ 22 h 124"/>
                  <a:gd name="T24" fmla="*/ 1 w 34"/>
                  <a:gd name="T25" fmla="*/ 18 h 124"/>
                  <a:gd name="T26" fmla="*/ 3 w 34"/>
                  <a:gd name="T27" fmla="*/ 13 h 124"/>
                  <a:gd name="T28" fmla="*/ 6 w 34"/>
                  <a:gd name="T29" fmla="*/ 8 h 124"/>
                  <a:gd name="T30" fmla="*/ 11 w 34"/>
                  <a:gd name="T31" fmla="*/ 3 h 124"/>
                  <a:gd name="T32" fmla="*/ 16 w 34"/>
                  <a:gd name="T33" fmla="*/ 0 h 124"/>
                  <a:gd name="T34" fmla="*/ 17 w 34"/>
                  <a:gd name="T35" fmla="*/ 4 h 124"/>
                  <a:gd name="T36" fmla="*/ 16 w 34"/>
                  <a:gd name="T37" fmla="*/ 9 h 124"/>
                  <a:gd name="T38" fmla="*/ 15 w 34"/>
                  <a:gd name="T39" fmla="*/ 17 h 124"/>
                  <a:gd name="T40" fmla="*/ 15 w 34"/>
                  <a:gd name="T41" fmla="*/ 22 h 124"/>
                  <a:gd name="T42" fmla="*/ 17 w 34"/>
                  <a:gd name="T43" fmla="*/ 27 h 124"/>
                  <a:gd name="T44" fmla="*/ 18 w 34"/>
                  <a:gd name="T45" fmla="*/ 34 h 124"/>
                  <a:gd name="T46" fmla="*/ 17 w 34"/>
                  <a:gd name="T47" fmla="*/ 40 h 124"/>
                  <a:gd name="T48" fmla="*/ 16 w 34"/>
                  <a:gd name="T49" fmla="*/ 44 h 124"/>
                  <a:gd name="T50" fmla="*/ 13 w 34"/>
                  <a:gd name="T51" fmla="*/ 47 h 124"/>
                  <a:gd name="T52" fmla="*/ 11 w 34"/>
                  <a:gd name="T53" fmla="*/ 50 h 124"/>
                  <a:gd name="T54" fmla="*/ 8 w 34"/>
                  <a:gd name="T55" fmla="*/ 52 h 124"/>
                  <a:gd name="T56" fmla="*/ 5 w 34"/>
                  <a:gd name="T57" fmla="*/ 54 h 124"/>
                  <a:gd name="T58" fmla="*/ 5 w 34"/>
                  <a:gd name="T59" fmla="*/ 57 h 124"/>
                  <a:gd name="T60" fmla="*/ 5 w 34"/>
                  <a:gd name="T61" fmla="*/ 61 h 124"/>
                  <a:gd name="T62" fmla="*/ 5 w 34"/>
                  <a:gd name="T63" fmla="*/ 66 h 124"/>
                  <a:gd name="T64" fmla="*/ 7 w 34"/>
                  <a:gd name="T65" fmla="*/ 69 h 124"/>
                  <a:gd name="T66" fmla="*/ 5 w 34"/>
                  <a:gd name="T67" fmla="*/ 68 h 124"/>
                  <a:gd name="T68" fmla="*/ 4 w 34"/>
                  <a:gd name="T69" fmla="*/ 67 h 124"/>
                  <a:gd name="T70" fmla="*/ 3 w 34"/>
                  <a:gd name="T71" fmla="*/ 66 h 124"/>
                  <a:gd name="T72" fmla="*/ 1 w 34"/>
                  <a:gd name="T73" fmla="*/ 65 h 124"/>
                  <a:gd name="T74" fmla="*/ 1 w 34"/>
                  <a:gd name="T75" fmla="*/ 63 h 124"/>
                  <a:gd name="T76" fmla="*/ 1 w 34"/>
                  <a:gd name="T77" fmla="*/ 61 h 124"/>
                  <a:gd name="T78" fmla="*/ 1 w 34"/>
                  <a:gd name="T79" fmla="*/ 59 h 124"/>
                  <a:gd name="T80" fmla="*/ 1 w 34"/>
                  <a:gd name="T81" fmla="*/ 56 h 1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4" h="124">
                    <a:moveTo>
                      <a:pt x="2" y="101"/>
                    </a:moveTo>
                    <a:lnTo>
                      <a:pt x="3" y="95"/>
                    </a:lnTo>
                    <a:lnTo>
                      <a:pt x="5" y="92"/>
                    </a:lnTo>
                    <a:lnTo>
                      <a:pt x="6" y="88"/>
                    </a:lnTo>
                    <a:lnTo>
                      <a:pt x="8" y="85"/>
                    </a:lnTo>
                    <a:lnTo>
                      <a:pt x="11" y="80"/>
                    </a:lnTo>
                    <a:lnTo>
                      <a:pt x="15" y="74"/>
                    </a:lnTo>
                    <a:lnTo>
                      <a:pt x="16" y="67"/>
                    </a:lnTo>
                    <a:lnTo>
                      <a:pt x="14" y="61"/>
                    </a:lnTo>
                    <a:lnTo>
                      <a:pt x="7" y="55"/>
                    </a:lnTo>
                    <a:lnTo>
                      <a:pt x="2" y="48"/>
                    </a:lnTo>
                    <a:lnTo>
                      <a:pt x="0" y="40"/>
                    </a:lnTo>
                    <a:lnTo>
                      <a:pt x="1" y="32"/>
                    </a:lnTo>
                    <a:lnTo>
                      <a:pt x="6" y="23"/>
                    </a:lnTo>
                    <a:lnTo>
                      <a:pt x="11" y="14"/>
                    </a:lnTo>
                    <a:lnTo>
                      <a:pt x="21" y="6"/>
                    </a:lnTo>
                    <a:lnTo>
                      <a:pt x="31" y="0"/>
                    </a:lnTo>
                    <a:lnTo>
                      <a:pt x="32" y="7"/>
                    </a:lnTo>
                    <a:lnTo>
                      <a:pt x="30" y="17"/>
                    </a:lnTo>
                    <a:lnTo>
                      <a:pt x="29" y="30"/>
                    </a:lnTo>
                    <a:lnTo>
                      <a:pt x="29" y="39"/>
                    </a:lnTo>
                    <a:lnTo>
                      <a:pt x="32" y="49"/>
                    </a:lnTo>
                    <a:lnTo>
                      <a:pt x="34" y="61"/>
                    </a:lnTo>
                    <a:lnTo>
                      <a:pt x="33" y="71"/>
                    </a:lnTo>
                    <a:lnTo>
                      <a:pt x="30" y="79"/>
                    </a:lnTo>
                    <a:lnTo>
                      <a:pt x="25" y="85"/>
                    </a:lnTo>
                    <a:lnTo>
                      <a:pt x="20" y="90"/>
                    </a:lnTo>
                    <a:lnTo>
                      <a:pt x="15" y="94"/>
                    </a:lnTo>
                    <a:lnTo>
                      <a:pt x="9" y="97"/>
                    </a:lnTo>
                    <a:lnTo>
                      <a:pt x="9" y="103"/>
                    </a:lnTo>
                    <a:lnTo>
                      <a:pt x="9" y="110"/>
                    </a:lnTo>
                    <a:lnTo>
                      <a:pt x="10" y="118"/>
                    </a:lnTo>
                    <a:lnTo>
                      <a:pt x="13" y="124"/>
                    </a:lnTo>
                    <a:lnTo>
                      <a:pt x="10" y="122"/>
                    </a:lnTo>
                    <a:lnTo>
                      <a:pt x="7" y="121"/>
                    </a:lnTo>
                    <a:lnTo>
                      <a:pt x="5" y="118"/>
                    </a:lnTo>
                    <a:lnTo>
                      <a:pt x="2" y="117"/>
                    </a:lnTo>
                    <a:lnTo>
                      <a:pt x="2" y="114"/>
                    </a:lnTo>
                    <a:lnTo>
                      <a:pt x="2" y="110"/>
                    </a:lnTo>
                    <a:lnTo>
                      <a:pt x="2" y="106"/>
                    </a:lnTo>
                    <a:lnTo>
                      <a:pt x="2" y="10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2" name="Freeform 43">
                <a:extLst>
                  <a:ext uri="{FF2B5EF4-FFF2-40B4-BE49-F238E27FC236}">
                    <a16:creationId xmlns:a16="http://schemas.microsoft.com/office/drawing/2014/main" id="{3B7C456A-D7EA-4764-B8A1-34295AB2C572}"/>
                  </a:ext>
                </a:extLst>
              </p:cNvPr>
              <p:cNvSpPr>
                <a:spLocks/>
              </p:cNvSpPr>
              <p:nvPr/>
            </p:nvSpPr>
            <p:spPr bwMode="auto">
              <a:xfrm>
                <a:off x="4366" y="2741"/>
                <a:ext cx="31" cy="16"/>
              </a:xfrm>
              <a:custGeom>
                <a:avLst/>
                <a:gdLst>
                  <a:gd name="T0" fmla="*/ 1 w 55"/>
                  <a:gd name="T1" fmla="*/ 11 h 30"/>
                  <a:gd name="T2" fmla="*/ 1 w 55"/>
                  <a:gd name="T3" fmla="*/ 8 h 30"/>
                  <a:gd name="T4" fmla="*/ 0 w 55"/>
                  <a:gd name="T5" fmla="*/ 6 h 30"/>
                  <a:gd name="T6" fmla="*/ 0 w 55"/>
                  <a:gd name="T7" fmla="*/ 3 h 30"/>
                  <a:gd name="T8" fmla="*/ 0 w 55"/>
                  <a:gd name="T9" fmla="*/ 1 h 30"/>
                  <a:gd name="T10" fmla="*/ 2 w 55"/>
                  <a:gd name="T11" fmla="*/ 1 h 30"/>
                  <a:gd name="T12" fmla="*/ 4 w 55"/>
                  <a:gd name="T13" fmla="*/ 0 h 30"/>
                  <a:gd name="T14" fmla="*/ 7 w 55"/>
                  <a:gd name="T15" fmla="*/ 0 h 30"/>
                  <a:gd name="T16" fmla="*/ 10 w 55"/>
                  <a:gd name="T17" fmla="*/ 0 h 30"/>
                  <a:gd name="T18" fmla="*/ 12 w 55"/>
                  <a:gd name="T19" fmla="*/ 0 h 30"/>
                  <a:gd name="T20" fmla="*/ 15 w 55"/>
                  <a:gd name="T21" fmla="*/ 0 h 30"/>
                  <a:gd name="T22" fmla="*/ 17 w 55"/>
                  <a:gd name="T23" fmla="*/ 0 h 30"/>
                  <a:gd name="T24" fmla="*/ 19 w 55"/>
                  <a:gd name="T25" fmla="*/ 0 h 30"/>
                  <a:gd name="T26" fmla="*/ 17 w 55"/>
                  <a:gd name="T27" fmla="*/ 3 h 30"/>
                  <a:gd name="T28" fmla="*/ 15 w 55"/>
                  <a:gd name="T29" fmla="*/ 4 h 30"/>
                  <a:gd name="T30" fmla="*/ 15 w 55"/>
                  <a:gd name="T31" fmla="*/ 6 h 30"/>
                  <a:gd name="T32" fmla="*/ 15 w 55"/>
                  <a:gd name="T33" fmla="*/ 6 h 30"/>
                  <a:gd name="T34" fmla="*/ 17 w 55"/>
                  <a:gd name="T35" fmla="*/ 8 h 30"/>
                  <a:gd name="T36" fmla="*/ 20 w 55"/>
                  <a:gd name="T37" fmla="*/ 11 h 30"/>
                  <a:gd name="T38" fmla="*/ 25 w 55"/>
                  <a:gd name="T39" fmla="*/ 14 h 30"/>
                  <a:gd name="T40" fmla="*/ 31 w 55"/>
                  <a:gd name="T41" fmla="*/ 15 h 30"/>
                  <a:gd name="T42" fmla="*/ 29 w 55"/>
                  <a:gd name="T43" fmla="*/ 15 h 30"/>
                  <a:gd name="T44" fmla="*/ 26 w 55"/>
                  <a:gd name="T45" fmla="*/ 15 h 30"/>
                  <a:gd name="T46" fmla="*/ 23 w 55"/>
                  <a:gd name="T47" fmla="*/ 16 h 30"/>
                  <a:gd name="T48" fmla="*/ 20 w 55"/>
                  <a:gd name="T49" fmla="*/ 16 h 30"/>
                  <a:gd name="T50" fmla="*/ 16 w 55"/>
                  <a:gd name="T51" fmla="*/ 15 h 30"/>
                  <a:gd name="T52" fmla="*/ 12 w 55"/>
                  <a:gd name="T53" fmla="*/ 14 h 30"/>
                  <a:gd name="T54" fmla="*/ 6 w 55"/>
                  <a:gd name="T55" fmla="*/ 13 h 30"/>
                  <a:gd name="T56" fmla="*/ 1 w 55"/>
                  <a:gd name="T57" fmla="*/ 11 h 3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5" h="30">
                    <a:moveTo>
                      <a:pt x="2" y="20"/>
                    </a:moveTo>
                    <a:lnTo>
                      <a:pt x="1" y="15"/>
                    </a:lnTo>
                    <a:lnTo>
                      <a:pt x="0" y="11"/>
                    </a:lnTo>
                    <a:lnTo>
                      <a:pt x="0" y="5"/>
                    </a:lnTo>
                    <a:lnTo>
                      <a:pt x="0" y="2"/>
                    </a:lnTo>
                    <a:lnTo>
                      <a:pt x="3" y="2"/>
                    </a:lnTo>
                    <a:lnTo>
                      <a:pt x="7" y="0"/>
                    </a:lnTo>
                    <a:lnTo>
                      <a:pt x="12" y="0"/>
                    </a:lnTo>
                    <a:lnTo>
                      <a:pt x="17" y="0"/>
                    </a:lnTo>
                    <a:lnTo>
                      <a:pt x="22" y="0"/>
                    </a:lnTo>
                    <a:lnTo>
                      <a:pt x="27" y="0"/>
                    </a:lnTo>
                    <a:lnTo>
                      <a:pt x="31" y="0"/>
                    </a:lnTo>
                    <a:lnTo>
                      <a:pt x="34" y="0"/>
                    </a:lnTo>
                    <a:lnTo>
                      <a:pt x="30" y="5"/>
                    </a:lnTo>
                    <a:lnTo>
                      <a:pt x="27" y="7"/>
                    </a:lnTo>
                    <a:lnTo>
                      <a:pt x="27" y="11"/>
                    </a:lnTo>
                    <a:lnTo>
                      <a:pt x="27" y="12"/>
                    </a:lnTo>
                    <a:lnTo>
                      <a:pt x="30" y="15"/>
                    </a:lnTo>
                    <a:lnTo>
                      <a:pt x="35" y="21"/>
                    </a:lnTo>
                    <a:lnTo>
                      <a:pt x="44" y="27"/>
                    </a:lnTo>
                    <a:lnTo>
                      <a:pt x="55" y="28"/>
                    </a:lnTo>
                    <a:lnTo>
                      <a:pt x="52" y="29"/>
                    </a:lnTo>
                    <a:lnTo>
                      <a:pt x="47" y="29"/>
                    </a:lnTo>
                    <a:lnTo>
                      <a:pt x="41" y="30"/>
                    </a:lnTo>
                    <a:lnTo>
                      <a:pt x="35" y="30"/>
                    </a:lnTo>
                    <a:lnTo>
                      <a:pt x="29" y="29"/>
                    </a:lnTo>
                    <a:lnTo>
                      <a:pt x="21" y="27"/>
                    </a:lnTo>
                    <a:lnTo>
                      <a:pt x="11" y="25"/>
                    </a:lnTo>
                    <a:lnTo>
                      <a:pt x="2"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3" name="Freeform 44">
                <a:extLst>
                  <a:ext uri="{FF2B5EF4-FFF2-40B4-BE49-F238E27FC236}">
                    <a16:creationId xmlns:a16="http://schemas.microsoft.com/office/drawing/2014/main" id="{19211F5B-0CA3-4858-9E85-359693A9E26E}"/>
                  </a:ext>
                </a:extLst>
              </p:cNvPr>
              <p:cNvSpPr>
                <a:spLocks/>
              </p:cNvSpPr>
              <p:nvPr/>
            </p:nvSpPr>
            <p:spPr bwMode="auto">
              <a:xfrm>
                <a:off x="4367" y="2753"/>
                <a:ext cx="29" cy="19"/>
              </a:xfrm>
              <a:custGeom>
                <a:avLst/>
                <a:gdLst>
                  <a:gd name="T0" fmla="*/ 2 w 52"/>
                  <a:gd name="T1" fmla="*/ 15 h 35"/>
                  <a:gd name="T2" fmla="*/ 1 w 52"/>
                  <a:gd name="T3" fmla="*/ 12 h 35"/>
                  <a:gd name="T4" fmla="*/ 0 w 52"/>
                  <a:gd name="T5" fmla="*/ 8 h 35"/>
                  <a:gd name="T6" fmla="*/ 1 w 52"/>
                  <a:gd name="T7" fmla="*/ 3 h 35"/>
                  <a:gd name="T8" fmla="*/ 2 w 52"/>
                  <a:gd name="T9" fmla="*/ 0 h 35"/>
                  <a:gd name="T10" fmla="*/ 5 w 52"/>
                  <a:gd name="T11" fmla="*/ 2 h 35"/>
                  <a:gd name="T12" fmla="*/ 9 w 52"/>
                  <a:gd name="T13" fmla="*/ 4 h 35"/>
                  <a:gd name="T14" fmla="*/ 13 w 52"/>
                  <a:gd name="T15" fmla="*/ 6 h 35"/>
                  <a:gd name="T16" fmla="*/ 18 w 52"/>
                  <a:gd name="T17" fmla="*/ 6 h 35"/>
                  <a:gd name="T18" fmla="*/ 19 w 52"/>
                  <a:gd name="T19" fmla="*/ 9 h 35"/>
                  <a:gd name="T20" fmla="*/ 21 w 52"/>
                  <a:gd name="T21" fmla="*/ 12 h 35"/>
                  <a:gd name="T22" fmla="*/ 25 w 52"/>
                  <a:gd name="T23" fmla="*/ 16 h 35"/>
                  <a:gd name="T24" fmla="*/ 29 w 52"/>
                  <a:gd name="T25" fmla="*/ 19 h 35"/>
                  <a:gd name="T26" fmla="*/ 26 w 52"/>
                  <a:gd name="T27" fmla="*/ 18 h 35"/>
                  <a:gd name="T28" fmla="*/ 22 w 52"/>
                  <a:gd name="T29" fmla="*/ 18 h 35"/>
                  <a:gd name="T30" fmla="*/ 18 w 52"/>
                  <a:gd name="T31" fmla="*/ 17 h 35"/>
                  <a:gd name="T32" fmla="*/ 15 w 52"/>
                  <a:gd name="T33" fmla="*/ 16 h 35"/>
                  <a:gd name="T34" fmla="*/ 11 w 52"/>
                  <a:gd name="T35" fmla="*/ 16 h 35"/>
                  <a:gd name="T36" fmla="*/ 7 w 52"/>
                  <a:gd name="T37" fmla="*/ 15 h 35"/>
                  <a:gd name="T38" fmla="*/ 4 w 52"/>
                  <a:gd name="T39" fmla="*/ 15 h 35"/>
                  <a:gd name="T40" fmla="*/ 2 w 52"/>
                  <a:gd name="T41" fmla="*/ 15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2" h="35">
                    <a:moveTo>
                      <a:pt x="3" y="27"/>
                    </a:moveTo>
                    <a:lnTo>
                      <a:pt x="1" y="22"/>
                    </a:lnTo>
                    <a:lnTo>
                      <a:pt x="0" y="14"/>
                    </a:lnTo>
                    <a:lnTo>
                      <a:pt x="1" y="6"/>
                    </a:lnTo>
                    <a:lnTo>
                      <a:pt x="3" y="0"/>
                    </a:lnTo>
                    <a:lnTo>
                      <a:pt x="9" y="4"/>
                    </a:lnTo>
                    <a:lnTo>
                      <a:pt x="16" y="7"/>
                    </a:lnTo>
                    <a:lnTo>
                      <a:pt x="24" y="11"/>
                    </a:lnTo>
                    <a:lnTo>
                      <a:pt x="32" y="11"/>
                    </a:lnTo>
                    <a:lnTo>
                      <a:pt x="34" y="17"/>
                    </a:lnTo>
                    <a:lnTo>
                      <a:pt x="38" y="23"/>
                    </a:lnTo>
                    <a:lnTo>
                      <a:pt x="44" y="29"/>
                    </a:lnTo>
                    <a:lnTo>
                      <a:pt x="52" y="35"/>
                    </a:lnTo>
                    <a:lnTo>
                      <a:pt x="47" y="34"/>
                    </a:lnTo>
                    <a:lnTo>
                      <a:pt x="40" y="33"/>
                    </a:lnTo>
                    <a:lnTo>
                      <a:pt x="33" y="32"/>
                    </a:lnTo>
                    <a:lnTo>
                      <a:pt x="26" y="30"/>
                    </a:lnTo>
                    <a:lnTo>
                      <a:pt x="20" y="29"/>
                    </a:lnTo>
                    <a:lnTo>
                      <a:pt x="13" y="28"/>
                    </a:lnTo>
                    <a:lnTo>
                      <a:pt x="7" y="28"/>
                    </a:lnTo>
                    <a:lnTo>
                      <a:pt x="3" y="2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4" name="Freeform 45">
                <a:extLst>
                  <a:ext uri="{FF2B5EF4-FFF2-40B4-BE49-F238E27FC236}">
                    <a16:creationId xmlns:a16="http://schemas.microsoft.com/office/drawing/2014/main" id="{C02ED4B6-8B8D-42D8-9D12-7F490F70395D}"/>
                  </a:ext>
                </a:extLst>
              </p:cNvPr>
              <p:cNvSpPr>
                <a:spLocks/>
              </p:cNvSpPr>
              <p:nvPr/>
            </p:nvSpPr>
            <p:spPr bwMode="auto">
              <a:xfrm>
                <a:off x="4376" y="2771"/>
                <a:ext cx="15" cy="13"/>
              </a:xfrm>
              <a:custGeom>
                <a:avLst/>
                <a:gdLst>
                  <a:gd name="T0" fmla="*/ 1 w 29"/>
                  <a:gd name="T1" fmla="*/ 0 h 23"/>
                  <a:gd name="T2" fmla="*/ 0 w 29"/>
                  <a:gd name="T3" fmla="*/ 3 h 23"/>
                  <a:gd name="T4" fmla="*/ 1 w 29"/>
                  <a:gd name="T5" fmla="*/ 7 h 23"/>
                  <a:gd name="T6" fmla="*/ 2 w 29"/>
                  <a:gd name="T7" fmla="*/ 11 h 23"/>
                  <a:gd name="T8" fmla="*/ 3 w 29"/>
                  <a:gd name="T9" fmla="*/ 13 h 23"/>
                  <a:gd name="T10" fmla="*/ 6 w 29"/>
                  <a:gd name="T11" fmla="*/ 13 h 23"/>
                  <a:gd name="T12" fmla="*/ 10 w 29"/>
                  <a:gd name="T13" fmla="*/ 11 h 23"/>
                  <a:gd name="T14" fmla="*/ 14 w 29"/>
                  <a:gd name="T15" fmla="*/ 8 h 23"/>
                  <a:gd name="T16" fmla="*/ 15 w 29"/>
                  <a:gd name="T17" fmla="*/ 2 h 23"/>
                  <a:gd name="T18" fmla="*/ 11 w 29"/>
                  <a:gd name="T19" fmla="*/ 2 h 23"/>
                  <a:gd name="T20" fmla="*/ 8 w 29"/>
                  <a:gd name="T21" fmla="*/ 2 h 23"/>
                  <a:gd name="T22" fmla="*/ 4 w 29"/>
                  <a:gd name="T23" fmla="*/ 1 h 23"/>
                  <a:gd name="T24" fmla="*/ 1 w 29"/>
                  <a:gd name="T25" fmla="*/ 0 h 2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3">
                    <a:moveTo>
                      <a:pt x="1" y="0"/>
                    </a:moveTo>
                    <a:lnTo>
                      <a:pt x="0" y="5"/>
                    </a:lnTo>
                    <a:lnTo>
                      <a:pt x="1" y="12"/>
                    </a:lnTo>
                    <a:lnTo>
                      <a:pt x="4" y="19"/>
                    </a:lnTo>
                    <a:lnTo>
                      <a:pt x="6" y="23"/>
                    </a:lnTo>
                    <a:lnTo>
                      <a:pt x="12" y="23"/>
                    </a:lnTo>
                    <a:lnTo>
                      <a:pt x="20" y="20"/>
                    </a:lnTo>
                    <a:lnTo>
                      <a:pt x="27" y="15"/>
                    </a:lnTo>
                    <a:lnTo>
                      <a:pt x="29" y="4"/>
                    </a:lnTo>
                    <a:lnTo>
                      <a:pt x="22" y="4"/>
                    </a:lnTo>
                    <a:lnTo>
                      <a:pt x="15" y="3"/>
                    </a:lnTo>
                    <a:lnTo>
                      <a:pt x="7" y="2"/>
                    </a:lnTo>
                    <a:lnTo>
                      <a:pt x="1"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5" name="Freeform 46">
                <a:extLst>
                  <a:ext uri="{FF2B5EF4-FFF2-40B4-BE49-F238E27FC236}">
                    <a16:creationId xmlns:a16="http://schemas.microsoft.com/office/drawing/2014/main" id="{BD559A9E-D1B5-4F8F-9EB6-131FBF58CA5D}"/>
                  </a:ext>
                </a:extLst>
              </p:cNvPr>
              <p:cNvSpPr>
                <a:spLocks/>
              </p:cNvSpPr>
              <p:nvPr/>
            </p:nvSpPr>
            <p:spPr bwMode="auto">
              <a:xfrm>
                <a:off x="4389" y="2722"/>
                <a:ext cx="40" cy="67"/>
              </a:xfrm>
              <a:custGeom>
                <a:avLst/>
                <a:gdLst>
                  <a:gd name="T0" fmla="*/ 40 w 72"/>
                  <a:gd name="T1" fmla="*/ 0 h 122"/>
                  <a:gd name="T2" fmla="*/ 39 w 72"/>
                  <a:gd name="T3" fmla="*/ 3 h 122"/>
                  <a:gd name="T4" fmla="*/ 39 w 72"/>
                  <a:gd name="T5" fmla="*/ 7 h 122"/>
                  <a:gd name="T6" fmla="*/ 40 w 72"/>
                  <a:gd name="T7" fmla="*/ 9 h 122"/>
                  <a:gd name="T8" fmla="*/ 40 w 72"/>
                  <a:gd name="T9" fmla="*/ 12 h 122"/>
                  <a:gd name="T10" fmla="*/ 40 w 72"/>
                  <a:gd name="T11" fmla="*/ 18 h 122"/>
                  <a:gd name="T12" fmla="*/ 39 w 72"/>
                  <a:gd name="T13" fmla="*/ 30 h 122"/>
                  <a:gd name="T14" fmla="*/ 38 w 72"/>
                  <a:gd name="T15" fmla="*/ 41 h 122"/>
                  <a:gd name="T16" fmla="*/ 38 w 72"/>
                  <a:gd name="T17" fmla="*/ 47 h 122"/>
                  <a:gd name="T18" fmla="*/ 37 w 72"/>
                  <a:gd name="T19" fmla="*/ 49 h 122"/>
                  <a:gd name="T20" fmla="*/ 34 w 72"/>
                  <a:gd name="T21" fmla="*/ 51 h 122"/>
                  <a:gd name="T22" fmla="*/ 32 w 72"/>
                  <a:gd name="T23" fmla="*/ 54 h 122"/>
                  <a:gd name="T24" fmla="*/ 29 w 72"/>
                  <a:gd name="T25" fmla="*/ 57 h 122"/>
                  <a:gd name="T26" fmla="*/ 26 w 72"/>
                  <a:gd name="T27" fmla="*/ 59 h 122"/>
                  <a:gd name="T28" fmla="*/ 23 w 72"/>
                  <a:gd name="T29" fmla="*/ 62 h 122"/>
                  <a:gd name="T30" fmla="*/ 20 w 72"/>
                  <a:gd name="T31" fmla="*/ 64 h 122"/>
                  <a:gd name="T32" fmla="*/ 19 w 72"/>
                  <a:gd name="T33" fmla="*/ 65 h 122"/>
                  <a:gd name="T34" fmla="*/ 17 w 72"/>
                  <a:gd name="T35" fmla="*/ 66 h 122"/>
                  <a:gd name="T36" fmla="*/ 16 w 72"/>
                  <a:gd name="T37" fmla="*/ 67 h 122"/>
                  <a:gd name="T38" fmla="*/ 13 w 72"/>
                  <a:gd name="T39" fmla="*/ 67 h 122"/>
                  <a:gd name="T40" fmla="*/ 12 w 72"/>
                  <a:gd name="T41" fmla="*/ 67 h 122"/>
                  <a:gd name="T42" fmla="*/ 10 w 72"/>
                  <a:gd name="T43" fmla="*/ 67 h 122"/>
                  <a:gd name="T44" fmla="*/ 7 w 72"/>
                  <a:gd name="T45" fmla="*/ 67 h 122"/>
                  <a:gd name="T46" fmla="*/ 3 w 72"/>
                  <a:gd name="T47" fmla="*/ 67 h 122"/>
                  <a:gd name="T48" fmla="*/ 0 w 72"/>
                  <a:gd name="T49" fmla="*/ 67 h 122"/>
                  <a:gd name="T50" fmla="*/ 4 w 72"/>
                  <a:gd name="T51" fmla="*/ 66 h 122"/>
                  <a:gd name="T52" fmla="*/ 8 w 72"/>
                  <a:gd name="T53" fmla="*/ 66 h 122"/>
                  <a:gd name="T54" fmla="*/ 11 w 72"/>
                  <a:gd name="T55" fmla="*/ 65 h 122"/>
                  <a:gd name="T56" fmla="*/ 13 w 72"/>
                  <a:gd name="T57" fmla="*/ 63 h 122"/>
                  <a:gd name="T58" fmla="*/ 17 w 72"/>
                  <a:gd name="T59" fmla="*/ 59 h 122"/>
                  <a:gd name="T60" fmla="*/ 23 w 72"/>
                  <a:gd name="T61" fmla="*/ 54 h 122"/>
                  <a:gd name="T62" fmla="*/ 28 w 72"/>
                  <a:gd name="T63" fmla="*/ 49 h 122"/>
                  <a:gd name="T64" fmla="*/ 32 w 72"/>
                  <a:gd name="T65" fmla="*/ 47 h 122"/>
                  <a:gd name="T66" fmla="*/ 31 w 72"/>
                  <a:gd name="T67" fmla="*/ 41 h 122"/>
                  <a:gd name="T68" fmla="*/ 32 w 72"/>
                  <a:gd name="T69" fmla="*/ 35 h 122"/>
                  <a:gd name="T70" fmla="*/ 32 w 72"/>
                  <a:gd name="T71" fmla="*/ 30 h 122"/>
                  <a:gd name="T72" fmla="*/ 34 w 72"/>
                  <a:gd name="T73" fmla="*/ 26 h 122"/>
                  <a:gd name="T74" fmla="*/ 36 w 72"/>
                  <a:gd name="T75" fmla="*/ 24 h 122"/>
                  <a:gd name="T76" fmla="*/ 37 w 72"/>
                  <a:gd name="T77" fmla="*/ 20 h 122"/>
                  <a:gd name="T78" fmla="*/ 37 w 72"/>
                  <a:gd name="T79" fmla="*/ 17 h 122"/>
                  <a:gd name="T80" fmla="*/ 34 w 72"/>
                  <a:gd name="T81" fmla="*/ 14 h 122"/>
                  <a:gd name="T82" fmla="*/ 33 w 72"/>
                  <a:gd name="T83" fmla="*/ 13 h 122"/>
                  <a:gd name="T84" fmla="*/ 32 w 72"/>
                  <a:gd name="T85" fmla="*/ 12 h 122"/>
                  <a:gd name="T86" fmla="*/ 31 w 72"/>
                  <a:gd name="T87" fmla="*/ 10 h 122"/>
                  <a:gd name="T88" fmla="*/ 32 w 72"/>
                  <a:gd name="T89" fmla="*/ 8 h 122"/>
                  <a:gd name="T90" fmla="*/ 33 w 72"/>
                  <a:gd name="T91" fmla="*/ 7 h 122"/>
                  <a:gd name="T92" fmla="*/ 36 w 72"/>
                  <a:gd name="T93" fmla="*/ 4 h 122"/>
                  <a:gd name="T94" fmla="*/ 38 w 72"/>
                  <a:gd name="T95" fmla="*/ 2 h 122"/>
                  <a:gd name="T96" fmla="*/ 40 w 72"/>
                  <a:gd name="T97" fmla="*/ 0 h 12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2" h="122">
                    <a:moveTo>
                      <a:pt x="72" y="0"/>
                    </a:moveTo>
                    <a:lnTo>
                      <a:pt x="71" y="6"/>
                    </a:lnTo>
                    <a:lnTo>
                      <a:pt x="71" y="13"/>
                    </a:lnTo>
                    <a:lnTo>
                      <a:pt x="72" y="17"/>
                    </a:lnTo>
                    <a:lnTo>
                      <a:pt x="72" y="22"/>
                    </a:lnTo>
                    <a:lnTo>
                      <a:pt x="72" y="33"/>
                    </a:lnTo>
                    <a:lnTo>
                      <a:pt x="71" y="54"/>
                    </a:lnTo>
                    <a:lnTo>
                      <a:pt x="69" y="75"/>
                    </a:lnTo>
                    <a:lnTo>
                      <a:pt x="68" y="86"/>
                    </a:lnTo>
                    <a:lnTo>
                      <a:pt x="67" y="90"/>
                    </a:lnTo>
                    <a:lnTo>
                      <a:pt x="62" y="93"/>
                    </a:lnTo>
                    <a:lnTo>
                      <a:pt x="58" y="98"/>
                    </a:lnTo>
                    <a:lnTo>
                      <a:pt x="52" y="104"/>
                    </a:lnTo>
                    <a:lnTo>
                      <a:pt x="46" y="108"/>
                    </a:lnTo>
                    <a:lnTo>
                      <a:pt x="41" y="113"/>
                    </a:lnTo>
                    <a:lnTo>
                      <a:pt x="36" y="116"/>
                    </a:lnTo>
                    <a:lnTo>
                      <a:pt x="34" y="119"/>
                    </a:lnTo>
                    <a:lnTo>
                      <a:pt x="30" y="121"/>
                    </a:lnTo>
                    <a:lnTo>
                      <a:pt x="28" y="122"/>
                    </a:lnTo>
                    <a:lnTo>
                      <a:pt x="24" y="122"/>
                    </a:lnTo>
                    <a:lnTo>
                      <a:pt x="21" y="122"/>
                    </a:lnTo>
                    <a:lnTo>
                      <a:pt x="18" y="122"/>
                    </a:lnTo>
                    <a:lnTo>
                      <a:pt x="13" y="122"/>
                    </a:lnTo>
                    <a:lnTo>
                      <a:pt x="6" y="122"/>
                    </a:lnTo>
                    <a:lnTo>
                      <a:pt x="0" y="122"/>
                    </a:lnTo>
                    <a:lnTo>
                      <a:pt x="7" y="121"/>
                    </a:lnTo>
                    <a:lnTo>
                      <a:pt x="14" y="120"/>
                    </a:lnTo>
                    <a:lnTo>
                      <a:pt x="20" y="119"/>
                    </a:lnTo>
                    <a:lnTo>
                      <a:pt x="24" y="115"/>
                    </a:lnTo>
                    <a:lnTo>
                      <a:pt x="30" y="108"/>
                    </a:lnTo>
                    <a:lnTo>
                      <a:pt x="41" y="98"/>
                    </a:lnTo>
                    <a:lnTo>
                      <a:pt x="51" y="90"/>
                    </a:lnTo>
                    <a:lnTo>
                      <a:pt x="58" y="85"/>
                    </a:lnTo>
                    <a:lnTo>
                      <a:pt x="56" y="75"/>
                    </a:lnTo>
                    <a:lnTo>
                      <a:pt x="57" y="63"/>
                    </a:lnTo>
                    <a:lnTo>
                      <a:pt x="58" y="54"/>
                    </a:lnTo>
                    <a:lnTo>
                      <a:pt x="61" y="48"/>
                    </a:lnTo>
                    <a:lnTo>
                      <a:pt x="65" y="43"/>
                    </a:lnTo>
                    <a:lnTo>
                      <a:pt x="66" y="37"/>
                    </a:lnTo>
                    <a:lnTo>
                      <a:pt x="66" y="31"/>
                    </a:lnTo>
                    <a:lnTo>
                      <a:pt x="62" y="26"/>
                    </a:lnTo>
                    <a:lnTo>
                      <a:pt x="59" y="23"/>
                    </a:lnTo>
                    <a:lnTo>
                      <a:pt x="57" y="21"/>
                    </a:lnTo>
                    <a:lnTo>
                      <a:pt x="56" y="18"/>
                    </a:lnTo>
                    <a:lnTo>
                      <a:pt x="57" y="15"/>
                    </a:lnTo>
                    <a:lnTo>
                      <a:pt x="60" y="12"/>
                    </a:lnTo>
                    <a:lnTo>
                      <a:pt x="64" y="8"/>
                    </a:lnTo>
                    <a:lnTo>
                      <a:pt x="68" y="3"/>
                    </a:lnTo>
                    <a:lnTo>
                      <a:pt x="72"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6" name="Freeform 47">
                <a:extLst>
                  <a:ext uri="{FF2B5EF4-FFF2-40B4-BE49-F238E27FC236}">
                    <a16:creationId xmlns:a16="http://schemas.microsoft.com/office/drawing/2014/main" id="{137534B2-89A6-4BBD-A879-9BF0294626D7}"/>
                  </a:ext>
                </a:extLst>
              </p:cNvPr>
              <p:cNvSpPr>
                <a:spLocks/>
              </p:cNvSpPr>
              <p:nvPr/>
            </p:nvSpPr>
            <p:spPr bwMode="auto">
              <a:xfrm>
                <a:off x="4365" y="2728"/>
                <a:ext cx="31" cy="11"/>
              </a:xfrm>
              <a:custGeom>
                <a:avLst/>
                <a:gdLst>
                  <a:gd name="T0" fmla="*/ 3 w 57"/>
                  <a:gd name="T1" fmla="*/ 11 h 21"/>
                  <a:gd name="T2" fmla="*/ 1 w 57"/>
                  <a:gd name="T3" fmla="*/ 9 h 21"/>
                  <a:gd name="T4" fmla="*/ 0 w 57"/>
                  <a:gd name="T5" fmla="*/ 7 h 21"/>
                  <a:gd name="T6" fmla="*/ 0 w 57"/>
                  <a:gd name="T7" fmla="*/ 4 h 21"/>
                  <a:gd name="T8" fmla="*/ 1 w 57"/>
                  <a:gd name="T9" fmla="*/ 3 h 21"/>
                  <a:gd name="T10" fmla="*/ 5 w 57"/>
                  <a:gd name="T11" fmla="*/ 2 h 21"/>
                  <a:gd name="T12" fmla="*/ 10 w 57"/>
                  <a:gd name="T13" fmla="*/ 2 h 21"/>
                  <a:gd name="T14" fmla="*/ 15 w 57"/>
                  <a:gd name="T15" fmla="*/ 1 h 21"/>
                  <a:gd name="T16" fmla="*/ 19 w 57"/>
                  <a:gd name="T17" fmla="*/ 0 h 21"/>
                  <a:gd name="T18" fmla="*/ 18 w 57"/>
                  <a:gd name="T19" fmla="*/ 3 h 21"/>
                  <a:gd name="T20" fmla="*/ 20 w 57"/>
                  <a:gd name="T21" fmla="*/ 6 h 21"/>
                  <a:gd name="T22" fmla="*/ 23 w 57"/>
                  <a:gd name="T23" fmla="*/ 8 h 21"/>
                  <a:gd name="T24" fmla="*/ 31 w 57"/>
                  <a:gd name="T25" fmla="*/ 11 h 21"/>
                  <a:gd name="T26" fmla="*/ 27 w 57"/>
                  <a:gd name="T27" fmla="*/ 11 h 21"/>
                  <a:gd name="T28" fmla="*/ 23 w 57"/>
                  <a:gd name="T29" fmla="*/ 11 h 21"/>
                  <a:gd name="T30" fmla="*/ 18 w 57"/>
                  <a:gd name="T31" fmla="*/ 10 h 21"/>
                  <a:gd name="T32" fmla="*/ 14 w 57"/>
                  <a:gd name="T33" fmla="*/ 10 h 21"/>
                  <a:gd name="T34" fmla="*/ 10 w 57"/>
                  <a:gd name="T35" fmla="*/ 10 h 21"/>
                  <a:gd name="T36" fmla="*/ 7 w 57"/>
                  <a:gd name="T37" fmla="*/ 10 h 21"/>
                  <a:gd name="T38" fmla="*/ 4 w 57"/>
                  <a:gd name="T39" fmla="*/ 10 h 21"/>
                  <a:gd name="T40" fmla="*/ 3 w 57"/>
                  <a:gd name="T41" fmla="*/ 11 h 2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7" h="21">
                    <a:moveTo>
                      <a:pt x="5" y="21"/>
                    </a:moveTo>
                    <a:lnTo>
                      <a:pt x="1" y="17"/>
                    </a:lnTo>
                    <a:lnTo>
                      <a:pt x="0" y="13"/>
                    </a:lnTo>
                    <a:lnTo>
                      <a:pt x="0" y="8"/>
                    </a:lnTo>
                    <a:lnTo>
                      <a:pt x="1" y="5"/>
                    </a:lnTo>
                    <a:lnTo>
                      <a:pt x="10" y="4"/>
                    </a:lnTo>
                    <a:lnTo>
                      <a:pt x="19" y="3"/>
                    </a:lnTo>
                    <a:lnTo>
                      <a:pt x="28" y="1"/>
                    </a:lnTo>
                    <a:lnTo>
                      <a:pt x="35" y="0"/>
                    </a:lnTo>
                    <a:lnTo>
                      <a:pt x="34" y="6"/>
                    </a:lnTo>
                    <a:lnTo>
                      <a:pt x="36" y="12"/>
                    </a:lnTo>
                    <a:lnTo>
                      <a:pt x="43" y="16"/>
                    </a:lnTo>
                    <a:lnTo>
                      <a:pt x="57" y="21"/>
                    </a:lnTo>
                    <a:lnTo>
                      <a:pt x="50" y="21"/>
                    </a:lnTo>
                    <a:lnTo>
                      <a:pt x="42" y="21"/>
                    </a:lnTo>
                    <a:lnTo>
                      <a:pt x="34" y="20"/>
                    </a:lnTo>
                    <a:lnTo>
                      <a:pt x="26" y="20"/>
                    </a:lnTo>
                    <a:lnTo>
                      <a:pt x="19" y="20"/>
                    </a:lnTo>
                    <a:lnTo>
                      <a:pt x="13" y="20"/>
                    </a:lnTo>
                    <a:lnTo>
                      <a:pt x="8" y="20"/>
                    </a:lnTo>
                    <a:lnTo>
                      <a:pt x="5"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7" name="Freeform 48">
                <a:extLst>
                  <a:ext uri="{FF2B5EF4-FFF2-40B4-BE49-F238E27FC236}">
                    <a16:creationId xmlns:a16="http://schemas.microsoft.com/office/drawing/2014/main" id="{64739AB6-07F1-4062-BE87-55D9E7876B71}"/>
                  </a:ext>
                </a:extLst>
              </p:cNvPr>
              <p:cNvSpPr>
                <a:spLocks/>
              </p:cNvSpPr>
              <p:nvPr/>
            </p:nvSpPr>
            <p:spPr bwMode="auto">
              <a:xfrm>
                <a:off x="4354" y="2712"/>
                <a:ext cx="55" cy="18"/>
              </a:xfrm>
              <a:custGeom>
                <a:avLst/>
                <a:gdLst>
                  <a:gd name="T0" fmla="*/ 55 w 100"/>
                  <a:gd name="T1" fmla="*/ 7 h 35"/>
                  <a:gd name="T2" fmla="*/ 53 w 100"/>
                  <a:gd name="T3" fmla="*/ 7 h 35"/>
                  <a:gd name="T4" fmla="*/ 51 w 100"/>
                  <a:gd name="T5" fmla="*/ 6 h 35"/>
                  <a:gd name="T6" fmla="*/ 47 w 100"/>
                  <a:gd name="T7" fmla="*/ 5 h 35"/>
                  <a:gd name="T8" fmla="*/ 44 w 100"/>
                  <a:gd name="T9" fmla="*/ 6 h 35"/>
                  <a:gd name="T10" fmla="*/ 42 w 100"/>
                  <a:gd name="T11" fmla="*/ 6 h 35"/>
                  <a:gd name="T12" fmla="*/ 39 w 100"/>
                  <a:gd name="T13" fmla="*/ 6 h 35"/>
                  <a:gd name="T14" fmla="*/ 37 w 100"/>
                  <a:gd name="T15" fmla="*/ 5 h 35"/>
                  <a:gd name="T16" fmla="*/ 35 w 100"/>
                  <a:gd name="T17" fmla="*/ 4 h 35"/>
                  <a:gd name="T18" fmla="*/ 34 w 100"/>
                  <a:gd name="T19" fmla="*/ 3 h 35"/>
                  <a:gd name="T20" fmla="*/ 31 w 100"/>
                  <a:gd name="T21" fmla="*/ 2 h 35"/>
                  <a:gd name="T22" fmla="*/ 29 w 100"/>
                  <a:gd name="T23" fmla="*/ 1 h 35"/>
                  <a:gd name="T24" fmla="*/ 26 w 100"/>
                  <a:gd name="T25" fmla="*/ 0 h 35"/>
                  <a:gd name="T26" fmla="*/ 23 w 100"/>
                  <a:gd name="T27" fmla="*/ 1 h 35"/>
                  <a:gd name="T28" fmla="*/ 20 w 100"/>
                  <a:gd name="T29" fmla="*/ 2 h 35"/>
                  <a:gd name="T30" fmla="*/ 17 w 100"/>
                  <a:gd name="T31" fmla="*/ 2 h 35"/>
                  <a:gd name="T32" fmla="*/ 14 w 100"/>
                  <a:gd name="T33" fmla="*/ 2 h 35"/>
                  <a:gd name="T34" fmla="*/ 12 w 100"/>
                  <a:gd name="T35" fmla="*/ 2 h 35"/>
                  <a:gd name="T36" fmla="*/ 9 w 100"/>
                  <a:gd name="T37" fmla="*/ 2 h 35"/>
                  <a:gd name="T38" fmla="*/ 5 w 100"/>
                  <a:gd name="T39" fmla="*/ 2 h 35"/>
                  <a:gd name="T40" fmla="*/ 2 w 100"/>
                  <a:gd name="T41" fmla="*/ 2 h 35"/>
                  <a:gd name="T42" fmla="*/ 1 w 100"/>
                  <a:gd name="T43" fmla="*/ 4 h 35"/>
                  <a:gd name="T44" fmla="*/ 0 w 100"/>
                  <a:gd name="T45" fmla="*/ 8 h 35"/>
                  <a:gd name="T46" fmla="*/ 0 w 100"/>
                  <a:gd name="T47" fmla="*/ 12 h 35"/>
                  <a:gd name="T48" fmla="*/ 1 w 100"/>
                  <a:gd name="T49" fmla="*/ 14 h 35"/>
                  <a:gd name="T50" fmla="*/ 4 w 100"/>
                  <a:gd name="T51" fmla="*/ 15 h 35"/>
                  <a:gd name="T52" fmla="*/ 6 w 100"/>
                  <a:gd name="T53" fmla="*/ 17 h 35"/>
                  <a:gd name="T54" fmla="*/ 9 w 100"/>
                  <a:gd name="T55" fmla="*/ 17 h 35"/>
                  <a:gd name="T56" fmla="*/ 11 w 100"/>
                  <a:gd name="T57" fmla="*/ 18 h 35"/>
                  <a:gd name="T58" fmla="*/ 8 w 100"/>
                  <a:gd name="T59" fmla="*/ 15 h 35"/>
                  <a:gd name="T60" fmla="*/ 7 w 100"/>
                  <a:gd name="T61" fmla="*/ 10 h 35"/>
                  <a:gd name="T62" fmla="*/ 8 w 100"/>
                  <a:gd name="T63" fmla="*/ 6 h 35"/>
                  <a:gd name="T64" fmla="*/ 10 w 100"/>
                  <a:gd name="T65" fmla="*/ 3 h 35"/>
                  <a:gd name="T66" fmla="*/ 14 w 100"/>
                  <a:gd name="T67" fmla="*/ 3 h 35"/>
                  <a:gd name="T68" fmla="*/ 17 w 100"/>
                  <a:gd name="T69" fmla="*/ 4 h 35"/>
                  <a:gd name="T70" fmla="*/ 21 w 100"/>
                  <a:gd name="T71" fmla="*/ 5 h 35"/>
                  <a:gd name="T72" fmla="*/ 24 w 100"/>
                  <a:gd name="T73" fmla="*/ 6 h 35"/>
                  <a:gd name="T74" fmla="*/ 26 w 100"/>
                  <a:gd name="T75" fmla="*/ 7 h 35"/>
                  <a:gd name="T76" fmla="*/ 30 w 100"/>
                  <a:gd name="T77" fmla="*/ 8 h 35"/>
                  <a:gd name="T78" fmla="*/ 33 w 100"/>
                  <a:gd name="T79" fmla="*/ 9 h 35"/>
                  <a:gd name="T80" fmla="*/ 35 w 100"/>
                  <a:gd name="T81" fmla="*/ 9 h 35"/>
                  <a:gd name="T82" fmla="*/ 38 w 100"/>
                  <a:gd name="T83" fmla="*/ 8 h 35"/>
                  <a:gd name="T84" fmla="*/ 41 w 100"/>
                  <a:gd name="T85" fmla="*/ 8 h 35"/>
                  <a:gd name="T86" fmla="*/ 43 w 100"/>
                  <a:gd name="T87" fmla="*/ 8 h 35"/>
                  <a:gd name="T88" fmla="*/ 46 w 100"/>
                  <a:gd name="T89" fmla="*/ 9 h 35"/>
                  <a:gd name="T90" fmla="*/ 48 w 100"/>
                  <a:gd name="T91" fmla="*/ 9 h 35"/>
                  <a:gd name="T92" fmla="*/ 51 w 100"/>
                  <a:gd name="T93" fmla="*/ 9 h 35"/>
                  <a:gd name="T94" fmla="*/ 53 w 100"/>
                  <a:gd name="T95" fmla="*/ 8 h 35"/>
                  <a:gd name="T96" fmla="*/ 55 w 100"/>
                  <a:gd name="T97" fmla="*/ 7 h 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0" h="35">
                    <a:moveTo>
                      <a:pt x="100" y="14"/>
                    </a:moveTo>
                    <a:lnTo>
                      <a:pt x="97" y="13"/>
                    </a:lnTo>
                    <a:lnTo>
                      <a:pt x="92" y="11"/>
                    </a:lnTo>
                    <a:lnTo>
                      <a:pt x="85" y="9"/>
                    </a:lnTo>
                    <a:lnTo>
                      <a:pt x="80" y="11"/>
                    </a:lnTo>
                    <a:lnTo>
                      <a:pt x="76" y="12"/>
                    </a:lnTo>
                    <a:lnTo>
                      <a:pt x="71" y="11"/>
                    </a:lnTo>
                    <a:lnTo>
                      <a:pt x="67" y="9"/>
                    </a:lnTo>
                    <a:lnTo>
                      <a:pt x="64" y="8"/>
                    </a:lnTo>
                    <a:lnTo>
                      <a:pt x="62" y="6"/>
                    </a:lnTo>
                    <a:lnTo>
                      <a:pt x="57" y="3"/>
                    </a:lnTo>
                    <a:lnTo>
                      <a:pt x="52" y="1"/>
                    </a:lnTo>
                    <a:lnTo>
                      <a:pt x="47" y="0"/>
                    </a:lnTo>
                    <a:lnTo>
                      <a:pt x="41" y="1"/>
                    </a:lnTo>
                    <a:lnTo>
                      <a:pt x="37" y="3"/>
                    </a:lnTo>
                    <a:lnTo>
                      <a:pt x="31" y="4"/>
                    </a:lnTo>
                    <a:lnTo>
                      <a:pt x="26" y="4"/>
                    </a:lnTo>
                    <a:lnTo>
                      <a:pt x="22" y="4"/>
                    </a:lnTo>
                    <a:lnTo>
                      <a:pt x="16" y="3"/>
                    </a:lnTo>
                    <a:lnTo>
                      <a:pt x="9" y="3"/>
                    </a:lnTo>
                    <a:lnTo>
                      <a:pt x="4" y="4"/>
                    </a:lnTo>
                    <a:lnTo>
                      <a:pt x="2" y="8"/>
                    </a:lnTo>
                    <a:lnTo>
                      <a:pt x="0" y="15"/>
                    </a:lnTo>
                    <a:lnTo>
                      <a:pt x="0" y="23"/>
                    </a:lnTo>
                    <a:lnTo>
                      <a:pt x="2" y="28"/>
                    </a:lnTo>
                    <a:lnTo>
                      <a:pt x="7" y="30"/>
                    </a:lnTo>
                    <a:lnTo>
                      <a:pt x="11" y="33"/>
                    </a:lnTo>
                    <a:lnTo>
                      <a:pt x="16" y="34"/>
                    </a:lnTo>
                    <a:lnTo>
                      <a:pt x="20" y="35"/>
                    </a:lnTo>
                    <a:lnTo>
                      <a:pt x="14" y="29"/>
                    </a:lnTo>
                    <a:lnTo>
                      <a:pt x="12" y="20"/>
                    </a:lnTo>
                    <a:lnTo>
                      <a:pt x="14" y="11"/>
                    </a:lnTo>
                    <a:lnTo>
                      <a:pt x="18" y="6"/>
                    </a:lnTo>
                    <a:lnTo>
                      <a:pt x="25" y="6"/>
                    </a:lnTo>
                    <a:lnTo>
                      <a:pt x="31" y="7"/>
                    </a:lnTo>
                    <a:lnTo>
                      <a:pt x="38" y="9"/>
                    </a:lnTo>
                    <a:lnTo>
                      <a:pt x="44" y="12"/>
                    </a:lnTo>
                    <a:lnTo>
                      <a:pt x="48" y="14"/>
                    </a:lnTo>
                    <a:lnTo>
                      <a:pt x="54" y="16"/>
                    </a:lnTo>
                    <a:lnTo>
                      <a:pt x="60" y="18"/>
                    </a:lnTo>
                    <a:lnTo>
                      <a:pt x="64" y="18"/>
                    </a:lnTo>
                    <a:lnTo>
                      <a:pt x="69" y="16"/>
                    </a:lnTo>
                    <a:lnTo>
                      <a:pt x="75" y="15"/>
                    </a:lnTo>
                    <a:lnTo>
                      <a:pt x="79" y="16"/>
                    </a:lnTo>
                    <a:lnTo>
                      <a:pt x="84" y="18"/>
                    </a:lnTo>
                    <a:lnTo>
                      <a:pt x="87" y="18"/>
                    </a:lnTo>
                    <a:lnTo>
                      <a:pt x="92" y="18"/>
                    </a:lnTo>
                    <a:lnTo>
                      <a:pt x="97" y="15"/>
                    </a:lnTo>
                    <a:lnTo>
                      <a:pt x="100"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8" name="Freeform 49">
                <a:extLst>
                  <a:ext uri="{FF2B5EF4-FFF2-40B4-BE49-F238E27FC236}">
                    <a16:creationId xmlns:a16="http://schemas.microsoft.com/office/drawing/2014/main" id="{7050C9CE-58D7-49A1-AEBA-F1232616C84D}"/>
                  </a:ext>
                </a:extLst>
              </p:cNvPr>
              <p:cNvSpPr>
                <a:spLocks/>
              </p:cNvSpPr>
              <p:nvPr/>
            </p:nvSpPr>
            <p:spPr bwMode="auto">
              <a:xfrm>
                <a:off x="4409" y="2703"/>
                <a:ext cx="20" cy="22"/>
              </a:xfrm>
              <a:custGeom>
                <a:avLst/>
                <a:gdLst>
                  <a:gd name="T0" fmla="*/ 19 w 37"/>
                  <a:gd name="T1" fmla="*/ 19 h 41"/>
                  <a:gd name="T2" fmla="*/ 20 w 37"/>
                  <a:gd name="T3" fmla="*/ 16 h 41"/>
                  <a:gd name="T4" fmla="*/ 20 w 37"/>
                  <a:gd name="T5" fmla="*/ 11 h 41"/>
                  <a:gd name="T6" fmla="*/ 20 w 37"/>
                  <a:gd name="T7" fmla="*/ 8 h 41"/>
                  <a:gd name="T8" fmla="*/ 19 w 37"/>
                  <a:gd name="T9" fmla="*/ 5 h 41"/>
                  <a:gd name="T10" fmla="*/ 17 w 37"/>
                  <a:gd name="T11" fmla="*/ 3 h 41"/>
                  <a:gd name="T12" fmla="*/ 15 w 37"/>
                  <a:gd name="T13" fmla="*/ 2 h 41"/>
                  <a:gd name="T14" fmla="*/ 12 w 37"/>
                  <a:gd name="T15" fmla="*/ 1 h 41"/>
                  <a:gd name="T16" fmla="*/ 10 w 37"/>
                  <a:gd name="T17" fmla="*/ 0 h 41"/>
                  <a:gd name="T18" fmla="*/ 7 w 37"/>
                  <a:gd name="T19" fmla="*/ 1 h 41"/>
                  <a:gd name="T20" fmla="*/ 4 w 37"/>
                  <a:gd name="T21" fmla="*/ 3 h 41"/>
                  <a:gd name="T22" fmla="*/ 2 w 37"/>
                  <a:gd name="T23" fmla="*/ 8 h 41"/>
                  <a:gd name="T24" fmla="*/ 0 w 37"/>
                  <a:gd name="T25" fmla="*/ 16 h 41"/>
                  <a:gd name="T26" fmla="*/ 3 w 37"/>
                  <a:gd name="T27" fmla="*/ 18 h 41"/>
                  <a:gd name="T28" fmla="*/ 6 w 37"/>
                  <a:gd name="T29" fmla="*/ 20 h 41"/>
                  <a:gd name="T30" fmla="*/ 9 w 37"/>
                  <a:gd name="T31" fmla="*/ 21 h 41"/>
                  <a:gd name="T32" fmla="*/ 12 w 37"/>
                  <a:gd name="T33" fmla="*/ 22 h 41"/>
                  <a:gd name="T34" fmla="*/ 14 w 37"/>
                  <a:gd name="T35" fmla="*/ 21 h 41"/>
                  <a:gd name="T36" fmla="*/ 16 w 37"/>
                  <a:gd name="T37" fmla="*/ 20 h 41"/>
                  <a:gd name="T38" fmla="*/ 17 w 37"/>
                  <a:gd name="T39" fmla="*/ 19 h 41"/>
                  <a:gd name="T40" fmla="*/ 19 w 37"/>
                  <a:gd name="T41" fmla="*/ 19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41">
                    <a:moveTo>
                      <a:pt x="36" y="36"/>
                    </a:moveTo>
                    <a:lnTo>
                      <a:pt x="37" y="29"/>
                    </a:lnTo>
                    <a:lnTo>
                      <a:pt x="37" y="21"/>
                    </a:lnTo>
                    <a:lnTo>
                      <a:pt x="37" y="15"/>
                    </a:lnTo>
                    <a:lnTo>
                      <a:pt x="35" y="9"/>
                    </a:lnTo>
                    <a:lnTo>
                      <a:pt x="31" y="6"/>
                    </a:lnTo>
                    <a:lnTo>
                      <a:pt x="28" y="3"/>
                    </a:lnTo>
                    <a:lnTo>
                      <a:pt x="23" y="1"/>
                    </a:lnTo>
                    <a:lnTo>
                      <a:pt x="18" y="0"/>
                    </a:lnTo>
                    <a:lnTo>
                      <a:pt x="13" y="1"/>
                    </a:lnTo>
                    <a:lnTo>
                      <a:pt x="8" y="6"/>
                    </a:lnTo>
                    <a:lnTo>
                      <a:pt x="3" y="15"/>
                    </a:lnTo>
                    <a:lnTo>
                      <a:pt x="0" y="29"/>
                    </a:lnTo>
                    <a:lnTo>
                      <a:pt x="5" y="33"/>
                    </a:lnTo>
                    <a:lnTo>
                      <a:pt x="11" y="37"/>
                    </a:lnTo>
                    <a:lnTo>
                      <a:pt x="17" y="39"/>
                    </a:lnTo>
                    <a:lnTo>
                      <a:pt x="22" y="41"/>
                    </a:lnTo>
                    <a:lnTo>
                      <a:pt x="25" y="39"/>
                    </a:lnTo>
                    <a:lnTo>
                      <a:pt x="29" y="38"/>
                    </a:lnTo>
                    <a:lnTo>
                      <a:pt x="32" y="36"/>
                    </a:lnTo>
                    <a:lnTo>
                      <a:pt x="36"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59" name="Freeform 50">
                <a:extLst>
                  <a:ext uri="{FF2B5EF4-FFF2-40B4-BE49-F238E27FC236}">
                    <a16:creationId xmlns:a16="http://schemas.microsoft.com/office/drawing/2014/main" id="{792B7F72-1FF3-4237-AA84-D4D378A8303F}"/>
                  </a:ext>
                </a:extLst>
              </p:cNvPr>
              <p:cNvSpPr>
                <a:spLocks/>
              </p:cNvSpPr>
              <p:nvPr/>
            </p:nvSpPr>
            <p:spPr bwMode="auto">
              <a:xfrm>
                <a:off x="3881" y="2598"/>
                <a:ext cx="20" cy="10"/>
              </a:xfrm>
              <a:custGeom>
                <a:avLst/>
                <a:gdLst>
                  <a:gd name="T0" fmla="*/ 3 w 35"/>
                  <a:gd name="T1" fmla="*/ 10 h 18"/>
                  <a:gd name="T2" fmla="*/ 2 w 35"/>
                  <a:gd name="T3" fmla="*/ 8 h 18"/>
                  <a:gd name="T4" fmla="*/ 1 w 35"/>
                  <a:gd name="T5" fmla="*/ 6 h 18"/>
                  <a:gd name="T6" fmla="*/ 0 w 35"/>
                  <a:gd name="T7" fmla="*/ 5 h 18"/>
                  <a:gd name="T8" fmla="*/ 0 w 35"/>
                  <a:gd name="T9" fmla="*/ 4 h 18"/>
                  <a:gd name="T10" fmla="*/ 2 w 35"/>
                  <a:gd name="T11" fmla="*/ 2 h 18"/>
                  <a:gd name="T12" fmla="*/ 6 w 35"/>
                  <a:gd name="T13" fmla="*/ 1 h 18"/>
                  <a:gd name="T14" fmla="*/ 10 w 35"/>
                  <a:gd name="T15" fmla="*/ 0 h 18"/>
                  <a:gd name="T16" fmla="*/ 13 w 35"/>
                  <a:gd name="T17" fmla="*/ 0 h 18"/>
                  <a:gd name="T18" fmla="*/ 15 w 35"/>
                  <a:gd name="T19" fmla="*/ 1 h 18"/>
                  <a:gd name="T20" fmla="*/ 18 w 35"/>
                  <a:gd name="T21" fmla="*/ 3 h 18"/>
                  <a:gd name="T22" fmla="*/ 20 w 35"/>
                  <a:gd name="T23" fmla="*/ 5 h 18"/>
                  <a:gd name="T24" fmla="*/ 20 w 35"/>
                  <a:gd name="T25" fmla="*/ 7 h 18"/>
                  <a:gd name="T26" fmla="*/ 18 w 35"/>
                  <a:gd name="T27" fmla="*/ 8 h 18"/>
                  <a:gd name="T28" fmla="*/ 13 w 35"/>
                  <a:gd name="T29" fmla="*/ 9 h 18"/>
                  <a:gd name="T30" fmla="*/ 7 w 35"/>
                  <a:gd name="T31" fmla="*/ 10 h 18"/>
                  <a:gd name="T32" fmla="*/ 3 w 35"/>
                  <a:gd name="T33" fmla="*/ 10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18">
                    <a:moveTo>
                      <a:pt x="5" y="18"/>
                    </a:moveTo>
                    <a:lnTo>
                      <a:pt x="3" y="15"/>
                    </a:lnTo>
                    <a:lnTo>
                      <a:pt x="1" y="11"/>
                    </a:lnTo>
                    <a:lnTo>
                      <a:pt x="0" y="9"/>
                    </a:lnTo>
                    <a:lnTo>
                      <a:pt x="0" y="7"/>
                    </a:lnTo>
                    <a:lnTo>
                      <a:pt x="4" y="3"/>
                    </a:lnTo>
                    <a:lnTo>
                      <a:pt x="11" y="1"/>
                    </a:lnTo>
                    <a:lnTo>
                      <a:pt x="17" y="0"/>
                    </a:lnTo>
                    <a:lnTo>
                      <a:pt x="23" y="0"/>
                    </a:lnTo>
                    <a:lnTo>
                      <a:pt x="27" y="2"/>
                    </a:lnTo>
                    <a:lnTo>
                      <a:pt x="32" y="6"/>
                    </a:lnTo>
                    <a:lnTo>
                      <a:pt x="35" y="9"/>
                    </a:lnTo>
                    <a:lnTo>
                      <a:pt x="35" y="13"/>
                    </a:lnTo>
                    <a:lnTo>
                      <a:pt x="31" y="15"/>
                    </a:lnTo>
                    <a:lnTo>
                      <a:pt x="23" y="17"/>
                    </a:lnTo>
                    <a:lnTo>
                      <a:pt x="13" y="18"/>
                    </a:lnTo>
                    <a:lnTo>
                      <a:pt x="5"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0" name="Freeform 51">
                <a:extLst>
                  <a:ext uri="{FF2B5EF4-FFF2-40B4-BE49-F238E27FC236}">
                    <a16:creationId xmlns:a16="http://schemas.microsoft.com/office/drawing/2014/main" id="{415403B4-EE5B-44DB-AE9D-8768EE223F69}"/>
                  </a:ext>
                </a:extLst>
              </p:cNvPr>
              <p:cNvSpPr>
                <a:spLocks/>
              </p:cNvSpPr>
              <p:nvPr/>
            </p:nvSpPr>
            <p:spPr bwMode="auto">
              <a:xfrm>
                <a:off x="3928" y="2626"/>
                <a:ext cx="15" cy="12"/>
              </a:xfrm>
              <a:custGeom>
                <a:avLst/>
                <a:gdLst>
                  <a:gd name="T0" fmla="*/ 15 w 28"/>
                  <a:gd name="T1" fmla="*/ 9 h 21"/>
                  <a:gd name="T2" fmla="*/ 10 w 28"/>
                  <a:gd name="T3" fmla="*/ 11 h 21"/>
                  <a:gd name="T4" fmla="*/ 7 w 28"/>
                  <a:gd name="T5" fmla="*/ 12 h 21"/>
                  <a:gd name="T6" fmla="*/ 4 w 28"/>
                  <a:gd name="T7" fmla="*/ 11 h 21"/>
                  <a:gd name="T8" fmla="*/ 0 w 28"/>
                  <a:gd name="T9" fmla="*/ 9 h 21"/>
                  <a:gd name="T10" fmla="*/ 2 w 28"/>
                  <a:gd name="T11" fmla="*/ 7 h 21"/>
                  <a:gd name="T12" fmla="*/ 5 w 28"/>
                  <a:gd name="T13" fmla="*/ 5 h 21"/>
                  <a:gd name="T14" fmla="*/ 8 w 28"/>
                  <a:gd name="T15" fmla="*/ 3 h 21"/>
                  <a:gd name="T16" fmla="*/ 10 w 28"/>
                  <a:gd name="T17" fmla="*/ 1 h 21"/>
                  <a:gd name="T18" fmla="*/ 12 w 28"/>
                  <a:gd name="T19" fmla="*/ 0 h 21"/>
                  <a:gd name="T20" fmla="*/ 13 w 28"/>
                  <a:gd name="T21" fmla="*/ 1 h 21"/>
                  <a:gd name="T22" fmla="*/ 15 w 28"/>
                  <a:gd name="T23" fmla="*/ 3 h 21"/>
                  <a:gd name="T24" fmla="*/ 15 w 28"/>
                  <a:gd name="T25" fmla="*/ 9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21">
                    <a:moveTo>
                      <a:pt x="28" y="16"/>
                    </a:moveTo>
                    <a:lnTo>
                      <a:pt x="19" y="19"/>
                    </a:lnTo>
                    <a:lnTo>
                      <a:pt x="13" y="21"/>
                    </a:lnTo>
                    <a:lnTo>
                      <a:pt x="7" y="19"/>
                    </a:lnTo>
                    <a:lnTo>
                      <a:pt x="0" y="16"/>
                    </a:lnTo>
                    <a:lnTo>
                      <a:pt x="4" y="13"/>
                    </a:lnTo>
                    <a:lnTo>
                      <a:pt x="10" y="9"/>
                    </a:lnTo>
                    <a:lnTo>
                      <a:pt x="15" y="6"/>
                    </a:lnTo>
                    <a:lnTo>
                      <a:pt x="18" y="2"/>
                    </a:lnTo>
                    <a:lnTo>
                      <a:pt x="22" y="0"/>
                    </a:lnTo>
                    <a:lnTo>
                      <a:pt x="25" y="1"/>
                    </a:lnTo>
                    <a:lnTo>
                      <a:pt x="28" y="6"/>
                    </a:lnTo>
                    <a:lnTo>
                      <a:pt x="28"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1" name="Freeform 52">
                <a:extLst>
                  <a:ext uri="{FF2B5EF4-FFF2-40B4-BE49-F238E27FC236}">
                    <a16:creationId xmlns:a16="http://schemas.microsoft.com/office/drawing/2014/main" id="{9B1C16EE-86A1-4353-8E23-8D0154F9934D}"/>
                  </a:ext>
                </a:extLst>
              </p:cNvPr>
              <p:cNvSpPr>
                <a:spLocks/>
              </p:cNvSpPr>
              <p:nvPr/>
            </p:nvSpPr>
            <p:spPr bwMode="auto">
              <a:xfrm>
                <a:off x="3911" y="2615"/>
                <a:ext cx="28" cy="18"/>
              </a:xfrm>
              <a:custGeom>
                <a:avLst/>
                <a:gdLst>
                  <a:gd name="T0" fmla="*/ 4 w 52"/>
                  <a:gd name="T1" fmla="*/ 18 h 32"/>
                  <a:gd name="T2" fmla="*/ 2 w 52"/>
                  <a:gd name="T3" fmla="*/ 17 h 32"/>
                  <a:gd name="T4" fmla="*/ 1 w 52"/>
                  <a:gd name="T5" fmla="*/ 15 h 32"/>
                  <a:gd name="T6" fmla="*/ 1 w 52"/>
                  <a:gd name="T7" fmla="*/ 13 h 32"/>
                  <a:gd name="T8" fmla="*/ 0 w 52"/>
                  <a:gd name="T9" fmla="*/ 11 h 32"/>
                  <a:gd name="T10" fmla="*/ 4 w 52"/>
                  <a:gd name="T11" fmla="*/ 9 h 32"/>
                  <a:gd name="T12" fmla="*/ 8 w 52"/>
                  <a:gd name="T13" fmla="*/ 7 h 32"/>
                  <a:gd name="T14" fmla="*/ 12 w 52"/>
                  <a:gd name="T15" fmla="*/ 5 h 32"/>
                  <a:gd name="T16" fmla="*/ 14 w 52"/>
                  <a:gd name="T17" fmla="*/ 3 h 32"/>
                  <a:gd name="T18" fmla="*/ 17 w 52"/>
                  <a:gd name="T19" fmla="*/ 1 h 32"/>
                  <a:gd name="T20" fmla="*/ 20 w 52"/>
                  <a:gd name="T21" fmla="*/ 0 h 32"/>
                  <a:gd name="T22" fmla="*/ 24 w 52"/>
                  <a:gd name="T23" fmla="*/ 0 h 32"/>
                  <a:gd name="T24" fmla="*/ 26 w 52"/>
                  <a:gd name="T25" fmla="*/ 2 h 32"/>
                  <a:gd name="T26" fmla="*/ 27 w 52"/>
                  <a:gd name="T27" fmla="*/ 3 h 32"/>
                  <a:gd name="T28" fmla="*/ 28 w 52"/>
                  <a:gd name="T29" fmla="*/ 3 h 32"/>
                  <a:gd name="T30" fmla="*/ 28 w 52"/>
                  <a:gd name="T31" fmla="*/ 5 h 32"/>
                  <a:gd name="T32" fmla="*/ 28 w 52"/>
                  <a:gd name="T33" fmla="*/ 5 h 32"/>
                  <a:gd name="T34" fmla="*/ 26 w 52"/>
                  <a:gd name="T35" fmla="*/ 7 h 32"/>
                  <a:gd name="T36" fmla="*/ 25 w 52"/>
                  <a:gd name="T37" fmla="*/ 8 h 32"/>
                  <a:gd name="T38" fmla="*/ 24 w 52"/>
                  <a:gd name="T39" fmla="*/ 9 h 32"/>
                  <a:gd name="T40" fmla="*/ 22 w 52"/>
                  <a:gd name="T41" fmla="*/ 10 h 32"/>
                  <a:gd name="T42" fmla="*/ 20 w 52"/>
                  <a:gd name="T43" fmla="*/ 11 h 32"/>
                  <a:gd name="T44" fmla="*/ 18 w 52"/>
                  <a:gd name="T45" fmla="*/ 14 h 32"/>
                  <a:gd name="T46" fmla="*/ 16 w 52"/>
                  <a:gd name="T47" fmla="*/ 16 h 32"/>
                  <a:gd name="T48" fmla="*/ 12 w 52"/>
                  <a:gd name="T49" fmla="*/ 16 h 32"/>
                  <a:gd name="T50" fmla="*/ 10 w 52"/>
                  <a:gd name="T51" fmla="*/ 16 h 32"/>
                  <a:gd name="T52" fmla="*/ 10 w 52"/>
                  <a:gd name="T53" fmla="*/ 16 h 32"/>
                  <a:gd name="T54" fmla="*/ 9 w 52"/>
                  <a:gd name="T55" fmla="*/ 16 h 32"/>
                  <a:gd name="T56" fmla="*/ 8 w 52"/>
                  <a:gd name="T57" fmla="*/ 16 h 32"/>
                  <a:gd name="T58" fmla="*/ 6 w 52"/>
                  <a:gd name="T59" fmla="*/ 16 h 32"/>
                  <a:gd name="T60" fmla="*/ 5 w 52"/>
                  <a:gd name="T61" fmla="*/ 17 h 32"/>
                  <a:gd name="T62" fmla="*/ 5 w 52"/>
                  <a:gd name="T63" fmla="*/ 17 h 32"/>
                  <a:gd name="T64" fmla="*/ 4 w 52"/>
                  <a:gd name="T65" fmla="*/ 18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2" h="32">
                    <a:moveTo>
                      <a:pt x="8" y="32"/>
                    </a:moveTo>
                    <a:lnTo>
                      <a:pt x="4" y="30"/>
                    </a:lnTo>
                    <a:lnTo>
                      <a:pt x="2" y="27"/>
                    </a:lnTo>
                    <a:lnTo>
                      <a:pt x="1" y="23"/>
                    </a:lnTo>
                    <a:lnTo>
                      <a:pt x="0" y="20"/>
                    </a:lnTo>
                    <a:lnTo>
                      <a:pt x="8" y="16"/>
                    </a:lnTo>
                    <a:lnTo>
                      <a:pt x="15" y="13"/>
                    </a:lnTo>
                    <a:lnTo>
                      <a:pt x="22" y="8"/>
                    </a:lnTo>
                    <a:lnTo>
                      <a:pt x="26" y="5"/>
                    </a:lnTo>
                    <a:lnTo>
                      <a:pt x="31" y="1"/>
                    </a:lnTo>
                    <a:lnTo>
                      <a:pt x="38" y="0"/>
                    </a:lnTo>
                    <a:lnTo>
                      <a:pt x="45" y="0"/>
                    </a:lnTo>
                    <a:lnTo>
                      <a:pt x="49" y="4"/>
                    </a:lnTo>
                    <a:lnTo>
                      <a:pt x="50" y="5"/>
                    </a:lnTo>
                    <a:lnTo>
                      <a:pt x="52" y="6"/>
                    </a:lnTo>
                    <a:lnTo>
                      <a:pt x="52" y="8"/>
                    </a:lnTo>
                    <a:lnTo>
                      <a:pt x="52" y="9"/>
                    </a:lnTo>
                    <a:lnTo>
                      <a:pt x="49" y="12"/>
                    </a:lnTo>
                    <a:lnTo>
                      <a:pt x="47" y="14"/>
                    </a:lnTo>
                    <a:lnTo>
                      <a:pt x="44" y="16"/>
                    </a:lnTo>
                    <a:lnTo>
                      <a:pt x="41" y="17"/>
                    </a:lnTo>
                    <a:lnTo>
                      <a:pt x="38" y="20"/>
                    </a:lnTo>
                    <a:lnTo>
                      <a:pt x="33" y="24"/>
                    </a:lnTo>
                    <a:lnTo>
                      <a:pt x="29" y="28"/>
                    </a:lnTo>
                    <a:lnTo>
                      <a:pt x="22" y="29"/>
                    </a:lnTo>
                    <a:lnTo>
                      <a:pt x="19" y="29"/>
                    </a:lnTo>
                    <a:lnTo>
                      <a:pt x="18" y="29"/>
                    </a:lnTo>
                    <a:lnTo>
                      <a:pt x="16" y="29"/>
                    </a:lnTo>
                    <a:lnTo>
                      <a:pt x="14" y="29"/>
                    </a:lnTo>
                    <a:lnTo>
                      <a:pt x="11" y="29"/>
                    </a:lnTo>
                    <a:lnTo>
                      <a:pt x="10" y="30"/>
                    </a:lnTo>
                    <a:lnTo>
                      <a:pt x="9" y="31"/>
                    </a:lnTo>
                    <a:lnTo>
                      <a:pt x="8" y="3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2" name="Freeform 53">
                <a:extLst>
                  <a:ext uri="{FF2B5EF4-FFF2-40B4-BE49-F238E27FC236}">
                    <a16:creationId xmlns:a16="http://schemas.microsoft.com/office/drawing/2014/main" id="{64A540D1-1117-4DC8-91CE-1EBBE0E25E56}"/>
                  </a:ext>
                </a:extLst>
              </p:cNvPr>
              <p:cNvSpPr>
                <a:spLocks/>
              </p:cNvSpPr>
              <p:nvPr/>
            </p:nvSpPr>
            <p:spPr bwMode="auto">
              <a:xfrm>
                <a:off x="3898" y="2571"/>
                <a:ext cx="90" cy="37"/>
              </a:xfrm>
              <a:custGeom>
                <a:avLst/>
                <a:gdLst>
                  <a:gd name="T0" fmla="*/ 28 w 164"/>
                  <a:gd name="T1" fmla="*/ 2 h 68"/>
                  <a:gd name="T2" fmla="*/ 33 w 164"/>
                  <a:gd name="T3" fmla="*/ 2 h 68"/>
                  <a:gd name="T4" fmla="*/ 37 w 164"/>
                  <a:gd name="T5" fmla="*/ 4 h 68"/>
                  <a:gd name="T6" fmla="*/ 42 w 164"/>
                  <a:gd name="T7" fmla="*/ 9 h 68"/>
                  <a:gd name="T8" fmla="*/ 47 w 164"/>
                  <a:gd name="T9" fmla="*/ 12 h 68"/>
                  <a:gd name="T10" fmla="*/ 52 w 164"/>
                  <a:gd name="T11" fmla="*/ 15 h 68"/>
                  <a:gd name="T12" fmla="*/ 59 w 164"/>
                  <a:gd name="T13" fmla="*/ 15 h 68"/>
                  <a:gd name="T14" fmla="*/ 66 w 164"/>
                  <a:gd name="T15" fmla="*/ 16 h 68"/>
                  <a:gd name="T16" fmla="*/ 71 w 164"/>
                  <a:gd name="T17" fmla="*/ 17 h 68"/>
                  <a:gd name="T18" fmla="*/ 76 w 164"/>
                  <a:gd name="T19" fmla="*/ 19 h 68"/>
                  <a:gd name="T20" fmla="*/ 82 w 164"/>
                  <a:gd name="T21" fmla="*/ 20 h 68"/>
                  <a:gd name="T22" fmla="*/ 88 w 164"/>
                  <a:gd name="T23" fmla="*/ 21 h 68"/>
                  <a:gd name="T24" fmla="*/ 87 w 164"/>
                  <a:gd name="T25" fmla="*/ 24 h 68"/>
                  <a:gd name="T26" fmla="*/ 81 w 164"/>
                  <a:gd name="T27" fmla="*/ 32 h 68"/>
                  <a:gd name="T28" fmla="*/ 77 w 164"/>
                  <a:gd name="T29" fmla="*/ 35 h 68"/>
                  <a:gd name="T30" fmla="*/ 72 w 164"/>
                  <a:gd name="T31" fmla="*/ 30 h 68"/>
                  <a:gd name="T32" fmla="*/ 68 w 164"/>
                  <a:gd name="T33" fmla="*/ 28 h 68"/>
                  <a:gd name="T34" fmla="*/ 61 w 164"/>
                  <a:gd name="T35" fmla="*/ 29 h 68"/>
                  <a:gd name="T36" fmla="*/ 54 w 164"/>
                  <a:gd name="T37" fmla="*/ 30 h 68"/>
                  <a:gd name="T38" fmla="*/ 47 w 164"/>
                  <a:gd name="T39" fmla="*/ 32 h 68"/>
                  <a:gd name="T40" fmla="*/ 40 w 164"/>
                  <a:gd name="T41" fmla="*/ 29 h 68"/>
                  <a:gd name="T42" fmla="*/ 32 w 164"/>
                  <a:gd name="T43" fmla="*/ 20 h 68"/>
                  <a:gd name="T44" fmla="*/ 30 w 164"/>
                  <a:gd name="T45" fmla="*/ 15 h 68"/>
                  <a:gd name="T46" fmla="*/ 26 w 164"/>
                  <a:gd name="T47" fmla="*/ 16 h 68"/>
                  <a:gd name="T48" fmla="*/ 22 w 164"/>
                  <a:gd name="T49" fmla="*/ 17 h 68"/>
                  <a:gd name="T50" fmla="*/ 16 w 164"/>
                  <a:gd name="T51" fmla="*/ 16 h 68"/>
                  <a:gd name="T52" fmla="*/ 10 w 164"/>
                  <a:gd name="T53" fmla="*/ 13 h 68"/>
                  <a:gd name="T54" fmla="*/ 4 w 164"/>
                  <a:gd name="T55" fmla="*/ 10 h 68"/>
                  <a:gd name="T56" fmla="*/ 1 w 164"/>
                  <a:gd name="T57" fmla="*/ 7 h 68"/>
                  <a:gd name="T58" fmla="*/ 0 w 164"/>
                  <a:gd name="T59" fmla="*/ 3 h 68"/>
                  <a:gd name="T60" fmla="*/ 3 w 164"/>
                  <a:gd name="T61" fmla="*/ 2 h 68"/>
                  <a:gd name="T62" fmla="*/ 9 w 164"/>
                  <a:gd name="T63" fmla="*/ 5 h 68"/>
                  <a:gd name="T64" fmla="*/ 18 w 164"/>
                  <a:gd name="T65" fmla="*/ 7 h 68"/>
                  <a:gd name="T66" fmla="*/ 24 w 164"/>
                  <a:gd name="T67" fmla="*/ 4 h 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64" h="68">
                    <a:moveTo>
                      <a:pt x="48" y="4"/>
                    </a:moveTo>
                    <a:lnTo>
                      <a:pt x="51" y="3"/>
                    </a:lnTo>
                    <a:lnTo>
                      <a:pt x="56" y="3"/>
                    </a:lnTo>
                    <a:lnTo>
                      <a:pt x="61" y="4"/>
                    </a:lnTo>
                    <a:lnTo>
                      <a:pt x="64" y="5"/>
                    </a:lnTo>
                    <a:lnTo>
                      <a:pt x="68" y="8"/>
                    </a:lnTo>
                    <a:lnTo>
                      <a:pt x="72" y="12"/>
                    </a:lnTo>
                    <a:lnTo>
                      <a:pt x="77" y="16"/>
                    </a:lnTo>
                    <a:lnTo>
                      <a:pt x="81" y="19"/>
                    </a:lnTo>
                    <a:lnTo>
                      <a:pt x="86" y="22"/>
                    </a:lnTo>
                    <a:lnTo>
                      <a:pt x="91" y="24"/>
                    </a:lnTo>
                    <a:lnTo>
                      <a:pt x="95" y="27"/>
                    </a:lnTo>
                    <a:lnTo>
                      <a:pt x="100" y="27"/>
                    </a:lnTo>
                    <a:lnTo>
                      <a:pt x="108" y="27"/>
                    </a:lnTo>
                    <a:lnTo>
                      <a:pt x="115" y="27"/>
                    </a:lnTo>
                    <a:lnTo>
                      <a:pt x="121" y="29"/>
                    </a:lnTo>
                    <a:lnTo>
                      <a:pt x="125" y="31"/>
                    </a:lnTo>
                    <a:lnTo>
                      <a:pt x="129" y="32"/>
                    </a:lnTo>
                    <a:lnTo>
                      <a:pt x="132" y="34"/>
                    </a:lnTo>
                    <a:lnTo>
                      <a:pt x="138" y="35"/>
                    </a:lnTo>
                    <a:lnTo>
                      <a:pt x="144" y="36"/>
                    </a:lnTo>
                    <a:lnTo>
                      <a:pt x="149" y="37"/>
                    </a:lnTo>
                    <a:lnTo>
                      <a:pt x="155" y="37"/>
                    </a:lnTo>
                    <a:lnTo>
                      <a:pt x="160" y="38"/>
                    </a:lnTo>
                    <a:lnTo>
                      <a:pt x="164" y="38"/>
                    </a:lnTo>
                    <a:lnTo>
                      <a:pt x="159" y="44"/>
                    </a:lnTo>
                    <a:lnTo>
                      <a:pt x="153" y="51"/>
                    </a:lnTo>
                    <a:lnTo>
                      <a:pt x="148" y="59"/>
                    </a:lnTo>
                    <a:lnTo>
                      <a:pt x="145" y="68"/>
                    </a:lnTo>
                    <a:lnTo>
                      <a:pt x="141" y="65"/>
                    </a:lnTo>
                    <a:lnTo>
                      <a:pt x="137" y="60"/>
                    </a:lnTo>
                    <a:lnTo>
                      <a:pt x="132" y="56"/>
                    </a:lnTo>
                    <a:lnTo>
                      <a:pt x="127" y="53"/>
                    </a:lnTo>
                    <a:lnTo>
                      <a:pt x="124" y="52"/>
                    </a:lnTo>
                    <a:lnTo>
                      <a:pt x="119" y="52"/>
                    </a:lnTo>
                    <a:lnTo>
                      <a:pt x="112" y="53"/>
                    </a:lnTo>
                    <a:lnTo>
                      <a:pt x="106" y="54"/>
                    </a:lnTo>
                    <a:lnTo>
                      <a:pt x="99" y="56"/>
                    </a:lnTo>
                    <a:lnTo>
                      <a:pt x="92" y="57"/>
                    </a:lnTo>
                    <a:lnTo>
                      <a:pt x="86" y="58"/>
                    </a:lnTo>
                    <a:lnTo>
                      <a:pt x="81" y="58"/>
                    </a:lnTo>
                    <a:lnTo>
                      <a:pt x="72" y="54"/>
                    </a:lnTo>
                    <a:lnTo>
                      <a:pt x="65" y="45"/>
                    </a:lnTo>
                    <a:lnTo>
                      <a:pt x="59" y="36"/>
                    </a:lnTo>
                    <a:lnTo>
                      <a:pt x="57" y="30"/>
                    </a:lnTo>
                    <a:lnTo>
                      <a:pt x="55" y="28"/>
                    </a:lnTo>
                    <a:lnTo>
                      <a:pt x="53" y="28"/>
                    </a:lnTo>
                    <a:lnTo>
                      <a:pt x="48" y="29"/>
                    </a:lnTo>
                    <a:lnTo>
                      <a:pt x="43" y="30"/>
                    </a:lnTo>
                    <a:lnTo>
                      <a:pt x="40" y="31"/>
                    </a:lnTo>
                    <a:lnTo>
                      <a:pt x="35" y="30"/>
                    </a:lnTo>
                    <a:lnTo>
                      <a:pt x="30" y="29"/>
                    </a:lnTo>
                    <a:lnTo>
                      <a:pt x="24" y="27"/>
                    </a:lnTo>
                    <a:lnTo>
                      <a:pt x="18" y="24"/>
                    </a:lnTo>
                    <a:lnTo>
                      <a:pt x="12" y="22"/>
                    </a:lnTo>
                    <a:lnTo>
                      <a:pt x="8" y="19"/>
                    </a:lnTo>
                    <a:lnTo>
                      <a:pt x="4" y="16"/>
                    </a:lnTo>
                    <a:lnTo>
                      <a:pt x="1" y="13"/>
                    </a:lnTo>
                    <a:lnTo>
                      <a:pt x="0" y="8"/>
                    </a:lnTo>
                    <a:lnTo>
                      <a:pt x="0" y="5"/>
                    </a:lnTo>
                    <a:lnTo>
                      <a:pt x="2" y="0"/>
                    </a:lnTo>
                    <a:lnTo>
                      <a:pt x="5" y="3"/>
                    </a:lnTo>
                    <a:lnTo>
                      <a:pt x="10" y="6"/>
                    </a:lnTo>
                    <a:lnTo>
                      <a:pt x="17" y="9"/>
                    </a:lnTo>
                    <a:lnTo>
                      <a:pt x="27" y="13"/>
                    </a:lnTo>
                    <a:lnTo>
                      <a:pt x="33" y="13"/>
                    </a:lnTo>
                    <a:lnTo>
                      <a:pt x="39" y="12"/>
                    </a:lnTo>
                    <a:lnTo>
                      <a:pt x="43" y="8"/>
                    </a:lnTo>
                    <a:lnTo>
                      <a:pt x="48"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3" name="Freeform 54">
                <a:extLst>
                  <a:ext uri="{FF2B5EF4-FFF2-40B4-BE49-F238E27FC236}">
                    <a16:creationId xmlns:a16="http://schemas.microsoft.com/office/drawing/2014/main" id="{82E67A30-9DE2-46B4-98AD-CF0CFFF1BAA6}"/>
                  </a:ext>
                </a:extLst>
              </p:cNvPr>
              <p:cNvSpPr>
                <a:spLocks/>
              </p:cNvSpPr>
              <p:nvPr/>
            </p:nvSpPr>
            <p:spPr bwMode="auto">
              <a:xfrm>
                <a:off x="3893" y="2606"/>
                <a:ext cx="31" cy="17"/>
              </a:xfrm>
              <a:custGeom>
                <a:avLst/>
                <a:gdLst>
                  <a:gd name="T0" fmla="*/ 0 w 56"/>
                  <a:gd name="T1" fmla="*/ 5 h 31"/>
                  <a:gd name="T2" fmla="*/ 2 w 56"/>
                  <a:gd name="T3" fmla="*/ 5 h 31"/>
                  <a:gd name="T4" fmla="*/ 4 w 56"/>
                  <a:gd name="T5" fmla="*/ 4 h 31"/>
                  <a:gd name="T6" fmla="*/ 7 w 56"/>
                  <a:gd name="T7" fmla="*/ 4 h 31"/>
                  <a:gd name="T8" fmla="*/ 11 w 56"/>
                  <a:gd name="T9" fmla="*/ 3 h 31"/>
                  <a:gd name="T10" fmla="*/ 14 w 56"/>
                  <a:gd name="T11" fmla="*/ 2 h 31"/>
                  <a:gd name="T12" fmla="*/ 17 w 56"/>
                  <a:gd name="T13" fmla="*/ 1 h 31"/>
                  <a:gd name="T14" fmla="*/ 19 w 56"/>
                  <a:gd name="T15" fmla="*/ 1 h 31"/>
                  <a:gd name="T16" fmla="*/ 21 w 56"/>
                  <a:gd name="T17" fmla="*/ 0 h 31"/>
                  <a:gd name="T18" fmla="*/ 24 w 56"/>
                  <a:gd name="T19" fmla="*/ 1 h 31"/>
                  <a:gd name="T20" fmla="*/ 29 w 56"/>
                  <a:gd name="T21" fmla="*/ 4 h 31"/>
                  <a:gd name="T22" fmla="*/ 31 w 56"/>
                  <a:gd name="T23" fmla="*/ 7 h 31"/>
                  <a:gd name="T24" fmla="*/ 30 w 56"/>
                  <a:gd name="T25" fmla="*/ 9 h 31"/>
                  <a:gd name="T26" fmla="*/ 24 w 56"/>
                  <a:gd name="T27" fmla="*/ 10 h 31"/>
                  <a:gd name="T28" fmla="*/ 20 w 56"/>
                  <a:gd name="T29" fmla="*/ 14 h 31"/>
                  <a:gd name="T30" fmla="*/ 17 w 56"/>
                  <a:gd name="T31" fmla="*/ 16 h 31"/>
                  <a:gd name="T32" fmla="*/ 14 w 56"/>
                  <a:gd name="T33" fmla="*/ 17 h 31"/>
                  <a:gd name="T34" fmla="*/ 11 w 56"/>
                  <a:gd name="T35" fmla="*/ 16 h 31"/>
                  <a:gd name="T36" fmla="*/ 7 w 56"/>
                  <a:gd name="T37" fmla="*/ 14 h 31"/>
                  <a:gd name="T38" fmla="*/ 3 w 56"/>
                  <a:gd name="T39" fmla="*/ 12 h 31"/>
                  <a:gd name="T40" fmla="*/ 1 w 56"/>
                  <a:gd name="T41" fmla="*/ 9 h 31"/>
                  <a:gd name="T42" fmla="*/ 0 w 56"/>
                  <a:gd name="T43" fmla="*/ 8 h 31"/>
                  <a:gd name="T44" fmla="*/ 0 w 56"/>
                  <a:gd name="T45" fmla="*/ 8 h 31"/>
                  <a:gd name="T46" fmla="*/ 0 w 56"/>
                  <a:gd name="T47" fmla="*/ 6 h 31"/>
                  <a:gd name="T48" fmla="*/ 0 w 56"/>
                  <a:gd name="T49" fmla="*/ 5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6" h="31">
                    <a:moveTo>
                      <a:pt x="0" y="10"/>
                    </a:moveTo>
                    <a:lnTo>
                      <a:pt x="3" y="9"/>
                    </a:lnTo>
                    <a:lnTo>
                      <a:pt x="8" y="8"/>
                    </a:lnTo>
                    <a:lnTo>
                      <a:pt x="13" y="7"/>
                    </a:lnTo>
                    <a:lnTo>
                      <a:pt x="19" y="5"/>
                    </a:lnTo>
                    <a:lnTo>
                      <a:pt x="25" y="3"/>
                    </a:lnTo>
                    <a:lnTo>
                      <a:pt x="31" y="2"/>
                    </a:lnTo>
                    <a:lnTo>
                      <a:pt x="34" y="1"/>
                    </a:lnTo>
                    <a:lnTo>
                      <a:pt x="38" y="0"/>
                    </a:lnTo>
                    <a:lnTo>
                      <a:pt x="44" y="1"/>
                    </a:lnTo>
                    <a:lnTo>
                      <a:pt x="53" y="7"/>
                    </a:lnTo>
                    <a:lnTo>
                      <a:pt x="56" y="13"/>
                    </a:lnTo>
                    <a:lnTo>
                      <a:pt x="54" y="16"/>
                    </a:lnTo>
                    <a:lnTo>
                      <a:pt x="43" y="19"/>
                    </a:lnTo>
                    <a:lnTo>
                      <a:pt x="36" y="25"/>
                    </a:lnTo>
                    <a:lnTo>
                      <a:pt x="31" y="30"/>
                    </a:lnTo>
                    <a:lnTo>
                      <a:pt x="26" y="31"/>
                    </a:lnTo>
                    <a:lnTo>
                      <a:pt x="19" y="29"/>
                    </a:lnTo>
                    <a:lnTo>
                      <a:pt x="12" y="25"/>
                    </a:lnTo>
                    <a:lnTo>
                      <a:pt x="5" y="22"/>
                    </a:lnTo>
                    <a:lnTo>
                      <a:pt x="1" y="17"/>
                    </a:lnTo>
                    <a:lnTo>
                      <a:pt x="0" y="15"/>
                    </a:lnTo>
                    <a:lnTo>
                      <a:pt x="0" y="14"/>
                    </a:lnTo>
                    <a:lnTo>
                      <a:pt x="0" y="11"/>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4" name="Freeform 55">
                <a:extLst>
                  <a:ext uri="{FF2B5EF4-FFF2-40B4-BE49-F238E27FC236}">
                    <a16:creationId xmlns:a16="http://schemas.microsoft.com/office/drawing/2014/main" id="{F818CF9C-799B-4E5E-A673-92794168466B}"/>
                  </a:ext>
                </a:extLst>
              </p:cNvPr>
              <p:cNvSpPr>
                <a:spLocks/>
              </p:cNvSpPr>
              <p:nvPr/>
            </p:nvSpPr>
            <p:spPr bwMode="auto">
              <a:xfrm>
                <a:off x="4344" y="2551"/>
                <a:ext cx="16" cy="10"/>
              </a:xfrm>
              <a:custGeom>
                <a:avLst/>
                <a:gdLst>
                  <a:gd name="T0" fmla="*/ 0 w 29"/>
                  <a:gd name="T1" fmla="*/ 1 h 18"/>
                  <a:gd name="T2" fmla="*/ 2 w 29"/>
                  <a:gd name="T3" fmla="*/ 2 h 18"/>
                  <a:gd name="T4" fmla="*/ 4 w 29"/>
                  <a:gd name="T5" fmla="*/ 5 h 18"/>
                  <a:gd name="T6" fmla="*/ 6 w 29"/>
                  <a:gd name="T7" fmla="*/ 8 h 18"/>
                  <a:gd name="T8" fmla="*/ 6 w 29"/>
                  <a:gd name="T9" fmla="*/ 10 h 18"/>
                  <a:gd name="T10" fmla="*/ 9 w 29"/>
                  <a:gd name="T11" fmla="*/ 9 h 18"/>
                  <a:gd name="T12" fmla="*/ 12 w 29"/>
                  <a:gd name="T13" fmla="*/ 8 h 18"/>
                  <a:gd name="T14" fmla="*/ 15 w 29"/>
                  <a:gd name="T15" fmla="*/ 7 h 18"/>
                  <a:gd name="T16" fmla="*/ 16 w 29"/>
                  <a:gd name="T17" fmla="*/ 6 h 18"/>
                  <a:gd name="T18" fmla="*/ 15 w 29"/>
                  <a:gd name="T19" fmla="*/ 3 h 18"/>
                  <a:gd name="T20" fmla="*/ 11 w 29"/>
                  <a:gd name="T21" fmla="*/ 2 h 18"/>
                  <a:gd name="T22" fmla="*/ 6 w 29"/>
                  <a:gd name="T23" fmla="*/ 0 h 18"/>
                  <a:gd name="T24" fmla="*/ 0 w 29"/>
                  <a:gd name="T25" fmla="*/ 1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18">
                    <a:moveTo>
                      <a:pt x="0" y="1"/>
                    </a:moveTo>
                    <a:lnTo>
                      <a:pt x="4" y="4"/>
                    </a:lnTo>
                    <a:lnTo>
                      <a:pt x="7" y="9"/>
                    </a:lnTo>
                    <a:lnTo>
                      <a:pt x="10" y="15"/>
                    </a:lnTo>
                    <a:lnTo>
                      <a:pt x="11" y="18"/>
                    </a:lnTo>
                    <a:lnTo>
                      <a:pt x="16" y="17"/>
                    </a:lnTo>
                    <a:lnTo>
                      <a:pt x="22" y="15"/>
                    </a:lnTo>
                    <a:lnTo>
                      <a:pt x="27" y="12"/>
                    </a:lnTo>
                    <a:lnTo>
                      <a:pt x="29" y="10"/>
                    </a:lnTo>
                    <a:lnTo>
                      <a:pt x="27" y="6"/>
                    </a:lnTo>
                    <a:lnTo>
                      <a:pt x="20" y="3"/>
                    </a:lnTo>
                    <a:lnTo>
                      <a:pt x="11" y="0"/>
                    </a:lnTo>
                    <a:lnTo>
                      <a:pt x="0" y="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5" name="Freeform 56">
                <a:extLst>
                  <a:ext uri="{FF2B5EF4-FFF2-40B4-BE49-F238E27FC236}">
                    <a16:creationId xmlns:a16="http://schemas.microsoft.com/office/drawing/2014/main" id="{20460372-36A3-40F2-94EB-206CBF19551A}"/>
                  </a:ext>
                </a:extLst>
              </p:cNvPr>
              <p:cNvSpPr>
                <a:spLocks/>
              </p:cNvSpPr>
              <p:nvPr/>
            </p:nvSpPr>
            <p:spPr bwMode="auto">
              <a:xfrm>
                <a:off x="4303" y="2507"/>
                <a:ext cx="12" cy="8"/>
              </a:xfrm>
              <a:custGeom>
                <a:avLst/>
                <a:gdLst>
                  <a:gd name="T0" fmla="*/ 12 w 22"/>
                  <a:gd name="T1" fmla="*/ 8 h 14"/>
                  <a:gd name="T2" fmla="*/ 9 w 22"/>
                  <a:gd name="T3" fmla="*/ 7 h 14"/>
                  <a:gd name="T4" fmla="*/ 6 w 22"/>
                  <a:gd name="T5" fmla="*/ 6 h 14"/>
                  <a:gd name="T6" fmla="*/ 3 w 22"/>
                  <a:gd name="T7" fmla="*/ 5 h 14"/>
                  <a:gd name="T8" fmla="*/ 0 w 22"/>
                  <a:gd name="T9" fmla="*/ 4 h 14"/>
                  <a:gd name="T10" fmla="*/ 2 w 22"/>
                  <a:gd name="T11" fmla="*/ 3 h 14"/>
                  <a:gd name="T12" fmla="*/ 2 w 22"/>
                  <a:gd name="T13" fmla="*/ 1 h 14"/>
                  <a:gd name="T14" fmla="*/ 3 w 22"/>
                  <a:gd name="T15" fmla="*/ 1 h 14"/>
                  <a:gd name="T16" fmla="*/ 4 w 22"/>
                  <a:gd name="T17" fmla="*/ 0 h 14"/>
                  <a:gd name="T18" fmla="*/ 7 w 22"/>
                  <a:gd name="T19" fmla="*/ 0 h 14"/>
                  <a:gd name="T20" fmla="*/ 9 w 22"/>
                  <a:gd name="T21" fmla="*/ 2 h 14"/>
                  <a:gd name="T22" fmla="*/ 11 w 22"/>
                  <a:gd name="T23" fmla="*/ 5 h 14"/>
                  <a:gd name="T24" fmla="*/ 12 w 22"/>
                  <a:gd name="T25" fmla="*/ 8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2" h="14">
                    <a:moveTo>
                      <a:pt x="22" y="14"/>
                    </a:moveTo>
                    <a:lnTo>
                      <a:pt x="17" y="13"/>
                    </a:lnTo>
                    <a:lnTo>
                      <a:pt x="11" y="10"/>
                    </a:lnTo>
                    <a:lnTo>
                      <a:pt x="6" y="8"/>
                    </a:lnTo>
                    <a:lnTo>
                      <a:pt x="0" y="7"/>
                    </a:lnTo>
                    <a:lnTo>
                      <a:pt x="3" y="5"/>
                    </a:lnTo>
                    <a:lnTo>
                      <a:pt x="4" y="2"/>
                    </a:lnTo>
                    <a:lnTo>
                      <a:pt x="6" y="1"/>
                    </a:lnTo>
                    <a:lnTo>
                      <a:pt x="7" y="0"/>
                    </a:lnTo>
                    <a:lnTo>
                      <a:pt x="12" y="0"/>
                    </a:lnTo>
                    <a:lnTo>
                      <a:pt x="17" y="4"/>
                    </a:lnTo>
                    <a:lnTo>
                      <a:pt x="21" y="8"/>
                    </a:lnTo>
                    <a:lnTo>
                      <a:pt x="22" y="1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6" name="Freeform 57">
                <a:extLst>
                  <a:ext uri="{FF2B5EF4-FFF2-40B4-BE49-F238E27FC236}">
                    <a16:creationId xmlns:a16="http://schemas.microsoft.com/office/drawing/2014/main" id="{FDA2B10D-1A68-4B01-8C01-41994B4EBB6B}"/>
                  </a:ext>
                </a:extLst>
              </p:cNvPr>
              <p:cNvSpPr>
                <a:spLocks/>
              </p:cNvSpPr>
              <p:nvPr/>
            </p:nvSpPr>
            <p:spPr bwMode="auto">
              <a:xfrm>
                <a:off x="4321" y="2536"/>
                <a:ext cx="10" cy="7"/>
              </a:xfrm>
              <a:custGeom>
                <a:avLst/>
                <a:gdLst>
                  <a:gd name="T0" fmla="*/ 0 w 18"/>
                  <a:gd name="T1" fmla="*/ 2 h 15"/>
                  <a:gd name="T2" fmla="*/ 2 w 18"/>
                  <a:gd name="T3" fmla="*/ 3 h 15"/>
                  <a:gd name="T4" fmla="*/ 5 w 18"/>
                  <a:gd name="T5" fmla="*/ 4 h 15"/>
                  <a:gd name="T6" fmla="*/ 8 w 18"/>
                  <a:gd name="T7" fmla="*/ 6 h 15"/>
                  <a:gd name="T8" fmla="*/ 9 w 18"/>
                  <a:gd name="T9" fmla="*/ 7 h 15"/>
                  <a:gd name="T10" fmla="*/ 10 w 18"/>
                  <a:gd name="T11" fmla="*/ 6 h 15"/>
                  <a:gd name="T12" fmla="*/ 10 w 18"/>
                  <a:gd name="T13" fmla="*/ 4 h 15"/>
                  <a:gd name="T14" fmla="*/ 9 w 18"/>
                  <a:gd name="T15" fmla="*/ 2 h 15"/>
                  <a:gd name="T16" fmla="*/ 8 w 18"/>
                  <a:gd name="T17" fmla="*/ 1 h 15"/>
                  <a:gd name="T18" fmla="*/ 5 w 18"/>
                  <a:gd name="T19" fmla="*/ 0 h 15"/>
                  <a:gd name="T20" fmla="*/ 2 w 18"/>
                  <a:gd name="T21" fmla="*/ 0 h 15"/>
                  <a:gd name="T22" fmla="*/ 0 w 18"/>
                  <a:gd name="T23" fmla="*/ 1 h 15"/>
                  <a:gd name="T24" fmla="*/ 0 w 18"/>
                  <a:gd name="T25" fmla="*/ 2 h 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15">
                    <a:moveTo>
                      <a:pt x="0" y="4"/>
                    </a:moveTo>
                    <a:lnTo>
                      <a:pt x="4" y="7"/>
                    </a:lnTo>
                    <a:lnTo>
                      <a:pt x="9" y="9"/>
                    </a:lnTo>
                    <a:lnTo>
                      <a:pt x="14" y="13"/>
                    </a:lnTo>
                    <a:lnTo>
                      <a:pt x="17" y="15"/>
                    </a:lnTo>
                    <a:lnTo>
                      <a:pt x="18" y="13"/>
                    </a:lnTo>
                    <a:lnTo>
                      <a:pt x="18" y="8"/>
                    </a:lnTo>
                    <a:lnTo>
                      <a:pt x="17" y="4"/>
                    </a:lnTo>
                    <a:lnTo>
                      <a:pt x="14" y="2"/>
                    </a:lnTo>
                    <a:lnTo>
                      <a:pt x="9" y="0"/>
                    </a:lnTo>
                    <a:lnTo>
                      <a:pt x="3" y="0"/>
                    </a:lnTo>
                    <a:lnTo>
                      <a:pt x="0" y="2"/>
                    </a:lnTo>
                    <a:lnTo>
                      <a:pt x="0" y="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7" name="Freeform 58">
                <a:extLst>
                  <a:ext uri="{FF2B5EF4-FFF2-40B4-BE49-F238E27FC236}">
                    <a16:creationId xmlns:a16="http://schemas.microsoft.com/office/drawing/2014/main" id="{76F581A8-CC2E-4529-BA8C-692A0CC93E6D}"/>
                  </a:ext>
                </a:extLst>
              </p:cNvPr>
              <p:cNvSpPr>
                <a:spLocks/>
              </p:cNvSpPr>
              <p:nvPr/>
            </p:nvSpPr>
            <p:spPr bwMode="auto">
              <a:xfrm>
                <a:off x="4339" y="2517"/>
                <a:ext cx="17" cy="26"/>
              </a:xfrm>
              <a:custGeom>
                <a:avLst/>
                <a:gdLst>
                  <a:gd name="T0" fmla="*/ 0 w 32"/>
                  <a:gd name="T1" fmla="*/ 0 h 49"/>
                  <a:gd name="T2" fmla="*/ 1 w 32"/>
                  <a:gd name="T3" fmla="*/ 6 h 49"/>
                  <a:gd name="T4" fmla="*/ 1 w 32"/>
                  <a:gd name="T5" fmla="*/ 14 h 49"/>
                  <a:gd name="T6" fmla="*/ 1 w 32"/>
                  <a:gd name="T7" fmla="*/ 21 h 49"/>
                  <a:gd name="T8" fmla="*/ 0 w 32"/>
                  <a:gd name="T9" fmla="*/ 26 h 49"/>
                  <a:gd name="T10" fmla="*/ 3 w 32"/>
                  <a:gd name="T11" fmla="*/ 25 h 49"/>
                  <a:gd name="T12" fmla="*/ 4 w 32"/>
                  <a:gd name="T13" fmla="*/ 24 h 49"/>
                  <a:gd name="T14" fmla="*/ 6 w 32"/>
                  <a:gd name="T15" fmla="*/ 24 h 49"/>
                  <a:gd name="T16" fmla="*/ 7 w 32"/>
                  <a:gd name="T17" fmla="*/ 23 h 49"/>
                  <a:gd name="T18" fmla="*/ 10 w 32"/>
                  <a:gd name="T19" fmla="*/ 23 h 49"/>
                  <a:gd name="T20" fmla="*/ 12 w 32"/>
                  <a:gd name="T21" fmla="*/ 22 h 49"/>
                  <a:gd name="T22" fmla="*/ 15 w 32"/>
                  <a:gd name="T23" fmla="*/ 22 h 49"/>
                  <a:gd name="T24" fmla="*/ 16 w 32"/>
                  <a:gd name="T25" fmla="*/ 22 h 49"/>
                  <a:gd name="T26" fmla="*/ 17 w 32"/>
                  <a:gd name="T27" fmla="*/ 20 h 49"/>
                  <a:gd name="T28" fmla="*/ 16 w 32"/>
                  <a:gd name="T29" fmla="*/ 18 h 49"/>
                  <a:gd name="T30" fmla="*/ 13 w 32"/>
                  <a:gd name="T31" fmla="*/ 16 h 49"/>
                  <a:gd name="T32" fmla="*/ 7 w 32"/>
                  <a:gd name="T33" fmla="*/ 18 h 49"/>
                  <a:gd name="T34" fmla="*/ 8 w 32"/>
                  <a:gd name="T35" fmla="*/ 15 h 49"/>
                  <a:gd name="T36" fmla="*/ 9 w 32"/>
                  <a:gd name="T37" fmla="*/ 12 h 49"/>
                  <a:gd name="T38" fmla="*/ 9 w 32"/>
                  <a:gd name="T39" fmla="*/ 10 h 49"/>
                  <a:gd name="T40" fmla="*/ 7 w 32"/>
                  <a:gd name="T41" fmla="*/ 7 h 49"/>
                  <a:gd name="T42" fmla="*/ 6 w 32"/>
                  <a:gd name="T43" fmla="*/ 6 h 49"/>
                  <a:gd name="T44" fmla="*/ 4 w 32"/>
                  <a:gd name="T45" fmla="*/ 4 h 49"/>
                  <a:gd name="T46" fmla="*/ 2 w 32"/>
                  <a:gd name="T47" fmla="*/ 2 h 49"/>
                  <a:gd name="T48" fmla="*/ 0 w 32"/>
                  <a:gd name="T49" fmla="*/ 0 h 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2" h="49">
                    <a:moveTo>
                      <a:pt x="0" y="0"/>
                    </a:moveTo>
                    <a:lnTo>
                      <a:pt x="1" y="12"/>
                    </a:lnTo>
                    <a:lnTo>
                      <a:pt x="2" y="26"/>
                    </a:lnTo>
                    <a:lnTo>
                      <a:pt x="1" y="39"/>
                    </a:lnTo>
                    <a:lnTo>
                      <a:pt x="0" y="49"/>
                    </a:lnTo>
                    <a:lnTo>
                      <a:pt x="5" y="48"/>
                    </a:lnTo>
                    <a:lnTo>
                      <a:pt x="8" y="46"/>
                    </a:lnTo>
                    <a:lnTo>
                      <a:pt x="12" y="45"/>
                    </a:lnTo>
                    <a:lnTo>
                      <a:pt x="14" y="44"/>
                    </a:lnTo>
                    <a:lnTo>
                      <a:pt x="19" y="43"/>
                    </a:lnTo>
                    <a:lnTo>
                      <a:pt x="23" y="41"/>
                    </a:lnTo>
                    <a:lnTo>
                      <a:pt x="28" y="41"/>
                    </a:lnTo>
                    <a:lnTo>
                      <a:pt x="31" y="41"/>
                    </a:lnTo>
                    <a:lnTo>
                      <a:pt x="32" y="38"/>
                    </a:lnTo>
                    <a:lnTo>
                      <a:pt x="30" y="34"/>
                    </a:lnTo>
                    <a:lnTo>
                      <a:pt x="24" y="31"/>
                    </a:lnTo>
                    <a:lnTo>
                      <a:pt x="13" y="34"/>
                    </a:lnTo>
                    <a:lnTo>
                      <a:pt x="15" y="28"/>
                    </a:lnTo>
                    <a:lnTo>
                      <a:pt x="16" y="22"/>
                    </a:lnTo>
                    <a:lnTo>
                      <a:pt x="16" y="18"/>
                    </a:lnTo>
                    <a:lnTo>
                      <a:pt x="14" y="14"/>
                    </a:lnTo>
                    <a:lnTo>
                      <a:pt x="12" y="11"/>
                    </a:lnTo>
                    <a:lnTo>
                      <a:pt x="7" y="7"/>
                    </a:lnTo>
                    <a:lnTo>
                      <a:pt x="4" y="4"/>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8" name="Freeform 59">
                <a:extLst>
                  <a:ext uri="{FF2B5EF4-FFF2-40B4-BE49-F238E27FC236}">
                    <a16:creationId xmlns:a16="http://schemas.microsoft.com/office/drawing/2014/main" id="{2ECCD6CA-45F6-469F-B62E-194BA3B8FEA9}"/>
                  </a:ext>
                </a:extLst>
              </p:cNvPr>
              <p:cNvSpPr>
                <a:spLocks/>
              </p:cNvSpPr>
              <p:nvPr/>
            </p:nvSpPr>
            <p:spPr bwMode="auto">
              <a:xfrm>
                <a:off x="4299" y="2520"/>
                <a:ext cx="7" cy="15"/>
              </a:xfrm>
              <a:custGeom>
                <a:avLst/>
                <a:gdLst>
                  <a:gd name="T0" fmla="*/ 2 w 14"/>
                  <a:gd name="T1" fmla="*/ 11 h 27"/>
                  <a:gd name="T2" fmla="*/ 1 w 14"/>
                  <a:gd name="T3" fmla="*/ 7 h 27"/>
                  <a:gd name="T4" fmla="*/ 0 w 14"/>
                  <a:gd name="T5" fmla="*/ 3 h 27"/>
                  <a:gd name="T6" fmla="*/ 0 w 14"/>
                  <a:gd name="T7" fmla="*/ 1 h 27"/>
                  <a:gd name="T8" fmla="*/ 1 w 14"/>
                  <a:gd name="T9" fmla="*/ 0 h 27"/>
                  <a:gd name="T10" fmla="*/ 3 w 14"/>
                  <a:gd name="T11" fmla="*/ 1 h 27"/>
                  <a:gd name="T12" fmla="*/ 6 w 14"/>
                  <a:gd name="T13" fmla="*/ 4 h 27"/>
                  <a:gd name="T14" fmla="*/ 7 w 14"/>
                  <a:gd name="T15" fmla="*/ 9 h 27"/>
                  <a:gd name="T16" fmla="*/ 7 w 14"/>
                  <a:gd name="T17" fmla="*/ 15 h 27"/>
                  <a:gd name="T18" fmla="*/ 5 w 14"/>
                  <a:gd name="T19" fmla="*/ 14 h 27"/>
                  <a:gd name="T20" fmla="*/ 3 w 14"/>
                  <a:gd name="T21" fmla="*/ 13 h 27"/>
                  <a:gd name="T22" fmla="*/ 2 w 14"/>
                  <a:gd name="T23" fmla="*/ 12 h 27"/>
                  <a:gd name="T24" fmla="*/ 2 w 14"/>
                  <a:gd name="T25" fmla="*/ 11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 h="27">
                    <a:moveTo>
                      <a:pt x="3" y="19"/>
                    </a:moveTo>
                    <a:lnTo>
                      <a:pt x="2" y="12"/>
                    </a:lnTo>
                    <a:lnTo>
                      <a:pt x="0" y="6"/>
                    </a:lnTo>
                    <a:lnTo>
                      <a:pt x="0" y="2"/>
                    </a:lnTo>
                    <a:lnTo>
                      <a:pt x="2" y="0"/>
                    </a:lnTo>
                    <a:lnTo>
                      <a:pt x="5" y="1"/>
                    </a:lnTo>
                    <a:lnTo>
                      <a:pt x="11" y="7"/>
                    </a:lnTo>
                    <a:lnTo>
                      <a:pt x="14" y="16"/>
                    </a:lnTo>
                    <a:lnTo>
                      <a:pt x="13" y="27"/>
                    </a:lnTo>
                    <a:lnTo>
                      <a:pt x="10" y="25"/>
                    </a:lnTo>
                    <a:lnTo>
                      <a:pt x="6" y="23"/>
                    </a:lnTo>
                    <a:lnTo>
                      <a:pt x="4" y="21"/>
                    </a:lnTo>
                    <a:lnTo>
                      <a:pt x="3" y="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69" name="Freeform 60">
                <a:extLst>
                  <a:ext uri="{FF2B5EF4-FFF2-40B4-BE49-F238E27FC236}">
                    <a16:creationId xmlns:a16="http://schemas.microsoft.com/office/drawing/2014/main" id="{E670A583-85E8-4DD7-B352-BF07829B7A2A}"/>
                  </a:ext>
                </a:extLst>
              </p:cNvPr>
              <p:cNvSpPr>
                <a:spLocks/>
              </p:cNvSpPr>
              <p:nvPr/>
            </p:nvSpPr>
            <p:spPr bwMode="auto">
              <a:xfrm>
                <a:off x="4373" y="2513"/>
                <a:ext cx="11" cy="16"/>
              </a:xfrm>
              <a:custGeom>
                <a:avLst/>
                <a:gdLst>
                  <a:gd name="T0" fmla="*/ 0 w 21"/>
                  <a:gd name="T1" fmla="*/ 0 h 30"/>
                  <a:gd name="T2" fmla="*/ 3 w 21"/>
                  <a:gd name="T3" fmla="*/ 0 h 30"/>
                  <a:gd name="T4" fmla="*/ 6 w 21"/>
                  <a:gd name="T5" fmla="*/ 0 h 30"/>
                  <a:gd name="T6" fmla="*/ 8 w 21"/>
                  <a:gd name="T7" fmla="*/ 2 h 30"/>
                  <a:gd name="T8" fmla="*/ 11 w 21"/>
                  <a:gd name="T9" fmla="*/ 3 h 30"/>
                  <a:gd name="T10" fmla="*/ 10 w 21"/>
                  <a:gd name="T11" fmla="*/ 6 h 30"/>
                  <a:gd name="T12" fmla="*/ 8 w 21"/>
                  <a:gd name="T13" fmla="*/ 10 h 30"/>
                  <a:gd name="T14" fmla="*/ 6 w 21"/>
                  <a:gd name="T15" fmla="*/ 14 h 30"/>
                  <a:gd name="T16" fmla="*/ 2 w 21"/>
                  <a:gd name="T17" fmla="*/ 16 h 30"/>
                  <a:gd name="T18" fmla="*/ 1 w 21"/>
                  <a:gd name="T19" fmla="*/ 12 h 30"/>
                  <a:gd name="T20" fmla="*/ 0 w 21"/>
                  <a:gd name="T21" fmla="*/ 8 h 30"/>
                  <a:gd name="T22" fmla="*/ 0 w 21"/>
                  <a:gd name="T23" fmla="*/ 4 h 30"/>
                  <a:gd name="T24" fmla="*/ 0 w 21"/>
                  <a:gd name="T25" fmla="*/ 0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1" h="30">
                    <a:moveTo>
                      <a:pt x="0" y="0"/>
                    </a:moveTo>
                    <a:lnTo>
                      <a:pt x="5" y="0"/>
                    </a:lnTo>
                    <a:lnTo>
                      <a:pt x="11" y="0"/>
                    </a:lnTo>
                    <a:lnTo>
                      <a:pt x="16" y="3"/>
                    </a:lnTo>
                    <a:lnTo>
                      <a:pt x="21" y="5"/>
                    </a:lnTo>
                    <a:lnTo>
                      <a:pt x="20" y="11"/>
                    </a:lnTo>
                    <a:lnTo>
                      <a:pt x="16" y="19"/>
                    </a:lnTo>
                    <a:lnTo>
                      <a:pt x="12" y="26"/>
                    </a:lnTo>
                    <a:lnTo>
                      <a:pt x="4" y="30"/>
                    </a:lnTo>
                    <a:lnTo>
                      <a:pt x="2" y="23"/>
                    </a:lnTo>
                    <a:lnTo>
                      <a:pt x="0" y="15"/>
                    </a:lnTo>
                    <a:lnTo>
                      <a:pt x="0" y="7"/>
                    </a:lnTo>
                    <a:lnTo>
                      <a:pt x="0"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0" name="Freeform 61">
                <a:extLst>
                  <a:ext uri="{FF2B5EF4-FFF2-40B4-BE49-F238E27FC236}">
                    <a16:creationId xmlns:a16="http://schemas.microsoft.com/office/drawing/2014/main" id="{51832F87-9CF1-4D7B-B2AC-6D26F76D46F6}"/>
                  </a:ext>
                </a:extLst>
              </p:cNvPr>
              <p:cNvSpPr>
                <a:spLocks/>
              </p:cNvSpPr>
              <p:nvPr/>
            </p:nvSpPr>
            <p:spPr bwMode="auto">
              <a:xfrm>
                <a:off x="4353" y="2413"/>
                <a:ext cx="54" cy="98"/>
              </a:xfrm>
              <a:custGeom>
                <a:avLst/>
                <a:gdLst>
                  <a:gd name="T0" fmla="*/ 41 w 100"/>
                  <a:gd name="T1" fmla="*/ 88 h 179"/>
                  <a:gd name="T2" fmla="*/ 36 w 100"/>
                  <a:gd name="T3" fmla="*/ 95 h 179"/>
                  <a:gd name="T4" fmla="*/ 31 w 100"/>
                  <a:gd name="T5" fmla="*/ 97 h 179"/>
                  <a:gd name="T6" fmla="*/ 23 w 100"/>
                  <a:gd name="T7" fmla="*/ 94 h 179"/>
                  <a:gd name="T8" fmla="*/ 19 w 100"/>
                  <a:gd name="T9" fmla="*/ 94 h 179"/>
                  <a:gd name="T10" fmla="*/ 21 w 100"/>
                  <a:gd name="T11" fmla="*/ 93 h 179"/>
                  <a:gd name="T12" fmla="*/ 19 w 100"/>
                  <a:gd name="T13" fmla="*/ 90 h 179"/>
                  <a:gd name="T14" fmla="*/ 14 w 100"/>
                  <a:gd name="T15" fmla="*/ 89 h 179"/>
                  <a:gd name="T16" fmla="*/ 15 w 100"/>
                  <a:gd name="T17" fmla="*/ 85 h 179"/>
                  <a:gd name="T18" fmla="*/ 21 w 100"/>
                  <a:gd name="T19" fmla="*/ 86 h 179"/>
                  <a:gd name="T20" fmla="*/ 23 w 100"/>
                  <a:gd name="T21" fmla="*/ 85 h 179"/>
                  <a:gd name="T22" fmla="*/ 24 w 100"/>
                  <a:gd name="T23" fmla="*/ 74 h 179"/>
                  <a:gd name="T24" fmla="*/ 23 w 100"/>
                  <a:gd name="T25" fmla="*/ 68 h 179"/>
                  <a:gd name="T26" fmla="*/ 19 w 100"/>
                  <a:gd name="T27" fmla="*/ 64 h 179"/>
                  <a:gd name="T28" fmla="*/ 17 w 100"/>
                  <a:gd name="T29" fmla="*/ 61 h 179"/>
                  <a:gd name="T30" fmla="*/ 18 w 100"/>
                  <a:gd name="T31" fmla="*/ 56 h 179"/>
                  <a:gd name="T32" fmla="*/ 19 w 100"/>
                  <a:gd name="T33" fmla="*/ 49 h 179"/>
                  <a:gd name="T34" fmla="*/ 18 w 100"/>
                  <a:gd name="T35" fmla="*/ 37 h 179"/>
                  <a:gd name="T36" fmla="*/ 19 w 100"/>
                  <a:gd name="T37" fmla="*/ 32 h 179"/>
                  <a:gd name="T38" fmla="*/ 22 w 100"/>
                  <a:gd name="T39" fmla="*/ 31 h 179"/>
                  <a:gd name="T40" fmla="*/ 25 w 100"/>
                  <a:gd name="T41" fmla="*/ 28 h 179"/>
                  <a:gd name="T42" fmla="*/ 24 w 100"/>
                  <a:gd name="T43" fmla="*/ 25 h 179"/>
                  <a:gd name="T44" fmla="*/ 21 w 100"/>
                  <a:gd name="T45" fmla="*/ 22 h 179"/>
                  <a:gd name="T46" fmla="*/ 15 w 100"/>
                  <a:gd name="T47" fmla="*/ 19 h 179"/>
                  <a:gd name="T48" fmla="*/ 9 w 100"/>
                  <a:gd name="T49" fmla="*/ 15 h 179"/>
                  <a:gd name="T50" fmla="*/ 3 w 100"/>
                  <a:gd name="T51" fmla="*/ 11 h 179"/>
                  <a:gd name="T52" fmla="*/ 3 w 100"/>
                  <a:gd name="T53" fmla="*/ 10 h 179"/>
                  <a:gd name="T54" fmla="*/ 6 w 100"/>
                  <a:gd name="T55" fmla="*/ 9 h 179"/>
                  <a:gd name="T56" fmla="*/ 10 w 100"/>
                  <a:gd name="T57" fmla="*/ 8 h 179"/>
                  <a:gd name="T58" fmla="*/ 14 w 100"/>
                  <a:gd name="T59" fmla="*/ 8 h 179"/>
                  <a:gd name="T60" fmla="*/ 19 w 100"/>
                  <a:gd name="T61" fmla="*/ 13 h 179"/>
                  <a:gd name="T62" fmla="*/ 28 w 100"/>
                  <a:gd name="T63" fmla="*/ 23 h 179"/>
                  <a:gd name="T64" fmla="*/ 30 w 100"/>
                  <a:gd name="T65" fmla="*/ 24 h 179"/>
                  <a:gd name="T66" fmla="*/ 30 w 100"/>
                  <a:gd name="T67" fmla="*/ 20 h 179"/>
                  <a:gd name="T68" fmla="*/ 32 w 100"/>
                  <a:gd name="T69" fmla="*/ 14 h 179"/>
                  <a:gd name="T70" fmla="*/ 33 w 100"/>
                  <a:gd name="T71" fmla="*/ 3 h 179"/>
                  <a:gd name="T72" fmla="*/ 33 w 100"/>
                  <a:gd name="T73" fmla="*/ 1 h 179"/>
                  <a:gd name="T74" fmla="*/ 36 w 100"/>
                  <a:gd name="T75" fmla="*/ 4 h 179"/>
                  <a:gd name="T76" fmla="*/ 39 w 100"/>
                  <a:gd name="T77" fmla="*/ 9 h 179"/>
                  <a:gd name="T78" fmla="*/ 40 w 100"/>
                  <a:gd name="T79" fmla="*/ 16 h 179"/>
                  <a:gd name="T80" fmla="*/ 39 w 100"/>
                  <a:gd name="T81" fmla="*/ 20 h 179"/>
                  <a:gd name="T82" fmla="*/ 37 w 100"/>
                  <a:gd name="T83" fmla="*/ 24 h 179"/>
                  <a:gd name="T84" fmla="*/ 38 w 100"/>
                  <a:gd name="T85" fmla="*/ 28 h 179"/>
                  <a:gd name="T86" fmla="*/ 39 w 100"/>
                  <a:gd name="T87" fmla="*/ 33 h 179"/>
                  <a:gd name="T88" fmla="*/ 38 w 100"/>
                  <a:gd name="T89" fmla="*/ 39 h 179"/>
                  <a:gd name="T90" fmla="*/ 35 w 100"/>
                  <a:gd name="T91" fmla="*/ 38 h 179"/>
                  <a:gd name="T92" fmla="*/ 32 w 100"/>
                  <a:gd name="T93" fmla="*/ 40 h 179"/>
                  <a:gd name="T94" fmla="*/ 32 w 100"/>
                  <a:gd name="T95" fmla="*/ 52 h 179"/>
                  <a:gd name="T96" fmla="*/ 34 w 100"/>
                  <a:gd name="T97" fmla="*/ 61 h 179"/>
                  <a:gd name="T98" fmla="*/ 35 w 100"/>
                  <a:gd name="T99" fmla="*/ 74 h 179"/>
                  <a:gd name="T100" fmla="*/ 36 w 100"/>
                  <a:gd name="T101" fmla="*/ 80 h 179"/>
                  <a:gd name="T102" fmla="*/ 40 w 100"/>
                  <a:gd name="T103" fmla="*/ 82 h 179"/>
                  <a:gd name="T104" fmla="*/ 43 w 100"/>
                  <a:gd name="T105" fmla="*/ 80 h 179"/>
                  <a:gd name="T106" fmla="*/ 50 w 100"/>
                  <a:gd name="T107" fmla="*/ 73 h 179"/>
                  <a:gd name="T108" fmla="*/ 54 w 100"/>
                  <a:gd name="T109" fmla="*/ 73 h 179"/>
                  <a:gd name="T110" fmla="*/ 54 w 100"/>
                  <a:gd name="T111" fmla="*/ 74 h 179"/>
                  <a:gd name="T112" fmla="*/ 49 w 100"/>
                  <a:gd name="T113" fmla="*/ 77 h 179"/>
                  <a:gd name="T114" fmla="*/ 44 w 100"/>
                  <a:gd name="T115" fmla="*/ 83 h 17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00" h="179">
                    <a:moveTo>
                      <a:pt x="80" y="156"/>
                    </a:moveTo>
                    <a:lnTo>
                      <a:pt x="76" y="161"/>
                    </a:lnTo>
                    <a:lnTo>
                      <a:pt x="72" y="166"/>
                    </a:lnTo>
                    <a:lnTo>
                      <a:pt x="67" y="173"/>
                    </a:lnTo>
                    <a:lnTo>
                      <a:pt x="63" y="179"/>
                    </a:lnTo>
                    <a:lnTo>
                      <a:pt x="58" y="177"/>
                    </a:lnTo>
                    <a:lnTo>
                      <a:pt x="51" y="173"/>
                    </a:lnTo>
                    <a:lnTo>
                      <a:pt x="43" y="172"/>
                    </a:lnTo>
                    <a:lnTo>
                      <a:pt x="33" y="172"/>
                    </a:lnTo>
                    <a:lnTo>
                      <a:pt x="35" y="171"/>
                    </a:lnTo>
                    <a:lnTo>
                      <a:pt x="36" y="170"/>
                    </a:lnTo>
                    <a:lnTo>
                      <a:pt x="38" y="169"/>
                    </a:lnTo>
                    <a:lnTo>
                      <a:pt x="40" y="167"/>
                    </a:lnTo>
                    <a:lnTo>
                      <a:pt x="36" y="164"/>
                    </a:lnTo>
                    <a:lnTo>
                      <a:pt x="30" y="163"/>
                    </a:lnTo>
                    <a:lnTo>
                      <a:pt x="25" y="162"/>
                    </a:lnTo>
                    <a:lnTo>
                      <a:pt x="20" y="162"/>
                    </a:lnTo>
                    <a:lnTo>
                      <a:pt x="27" y="156"/>
                    </a:lnTo>
                    <a:lnTo>
                      <a:pt x="33" y="155"/>
                    </a:lnTo>
                    <a:lnTo>
                      <a:pt x="38" y="157"/>
                    </a:lnTo>
                    <a:lnTo>
                      <a:pt x="44" y="163"/>
                    </a:lnTo>
                    <a:lnTo>
                      <a:pt x="43" y="156"/>
                    </a:lnTo>
                    <a:lnTo>
                      <a:pt x="43" y="147"/>
                    </a:lnTo>
                    <a:lnTo>
                      <a:pt x="44" y="136"/>
                    </a:lnTo>
                    <a:lnTo>
                      <a:pt x="44" y="129"/>
                    </a:lnTo>
                    <a:lnTo>
                      <a:pt x="43" y="125"/>
                    </a:lnTo>
                    <a:lnTo>
                      <a:pt x="40" y="119"/>
                    </a:lnTo>
                    <a:lnTo>
                      <a:pt x="36" y="116"/>
                    </a:lnTo>
                    <a:lnTo>
                      <a:pt x="33" y="113"/>
                    </a:lnTo>
                    <a:lnTo>
                      <a:pt x="32" y="111"/>
                    </a:lnTo>
                    <a:lnTo>
                      <a:pt x="32" y="106"/>
                    </a:lnTo>
                    <a:lnTo>
                      <a:pt x="33" y="102"/>
                    </a:lnTo>
                    <a:lnTo>
                      <a:pt x="34" y="97"/>
                    </a:lnTo>
                    <a:lnTo>
                      <a:pt x="35" y="89"/>
                    </a:lnTo>
                    <a:lnTo>
                      <a:pt x="35" y="78"/>
                    </a:lnTo>
                    <a:lnTo>
                      <a:pt x="34" y="67"/>
                    </a:lnTo>
                    <a:lnTo>
                      <a:pt x="34" y="61"/>
                    </a:lnTo>
                    <a:lnTo>
                      <a:pt x="35" y="59"/>
                    </a:lnTo>
                    <a:lnTo>
                      <a:pt x="38" y="57"/>
                    </a:lnTo>
                    <a:lnTo>
                      <a:pt x="41" y="56"/>
                    </a:lnTo>
                    <a:lnTo>
                      <a:pt x="44" y="55"/>
                    </a:lnTo>
                    <a:lnTo>
                      <a:pt x="47" y="52"/>
                    </a:lnTo>
                    <a:lnTo>
                      <a:pt x="47" y="49"/>
                    </a:lnTo>
                    <a:lnTo>
                      <a:pt x="44" y="45"/>
                    </a:lnTo>
                    <a:lnTo>
                      <a:pt x="42" y="43"/>
                    </a:lnTo>
                    <a:lnTo>
                      <a:pt x="38" y="41"/>
                    </a:lnTo>
                    <a:lnTo>
                      <a:pt x="34" y="37"/>
                    </a:lnTo>
                    <a:lnTo>
                      <a:pt x="28" y="34"/>
                    </a:lnTo>
                    <a:lnTo>
                      <a:pt x="22" y="30"/>
                    </a:lnTo>
                    <a:lnTo>
                      <a:pt x="17" y="27"/>
                    </a:lnTo>
                    <a:lnTo>
                      <a:pt x="11" y="23"/>
                    </a:lnTo>
                    <a:lnTo>
                      <a:pt x="5" y="20"/>
                    </a:lnTo>
                    <a:lnTo>
                      <a:pt x="0" y="18"/>
                    </a:lnTo>
                    <a:lnTo>
                      <a:pt x="5" y="18"/>
                    </a:lnTo>
                    <a:lnTo>
                      <a:pt x="8" y="17"/>
                    </a:lnTo>
                    <a:lnTo>
                      <a:pt x="12" y="17"/>
                    </a:lnTo>
                    <a:lnTo>
                      <a:pt x="14" y="15"/>
                    </a:lnTo>
                    <a:lnTo>
                      <a:pt x="18" y="15"/>
                    </a:lnTo>
                    <a:lnTo>
                      <a:pt x="21" y="15"/>
                    </a:lnTo>
                    <a:lnTo>
                      <a:pt x="26" y="15"/>
                    </a:lnTo>
                    <a:lnTo>
                      <a:pt x="29" y="18"/>
                    </a:lnTo>
                    <a:lnTo>
                      <a:pt x="35" y="23"/>
                    </a:lnTo>
                    <a:lnTo>
                      <a:pt x="43" y="33"/>
                    </a:lnTo>
                    <a:lnTo>
                      <a:pt x="51" y="42"/>
                    </a:lnTo>
                    <a:lnTo>
                      <a:pt x="56" y="49"/>
                    </a:lnTo>
                    <a:lnTo>
                      <a:pt x="55" y="44"/>
                    </a:lnTo>
                    <a:lnTo>
                      <a:pt x="55" y="40"/>
                    </a:lnTo>
                    <a:lnTo>
                      <a:pt x="56" y="36"/>
                    </a:lnTo>
                    <a:lnTo>
                      <a:pt x="59" y="34"/>
                    </a:lnTo>
                    <a:lnTo>
                      <a:pt x="60" y="25"/>
                    </a:lnTo>
                    <a:lnTo>
                      <a:pt x="61" y="15"/>
                    </a:lnTo>
                    <a:lnTo>
                      <a:pt x="61" y="6"/>
                    </a:lnTo>
                    <a:lnTo>
                      <a:pt x="59" y="0"/>
                    </a:lnTo>
                    <a:lnTo>
                      <a:pt x="61" y="2"/>
                    </a:lnTo>
                    <a:lnTo>
                      <a:pt x="64" y="4"/>
                    </a:lnTo>
                    <a:lnTo>
                      <a:pt x="66" y="7"/>
                    </a:lnTo>
                    <a:lnTo>
                      <a:pt x="70" y="11"/>
                    </a:lnTo>
                    <a:lnTo>
                      <a:pt x="72" y="17"/>
                    </a:lnTo>
                    <a:lnTo>
                      <a:pt x="74" y="23"/>
                    </a:lnTo>
                    <a:lnTo>
                      <a:pt x="74" y="29"/>
                    </a:lnTo>
                    <a:lnTo>
                      <a:pt x="74" y="33"/>
                    </a:lnTo>
                    <a:lnTo>
                      <a:pt x="73" y="36"/>
                    </a:lnTo>
                    <a:lnTo>
                      <a:pt x="70" y="40"/>
                    </a:lnTo>
                    <a:lnTo>
                      <a:pt x="68" y="44"/>
                    </a:lnTo>
                    <a:lnTo>
                      <a:pt x="68" y="48"/>
                    </a:lnTo>
                    <a:lnTo>
                      <a:pt x="71" y="51"/>
                    </a:lnTo>
                    <a:lnTo>
                      <a:pt x="72" y="56"/>
                    </a:lnTo>
                    <a:lnTo>
                      <a:pt x="73" y="61"/>
                    </a:lnTo>
                    <a:lnTo>
                      <a:pt x="72" y="68"/>
                    </a:lnTo>
                    <a:lnTo>
                      <a:pt x="71" y="71"/>
                    </a:lnTo>
                    <a:lnTo>
                      <a:pt x="67" y="72"/>
                    </a:lnTo>
                    <a:lnTo>
                      <a:pt x="64" y="70"/>
                    </a:lnTo>
                    <a:lnTo>
                      <a:pt x="60" y="66"/>
                    </a:lnTo>
                    <a:lnTo>
                      <a:pt x="60" y="73"/>
                    </a:lnTo>
                    <a:lnTo>
                      <a:pt x="60" y="83"/>
                    </a:lnTo>
                    <a:lnTo>
                      <a:pt x="60" y="95"/>
                    </a:lnTo>
                    <a:lnTo>
                      <a:pt x="61" y="104"/>
                    </a:lnTo>
                    <a:lnTo>
                      <a:pt x="63" y="112"/>
                    </a:lnTo>
                    <a:lnTo>
                      <a:pt x="63" y="124"/>
                    </a:lnTo>
                    <a:lnTo>
                      <a:pt x="64" y="135"/>
                    </a:lnTo>
                    <a:lnTo>
                      <a:pt x="64" y="146"/>
                    </a:lnTo>
                    <a:lnTo>
                      <a:pt x="67" y="147"/>
                    </a:lnTo>
                    <a:lnTo>
                      <a:pt x="72" y="148"/>
                    </a:lnTo>
                    <a:lnTo>
                      <a:pt x="74" y="150"/>
                    </a:lnTo>
                    <a:lnTo>
                      <a:pt x="75" y="152"/>
                    </a:lnTo>
                    <a:lnTo>
                      <a:pt x="79" y="146"/>
                    </a:lnTo>
                    <a:lnTo>
                      <a:pt x="86" y="139"/>
                    </a:lnTo>
                    <a:lnTo>
                      <a:pt x="93" y="133"/>
                    </a:lnTo>
                    <a:lnTo>
                      <a:pt x="100" y="131"/>
                    </a:lnTo>
                    <a:lnTo>
                      <a:pt x="100" y="133"/>
                    </a:lnTo>
                    <a:lnTo>
                      <a:pt x="100" y="134"/>
                    </a:lnTo>
                    <a:lnTo>
                      <a:pt x="100" y="136"/>
                    </a:lnTo>
                    <a:lnTo>
                      <a:pt x="100" y="139"/>
                    </a:lnTo>
                    <a:lnTo>
                      <a:pt x="91" y="140"/>
                    </a:lnTo>
                    <a:lnTo>
                      <a:pt x="87" y="146"/>
                    </a:lnTo>
                    <a:lnTo>
                      <a:pt x="82" y="151"/>
                    </a:lnTo>
                    <a:lnTo>
                      <a:pt x="80" y="15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1" name="Freeform 62">
                <a:extLst>
                  <a:ext uri="{FF2B5EF4-FFF2-40B4-BE49-F238E27FC236}">
                    <a16:creationId xmlns:a16="http://schemas.microsoft.com/office/drawing/2014/main" id="{74183F1D-E5D2-4A04-9852-545A91E0E6B0}"/>
                  </a:ext>
                </a:extLst>
              </p:cNvPr>
              <p:cNvSpPr>
                <a:spLocks/>
              </p:cNvSpPr>
              <p:nvPr/>
            </p:nvSpPr>
            <p:spPr bwMode="auto">
              <a:xfrm>
                <a:off x="4289" y="2509"/>
                <a:ext cx="26" cy="78"/>
              </a:xfrm>
              <a:custGeom>
                <a:avLst/>
                <a:gdLst>
                  <a:gd name="T0" fmla="*/ 11 w 48"/>
                  <a:gd name="T1" fmla="*/ 57 h 141"/>
                  <a:gd name="T2" fmla="*/ 12 w 48"/>
                  <a:gd name="T3" fmla="*/ 61 h 141"/>
                  <a:gd name="T4" fmla="*/ 13 w 48"/>
                  <a:gd name="T5" fmla="*/ 66 h 141"/>
                  <a:gd name="T6" fmla="*/ 15 w 48"/>
                  <a:gd name="T7" fmla="*/ 70 h 141"/>
                  <a:gd name="T8" fmla="*/ 17 w 48"/>
                  <a:gd name="T9" fmla="*/ 75 h 141"/>
                  <a:gd name="T10" fmla="*/ 18 w 48"/>
                  <a:gd name="T11" fmla="*/ 76 h 141"/>
                  <a:gd name="T12" fmla="*/ 21 w 48"/>
                  <a:gd name="T13" fmla="*/ 77 h 141"/>
                  <a:gd name="T14" fmla="*/ 24 w 48"/>
                  <a:gd name="T15" fmla="*/ 77 h 141"/>
                  <a:gd name="T16" fmla="*/ 26 w 48"/>
                  <a:gd name="T17" fmla="*/ 78 h 141"/>
                  <a:gd name="T18" fmla="*/ 24 w 48"/>
                  <a:gd name="T19" fmla="*/ 76 h 141"/>
                  <a:gd name="T20" fmla="*/ 22 w 48"/>
                  <a:gd name="T21" fmla="*/ 73 h 141"/>
                  <a:gd name="T22" fmla="*/ 21 w 48"/>
                  <a:gd name="T23" fmla="*/ 70 h 141"/>
                  <a:gd name="T24" fmla="*/ 20 w 48"/>
                  <a:gd name="T25" fmla="*/ 69 h 141"/>
                  <a:gd name="T26" fmla="*/ 18 w 48"/>
                  <a:gd name="T27" fmla="*/ 66 h 141"/>
                  <a:gd name="T28" fmla="*/ 20 w 48"/>
                  <a:gd name="T29" fmla="*/ 63 h 141"/>
                  <a:gd name="T30" fmla="*/ 20 w 48"/>
                  <a:gd name="T31" fmla="*/ 60 h 141"/>
                  <a:gd name="T32" fmla="*/ 21 w 48"/>
                  <a:gd name="T33" fmla="*/ 57 h 141"/>
                  <a:gd name="T34" fmla="*/ 21 w 48"/>
                  <a:gd name="T35" fmla="*/ 53 h 141"/>
                  <a:gd name="T36" fmla="*/ 20 w 48"/>
                  <a:gd name="T37" fmla="*/ 49 h 141"/>
                  <a:gd name="T38" fmla="*/ 17 w 48"/>
                  <a:gd name="T39" fmla="*/ 45 h 141"/>
                  <a:gd name="T40" fmla="*/ 16 w 48"/>
                  <a:gd name="T41" fmla="*/ 43 h 141"/>
                  <a:gd name="T42" fmla="*/ 15 w 48"/>
                  <a:gd name="T43" fmla="*/ 40 h 141"/>
                  <a:gd name="T44" fmla="*/ 15 w 48"/>
                  <a:gd name="T45" fmla="*/ 37 h 141"/>
                  <a:gd name="T46" fmla="*/ 15 w 48"/>
                  <a:gd name="T47" fmla="*/ 33 h 141"/>
                  <a:gd name="T48" fmla="*/ 16 w 48"/>
                  <a:gd name="T49" fmla="*/ 30 h 141"/>
                  <a:gd name="T50" fmla="*/ 12 w 48"/>
                  <a:gd name="T51" fmla="*/ 28 h 141"/>
                  <a:gd name="T52" fmla="*/ 10 w 48"/>
                  <a:gd name="T53" fmla="*/ 27 h 141"/>
                  <a:gd name="T54" fmla="*/ 8 w 48"/>
                  <a:gd name="T55" fmla="*/ 24 h 141"/>
                  <a:gd name="T56" fmla="*/ 7 w 48"/>
                  <a:gd name="T57" fmla="*/ 22 h 141"/>
                  <a:gd name="T58" fmla="*/ 6 w 48"/>
                  <a:gd name="T59" fmla="*/ 19 h 141"/>
                  <a:gd name="T60" fmla="*/ 5 w 48"/>
                  <a:gd name="T61" fmla="*/ 14 h 141"/>
                  <a:gd name="T62" fmla="*/ 5 w 48"/>
                  <a:gd name="T63" fmla="*/ 8 h 141"/>
                  <a:gd name="T64" fmla="*/ 5 w 48"/>
                  <a:gd name="T65" fmla="*/ 3 h 141"/>
                  <a:gd name="T66" fmla="*/ 5 w 48"/>
                  <a:gd name="T67" fmla="*/ 2 h 141"/>
                  <a:gd name="T68" fmla="*/ 3 w 48"/>
                  <a:gd name="T69" fmla="*/ 2 h 141"/>
                  <a:gd name="T70" fmla="*/ 2 w 48"/>
                  <a:gd name="T71" fmla="*/ 1 h 141"/>
                  <a:gd name="T72" fmla="*/ 1 w 48"/>
                  <a:gd name="T73" fmla="*/ 0 h 141"/>
                  <a:gd name="T74" fmla="*/ 0 w 48"/>
                  <a:gd name="T75" fmla="*/ 4 h 141"/>
                  <a:gd name="T76" fmla="*/ 0 w 48"/>
                  <a:gd name="T77" fmla="*/ 9 h 141"/>
                  <a:gd name="T78" fmla="*/ 1 w 48"/>
                  <a:gd name="T79" fmla="*/ 15 h 141"/>
                  <a:gd name="T80" fmla="*/ 1 w 48"/>
                  <a:gd name="T81" fmla="*/ 20 h 141"/>
                  <a:gd name="T82" fmla="*/ 3 w 48"/>
                  <a:gd name="T83" fmla="*/ 29 h 141"/>
                  <a:gd name="T84" fmla="*/ 5 w 48"/>
                  <a:gd name="T85" fmla="*/ 39 h 141"/>
                  <a:gd name="T86" fmla="*/ 9 w 48"/>
                  <a:gd name="T87" fmla="*/ 50 h 141"/>
                  <a:gd name="T88" fmla="*/ 11 w 48"/>
                  <a:gd name="T89" fmla="*/ 57 h 14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8" h="141">
                    <a:moveTo>
                      <a:pt x="20" y="103"/>
                    </a:moveTo>
                    <a:lnTo>
                      <a:pt x="22" y="111"/>
                    </a:lnTo>
                    <a:lnTo>
                      <a:pt x="24" y="119"/>
                    </a:lnTo>
                    <a:lnTo>
                      <a:pt x="28" y="127"/>
                    </a:lnTo>
                    <a:lnTo>
                      <a:pt x="31" y="135"/>
                    </a:lnTo>
                    <a:lnTo>
                      <a:pt x="34" y="137"/>
                    </a:lnTo>
                    <a:lnTo>
                      <a:pt x="38" y="139"/>
                    </a:lnTo>
                    <a:lnTo>
                      <a:pt x="44" y="140"/>
                    </a:lnTo>
                    <a:lnTo>
                      <a:pt x="48" y="141"/>
                    </a:lnTo>
                    <a:lnTo>
                      <a:pt x="44" y="138"/>
                    </a:lnTo>
                    <a:lnTo>
                      <a:pt x="40" y="132"/>
                    </a:lnTo>
                    <a:lnTo>
                      <a:pt x="38" y="127"/>
                    </a:lnTo>
                    <a:lnTo>
                      <a:pt x="36" y="124"/>
                    </a:lnTo>
                    <a:lnTo>
                      <a:pt x="34" y="119"/>
                    </a:lnTo>
                    <a:lnTo>
                      <a:pt x="36" y="114"/>
                    </a:lnTo>
                    <a:lnTo>
                      <a:pt x="37" y="108"/>
                    </a:lnTo>
                    <a:lnTo>
                      <a:pt x="38" y="103"/>
                    </a:lnTo>
                    <a:lnTo>
                      <a:pt x="38" y="96"/>
                    </a:lnTo>
                    <a:lnTo>
                      <a:pt x="36" y="89"/>
                    </a:lnTo>
                    <a:lnTo>
                      <a:pt x="31" y="82"/>
                    </a:lnTo>
                    <a:lnTo>
                      <a:pt x="29" y="78"/>
                    </a:lnTo>
                    <a:lnTo>
                      <a:pt x="28" y="73"/>
                    </a:lnTo>
                    <a:lnTo>
                      <a:pt x="28" y="66"/>
                    </a:lnTo>
                    <a:lnTo>
                      <a:pt x="28" y="59"/>
                    </a:lnTo>
                    <a:lnTo>
                      <a:pt x="29" y="54"/>
                    </a:lnTo>
                    <a:lnTo>
                      <a:pt x="23" y="51"/>
                    </a:lnTo>
                    <a:lnTo>
                      <a:pt x="18" y="48"/>
                    </a:lnTo>
                    <a:lnTo>
                      <a:pt x="15" y="43"/>
                    </a:lnTo>
                    <a:lnTo>
                      <a:pt x="13" y="40"/>
                    </a:lnTo>
                    <a:lnTo>
                      <a:pt x="11" y="34"/>
                    </a:lnTo>
                    <a:lnTo>
                      <a:pt x="10" y="25"/>
                    </a:lnTo>
                    <a:lnTo>
                      <a:pt x="10" y="14"/>
                    </a:lnTo>
                    <a:lnTo>
                      <a:pt x="10" y="6"/>
                    </a:lnTo>
                    <a:lnTo>
                      <a:pt x="9" y="4"/>
                    </a:lnTo>
                    <a:lnTo>
                      <a:pt x="6" y="3"/>
                    </a:lnTo>
                    <a:lnTo>
                      <a:pt x="3" y="1"/>
                    </a:lnTo>
                    <a:lnTo>
                      <a:pt x="1" y="0"/>
                    </a:lnTo>
                    <a:lnTo>
                      <a:pt x="0" y="8"/>
                    </a:lnTo>
                    <a:lnTo>
                      <a:pt x="0" y="17"/>
                    </a:lnTo>
                    <a:lnTo>
                      <a:pt x="1" y="27"/>
                    </a:lnTo>
                    <a:lnTo>
                      <a:pt x="2" y="36"/>
                    </a:lnTo>
                    <a:lnTo>
                      <a:pt x="5" y="52"/>
                    </a:lnTo>
                    <a:lnTo>
                      <a:pt x="10" y="71"/>
                    </a:lnTo>
                    <a:lnTo>
                      <a:pt x="16" y="91"/>
                    </a:lnTo>
                    <a:lnTo>
                      <a:pt x="20" y="10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2" name="Freeform 63">
                <a:extLst>
                  <a:ext uri="{FF2B5EF4-FFF2-40B4-BE49-F238E27FC236}">
                    <a16:creationId xmlns:a16="http://schemas.microsoft.com/office/drawing/2014/main" id="{5BAACBF4-87C0-49F0-B582-6E4B977C758D}"/>
                  </a:ext>
                </a:extLst>
              </p:cNvPr>
              <p:cNvSpPr>
                <a:spLocks/>
              </p:cNvSpPr>
              <p:nvPr/>
            </p:nvSpPr>
            <p:spPr bwMode="auto">
              <a:xfrm>
                <a:off x="4363" y="2513"/>
                <a:ext cx="29" cy="72"/>
              </a:xfrm>
              <a:custGeom>
                <a:avLst/>
                <a:gdLst>
                  <a:gd name="T0" fmla="*/ 26 w 54"/>
                  <a:gd name="T1" fmla="*/ 18 h 133"/>
                  <a:gd name="T2" fmla="*/ 26 w 54"/>
                  <a:gd name="T3" fmla="*/ 22 h 133"/>
                  <a:gd name="T4" fmla="*/ 25 w 54"/>
                  <a:gd name="T5" fmla="*/ 27 h 133"/>
                  <a:gd name="T6" fmla="*/ 24 w 54"/>
                  <a:gd name="T7" fmla="*/ 31 h 133"/>
                  <a:gd name="T8" fmla="*/ 24 w 54"/>
                  <a:gd name="T9" fmla="*/ 35 h 133"/>
                  <a:gd name="T10" fmla="*/ 24 w 54"/>
                  <a:gd name="T11" fmla="*/ 47 h 133"/>
                  <a:gd name="T12" fmla="*/ 21 w 54"/>
                  <a:gd name="T13" fmla="*/ 57 h 133"/>
                  <a:gd name="T14" fmla="*/ 17 w 54"/>
                  <a:gd name="T15" fmla="*/ 66 h 133"/>
                  <a:gd name="T16" fmla="*/ 11 w 54"/>
                  <a:gd name="T17" fmla="*/ 72 h 133"/>
                  <a:gd name="T18" fmla="*/ 8 w 54"/>
                  <a:gd name="T19" fmla="*/ 71 h 133"/>
                  <a:gd name="T20" fmla="*/ 5 w 54"/>
                  <a:gd name="T21" fmla="*/ 70 h 133"/>
                  <a:gd name="T22" fmla="*/ 2 w 54"/>
                  <a:gd name="T23" fmla="*/ 68 h 133"/>
                  <a:gd name="T24" fmla="*/ 0 w 54"/>
                  <a:gd name="T25" fmla="*/ 66 h 133"/>
                  <a:gd name="T26" fmla="*/ 2 w 54"/>
                  <a:gd name="T27" fmla="*/ 64 h 133"/>
                  <a:gd name="T28" fmla="*/ 4 w 54"/>
                  <a:gd name="T29" fmla="*/ 62 h 133"/>
                  <a:gd name="T30" fmla="*/ 8 w 54"/>
                  <a:gd name="T31" fmla="*/ 59 h 133"/>
                  <a:gd name="T32" fmla="*/ 10 w 54"/>
                  <a:gd name="T33" fmla="*/ 56 h 133"/>
                  <a:gd name="T34" fmla="*/ 13 w 54"/>
                  <a:gd name="T35" fmla="*/ 52 h 133"/>
                  <a:gd name="T36" fmla="*/ 16 w 54"/>
                  <a:gd name="T37" fmla="*/ 49 h 133"/>
                  <a:gd name="T38" fmla="*/ 18 w 54"/>
                  <a:gd name="T39" fmla="*/ 45 h 133"/>
                  <a:gd name="T40" fmla="*/ 18 w 54"/>
                  <a:gd name="T41" fmla="*/ 43 h 133"/>
                  <a:gd name="T42" fmla="*/ 17 w 54"/>
                  <a:gd name="T43" fmla="*/ 45 h 133"/>
                  <a:gd name="T44" fmla="*/ 16 w 54"/>
                  <a:gd name="T45" fmla="*/ 47 h 133"/>
                  <a:gd name="T46" fmla="*/ 13 w 54"/>
                  <a:gd name="T47" fmla="*/ 49 h 133"/>
                  <a:gd name="T48" fmla="*/ 12 w 54"/>
                  <a:gd name="T49" fmla="*/ 50 h 133"/>
                  <a:gd name="T50" fmla="*/ 13 w 54"/>
                  <a:gd name="T51" fmla="*/ 43 h 133"/>
                  <a:gd name="T52" fmla="*/ 13 w 54"/>
                  <a:gd name="T53" fmla="*/ 33 h 133"/>
                  <a:gd name="T54" fmla="*/ 13 w 54"/>
                  <a:gd name="T55" fmla="*/ 25 h 133"/>
                  <a:gd name="T56" fmla="*/ 13 w 54"/>
                  <a:gd name="T57" fmla="*/ 21 h 133"/>
                  <a:gd name="T58" fmla="*/ 18 w 54"/>
                  <a:gd name="T59" fmla="*/ 18 h 133"/>
                  <a:gd name="T60" fmla="*/ 21 w 54"/>
                  <a:gd name="T61" fmla="*/ 14 h 133"/>
                  <a:gd name="T62" fmla="*/ 24 w 54"/>
                  <a:gd name="T63" fmla="*/ 9 h 133"/>
                  <a:gd name="T64" fmla="*/ 25 w 54"/>
                  <a:gd name="T65" fmla="*/ 4 h 133"/>
                  <a:gd name="T66" fmla="*/ 26 w 54"/>
                  <a:gd name="T67" fmla="*/ 4 h 133"/>
                  <a:gd name="T68" fmla="*/ 27 w 54"/>
                  <a:gd name="T69" fmla="*/ 3 h 133"/>
                  <a:gd name="T70" fmla="*/ 28 w 54"/>
                  <a:gd name="T71" fmla="*/ 2 h 133"/>
                  <a:gd name="T72" fmla="*/ 29 w 54"/>
                  <a:gd name="T73" fmla="*/ 0 h 133"/>
                  <a:gd name="T74" fmla="*/ 29 w 54"/>
                  <a:gd name="T75" fmla="*/ 4 h 133"/>
                  <a:gd name="T76" fmla="*/ 28 w 54"/>
                  <a:gd name="T77" fmla="*/ 10 h 133"/>
                  <a:gd name="T78" fmla="*/ 27 w 54"/>
                  <a:gd name="T79" fmla="*/ 15 h 133"/>
                  <a:gd name="T80" fmla="*/ 26 w 54"/>
                  <a:gd name="T81" fmla="*/ 18 h 13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4" h="133">
                    <a:moveTo>
                      <a:pt x="49" y="33"/>
                    </a:moveTo>
                    <a:lnTo>
                      <a:pt x="48" y="41"/>
                    </a:lnTo>
                    <a:lnTo>
                      <a:pt x="47" y="50"/>
                    </a:lnTo>
                    <a:lnTo>
                      <a:pt x="45" y="58"/>
                    </a:lnTo>
                    <a:lnTo>
                      <a:pt x="44" y="64"/>
                    </a:lnTo>
                    <a:lnTo>
                      <a:pt x="44" y="86"/>
                    </a:lnTo>
                    <a:lnTo>
                      <a:pt x="39" y="105"/>
                    </a:lnTo>
                    <a:lnTo>
                      <a:pt x="31" y="121"/>
                    </a:lnTo>
                    <a:lnTo>
                      <a:pt x="21" y="133"/>
                    </a:lnTo>
                    <a:lnTo>
                      <a:pt x="15" y="132"/>
                    </a:lnTo>
                    <a:lnTo>
                      <a:pt x="9" y="129"/>
                    </a:lnTo>
                    <a:lnTo>
                      <a:pt x="4" y="126"/>
                    </a:lnTo>
                    <a:lnTo>
                      <a:pt x="0" y="121"/>
                    </a:lnTo>
                    <a:lnTo>
                      <a:pt x="3" y="118"/>
                    </a:lnTo>
                    <a:lnTo>
                      <a:pt x="8" y="114"/>
                    </a:lnTo>
                    <a:lnTo>
                      <a:pt x="14" y="109"/>
                    </a:lnTo>
                    <a:lnTo>
                      <a:pt x="19" y="103"/>
                    </a:lnTo>
                    <a:lnTo>
                      <a:pt x="25" y="96"/>
                    </a:lnTo>
                    <a:lnTo>
                      <a:pt x="30" y="90"/>
                    </a:lnTo>
                    <a:lnTo>
                      <a:pt x="33" y="84"/>
                    </a:lnTo>
                    <a:lnTo>
                      <a:pt x="34" y="80"/>
                    </a:lnTo>
                    <a:lnTo>
                      <a:pt x="31" y="83"/>
                    </a:lnTo>
                    <a:lnTo>
                      <a:pt x="29" y="87"/>
                    </a:lnTo>
                    <a:lnTo>
                      <a:pt x="25" y="90"/>
                    </a:lnTo>
                    <a:lnTo>
                      <a:pt x="22" y="92"/>
                    </a:lnTo>
                    <a:lnTo>
                      <a:pt x="24" y="79"/>
                    </a:lnTo>
                    <a:lnTo>
                      <a:pt x="25" y="61"/>
                    </a:lnTo>
                    <a:lnTo>
                      <a:pt x="25" y="47"/>
                    </a:lnTo>
                    <a:lnTo>
                      <a:pt x="24" y="38"/>
                    </a:lnTo>
                    <a:lnTo>
                      <a:pt x="33" y="34"/>
                    </a:lnTo>
                    <a:lnTo>
                      <a:pt x="40" y="26"/>
                    </a:lnTo>
                    <a:lnTo>
                      <a:pt x="44" y="16"/>
                    </a:lnTo>
                    <a:lnTo>
                      <a:pt x="46" y="8"/>
                    </a:lnTo>
                    <a:lnTo>
                      <a:pt x="48" y="7"/>
                    </a:lnTo>
                    <a:lnTo>
                      <a:pt x="51" y="5"/>
                    </a:lnTo>
                    <a:lnTo>
                      <a:pt x="52" y="3"/>
                    </a:lnTo>
                    <a:lnTo>
                      <a:pt x="54" y="0"/>
                    </a:lnTo>
                    <a:lnTo>
                      <a:pt x="54" y="8"/>
                    </a:lnTo>
                    <a:lnTo>
                      <a:pt x="53" y="18"/>
                    </a:lnTo>
                    <a:lnTo>
                      <a:pt x="51" y="27"/>
                    </a:lnTo>
                    <a:lnTo>
                      <a:pt x="49" y="3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3" name="Freeform 64">
                <a:extLst>
                  <a:ext uri="{FF2B5EF4-FFF2-40B4-BE49-F238E27FC236}">
                    <a16:creationId xmlns:a16="http://schemas.microsoft.com/office/drawing/2014/main" id="{B3C74A42-FAEF-4605-8894-C2FA06071550}"/>
                  </a:ext>
                </a:extLst>
              </p:cNvPr>
              <p:cNvSpPr>
                <a:spLocks/>
              </p:cNvSpPr>
              <p:nvPr/>
            </p:nvSpPr>
            <p:spPr bwMode="auto">
              <a:xfrm>
                <a:off x="3608" y="2823"/>
                <a:ext cx="261" cy="274"/>
              </a:xfrm>
              <a:custGeom>
                <a:avLst/>
                <a:gdLst>
                  <a:gd name="T0" fmla="*/ 259 w 478"/>
                  <a:gd name="T1" fmla="*/ 67 h 502"/>
                  <a:gd name="T2" fmla="*/ 246 w 478"/>
                  <a:gd name="T3" fmla="*/ 46 h 502"/>
                  <a:gd name="T4" fmla="*/ 232 w 478"/>
                  <a:gd name="T5" fmla="*/ 35 h 502"/>
                  <a:gd name="T6" fmla="*/ 222 w 478"/>
                  <a:gd name="T7" fmla="*/ 27 h 502"/>
                  <a:gd name="T8" fmla="*/ 206 w 478"/>
                  <a:gd name="T9" fmla="*/ 19 h 502"/>
                  <a:gd name="T10" fmla="*/ 191 w 478"/>
                  <a:gd name="T11" fmla="*/ 12 h 502"/>
                  <a:gd name="T12" fmla="*/ 170 w 478"/>
                  <a:gd name="T13" fmla="*/ 12 h 502"/>
                  <a:gd name="T14" fmla="*/ 158 w 478"/>
                  <a:gd name="T15" fmla="*/ 2 h 502"/>
                  <a:gd name="T16" fmla="*/ 152 w 478"/>
                  <a:gd name="T17" fmla="*/ 7 h 502"/>
                  <a:gd name="T18" fmla="*/ 145 w 478"/>
                  <a:gd name="T19" fmla="*/ 4 h 502"/>
                  <a:gd name="T20" fmla="*/ 130 w 478"/>
                  <a:gd name="T21" fmla="*/ 0 h 502"/>
                  <a:gd name="T22" fmla="*/ 116 w 478"/>
                  <a:gd name="T23" fmla="*/ 3 h 502"/>
                  <a:gd name="T24" fmla="*/ 100 w 478"/>
                  <a:gd name="T25" fmla="*/ 11 h 502"/>
                  <a:gd name="T26" fmla="*/ 85 w 478"/>
                  <a:gd name="T27" fmla="*/ 21 h 502"/>
                  <a:gd name="T28" fmla="*/ 69 w 478"/>
                  <a:gd name="T29" fmla="*/ 45 h 502"/>
                  <a:gd name="T30" fmla="*/ 75 w 478"/>
                  <a:gd name="T31" fmla="*/ 44 h 502"/>
                  <a:gd name="T32" fmla="*/ 86 w 478"/>
                  <a:gd name="T33" fmla="*/ 36 h 502"/>
                  <a:gd name="T34" fmla="*/ 83 w 478"/>
                  <a:gd name="T35" fmla="*/ 42 h 502"/>
                  <a:gd name="T36" fmla="*/ 69 w 478"/>
                  <a:gd name="T37" fmla="*/ 50 h 502"/>
                  <a:gd name="T38" fmla="*/ 56 w 478"/>
                  <a:gd name="T39" fmla="*/ 58 h 502"/>
                  <a:gd name="T40" fmla="*/ 46 w 478"/>
                  <a:gd name="T41" fmla="*/ 72 h 502"/>
                  <a:gd name="T42" fmla="*/ 34 w 478"/>
                  <a:gd name="T43" fmla="*/ 89 h 502"/>
                  <a:gd name="T44" fmla="*/ 29 w 478"/>
                  <a:gd name="T45" fmla="*/ 104 h 502"/>
                  <a:gd name="T46" fmla="*/ 32 w 478"/>
                  <a:gd name="T47" fmla="*/ 117 h 502"/>
                  <a:gd name="T48" fmla="*/ 14 w 478"/>
                  <a:gd name="T49" fmla="*/ 135 h 502"/>
                  <a:gd name="T50" fmla="*/ 5 w 478"/>
                  <a:gd name="T51" fmla="*/ 162 h 502"/>
                  <a:gd name="T52" fmla="*/ 5 w 478"/>
                  <a:gd name="T53" fmla="*/ 179 h 502"/>
                  <a:gd name="T54" fmla="*/ 0 w 478"/>
                  <a:gd name="T55" fmla="*/ 210 h 502"/>
                  <a:gd name="T56" fmla="*/ 3 w 478"/>
                  <a:gd name="T57" fmla="*/ 226 h 502"/>
                  <a:gd name="T58" fmla="*/ 13 w 478"/>
                  <a:gd name="T59" fmla="*/ 246 h 502"/>
                  <a:gd name="T60" fmla="*/ 32 w 478"/>
                  <a:gd name="T61" fmla="*/ 265 h 502"/>
                  <a:gd name="T62" fmla="*/ 66 w 478"/>
                  <a:gd name="T63" fmla="*/ 270 h 502"/>
                  <a:gd name="T64" fmla="*/ 97 w 478"/>
                  <a:gd name="T65" fmla="*/ 274 h 502"/>
                  <a:gd name="T66" fmla="*/ 129 w 478"/>
                  <a:gd name="T67" fmla="*/ 270 h 502"/>
                  <a:gd name="T68" fmla="*/ 151 w 478"/>
                  <a:gd name="T69" fmla="*/ 259 h 502"/>
                  <a:gd name="T70" fmla="*/ 162 w 478"/>
                  <a:gd name="T71" fmla="*/ 239 h 502"/>
                  <a:gd name="T72" fmla="*/ 175 w 478"/>
                  <a:gd name="T73" fmla="*/ 229 h 502"/>
                  <a:gd name="T74" fmla="*/ 185 w 478"/>
                  <a:gd name="T75" fmla="*/ 215 h 502"/>
                  <a:gd name="T76" fmla="*/ 188 w 478"/>
                  <a:gd name="T77" fmla="*/ 207 h 502"/>
                  <a:gd name="T78" fmla="*/ 197 w 478"/>
                  <a:gd name="T79" fmla="*/ 206 h 502"/>
                  <a:gd name="T80" fmla="*/ 192 w 478"/>
                  <a:gd name="T81" fmla="*/ 204 h 502"/>
                  <a:gd name="T82" fmla="*/ 201 w 478"/>
                  <a:gd name="T83" fmla="*/ 195 h 502"/>
                  <a:gd name="T84" fmla="*/ 205 w 478"/>
                  <a:gd name="T85" fmla="*/ 164 h 502"/>
                  <a:gd name="T86" fmla="*/ 200 w 478"/>
                  <a:gd name="T87" fmla="*/ 143 h 502"/>
                  <a:gd name="T88" fmla="*/ 213 w 478"/>
                  <a:gd name="T89" fmla="*/ 123 h 502"/>
                  <a:gd name="T90" fmla="*/ 218 w 478"/>
                  <a:gd name="T91" fmla="*/ 112 h 502"/>
                  <a:gd name="T92" fmla="*/ 218 w 478"/>
                  <a:gd name="T93" fmla="*/ 104 h 502"/>
                  <a:gd name="T94" fmla="*/ 218 w 478"/>
                  <a:gd name="T95" fmla="*/ 100 h 502"/>
                  <a:gd name="T96" fmla="*/ 221 w 478"/>
                  <a:gd name="T97" fmla="*/ 90 h 502"/>
                  <a:gd name="T98" fmla="*/ 229 w 478"/>
                  <a:gd name="T99" fmla="*/ 79 h 502"/>
                  <a:gd name="T100" fmla="*/ 234 w 478"/>
                  <a:gd name="T101" fmla="*/ 82 h 502"/>
                  <a:gd name="T102" fmla="*/ 251 w 478"/>
                  <a:gd name="T103" fmla="*/ 82 h 5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78" h="502">
                    <a:moveTo>
                      <a:pt x="478" y="144"/>
                    </a:moveTo>
                    <a:lnTo>
                      <a:pt x="476" y="138"/>
                    </a:lnTo>
                    <a:lnTo>
                      <a:pt x="475" y="131"/>
                    </a:lnTo>
                    <a:lnTo>
                      <a:pt x="474" y="123"/>
                    </a:lnTo>
                    <a:lnTo>
                      <a:pt x="472" y="114"/>
                    </a:lnTo>
                    <a:lnTo>
                      <a:pt x="466" y="102"/>
                    </a:lnTo>
                    <a:lnTo>
                      <a:pt x="459" y="91"/>
                    </a:lnTo>
                    <a:lnTo>
                      <a:pt x="450" y="84"/>
                    </a:lnTo>
                    <a:lnTo>
                      <a:pt x="442" y="80"/>
                    </a:lnTo>
                    <a:lnTo>
                      <a:pt x="436" y="76"/>
                    </a:lnTo>
                    <a:lnTo>
                      <a:pt x="430" y="72"/>
                    </a:lnTo>
                    <a:lnTo>
                      <a:pt x="425" y="65"/>
                    </a:lnTo>
                    <a:lnTo>
                      <a:pt x="421" y="60"/>
                    </a:lnTo>
                    <a:lnTo>
                      <a:pt x="418" y="55"/>
                    </a:lnTo>
                    <a:lnTo>
                      <a:pt x="413" y="51"/>
                    </a:lnTo>
                    <a:lnTo>
                      <a:pt x="407" y="49"/>
                    </a:lnTo>
                    <a:lnTo>
                      <a:pt x="402" y="46"/>
                    </a:lnTo>
                    <a:lnTo>
                      <a:pt x="395" y="44"/>
                    </a:lnTo>
                    <a:lnTo>
                      <a:pt x="387" y="39"/>
                    </a:lnTo>
                    <a:lnTo>
                      <a:pt x="377" y="34"/>
                    </a:lnTo>
                    <a:lnTo>
                      <a:pt x="369" y="28"/>
                    </a:lnTo>
                    <a:lnTo>
                      <a:pt x="365" y="25"/>
                    </a:lnTo>
                    <a:lnTo>
                      <a:pt x="357" y="23"/>
                    </a:lnTo>
                    <a:lnTo>
                      <a:pt x="349" y="22"/>
                    </a:lnTo>
                    <a:lnTo>
                      <a:pt x="339" y="22"/>
                    </a:lnTo>
                    <a:lnTo>
                      <a:pt x="329" y="22"/>
                    </a:lnTo>
                    <a:lnTo>
                      <a:pt x="320" y="22"/>
                    </a:lnTo>
                    <a:lnTo>
                      <a:pt x="312" y="22"/>
                    </a:lnTo>
                    <a:lnTo>
                      <a:pt x="306" y="22"/>
                    </a:lnTo>
                    <a:lnTo>
                      <a:pt x="303" y="14"/>
                    </a:lnTo>
                    <a:lnTo>
                      <a:pt x="297" y="8"/>
                    </a:lnTo>
                    <a:lnTo>
                      <a:pt x="289" y="4"/>
                    </a:lnTo>
                    <a:lnTo>
                      <a:pt x="282" y="1"/>
                    </a:lnTo>
                    <a:lnTo>
                      <a:pt x="282" y="4"/>
                    </a:lnTo>
                    <a:lnTo>
                      <a:pt x="281" y="8"/>
                    </a:lnTo>
                    <a:lnTo>
                      <a:pt x="279" y="12"/>
                    </a:lnTo>
                    <a:lnTo>
                      <a:pt x="277" y="15"/>
                    </a:lnTo>
                    <a:lnTo>
                      <a:pt x="275" y="13"/>
                    </a:lnTo>
                    <a:lnTo>
                      <a:pt x="270" y="11"/>
                    </a:lnTo>
                    <a:lnTo>
                      <a:pt x="266" y="8"/>
                    </a:lnTo>
                    <a:lnTo>
                      <a:pt x="260" y="6"/>
                    </a:lnTo>
                    <a:lnTo>
                      <a:pt x="253" y="4"/>
                    </a:lnTo>
                    <a:lnTo>
                      <a:pt x="246" y="1"/>
                    </a:lnTo>
                    <a:lnTo>
                      <a:pt x="238" y="0"/>
                    </a:lnTo>
                    <a:lnTo>
                      <a:pt x="231" y="0"/>
                    </a:lnTo>
                    <a:lnTo>
                      <a:pt x="228" y="1"/>
                    </a:lnTo>
                    <a:lnTo>
                      <a:pt x="221" y="4"/>
                    </a:lnTo>
                    <a:lnTo>
                      <a:pt x="213" y="6"/>
                    </a:lnTo>
                    <a:lnTo>
                      <a:pt x="205" y="9"/>
                    </a:lnTo>
                    <a:lnTo>
                      <a:pt x="197" y="14"/>
                    </a:lnTo>
                    <a:lnTo>
                      <a:pt x="190" y="17"/>
                    </a:lnTo>
                    <a:lnTo>
                      <a:pt x="184" y="21"/>
                    </a:lnTo>
                    <a:lnTo>
                      <a:pt x="180" y="23"/>
                    </a:lnTo>
                    <a:lnTo>
                      <a:pt x="175" y="28"/>
                    </a:lnTo>
                    <a:lnTo>
                      <a:pt x="165" y="34"/>
                    </a:lnTo>
                    <a:lnTo>
                      <a:pt x="156" y="39"/>
                    </a:lnTo>
                    <a:lnTo>
                      <a:pt x="147" y="44"/>
                    </a:lnTo>
                    <a:lnTo>
                      <a:pt x="139" y="52"/>
                    </a:lnTo>
                    <a:lnTo>
                      <a:pt x="133" y="66"/>
                    </a:lnTo>
                    <a:lnTo>
                      <a:pt x="127" y="82"/>
                    </a:lnTo>
                    <a:lnTo>
                      <a:pt x="123" y="92"/>
                    </a:lnTo>
                    <a:lnTo>
                      <a:pt x="126" y="90"/>
                    </a:lnTo>
                    <a:lnTo>
                      <a:pt x="131" y="85"/>
                    </a:lnTo>
                    <a:lnTo>
                      <a:pt x="137" y="81"/>
                    </a:lnTo>
                    <a:lnTo>
                      <a:pt x="142" y="75"/>
                    </a:lnTo>
                    <a:lnTo>
                      <a:pt x="148" y="70"/>
                    </a:lnTo>
                    <a:lnTo>
                      <a:pt x="154" y="67"/>
                    </a:lnTo>
                    <a:lnTo>
                      <a:pt x="157" y="66"/>
                    </a:lnTo>
                    <a:lnTo>
                      <a:pt x="161" y="67"/>
                    </a:lnTo>
                    <a:lnTo>
                      <a:pt x="161" y="70"/>
                    </a:lnTo>
                    <a:lnTo>
                      <a:pt x="157" y="74"/>
                    </a:lnTo>
                    <a:lnTo>
                      <a:pt x="152" y="77"/>
                    </a:lnTo>
                    <a:lnTo>
                      <a:pt x="146" y="82"/>
                    </a:lnTo>
                    <a:lnTo>
                      <a:pt x="138" y="85"/>
                    </a:lnTo>
                    <a:lnTo>
                      <a:pt x="131" y="89"/>
                    </a:lnTo>
                    <a:lnTo>
                      <a:pt x="126" y="91"/>
                    </a:lnTo>
                    <a:lnTo>
                      <a:pt x="123" y="92"/>
                    </a:lnTo>
                    <a:lnTo>
                      <a:pt x="118" y="95"/>
                    </a:lnTo>
                    <a:lnTo>
                      <a:pt x="110" y="100"/>
                    </a:lnTo>
                    <a:lnTo>
                      <a:pt x="103" y="107"/>
                    </a:lnTo>
                    <a:lnTo>
                      <a:pt x="97" y="113"/>
                    </a:lnTo>
                    <a:lnTo>
                      <a:pt x="94" y="118"/>
                    </a:lnTo>
                    <a:lnTo>
                      <a:pt x="89" y="123"/>
                    </a:lnTo>
                    <a:lnTo>
                      <a:pt x="84" y="131"/>
                    </a:lnTo>
                    <a:lnTo>
                      <a:pt x="78" y="141"/>
                    </a:lnTo>
                    <a:lnTo>
                      <a:pt x="71" y="150"/>
                    </a:lnTo>
                    <a:lnTo>
                      <a:pt x="66" y="157"/>
                    </a:lnTo>
                    <a:lnTo>
                      <a:pt x="62" y="163"/>
                    </a:lnTo>
                    <a:lnTo>
                      <a:pt x="59" y="166"/>
                    </a:lnTo>
                    <a:lnTo>
                      <a:pt x="56" y="172"/>
                    </a:lnTo>
                    <a:lnTo>
                      <a:pt x="54" y="180"/>
                    </a:lnTo>
                    <a:lnTo>
                      <a:pt x="53" y="190"/>
                    </a:lnTo>
                    <a:lnTo>
                      <a:pt x="51" y="199"/>
                    </a:lnTo>
                    <a:lnTo>
                      <a:pt x="63" y="199"/>
                    </a:lnTo>
                    <a:lnTo>
                      <a:pt x="64" y="206"/>
                    </a:lnTo>
                    <a:lnTo>
                      <a:pt x="58" y="214"/>
                    </a:lnTo>
                    <a:lnTo>
                      <a:pt x="46" y="219"/>
                    </a:lnTo>
                    <a:lnTo>
                      <a:pt x="40" y="227"/>
                    </a:lnTo>
                    <a:lnTo>
                      <a:pt x="33" y="236"/>
                    </a:lnTo>
                    <a:lnTo>
                      <a:pt x="26" y="247"/>
                    </a:lnTo>
                    <a:lnTo>
                      <a:pt x="21" y="258"/>
                    </a:lnTo>
                    <a:lnTo>
                      <a:pt x="18" y="271"/>
                    </a:lnTo>
                    <a:lnTo>
                      <a:pt x="13" y="285"/>
                    </a:lnTo>
                    <a:lnTo>
                      <a:pt x="9" y="296"/>
                    </a:lnTo>
                    <a:lnTo>
                      <a:pt x="5" y="304"/>
                    </a:lnTo>
                    <a:lnTo>
                      <a:pt x="5" y="310"/>
                    </a:lnTo>
                    <a:lnTo>
                      <a:pt x="6" y="319"/>
                    </a:lnTo>
                    <a:lnTo>
                      <a:pt x="9" y="328"/>
                    </a:lnTo>
                    <a:lnTo>
                      <a:pt x="10" y="338"/>
                    </a:lnTo>
                    <a:lnTo>
                      <a:pt x="2" y="354"/>
                    </a:lnTo>
                    <a:lnTo>
                      <a:pt x="0" y="370"/>
                    </a:lnTo>
                    <a:lnTo>
                      <a:pt x="0" y="385"/>
                    </a:lnTo>
                    <a:lnTo>
                      <a:pt x="2" y="394"/>
                    </a:lnTo>
                    <a:lnTo>
                      <a:pt x="4" y="401"/>
                    </a:lnTo>
                    <a:lnTo>
                      <a:pt x="5" y="408"/>
                    </a:lnTo>
                    <a:lnTo>
                      <a:pt x="6" y="414"/>
                    </a:lnTo>
                    <a:lnTo>
                      <a:pt x="5" y="419"/>
                    </a:lnTo>
                    <a:lnTo>
                      <a:pt x="8" y="426"/>
                    </a:lnTo>
                    <a:lnTo>
                      <a:pt x="15" y="439"/>
                    </a:lnTo>
                    <a:lnTo>
                      <a:pt x="23" y="451"/>
                    </a:lnTo>
                    <a:lnTo>
                      <a:pt x="30" y="459"/>
                    </a:lnTo>
                    <a:lnTo>
                      <a:pt x="38" y="469"/>
                    </a:lnTo>
                    <a:lnTo>
                      <a:pt x="48" y="478"/>
                    </a:lnTo>
                    <a:lnTo>
                      <a:pt x="59" y="485"/>
                    </a:lnTo>
                    <a:lnTo>
                      <a:pt x="72" y="491"/>
                    </a:lnTo>
                    <a:lnTo>
                      <a:pt x="87" y="494"/>
                    </a:lnTo>
                    <a:lnTo>
                      <a:pt x="103" y="497"/>
                    </a:lnTo>
                    <a:lnTo>
                      <a:pt x="121" y="495"/>
                    </a:lnTo>
                    <a:lnTo>
                      <a:pt x="139" y="493"/>
                    </a:lnTo>
                    <a:lnTo>
                      <a:pt x="150" y="499"/>
                    </a:lnTo>
                    <a:lnTo>
                      <a:pt x="164" y="501"/>
                    </a:lnTo>
                    <a:lnTo>
                      <a:pt x="177" y="502"/>
                    </a:lnTo>
                    <a:lnTo>
                      <a:pt x="192" y="502"/>
                    </a:lnTo>
                    <a:lnTo>
                      <a:pt x="206" y="501"/>
                    </a:lnTo>
                    <a:lnTo>
                      <a:pt x="221" y="498"/>
                    </a:lnTo>
                    <a:lnTo>
                      <a:pt x="236" y="494"/>
                    </a:lnTo>
                    <a:lnTo>
                      <a:pt x="251" y="491"/>
                    </a:lnTo>
                    <a:lnTo>
                      <a:pt x="259" y="487"/>
                    </a:lnTo>
                    <a:lnTo>
                      <a:pt x="268" y="482"/>
                    </a:lnTo>
                    <a:lnTo>
                      <a:pt x="276" y="474"/>
                    </a:lnTo>
                    <a:lnTo>
                      <a:pt x="284" y="463"/>
                    </a:lnTo>
                    <a:lnTo>
                      <a:pt x="289" y="454"/>
                    </a:lnTo>
                    <a:lnTo>
                      <a:pt x="293" y="445"/>
                    </a:lnTo>
                    <a:lnTo>
                      <a:pt x="297" y="437"/>
                    </a:lnTo>
                    <a:lnTo>
                      <a:pt x="298" y="427"/>
                    </a:lnTo>
                    <a:lnTo>
                      <a:pt x="306" y="427"/>
                    </a:lnTo>
                    <a:lnTo>
                      <a:pt x="314" y="424"/>
                    </a:lnTo>
                    <a:lnTo>
                      <a:pt x="320" y="419"/>
                    </a:lnTo>
                    <a:lnTo>
                      <a:pt x="323" y="414"/>
                    </a:lnTo>
                    <a:lnTo>
                      <a:pt x="334" y="410"/>
                    </a:lnTo>
                    <a:lnTo>
                      <a:pt x="338" y="402"/>
                    </a:lnTo>
                    <a:lnTo>
                      <a:pt x="339" y="394"/>
                    </a:lnTo>
                    <a:lnTo>
                      <a:pt x="339" y="387"/>
                    </a:lnTo>
                    <a:lnTo>
                      <a:pt x="341" y="385"/>
                    </a:lnTo>
                    <a:lnTo>
                      <a:pt x="343" y="383"/>
                    </a:lnTo>
                    <a:lnTo>
                      <a:pt x="345" y="380"/>
                    </a:lnTo>
                    <a:lnTo>
                      <a:pt x="349" y="379"/>
                    </a:lnTo>
                    <a:lnTo>
                      <a:pt x="353" y="378"/>
                    </a:lnTo>
                    <a:lnTo>
                      <a:pt x="358" y="377"/>
                    </a:lnTo>
                    <a:lnTo>
                      <a:pt x="361" y="377"/>
                    </a:lnTo>
                    <a:lnTo>
                      <a:pt x="366" y="378"/>
                    </a:lnTo>
                    <a:lnTo>
                      <a:pt x="362" y="377"/>
                    </a:lnTo>
                    <a:lnTo>
                      <a:pt x="358" y="374"/>
                    </a:lnTo>
                    <a:lnTo>
                      <a:pt x="352" y="374"/>
                    </a:lnTo>
                    <a:lnTo>
                      <a:pt x="349" y="374"/>
                    </a:lnTo>
                    <a:lnTo>
                      <a:pt x="353" y="369"/>
                    </a:lnTo>
                    <a:lnTo>
                      <a:pt x="360" y="364"/>
                    </a:lnTo>
                    <a:lnTo>
                      <a:pt x="368" y="358"/>
                    </a:lnTo>
                    <a:lnTo>
                      <a:pt x="375" y="354"/>
                    </a:lnTo>
                    <a:lnTo>
                      <a:pt x="374" y="350"/>
                    </a:lnTo>
                    <a:lnTo>
                      <a:pt x="379" y="325"/>
                    </a:lnTo>
                    <a:lnTo>
                      <a:pt x="375" y="301"/>
                    </a:lnTo>
                    <a:lnTo>
                      <a:pt x="368" y="282"/>
                    </a:lnTo>
                    <a:lnTo>
                      <a:pt x="364" y="272"/>
                    </a:lnTo>
                    <a:lnTo>
                      <a:pt x="365" y="267"/>
                    </a:lnTo>
                    <a:lnTo>
                      <a:pt x="367" y="262"/>
                    </a:lnTo>
                    <a:lnTo>
                      <a:pt x="372" y="254"/>
                    </a:lnTo>
                    <a:lnTo>
                      <a:pt x="379" y="243"/>
                    </a:lnTo>
                    <a:lnTo>
                      <a:pt x="385" y="234"/>
                    </a:lnTo>
                    <a:lnTo>
                      <a:pt x="391" y="225"/>
                    </a:lnTo>
                    <a:lnTo>
                      <a:pt x="397" y="218"/>
                    </a:lnTo>
                    <a:lnTo>
                      <a:pt x="402" y="212"/>
                    </a:lnTo>
                    <a:lnTo>
                      <a:pt x="400" y="209"/>
                    </a:lnTo>
                    <a:lnTo>
                      <a:pt x="399" y="205"/>
                    </a:lnTo>
                    <a:lnTo>
                      <a:pt x="399" y="202"/>
                    </a:lnTo>
                    <a:lnTo>
                      <a:pt x="399" y="198"/>
                    </a:lnTo>
                    <a:lnTo>
                      <a:pt x="400" y="195"/>
                    </a:lnTo>
                    <a:lnTo>
                      <a:pt x="400" y="191"/>
                    </a:lnTo>
                    <a:lnTo>
                      <a:pt x="402" y="190"/>
                    </a:lnTo>
                    <a:lnTo>
                      <a:pt x="402" y="188"/>
                    </a:lnTo>
                    <a:lnTo>
                      <a:pt x="399" y="186"/>
                    </a:lnTo>
                    <a:lnTo>
                      <a:pt x="399" y="184"/>
                    </a:lnTo>
                    <a:lnTo>
                      <a:pt x="399" y="183"/>
                    </a:lnTo>
                    <a:lnTo>
                      <a:pt x="400" y="180"/>
                    </a:lnTo>
                    <a:lnTo>
                      <a:pt x="402" y="173"/>
                    </a:lnTo>
                    <a:lnTo>
                      <a:pt x="405" y="165"/>
                    </a:lnTo>
                    <a:lnTo>
                      <a:pt x="410" y="156"/>
                    </a:lnTo>
                    <a:lnTo>
                      <a:pt x="413" y="150"/>
                    </a:lnTo>
                    <a:lnTo>
                      <a:pt x="415" y="146"/>
                    </a:lnTo>
                    <a:lnTo>
                      <a:pt x="419" y="144"/>
                    </a:lnTo>
                    <a:lnTo>
                      <a:pt x="421" y="144"/>
                    </a:lnTo>
                    <a:lnTo>
                      <a:pt x="422" y="146"/>
                    </a:lnTo>
                    <a:lnTo>
                      <a:pt x="425" y="149"/>
                    </a:lnTo>
                    <a:lnTo>
                      <a:pt x="428" y="150"/>
                    </a:lnTo>
                    <a:lnTo>
                      <a:pt x="435" y="152"/>
                    </a:lnTo>
                    <a:lnTo>
                      <a:pt x="442" y="152"/>
                    </a:lnTo>
                    <a:lnTo>
                      <a:pt x="450" y="152"/>
                    </a:lnTo>
                    <a:lnTo>
                      <a:pt x="459" y="151"/>
                    </a:lnTo>
                    <a:lnTo>
                      <a:pt x="468" y="149"/>
                    </a:lnTo>
                    <a:lnTo>
                      <a:pt x="478"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4" name="Freeform 65">
                <a:extLst>
                  <a:ext uri="{FF2B5EF4-FFF2-40B4-BE49-F238E27FC236}">
                    <a16:creationId xmlns:a16="http://schemas.microsoft.com/office/drawing/2014/main" id="{5886C8B5-E345-437B-9F82-4CF5B4A6468E}"/>
                  </a:ext>
                </a:extLst>
              </p:cNvPr>
              <p:cNvSpPr>
                <a:spLocks/>
              </p:cNvSpPr>
              <p:nvPr/>
            </p:nvSpPr>
            <p:spPr bwMode="auto">
              <a:xfrm>
                <a:off x="3572" y="3073"/>
                <a:ext cx="302" cy="410"/>
              </a:xfrm>
              <a:custGeom>
                <a:avLst/>
                <a:gdLst>
                  <a:gd name="T0" fmla="*/ 252 w 552"/>
                  <a:gd name="T1" fmla="*/ 277 h 749"/>
                  <a:gd name="T2" fmla="*/ 247 w 552"/>
                  <a:gd name="T3" fmla="*/ 276 h 749"/>
                  <a:gd name="T4" fmla="*/ 240 w 552"/>
                  <a:gd name="T5" fmla="*/ 284 h 749"/>
                  <a:gd name="T6" fmla="*/ 233 w 552"/>
                  <a:gd name="T7" fmla="*/ 273 h 749"/>
                  <a:gd name="T8" fmla="*/ 225 w 552"/>
                  <a:gd name="T9" fmla="*/ 264 h 749"/>
                  <a:gd name="T10" fmla="*/ 210 w 552"/>
                  <a:gd name="T11" fmla="*/ 254 h 749"/>
                  <a:gd name="T12" fmla="*/ 196 w 552"/>
                  <a:gd name="T13" fmla="*/ 246 h 749"/>
                  <a:gd name="T14" fmla="*/ 188 w 552"/>
                  <a:gd name="T15" fmla="*/ 217 h 749"/>
                  <a:gd name="T16" fmla="*/ 180 w 552"/>
                  <a:gd name="T17" fmla="*/ 175 h 749"/>
                  <a:gd name="T18" fmla="*/ 176 w 552"/>
                  <a:gd name="T19" fmla="*/ 137 h 749"/>
                  <a:gd name="T20" fmla="*/ 178 w 552"/>
                  <a:gd name="T21" fmla="*/ 100 h 749"/>
                  <a:gd name="T22" fmla="*/ 172 w 552"/>
                  <a:gd name="T23" fmla="*/ 90 h 749"/>
                  <a:gd name="T24" fmla="*/ 169 w 552"/>
                  <a:gd name="T25" fmla="*/ 74 h 749"/>
                  <a:gd name="T26" fmla="*/ 166 w 552"/>
                  <a:gd name="T27" fmla="*/ 48 h 749"/>
                  <a:gd name="T28" fmla="*/ 173 w 552"/>
                  <a:gd name="T29" fmla="*/ 18 h 749"/>
                  <a:gd name="T30" fmla="*/ 149 w 552"/>
                  <a:gd name="T31" fmla="*/ 23 h 749"/>
                  <a:gd name="T32" fmla="*/ 126 w 552"/>
                  <a:gd name="T33" fmla="*/ 23 h 749"/>
                  <a:gd name="T34" fmla="*/ 102 w 552"/>
                  <a:gd name="T35" fmla="*/ 20 h 749"/>
                  <a:gd name="T36" fmla="*/ 76 w 552"/>
                  <a:gd name="T37" fmla="*/ 18 h 749"/>
                  <a:gd name="T38" fmla="*/ 57 w 552"/>
                  <a:gd name="T39" fmla="*/ 5 h 749"/>
                  <a:gd name="T40" fmla="*/ 46 w 552"/>
                  <a:gd name="T41" fmla="*/ 11 h 749"/>
                  <a:gd name="T42" fmla="*/ 38 w 552"/>
                  <a:gd name="T43" fmla="*/ 26 h 749"/>
                  <a:gd name="T44" fmla="*/ 33 w 552"/>
                  <a:gd name="T45" fmla="*/ 36 h 749"/>
                  <a:gd name="T46" fmla="*/ 24 w 552"/>
                  <a:gd name="T47" fmla="*/ 55 h 749"/>
                  <a:gd name="T48" fmla="*/ 18 w 552"/>
                  <a:gd name="T49" fmla="*/ 73 h 749"/>
                  <a:gd name="T50" fmla="*/ 10 w 552"/>
                  <a:gd name="T51" fmla="*/ 92 h 749"/>
                  <a:gd name="T52" fmla="*/ 7 w 552"/>
                  <a:gd name="T53" fmla="*/ 109 h 749"/>
                  <a:gd name="T54" fmla="*/ 3 w 552"/>
                  <a:gd name="T55" fmla="*/ 134 h 749"/>
                  <a:gd name="T56" fmla="*/ 3 w 552"/>
                  <a:gd name="T57" fmla="*/ 164 h 749"/>
                  <a:gd name="T58" fmla="*/ 0 w 552"/>
                  <a:gd name="T59" fmla="*/ 203 h 749"/>
                  <a:gd name="T60" fmla="*/ 3 w 552"/>
                  <a:gd name="T61" fmla="*/ 268 h 749"/>
                  <a:gd name="T62" fmla="*/ 13 w 552"/>
                  <a:gd name="T63" fmla="*/ 334 h 749"/>
                  <a:gd name="T64" fmla="*/ 16 w 552"/>
                  <a:gd name="T65" fmla="*/ 364 h 749"/>
                  <a:gd name="T66" fmla="*/ 20 w 552"/>
                  <a:gd name="T67" fmla="*/ 378 h 749"/>
                  <a:gd name="T68" fmla="*/ 27 w 552"/>
                  <a:gd name="T69" fmla="*/ 390 h 749"/>
                  <a:gd name="T70" fmla="*/ 28 w 552"/>
                  <a:gd name="T71" fmla="*/ 403 h 749"/>
                  <a:gd name="T72" fmla="*/ 53 w 552"/>
                  <a:gd name="T73" fmla="*/ 409 h 749"/>
                  <a:gd name="T74" fmla="*/ 106 w 552"/>
                  <a:gd name="T75" fmla="*/ 410 h 749"/>
                  <a:gd name="T76" fmla="*/ 170 w 552"/>
                  <a:gd name="T77" fmla="*/ 410 h 749"/>
                  <a:gd name="T78" fmla="*/ 233 w 552"/>
                  <a:gd name="T79" fmla="*/ 410 h 749"/>
                  <a:gd name="T80" fmla="*/ 282 w 552"/>
                  <a:gd name="T81" fmla="*/ 409 h 749"/>
                  <a:gd name="T82" fmla="*/ 302 w 552"/>
                  <a:gd name="T83" fmla="*/ 407 h 749"/>
                  <a:gd name="T84" fmla="*/ 295 w 552"/>
                  <a:gd name="T85" fmla="*/ 399 h 749"/>
                  <a:gd name="T86" fmla="*/ 294 w 552"/>
                  <a:gd name="T87" fmla="*/ 388 h 749"/>
                  <a:gd name="T88" fmla="*/ 288 w 552"/>
                  <a:gd name="T89" fmla="*/ 376 h 749"/>
                  <a:gd name="T90" fmla="*/ 278 w 552"/>
                  <a:gd name="T91" fmla="*/ 357 h 749"/>
                  <a:gd name="T92" fmla="*/ 270 w 552"/>
                  <a:gd name="T93" fmla="*/ 343 h 749"/>
                  <a:gd name="T94" fmla="*/ 262 w 552"/>
                  <a:gd name="T95" fmla="*/ 334 h 749"/>
                  <a:gd name="T96" fmla="*/ 250 w 552"/>
                  <a:gd name="T97" fmla="*/ 320 h 749"/>
                  <a:gd name="T98" fmla="*/ 245 w 552"/>
                  <a:gd name="T99" fmla="*/ 299 h 749"/>
                  <a:gd name="T100" fmla="*/ 253 w 552"/>
                  <a:gd name="T101" fmla="*/ 279 h 74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52" h="749">
                    <a:moveTo>
                      <a:pt x="463" y="510"/>
                    </a:moveTo>
                    <a:lnTo>
                      <a:pt x="461" y="508"/>
                    </a:lnTo>
                    <a:lnTo>
                      <a:pt x="460" y="506"/>
                    </a:lnTo>
                    <a:lnTo>
                      <a:pt x="457" y="504"/>
                    </a:lnTo>
                    <a:lnTo>
                      <a:pt x="455" y="503"/>
                    </a:lnTo>
                    <a:lnTo>
                      <a:pt x="451" y="505"/>
                    </a:lnTo>
                    <a:lnTo>
                      <a:pt x="447" y="510"/>
                    </a:lnTo>
                    <a:lnTo>
                      <a:pt x="442" y="514"/>
                    </a:lnTo>
                    <a:lnTo>
                      <a:pt x="438" y="518"/>
                    </a:lnTo>
                    <a:lnTo>
                      <a:pt x="434" y="513"/>
                    </a:lnTo>
                    <a:lnTo>
                      <a:pt x="430" y="506"/>
                    </a:lnTo>
                    <a:lnTo>
                      <a:pt x="425" y="499"/>
                    </a:lnTo>
                    <a:lnTo>
                      <a:pt x="422" y="493"/>
                    </a:lnTo>
                    <a:lnTo>
                      <a:pt x="418" y="488"/>
                    </a:lnTo>
                    <a:lnTo>
                      <a:pt x="411" y="483"/>
                    </a:lnTo>
                    <a:lnTo>
                      <a:pt x="403" y="476"/>
                    </a:lnTo>
                    <a:lnTo>
                      <a:pt x="394" y="471"/>
                    </a:lnTo>
                    <a:lnTo>
                      <a:pt x="383" y="464"/>
                    </a:lnTo>
                    <a:lnTo>
                      <a:pt x="373" y="458"/>
                    </a:lnTo>
                    <a:lnTo>
                      <a:pt x="365" y="453"/>
                    </a:lnTo>
                    <a:lnTo>
                      <a:pt x="358" y="450"/>
                    </a:lnTo>
                    <a:lnTo>
                      <a:pt x="354" y="437"/>
                    </a:lnTo>
                    <a:lnTo>
                      <a:pt x="348" y="418"/>
                    </a:lnTo>
                    <a:lnTo>
                      <a:pt x="343" y="396"/>
                    </a:lnTo>
                    <a:lnTo>
                      <a:pt x="337" y="370"/>
                    </a:lnTo>
                    <a:lnTo>
                      <a:pt x="333" y="345"/>
                    </a:lnTo>
                    <a:lnTo>
                      <a:pt x="329" y="320"/>
                    </a:lnTo>
                    <a:lnTo>
                      <a:pt x="326" y="298"/>
                    </a:lnTo>
                    <a:lnTo>
                      <a:pt x="324" y="281"/>
                    </a:lnTo>
                    <a:lnTo>
                      <a:pt x="322" y="250"/>
                    </a:lnTo>
                    <a:lnTo>
                      <a:pt x="325" y="221"/>
                    </a:lnTo>
                    <a:lnTo>
                      <a:pt x="326" y="198"/>
                    </a:lnTo>
                    <a:lnTo>
                      <a:pt x="326" y="182"/>
                    </a:lnTo>
                    <a:lnTo>
                      <a:pt x="320" y="178"/>
                    </a:lnTo>
                    <a:lnTo>
                      <a:pt x="317" y="174"/>
                    </a:lnTo>
                    <a:lnTo>
                      <a:pt x="314" y="165"/>
                    </a:lnTo>
                    <a:lnTo>
                      <a:pt x="316" y="155"/>
                    </a:lnTo>
                    <a:lnTo>
                      <a:pt x="313" y="146"/>
                    </a:lnTo>
                    <a:lnTo>
                      <a:pt x="309" y="136"/>
                    </a:lnTo>
                    <a:lnTo>
                      <a:pt x="303" y="123"/>
                    </a:lnTo>
                    <a:lnTo>
                      <a:pt x="301" y="109"/>
                    </a:lnTo>
                    <a:lnTo>
                      <a:pt x="303" y="87"/>
                    </a:lnTo>
                    <a:lnTo>
                      <a:pt x="307" y="65"/>
                    </a:lnTo>
                    <a:lnTo>
                      <a:pt x="313" y="46"/>
                    </a:lnTo>
                    <a:lnTo>
                      <a:pt x="317" y="32"/>
                    </a:lnTo>
                    <a:lnTo>
                      <a:pt x="302" y="35"/>
                    </a:lnTo>
                    <a:lnTo>
                      <a:pt x="287" y="39"/>
                    </a:lnTo>
                    <a:lnTo>
                      <a:pt x="272" y="42"/>
                    </a:lnTo>
                    <a:lnTo>
                      <a:pt x="258" y="43"/>
                    </a:lnTo>
                    <a:lnTo>
                      <a:pt x="243" y="43"/>
                    </a:lnTo>
                    <a:lnTo>
                      <a:pt x="230" y="42"/>
                    </a:lnTo>
                    <a:lnTo>
                      <a:pt x="216" y="40"/>
                    </a:lnTo>
                    <a:lnTo>
                      <a:pt x="205" y="34"/>
                    </a:lnTo>
                    <a:lnTo>
                      <a:pt x="187" y="36"/>
                    </a:lnTo>
                    <a:lnTo>
                      <a:pt x="169" y="38"/>
                    </a:lnTo>
                    <a:lnTo>
                      <a:pt x="153" y="35"/>
                    </a:lnTo>
                    <a:lnTo>
                      <a:pt x="138" y="32"/>
                    </a:lnTo>
                    <a:lnTo>
                      <a:pt x="125" y="26"/>
                    </a:lnTo>
                    <a:lnTo>
                      <a:pt x="114" y="19"/>
                    </a:lnTo>
                    <a:lnTo>
                      <a:pt x="104" y="10"/>
                    </a:lnTo>
                    <a:lnTo>
                      <a:pt x="96" y="0"/>
                    </a:lnTo>
                    <a:lnTo>
                      <a:pt x="89" y="11"/>
                    </a:lnTo>
                    <a:lnTo>
                      <a:pt x="84" y="21"/>
                    </a:lnTo>
                    <a:lnTo>
                      <a:pt x="78" y="31"/>
                    </a:lnTo>
                    <a:lnTo>
                      <a:pt x="75" y="39"/>
                    </a:lnTo>
                    <a:lnTo>
                      <a:pt x="70" y="48"/>
                    </a:lnTo>
                    <a:lnTo>
                      <a:pt x="67" y="55"/>
                    </a:lnTo>
                    <a:lnTo>
                      <a:pt x="63" y="61"/>
                    </a:lnTo>
                    <a:lnTo>
                      <a:pt x="60" y="65"/>
                    </a:lnTo>
                    <a:lnTo>
                      <a:pt x="53" y="76"/>
                    </a:lnTo>
                    <a:lnTo>
                      <a:pt x="47" y="88"/>
                    </a:lnTo>
                    <a:lnTo>
                      <a:pt x="43" y="101"/>
                    </a:lnTo>
                    <a:lnTo>
                      <a:pt x="39" y="112"/>
                    </a:lnTo>
                    <a:lnTo>
                      <a:pt x="37" y="123"/>
                    </a:lnTo>
                    <a:lnTo>
                      <a:pt x="33" y="134"/>
                    </a:lnTo>
                    <a:lnTo>
                      <a:pt x="29" y="146"/>
                    </a:lnTo>
                    <a:lnTo>
                      <a:pt x="23" y="157"/>
                    </a:lnTo>
                    <a:lnTo>
                      <a:pt x="18" y="168"/>
                    </a:lnTo>
                    <a:lnTo>
                      <a:pt x="16" y="179"/>
                    </a:lnTo>
                    <a:lnTo>
                      <a:pt x="14" y="191"/>
                    </a:lnTo>
                    <a:lnTo>
                      <a:pt x="13" y="200"/>
                    </a:lnTo>
                    <a:lnTo>
                      <a:pt x="10" y="212"/>
                    </a:lnTo>
                    <a:lnTo>
                      <a:pt x="7" y="228"/>
                    </a:lnTo>
                    <a:lnTo>
                      <a:pt x="5" y="245"/>
                    </a:lnTo>
                    <a:lnTo>
                      <a:pt x="5" y="260"/>
                    </a:lnTo>
                    <a:lnTo>
                      <a:pt x="5" y="277"/>
                    </a:lnTo>
                    <a:lnTo>
                      <a:pt x="5" y="300"/>
                    </a:lnTo>
                    <a:lnTo>
                      <a:pt x="5" y="326"/>
                    </a:lnTo>
                    <a:lnTo>
                      <a:pt x="2" y="345"/>
                    </a:lnTo>
                    <a:lnTo>
                      <a:pt x="0" y="370"/>
                    </a:lnTo>
                    <a:lnTo>
                      <a:pt x="0" y="408"/>
                    </a:lnTo>
                    <a:lnTo>
                      <a:pt x="2" y="451"/>
                    </a:lnTo>
                    <a:lnTo>
                      <a:pt x="5" y="490"/>
                    </a:lnTo>
                    <a:lnTo>
                      <a:pt x="10" y="529"/>
                    </a:lnTo>
                    <a:lnTo>
                      <a:pt x="17" y="572"/>
                    </a:lnTo>
                    <a:lnTo>
                      <a:pt x="23" y="611"/>
                    </a:lnTo>
                    <a:lnTo>
                      <a:pt x="26" y="637"/>
                    </a:lnTo>
                    <a:lnTo>
                      <a:pt x="28" y="652"/>
                    </a:lnTo>
                    <a:lnTo>
                      <a:pt x="29" y="665"/>
                    </a:lnTo>
                    <a:lnTo>
                      <a:pt x="31" y="676"/>
                    </a:lnTo>
                    <a:lnTo>
                      <a:pt x="33" y="684"/>
                    </a:lnTo>
                    <a:lnTo>
                      <a:pt x="37" y="691"/>
                    </a:lnTo>
                    <a:lnTo>
                      <a:pt x="43" y="699"/>
                    </a:lnTo>
                    <a:lnTo>
                      <a:pt x="47" y="707"/>
                    </a:lnTo>
                    <a:lnTo>
                      <a:pt x="49" y="713"/>
                    </a:lnTo>
                    <a:lnTo>
                      <a:pt x="49" y="718"/>
                    </a:lnTo>
                    <a:lnTo>
                      <a:pt x="51" y="726"/>
                    </a:lnTo>
                    <a:lnTo>
                      <a:pt x="52" y="736"/>
                    </a:lnTo>
                    <a:lnTo>
                      <a:pt x="54" y="748"/>
                    </a:lnTo>
                    <a:lnTo>
                      <a:pt x="72" y="748"/>
                    </a:lnTo>
                    <a:lnTo>
                      <a:pt x="97" y="748"/>
                    </a:lnTo>
                    <a:lnTo>
                      <a:pt x="125" y="748"/>
                    </a:lnTo>
                    <a:lnTo>
                      <a:pt x="158" y="749"/>
                    </a:lnTo>
                    <a:lnTo>
                      <a:pt x="193" y="749"/>
                    </a:lnTo>
                    <a:lnTo>
                      <a:pt x="231" y="749"/>
                    </a:lnTo>
                    <a:lnTo>
                      <a:pt x="271" y="749"/>
                    </a:lnTo>
                    <a:lnTo>
                      <a:pt x="310" y="749"/>
                    </a:lnTo>
                    <a:lnTo>
                      <a:pt x="350" y="749"/>
                    </a:lnTo>
                    <a:lnTo>
                      <a:pt x="388" y="749"/>
                    </a:lnTo>
                    <a:lnTo>
                      <a:pt x="425" y="749"/>
                    </a:lnTo>
                    <a:lnTo>
                      <a:pt x="460" y="749"/>
                    </a:lnTo>
                    <a:lnTo>
                      <a:pt x="489" y="748"/>
                    </a:lnTo>
                    <a:lnTo>
                      <a:pt x="516" y="748"/>
                    </a:lnTo>
                    <a:lnTo>
                      <a:pt x="537" y="748"/>
                    </a:lnTo>
                    <a:lnTo>
                      <a:pt x="552" y="748"/>
                    </a:lnTo>
                    <a:lnTo>
                      <a:pt x="552" y="744"/>
                    </a:lnTo>
                    <a:lnTo>
                      <a:pt x="549" y="737"/>
                    </a:lnTo>
                    <a:lnTo>
                      <a:pt x="546" y="731"/>
                    </a:lnTo>
                    <a:lnTo>
                      <a:pt x="540" y="728"/>
                    </a:lnTo>
                    <a:lnTo>
                      <a:pt x="540" y="722"/>
                    </a:lnTo>
                    <a:lnTo>
                      <a:pt x="539" y="716"/>
                    </a:lnTo>
                    <a:lnTo>
                      <a:pt x="538" y="709"/>
                    </a:lnTo>
                    <a:lnTo>
                      <a:pt x="534" y="702"/>
                    </a:lnTo>
                    <a:lnTo>
                      <a:pt x="531" y="696"/>
                    </a:lnTo>
                    <a:lnTo>
                      <a:pt x="526" y="687"/>
                    </a:lnTo>
                    <a:lnTo>
                      <a:pt x="522" y="677"/>
                    </a:lnTo>
                    <a:lnTo>
                      <a:pt x="515" y="664"/>
                    </a:lnTo>
                    <a:lnTo>
                      <a:pt x="509" y="653"/>
                    </a:lnTo>
                    <a:lnTo>
                      <a:pt x="503" y="641"/>
                    </a:lnTo>
                    <a:lnTo>
                      <a:pt x="498" y="632"/>
                    </a:lnTo>
                    <a:lnTo>
                      <a:pt x="494" y="627"/>
                    </a:lnTo>
                    <a:lnTo>
                      <a:pt x="491" y="624"/>
                    </a:lnTo>
                    <a:lnTo>
                      <a:pt x="485" y="618"/>
                    </a:lnTo>
                    <a:lnTo>
                      <a:pt x="478" y="611"/>
                    </a:lnTo>
                    <a:lnTo>
                      <a:pt x="471" y="603"/>
                    </a:lnTo>
                    <a:lnTo>
                      <a:pt x="463" y="594"/>
                    </a:lnTo>
                    <a:lnTo>
                      <a:pt x="457" y="585"/>
                    </a:lnTo>
                    <a:lnTo>
                      <a:pt x="451" y="576"/>
                    </a:lnTo>
                    <a:lnTo>
                      <a:pt x="448" y="565"/>
                    </a:lnTo>
                    <a:lnTo>
                      <a:pt x="447" y="547"/>
                    </a:lnTo>
                    <a:lnTo>
                      <a:pt x="450" y="531"/>
                    </a:lnTo>
                    <a:lnTo>
                      <a:pt x="457" y="519"/>
                    </a:lnTo>
                    <a:lnTo>
                      <a:pt x="463" y="51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5" name="Freeform 66">
                <a:extLst>
                  <a:ext uri="{FF2B5EF4-FFF2-40B4-BE49-F238E27FC236}">
                    <a16:creationId xmlns:a16="http://schemas.microsoft.com/office/drawing/2014/main" id="{5C3B6C63-A18B-4CFC-891D-D698F53752C6}"/>
                  </a:ext>
                </a:extLst>
              </p:cNvPr>
              <p:cNvSpPr>
                <a:spLocks/>
              </p:cNvSpPr>
              <p:nvPr/>
            </p:nvSpPr>
            <p:spPr bwMode="auto">
              <a:xfrm>
                <a:off x="3748" y="3319"/>
                <a:ext cx="76" cy="73"/>
              </a:xfrm>
              <a:custGeom>
                <a:avLst/>
                <a:gdLst>
                  <a:gd name="T0" fmla="*/ 73 w 142"/>
                  <a:gd name="T1" fmla="*/ 37 h 135"/>
                  <a:gd name="T2" fmla="*/ 67 w 142"/>
                  <a:gd name="T3" fmla="*/ 52 h 135"/>
                  <a:gd name="T4" fmla="*/ 67 w 142"/>
                  <a:gd name="T5" fmla="*/ 65 h 135"/>
                  <a:gd name="T6" fmla="*/ 65 w 142"/>
                  <a:gd name="T7" fmla="*/ 71 h 135"/>
                  <a:gd name="T8" fmla="*/ 60 w 142"/>
                  <a:gd name="T9" fmla="*/ 70 h 135"/>
                  <a:gd name="T10" fmla="*/ 58 w 142"/>
                  <a:gd name="T11" fmla="*/ 58 h 135"/>
                  <a:gd name="T12" fmla="*/ 54 w 142"/>
                  <a:gd name="T13" fmla="*/ 55 h 135"/>
                  <a:gd name="T14" fmla="*/ 49 w 142"/>
                  <a:gd name="T15" fmla="*/ 55 h 135"/>
                  <a:gd name="T16" fmla="*/ 43 w 142"/>
                  <a:gd name="T17" fmla="*/ 56 h 135"/>
                  <a:gd name="T18" fmla="*/ 39 w 142"/>
                  <a:gd name="T19" fmla="*/ 57 h 135"/>
                  <a:gd name="T20" fmla="*/ 35 w 142"/>
                  <a:gd name="T21" fmla="*/ 52 h 135"/>
                  <a:gd name="T22" fmla="*/ 39 w 142"/>
                  <a:gd name="T23" fmla="*/ 41 h 135"/>
                  <a:gd name="T24" fmla="*/ 44 w 142"/>
                  <a:gd name="T25" fmla="*/ 35 h 135"/>
                  <a:gd name="T26" fmla="*/ 41 w 142"/>
                  <a:gd name="T27" fmla="*/ 26 h 135"/>
                  <a:gd name="T28" fmla="*/ 35 w 142"/>
                  <a:gd name="T29" fmla="*/ 25 h 135"/>
                  <a:gd name="T30" fmla="*/ 27 w 142"/>
                  <a:gd name="T31" fmla="*/ 26 h 135"/>
                  <a:gd name="T32" fmla="*/ 18 w 142"/>
                  <a:gd name="T33" fmla="*/ 28 h 135"/>
                  <a:gd name="T34" fmla="*/ 7 w 142"/>
                  <a:gd name="T35" fmla="*/ 32 h 135"/>
                  <a:gd name="T36" fmla="*/ 2 w 142"/>
                  <a:gd name="T37" fmla="*/ 34 h 135"/>
                  <a:gd name="T38" fmla="*/ 0 w 142"/>
                  <a:gd name="T39" fmla="*/ 30 h 135"/>
                  <a:gd name="T40" fmla="*/ 3 w 142"/>
                  <a:gd name="T41" fmla="*/ 25 h 135"/>
                  <a:gd name="T42" fmla="*/ 10 w 142"/>
                  <a:gd name="T43" fmla="*/ 21 h 135"/>
                  <a:gd name="T44" fmla="*/ 17 w 142"/>
                  <a:gd name="T45" fmla="*/ 15 h 135"/>
                  <a:gd name="T46" fmla="*/ 22 w 142"/>
                  <a:gd name="T47" fmla="*/ 11 h 135"/>
                  <a:gd name="T48" fmla="*/ 22 w 142"/>
                  <a:gd name="T49" fmla="*/ 8 h 135"/>
                  <a:gd name="T50" fmla="*/ 21 w 142"/>
                  <a:gd name="T51" fmla="*/ 3 h 135"/>
                  <a:gd name="T52" fmla="*/ 24 w 142"/>
                  <a:gd name="T53" fmla="*/ 2 h 135"/>
                  <a:gd name="T54" fmla="*/ 33 w 142"/>
                  <a:gd name="T55" fmla="*/ 8 h 135"/>
                  <a:gd name="T56" fmla="*/ 44 w 142"/>
                  <a:gd name="T57" fmla="*/ 14 h 135"/>
                  <a:gd name="T58" fmla="*/ 52 w 142"/>
                  <a:gd name="T59" fmla="*/ 21 h 135"/>
                  <a:gd name="T60" fmla="*/ 56 w 142"/>
                  <a:gd name="T61" fmla="*/ 26 h 135"/>
                  <a:gd name="T62" fmla="*/ 60 w 142"/>
                  <a:gd name="T63" fmla="*/ 34 h 135"/>
                  <a:gd name="T64" fmla="*/ 65 w 142"/>
                  <a:gd name="T65" fmla="*/ 35 h 135"/>
                  <a:gd name="T66" fmla="*/ 70 w 142"/>
                  <a:gd name="T67" fmla="*/ 30 h 135"/>
                  <a:gd name="T68" fmla="*/ 73 w 142"/>
                  <a:gd name="T69" fmla="*/ 29 h 135"/>
                  <a:gd name="T70" fmla="*/ 75 w 142"/>
                  <a:gd name="T71" fmla="*/ 31 h 1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42" h="135">
                    <a:moveTo>
                      <a:pt x="142" y="60"/>
                    </a:moveTo>
                    <a:lnTo>
                      <a:pt x="136" y="69"/>
                    </a:lnTo>
                    <a:lnTo>
                      <a:pt x="129" y="81"/>
                    </a:lnTo>
                    <a:lnTo>
                      <a:pt x="126" y="97"/>
                    </a:lnTo>
                    <a:lnTo>
                      <a:pt x="127" y="115"/>
                    </a:lnTo>
                    <a:lnTo>
                      <a:pt x="126" y="121"/>
                    </a:lnTo>
                    <a:lnTo>
                      <a:pt x="125" y="128"/>
                    </a:lnTo>
                    <a:lnTo>
                      <a:pt x="122" y="132"/>
                    </a:lnTo>
                    <a:lnTo>
                      <a:pt x="119" y="135"/>
                    </a:lnTo>
                    <a:lnTo>
                      <a:pt x="113" y="130"/>
                    </a:lnTo>
                    <a:lnTo>
                      <a:pt x="111" y="119"/>
                    </a:lnTo>
                    <a:lnTo>
                      <a:pt x="109" y="107"/>
                    </a:lnTo>
                    <a:lnTo>
                      <a:pt x="104" y="101"/>
                    </a:lnTo>
                    <a:lnTo>
                      <a:pt x="101" y="101"/>
                    </a:lnTo>
                    <a:lnTo>
                      <a:pt x="96" y="102"/>
                    </a:lnTo>
                    <a:lnTo>
                      <a:pt x="91" y="102"/>
                    </a:lnTo>
                    <a:lnTo>
                      <a:pt x="86" y="104"/>
                    </a:lnTo>
                    <a:lnTo>
                      <a:pt x="81" y="104"/>
                    </a:lnTo>
                    <a:lnTo>
                      <a:pt x="76" y="105"/>
                    </a:lnTo>
                    <a:lnTo>
                      <a:pt x="72" y="105"/>
                    </a:lnTo>
                    <a:lnTo>
                      <a:pt x="68" y="105"/>
                    </a:lnTo>
                    <a:lnTo>
                      <a:pt x="65" y="97"/>
                    </a:lnTo>
                    <a:lnTo>
                      <a:pt x="66" y="85"/>
                    </a:lnTo>
                    <a:lnTo>
                      <a:pt x="72" y="76"/>
                    </a:lnTo>
                    <a:lnTo>
                      <a:pt x="80" y="69"/>
                    </a:lnTo>
                    <a:lnTo>
                      <a:pt x="83" y="64"/>
                    </a:lnTo>
                    <a:lnTo>
                      <a:pt x="82" y="56"/>
                    </a:lnTo>
                    <a:lnTo>
                      <a:pt x="77" y="49"/>
                    </a:lnTo>
                    <a:lnTo>
                      <a:pt x="71" y="46"/>
                    </a:lnTo>
                    <a:lnTo>
                      <a:pt x="66" y="46"/>
                    </a:lnTo>
                    <a:lnTo>
                      <a:pt x="59" y="47"/>
                    </a:lnTo>
                    <a:lnTo>
                      <a:pt x="51" y="48"/>
                    </a:lnTo>
                    <a:lnTo>
                      <a:pt x="42" y="49"/>
                    </a:lnTo>
                    <a:lnTo>
                      <a:pt x="33" y="52"/>
                    </a:lnTo>
                    <a:lnTo>
                      <a:pt x="23" y="55"/>
                    </a:lnTo>
                    <a:lnTo>
                      <a:pt x="14" y="59"/>
                    </a:lnTo>
                    <a:lnTo>
                      <a:pt x="7" y="63"/>
                    </a:lnTo>
                    <a:lnTo>
                      <a:pt x="4" y="62"/>
                    </a:lnTo>
                    <a:lnTo>
                      <a:pt x="1" y="59"/>
                    </a:lnTo>
                    <a:lnTo>
                      <a:pt x="0" y="55"/>
                    </a:lnTo>
                    <a:lnTo>
                      <a:pt x="0" y="52"/>
                    </a:lnTo>
                    <a:lnTo>
                      <a:pt x="6" y="47"/>
                    </a:lnTo>
                    <a:lnTo>
                      <a:pt x="13" y="43"/>
                    </a:lnTo>
                    <a:lnTo>
                      <a:pt x="19" y="38"/>
                    </a:lnTo>
                    <a:lnTo>
                      <a:pt x="26" y="32"/>
                    </a:lnTo>
                    <a:lnTo>
                      <a:pt x="31" y="28"/>
                    </a:lnTo>
                    <a:lnTo>
                      <a:pt x="37" y="23"/>
                    </a:lnTo>
                    <a:lnTo>
                      <a:pt x="41" y="20"/>
                    </a:lnTo>
                    <a:lnTo>
                      <a:pt x="42" y="17"/>
                    </a:lnTo>
                    <a:lnTo>
                      <a:pt x="42" y="14"/>
                    </a:lnTo>
                    <a:lnTo>
                      <a:pt x="42" y="9"/>
                    </a:lnTo>
                    <a:lnTo>
                      <a:pt x="39" y="5"/>
                    </a:lnTo>
                    <a:lnTo>
                      <a:pt x="37" y="0"/>
                    </a:lnTo>
                    <a:lnTo>
                      <a:pt x="44" y="3"/>
                    </a:lnTo>
                    <a:lnTo>
                      <a:pt x="52" y="8"/>
                    </a:lnTo>
                    <a:lnTo>
                      <a:pt x="62" y="14"/>
                    </a:lnTo>
                    <a:lnTo>
                      <a:pt x="73" y="21"/>
                    </a:lnTo>
                    <a:lnTo>
                      <a:pt x="82" y="26"/>
                    </a:lnTo>
                    <a:lnTo>
                      <a:pt x="90" y="33"/>
                    </a:lnTo>
                    <a:lnTo>
                      <a:pt x="97" y="38"/>
                    </a:lnTo>
                    <a:lnTo>
                      <a:pt x="101" y="43"/>
                    </a:lnTo>
                    <a:lnTo>
                      <a:pt x="104" y="49"/>
                    </a:lnTo>
                    <a:lnTo>
                      <a:pt x="109" y="56"/>
                    </a:lnTo>
                    <a:lnTo>
                      <a:pt x="113" y="63"/>
                    </a:lnTo>
                    <a:lnTo>
                      <a:pt x="117" y="68"/>
                    </a:lnTo>
                    <a:lnTo>
                      <a:pt x="121" y="64"/>
                    </a:lnTo>
                    <a:lnTo>
                      <a:pt x="126" y="60"/>
                    </a:lnTo>
                    <a:lnTo>
                      <a:pt x="130" y="55"/>
                    </a:lnTo>
                    <a:lnTo>
                      <a:pt x="134" y="53"/>
                    </a:lnTo>
                    <a:lnTo>
                      <a:pt x="136" y="54"/>
                    </a:lnTo>
                    <a:lnTo>
                      <a:pt x="139" y="56"/>
                    </a:lnTo>
                    <a:lnTo>
                      <a:pt x="140" y="58"/>
                    </a:lnTo>
                    <a:lnTo>
                      <a:pt x="142" y="6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6" name="Freeform 67">
                <a:extLst>
                  <a:ext uri="{FF2B5EF4-FFF2-40B4-BE49-F238E27FC236}">
                    <a16:creationId xmlns:a16="http://schemas.microsoft.com/office/drawing/2014/main" id="{879B33B2-2AA8-4A78-8ABA-743BD1B129FD}"/>
                  </a:ext>
                </a:extLst>
              </p:cNvPr>
              <p:cNvSpPr>
                <a:spLocks/>
              </p:cNvSpPr>
              <p:nvPr/>
            </p:nvSpPr>
            <p:spPr bwMode="auto">
              <a:xfrm>
                <a:off x="3574" y="3094"/>
                <a:ext cx="41" cy="125"/>
              </a:xfrm>
              <a:custGeom>
                <a:avLst/>
                <a:gdLst>
                  <a:gd name="T0" fmla="*/ 31 w 73"/>
                  <a:gd name="T1" fmla="*/ 14 h 227"/>
                  <a:gd name="T2" fmla="*/ 33 w 73"/>
                  <a:gd name="T3" fmla="*/ 12 h 227"/>
                  <a:gd name="T4" fmla="*/ 35 w 73"/>
                  <a:gd name="T5" fmla="*/ 9 h 227"/>
                  <a:gd name="T6" fmla="*/ 37 w 73"/>
                  <a:gd name="T7" fmla="*/ 5 h 227"/>
                  <a:gd name="T8" fmla="*/ 39 w 73"/>
                  <a:gd name="T9" fmla="*/ 0 h 227"/>
                  <a:gd name="T10" fmla="*/ 40 w 73"/>
                  <a:gd name="T11" fmla="*/ 6 h 227"/>
                  <a:gd name="T12" fmla="*/ 40 w 73"/>
                  <a:gd name="T13" fmla="*/ 14 h 227"/>
                  <a:gd name="T14" fmla="*/ 41 w 73"/>
                  <a:gd name="T15" fmla="*/ 22 h 227"/>
                  <a:gd name="T16" fmla="*/ 40 w 73"/>
                  <a:gd name="T17" fmla="*/ 26 h 227"/>
                  <a:gd name="T18" fmla="*/ 38 w 73"/>
                  <a:gd name="T19" fmla="*/ 29 h 227"/>
                  <a:gd name="T20" fmla="*/ 35 w 73"/>
                  <a:gd name="T21" fmla="*/ 32 h 227"/>
                  <a:gd name="T22" fmla="*/ 33 w 73"/>
                  <a:gd name="T23" fmla="*/ 36 h 227"/>
                  <a:gd name="T24" fmla="*/ 33 w 73"/>
                  <a:gd name="T25" fmla="*/ 41 h 227"/>
                  <a:gd name="T26" fmla="*/ 33 w 73"/>
                  <a:gd name="T27" fmla="*/ 46 h 227"/>
                  <a:gd name="T28" fmla="*/ 33 w 73"/>
                  <a:gd name="T29" fmla="*/ 51 h 227"/>
                  <a:gd name="T30" fmla="*/ 34 w 73"/>
                  <a:gd name="T31" fmla="*/ 56 h 227"/>
                  <a:gd name="T32" fmla="*/ 35 w 73"/>
                  <a:gd name="T33" fmla="*/ 60 h 227"/>
                  <a:gd name="T34" fmla="*/ 35 w 73"/>
                  <a:gd name="T35" fmla="*/ 64 h 227"/>
                  <a:gd name="T36" fmla="*/ 36 w 73"/>
                  <a:gd name="T37" fmla="*/ 68 h 227"/>
                  <a:gd name="T38" fmla="*/ 35 w 73"/>
                  <a:gd name="T39" fmla="*/ 73 h 227"/>
                  <a:gd name="T40" fmla="*/ 34 w 73"/>
                  <a:gd name="T41" fmla="*/ 77 h 227"/>
                  <a:gd name="T42" fmla="*/ 31 w 73"/>
                  <a:gd name="T43" fmla="*/ 84 h 227"/>
                  <a:gd name="T44" fmla="*/ 29 w 73"/>
                  <a:gd name="T45" fmla="*/ 94 h 227"/>
                  <a:gd name="T46" fmla="*/ 26 w 73"/>
                  <a:gd name="T47" fmla="*/ 104 h 227"/>
                  <a:gd name="T48" fmla="*/ 24 w 73"/>
                  <a:gd name="T49" fmla="*/ 111 h 227"/>
                  <a:gd name="T50" fmla="*/ 22 w 73"/>
                  <a:gd name="T51" fmla="*/ 115 h 227"/>
                  <a:gd name="T52" fmla="*/ 20 w 73"/>
                  <a:gd name="T53" fmla="*/ 119 h 227"/>
                  <a:gd name="T54" fmla="*/ 16 w 73"/>
                  <a:gd name="T55" fmla="*/ 122 h 227"/>
                  <a:gd name="T56" fmla="*/ 13 w 73"/>
                  <a:gd name="T57" fmla="*/ 125 h 227"/>
                  <a:gd name="T58" fmla="*/ 11 w 73"/>
                  <a:gd name="T59" fmla="*/ 121 h 227"/>
                  <a:gd name="T60" fmla="*/ 11 w 73"/>
                  <a:gd name="T61" fmla="*/ 117 h 227"/>
                  <a:gd name="T62" fmla="*/ 13 w 73"/>
                  <a:gd name="T63" fmla="*/ 112 h 227"/>
                  <a:gd name="T64" fmla="*/ 14 w 73"/>
                  <a:gd name="T65" fmla="*/ 108 h 227"/>
                  <a:gd name="T66" fmla="*/ 15 w 73"/>
                  <a:gd name="T67" fmla="*/ 104 h 227"/>
                  <a:gd name="T68" fmla="*/ 16 w 73"/>
                  <a:gd name="T69" fmla="*/ 96 h 227"/>
                  <a:gd name="T70" fmla="*/ 16 w 73"/>
                  <a:gd name="T71" fmla="*/ 91 h 227"/>
                  <a:gd name="T72" fmla="*/ 13 w 73"/>
                  <a:gd name="T73" fmla="*/ 89 h 227"/>
                  <a:gd name="T74" fmla="*/ 10 w 73"/>
                  <a:gd name="T75" fmla="*/ 93 h 227"/>
                  <a:gd name="T76" fmla="*/ 6 w 73"/>
                  <a:gd name="T77" fmla="*/ 101 h 227"/>
                  <a:gd name="T78" fmla="*/ 2 w 73"/>
                  <a:gd name="T79" fmla="*/ 112 h 227"/>
                  <a:gd name="T80" fmla="*/ 0 w 73"/>
                  <a:gd name="T81" fmla="*/ 122 h 227"/>
                  <a:gd name="T82" fmla="*/ 0 w 73"/>
                  <a:gd name="T83" fmla="*/ 113 h 227"/>
                  <a:gd name="T84" fmla="*/ 1 w 73"/>
                  <a:gd name="T85" fmla="*/ 104 h 227"/>
                  <a:gd name="T86" fmla="*/ 3 w 73"/>
                  <a:gd name="T87" fmla="*/ 95 h 227"/>
                  <a:gd name="T88" fmla="*/ 4 w 73"/>
                  <a:gd name="T89" fmla="*/ 89 h 227"/>
                  <a:gd name="T90" fmla="*/ 6 w 73"/>
                  <a:gd name="T91" fmla="*/ 84 h 227"/>
                  <a:gd name="T92" fmla="*/ 10 w 73"/>
                  <a:gd name="T93" fmla="*/ 77 h 227"/>
                  <a:gd name="T94" fmla="*/ 13 w 73"/>
                  <a:gd name="T95" fmla="*/ 70 h 227"/>
                  <a:gd name="T96" fmla="*/ 16 w 73"/>
                  <a:gd name="T97" fmla="*/ 67 h 227"/>
                  <a:gd name="T98" fmla="*/ 19 w 73"/>
                  <a:gd name="T99" fmla="*/ 63 h 227"/>
                  <a:gd name="T100" fmla="*/ 22 w 73"/>
                  <a:gd name="T101" fmla="*/ 56 h 227"/>
                  <a:gd name="T102" fmla="*/ 26 w 73"/>
                  <a:gd name="T103" fmla="*/ 48 h 227"/>
                  <a:gd name="T104" fmla="*/ 27 w 73"/>
                  <a:gd name="T105" fmla="*/ 42 h 227"/>
                  <a:gd name="T106" fmla="*/ 27 w 73"/>
                  <a:gd name="T107" fmla="*/ 35 h 227"/>
                  <a:gd name="T108" fmla="*/ 27 w 73"/>
                  <a:gd name="T109" fmla="*/ 28 h 227"/>
                  <a:gd name="T110" fmla="*/ 28 w 73"/>
                  <a:gd name="T111" fmla="*/ 21 h 227"/>
                  <a:gd name="T112" fmla="*/ 31 w 73"/>
                  <a:gd name="T113" fmla="*/ 14 h 22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73" h="227">
                    <a:moveTo>
                      <a:pt x="55" y="26"/>
                    </a:moveTo>
                    <a:lnTo>
                      <a:pt x="58" y="22"/>
                    </a:lnTo>
                    <a:lnTo>
                      <a:pt x="62" y="16"/>
                    </a:lnTo>
                    <a:lnTo>
                      <a:pt x="65" y="9"/>
                    </a:lnTo>
                    <a:lnTo>
                      <a:pt x="70" y="0"/>
                    </a:lnTo>
                    <a:lnTo>
                      <a:pt x="71" y="11"/>
                    </a:lnTo>
                    <a:lnTo>
                      <a:pt x="72" y="26"/>
                    </a:lnTo>
                    <a:lnTo>
                      <a:pt x="73" y="40"/>
                    </a:lnTo>
                    <a:lnTo>
                      <a:pt x="72" y="48"/>
                    </a:lnTo>
                    <a:lnTo>
                      <a:pt x="67" y="53"/>
                    </a:lnTo>
                    <a:lnTo>
                      <a:pt x="63" y="58"/>
                    </a:lnTo>
                    <a:lnTo>
                      <a:pt x="59" y="65"/>
                    </a:lnTo>
                    <a:lnTo>
                      <a:pt x="58" y="75"/>
                    </a:lnTo>
                    <a:lnTo>
                      <a:pt x="58" y="84"/>
                    </a:lnTo>
                    <a:lnTo>
                      <a:pt x="59" y="93"/>
                    </a:lnTo>
                    <a:lnTo>
                      <a:pt x="61" y="101"/>
                    </a:lnTo>
                    <a:lnTo>
                      <a:pt x="62" y="109"/>
                    </a:lnTo>
                    <a:lnTo>
                      <a:pt x="63" y="116"/>
                    </a:lnTo>
                    <a:lnTo>
                      <a:pt x="64" y="124"/>
                    </a:lnTo>
                    <a:lnTo>
                      <a:pt x="63" y="133"/>
                    </a:lnTo>
                    <a:lnTo>
                      <a:pt x="61" y="140"/>
                    </a:lnTo>
                    <a:lnTo>
                      <a:pt x="56" y="152"/>
                    </a:lnTo>
                    <a:lnTo>
                      <a:pt x="51" y="170"/>
                    </a:lnTo>
                    <a:lnTo>
                      <a:pt x="47" y="189"/>
                    </a:lnTo>
                    <a:lnTo>
                      <a:pt x="43" y="201"/>
                    </a:lnTo>
                    <a:lnTo>
                      <a:pt x="40" y="208"/>
                    </a:lnTo>
                    <a:lnTo>
                      <a:pt x="35" y="216"/>
                    </a:lnTo>
                    <a:lnTo>
                      <a:pt x="28" y="222"/>
                    </a:lnTo>
                    <a:lnTo>
                      <a:pt x="23" y="227"/>
                    </a:lnTo>
                    <a:lnTo>
                      <a:pt x="20" y="219"/>
                    </a:lnTo>
                    <a:lnTo>
                      <a:pt x="20" y="212"/>
                    </a:lnTo>
                    <a:lnTo>
                      <a:pt x="23" y="204"/>
                    </a:lnTo>
                    <a:lnTo>
                      <a:pt x="25" y="197"/>
                    </a:lnTo>
                    <a:lnTo>
                      <a:pt x="27" y="188"/>
                    </a:lnTo>
                    <a:lnTo>
                      <a:pt x="28" y="175"/>
                    </a:lnTo>
                    <a:lnTo>
                      <a:pt x="28" y="166"/>
                    </a:lnTo>
                    <a:lnTo>
                      <a:pt x="24" y="161"/>
                    </a:lnTo>
                    <a:lnTo>
                      <a:pt x="17" y="168"/>
                    </a:lnTo>
                    <a:lnTo>
                      <a:pt x="10" y="184"/>
                    </a:lnTo>
                    <a:lnTo>
                      <a:pt x="3" y="204"/>
                    </a:lnTo>
                    <a:lnTo>
                      <a:pt x="0" y="221"/>
                    </a:lnTo>
                    <a:lnTo>
                      <a:pt x="0" y="206"/>
                    </a:lnTo>
                    <a:lnTo>
                      <a:pt x="2" y="189"/>
                    </a:lnTo>
                    <a:lnTo>
                      <a:pt x="5" y="173"/>
                    </a:lnTo>
                    <a:lnTo>
                      <a:pt x="8" y="161"/>
                    </a:lnTo>
                    <a:lnTo>
                      <a:pt x="11" y="152"/>
                    </a:lnTo>
                    <a:lnTo>
                      <a:pt x="17" y="139"/>
                    </a:lnTo>
                    <a:lnTo>
                      <a:pt x="24" y="128"/>
                    </a:lnTo>
                    <a:lnTo>
                      <a:pt x="28" y="121"/>
                    </a:lnTo>
                    <a:lnTo>
                      <a:pt x="34" y="114"/>
                    </a:lnTo>
                    <a:lnTo>
                      <a:pt x="40" y="102"/>
                    </a:lnTo>
                    <a:lnTo>
                      <a:pt x="46" y="88"/>
                    </a:lnTo>
                    <a:lnTo>
                      <a:pt x="48" y="76"/>
                    </a:lnTo>
                    <a:lnTo>
                      <a:pt x="48" y="63"/>
                    </a:lnTo>
                    <a:lnTo>
                      <a:pt x="48" y="50"/>
                    </a:lnTo>
                    <a:lnTo>
                      <a:pt x="50" y="38"/>
                    </a:lnTo>
                    <a:lnTo>
                      <a:pt x="55" y="2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7" name="Freeform 68">
                <a:extLst>
                  <a:ext uri="{FF2B5EF4-FFF2-40B4-BE49-F238E27FC236}">
                    <a16:creationId xmlns:a16="http://schemas.microsoft.com/office/drawing/2014/main" id="{CD79C320-DDFC-4B7F-90EB-8A351BFE822B}"/>
                  </a:ext>
                </a:extLst>
              </p:cNvPr>
              <p:cNvSpPr>
                <a:spLocks/>
              </p:cNvSpPr>
              <p:nvPr/>
            </p:nvSpPr>
            <p:spPr bwMode="auto">
              <a:xfrm>
                <a:off x="3788" y="2853"/>
                <a:ext cx="44" cy="17"/>
              </a:xfrm>
              <a:custGeom>
                <a:avLst/>
                <a:gdLst>
                  <a:gd name="T0" fmla="*/ 1 w 82"/>
                  <a:gd name="T1" fmla="*/ 2 h 33"/>
                  <a:gd name="T2" fmla="*/ 3 w 82"/>
                  <a:gd name="T3" fmla="*/ 1 h 33"/>
                  <a:gd name="T4" fmla="*/ 5 w 82"/>
                  <a:gd name="T5" fmla="*/ 0 h 33"/>
                  <a:gd name="T6" fmla="*/ 9 w 82"/>
                  <a:gd name="T7" fmla="*/ 0 h 33"/>
                  <a:gd name="T8" fmla="*/ 12 w 82"/>
                  <a:gd name="T9" fmla="*/ 0 h 33"/>
                  <a:gd name="T10" fmla="*/ 15 w 82"/>
                  <a:gd name="T11" fmla="*/ 0 h 33"/>
                  <a:gd name="T12" fmla="*/ 18 w 82"/>
                  <a:gd name="T13" fmla="*/ 0 h 33"/>
                  <a:gd name="T14" fmla="*/ 20 w 82"/>
                  <a:gd name="T15" fmla="*/ 0 h 33"/>
                  <a:gd name="T16" fmla="*/ 21 w 82"/>
                  <a:gd name="T17" fmla="*/ 0 h 33"/>
                  <a:gd name="T18" fmla="*/ 24 w 82"/>
                  <a:gd name="T19" fmla="*/ 0 h 33"/>
                  <a:gd name="T20" fmla="*/ 26 w 82"/>
                  <a:gd name="T21" fmla="*/ 1 h 33"/>
                  <a:gd name="T22" fmla="*/ 28 w 82"/>
                  <a:gd name="T23" fmla="*/ 2 h 33"/>
                  <a:gd name="T24" fmla="*/ 30 w 82"/>
                  <a:gd name="T25" fmla="*/ 3 h 33"/>
                  <a:gd name="T26" fmla="*/ 32 w 82"/>
                  <a:gd name="T27" fmla="*/ 4 h 33"/>
                  <a:gd name="T28" fmla="*/ 35 w 82"/>
                  <a:gd name="T29" fmla="*/ 5 h 33"/>
                  <a:gd name="T30" fmla="*/ 37 w 82"/>
                  <a:gd name="T31" fmla="*/ 7 h 33"/>
                  <a:gd name="T32" fmla="*/ 40 w 82"/>
                  <a:gd name="T33" fmla="*/ 8 h 33"/>
                  <a:gd name="T34" fmla="*/ 41 w 82"/>
                  <a:gd name="T35" fmla="*/ 9 h 33"/>
                  <a:gd name="T36" fmla="*/ 44 w 82"/>
                  <a:gd name="T37" fmla="*/ 11 h 33"/>
                  <a:gd name="T38" fmla="*/ 44 w 82"/>
                  <a:gd name="T39" fmla="*/ 14 h 33"/>
                  <a:gd name="T40" fmla="*/ 42 w 82"/>
                  <a:gd name="T41" fmla="*/ 17 h 33"/>
                  <a:gd name="T42" fmla="*/ 38 w 82"/>
                  <a:gd name="T43" fmla="*/ 15 h 33"/>
                  <a:gd name="T44" fmla="*/ 33 w 82"/>
                  <a:gd name="T45" fmla="*/ 14 h 33"/>
                  <a:gd name="T46" fmla="*/ 28 w 82"/>
                  <a:gd name="T47" fmla="*/ 15 h 33"/>
                  <a:gd name="T48" fmla="*/ 25 w 82"/>
                  <a:gd name="T49" fmla="*/ 16 h 33"/>
                  <a:gd name="T50" fmla="*/ 24 w 82"/>
                  <a:gd name="T51" fmla="*/ 12 h 33"/>
                  <a:gd name="T52" fmla="*/ 22 w 82"/>
                  <a:gd name="T53" fmla="*/ 10 h 33"/>
                  <a:gd name="T54" fmla="*/ 20 w 82"/>
                  <a:gd name="T55" fmla="*/ 9 h 33"/>
                  <a:gd name="T56" fmla="*/ 18 w 82"/>
                  <a:gd name="T57" fmla="*/ 8 h 33"/>
                  <a:gd name="T58" fmla="*/ 14 w 82"/>
                  <a:gd name="T59" fmla="*/ 9 h 33"/>
                  <a:gd name="T60" fmla="*/ 9 w 82"/>
                  <a:gd name="T61" fmla="*/ 9 h 33"/>
                  <a:gd name="T62" fmla="*/ 5 w 82"/>
                  <a:gd name="T63" fmla="*/ 9 h 33"/>
                  <a:gd name="T64" fmla="*/ 2 w 82"/>
                  <a:gd name="T65" fmla="*/ 8 h 33"/>
                  <a:gd name="T66" fmla="*/ 1 w 82"/>
                  <a:gd name="T67" fmla="*/ 7 h 33"/>
                  <a:gd name="T68" fmla="*/ 1 w 82"/>
                  <a:gd name="T69" fmla="*/ 5 h 33"/>
                  <a:gd name="T70" fmla="*/ 0 w 82"/>
                  <a:gd name="T71" fmla="*/ 3 h 33"/>
                  <a:gd name="T72" fmla="*/ 1 w 82"/>
                  <a:gd name="T73" fmla="*/ 2 h 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2" h="33">
                    <a:moveTo>
                      <a:pt x="1" y="3"/>
                    </a:moveTo>
                    <a:lnTo>
                      <a:pt x="6" y="2"/>
                    </a:lnTo>
                    <a:lnTo>
                      <a:pt x="10" y="0"/>
                    </a:lnTo>
                    <a:lnTo>
                      <a:pt x="16" y="0"/>
                    </a:lnTo>
                    <a:lnTo>
                      <a:pt x="22" y="0"/>
                    </a:lnTo>
                    <a:lnTo>
                      <a:pt x="28" y="0"/>
                    </a:lnTo>
                    <a:lnTo>
                      <a:pt x="33" y="0"/>
                    </a:lnTo>
                    <a:lnTo>
                      <a:pt x="37" y="0"/>
                    </a:lnTo>
                    <a:lnTo>
                      <a:pt x="40" y="0"/>
                    </a:lnTo>
                    <a:lnTo>
                      <a:pt x="44" y="0"/>
                    </a:lnTo>
                    <a:lnTo>
                      <a:pt x="48" y="2"/>
                    </a:lnTo>
                    <a:lnTo>
                      <a:pt x="53" y="3"/>
                    </a:lnTo>
                    <a:lnTo>
                      <a:pt x="56" y="5"/>
                    </a:lnTo>
                    <a:lnTo>
                      <a:pt x="60" y="7"/>
                    </a:lnTo>
                    <a:lnTo>
                      <a:pt x="65" y="10"/>
                    </a:lnTo>
                    <a:lnTo>
                      <a:pt x="69" y="13"/>
                    </a:lnTo>
                    <a:lnTo>
                      <a:pt x="74" y="15"/>
                    </a:lnTo>
                    <a:lnTo>
                      <a:pt x="77" y="18"/>
                    </a:lnTo>
                    <a:lnTo>
                      <a:pt x="82" y="22"/>
                    </a:lnTo>
                    <a:lnTo>
                      <a:pt x="82" y="27"/>
                    </a:lnTo>
                    <a:lnTo>
                      <a:pt x="78" y="33"/>
                    </a:lnTo>
                    <a:lnTo>
                      <a:pt x="71" y="30"/>
                    </a:lnTo>
                    <a:lnTo>
                      <a:pt x="62" y="28"/>
                    </a:lnTo>
                    <a:lnTo>
                      <a:pt x="53" y="29"/>
                    </a:lnTo>
                    <a:lnTo>
                      <a:pt x="47" y="32"/>
                    </a:lnTo>
                    <a:lnTo>
                      <a:pt x="45" y="23"/>
                    </a:lnTo>
                    <a:lnTo>
                      <a:pt x="41" y="19"/>
                    </a:lnTo>
                    <a:lnTo>
                      <a:pt x="37" y="17"/>
                    </a:lnTo>
                    <a:lnTo>
                      <a:pt x="33" y="15"/>
                    </a:lnTo>
                    <a:lnTo>
                      <a:pt x="27" y="17"/>
                    </a:lnTo>
                    <a:lnTo>
                      <a:pt x="17" y="17"/>
                    </a:lnTo>
                    <a:lnTo>
                      <a:pt x="9" y="17"/>
                    </a:lnTo>
                    <a:lnTo>
                      <a:pt x="3" y="15"/>
                    </a:lnTo>
                    <a:lnTo>
                      <a:pt x="2" y="13"/>
                    </a:lnTo>
                    <a:lnTo>
                      <a:pt x="1" y="10"/>
                    </a:lnTo>
                    <a:lnTo>
                      <a:pt x="0" y="6"/>
                    </a:lnTo>
                    <a:lnTo>
                      <a:pt x="1"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8" name="Freeform 69">
                <a:extLst>
                  <a:ext uri="{FF2B5EF4-FFF2-40B4-BE49-F238E27FC236}">
                    <a16:creationId xmlns:a16="http://schemas.microsoft.com/office/drawing/2014/main" id="{FFEAF791-7AC7-4CF0-9AAC-052D8BDB2B94}"/>
                  </a:ext>
                </a:extLst>
              </p:cNvPr>
              <p:cNvSpPr>
                <a:spLocks/>
              </p:cNvSpPr>
              <p:nvPr/>
            </p:nvSpPr>
            <p:spPr bwMode="auto">
              <a:xfrm>
                <a:off x="3718" y="3057"/>
                <a:ext cx="22" cy="26"/>
              </a:xfrm>
              <a:custGeom>
                <a:avLst/>
                <a:gdLst>
                  <a:gd name="T0" fmla="*/ 3 w 41"/>
                  <a:gd name="T1" fmla="*/ 5 h 48"/>
                  <a:gd name="T2" fmla="*/ 4 w 41"/>
                  <a:gd name="T3" fmla="*/ 6 h 48"/>
                  <a:gd name="T4" fmla="*/ 4 w 41"/>
                  <a:gd name="T5" fmla="*/ 7 h 48"/>
                  <a:gd name="T6" fmla="*/ 5 w 41"/>
                  <a:gd name="T7" fmla="*/ 9 h 48"/>
                  <a:gd name="T8" fmla="*/ 6 w 41"/>
                  <a:gd name="T9" fmla="*/ 10 h 48"/>
                  <a:gd name="T10" fmla="*/ 4 w 41"/>
                  <a:gd name="T11" fmla="*/ 12 h 48"/>
                  <a:gd name="T12" fmla="*/ 2 w 41"/>
                  <a:gd name="T13" fmla="*/ 16 h 48"/>
                  <a:gd name="T14" fmla="*/ 0 w 41"/>
                  <a:gd name="T15" fmla="*/ 19 h 48"/>
                  <a:gd name="T16" fmla="*/ 0 w 41"/>
                  <a:gd name="T17" fmla="*/ 22 h 48"/>
                  <a:gd name="T18" fmla="*/ 3 w 41"/>
                  <a:gd name="T19" fmla="*/ 25 h 48"/>
                  <a:gd name="T20" fmla="*/ 8 w 41"/>
                  <a:gd name="T21" fmla="*/ 26 h 48"/>
                  <a:gd name="T22" fmla="*/ 13 w 41"/>
                  <a:gd name="T23" fmla="*/ 26 h 48"/>
                  <a:gd name="T24" fmla="*/ 18 w 41"/>
                  <a:gd name="T25" fmla="*/ 24 h 48"/>
                  <a:gd name="T26" fmla="*/ 20 w 41"/>
                  <a:gd name="T27" fmla="*/ 21 h 48"/>
                  <a:gd name="T28" fmla="*/ 22 w 41"/>
                  <a:gd name="T29" fmla="*/ 15 h 48"/>
                  <a:gd name="T30" fmla="*/ 22 w 41"/>
                  <a:gd name="T31" fmla="*/ 11 h 48"/>
                  <a:gd name="T32" fmla="*/ 21 w 41"/>
                  <a:gd name="T33" fmla="*/ 8 h 48"/>
                  <a:gd name="T34" fmla="*/ 20 w 41"/>
                  <a:gd name="T35" fmla="*/ 8 h 48"/>
                  <a:gd name="T36" fmla="*/ 19 w 41"/>
                  <a:gd name="T37" fmla="*/ 8 h 48"/>
                  <a:gd name="T38" fmla="*/ 18 w 41"/>
                  <a:gd name="T39" fmla="*/ 8 h 48"/>
                  <a:gd name="T40" fmla="*/ 17 w 41"/>
                  <a:gd name="T41" fmla="*/ 9 h 48"/>
                  <a:gd name="T42" fmla="*/ 15 w 41"/>
                  <a:gd name="T43" fmla="*/ 5 h 48"/>
                  <a:gd name="T44" fmla="*/ 13 w 41"/>
                  <a:gd name="T45" fmla="*/ 3 h 48"/>
                  <a:gd name="T46" fmla="*/ 11 w 41"/>
                  <a:gd name="T47" fmla="*/ 1 h 48"/>
                  <a:gd name="T48" fmla="*/ 9 w 41"/>
                  <a:gd name="T49" fmla="*/ 0 h 48"/>
                  <a:gd name="T50" fmla="*/ 7 w 41"/>
                  <a:gd name="T51" fmla="*/ 1 h 48"/>
                  <a:gd name="T52" fmla="*/ 6 w 41"/>
                  <a:gd name="T53" fmla="*/ 1 h 48"/>
                  <a:gd name="T54" fmla="*/ 4 w 41"/>
                  <a:gd name="T55" fmla="*/ 3 h 48"/>
                  <a:gd name="T56" fmla="*/ 3 w 41"/>
                  <a:gd name="T57" fmla="*/ 5 h 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1" h="48">
                    <a:moveTo>
                      <a:pt x="6" y="9"/>
                    </a:moveTo>
                    <a:lnTo>
                      <a:pt x="7" y="11"/>
                    </a:lnTo>
                    <a:lnTo>
                      <a:pt x="8" y="13"/>
                    </a:lnTo>
                    <a:lnTo>
                      <a:pt x="10" y="16"/>
                    </a:lnTo>
                    <a:lnTo>
                      <a:pt x="11" y="18"/>
                    </a:lnTo>
                    <a:lnTo>
                      <a:pt x="7" y="23"/>
                    </a:lnTo>
                    <a:lnTo>
                      <a:pt x="3" y="30"/>
                    </a:lnTo>
                    <a:lnTo>
                      <a:pt x="0" y="35"/>
                    </a:lnTo>
                    <a:lnTo>
                      <a:pt x="0" y="41"/>
                    </a:lnTo>
                    <a:lnTo>
                      <a:pt x="6" y="46"/>
                    </a:lnTo>
                    <a:lnTo>
                      <a:pt x="14" y="48"/>
                    </a:lnTo>
                    <a:lnTo>
                      <a:pt x="24" y="48"/>
                    </a:lnTo>
                    <a:lnTo>
                      <a:pt x="33" y="45"/>
                    </a:lnTo>
                    <a:lnTo>
                      <a:pt x="37" y="38"/>
                    </a:lnTo>
                    <a:lnTo>
                      <a:pt x="41" y="28"/>
                    </a:lnTo>
                    <a:lnTo>
                      <a:pt x="41" y="20"/>
                    </a:lnTo>
                    <a:lnTo>
                      <a:pt x="39" y="15"/>
                    </a:lnTo>
                    <a:lnTo>
                      <a:pt x="37" y="15"/>
                    </a:lnTo>
                    <a:lnTo>
                      <a:pt x="36" y="15"/>
                    </a:lnTo>
                    <a:lnTo>
                      <a:pt x="34" y="15"/>
                    </a:lnTo>
                    <a:lnTo>
                      <a:pt x="31" y="16"/>
                    </a:lnTo>
                    <a:lnTo>
                      <a:pt x="28" y="10"/>
                    </a:lnTo>
                    <a:lnTo>
                      <a:pt x="24" y="5"/>
                    </a:lnTo>
                    <a:lnTo>
                      <a:pt x="20" y="2"/>
                    </a:lnTo>
                    <a:lnTo>
                      <a:pt x="16" y="0"/>
                    </a:lnTo>
                    <a:lnTo>
                      <a:pt x="13" y="1"/>
                    </a:lnTo>
                    <a:lnTo>
                      <a:pt x="11" y="2"/>
                    </a:lnTo>
                    <a:lnTo>
                      <a:pt x="7" y="5"/>
                    </a:lnTo>
                    <a:lnTo>
                      <a:pt x="6"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79" name="Freeform 70">
                <a:extLst>
                  <a:ext uri="{FF2B5EF4-FFF2-40B4-BE49-F238E27FC236}">
                    <a16:creationId xmlns:a16="http://schemas.microsoft.com/office/drawing/2014/main" id="{EA35528E-BB58-455D-9B6E-69E78AFF9A7B}"/>
                  </a:ext>
                </a:extLst>
              </p:cNvPr>
              <p:cNvSpPr>
                <a:spLocks/>
              </p:cNvSpPr>
              <p:nvPr/>
            </p:nvSpPr>
            <p:spPr bwMode="auto">
              <a:xfrm>
                <a:off x="3781" y="2880"/>
                <a:ext cx="88" cy="154"/>
              </a:xfrm>
              <a:custGeom>
                <a:avLst/>
                <a:gdLst>
                  <a:gd name="T0" fmla="*/ 83 w 163"/>
                  <a:gd name="T1" fmla="*/ 24 h 282"/>
                  <a:gd name="T2" fmla="*/ 73 w 163"/>
                  <a:gd name="T3" fmla="*/ 26 h 282"/>
                  <a:gd name="T4" fmla="*/ 65 w 163"/>
                  <a:gd name="T5" fmla="*/ 26 h 282"/>
                  <a:gd name="T6" fmla="*/ 59 w 163"/>
                  <a:gd name="T7" fmla="*/ 24 h 282"/>
                  <a:gd name="T8" fmla="*/ 57 w 163"/>
                  <a:gd name="T9" fmla="*/ 21 h 282"/>
                  <a:gd name="T10" fmla="*/ 54 w 163"/>
                  <a:gd name="T11" fmla="*/ 22 h 282"/>
                  <a:gd name="T12" fmla="*/ 51 w 163"/>
                  <a:gd name="T13" fmla="*/ 28 h 282"/>
                  <a:gd name="T14" fmla="*/ 47 w 163"/>
                  <a:gd name="T15" fmla="*/ 37 h 282"/>
                  <a:gd name="T16" fmla="*/ 45 w 163"/>
                  <a:gd name="T17" fmla="*/ 43 h 282"/>
                  <a:gd name="T18" fmla="*/ 45 w 163"/>
                  <a:gd name="T19" fmla="*/ 44 h 282"/>
                  <a:gd name="T20" fmla="*/ 47 w 163"/>
                  <a:gd name="T21" fmla="*/ 46 h 282"/>
                  <a:gd name="T22" fmla="*/ 46 w 163"/>
                  <a:gd name="T23" fmla="*/ 49 h 282"/>
                  <a:gd name="T24" fmla="*/ 45 w 163"/>
                  <a:gd name="T25" fmla="*/ 53 h 282"/>
                  <a:gd name="T26" fmla="*/ 46 w 163"/>
                  <a:gd name="T27" fmla="*/ 57 h 282"/>
                  <a:gd name="T28" fmla="*/ 44 w 163"/>
                  <a:gd name="T29" fmla="*/ 62 h 282"/>
                  <a:gd name="T30" fmla="*/ 38 w 163"/>
                  <a:gd name="T31" fmla="*/ 70 h 282"/>
                  <a:gd name="T32" fmla="*/ 31 w 163"/>
                  <a:gd name="T33" fmla="*/ 81 h 282"/>
                  <a:gd name="T34" fmla="*/ 27 w 163"/>
                  <a:gd name="T35" fmla="*/ 88 h 282"/>
                  <a:gd name="T36" fmla="*/ 29 w 163"/>
                  <a:gd name="T37" fmla="*/ 97 h 282"/>
                  <a:gd name="T38" fmla="*/ 35 w 163"/>
                  <a:gd name="T39" fmla="*/ 120 h 282"/>
                  <a:gd name="T40" fmla="*/ 32 w 163"/>
                  <a:gd name="T41" fmla="*/ 136 h 282"/>
                  <a:gd name="T42" fmla="*/ 24 w 163"/>
                  <a:gd name="T43" fmla="*/ 141 h 282"/>
                  <a:gd name="T44" fmla="*/ 18 w 163"/>
                  <a:gd name="T45" fmla="*/ 147 h 282"/>
                  <a:gd name="T46" fmla="*/ 23 w 163"/>
                  <a:gd name="T47" fmla="*/ 147 h 282"/>
                  <a:gd name="T48" fmla="*/ 28 w 163"/>
                  <a:gd name="T49" fmla="*/ 149 h 282"/>
                  <a:gd name="T50" fmla="*/ 23 w 163"/>
                  <a:gd name="T51" fmla="*/ 149 h 282"/>
                  <a:gd name="T52" fmla="*/ 18 w 163"/>
                  <a:gd name="T53" fmla="*/ 150 h 282"/>
                  <a:gd name="T54" fmla="*/ 15 w 163"/>
                  <a:gd name="T55" fmla="*/ 152 h 282"/>
                  <a:gd name="T56" fmla="*/ 13 w 163"/>
                  <a:gd name="T57" fmla="*/ 154 h 282"/>
                  <a:gd name="T58" fmla="*/ 13 w 163"/>
                  <a:gd name="T59" fmla="*/ 130 h 282"/>
                  <a:gd name="T60" fmla="*/ 21 w 163"/>
                  <a:gd name="T61" fmla="*/ 120 h 282"/>
                  <a:gd name="T62" fmla="*/ 19 w 163"/>
                  <a:gd name="T63" fmla="*/ 112 h 282"/>
                  <a:gd name="T64" fmla="*/ 13 w 163"/>
                  <a:gd name="T65" fmla="*/ 106 h 282"/>
                  <a:gd name="T66" fmla="*/ 7 w 163"/>
                  <a:gd name="T67" fmla="*/ 103 h 282"/>
                  <a:gd name="T68" fmla="*/ 3 w 163"/>
                  <a:gd name="T69" fmla="*/ 101 h 282"/>
                  <a:gd name="T70" fmla="*/ 1 w 163"/>
                  <a:gd name="T71" fmla="*/ 99 h 282"/>
                  <a:gd name="T72" fmla="*/ 1 w 163"/>
                  <a:gd name="T73" fmla="*/ 96 h 282"/>
                  <a:gd name="T74" fmla="*/ 6 w 163"/>
                  <a:gd name="T75" fmla="*/ 91 h 282"/>
                  <a:gd name="T76" fmla="*/ 18 w 163"/>
                  <a:gd name="T77" fmla="*/ 84 h 282"/>
                  <a:gd name="T78" fmla="*/ 23 w 163"/>
                  <a:gd name="T79" fmla="*/ 71 h 282"/>
                  <a:gd name="T80" fmla="*/ 21 w 163"/>
                  <a:gd name="T81" fmla="*/ 59 h 282"/>
                  <a:gd name="T82" fmla="*/ 19 w 163"/>
                  <a:gd name="T83" fmla="*/ 51 h 282"/>
                  <a:gd name="T84" fmla="*/ 19 w 163"/>
                  <a:gd name="T85" fmla="*/ 42 h 282"/>
                  <a:gd name="T86" fmla="*/ 31 w 163"/>
                  <a:gd name="T87" fmla="*/ 37 h 282"/>
                  <a:gd name="T88" fmla="*/ 39 w 163"/>
                  <a:gd name="T89" fmla="*/ 27 h 282"/>
                  <a:gd name="T90" fmla="*/ 43 w 163"/>
                  <a:gd name="T91" fmla="*/ 16 h 282"/>
                  <a:gd name="T92" fmla="*/ 44 w 163"/>
                  <a:gd name="T93" fmla="*/ 9 h 282"/>
                  <a:gd name="T94" fmla="*/ 45 w 163"/>
                  <a:gd name="T95" fmla="*/ 4 h 282"/>
                  <a:gd name="T96" fmla="*/ 50 w 163"/>
                  <a:gd name="T97" fmla="*/ 0 h 282"/>
                  <a:gd name="T98" fmla="*/ 56 w 163"/>
                  <a:gd name="T99" fmla="*/ 1 h 282"/>
                  <a:gd name="T100" fmla="*/ 58 w 163"/>
                  <a:gd name="T101" fmla="*/ 5 h 282"/>
                  <a:gd name="T102" fmla="*/ 63 w 163"/>
                  <a:gd name="T103" fmla="*/ 12 h 282"/>
                  <a:gd name="T104" fmla="*/ 68 w 163"/>
                  <a:gd name="T105" fmla="*/ 17 h 282"/>
                  <a:gd name="T106" fmla="*/ 76 w 163"/>
                  <a:gd name="T107" fmla="*/ 15 h 282"/>
                  <a:gd name="T108" fmla="*/ 85 w 163"/>
                  <a:gd name="T109" fmla="*/ 5 h 282"/>
                  <a:gd name="T110" fmla="*/ 86 w 163"/>
                  <a:gd name="T111" fmla="*/ 14 h 282"/>
                  <a:gd name="T112" fmla="*/ 88 w 163"/>
                  <a:gd name="T113" fmla="*/ 21 h 28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63" h="282">
                    <a:moveTo>
                      <a:pt x="163" y="39"/>
                    </a:moveTo>
                    <a:lnTo>
                      <a:pt x="153" y="44"/>
                    </a:lnTo>
                    <a:lnTo>
                      <a:pt x="144" y="46"/>
                    </a:lnTo>
                    <a:lnTo>
                      <a:pt x="135" y="47"/>
                    </a:lnTo>
                    <a:lnTo>
                      <a:pt x="127" y="47"/>
                    </a:lnTo>
                    <a:lnTo>
                      <a:pt x="120" y="47"/>
                    </a:lnTo>
                    <a:lnTo>
                      <a:pt x="113" y="45"/>
                    </a:lnTo>
                    <a:lnTo>
                      <a:pt x="110" y="44"/>
                    </a:lnTo>
                    <a:lnTo>
                      <a:pt x="107" y="41"/>
                    </a:lnTo>
                    <a:lnTo>
                      <a:pt x="106" y="39"/>
                    </a:lnTo>
                    <a:lnTo>
                      <a:pt x="104" y="39"/>
                    </a:lnTo>
                    <a:lnTo>
                      <a:pt x="100" y="41"/>
                    </a:lnTo>
                    <a:lnTo>
                      <a:pt x="98" y="45"/>
                    </a:lnTo>
                    <a:lnTo>
                      <a:pt x="95" y="51"/>
                    </a:lnTo>
                    <a:lnTo>
                      <a:pt x="90" y="60"/>
                    </a:lnTo>
                    <a:lnTo>
                      <a:pt x="87" y="68"/>
                    </a:lnTo>
                    <a:lnTo>
                      <a:pt x="85" y="75"/>
                    </a:lnTo>
                    <a:lnTo>
                      <a:pt x="84" y="78"/>
                    </a:lnTo>
                    <a:lnTo>
                      <a:pt x="84" y="79"/>
                    </a:lnTo>
                    <a:lnTo>
                      <a:pt x="84" y="81"/>
                    </a:lnTo>
                    <a:lnTo>
                      <a:pt x="87" y="83"/>
                    </a:lnTo>
                    <a:lnTo>
                      <a:pt x="87" y="85"/>
                    </a:lnTo>
                    <a:lnTo>
                      <a:pt x="85" y="86"/>
                    </a:lnTo>
                    <a:lnTo>
                      <a:pt x="85" y="90"/>
                    </a:lnTo>
                    <a:lnTo>
                      <a:pt x="84" y="93"/>
                    </a:lnTo>
                    <a:lnTo>
                      <a:pt x="84" y="97"/>
                    </a:lnTo>
                    <a:lnTo>
                      <a:pt x="84" y="100"/>
                    </a:lnTo>
                    <a:lnTo>
                      <a:pt x="85" y="104"/>
                    </a:lnTo>
                    <a:lnTo>
                      <a:pt x="87" y="107"/>
                    </a:lnTo>
                    <a:lnTo>
                      <a:pt x="82" y="113"/>
                    </a:lnTo>
                    <a:lnTo>
                      <a:pt x="76" y="120"/>
                    </a:lnTo>
                    <a:lnTo>
                      <a:pt x="70" y="129"/>
                    </a:lnTo>
                    <a:lnTo>
                      <a:pt x="64" y="138"/>
                    </a:lnTo>
                    <a:lnTo>
                      <a:pt x="57" y="149"/>
                    </a:lnTo>
                    <a:lnTo>
                      <a:pt x="52" y="157"/>
                    </a:lnTo>
                    <a:lnTo>
                      <a:pt x="50" y="162"/>
                    </a:lnTo>
                    <a:lnTo>
                      <a:pt x="49" y="167"/>
                    </a:lnTo>
                    <a:lnTo>
                      <a:pt x="53" y="177"/>
                    </a:lnTo>
                    <a:lnTo>
                      <a:pt x="60" y="196"/>
                    </a:lnTo>
                    <a:lnTo>
                      <a:pt x="64" y="220"/>
                    </a:lnTo>
                    <a:lnTo>
                      <a:pt x="59" y="245"/>
                    </a:lnTo>
                    <a:lnTo>
                      <a:pt x="60" y="249"/>
                    </a:lnTo>
                    <a:lnTo>
                      <a:pt x="53" y="253"/>
                    </a:lnTo>
                    <a:lnTo>
                      <a:pt x="45" y="259"/>
                    </a:lnTo>
                    <a:lnTo>
                      <a:pt x="38" y="264"/>
                    </a:lnTo>
                    <a:lnTo>
                      <a:pt x="34" y="269"/>
                    </a:lnTo>
                    <a:lnTo>
                      <a:pt x="37" y="269"/>
                    </a:lnTo>
                    <a:lnTo>
                      <a:pt x="43" y="269"/>
                    </a:lnTo>
                    <a:lnTo>
                      <a:pt x="47" y="272"/>
                    </a:lnTo>
                    <a:lnTo>
                      <a:pt x="51" y="273"/>
                    </a:lnTo>
                    <a:lnTo>
                      <a:pt x="46" y="272"/>
                    </a:lnTo>
                    <a:lnTo>
                      <a:pt x="43" y="272"/>
                    </a:lnTo>
                    <a:lnTo>
                      <a:pt x="38" y="273"/>
                    </a:lnTo>
                    <a:lnTo>
                      <a:pt x="34" y="274"/>
                    </a:lnTo>
                    <a:lnTo>
                      <a:pt x="30" y="275"/>
                    </a:lnTo>
                    <a:lnTo>
                      <a:pt x="28" y="278"/>
                    </a:lnTo>
                    <a:lnTo>
                      <a:pt x="26" y="280"/>
                    </a:lnTo>
                    <a:lnTo>
                      <a:pt x="24" y="282"/>
                    </a:lnTo>
                    <a:lnTo>
                      <a:pt x="21" y="256"/>
                    </a:lnTo>
                    <a:lnTo>
                      <a:pt x="24" y="238"/>
                    </a:lnTo>
                    <a:lnTo>
                      <a:pt x="31" y="227"/>
                    </a:lnTo>
                    <a:lnTo>
                      <a:pt x="39" y="220"/>
                    </a:lnTo>
                    <a:lnTo>
                      <a:pt x="38" y="212"/>
                    </a:lnTo>
                    <a:lnTo>
                      <a:pt x="35" y="205"/>
                    </a:lnTo>
                    <a:lnTo>
                      <a:pt x="30" y="199"/>
                    </a:lnTo>
                    <a:lnTo>
                      <a:pt x="24" y="195"/>
                    </a:lnTo>
                    <a:lnTo>
                      <a:pt x="19" y="190"/>
                    </a:lnTo>
                    <a:lnTo>
                      <a:pt x="13" y="188"/>
                    </a:lnTo>
                    <a:lnTo>
                      <a:pt x="7" y="187"/>
                    </a:lnTo>
                    <a:lnTo>
                      <a:pt x="5" y="185"/>
                    </a:lnTo>
                    <a:lnTo>
                      <a:pt x="2" y="185"/>
                    </a:lnTo>
                    <a:lnTo>
                      <a:pt x="1" y="182"/>
                    </a:lnTo>
                    <a:lnTo>
                      <a:pt x="0" y="178"/>
                    </a:lnTo>
                    <a:lnTo>
                      <a:pt x="1" y="175"/>
                    </a:lnTo>
                    <a:lnTo>
                      <a:pt x="5" y="172"/>
                    </a:lnTo>
                    <a:lnTo>
                      <a:pt x="12" y="166"/>
                    </a:lnTo>
                    <a:lnTo>
                      <a:pt x="22" y="160"/>
                    </a:lnTo>
                    <a:lnTo>
                      <a:pt x="34" y="153"/>
                    </a:lnTo>
                    <a:lnTo>
                      <a:pt x="41" y="143"/>
                    </a:lnTo>
                    <a:lnTo>
                      <a:pt x="43" y="130"/>
                    </a:lnTo>
                    <a:lnTo>
                      <a:pt x="42" y="117"/>
                    </a:lnTo>
                    <a:lnTo>
                      <a:pt x="38" y="108"/>
                    </a:lnTo>
                    <a:lnTo>
                      <a:pt x="36" y="101"/>
                    </a:lnTo>
                    <a:lnTo>
                      <a:pt x="35" y="93"/>
                    </a:lnTo>
                    <a:lnTo>
                      <a:pt x="35" y="84"/>
                    </a:lnTo>
                    <a:lnTo>
                      <a:pt x="36" y="77"/>
                    </a:lnTo>
                    <a:lnTo>
                      <a:pt x="49" y="74"/>
                    </a:lnTo>
                    <a:lnTo>
                      <a:pt x="58" y="68"/>
                    </a:lnTo>
                    <a:lnTo>
                      <a:pt x="66" y="60"/>
                    </a:lnTo>
                    <a:lnTo>
                      <a:pt x="72" y="49"/>
                    </a:lnTo>
                    <a:lnTo>
                      <a:pt x="76" y="39"/>
                    </a:lnTo>
                    <a:lnTo>
                      <a:pt x="79" y="30"/>
                    </a:lnTo>
                    <a:lnTo>
                      <a:pt x="81" y="22"/>
                    </a:lnTo>
                    <a:lnTo>
                      <a:pt x="82" y="17"/>
                    </a:lnTo>
                    <a:lnTo>
                      <a:pt x="83" y="13"/>
                    </a:lnTo>
                    <a:lnTo>
                      <a:pt x="84" y="7"/>
                    </a:lnTo>
                    <a:lnTo>
                      <a:pt x="88" y="2"/>
                    </a:lnTo>
                    <a:lnTo>
                      <a:pt x="92" y="0"/>
                    </a:lnTo>
                    <a:lnTo>
                      <a:pt x="99" y="0"/>
                    </a:lnTo>
                    <a:lnTo>
                      <a:pt x="103" y="1"/>
                    </a:lnTo>
                    <a:lnTo>
                      <a:pt x="106" y="5"/>
                    </a:lnTo>
                    <a:lnTo>
                      <a:pt x="108" y="10"/>
                    </a:lnTo>
                    <a:lnTo>
                      <a:pt x="112" y="16"/>
                    </a:lnTo>
                    <a:lnTo>
                      <a:pt x="117" y="22"/>
                    </a:lnTo>
                    <a:lnTo>
                      <a:pt x="122" y="28"/>
                    </a:lnTo>
                    <a:lnTo>
                      <a:pt x="126" y="32"/>
                    </a:lnTo>
                    <a:lnTo>
                      <a:pt x="132" y="33"/>
                    </a:lnTo>
                    <a:lnTo>
                      <a:pt x="140" y="28"/>
                    </a:lnTo>
                    <a:lnTo>
                      <a:pt x="149" y="18"/>
                    </a:lnTo>
                    <a:lnTo>
                      <a:pt x="157" y="9"/>
                    </a:lnTo>
                    <a:lnTo>
                      <a:pt x="159" y="18"/>
                    </a:lnTo>
                    <a:lnTo>
                      <a:pt x="160" y="26"/>
                    </a:lnTo>
                    <a:lnTo>
                      <a:pt x="161" y="33"/>
                    </a:lnTo>
                    <a:lnTo>
                      <a:pt x="163" y="3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0" name="Freeform 71">
                <a:extLst>
                  <a:ext uri="{FF2B5EF4-FFF2-40B4-BE49-F238E27FC236}">
                    <a16:creationId xmlns:a16="http://schemas.microsoft.com/office/drawing/2014/main" id="{23C02D2E-31CE-4FB3-9D79-FA87395D92B6}"/>
                  </a:ext>
                </a:extLst>
              </p:cNvPr>
              <p:cNvSpPr>
                <a:spLocks/>
              </p:cNvSpPr>
              <p:nvPr/>
            </p:nvSpPr>
            <p:spPr bwMode="auto">
              <a:xfrm>
                <a:off x="3798" y="2902"/>
                <a:ext cx="71" cy="131"/>
              </a:xfrm>
              <a:custGeom>
                <a:avLst/>
                <a:gdLst>
                  <a:gd name="T0" fmla="*/ 65 w 129"/>
                  <a:gd name="T1" fmla="*/ 3 h 241"/>
                  <a:gd name="T2" fmla="*/ 56 w 129"/>
                  <a:gd name="T3" fmla="*/ 4 h 241"/>
                  <a:gd name="T4" fmla="*/ 47 w 129"/>
                  <a:gd name="T5" fmla="*/ 4 h 241"/>
                  <a:gd name="T6" fmla="*/ 42 w 129"/>
                  <a:gd name="T7" fmla="*/ 3 h 241"/>
                  <a:gd name="T8" fmla="*/ 40 w 129"/>
                  <a:gd name="T9" fmla="*/ 0 h 241"/>
                  <a:gd name="T10" fmla="*/ 36 w 129"/>
                  <a:gd name="T11" fmla="*/ 1 h 241"/>
                  <a:gd name="T12" fmla="*/ 34 w 129"/>
                  <a:gd name="T13" fmla="*/ 7 h 241"/>
                  <a:gd name="T14" fmla="*/ 29 w 129"/>
                  <a:gd name="T15" fmla="*/ 16 h 241"/>
                  <a:gd name="T16" fmla="*/ 28 w 129"/>
                  <a:gd name="T17" fmla="*/ 21 h 241"/>
                  <a:gd name="T18" fmla="*/ 28 w 129"/>
                  <a:gd name="T19" fmla="*/ 23 h 241"/>
                  <a:gd name="T20" fmla="*/ 29 w 129"/>
                  <a:gd name="T21" fmla="*/ 25 h 241"/>
                  <a:gd name="T22" fmla="*/ 28 w 129"/>
                  <a:gd name="T23" fmla="*/ 28 h 241"/>
                  <a:gd name="T24" fmla="*/ 28 w 129"/>
                  <a:gd name="T25" fmla="*/ 32 h 241"/>
                  <a:gd name="T26" fmla="*/ 28 w 129"/>
                  <a:gd name="T27" fmla="*/ 35 h 241"/>
                  <a:gd name="T28" fmla="*/ 26 w 129"/>
                  <a:gd name="T29" fmla="*/ 40 h 241"/>
                  <a:gd name="T30" fmla="*/ 20 w 129"/>
                  <a:gd name="T31" fmla="*/ 49 h 241"/>
                  <a:gd name="T32" fmla="*/ 13 w 129"/>
                  <a:gd name="T33" fmla="*/ 60 h 241"/>
                  <a:gd name="T34" fmla="*/ 9 w 129"/>
                  <a:gd name="T35" fmla="*/ 67 h 241"/>
                  <a:gd name="T36" fmla="*/ 10 w 129"/>
                  <a:gd name="T37" fmla="*/ 75 h 241"/>
                  <a:gd name="T38" fmla="*/ 17 w 129"/>
                  <a:gd name="T39" fmla="*/ 98 h 241"/>
                  <a:gd name="T40" fmla="*/ 14 w 129"/>
                  <a:gd name="T41" fmla="*/ 114 h 241"/>
                  <a:gd name="T42" fmla="*/ 6 w 129"/>
                  <a:gd name="T43" fmla="*/ 120 h 241"/>
                  <a:gd name="T44" fmla="*/ 0 w 129"/>
                  <a:gd name="T45" fmla="*/ 125 h 241"/>
                  <a:gd name="T46" fmla="*/ 5 w 129"/>
                  <a:gd name="T47" fmla="*/ 125 h 241"/>
                  <a:gd name="T48" fmla="*/ 9 w 129"/>
                  <a:gd name="T49" fmla="*/ 127 h 241"/>
                  <a:gd name="T50" fmla="*/ 17 w 129"/>
                  <a:gd name="T51" fmla="*/ 130 h 241"/>
                  <a:gd name="T52" fmla="*/ 26 w 129"/>
                  <a:gd name="T53" fmla="*/ 131 h 241"/>
                  <a:gd name="T54" fmla="*/ 35 w 129"/>
                  <a:gd name="T55" fmla="*/ 128 h 241"/>
                  <a:gd name="T56" fmla="*/ 38 w 129"/>
                  <a:gd name="T57" fmla="*/ 121 h 241"/>
                  <a:gd name="T58" fmla="*/ 39 w 129"/>
                  <a:gd name="T59" fmla="*/ 110 h 241"/>
                  <a:gd name="T60" fmla="*/ 42 w 129"/>
                  <a:gd name="T61" fmla="*/ 103 h 241"/>
                  <a:gd name="T62" fmla="*/ 45 w 129"/>
                  <a:gd name="T63" fmla="*/ 100 h 241"/>
                  <a:gd name="T64" fmla="*/ 43 w 129"/>
                  <a:gd name="T65" fmla="*/ 96 h 241"/>
                  <a:gd name="T66" fmla="*/ 46 w 129"/>
                  <a:gd name="T67" fmla="*/ 94 h 241"/>
                  <a:gd name="T68" fmla="*/ 46 w 129"/>
                  <a:gd name="T69" fmla="*/ 91 h 241"/>
                  <a:gd name="T70" fmla="*/ 46 w 129"/>
                  <a:gd name="T71" fmla="*/ 86 h 241"/>
                  <a:gd name="T72" fmla="*/ 48 w 129"/>
                  <a:gd name="T73" fmla="*/ 78 h 241"/>
                  <a:gd name="T74" fmla="*/ 52 w 129"/>
                  <a:gd name="T75" fmla="*/ 77 h 241"/>
                  <a:gd name="T76" fmla="*/ 56 w 129"/>
                  <a:gd name="T77" fmla="*/ 77 h 241"/>
                  <a:gd name="T78" fmla="*/ 60 w 129"/>
                  <a:gd name="T79" fmla="*/ 73 h 241"/>
                  <a:gd name="T80" fmla="*/ 56 w 129"/>
                  <a:gd name="T81" fmla="*/ 65 h 241"/>
                  <a:gd name="T82" fmla="*/ 52 w 129"/>
                  <a:gd name="T83" fmla="*/ 55 h 241"/>
                  <a:gd name="T84" fmla="*/ 47 w 129"/>
                  <a:gd name="T85" fmla="*/ 45 h 241"/>
                  <a:gd name="T86" fmla="*/ 46 w 129"/>
                  <a:gd name="T87" fmla="*/ 42 h 241"/>
                  <a:gd name="T88" fmla="*/ 45 w 129"/>
                  <a:gd name="T89" fmla="*/ 40 h 241"/>
                  <a:gd name="T90" fmla="*/ 46 w 129"/>
                  <a:gd name="T91" fmla="*/ 34 h 241"/>
                  <a:gd name="T92" fmla="*/ 49 w 129"/>
                  <a:gd name="T93" fmla="*/ 29 h 241"/>
                  <a:gd name="T94" fmla="*/ 51 w 129"/>
                  <a:gd name="T95" fmla="*/ 28 h 241"/>
                  <a:gd name="T96" fmla="*/ 51 w 129"/>
                  <a:gd name="T97" fmla="*/ 27 h 241"/>
                  <a:gd name="T98" fmla="*/ 52 w 129"/>
                  <a:gd name="T99" fmla="*/ 20 h 241"/>
                  <a:gd name="T100" fmla="*/ 52 w 129"/>
                  <a:gd name="T101" fmla="*/ 16 h 241"/>
                  <a:gd name="T102" fmla="*/ 59 w 129"/>
                  <a:gd name="T103" fmla="*/ 13 h 241"/>
                  <a:gd name="T104" fmla="*/ 63 w 129"/>
                  <a:gd name="T105" fmla="*/ 5 h 241"/>
                  <a:gd name="T106" fmla="*/ 67 w 129"/>
                  <a:gd name="T107" fmla="*/ 4 h 241"/>
                  <a:gd name="T108" fmla="*/ 71 w 129"/>
                  <a:gd name="T109" fmla="*/ 0 h 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9" h="241">
                    <a:moveTo>
                      <a:pt x="129" y="0"/>
                    </a:moveTo>
                    <a:lnTo>
                      <a:pt x="119" y="5"/>
                    </a:lnTo>
                    <a:lnTo>
                      <a:pt x="110" y="7"/>
                    </a:lnTo>
                    <a:lnTo>
                      <a:pt x="101" y="8"/>
                    </a:lnTo>
                    <a:lnTo>
                      <a:pt x="93" y="8"/>
                    </a:lnTo>
                    <a:lnTo>
                      <a:pt x="86" y="8"/>
                    </a:lnTo>
                    <a:lnTo>
                      <a:pt x="79" y="6"/>
                    </a:lnTo>
                    <a:lnTo>
                      <a:pt x="76" y="5"/>
                    </a:lnTo>
                    <a:lnTo>
                      <a:pt x="73" y="2"/>
                    </a:lnTo>
                    <a:lnTo>
                      <a:pt x="72" y="0"/>
                    </a:lnTo>
                    <a:lnTo>
                      <a:pt x="70" y="0"/>
                    </a:lnTo>
                    <a:lnTo>
                      <a:pt x="66" y="2"/>
                    </a:lnTo>
                    <a:lnTo>
                      <a:pt x="64" y="6"/>
                    </a:lnTo>
                    <a:lnTo>
                      <a:pt x="61" y="12"/>
                    </a:lnTo>
                    <a:lnTo>
                      <a:pt x="56" y="21"/>
                    </a:lnTo>
                    <a:lnTo>
                      <a:pt x="53" y="29"/>
                    </a:lnTo>
                    <a:lnTo>
                      <a:pt x="51" y="36"/>
                    </a:lnTo>
                    <a:lnTo>
                      <a:pt x="50" y="39"/>
                    </a:lnTo>
                    <a:lnTo>
                      <a:pt x="50" y="40"/>
                    </a:lnTo>
                    <a:lnTo>
                      <a:pt x="50" y="42"/>
                    </a:lnTo>
                    <a:lnTo>
                      <a:pt x="53" y="44"/>
                    </a:lnTo>
                    <a:lnTo>
                      <a:pt x="53" y="46"/>
                    </a:lnTo>
                    <a:lnTo>
                      <a:pt x="51" y="47"/>
                    </a:lnTo>
                    <a:lnTo>
                      <a:pt x="51" y="51"/>
                    </a:lnTo>
                    <a:lnTo>
                      <a:pt x="50" y="54"/>
                    </a:lnTo>
                    <a:lnTo>
                      <a:pt x="50" y="58"/>
                    </a:lnTo>
                    <a:lnTo>
                      <a:pt x="50" y="61"/>
                    </a:lnTo>
                    <a:lnTo>
                      <a:pt x="51" y="65"/>
                    </a:lnTo>
                    <a:lnTo>
                      <a:pt x="53" y="68"/>
                    </a:lnTo>
                    <a:lnTo>
                      <a:pt x="48" y="74"/>
                    </a:lnTo>
                    <a:lnTo>
                      <a:pt x="42" y="81"/>
                    </a:lnTo>
                    <a:lnTo>
                      <a:pt x="36" y="90"/>
                    </a:lnTo>
                    <a:lnTo>
                      <a:pt x="30" y="99"/>
                    </a:lnTo>
                    <a:lnTo>
                      <a:pt x="23" y="110"/>
                    </a:lnTo>
                    <a:lnTo>
                      <a:pt x="18" y="118"/>
                    </a:lnTo>
                    <a:lnTo>
                      <a:pt x="16" y="123"/>
                    </a:lnTo>
                    <a:lnTo>
                      <a:pt x="15" y="128"/>
                    </a:lnTo>
                    <a:lnTo>
                      <a:pt x="19" y="138"/>
                    </a:lnTo>
                    <a:lnTo>
                      <a:pt x="26" y="157"/>
                    </a:lnTo>
                    <a:lnTo>
                      <a:pt x="30" y="181"/>
                    </a:lnTo>
                    <a:lnTo>
                      <a:pt x="25" y="206"/>
                    </a:lnTo>
                    <a:lnTo>
                      <a:pt x="26" y="210"/>
                    </a:lnTo>
                    <a:lnTo>
                      <a:pt x="19" y="214"/>
                    </a:lnTo>
                    <a:lnTo>
                      <a:pt x="11" y="220"/>
                    </a:lnTo>
                    <a:lnTo>
                      <a:pt x="4" y="225"/>
                    </a:lnTo>
                    <a:lnTo>
                      <a:pt x="0" y="230"/>
                    </a:lnTo>
                    <a:lnTo>
                      <a:pt x="3" y="230"/>
                    </a:lnTo>
                    <a:lnTo>
                      <a:pt x="9" y="230"/>
                    </a:lnTo>
                    <a:lnTo>
                      <a:pt x="13" y="233"/>
                    </a:lnTo>
                    <a:lnTo>
                      <a:pt x="17" y="234"/>
                    </a:lnTo>
                    <a:lnTo>
                      <a:pt x="23" y="236"/>
                    </a:lnTo>
                    <a:lnTo>
                      <a:pt x="30" y="239"/>
                    </a:lnTo>
                    <a:lnTo>
                      <a:pt x="38" y="240"/>
                    </a:lnTo>
                    <a:lnTo>
                      <a:pt x="47" y="241"/>
                    </a:lnTo>
                    <a:lnTo>
                      <a:pt x="57" y="239"/>
                    </a:lnTo>
                    <a:lnTo>
                      <a:pt x="64" y="235"/>
                    </a:lnTo>
                    <a:lnTo>
                      <a:pt x="68" y="228"/>
                    </a:lnTo>
                    <a:lnTo>
                      <a:pt x="69" y="222"/>
                    </a:lnTo>
                    <a:lnTo>
                      <a:pt x="69" y="212"/>
                    </a:lnTo>
                    <a:lnTo>
                      <a:pt x="71" y="202"/>
                    </a:lnTo>
                    <a:lnTo>
                      <a:pt x="74" y="194"/>
                    </a:lnTo>
                    <a:lnTo>
                      <a:pt x="77" y="189"/>
                    </a:lnTo>
                    <a:lnTo>
                      <a:pt x="80" y="188"/>
                    </a:lnTo>
                    <a:lnTo>
                      <a:pt x="81" y="184"/>
                    </a:lnTo>
                    <a:lnTo>
                      <a:pt x="81" y="181"/>
                    </a:lnTo>
                    <a:lnTo>
                      <a:pt x="79" y="176"/>
                    </a:lnTo>
                    <a:lnTo>
                      <a:pt x="80" y="174"/>
                    </a:lnTo>
                    <a:lnTo>
                      <a:pt x="84" y="173"/>
                    </a:lnTo>
                    <a:lnTo>
                      <a:pt x="85" y="172"/>
                    </a:lnTo>
                    <a:lnTo>
                      <a:pt x="84" y="167"/>
                    </a:lnTo>
                    <a:lnTo>
                      <a:pt x="83" y="164"/>
                    </a:lnTo>
                    <a:lnTo>
                      <a:pt x="84" y="158"/>
                    </a:lnTo>
                    <a:lnTo>
                      <a:pt x="85" y="151"/>
                    </a:lnTo>
                    <a:lnTo>
                      <a:pt x="87" y="143"/>
                    </a:lnTo>
                    <a:lnTo>
                      <a:pt x="92" y="142"/>
                    </a:lnTo>
                    <a:lnTo>
                      <a:pt x="95" y="141"/>
                    </a:lnTo>
                    <a:lnTo>
                      <a:pt x="99" y="142"/>
                    </a:lnTo>
                    <a:lnTo>
                      <a:pt x="102" y="142"/>
                    </a:lnTo>
                    <a:lnTo>
                      <a:pt x="108" y="139"/>
                    </a:lnTo>
                    <a:lnTo>
                      <a:pt x="109" y="134"/>
                    </a:lnTo>
                    <a:lnTo>
                      <a:pt x="106" y="126"/>
                    </a:lnTo>
                    <a:lnTo>
                      <a:pt x="102" y="119"/>
                    </a:lnTo>
                    <a:lnTo>
                      <a:pt x="99" y="112"/>
                    </a:lnTo>
                    <a:lnTo>
                      <a:pt x="94" y="101"/>
                    </a:lnTo>
                    <a:lnTo>
                      <a:pt x="89" y="91"/>
                    </a:lnTo>
                    <a:lnTo>
                      <a:pt x="85" y="82"/>
                    </a:lnTo>
                    <a:lnTo>
                      <a:pt x="84" y="80"/>
                    </a:lnTo>
                    <a:lnTo>
                      <a:pt x="83" y="77"/>
                    </a:lnTo>
                    <a:lnTo>
                      <a:pt x="83" y="76"/>
                    </a:lnTo>
                    <a:lnTo>
                      <a:pt x="81" y="74"/>
                    </a:lnTo>
                    <a:lnTo>
                      <a:pt x="83" y="69"/>
                    </a:lnTo>
                    <a:lnTo>
                      <a:pt x="84" y="63"/>
                    </a:lnTo>
                    <a:lnTo>
                      <a:pt x="86" y="59"/>
                    </a:lnTo>
                    <a:lnTo>
                      <a:pt x="89" y="54"/>
                    </a:lnTo>
                    <a:lnTo>
                      <a:pt x="91" y="53"/>
                    </a:lnTo>
                    <a:lnTo>
                      <a:pt x="92" y="51"/>
                    </a:lnTo>
                    <a:lnTo>
                      <a:pt x="92" y="50"/>
                    </a:lnTo>
                    <a:lnTo>
                      <a:pt x="93" y="49"/>
                    </a:lnTo>
                    <a:lnTo>
                      <a:pt x="95" y="43"/>
                    </a:lnTo>
                    <a:lnTo>
                      <a:pt x="95" y="37"/>
                    </a:lnTo>
                    <a:lnTo>
                      <a:pt x="95" y="34"/>
                    </a:lnTo>
                    <a:lnTo>
                      <a:pt x="94" y="30"/>
                    </a:lnTo>
                    <a:lnTo>
                      <a:pt x="101" y="28"/>
                    </a:lnTo>
                    <a:lnTo>
                      <a:pt x="108" y="23"/>
                    </a:lnTo>
                    <a:lnTo>
                      <a:pt x="112" y="17"/>
                    </a:lnTo>
                    <a:lnTo>
                      <a:pt x="115" y="10"/>
                    </a:lnTo>
                    <a:lnTo>
                      <a:pt x="118" y="9"/>
                    </a:lnTo>
                    <a:lnTo>
                      <a:pt x="122" y="7"/>
                    </a:lnTo>
                    <a:lnTo>
                      <a:pt x="125" y="5"/>
                    </a:lnTo>
                    <a:lnTo>
                      <a:pt x="12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1" name="Freeform 72">
                <a:extLst>
                  <a:ext uri="{FF2B5EF4-FFF2-40B4-BE49-F238E27FC236}">
                    <a16:creationId xmlns:a16="http://schemas.microsoft.com/office/drawing/2014/main" id="{9EE3B5E2-50E4-4188-BD3C-E3DC232BE9A3}"/>
                  </a:ext>
                </a:extLst>
              </p:cNvPr>
              <p:cNvSpPr>
                <a:spLocks/>
              </p:cNvSpPr>
              <p:nvPr/>
            </p:nvSpPr>
            <p:spPr bwMode="auto">
              <a:xfrm>
                <a:off x="3827" y="2902"/>
                <a:ext cx="42" cy="29"/>
              </a:xfrm>
              <a:custGeom>
                <a:avLst/>
                <a:gdLst>
                  <a:gd name="T0" fmla="*/ 42 w 79"/>
                  <a:gd name="T1" fmla="*/ 0 h 54"/>
                  <a:gd name="T2" fmla="*/ 40 w 79"/>
                  <a:gd name="T3" fmla="*/ 3 h 54"/>
                  <a:gd name="T4" fmla="*/ 38 w 79"/>
                  <a:gd name="T5" fmla="*/ 4 h 54"/>
                  <a:gd name="T6" fmla="*/ 36 w 79"/>
                  <a:gd name="T7" fmla="*/ 5 h 54"/>
                  <a:gd name="T8" fmla="*/ 35 w 79"/>
                  <a:gd name="T9" fmla="*/ 5 h 54"/>
                  <a:gd name="T10" fmla="*/ 33 w 79"/>
                  <a:gd name="T11" fmla="*/ 9 h 54"/>
                  <a:gd name="T12" fmla="*/ 31 w 79"/>
                  <a:gd name="T13" fmla="*/ 12 h 54"/>
                  <a:gd name="T14" fmla="*/ 27 w 79"/>
                  <a:gd name="T15" fmla="*/ 15 h 54"/>
                  <a:gd name="T16" fmla="*/ 23 w 79"/>
                  <a:gd name="T17" fmla="*/ 16 h 54"/>
                  <a:gd name="T18" fmla="*/ 21 w 79"/>
                  <a:gd name="T19" fmla="*/ 15 h 54"/>
                  <a:gd name="T20" fmla="*/ 18 w 79"/>
                  <a:gd name="T21" fmla="*/ 13 h 54"/>
                  <a:gd name="T22" fmla="*/ 14 w 79"/>
                  <a:gd name="T23" fmla="*/ 12 h 54"/>
                  <a:gd name="T24" fmla="*/ 12 w 79"/>
                  <a:gd name="T25" fmla="*/ 13 h 54"/>
                  <a:gd name="T26" fmla="*/ 10 w 79"/>
                  <a:gd name="T27" fmla="*/ 16 h 54"/>
                  <a:gd name="T28" fmla="*/ 6 w 79"/>
                  <a:gd name="T29" fmla="*/ 20 h 54"/>
                  <a:gd name="T30" fmla="*/ 3 w 79"/>
                  <a:gd name="T31" fmla="*/ 25 h 54"/>
                  <a:gd name="T32" fmla="*/ 0 w 79"/>
                  <a:gd name="T33" fmla="*/ 29 h 54"/>
                  <a:gd name="T34" fmla="*/ 1 w 79"/>
                  <a:gd name="T35" fmla="*/ 27 h 54"/>
                  <a:gd name="T36" fmla="*/ 1 w 79"/>
                  <a:gd name="T37" fmla="*/ 25 h 54"/>
                  <a:gd name="T38" fmla="*/ 2 w 79"/>
                  <a:gd name="T39" fmla="*/ 25 h 54"/>
                  <a:gd name="T40" fmla="*/ 2 w 79"/>
                  <a:gd name="T41" fmla="*/ 24 h 54"/>
                  <a:gd name="T42" fmla="*/ 0 w 79"/>
                  <a:gd name="T43" fmla="*/ 23 h 54"/>
                  <a:gd name="T44" fmla="*/ 0 w 79"/>
                  <a:gd name="T45" fmla="*/ 21 h 54"/>
                  <a:gd name="T46" fmla="*/ 0 w 79"/>
                  <a:gd name="T47" fmla="*/ 21 h 54"/>
                  <a:gd name="T48" fmla="*/ 1 w 79"/>
                  <a:gd name="T49" fmla="*/ 19 h 54"/>
                  <a:gd name="T50" fmla="*/ 2 w 79"/>
                  <a:gd name="T51" fmla="*/ 16 h 54"/>
                  <a:gd name="T52" fmla="*/ 3 w 79"/>
                  <a:gd name="T53" fmla="*/ 11 h 54"/>
                  <a:gd name="T54" fmla="*/ 6 w 79"/>
                  <a:gd name="T55" fmla="*/ 6 h 54"/>
                  <a:gd name="T56" fmla="*/ 7 w 79"/>
                  <a:gd name="T57" fmla="*/ 3 h 54"/>
                  <a:gd name="T58" fmla="*/ 9 w 79"/>
                  <a:gd name="T59" fmla="*/ 1 h 54"/>
                  <a:gd name="T60" fmla="*/ 11 w 79"/>
                  <a:gd name="T61" fmla="*/ 0 h 54"/>
                  <a:gd name="T62" fmla="*/ 12 w 79"/>
                  <a:gd name="T63" fmla="*/ 0 h 54"/>
                  <a:gd name="T64" fmla="*/ 12 w 79"/>
                  <a:gd name="T65" fmla="*/ 1 h 54"/>
                  <a:gd name="T66" fmla="*/ 14 w 79"/>
                  <a:gd name="T67" fmla="*/ 3 h 54"/>
                  <a:gd name="T68" fmla="*/ 15 w 79"/>
                  <a:gd name="T69" fmla="*/ 3 h 54"/>
                  <a:gd name="T70" fmla="*/ 19 w 79"/>
                  <a:gd name="T71" fmla="*/ 4 h 54"/>
                  <a:gd name="T72" fmla="*/ 23 w 79"/>
                  <a:gd name="T73" fmla="*/ 4 h 54"/>
                  <a:gd name="T74" fmla="*/ 27 w 79"/>
                  <a:gd name="T75" fmla="*/ 4 h 54"/>
                  <a:gd name="T76" fmla="*/ 32 w 79"/>
                  <a:gd name="T77" fmla="*/ 4 h 54"/>
                  <a:gd name="T78" fmla="*/ 37 w 79"/>
                  <a:gd name="T79" fmla="*/ 3 h 54"/>
                  <a:gd name="T80" fmla="*/ 42 w 79"/>
                  <a:gd name="T81" fmla="*/ 0 h 5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9" h="54">
                    <a:moveTo>
                      <a:pt x="79" y="0"/>
                    </a:moveTo>
                    <a:lnTo>
                      <a:pt x="75" y="5"/>
                    </a:lnTo>
                    <a:lnTo>
                      <a:pt x="72" y="7"/>
                    </a:lnTo>
                    <a:lnTo>
                      <a:pt x="68" y="9"/>
                    </a:lnTo>
                    <a:lnTo>
                      <a:pt x="65" y="10"/>
                    </a:lnTo>
                    <a:lnTo>
                      <a:pt x="62" y="17"/>
                    </a:lnTo>
                    <a:lnTo>
                      <a:pt x="58" y="23"/>
                    </a:lnTo>
                    <a:lnTo>
                      <a:pt x="51" y="28"/>
                    </a:lnTo>
                    <a:lnTo>
                      <a:pt x="44" y="30"/>
                    </a:lnTo>
                    <a:lnTo>
                      <a:pt x="39" y="28"/>
                    </a:lnTo>
                    <a:lnTo>
                      <a:pt x="33" y="25"/>
                    </a:lnTo>
                    <a:lnTo>
                      <a:pt x="27" y="23"/>
                    </a:lnTo>
                    <a:lnTo>
                      <a:pt x="23" y="24"/>
                    </a:lnTo>
                    <a:lnTo>
                      <a:pt x="19" y="29"/>
                    </a:lnTo>
                    <a:lnTo>
                      <a:pt x="12" y="37"/>
                    </a:lnTo>
                    <a:lnTo>
                      <a:pt x="5" y="47"/>
                    </a:lnTo>
                    <a:lnTo>
                      <a:pt x="0" y="54"/>
                    </a:lnTo>
                    <a:lnTo>
                      <a:pt x="1" y="51"/>
                    </a:lnTo>
                    <a:lnTo>
                      <a:pt x="1" y="47"/>
                    </a:lnTo>
                    <a:lnTo>
                      <a:pt x="3" y="46"/>
                    </a:lnTo>
                    <a:lnTo>
                      <a:pt x="3" y="44"/>
                    </a:lnTo>
                    <a:lnTo>
                      <a:pt x="0" y="42"/>
                    </a:lnTo>
                    <a:lnTo>
                      <a:pt x="0" y="40"/>
                    </a:lnTo>
                    <a:lnTo>
                      <a:pt x="0" y="39"/>
                    </a:lnTo>
                    <a:lnTo>
                      <a:pt x="1" y="36"/>
                    </a:lnTo>
                    <a:lnTo>
                      <a:pt x="3" y="29"/>
                    </a:lnTo>
                    <a:lnTo>
                      <a:pt x="6" y="21"/>
                    </a:lnTo>
                    <a:lnTo>
                      <a:pt x="11" y="12"/>
                    </a:lnTo>
                    <a:lnTo>
                      <a:pt x="14" y="6"/>
                    </a:lnTo>
                    <a:lnTo>
                      <a:pt x="16" y="2"/>
                    </a:lnTo>
                    <a:lnTo>
                      <a:pt x="20" y="0"/>
                    </a:lnTo>
                    <a:lnTo>
                      <a:pt x="22" y="0"/>
                    </a:lnTo>
                    <a:lnTo>
                      <a:pt x="23" y="2"/>
                    </a:lnTo>
                    <a:lnTo>
                      <a:pt x="26" y="5"/>
                    </a:lnTo>
                    <a:lnTo>
                      <a:pt x="29" y="6"/>
                    </a:lnTo>
                    <a:lnTo>
                      <a:pt x="36" y="8"/>
                    </a:lnTo>
                    <a:lnTo>
                      <a:pt x="43" y="8"/>
                    </a:lnTo>
                    <a:lnTo>
                      <a:pt x="51" y="8"/>
                    </a:lnTo>
                    <a:lnTo>
                      <a:pt x="60" y="7"/>
                    </a:lnTo>
                    <a:lnTo>
                      <a:pt x="69" y="5"/>
                    </a:lnTo>
                    <a:lnTo>
                      <a:pt x="79"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2" name="Freeform 73">
                <a:extLst>
                  <a:ext uri="{FF2B5EF4-FFF2-40B4-BE49-F238E27FC236}">
                    <a16:creationId xmlns:a16="http://schemas.microsoft.com/office/drawing/2014/main" id="{38E81E25-3684-4EF7-B900-E505A532906B}"/>
                  </a:ext>
                </a:extLst>
              </p:cNvPr>
              <p:cNvSpPr>
                <a:spLocks/>
              </p:cNvSpPr>
              <p:nvPr/>
            </p:nvSpPr>
            <p:spPr bwMode="auto">
              <a:xfrm>
                <a:off x="3834" y="2992"/>
                <a:ext cx="11" cy="12"/>
              </a:xfrm>
              <a:custGeom>
                <a:avLst/>
                <a:gdLst>
                  <a:gd name="T0" fmla="*/ 10 w 20"/>
                  <a:gd name="T1" fmla="*/ 0 h 22"/>
                  <a:gd name="T2" fmla="*/ 11 w 20"/>
                  <a:gd name="T3" fmla="*/ 3 h 22"/>
                  <a:gd name="T4" fmla="*/ 10 w 20"/>
                  <a:gd name="T5" fmla="*/ 3 h 22"/>
                  <a:gd name="T6" fmla="*/ 8 w 20"/>
                  <a:gd name="T7" fmla="*/ 4 h 22"/>
                  <a:gd name="T8" fmla="*/ 8 w 20"/>
                  <a:gd name="T9" fmla="*/ 5 h 22"/>
                  <a:gd name="T10" fmla="*/ 9 w 20"/>
                  <a:gd name="T11" fmla="*/ 8 h 22"/>
                  <a:gd name="T12" fmla="*/ 9 w 20"/>
                  <a:gd name="T13" fmla="*/ 9 h 22"/>
                  <a:gd name="T14" fmla="*/ 8 w 20"/>
                  <a:gd name="T15" fmla="*/ 11 h 22"/>
                  <a:gd name="T16" fmla="*/ 7 w 20"/>
                  <a:gd name="T17" fmla="*/ 12 h 22"/>
                  <a:gd name="T18" fmla="*/ 4 w 20"/>
                  <a:gd name="T19" fmla="*/ 9 h 22"/>
                  <a:gd name="T20" fmla="*/ 3 w 20"/>
                  <a:gd name="T21" fmla="*/ 7 h 22"/>
                  <a:gd name="T22" fmla="*/ 2 w 20"/>
                  <a:gd name="T23" fmla="*/ 4 h 22"/>
                  <a:gd name="T24" fmla="*/ 0 w 20"/>
                  <a:gd name="T25" fmla="*/ 1 h 22"/>
                  <a:gd name="T26" fmla="*/ 3 w 20"/>
                  <a:gd name="T27" fmla="*/ 1 h 22"/>
                  <a:gd name="T28" fmla="*/ 5 w 20"/>
                  <a:gd name="T29" fmla="*/ 0 h 22"/>
                  <a:gd name="T30" fmla="*/ 8 w 20"/>
                  <a:gd name="T31" fmla="*/ 0 h 22"/>
                  <a:gd name="T32" fmla="*/ 10 w 20"/>
                  <a:gd name="T33" fmla="*/ 0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2">
                    <a:moveTo>
                      <a:pt x="19" y="0"/>
                    </a:moveTo>
                    <a:lnTo>
                      <a:pt x="20" y="5"/>
                    </a:lnTo>
                    <a:lnTo>
                      <a:pt x="19" y="6"/>
                    </a:lnTo>
                    <a:lnTo>
                      <a:pt x="15" y="7"/>
                    </a:lnTo>
                    <a:lnTo>
                      <a:pt x="14" y="9"/>
                    </a:lnTo>
                    <a:lnTo>
                      <a:pt x="16" y="14"/>
                    </a:lnTo>
                    <a:lnTo>
                      <a:pt x="16" y="17"/>
                    </a:lnTo>
                    <a:lnTo>
                      <a:pt x="15" y="21"/>
                    </a:lnTo>
                    <a:lnTo>
                      <a:pt x="12" y="22"/>
                    </a:lnTo>
                    <a:lnTo>
                      <a:pt x="8" y="17"/>
                    </a:lnTo>
                    <a:lnTo>
                      <a:pt x="5" y="13"/>
                    </a:lnTo>
                    <a:lnTo>
                      <a:pt x="3" y="7"/>
                    </a:lnTo>
                    <a:lnTo>
                      <a:pt x="0" y="2"/>
                    </a:lnTo>
                    <a:lnTo>
                      <a:pt x="5" y="1"/>
                    </a:lnTo>
                    <a:lnTo>
                      <a:pt x="9" y="0"/>
                    </a:lnTo>
                    <a:lnTo>
                      <a:pt x="14" y="0"/>
                    </a:lnTo>
                    <a:lnTo>
                      <a:pt x="1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3" name="Freeform 74">
                <a:extLst>
                  <a:ext uri="{FF2B5EF4-FFF2-40B4-BE49-F238E27FC236}">
                    <a16:creationId xmlns:a16="http://schemas.microsoft.com/office/drawing/2014/main" id="{6C2E9D14-F0B9-482C-BBA9-9235ED24B60F}"/>
                  </a:ext>
                </a:extLst>
              </p:cNvPr>
              <p:cNvSpPr>
                <a:spLocks/>
              </p:cNvSpPr>
              <p:nvPr/>
            </p:nvSpPr>
            <p:spPr bwMode="auto">
              <a:xfrm>
                <a:off x="3798" y="3015"/>
                <a:ext cx="38" cy="18"/>
              </a:xfrm>
              <a:custGeom>
                <a:avLst/>
                <a:gdLst>
                  <a:gd name="T0" fmla="*/ 9 w 69"/>
                  <a:gd name="T1" fmla="*/ 14 h 31"/>
                  <a:gd name="T2" fmla="*/ 13 w 69"/>
                  <a:gd name="T3" fmla="*/ 15 h 31"/>
                  <a:gd name="T4" fmla="*/ 17 w 69"/>
                  <a:gd name="T5" fmla="*/ 17 h 31"/>
                  <a:gd name="T6" fmla="*/ 21 w 69"/>
                  <a:gd name="T7" fmla="*/ 17 h 31"/>
                  <a:gd name="T8" fmla="*/ 26 w 69"/>
                  <a:gd name="T9" fmla="*/ 18 h 31"/>
                  <a:gd name="T10" fmla="*/ 31 w 69"/>
                  <a:gd name="T11" fmla="*/ 17 h 31"/>
                  <a:gd name="T12" fmla="*/ 35 w 69"/>
                  <a:gd name="T13" fmla="*/ 15 h 31"/>
                  <a:gd name="T14" fmla="*/ 37 w 69"/>
                  <a:gd name="T15" fmla="*/ 10 h 31"/>
                  <a:gd name="T16" fmla="*/ 38 w 69"/>
                  <a:gd name="T17" fmla="*/ 7 h 31"/>
                  <a:gd name="T18" fmla="*/ 35 w 69"/>
                  <a:gd name="T19" fmla="*/ 7 h 31"/>
                  <a:gd name="T20" fmla="*/ 31 w 69"/>
                  <a:gd name="T21" fmla="*/ 7 h 31"/>
                  <a:gd name="T22" fmla="*/ 28 w 69"/>
                  <a:gd name="T23" fmla="*/ 6 h 31"/>
                  <a:gd name="T24" fmla="*/ 25 w 69"/>
                  <a:gd name="T25" fmla="*/ 5 h 31"/>
                  <a:gd name="T26" fmla="*/ 21 w 69"/>
                  <a:gd name="T27" fmla="*/ 5 h 31"/>
                  <a:gd name="T28" fmla="*/ 19 w 69"/>
                  <a:gd name="T29" fmla="*/ 3 h 31"/>
                  <a:gd name="T30" fmla="*/ 17 w 69"/>
                  <a:gd name="T31" fmla="*/ 1 h 31"/>
                  <a:gd name="T32" fmla="*/ 14 w 69"/>
                  <a:gd name="T33" fmla="*/ 0 h 31"/>
                  <a:gd name="T34" fmla="*/ 10 w 69"/>
                  <a:gd name="T35" fmla="*/ 2 h 31"/>
                  <a:gd name="T36" fmla="*/ 6 w 69"/>
                  <a:gd name="T37" fmla="*/ 6 h 31"/>
                  <a:gd name="T38" fmla="*/ 2 w 69"/>
                  <a:gd name="T39" fmla="*/ 9 h 31"/>
                  <a:gd name="T40" fmla="*/ 0 w 69"/>
                  <a:gd name="T41" fmla="*/ 12 h 31"/>
                  <a:gd name="T42" fmla="*/ 2 w 69"/>
                  <a:gd name="T43" fmla="*/ 12 h 31"/>
                  <a:gd name="T44" fmla="*/ 5 w 69"/>
                  <a:gd name="T45" fmla="*/ 12 h 31"/>
                  <a:gd name="T46" fmla="*/ 7 w 69"/>
                  <a:gd name="T47" fmla="*/ 13 h 31"/>
                  <a:gd name="T48" fmla="*/ 9 w 69"/>
                  <a:gd name="T49" fmla="*/ 14 h 3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9" h="31">
                    <a:moveTo>
                      <a:pt x="17" y="24"/>
                    </a:moveTo>
                    <a:lnTo>
                      <a:pt x="23" y="26"/>
                    </a:lnTo>
                    <a:lnTo>
                      <a:pt x="30" y="29"/>
                    </a:lnTo>
                    <a:lnTo>
                      <a:pt x="38" y="30"/>
                    </a:lnTo>
                    <a:lnTo>
                      <a:pt x="47" y="31"/>
                    </a:lnTo>
                    <a:lnTo>
                      <a:pt x="57" y="29"/>
                    </a:lnTo>
                    <a:lnTo>
                      <a:pt x="64" y="25"/>
                    </a:lnTo>
                    <a:lnTo>
                      <a:pt x="68" y="18"/>
                    </a:lnTo>
                    <a:lnTo>
                      <a:pt x="69" y="12"/>
                    </a:lnTo>
                    <a:lnTo>
                      <a:pt x="63" y="12"/>
                    </a:lnTo>
                    <a:lnTo>
                      <a:pt x="57" y="12"/>
                    </a:lnTo>
                    <a:lnTo>
                      <a:pt x="51" y="11"/>
                    </a:lnTo>
                    <a:lnTo>
                      <a:pt x="46" y="9"/>
                    </a:lnTo>
                    <a:lnTo>
                      <a:pt x="39" y="8"/>
                    </a:lnTo>
                    <a:lnTo>
                      <a:pt x="34" y="6"/>
                    </a:lnTo>
                    <a:lnTo>
                      <a:pt x="30" y="2"/>
                    </a:lnTo>
                    <a:lnTo>
                      <a:pt x="26" y="0"/>
                    </a:lnTo>
                    <a:lnTo>
                      <a:pt x="19" y="4"/>
                    </a:lnTo>
                    <a:lnTo>
                      <a:pt x="11" y="10"/>
                    </a:lnTo>
                    <a:lnTo>
                      <a:pt x="4" y="15"/>
                    </a:lnTo>
                    <a:lnTo>
                      <a:pt x="0" y="20"/>
                    </a:lnTo>
                    <a:lnTo>
                      <a:pt x="3" y="20"/>
                    </a:lnTo>
                    <a:lnTo>
                      <a:pt x="9" y="20"/>
                    </a:lnTo>
                    <a:lnTo>
                      <a:pt x="13" y="23"/>
                    </a:lnTo>
                    <a:lnTo>
                      <a:pt x="17" y="2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4" name="Freeform 75">
                <a:extLst>
                  <a:ext uri="{FF2B5EF4-FFF2-40B4-BE49-F238E27FC236}">
                    <a16:creationId xmlns:a16="http://schemas.microsoft.com/office/drawing/2014/main" id="{866886F8-DA5F-41DB-9F7A-962D5B551FC4}"/>
                  </a:ext>
                </a:extLst>
              </p:cNvPr>
              <p:cNvSpPr>
                <a:spLocks/>
              </p:cNvSpPr>
              <p:nvPr/>
            </p:nvSpPr>
            <p:spPr bwMode="auto">
              <a:xfrm>
                <a:off x="3845" y="2976"/>
                <a:ext cx="10" cy="3"/>
              </a:xfrm>
              <a:custGeom>
                <a:avLst/>
                <a:gdLst>
                  <a:gd name="T0" fmla="*/ 9 w 18"/>
                  <a:gd name="T1" fmla="*/ 3 h 6"/>
                  <a:gd name="T2" fmla="*/ 8 w 18"/>
                  <a:gd name="T3" fmla="*/ 3 h 6"/>
                  <a:gd name="T4" fmla="*/ 6 w 18"/>
                  <a:gd name="T5" fmla="*/ 2 h 6"/>
                  <a:gd name="T6" fmla="*/ 4 w 18"/>
                  <a:gd name="T7" fmla="*/ 3 h 6"/>
                  <a:gd name="T8" fmla="*/ 1 w 18"/>
                  <a:gd name="T9" fmla="*/ 3 h 6"/>
                  <a:gd name="T10" fmla="*/ 0 w 18"/>
                  <a:gd name="T11" fmla="*/ 3 h 6"/>
                  <a:gd name="T12" fmla="*/ 0 w 18"/>
                  <a:gd name="T13" fmla="*/ 2 h 6"/>
                  <a:gd name="T14" fmla="*/ 1 w 18"/>
                  <a:gd name="T15" fmla="*/ 1 h 6"/>
                  <a:gd name="T16" fmla="*/ 1 w 18"/>
                  <a:gd name="T17" fmla="*/ 0 h 6"/>
                  <a:gd name="T18" fmla="*/ 4 w 18"/>
                  <a:gd name="T19" fmla="*/ 0 h 6"/>
                  <a:gd name="T20" fmla="*/ 8 w 18"/>
                  <a:gd name="T21" fmla="*/ 1 h 6"/>
                  <a:gd name="T22" fmla="*/ 10 w 18"/>
                  <a:gd name="T23" fmla="*/ 1 h 6"/>
                  <a:gd name="T24" fmla="*/ 9 w 18"/>
                  <a:gd name="T25" fmla="*/ 3 h 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 h="6">
                    <a:moveTo>
                      <a:pt x="17" y="5"/>
                    </a:moveTo>
                    <a:lnTo>
                      <a:pt x="14" y="5"/>
                    </a:lnTo>
                    <a:lnTo>
                      <a:pt x="10" y="4"/>
                    </a:lnTo>
                    <a:lnTo>
                      <a:pt x="7" y="5"/>
                    </a:lnTo>
                    <a:lnTo>
                      <a:pt x="2" y="6"/>
                    </a:lnTo>
                    <a:lnTo>
                      <a:pt x="0" y="5"/>
                    </a:lnTo>
                    <a:lnTo>
                      <a:pt x="0" y="4"/>
                    </a:lnTo>
                    <a:lnTo>
                      <a:pt x="1" y="1"/>
                    </a:lnTo>
                    <a:lnTo>
                      <a:pt x="2" y="0"/>
                    </a:lnTo>
                    <a:lnTo>
                      <a:pt x="8" y="0"/>
                    </a:lnTo>
                    <a:lnTo>
                      <a:pt x="14" y="1"/>
                    </a:lnTo>
                    <a:lnTo>
                      <a:pt x="18" y="2"/>
                    </a:lnTo>
                    <a:lnTo>
                      <a:pt x="17"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5" name="Freeform 76">
                <a:extLst>
                  <a:ext uri="{FF2B5EF4-FFF2-40B4-BE49-F238E27FC236}">
                    <a16:creationId xmlns:a16="http://schemas.microsoft.com/office/drawing/2014/main" id="{D9028BBB-6356-4562-B370-A82017CE4612}"/>
                  </a:ext>
                </a:extLst>
              </p:cNvPr>
              <p:cNvSpPr>
                <a:spLocks/>
              </p:cNvSpPr>
              <p:nvPr/>
            </p:nvSpPr>
            <p:spPr bwMode="auto">
              <a:xfrm>
                <a:off x="3833" y="2931"/>
                <a:ext cx="14" cy="10"/>
              </a:xfrm>
              <a:custGeom>
                <a:avLst/>
                <a:gdLst>
                  <a:gd name="T0" fmla="*/ 10 w 26"/>
                  <a:gd name="T1" fmla="*/ 10 h 20"/>
                  <a:gd name="T2" fmla="*/ 11 w 26"/>
                  <a:gd name="T3" fmla="*/ 8 h 20"/>
                  <a:gd name="T4" fmla="*/ 11 w 26"/>
                  <a:gd name="T5" fmla="*/ 5 h 20"/>
                  <a:gd name="T6" fmla="*/ 12 w 26"/>
                  <a:gd name="T7" fmla="*/ 3 h 20"/>
                  <a:gd name="T8" fmla="*/ 14 w 26"/>
                  <a:gd name="T9" fmla="*/ 0 h 20"/>
                  <a:gd name="T10" fmla="*/ 11 w 26"/>
                  <a:gd name="T11" fmla="*/ 3 h 20"/>
                  <a:gd name="T12" fmla="*/ 7 w 26"/>
                  <a:gd name="T13" fmla="*/ 6 h 20"/>
                  <a:gd name="T14" fmla="*/ 3 w 26"/>
                  <a:gd name="T15" fmla="*/ 8 h 20"/>
                  <a:gd name="T16" fmla="*/ 0 w 26"/>
                  <a:gd name="T17" fmla="*/ 9 h 20"/>
                  <a:gd name="T18" fmla="*/ 3 w 26"/>
                  <a:gd name="T19" fmla="*/ 9 h 20"/>
                  <a:gd name="T20" fmla="*/ 5 w 26"/>
                  <a:gd name="T21" fmla="*/ 10 h 20"/>
                  <a:gd name="T22" fmla="*/ 8 w 26"/>
                  <a:gd name="T23" fmla="*/ 10 h 20"/>
                  <a:gd name="T24" fmla="*/ 10 w 26"/>
                  <a:gd name="T25" fmla="*/ 1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0">
                    <a:moveTo>
                      <a:pt x="18" y="20"/>
                    </a:moveTo>
                    <a:lnTo>
                      <a:pt x="20" y="15"/>
                    </a:lnTo>
                    <a:lnTo>
                      <a:pt x="21" y="9"/>
                    </a:lnTo>
                    <a:lnTo>
                      <a:pt x="23" y="5"/>
                    </a:lnTo>
                    <a:lnTo>
                      <a:pt x="26" y="0"/>
                    </a:lnTo>
                    <a:lnTo>
                      <a:pt x="20" y="5"/>
                    </a:lnTo>
                    <a:lnTo>
                      <a:pt x="13" y="11"/>
                    </a:lnTo>
                    <a:lnTo>
                      <a:pt x="6" y="15"/>
                    </a:lnTo>
                    <a:lnTo>
                      <a:pt x="0" y="18"/>
                    </a:lnTo>
                    <a:lnTo>
                      <a:pt x="5" y="18"/>
                    </a:lnTo>
                    <a:lnTo>
                      <a:pt x="10" y="19"/>
                    </a:lnTo>
                    <a:lnTo>
                      <a:pt x="15" y="19"/>
                    </a:lnTo>
                    <a:lnTo>
                      <a:pt x="18" y="2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6" name="Freeform 77">
                <a:extLst>
                  <a:ext uri="{FF2B5EF4-FFF2-40B4-BE49-F238E27FC236}">
                    <a16:creationId xmlns:a16="http://schemas.microsoft.com/office/drawing/2014/main" id="{27390300-DD90-4249-852A-BE45A8A9239F}"/>
                  </a:ext>
                </a:extLst>
              </p:cNvPr>
              <p:cNvSpPr>
                <a:spLocks/>
              </p:cNvSpPr>
              <p:nvPr/>
            </p:nvSpPr>
            <p:spPr bwMode="auto">
              <a:xfrm>
                <a:off x="3828" y="2918"/>
                <a:ext cx="23" cy="21"/>
              </a:xfrm>
              <a:custGeom>
                <a:avLst/>
                <a:gdLst>
                  <a:gd name="T0" fmla="*/ 22 w 42"/>
                  <a:gd name="T1" fmla="*/ 0 h 38"/>
                  <a:gd name="T2" fmla="*/ 23 w 42"/>
                  <a:gd name="T3" fmla="*/ 2 h 38"/>
                  <a:gd name="T4" fmla="*/ 23 w 42"/>
                  <a:gd name="T5" fmla="*/ 4 h 38"/>
                  <a:gd name="T6" fmla="*/ 23 w 42"/>
                  <a:gd name="T7" fmla="*/ 7 h 38"/>
                  <a:gd name="T8" fmla="*/ 22 w 42"/>
                  <a:gd name="T9" fmla="*/ 11 h 38"/>
                  <a:gd name="T10" fmla="*/ 20 w 42"/>
                  <a:gd name="T11" fmla="*/ 9 h 38"/>
                  <a:gd name="T12" fmla="*/ 18 w 42"/>
                  <a:gd name="T13" fmla="*/ 9 h 38"/>
                  <a:gd name="T14" fmla="*/ 15 w 42"/>
                  <a:gd name="T15" fmla="*/ 11 h 38"/>
                  <a:gd name="T16" fmla="*/ 12 w 42"/>
                  <a:gd name="T17" fmla="*/ 12 h 38"/>
                  <a:gd name="T18" fmla="*/ 8 w 42"/>
                  <a:gd name="T19" fmla="*/ 13 h 38"/>
                  <a:gd name="T20" fmla="*/ 5 w 42"/>
                  <a:gd name="T21" fmla="*/ 16 h 38"/>
                  <a:gd name="T22" fmla="*/ 2 w 42"/>
                  <a:gd name="T23" fmla="*/ 18 h 38"/>
                  <a:gd name="T24" fmla="*/ 0 w 42"/>
                  <a:gd name="T25" fmla="*/ 21 h 38"/>
                  <a:gd name="T26" fmla="*/ 1 w 42"/>
                  <a:gd name="T27" fmla="*/ 18 h 38"/>
                  <a:gd name="T28" fmla="*/ 3 w 42"/>
                  <a:gd name="T29" fmla="*/ 16 h 38"/>
                  <a:gd name="T30" fmla="*/ 5 w 42"/>
                  <a:gd name="T31" fmla="*/ 13 h 38"/>
                  <a:gd name="T32" fmla="*/ 9 w 42"/>
                  <a:gd name="T33" fmla="*/ 9 h 38"/>
                  <a:gd name="T34" fmla="*/ 12 w 42"/>
                  <a:gd name="T35" fmla="*/ 7 h 38"/>
                  <a:gd name="T36" fmla="*/ 15 w 42"/>
                  <a:gd name="T37" fmla="*/ 4 h 38"/>
                  <a:gd name="T38" fmla="*/ 19 w 42"/>
                  <a:gd name="T39" fmla="*/ 1 h 38"/>
                  <a:gd name="T40" fmla="*/ 22 w 42"/>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38">
                    <a:moveTo>
                      <a:pt x="41" y="0"/>
                    </a:moveTo>
                    <a:lnTo>
                      <a:pt x="42" y="4"/>
                    </a:lnTo>
                    <a:lnTo>
                      <a:pt x="42" y="7"/>
                    </a:lnTo>
                    <a:lnTo>
                      <a:pt x="42" y="13"/>
                    </a:lnTo>
                    <a:lnTo>
                      <a:pt x="40" y="19"/>
                    </a:lnTo>
                    <a:lnTo>
                      <a:pt x="36" y="17"/>
                    </a:lnTo>
                    <a:lnTo>
                      <a:pt x="32" y="17"/>
                    </a:lnTo>
                    <a:lnTo>
                      <a:pt x="27" y="19"/>
                    </a:lnTo>
                    <a:lnTo>
                      <a:pt x="21" y="21"/>
                    </a:lnTo>
                    <a:lnTo>
                      <a:pt x="15" y="24"/>
                    </a:lnTo>
                    <a:lnTo>
                      <a:pt x="9" y="29"/>
                    </a:lnTo>
                    <a:lnTo>
                      <a:pt x="4" y="33"/>
                    </a:lnTo>
                    <a:lnTo>
                      <a:pt x="0" y="38"/>
                    </a:lnTo>
                    <a:lnTo>
                      <a:pt x="2" y="33"/>
                    </a:lnTo>
                    <a:lnTo>
                      <a:pt x="5" y="29"/>
                    </a:lnTo>
                    <a:lnTo>
                      <a:pt x="10" y="23"/>
                    </a:lnTo>
                    <a:lnTo>
                      <a:pt x="16" y="17"/>
                    </a:lnTo>
                    <a:lnTo>
                      <a:pt x="21" y="12"/>
                    </a:lnTo>
                    <a:lnTo>
                      <a:pt x="28" y="7"/>
                    </a:lnTo>
                    <a:lnTo>
                      <a:pt x="34" y="2"/>
                    </a:lnTo>
                    <a:lnTo>
                      <a:pt x="41"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7" name="Freeform 78">
                <a:extLst>
                  <a:ext uri="{FF2B5EF4-FFF2-40B4-BE49-F238E27FC236}">
                    <a16:creationId xmlns:a16="http://schemas.microsoft.com/office/drawing/2014/main" id="{900B0018-BAF1-49DE-93BA-537A5490F699}"/>
                  </a:ext>
                </a:extLst>
              </p:cNvPr>
              <p:cNvSpPr>
                <a:spLocks/>
              </p:cNvSpPr>
              <p:nvPr/>
            </p:nvSpPr>
            <p:spPr bwMode="auto">
              <a:xfrm>
                <a:off x="3844" y="2945"/>
                <a:ext cx="11" cy="23"/>
              </a:xfrm>
              <a:custGeom>
                <a:avLst/>
                <a:gdLst>
                  <a:gd name="T0" fmla="*/ 11 w 19"/>
                  <a:gd name="T1" fmla="*/ 21 h 41"/>
                  <a:gd name="T2" fmla="*/ 9 w 19"/>
                  <a:gd name="T3" fmla="*/ 17 h 41"/>
                  <a:gd name="T4" fmla="*/ 6 w 19"/>
                  <a:gd name="T5" fmla="*/ 11 h 41"/>
                  <a:gd name="T6" fmla="*/ 3 w 19"/>
                  <a:gd name="T7" fmla="*/ 5 h 41"/>
                  <a:gd name="T8" fmla="*/ 1 w 19"/>
                  <a:gd name="T9" fmla="*/ 0 h 41"/>
                  <a:gd name="T10" fmla="*/ 0 w 19"/>
                  <a:gd name="T11" fmla="*/ 3 h 41"/>
                  <a:gd name="T12" fmla="*/ 1 w 19"/>
                  <a:gd name="T13" fmla="*/ 10 h 41"/>
                  <a:gd name="T14" fmla="*/ 2 w 19"/>
                  <a:gd name="T15" fmla="*/ 17 h 41"/>
                  <a:gd name="T16" fmla="*/ 2 w 19"/>
                  <a:gd name="T17" fmla="*/ 23 h 41"/>
                  <a:gd name="T18" fmla="*/ 5 w 19"/>
                  <a:gd name="T19" fmla="*/ 22 h 41"/>
                  <a:gd name="T20" fmla="*/ 8 w 19"/>
                  <a:gd name="T21" fmla="*/ 21 h 41"/>
                  <a:gd name="T22" fmla="*/ 10 w 19"/>
                  <a:gd name="T23" fmla="*/ 21 h 41"/>
                  <a:gd name="T24" fmla="*/ 11 w 19"/>
                  <a:gd name="T25" fmla="*/ 2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41">
                    <a:moveTo>
                      <a:pt x="19" y="37"/>
                    </a:moveTo>
                    <a:lnTo>
                      <a:pt x="16" y="30"/>
                    </a:lnTo>
                    <a:lnTo>
                      <a:pt x="11" y="19"/>
                    </a:lnTo>
                    <a:lnTo>
                      <a:pt x="6" y="9"/>
                    </a:lnTo>
                    <a:lnTo>
                      <a:pt x="2" y="0"/>
                    </a:lnTo>
                    <a:lnTo>
                      <a:pt x="0" y="6"/>
                    </a:lnTo>
                    <a:lnTo>
                      <a:pt x="2" y="17"/>
                    </a:lnTo>
                    <a:lnTo>
                      <a:pt x="4" y="31"/>
                    </a:lnTo>
                    <a:lnTo>
                      <a:pt x="4" y="41"/>
                    </a:lnTo>
                    <a:lnTo>
                      <a:pt x="9" y="39"/>
                    </a:lnTo>
                    <a:lnTo>
                      <a:pt x="13" y="38"/>
                    </a:lnTo>
                    <a:lnTo>
                      <a:pt x="17" y="38"/>
                    </a:lnTo>
                    <a:lnTo>
                      <a:pt x="19" y="3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8" name="Freeform 79">
                <a:extLst>
                  <a:ext uri="{FF2B5EF4-FFF2-40B4-BE49-F238E27FC236}">
                    <a16:creationId xmlns:a16="http://schemas.microsoft.com/office/drawing/2014/main" id="{022301A8-6C03-4B2B-9B75-3D45446FFD45}"/>
                  </a:ext>
                </a:extLst>
              </p:cNvPr>
              <p:cNvSpPr>
                <a:spLocks/>
              </p:cNvSpPr>
              <p:nvPr/>
            </p:nvSpPr>
            <p:spPr bwMode="auto">
              <a:xfrm>
                <a:off x="3807" y="2939"/>
                <a:ext cx="23" cy="75"/>
              </a:xfrm>
              <a:custGeom>
                <a:avLst/>
                <a:gdLst>
                  <a:gd name="T0" fmla="*/ 21 w 42"/>
                  <a:gd name="T1" fmla="*/ 0 h 138"/>
                  <a:gd name="T2" fmla="*/ 18 w 42"/>
                  <a:gd name="T3" fmla="*/ 3 h 138"/>
                  <a:gd name="T4" fmla="*/ 15 w 42"/>
                  <a:gd name="T5" fmla="*/ 7 h 138"/>
                  <a:gd name="T6" fmla="*/ 12 w 42"/>
                  <a:gd name="T7" fmla="*/ 12 h 138"/>
                  <a:gd name="T8" fmla="*/ 8 w 42"/>
                  <a:gd name="T9" fmla="*/ 17 h 138"/>
                  <a:gd name="T10" fmla="*/ 4 w 42"/>
                  <a:gd name="T11" fmla="*/ 23 h 138"/>
                  <a:gd name="T12" fmla="*/ 2 w 42"/>
                  <a:gd name="T13" fmla="*/ 27 h 138"/>
                  <a:gd name="T14" fmla="*/ 1 w 42"/>
                  <a:gd name="T15" fmla="*/ 30 h 138"/>
                  <a:gd name="T16" fmla="*/ 0 w 42"/>
                  <a:gd name="T17" fmla="*/ 33 h 138"/>
                  <a:gd name="T18" fmla="*/ 2 w 42"/>
                  <a:gd name="T19" fmla="*/ 38 h 138"/>
                  <a:gd name="T20" fmla="*/ 6 w 42"/>
                  <a:gd name="T21" fmla="*/ 48 h 138"/>
                  <a:gd name="T22" fmla="*/ 8 w 42"/>
                  <a:gd name="T23" fmla="*/ 61 h 138"/>
                  <a:gd name="T24" fmla="*/ 5 w 42"/>
                  <a:gd name="T25" fmla="*/ 75 h 138"/>
                  <a:gd name="T26" fmla="*/ 9 w 42"/>
                  <a:gd name="T27" fmla="*/ 66 h 138"/>
                  <a:gd name="T28" fmla="*/ 13 w 42"/>
                  <a:gd name="T29" fmla="*/ 55 h 138"/>
                  <a:gd name="T30" fmla="*/ 18 w 42"/>
                  <a:gd name="T31" fmla="*/ 46 h 138"/>
                  <a:gd name="T32" fmla="*/ 22 w 42"/>
                  <a:gd name="T33" fmla="*/ 40 h 138"/>
                  <a:gd name="T34" fmla="*/ 23 w 42"/>
                  <a:gd name="T35" fmla="*/ 36 h 138"/>
                  <a:gd name="T36" fmla="*/ 23 w 42"/>
                  <a:gd name="T37" fmla="*/ 32 h 138"/>
                  <a:gd name="T38" fmla="*/ 21 w 42"/>
                  <a:gd name="T39" fmla="*/ 28 h 138"/>
                  <a:gd name="T40" fmla="*/ 19 w 42"/>
                  <a:gd name="T41" fmla="*/ 25 h 138"/>
                  <a:gd name="T42" fmla="*/ 17 w 42"/>
                  <a:gd name="T43" fmla="*/ 21 h 138"/>
                  <a:gd name="T44" fmla="*/ 15 w 42"/>
                  <a:gd name="T45" fmla="*/ 15 h 138"/>
                  <a:gd name="T46" fmla="*/ 17 w 42"/>
                  <a:gd name="T47" fmla="*/ 7 h 138"/>
                  <a:gd name="T48" fmla="*/ 21 w 42"/>
                  <a:gd name="T49" fmla="*/ 0 h 1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2" h="138">
                    <a:moveTo>
                      <a:pt x="38" y="0"/>
                    </a:moveTo>
                    <a:lnTo>
                      <a:pt x="33" y="6"/>
                    </a:lnTo>
                    <a:lnTo>
                      <a:pt x="27" y="13"/>
                    </a:lnTo>
                    <a:lnTo>
                      <a:pt x="21" y="22"/>
                    </a:lnTo>
                    <a:lnTo>
                      <a:pt x="15" y="31"/>
                    </a:lnTo>
                    <a:lnTo>
                      <a:pt x="8" y="42"/>
                    </a:lnTo>
                    <a:lnTo>
                      <a:pt x="3" y="50"/>
                    </a:lnTo>
                    <a:lnTo>
                      <a:pt x="1" y="55"/>
                    </a:lnTo>
                    <a:lnTo>
                      <a:pt x="0" y="60"/>
                    </a:lnTo>
                    <a:lnTo>
                      <a:pt x="4" y="70"/>
                    </a:lnTo>
                    <a:lnTo>
                      <a:pt x="11" y="89"/>
                    </a:lnTo>
                    <a:lnTo>
                      <a:pt x="15" y="113"/>
                    </a:lnTo>
                    <a:lnTo>
                      <a:pt x="10" y="138"/>
                    </a:lnTo>
                    <a:lnTo>
                      <a:pt x="16" y="121"/>
                    </a:lnTo>
                    <a:lnTo>
                      <a:pt x="24" y="101"/>
                    </a:lnTo>
                    <a:lnTo>
                      <a:pt x="32" y="84"/>
                    </a:lnTo>
                    <a:lnTo>
                      <a:pt x="41" y="73"/>
                    </a:lnTo>
                    <a:lnTo>
                      <a:pt x="42" y="67"/>
                    </a:lnTo>
                    <a:lnTo>
                      <a:pt x="42" y="59"/>
                    </a:lnTo>
                    <a:lnTo>
                      <a:pt x="39" y="52"/>
                    </a:lnTo>
                    <a:lnTo>
                      <a:pt x="35" y="46"/>
                    </a:lnTo>
                    <a:lnTo>
                      <a:pt x="31" y="38"/>
                    </a:lnTo>
                    <a:lnTo>
                      <a:pt x="28" y="27"/>
                    </a:lnTo>
                    <a:lnTo>
                      <a:pt x="31" y="13"/>
                    </a:lnTo>
                    <a:lnTo>
                      <a:pt x="38"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89" name="Freeform 80">
                <a:extLst>
                  <a:ext uri="{FF2B5EF4-FFF2-40B4-BE49-F238E27FC236}">
                    <a16:creationId xmlns:a16="http://schemas.microsoft.com/office/drawing/2014/main" id="{8E600E91-5246-4172-A18B-A06F76F603E8}"/>
                  </a:ext>
                </a:extLst>
              </p:cNvPr>
              <p:cNvSpPr>
                <a:spLocks/>
              </p:cNvSpPr>
              <p:nvPr/>
            </p:nvSpPr>
            <p:spPr bwMode="auto">
              <a:xfrm>
                <a:off x="3264" y="3089"/>
                <a:ext cx="371" cy="511"/>
              </a:xfrm>
              <a:custGeom>
                <a:avLst/>
                <a:gdLst>
                  <a:gd name="T0" fmla="*/ 359 w 680"/>
                  <a:gd name="T1" fmla="*/ 238 h 937"/>
                  <a:gd name="T2" fmla="*/ 348 w 680"/>
                  <a:gd name="T3" fmla="*/ 245 h 937"/>
                  <a:gd name="T4" fmla="*/ 325 w 680"/>
                  <a:gd name="T5" fmla="*/ 242 h 937"/>
                  <a:gd name="T6" fmla="*/ 300 w 680"/>
                  <a:gd name="T7" fmla="*/ 219 h 937"/>
                  <a:gd name="T8" fmla="*/ 287 w 680"/>
                  <a:gd name="T9" fmla="*/ 220 h 937"/>
                  <a:gd name="T10" fmla="*/ 265 w 680"/>
                  <a:gd name="T11" fmla="*/ 221 h 937"/>
                  <a:gd name="T12" fmla="*/ 244 w 680"/>
                  <a:gd name="T13" fmla="*/ 217 h 937"/>
                  <a:gd name="T14" fmla="*/ 223 w 680"/>
                  <a:gd name="T15" fmla="*/ 202 h 937"/>
                  <a:gd name="T16" fmla="*/ 192 w 680"/>
                  <a:gd name="T17" fmla="*/ 189 h 937"/>
                  <a:gd name="T18" fmla="*/ 185 w 680"/>
                  <a:gd name="T19" fmla="*/ 213 h 937"/>
                  <a:gd name="T20" fmla="*/ 208 w 680"/>
                  <a:gd name="T21" fmla="*/ 263 h 937"/>
                  <a:gd name="T22" fmla="*/ 240 w 680"/>
                  <a:gd name="T23" fmla="*/ 321 h 937"/>
                  <a:gd name="T24" fmla="*/ 268 w 680"/>
                  <a:gd name="T25" fmla="*/ 362 h 937"/>
                  <a:gd name="T26" fmla="*/ 288 w 680"/>
                  <a:gd name="T27" fmla="*/ 369 h 937"/>
                  <a:gd name="T28" fmla="*/ 321 w 680"/>
                  <a:gd name="T29" fmla="*/ 378 h 937"/>
                  <a:gd name="T30" fmla="*/ 344 w 680"/>
                  <a:gd name="T31" fmla="*/ 378 h 937"/>
                  <a:gd name="T32" fmla="*/ 366 w 680"/>
                  <a:gd name="T33" fmla="*/ 370 h 937"/>
                  <a:gd name="T34" fmla="*/ 367 w 680"/>
                  <a:gd name="T35" fmla="*/ 420 h 937"/>
                  <a:gd name="T36" fmla="*/ 355 w 680"/>
                  <a:gd name="T37" fmla="*/ 461 h 937"/>
                  <a:gd name="T38" fmla="*/ 355 w 680"/>
                  <a:gd name="T39" fmla="*/ 503 h 937"/>
                  <a:gd name="T40" fmla="*/ 316 w 680"/>
                  <a:gd name="T41" fmla="*/ 511 h 937"/>
                  <a:gd name="T42" fmla="*/ 226 w 680"/>
                  <a:gd name="T43" fmla="*/ 511 h 937"/>
                  <a:gd name="T44" fmla="*/ 125 w 680"/>
                  <a:gd name="T45" fmla="*/ 511 h 937"/>
                  <a:gd name="T46" fmla="*/ 46 w 680"/>
                  <a:gd name="T47" fmla="*/ 511 h 937"/>
                  <a:gd name="T48" fmla="*/ 34 w 680"/>
                  <a:gd name="T49" fmla="*/ 484 h 937"/>
                  <a:gd name="T50" fmla="*/ 22 w 680"/>
                  <a:gd name="T51" fmla="*/ 462 h 937"/>
                  <a:gd name="T52" fmla="*/ 3 w 680"/>
                  <a:gd name="T53" fmla="*/ 437 h 937"/>
                  <a:gd name="T54" fmla="*/ 4 w 680"/>
                  <a:gd name="T55" fmla="*/ 392 h 937"/>
                  <a:gd name="T56" fmla="*/ 17 w 680"/>
                  <a:gd name="T57" fmla="*/ 322 h 937"/>
                  <a:gd name="T58" fmla="*/ 27 w 680"/>
                  <a:gd name="T59" fmla="*/ 253 h 937"/>
                  <a:gd name="T60" fmla="*/ 39 w 680"/>
                  <a:gd name="T61" fmla="*/ 220 h 937"/>
                  <a:gd name="T62" fmla="*/ 56 w 680"/>
                  <a:gd name="T63" fmla="*/ 190 h 937"/>
                  <a:gd name="T64" fmla="*/ 65 w 680"/>
                  <a:gd name="T65" fmla="*/ 169 h 937"/>
                  <a:gd name="T66" fmla="*/ 77 w 680"/>
                  <a:gd name="T67" fmla="*/ 146 h 937"/>
                  <a:gd name="T68" fmla="*/ 82 w 680"/>
                  <a:gd name="T69" fmla="*/ 127 h 937"/>
                  <a:gd name="T70" fmla="*/ 97 w 680"/>
                  <a:gd name="T71" fmla="*/ 88 h 937"/>
                  <a:gd name="T72" fmla="*/ 123 w 680"/>
                  <a:gd name="T73" fmla="*/ 52 h 937"/>
                  <a:gd name="T74" fmla="*/ 137 w 680"/>
                  <a:gd name="T75" fmla="*/ 45 h 937"/>
                  <a:gd name="T76" fmla="*/ 149 w 680"/>
                  <a:gd name="T77" fmla="*/ 34 h 937"/>
                  <a:gd name="T78" fmla="*/ 163 w 680"/>
                  <a:gd name="T79" fmla="*/ 13 h 937"/>
                  <a:gd name="T80" fmla="*/ 172 w 680"/>
                  <a:gd name="T81" fmla="*/ 1 h 937"/>
                  <a:gd name="T82" fmla="*/ 182 w 680"/>
                  <a:gd name="T83" fmla="*/ 4 h 937"/>
                  <a:gd name="T84" fmla="*/ 205 w 680"/>
                  <a:gd name="T85" fmla="*/ 17 h 937"/>
                  <a:gd name="T86" fmla="*/ 229 w 680"/>
                  <a:gd name="T87" fmla="*/ 28 h 937"/>
                  <a:gd name="T88" fmla="*/ 253 w 680"/>
                  <a:gd name="T89" fmla="*/ 33 h 937"/>
                  <a:gd name="T90" fmla="*/ 289 w 680"/>
                  <a:gd name="T91" fmla="*/ 44 h 937"/>
                  <a:gd name="T92" fmla="*/ 296 w 680"/>
                  <a:gd name="T93" fmla="*/ 41 h 937"/>
                  <a:gd name="T94" fmla="*/ 310 w 680"/>
                  <a:gd name="T95" fmla="*/ 56 h 937"/>
                  <a:gd name="T96" fmla="*/ 320 w 680"/>
                  <a:gd name="T97" fmla="*/ 75 h 937"/>
                  <a:gd name="T98" fmla="*/ 318 w 680"/>
                  <a:gd name="T99" fmla="*/ 89 h 937"/>
                  <a:gd name="T100" fmla="*/ 332 w 680"/>
                  <a:gd name="T101" fmla="*/ 126 h 937"/>
                  <a:gd name="T102" fmla="*/ 324 w 680"/>
                  <a:gd name="T103" fmla="*/ 127 h 937"/>
                  <a:gd name="T104" fmla="*/ 313 w 680"/>
                  <a:gd name="T105" fmla="*/ 119 h 937"/>
                  <a:gd name="T106" fmla="*/ 314 w 680"/>
                  <a:gd name="T107" fmla="*/ 136 h 937"/>
                  <a:gd name="T108" fmla="*/ 332 w 680"/>
                  <a:gd name="T109" fmla="*/ 173 h 937"/>
                  <a:gd name="T110" fmla="*/ 342 w 680"/>
                  <a:gd name="T111" fmla="*/ 201 h 937"/>
                  <a:gd name="T112" fmla="*/ 355 w 680"/>
                  <a:gd name="T113" fmla="*/ 219 h 93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680" h="937">
                    <a:moveTo>
                      <a:pt x="655" y="412"/>
                    </a:moveTo>
                    <a:lnTo>
                      <a:pt x="657" y="419"/>
                    </a:lnTo>
                    <a:lnTo>
                      <a:pt x="658" y="427"/>
                    </a:lnTo>
                    <a:lnTo>
                      <a:pt x="658" y="436"/>
                    </a:lnTo>
                    <a:lnTo>
                      <a:pt x="658" y="444"/>
                    </a:lnTo>
                    <a:lnTo>
                      <a:pt x="651" y="444"/>
                    </a:lnTo>
                    <a:lnTo>
                      <a:pt x="644" y="446"/>
                    </a:lnTo>
                    <a:lnTo>
                      <a:pt x="637" y="450"/>
                    </a:lnTo>
                    <a:lnTo>
                      <a:pt x="632" y="452"/>
                    </a:lnTo>
                    <a:lnTo>
                      <a:pt x="621" y="453"/>
                    </a:lnTo>
                    <a:lnTo>
                      <a:pt x="609" y="450"/>
                    </a:lnTo>
                    <a:lnTo>
                      <a:pt x="596" y="443"/>
                    </a:lnTo>
                    <a:lnTo>
                      <a:pt x="582" y="433"/>
                    </a:lnTo>
                    <a:lnTo>
                      <a:pt x="570" y="423"/>
                    </a:lnTo>
                    <a:lnTo>
                      <a:pt x="559" y="413"/>
                    </a:lnTo>
                    <a:lnTo>
                      <a:pt x="550" y="402"/>
                    </a:lnTo>
                    <a:lnTo>
                      <a:pt x="543" y="394"/>
                    </a:lnTo>
                    <a:lnTo>
                      <a:pt x="537" y="398"/>
                    </a:lnTo>
                    <a:lnTo>
                      <a:pt x="531" y="400"/>
                    </a:lnTo>
                    <a:lnTo>
                      <a:pt x="526" y="404"/>
                    </a:lnTo>
                    <a:lnTo>
                      <a:pt x="520" y="406"/>
                    </a:lnTo>
                    <a:lnTo>
                      <a:pt x="508" y="406"/>
                    </a:lnTo>
                    <a:lnTo>
                      <a:pt x="497" y="406"/>
                    </a:lnTo>
                    <a:lnTo>
                      <a:pt x="485" y="405"/>
                    </a:lnTo>
                    <a:lnTo>
                      <a:pt x="475" y="404"/>
                    </a:lnTo>
                    <a:lnTo>
                      <a:pt x="465" y="401"/>
                    </a:lnTo>
                    <a:lnTo>
                      <a:pt x="455" y="400"/>
                    </a:lnTo>
                    <a:lnTo>
                      <a:pt x="447" y="397"/>
                    </a:lnTo>
                    <a:lnTo>
                      <a:pt x="440" y="393"/>
                    </a:lnTo>
                    <a:lnTo>
                      <a:pt x="432" y="387"/>
                    </a:lnTo>
                    <a:lnTo>
                      <a:pt x="422" y="379"/>
                    </a:lnTo>
                    <a:lnTo>
                      <a:pt x="408" y="370"/>
                    </a:lnTo>
                    <a:lnTo>
                      <a:pt x="393" y="361"/>
                    </a:lnTo>
                    <a:lnTo>
                      <a:pt x="377" y="353"/>
                    </a:lnTo>
                    <a:lnTo>
                      <a:pt x="363" y="348"/>
                    </a:lnTo>
                    <a:lnTo>
                      <a:pt x="351" y="347"/>
                    </a:lnTo>
                    <a:lnTo>
                      <a:pt x="340" y="353"/>
                    </a:lnTo>
                    <a:lnTo>
                      <a:pt x="336" y="361"/>
                    </a:lnTo>
                    <a:lnTo>
                      <a:pt x="336" y="374"/>
                    </a:lnTo>
                    <a:lnTo>
                      <a:pt x="339" y="390"/>
                    </a:lnTo>
                    <a:lnTo>
                      <a:pt x="346" y="409"/>
                    </a:lnTo>
                    <a:lnTo>
                      <a:pt x="355" y="432"/>
                    </a:lnTo>
                    <a:lnTo>
                      <a:pt x="367" y="457"/>
                    </a:lnTo>
                    <a:lnTo>
                      <a:pt x="381" y="483"/>
                    </a:lnTo>
                    <a:lnTo>
                      <a:pt x="394" y="510"/>
                    </a:lnTo>
                    <a:lnTo>
                      <a:pt x="409" y="537"/>
                    </a:lnTo>
                    <a:lnTo>
                      <a:pt x="426" y="564"/>
                    </a:lnTo>
                    <a:lnTo>
                      <a:pt x="440" y="588"/>
                    </a:lnTo>
                    <a:lnTo>
                      <a:pt x="455" y="611"/>
                    </a:lnTo>
                    <a:lnTo>
                      <a:pt x="468" y="632"/>
                    </a:lnTo>
                    <a:lnTo>
                      <a:pt x="481" y="649"/>
                    </a:lnTo>
                    <a:lnTo>
                      <a:pt x="491" y="663"/>
                    </a:lnTo>
                    <a:lnTo>
                      <a:pt x="498" y="671"/>
                    </a:lnTo>
                    <a:lnTo>
                      <a:pt x="505" y="671"/>
                    </a:lnTo>
                    <a:lnTo>
                      <a:pt x="515" y="673"/>
                    </a:lnTo>
                    <a:lnTo>
                      <a:pt x="528" y="677"/>
                    </a:lnTo>
                    <a:lnTo>
                      <a:pt x="543" y="681"/>
                    </a:lnTo>
                    <a:lnTo>
                      <a:pt x="559" y="686"/>
                    </a:lnTo>
                    <a:lnTo>
                      <a:pt x="574" y="690"/>
                    </a:lnTo>
                    <a:lnTo>
                      <a:pt x="588" y="694"/>
                    </a:lnTo>
                    <a:lnTo>
                      <a:pt x="599" y="696"/>
                    </a:lnTo>
                    <a:lnTo>
                      <a:pt x="610" y="697"/>
                    </a:lnTo>
                    <a:lnTo>
                      <a:pt x="620" y="696"/>
                    </a:lnTo>
                    <a:lnTo>
                      <a:pt x="631" y="694"/>
                    </a:lnTo>
                    <a:lnTo>
                      <a:pt x="641" y="690"/>
                    </a:lnTo>
                    <a:lnTo>
                      <a:pt x="650" y="686"/>
                    </a:lnTo>
                    <a:lnTo>
                      <a:pt x="661" y="682"/>
                    </a:lnTo>
                    <a:lnTo>
                      <a:pt x="670" y="678"/>
                    </a:lnTo>
                    <a:lnTo>
                      <a:pt x="678" y="674"/>
                    </a:lnTo>
                    <a:lnTo>
                      <a:pt x="680" y="705"/>
                    </a:lnTo>
                    <a:lnTo>
                      <a:pt x="679" y="739"/>
                    </a:lnTo>
                    <a:lnTo>
                      <a:pt x="673" y="771"/>
                    </a:lnTo>
                    <a:lnTo>
                      <a:pt x="663" y="795"/>
                    </a:lnTo>
                    <a:lnTo>
                      <a:pt x="659" y="806"/>
                    </a:lnTo>
                    <a:lnTo>
                      <a:pt x="655" y="825"/>
                    </a:lnTo>
                    <a:lnTo>
                      <a:pt x="651" y="846"/>
                    </a:lnTo>
                    <a:lnTo>
                      <a:pt x="650" y="859"/>
                    </a:lnTo>
                    <a:lnTo>
                      <a:pt x="650" y="876"/>
                    </a:lnTo>
                    <a:lnTo>
                      <a:pt x="651" y="899"/>
                    </a:lnTo>
                    <a:lnTo>
                      <a:pt x="651" y="922"/>
                    </a:lnTo>
                    <a:lnTo>
                      <a:pt x="651" y="937"/>
                    </a:lnTo>
                    <a:lnTo>
                      <a:pt x="634" y="937"/>
                    </a:lnTo>
                    <a:lnTo>
                      <a:pt x="610" y="937"/>
                    </a:lnTo>
                    <a:lnTo>
                      <a:pt x="579" y="937"/>
                    </a:lnTo>
                    <a:lnTo>
                      <a:pt x="543" y="937"/>
                    </a:lnTo>
                    <a:lnTo>
                      <a:pt x="504" y="937"/>
                    </a:lnTo>
                    <a:lnTo>
                      <a:pt x="460" y="937"/>
                    </a:lnTo>
                    <a:lnTo>
                      <a:pt x="415" y="937"/>
                    </a:lnTo>
                    <a:lnTo>
                      <a:pt x="368" y="937"/>
                    </a:lnTo>
                    <a:lnTo>
                      <a:pt x="321" y="937"/>
                    </a:lnTo>
                    <a:lnTo>
                      <a:pt x="275" y="937"/>
                    </a:lnTo>
                    <a:lnTo>
                      <a:pt x="230" y="937"/>
                    </a:lnTo>
                    <a:lnTo>
                      <a:pt x="187" y="937"/>
                    </a:lnTo>
                    <a:lnTo>
                      <a:pt x="148" y="937"/>
                    </a:lnTo>
                    <a:lnTo>
                      <a:pt x="113" y="937"/>
                    </a:lnTo>
                    <a:lnTo>
                      <a:pt x="85" y="937"/>
                    </a:lnTo>
                    <a:lnTo>
                      <a:pt x="62" y="937"/>
                    </a:lnTo>
                    <a:lnTo>
                      <a:pt x="60" y="924"/>
                    </a:lnTo>
                    <a:lnTo>
                      <a:pt x="60" y="906"/>
                    </a:lnTo>
                    <a:lnTo>
                      <a:pt x="63" y="888"/>
                    </a:lnTo>
                    <a:lnTo>
                      <a:pt x="67" y="875"/>
                    </a:lnTo>
                    <a:lnTo>
                      <a:pt x="59" y="867"/>
                    </a:lnTo>
                    <a:lnTo>
                      <a:pt x="49" y="857"/>
                    </a:lnTo>
                    <a:lnTo>
                      <a:pt x="40" y="847"/>
                    </a:lnTo>
                    <a:lnTo>
                      <a:pt x="29" y="837"/>
                    </a:lnTo>
                    <a:lnTo>
                      <a:pt x="20" y="825"/>
                    </a:lnTo>
                    <a:lnTo>
                      <a:pt x="12" y="814"/>
                    </a:lnTo>
                    <a:lnTo>
                      <a:pt x="6" y="802"/>
                    </a:lnTo>
                    <a:lnTo>
                      <a:pt x="3" y="792"/>
                    </a:lnTo>
                    <a:lnTo>
                      <a:pt x="0" y="769"/>
                    </a:lnTo>
                    <a:lnTo>
                      <a:pt x="2" y="743"/>
                    </a:lnTo>
                    <a:lnTo>
                      <a:pt x="7" y="718"/>
                    </a:lnTo>
                    <a:lnTo>
                      <a:pt x="17" y="696"/>
                    </a:lnTo>
                    <a:lnTo>
                      <a:pt x="26" y="668"/>
                    </a:lnTo>
                    <a:lnTo>
                      <a:pt x="30" y="630"/>
                    </a:lnTo>
                    <a:lnTo>
                      <a:pt x="32" y="591"/>
                    </a:lnTo>
                    <a:lnTo>
                      <a:pt x="33" y="560"/>
                    </a:lnTo>
                    <a:lnTo>
                      <a:pt x="36" y="531"/>
                    </a:lnTo>
                    <a:lnTo>
                      <a:pt x="42" y="497"/>
                    </a:lnTo>
                    <a:lnTo>
                      <a:pt x="49" y="463"/>
                    </a:lnTo>
                    <a:lnTo>
                      <a:pt x="55" y="440"/>
                    </a:lnTo>
                    <a:lnTo>
                      <a:pt x="58" y="430"/>
                    </a:lnTo>
                    <a:lnTo>
                      <a:pt x="64" y="417"/>
                    </a:lnTo>
                    <a:lnTo>
                      <a:pt x="71" y="404"/>
                    </a:lnTo>
                    <a:lnTo>
                      <a:pt x="80" y="389"/>
                    </a:lnTo>
                    <a:lnTo>
                      <a:pt x="88" y="374"/>
                    </a:lnTo>
                    <a:lnTo>
                      <a:pt x="96" y="360"/>
                    </a:lnTo>
                    <a:lnTo>
                      <a:pt x="103" y="348"/>
                    </a:lnTo>
                    <a:lnTo>
                      <a:pt x="106" y="339"/>
                    </a:lnTo>
                    <a:lnTo>
                      <a:pt x="110" y="331"/>
                    </a:lnTo>
                    <a:lnTo>
                      <a:pt x="114" y="321"/>
                    </a:lnTo>
                    <a:lnTo>
                      <a:pt x="119" y="309"/>
                    </a:lnTo>
                    <a:lnTo>
                      <a:pt x="126" y="296"/>
                    </a:lnTo>
                    <a:lnTo>
                      <a:pt x="132" y="285"/>
                    </a:lnTo>
                    <a:lnTo>
                      <a:pt x="136" y="276"/>
                    </a:lnTo>
                    <a:lnTo>
                      <a:pt x="141" y="268"/>
                    </a:lnTo>
                    <a:lnTo>
                      <a:pt x="144" y="262"/>
                    </a:lnTo>
                    <a:lnTo>
                      <a:pt x="147" y="255"/>
                    </a:lnTo>
                    <a:lnTo>
                      <a:pt x="149" y="246"/>
                    </a:lnTo>
                    <a:lnTo>
                      <a:pt x="151" y="233"/>
                    </a:lnTo>
                    <a:lnTo>
                      <a:pt x="154" y="212"/>
                    </a:lnTo>
                    <a:lnTo>
                      <a:pt x="158" y="199"/>
                    </a:lnTo>
                    <a:lnTo>
                      <a:pt x="165" y="181"/>
                    </a:lnTo>
                    <a:lnTo>
                      <a:pt x="177" y="162"/>
                    </a:lnTo>
                    <a:lnTo>
                      <a:pt x="189" y="142"/>
                    </a:lnTo>
                    <a:lnTo>
                      <a:pt x="202" y="124"/>
                    </a:lnTo>
                    <a:lnTo>
                      <a:pt x="215" y="106"/>
                    </a:lnTo>
                    <a:lnTo>
                      <a:pt x="226" y="95"/>
                    </a:lnTo>
                    <a:lnTo>
                      <a:pt x="235" y="88"/>
                    </a:lnTo>
                    <a:lnTo>
                      <a:pt x="241" y="86"/>
                    </a:lnTo>
                    <a:lnTo>
                      <a:pt x="246" y="83"/>
                    </a:lnTo>
                    <a:lnTo>
                      <a:pt x="252" y="83"/>
                    </a:lnTo>
                    <a:lnTo>
                      <a:pt x="258" y="83"/>
                    </a:lnTo>
                    <a:lnTo>
                      <a:pt x="262" y="79"/>
                    </a:lnTo>
                    <a:lnTo>
                      <a:pt x="268" y="72"/>
                    </a:lnTo>
                    <a:lnTo>
                      <a:pt x="273" y="63"/>
                    </a:lnTo>
                    <a:lnTo>
                      <a:pt x="280" y="52"/>
                    </a:lnTo>
                    <a:lnTo>
                      <a:pt x="287" y="42"/>
                    </a:lnTo>
                    <a:lnTo>
                      <a:pt x="293" y="31"/>
                    </a:lnTo>
                    <a:lnTo>
                      <a:pt x="298" y="23"/>
                    </a:lnTo>
                    <a:lnTo>
                      <a:pt x="301" y="19"/>
                    </a:lnTo>
                    <a:lnTo>
                      <a:pt x="306" y="12"/>
                    </a:lnTo>
                    <a:lnTo>
                      <a:pt x="310" y="6"/>
                    </a:lnTo>
                    <a:lnTo>
                      <a:pt x="315" y="2"/>
                    </a:lnTo>
                    <a:lnTo>
                      <a:pt x="320" y="0"/>
                    </a:lnTo>
                    <a:lnTo>
                      <a:pt x="323" y="3"/>
                    </a:lnTo>
                    <a:lnTo>
                      <a:pt x="328" y="6"/>
                    </a:lnTo>
                    <a:lnTo>
                      <a:pt x="333" y="8"/>
                    </a:lnTo>
                    <a:lnTo>
                      <a:pt x="338" y="12"/>
                    </a:lnTo>
                    <a:lnTo>
                      <a:pt x="349" y="19"/>
                    </a:lnTo>
                    <a:lnTo>
                      <a:pt x="362" y="26"/>
                    </a:lnTo>
                    <a:lnTo>
                      <a:pt x="375" y="31"/>
                    </a:lnTo>
                    <a:lnTo>
                      <a:pt x="388" y="38"/>
                    </a:lnTo>
                    <a:lnTo>
                      <a:pt x="400" y="44"/>
                    </a:lnTo>
                    <a:lnTo>
                      <a:pt x="411" y="49"/>
                    </a:lnTo>
                    <a:lnTo>
                      <a:pt x="419" y="51"/>
                    </a:lnTo>
                    <a:lnTo>
                      <a:pt x="426" y="53"/>
                    </a:lnTo>
                    <a:lnTo>
                      <a:pt x="434" y="55"/>
                    </a:lnTo>
                    <a:lnTo>
                      <a:pt x="447" y="58"/>
                    </a:lnTo>
                    <a:lnTo>
                      <a:pt x="464" y="61"/>
                    </a:lnTo>
                    <a:lnTo>
                      <a:pt x="481" y="67"/>
                    </a:lnTo>
                    <a:lnTo>
                      <a:pt x="498" y="72"/>
                    </a:lnTo>
                    <a:lnTo>
                      <a:pt x="515" y="76"/>
                    </a:lnTo>
                    <a:lnTo>
                      <a:pt x="530" y="81"/>
                    </a:lnTo>
                    <a:lnTo>
                      <a:pt x="541" y="84"/>
                    </a:lnTo>
                    <a:lnTo>
                      <a:pt x="542" y="82"/>
                    </a:lnTo>
                    <a:lnTo>
                      <a:pt x="543" y="79"/>
                    </a:lnTo>
                    <a:lnTo>
                      <a:pt x="543" y="75"/>
                    </a:lnTo>
                    <a:lnTo>
                      <a:pt x="544" y="71"/>
                    </a:lnTo>
                    <a:lnTo>
                      <a:pt x="553" y="81"/>
                    </a:lnTo>
                    <a:lnTo>
                      <a:pt x="561" y="91"/>
                    </a:lnTo>
                    <a:lnTo>
                      <a:pt x="568" y="102"/>
                    </a:lnTo>
                    <a:lnTo>
                      <a:pt x="575" y="112"/>
                    </a:lnTo>
                    <a:lnTo>
                      <a:pt x="580" y="121"/>
                    </a:lnTo>
                    <a:lnTo>
                      <a:pt x="583" y="131"/>
                    </a:lnTo>
                    <a:lnTo>
                      <a:pt x="586" y="137"/>
                    </a:lnTo>
                    <a:lnTo>
                      <a:pt x="584" y="142"/>
                    </a:lnTo>
                    <a:lnTo>
                      <a:pt x="582" y="149"/>
                    </a:lnTo>
                    <a:lnTo>
                      <a:pt x="582" y="156"/>
                    </a:lnTo>
                    <a:lnTo>
                      <a:pt x="583" y="164"/>
                    </a:lnTo>
                    <a:lnTo>
                      <a:pt x="588" y="171"/>
                    </a:lnTo>
                    <a:lnTo>
                      <a:pt x="595" y="184"/>
                    </a:lnTo>
                    <a:lnTo>
                      <a:pt x="603" y="205"/>
                    </a:lnTo>
                    <a:lnTo>
                      <a:pt x="609" y="231"/>
                    </a:lnTo>
                    <a:lnTo>
                      <a:pt x="609" y="251"/>
                    </a:lnTo>
                    <a:lnTo>
                      <a:pt x="604" y="245"/>
                    </a:lnTo>
                    <a:lnTo>
                      <a:pt x="598" y="238"/>
                    </a:lnTo>
                    <a:lnTo>
                      <a:pt x="594" y="232"/>
                    </a:lnTo>
                    <a:lnTo>
                      <a:pt x="588" y="226"/>
                    </a:lnTo>
                    <a:lnTo>
                      <a:pt x="583" y="222"/>
                    </a:lnTo>
                    <a:lnTo>
                      <a:pt x="579" y="219"/>
                    </a:lnTo>
                    <a:lnTo>
                      <a:pt x="574" y="219"/>
                    </a:lnTo>
                    <a:lnTo>
                      <a:pt x="571" y="222"/>
                    </a:lnTo>
                    <a:lnTo>
                      <a:pt x="567" y="231"/>
                    </a:lnTo>
                    <a:lnTo>
                      <a:pt x="571" y="240"/>
                    </a:lnTo>
                    <a:lnTo>
                      <a:pt x="576" y="249"/>
                    </a:lnTo>
                    <a:lnTo>
                      <a:pt x="584" y="257"/>
                    </a:lnTo>
                    <a:lnTo>
                      <a:pt x="593" y="269"/>
                    </a:lnTo>
                    <a:lnTo>
                      <a:pt x="602" y="289"/>
                    </a:lnTo>
                    <a:lnTo>
                      <a:pt x="608" y="318"/>
                    </a:lnTo>
                    <a:lnTo>
                      <a:pt x="608" y="351"/>
                    </a:lnTo>
                    <a:lnTo>
                      <a:pt x="613" y="354"/>
                    </a:lnTo>
                    <a:lnTo>
                      <a:pt x="620" y="360"/>
                    </a:lnTo>
                    <a:lnTo>
                      <a:pt x="627" y="368"/>
                    </a:lnTo>
                    <a:lnTo>
                      <a:pt x="634" y="376"/>
                    </a:lnTo>
                    <a:lnTo>
                      <a:pt x="641" y="384"/>
                    </a:lnTo>
                    <a:lnTo>
                      <a:pt x="647" y="393"/>
                    </a:lnTo>
                    <a:lnTo>
                      <a:pt x="651" y="402"/>
                    </a:lnTo>
                    <a:lnTo>
                      <a:pt x="655" y="412"/>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0" name="Freeform 81">
                <a:extLst>
                  <a:ext uri="{FF2B5EF4-FFF2-40B4-BE49-F238E27FC236}">
                    <a16:creationId xmlns:a16="http://schemas.microsoft.com/office/drawing/2014/main" id="{7B3AE6BD-0A46-4C3D-94BE-FEBD3D4396CB}"/>
                  </a:ext>
                </a:extLst>
              </p:cNvPr>
              <p:cNvSpPr>
                <a:spLocks/>
              </p:cNvSpPr>
              <p:nvPr/>
            </p:nvSpPr>
            <p:spPr bwMode="auto">
              <a:xfrm>
                <a:off x="3391" y="2861"/>
                <a:ext cx="243" cy="273"/>
              </a:xfrm>
              <a:custGeom>
                <a:avLst/>
                <a:gdLst>
                  <a:gd name="T0" fmla="*/ 236 w 446"/>
                  <a:gd name="T1" fmla="*/ 202 h 501"/>
                  <a:gd name="T2" fmla="*/ 231 w 446"/>
                  <a:gd name="T3" fmla="*/ 190 h 501"/>
                  <a:gd name="T4" fmla="*/ 235 w 446"/>
                  <a:gd name="T5" fmla="*/ 184 h 501"/>
                  <a:gd name="T6" fmla="*/ 233 w 446"/>
                  <a:gd name="T7" fmla="*/ 173 h 501"/>
                  <a:gd name="T8" fmla="*/ 230 w 446"/>
                  <a:gd name="T9" fmla="*/ 165 h 501"/>
                  <a:gd name="T10" fmla="*/ 235 w 446"/>
                  <a:gd name="T11" fmla="*/ 156 h 501"/>
                  <a:gd name="T12" fmla="*/ 232 w 446"/>
                  <a:gd name="T13" fmla="*/ 146 h 501"/>
                  <a:gd name="T14" fmla="*/ 236 w 446"/>
                  <a:gd name="T15" fmla="*/ 140 h 501"/>
                  <a:gd name="T16" fmla="*/ 242 w 446"/>
                  <a:gd name="T17" fmla="*/ 136 h 501"/>
                  <a:gd name="T18" fmla="*/ 239 w 446"/>
                  <a:gd name="T19" fmla="*/ 128 h 501"/>
                  <a:gd name="T20" fmla="*/ 226 w 446"/>
                  <a:gd name="T21" fmla="*/ 117 h 501"/>
                  <a:gd name="T22" fmla="*/ 214 w 446"/>
                  <a:gd name="T23" fmla="*/ 103 h 501"/>
                  <a:gd name="T24" fmla="*/ 212 w 446"/>
                  <a:gd name="T25" fmla="*/ 89 h 501"/>
                  <a:gd name="T26" fmla="*/ 214 w 446"/>
                  <a:gd name="T27" fmla="*/ 80 h 501"/>
                  <a:gd name="T28" fmla="*/ 211 w 446"/>
                  <a:gd name="T29" fmla="*/ 74 h 501"/>
                  <a:gd name="T30" fmla="*/ 203 w 446"/>
                  <a:gd name="T31" fmla="*/ 64 h 501"/>
                  <a:gd name="T32" fmla="*/ 188 w 446"/>
                  <a:gd name="T33" fmla="*/ 47 h 501"/>
                  <a:gd name="T34" fmla="*/ 181 w 446"/>
                  <a:gd name="T35" fmla="*/ 37 h 501"/>
                  <a:gd name="T36" fmla="*/ 180 w 446"/>
                  <a:gd name="T37" fmla="*/ 22 h 501"/>
                  <a:gd name="T38" fmla="*/ 171 w 446"/>
                  <a:gd name="T39" fmla="*/ 17 h 501"/>
                  <a:gd name="T40" fmla="*/ 162 w 446"/>
                  <a:gd name="T41" fmla="*/ 16 h 501"/>
                  <a:gd name="T42" fmla="*/ 155 w 446"/>
                  <a:gd name="T43" fmla="*/ 8 h 501"/>
                  <a:gd name="T44" fmla="*/ 148 w 446"/>
                  <a:gd name="T45" fmla="*/ 2 h 501"/>
                  <a:gd name="T46" fmla="*/ 140 w 446"/>
                  <a:gd name="T47" fmla="*/ 0 h 501"/>
                  <a:gd name="T48" fmla="*/ 131 w 446"/>
                  <a:gd name="T49" fmla="*/ 2 h 501"/>
                  <a:gd name="T50" fmla="*/ 123 w 446"/>
                  <a:gd name="T51" fmla="*/ 3 h 501"/>
                  <a:gd name="T52" fmla="*/ 113 w 446"/>
                  <a:gd name="T53" fmla="*/ 4 h 501"/>
                  <a:gd name="T54" fmla="*/ 104 w 446"/>
                  <a:gd name="T55" fmla="*/ 9 h 501"/>
                  <a:gd name="T56" fmla="*/ 98 w 446"/>
                  <a:gd name="T57" fmla="*/ 11 h 501"/>
                  <a:gd name="T58" fmla="*/ 86 w 446"/>
                  <a:gd name="T59" fmla="*/ 14 h 501"/>
                  <a:gd name="T60" fmla="*/ 71 w 446"/>
                  <a:gd name="T61" fmla="*/ 16 h 501"/>
                  <a:gd name="T62" fmla="*/ 50 w 446"/>
                  <a:gd name="T63" fmla="*/ 28 h 501"/>
                  <a:gd name="T64" fmla="*/ 27 w 446"/>
                  <a:gd name="T65" fmla="*/ 48 h 501"/>
                  <a:gd name="T66" fmla="*/ 10 w 446"/>
                  <a:gd name="T67" fmla="*/ 71 h 501"/>
                  <a:gd name="T68" fmla="*/ 0 w 446"/>
                  <a:gd name="T69" fmla="*/ 108 h 501"/>
                  <a:gd name="T70" fmla="*/ 4 w 446"/>
                  <a:gd name="T71" fmla="*/ 135 h 501"/>
                  <a:gd name="T72" fmla="*/ 9 w 446"/>
                  <a:gd name="T73" fmla="*/ 152 h 501"/>
                  <a:gd name="T74" fmla="*/ 9 w 446"/>
                  <a:gd name="T75" fmla="*/ 165 h 501"/>
                  <a:gd name="T76" fmla="*/ 17 w 446"/>
                  <a:gd name="T77" fmla="*/ 175 h 501"/>
                  <a:gd name="T78" fmla="*/ 27 w 446"/>
                  <a:gd name="T79" fmla="*/ 185 h 501"/>
                  <a:gd name="T80" fmla="*/ 30 w 446"/>
                  <a:gd name="T81" fmla="*/ 197 h 501"/>
                  <a:gd name="T82" fmla="*/ 36 w 446"/>
                  <a:gd name="T83" fmla="*/ 209 h 501"/>
                  <a:gd name="T84" fmla="*/ 46 w 446"/>
                  <a:gd name="T85" fmla="*/ 217 h 501"/>
                  <a:gd name="T86" fmla="*/ 47 w 446"/>
                  <a:gd name="T87" fmla="*/ 220 h 501"/>
                  <a:gd name="T88" fmla="*/ 46 w 446"/>
                  <a:gd name="T89" fmla="*/ 223 h 501"/>
                  <a:gd name="T90" fmla="*/ 53 w 446"/>
                  <a:gd name="T91" fmla="*/ 231 h 501"/>
                  <a:gd name="T92" fmla="*/ 77 w 446"/>
                  <a:gd name="T93" fmla="*/ 244 h 501"/>
                  <a:gd name="T94" fmla="*/ 100 w 446"/>
                  <a:gd name="T95" fmla="*/ 255 h 501"/>
                  <a:gd name="T96" fmla="*/ 117 w 446"/>
                  <a:gd name="T97" fmla="*/ 259 h 501"/>
                  <a:gd name="T98" fmla="*/ 144 w 446"/>
                  <a:gd name="T99" fmla="*/ 266 h 501"/>
                  <a:gd name="T100" fmla="*/ 168 w 446"/>
                  <a:gd name="T101" fmla="*/ 273 h 501"/>
                  <a:gd name="T102" fmla="*/ 171 w 446"/>
                  <a:gd name="T103" fmla="*/ 259 h 501"/>
                  <a:gd name="T104" fmla="*/ 172 w 446"/>
                  <a:gd name="T105" fmla="*/ 250 h 501"/>
                  <a:gd name="T106" fmla="*/ 176 w 446"/>
                  <a:gd name="T107" fmla="*/ 241 h 501"/>
                  <a:gd name="T108" fmla="*/ 179 w 446"/>
                  <a:gd name="T109" fmla="*/ 238 h 501"/>
                  <a:gd name="T110" fmla="*/ 186 w 446"/>
                  <a:gd name="T111" fmla="*/ 235 h 501"/>
                  <a:gd name="T112" fmla="*/ 196 w 446"/>
                  <a:gd name="T113" fmla="*/ 232 h 501"/>
                  <a:gd name="T114" fmla="*/ 205 w 446"/>
                  <a:gd name="T115" fmla="*/ 227 h 501"/>
                  <a:gd name="T116" fmla="*/ 218 w 446"/>
                  <a:gd name="T117" fmla="*/ 222 h 501"/>
                  <a:gd name="T118" fmla="*/ 231 w 446"/>
                  <a:gd name="T119" fmla="*/ 215 h 5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446" h="501">
                    <a:moveTo>
                      <a:pt x="431" y="390"/>
                    </a:moveTo>
                    <a:lnTo>
                      <a:pt x="434" y="382"/>
                    </a:lnTo>
                    <a:lnTo>
                      <a:pt x="433" y="370"/>
                    </a:lnTo>
                    <a:lnTo>
                      <a:pt x="430" y="359"/>
                    </a:lnTo>
                    <a:lnTo>
                      <a:pt x="423" y="352"/>
                    </a:lnTo>
                    <a:lnTo>
                      <a:pt x="424" y="348"/>
                    </a:lnTo>
                    <a:lnTo>
                      <a:pt x="426" y="344"/>
                    </a:lnTo>
                    <a:lnTo>
                      <a:pt x="429" y="339"/>
                    </a:lnTo>
                    <a:lnTo>
                      <a:pt x="432" y="337"/>
                    </a:lnTo>
                    <a:lnTo>
                      <a:pt x="433" y="331"/>
                    </a:lnTo>
                    <a:lnTo>
                      <a:pt x="433" y="324"/>
                    </a:lnTo>
                    <a:lnTo>
                      <a:pt x="428" y="318"/>
                    </a:lnTo>
                    <a:lnTo>
                      <a:pt x="416" y="316"/>
                    </a:lnTo>
                    <a:lnTo>
                      <a:pt x="418" y="309"/>
                    </a:lnTo>
                    <a:lnTo>
                      <a:pt x="423" y="302"/>
                    </a:lnTo>
                    <a:lnTo>
                      <a:pt x="428" y="296"/>
                    </a:lnTo>
                    <a:lnTo>
                      <a:pt x="431" y="292"/>
                    </a:lnTo>
                    <a:lnTo>
                      <a:pt x="432" y="287"/>
                    </a:lnTo>
                    <a:lnTo>
                      <a:pt x="433" y="280"/>
                    </a:lnTo>
                    <a:lnTo>
                      <a:pt x="431" y="273"/>
                    </a:lnTo>
                    <a:lnTo>
                      <a:pt x="425" y="268"/>
                    </a:lnTo>
                    <a:lnTo>
                      <a:pt x="428" y="264"/>
                    </a:lnTo>
                    <a:lnTo>
                      <a:pt x="431" y="261"/>
                    </a:lnTo>
                    <a:lnTo>
                      <a:pt x="433" y="257"/>
                    </a:lnTo>
                    <a:lnTo>
                      <a:pt x="437" y="256"/>
                    </a:lnTo>
                    <a:lnTo>
                      <a:pt x="442" y="254"/>
                    </a:lnTo>
                    <a:lnTo>
                      <a:pt x="445" y="249"/>
                    </a:lnTo>
                    <a:lnTo>
                      <a:pt x="446" y="243"/>
                    </a:lnTo>
                    <a:lnTo>
                      <a:pt x="442" y="239"/>
                    </a:lnTo>
                    <a:lnTo>
                      <a:pt x="438" y="235"/>
                    </a:lnTo>
                    <a:lnTo>
                      <a:pt x="431" y="230"/>
                    </a:lnTo>
                    <a:lnTo>
                      <a:pt x="423" y="223"/>
                    </a:lnTo>
                    <a:lnTo>
                      <a:pt x="414" y="215"/>
                    </a:lnTo>
                    <a:lnTo>
                      <a:pt x="404" y="207"/>
                    </a:lnTo>
                    <a:lnTo>
                      <a:pt x="398" y="197"/>
                    </a:lnTo>
                    <a:lnTo>
                      <a:pt x="393" y="189"/>
                    </a:lnTo>
                    <a:lnTo>
                      <a:pt x="391" y="182"/>
                    </a:lnTo>
                    <a:lnTo>
                      <a:pt x="389" y="171"/>
                    </a:lnTo>
                    <a:lnTo>
                      <a:pt x="389" y="163"/>
                    </a:lnTo>
                    <a:lnTo>
                      <a:pt x="389" y="156"/>
                    </a:lnTo>
                    <a:lnTo>
                      <a:pt x="391" y="150"/>
                    </a:lnTo>
                    <a:lnTo>
                      <a:pt x="392" y="146"/>
                    </a:lnTo>
                    <a:lnTo>
                      <a:pt x="392" y="141"/>
                    </a:lnTo>
                    <a:lnTo>
                      <a:pt x="391" y="137"/>
                    </a:lnTo>
                    <a:lnTo>
                      <a:pt x="388" y="135"/>
                    </a:lnTo>
                    <a:lnTo>
                      <a:pt x="385" y="132"/>
                    </a:lnTo>
                    <a:lnTo>
                      <a:pt x="379" y="126"/>
                    </a:lnTo>
                    <a:lnTo>
                      <a:pt x="372" y="117"/>
                    </a:lnTo>
                    <a:lnTo>
                      <a:pt x="363" y="106"/>
                    </a:lnTo>
                    <a:lnTo>
                      <a:pt x="354" y="96"/>
                    </a:lnTo>
                    <a:lnTo>
                      <a:pt x="345" y="87"/>
                    </a:lnTo>
                    <a:lnTo>
                      <a:pt x="338" y="79"/>
                    </a:lnTo>
                    <a:lnTo>
                      <a:pt x="332" y="74"/>
                    </a:lnTo>
                    <a:lnTo>
                      <a:pt x="333" y="67"/>
                    </a:lnTo>
                    <a:lnTo>
                      <a:pt x="333" y="59"/>
                    </a:lnTo>
                    <a:lnTo>
                      <a:pt x="333" y="50"/>
                    </a:lnTo>
                    <a:lnTo>
                      <a:pt x="331" y="41"/>
                    </a:lnTo>
                    <a:lnTo>
                      <a:pt x="327" y="35"/>
                    </a:lnTo>
                    <a:lnTo>
                      <a:pt x="320" y="32"/>
                    </a:lnTo>
                    <a:lnTo>
                      <a:pt x="313" y="32"/>
                    </a:lnTo>
                    <a:lnTo>
                      <a:pt x="307" y="33"/>
                    </a:lnTo>
                    <a:lnTo>
                      <a:pt x="303" y="32"/>
                    </a:lnTo>
                    <a:lnTo>
                      <a:pt x="298" y="29"/>
                    </a:lnTo>
                    <a:lnTo>
                      <a:pt x="294" y="25"/>
                    </a:lnTo>
                    <a:lnTo>
                      <a:pt x="289" y="20"/>
                    </a:lnTo>
                    <a:lnTo>
                      <a:pt x="284" y="15"/>
                    </a:lnTo>
                    <a:lnTo>
                      <a:pt x="279" y="11"/>
                    </a:lnTo>
                    <a:lnTo>
                      <a:pt x="274" y="7"/>
                    </a:lnTo>
                    <a:lnTo>
                      <a:pt x="271" y="4"/>
                    </a:lnTo>
                    <a:lnTo>
                      <a:pt x="267" y="2"/>
                    </a:lnTo>
                    <a:lnTo>
                      <a:pt x="263" y="2"/>
                    </a:lnTo>
                    <a:lnTo>
                      <a:pt x="257" y="0"/>
                    </a:lnTo>
                    <a:lnTo>
                      <a:pt x="252" y="2"/>
                    </a:lnTo>
                    <a:lnTo>
                      <a:pt x="247" y="3"/>
                    </a:lnTo>
                    <a:lnTo>
                      <a:pt x="241" y="4"/>
                    </a:lnTo>
                    <a:lnTo>
                      <a:pt x="236" y="5"/>
                    </a:lnTo>
                    <a:lnTo>
                      <a:pt x="233" y="7"/>
                    </a:lnTo>
                    <a:lnTo>
                      <a:pt x="226" y="6"/>
                    </a:lnTo>
                    <a:lnTo>
                      <a:pt x="220" y="6"/>
                    </a:lnTo>
                    <a:lnTo>
                      <a:pt x="213" y="7"/>
                    </a:lnTo>
                    <a:lnTo>
                      <a:pt x="207" y="8"/>
                    </a:lnTo>
                    <a:lnTo>
                      <a:pt x="201" y="12"/>
                    </a:lnTo>
                    <a:lnTo>
                      <a:pt x="196" y="14"/>
                    </a:lnTo>
                    <a:lnTo>
                      <a:pt x="191" y="17"/>
                    </a:lnTo>
                    <a:lnTo>
                      <a:pt x="188" y="18"/>
                    </a:lnTo>
                    <a:lnTo>
                      <a:pt x="184" y="19"/>
                    </a:lnTo>
                    <a:lnTo>
                      <a:pt x="179" y="20"/>
                    </a:lnTo>
                    <a:lnTo>
                      <a:pt x="173" y="22"/>
                    </a:lnTo>
                    <a:lnTo>
                      <a:pt x="165" y="23"/>
                    </a:lnTo>
                    <a:lnTo>
                      <a:pt x="157" y="26"/>
                    </a:lnTo>
                    <a:lnTo>
                      <a:pt x="148" y="27"/>
                    </a:lnTo>
                    <a:lnTo>
                      <a:pt x="140" y="29"/>
                    </a:lnTo>
                    <a:lnTo>
                      <a:pt x="130" y="30"/>
                    </a:lnTo>
                    <a:lnTo>
                      <a:pt x="120" y="34"/>
                    </a:lnTo>
                    <a:lnTo>
                      <a:pt x="107" y="42"/>
                    </a:lnTo>
                    <a:lnTo>
                      <a:pt x="92" y="52"/>
                    </a:lnTo>
                    <a:lnTo>
                      <a:pt x="77" y="64"/>
                    </a:lnTo>
                    <a:lnTo>
                      <a:pt x="62" y="76"/>
                    </a:lnTo>
                    <a:lnTo>
                      <a:pt x="50" y="89"/>
                    </a:lnTo>
                    <a:lnTo>
                      <a:pt x="38" y="101"/>
                    </a:lnTo>
                    <a:lnTo>
                      <a:pt x="30" y="110"/>
                    </a:lnTo>
                    <a:lnTo>
                      <a:pt x="19" y="131"/>
                    </a:lnTo>
                    <a:lnTo>
                      <a:pt x="11" y="156"/>
                    </a:lnTo>
                    <a:lnTo>
                      <a:pt x="4" y="181"/>
                    </a:lnTo>
                    <a:lnTo>
                      <a:pt x="0" y="199"/>
                    </a:lnTo>
                    <a:lnTo>
                      <a:pt x="0" y="213"/>
                    </a:lnTo>
                    <a:lnTo>
                      <a:pt x="4" y="231"/>
                    </a:lnTo>
                    <a:lnTo>
                      <a:pt x="8" y="248"/>
                    </a:lnTo>
                    <a:lnTo>
                      <a:pt x="12" y="261"/>
                    </a:lnTo>
                    <a:lnTo>
                      <a:pt x="14" y="270"/>
                    </a:lnTo>
                    <a:lnTo>
                      <a:pt x="16" y="279"/>
                    </a:lnTo>
                    <a:lnTo>
                      <a:pt x="16" y="288"/>
                    </a:lnTo>
                    <a:lnTo>
                      <a:pt x="16" y="298"/>
                    </a:lnTo>
                    <a:lnTo>
                      <a:pt x="17" y="302"/>
                    </a:lnTo>
                    <a:lnTo>
                      <a:pt x="21" y="308"/>
                    </a:lnTo>
                    <a:lnTo>
                      <a:pt x="25" y="315"/>
                    </a:lnTo>
                    <a:lnTo>
                      <a:pt x="31" y="322"/>
                    </a:lnTo>
                    <a:lnTo>
                      <a:pt x="37" y="329"/>
                    </a:lnTo>
                    <a:lnTo>
                      <a:pt x="44" y="334"/>
                    </a:lnTo>
                    <a:lnTo>
                      <a:pt x="49" y="340"/>
                    </a:lnTo>
                    <a:lnTo>
                      <a:pt x="53" y="345"/>
                    </a:lnTo>
                    <a:lnTo>
                      <a:pt x="54" y="354"/>
                    </a:lnTo>
                    <a:lnTo>
                      <a:pt x="55" y="362"/>
                    </a:lnTo>
                    <a:lnTo>
                      <a:pt x="58" y="369"/>
                    </a:lnTo>
                    <a:lnTo>
                      <a:pt x="61" y="376"/>
                    </a:lnTo>
                    <a:lnTo>
                      <a:pt x="66" y="383"/>
                    </a:lnTo>
                    <a:lnTo>
                      <a:pt x="74" y="390"/>
                    </a:lnTo>
                    <a:lnTo>
                      <a:pt x="81" y="394"/>
                    </a:lnTo>
                    <a:lnTo>
                      <a:pt x="85" y="398"/>
                    </a:lnTo>
                    <a:lnTo>
                      <a:pt x="87" y="400"/>
                    </a:lnTo>
                    <a:lnTo>
                      <a:pt x="87" y="401"/>
                    </a:lnTo>
                    <a:lnTo>
                      <a:pt x="87" y="404"/>
                    </a:lnTo>
                    <a:lnTo>
                      <a:pt x="85" y="406"/>
                    </a:lnTo>
                    <a:lnTo>
                      <a:pt x="84" y="408"/>
                    </a:lnTo>
                    <a:lnTo>
                      <a:pt x="84" y="410"/>
                    </a:lnTo>
                    <a:lnTo>
                      <a:pt x="85" y="414"/>
                    </a:lnTo>
                    <a:lnTo>
                      <a:pt x="87" y="417"/>
                    </a:lnTo>
                    <a:lnTo>
                      <a:pt x="97" y="424"/>
                    </a:lnTo>
                    <a:lnTo>
                      <a:pt x="111" y="431"/>
                    </a:lnTo>
                    <a:lnTo>
                      <a:pt x="126" y="440"/>
                    </a:lnTo>
                    <a:lnTo>
                      <a:pt x="142" y="448"/>
                    </a:lnTo>
                    <a:lnTo>
                      <a:pt x="158" y="457"/>
                    </a:lnTo>
                    <a:lnTo>
                      <a:pt x="172" y="463"/>
                    </a:lnTo>
                    <a:lnTo>
                      <a:pt x="184" y="468"/>
                    </a:lnTo>
                    <a:lnTo>
                      <a:pt x="193" y="470"/>
                    </a:lnTo>
                    <a:lnTo>
                      <a:pt x="201" y="472"/>
                    </a:lnTo>
                    <a:lnTo>
                      <a:pt x="214" y="475"/>
                    </a:lnTo>
                    <a:lnTo>
                      <a:pt x="231" y="478"/>
                    </a:lnTo>
                    <a:lnTo>
                      <a:pt x="248" y="484"/>
                    </a:lnTo>
                    <a:lnTo>
                      <a:pt x="265" y="489"/>
                    </a:lnTo>
                    <a:lnTo>
                      <a:pt x="282" y="493"/>
                    </a:lnTo>
                    <a:lnTo>
                      <a:pt x="297" y="498"/>
                    </a:lnTo>
                    <a:lnTo>
                      <a:pt x="308" y="501"/>
                    </a:lnTo>
                    <a:lnTo>
                      <a:pt x="310" y="493"/>
                    </a:lnTo>
                    <a:lnTo>
                      <a:pt x="312" y="484"/>
                    </a:lnTo>
                    <a:lnTo>
                      <a:pt x="313" y="475"/>
                    </a:lnTo>
                    <a:lnTo>
                      <a:pt x="313" y="468"/>
                    </a:lnTo>
                    <a:lnTo>
                      <a:pt x="313" y="463"/>
                    </a:lnTo>
                    <a:lnTo>
                      <a:pt x="316" y="458"/>
                    </a:lnTo>
                    <a:lnTo>
                      <a:pt x="317" y="452"/>
                    </a:lnTo>
                    <a:lnTo>
                      <a:pt x="320" y="445"/>
                    </a:lnTo>
                    <a:lnTo>
                      <a:pt x="323" y="443"/>
                    </a:lnTo>
                    <a:lnTo>
                      <a:pt x="324" y="440"/>
                    </a:lnTo>
                    <a:lnTo>
                      <a:pt x="326" y="438"/>
                    </a:lnTo>
                    <a:lnTo>
                      <a:pt x="328" y="437"/>
                    </a:lnTo>
                    <a:lnTo>
                      <a:pt x="332" y="435"/>
                    </a:lnTo>
                    <a:lnTo>
                      <a:pt x="338" y="434"/>
                    </a:lnTo>
                    <a:lnTo>
                      <a:pt x="342" y="431"/>
                    </a:lnTo>
                    <a:lnTo>
                      <a:pt x="349" y="429"/>
                    </a:lnTo>
                    <a:lnTo>
                      <a:pt x="355" y="428"/>
                    </a:lnTo>
                    <a:lnTo>
                      <a:pt x="360" y="425"/>
                    </a:lnTo>
                    <a:lnTo>
                      <a:pt x="365" y="423"/>
                    </a:lnTo>
                    <a:lnTo>
                      <a:pt x="369" y="421"/>
                    </a:lnTo>
                    <a:lnTo>
                      <a:pt x="377" y="416"/>
                    </a:lnTo>
                    <a:lnTo>
                      <a:pt x="386" y="413"/>
                    </a:lnTo>
                    <a:lnTo>
                      <a:pt x="395" y="409"/>
                    </a:lnTo>
                    <a:lnTo>
                      <a:pt x="401" y="408"/>
                    </a:lnTo>
                    <a:lnTo>
                      <a:pt x="407" y="406"/>
                    </a:lnTo>
                    <a:lnTo>
                      <a:pt x="416" y="401"/>
                    </a:lnTo>
                    <a:lnTo>
                      <a:pt x="424" y="395"/>
                    </a:lnTo>
                    <a:lnTo>
                      <a:pt x="431" y="39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1" name="Freeform 82">
                <a:extLst>
                  <a:ext uri="{FF2B5EF4-FFF2-40B4-BE49-F238E27FC236}">
                    <a16:creationId xmlns:a16="http://schemas.microsoft.com/office/drawing/2014/main" id="{E6A50BE1-6395-442A-ACF9-C55DD74B35A6}"/>
                  </a:ext>
                </a:extLst>
              </p:cNvPr>
              <p:cNvSpPr>
                <a:spLocks/>
              </p:cNvSpPr>
              <p:nvPr/>
            </p:nvSpPr>
            <p:spPr bwMode="auto">
              <a:xfrm>
                <a:off x="3562" y="2902"/>
                <a:ext cx="72" cy="128"/>
              </a:xfrm>
              <a:custGeom>
                <a:avLst/>
                <a:gdLst>
                  <a:gd name="T0" fmla="*/ 62 w 133"/>
                  <a:gd name="T1" fmla="*/ 103 h 235"/>
                  <a:gd name="T2" fmla="*/ 65 w 133"/>
                  <a:gd name="T3" fmla="*/ 100 h 235"/>
                  <a:gd name="T4" fmla="*/ 70 w 133"/>
                  <a:gd name="T5" fmla="*/ 98 h 235"/>
                  <a:gd name="T6" fmla="*/ 72 w 133"/>
                  <a:gd name="T7" fmla="*/ 92 h 235"/>
                  <a:gd name="T8" fmla="*/ 68 w 133"/>
                  <a:gd name="T9" fmla="*/ 88 h 235"/>
                  <a:gd name="T10" fmla="*/ 60 w 133"/>
                  <a:gd name="T11" fmla="*/ 81 h 235"/>
                  <a:gd name="T12" fmla="*/ 49 w 133"/>
                  <a:gd name="T13" fmla="*/ 72 h 235"/>
                  <a:gd name="T14" fmla="*/ 43 w 133"/>
                  <a:gd name="T15" fmla="*/ 63 h 235"/>
                  <a:gd name="T16" fmla="*/ 41 w 133"/>
                  <a:gd name="T17" fmla="*/ 53 h 235"/>
                  <a:gd name="T18" fmla="*/ 41 w 133"/>
                  <a:gd name="T19" fmla="*/ 45 h 235"/>
                  <a:gd name="T20" fmla="*/ 43 w 133"/>
                  <a:gd name="T21" fmla="*/ 39 h 235"/>
                  <a:gd name="T22" fmla="*/ 42 w 133"/>
                  <a:gd name="T23" fmla="*/ 35 h 235"/>
                  <a:gd name="T24" fmla="*/ 39 w 133"/>
                  <a:gd name="T25" fmla="*/ 32 h 235"/>
                  <a:gd name="T26" fmla="*/ 32 w 133"/>
                  <a:gd name="T27" fmla="*/ 23 h 235"/>
                  <a:gd name="T28" fmla="*/ 22 w 133"/>
                  <a:gd name="T29" fmla="*/ 12 h 235"/>
                  <a:gd name="T30" fmla="*/ 14 w 133"/>
                  <a:gd name="T31" fmla="*/ 3 h 235"/>
                  <a:gd name="T32" fmla="*/ 6 w 133"/>
                  <a:gd name="T33" fmla="*/ 4 h 235"/>
                  <a:gd name="T34" fmla="*/ 0 w 133"/>
                  <a:gd name="T35" fmla="*/ 15 h 235"/>
                  <a:gd name="T36" fmla="*/ 4 w 133"/>
                  <a:gd name="T37" fmla="*/ 21 h 235"/>
                  <a:gd name="T38" fmla="*/ 10 w 133"/>
                  <a:gd name="T39" fmla="*/ 27 h 235"/>
                  <a:gd name="T40" fmla="*/ 12 w 133"/>
                  <a:gd name="T41" fmla="*/ 31 h 235"/>
                  <a:gd name="T42" fmla="*/ 12 w 133"/>
                  <a:gd name="T43" fmla="*/ 34 h 235"/>
                  <a:gd name="T44" fmla="*/ 18 w 133"/>
                  <a:gd name="T45" fmla="*/ 38 h 235"/>
                  <a:gd name="T46" fmla="*/ 29 w 133"/>
                  <a:gd name="T47" fmla="*/ 48 h 235"/>
                  <a:gd name="T48" fmla="*/ 27 w 133"/>
                  <a:gd name="T49" fmla="*/ 60 h 235"/>
                  <a:gd name="T50" fmla="*/ 23 w 133"/>
                  <a:gd name="T51" fmla="*/ 66 h 235"/>
                  <a:gd name="T52" fmla="*/ 20 w 133"/>
                  <a:gd name="T53" fmla="*/ 75 h 235"/>
                  <a:gd name="T54" fmla="*/ 18 w 133"/>
                  <a:gd name="T55" fmla="*/ 93 h 235"/>
                  <a:gd name="T56" fmla="*/ 24 w 133"/>
                  <a:gd name="T57" fmla="*/ 102 h 235"/>
                  <a:gd name="T58" fmla="*/ 31 w 133"/>
                  <a:gd name="T59" fmla="*/ 108 h 235"/>
                  <a:gd name="T60" fmla="*/ 38 w 133"/>
                  <a:gd name="T61" fmla="*/ 116 h 235"/>
                  <a:gd name="T62" fmla="*/ 41 w 133"/>
                  <a:gd name="T63" fmla="*/ 124 h 235"/>
                  <a:gd name="T64" fmla="*/ 44 w 133"/>
                  <a:gd name="T65" fmla="*/ 124 h 235"/>
                  <a:gd name="T66" fmla="*/ 49 w 133"/>
                  <a:gd name="T67" fmla="*/ 115 h 235"/>
                  <a:gd name="T68" fmla="*/ 51 w 133"/>
                  <a:gd name="T69" fmla="*/ 110 h 235"/>
                  <a:gd name="T70" fmla="*/ 57 w 133"/>
                  <a:gd name="T71" fmla="*/ 106 h 23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3" h="235">
                    <a:moveTo>
                      <a:pt x="112" y="194"/>
                    </a:moveTo>
                    <a:lnTo>
                      <a:pt x="115" y="190"/>
                    </a:lnTo>
                    <a:lnTo>
                      <a:pt x="118" y="187"/>
                    </a:lnTo>
                    <a:lnTo>
                      <a:pt x="120" y="183"/>
                    </a:lnTo>
                    <a:lnTo>
                      <a:pt x="124" y="182"/>
                    </a:lnTo>
                    <a:lnTo>
                      <a:pt x="129" y="180"/>
                    </a:lnTo>
                    <a:lnTo>
                      <a:pt x="132" y="175"/>
                    </a:lnTo>
                    <a:lnTo>
                      <a:pt x="133" y="169"/>
                    </a:lnTo>
                    <a:lnTo>
                      <a:pt x="129" y="165"/>
                    </a:lnTo>
                    <a:lnTo>
                      <a:pt x="125" y="161"/>
                    </a:lnTo>
                    <a:lnTo>
                      <a:pt x="118" y="156"/>
                    </a:lnTo>
                    <a:lnTo>
                      <a:pt x="110" y="149"/>
                    </a:lnTo>
                    <a:lnTo>
                      <a:pt x="101" y="141"/>
                    </a:lnTo>
                    <a:lnTo>
                      <a:pt x="91" y="133"/>
                    </a:lnTo>
                    <a:lnTo>
                      <a:pt x="85" y="123"/>
                    </a:lnTo>
                    <a:lnTo>
                      <a:pt x="80" y="115"/>
                    </a:lnTo>
                    <a:lnTo>
                      <a:pt x="78" y="108"/>
                    </a:lnTo>
                    <a:lnTo>
                      <a:pt x="76" y="97"/>
                    </a:lnTo>
                    <a:lnTo>
                      <a:pt x="76" y="89"/>
                    </a:lnTo>
                    <a:lnTo>
                      <a:pt x="76" y="82"/>
                    </a:lnTo>
                    <a:lnTo>
                      <a:pt x="78" y="76"/>
                    </a:lnTo>
                    <a:lnTo>
                      <a:pt x="79" y="72"/>
                    </a:lnTo>
                    <a:lnTo>
                      <a:pt x="79" y="68"/>
                    </a:lnTo>
                    <a:lnTo>
                      <a:pt x="78" y="65"/>
                    </a:lnTo>
                    <a:lnTo>
                      <a:pt x="75" y="61"/>
                    </a:lnTo>
                    <a:lnTo>
                      <a:pt x="72" y="58"/>
                    </a:lnTo>
                    <a:lnTo>
                      <a:pt x="66" y="52"/>
                    </a:lnTo>
                    <a:lnTo>
                      <a:pt x="59" y="43"/>
                    </a:lnTo>
                    <a:lnTo>
                      <a:pt x="50" y="32"/>
                    </a:lnTo>
                    <a:lnTo>
                      <a:pt x="41" y="22"/>
                    </a:lnTo>
                    <a:lnTo>
                      <a:pt x="32" y="13"/>
                    </a:lnTo>
                    <a:lnTo>
                      <a:pt x="25" y="5"/>
                    </a:lnTo>
                    <a:lnTo>
                      <a:pt x="19" y="0"/>
                    </a:lnTo>
                    <a:lnTo>
                      <a:pt x="12" y="8"/>
                    </a:lnTo>
                    <a:lnTo>
                      <a:pt x="5" y="19"/>
                    </a:lnTo>
                    <a:lnTo>
                      <a:pt x="0" y="28"/>
                    </a:lnTo>
                    <a:lnTo>
                      <a:pt x="2" y="34"/>
                    </a:lnTo>
                    <a:lnTo>
                      <a:pt x="7" y="38"/>
                    </a:lnTo>
                    <a:lnTo>
                      <a:pt x="13" y="43"/>
                    </a:lnTo>
                    <a:lnTo>
                      <a:pt x="19" y="49"/>
                    </a:lnTo>
                    <a:lnTo>
                      <a:pt x="21" y="53"/>
                    </a:lnTo>
                    <a:lnTo>
                      <a:pt x="22" y="57"/>
                    </a:lnTo>
                    <a:lnTo>
                      <a:pt x="22" y="60"/>
                    </a:lnTo>
                    <a:lnTo>
                      <a:pt x="22" y="62"/>
                    </a:lnTo>
                    <a:lnTo>
                      <a:pt x="26" y="65"/>
                    </a:lnTo>
                    <a:lnTo>
                      <a:pt x="34" y="69"/>
                    </a:lnTo>
                    <a:lnTo>
                      <a:pt x="44" y="77"/>
                    </a:lnTo>
                    <a:lnTo>
                      <a:pt x="53" y="89"/>
                    </a:lnTo>
                    <a:lnTo>
                      <a:pt x="55" y="100"/>
                    </a:lnTo>
                    <a:lnTo>
                      <a:pt x="50" y="110"/>
                    </a:lnTo>
                    <a:lnTo>
                      <a:pt x="47" y="115"/>
                    </a:lnTo>
                    <a:lnTo>
                      <a:pt x="43" y="121"/>
                    </a:lnTo>
                    <a:lnTo>
                      <a:pt x="41" y="127"/>
                    </a:lnTo>
                    <a:lnTo>
                      <a:pt x="37" y="138"/>
                    </a:lnTo>
                    <a:lnTo>
                      <a:pt x="35" y="154"/>
                    </a:lnTo>
                    <a:lnTo>
                      <a:pt x="34" y="171"/>
                    </a:lnTo>
                    <a:lnTo>
                      <a:pt x="40" y="182"/>
                    </a:lnTo>
                    <a:lnTo>
                      <a:pt x="45" y="187"/>
                    </a:lnTo>
                    <a:lnTo>
                      <a:pt x="51" y="192"/>
                    </a:lnTo>
                    <a:lnTo>
                      <a:pt x="57" y="199"/>
                    </a:lnTo>
                    <a:lnTo>
                      <a:pt x="64" y="206"/>
                    </a:lnTo>
                    <a:lnTo>
                      <a:pt x="70" y="213"/>
                    </a:lnTo>
                    <a:lnTo>
                      <a:pt x="73" y="221"/>
                    </a:lnTo>
                    <a:lnTo>
                      <a:pt x="76" y="228"/>
                    </a:lnTo>
                    <a:lnTo>
                      <a:pt x="76" y="235"/>
                    </a:lnTo>
                    <a:lnTo>
                      <a:pt x="81" y="227"/>
                    </a:lnTo>
                    <a:lnTo>
                      <a:pt x="86" y="219"/>
                    </a:lnTo>
                    <a:lnTo>
                      <a:pt x="90" y="211"/>
                    </a:lnTo>
                    <a:lnTo>
                      <a:pt x="93" y="205"/>
                    </a:lnTo>
                    <a:lnTo>
                      <a:pt x="95" y="202"/>
                    </a:lnTo>
                    <a:lnTo>
                      <a:pt x="100" y="197"/>
                    </a:lnTo>
                    <a:lnTo>
                      <a:pt x="105" y="195"/>
                    </a:lnTo>
                    <a:lnTo>
                      <a:pt x="112" y="19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2" name="Freeform 83">
                <a:extLst>
                  <a:ext uri="{FF2B5EF4-FFF2-40B4-BE49-F238E27FC236}">
                    <a16:creationId xmlns:a16="http://schemas.microsoft.com/office/drawing/2014/main" id="{A1249FFB-D5C0-4646-8641-5F43EF86D366}"/>
                  </a:ext>
                </a:extLst>
              </p:cNvPr>
              <p:cNvSpPr>
                <a:spLocks/>
              </p:cNvSpPr>
              <p:nvPr/>
            </p:nvSpPr>
            <p:spPr bwMode="auto">
              <a:xfrm>
                <a:off x="3606" y="3019"/>
                <a:ext cx="22" cy="54"/>
              </a:xfrm>
              <a:custGeom>
                <a:avLst/>
                <a:gdLst>
                  <a:gd name="T0" fmla="*/ 20 w 40"/>
                  <a:gd name="T1" fmla="*/ 54 h 102"/>
                  <a:gd name="T2" fmla="*/ 22 w 40"/>
                  <a:gd name="T3" fmla="*/ 50 h 102"/>
                  <a:gd name="T4" fmla="*/ 21 w 40"/>
                  <a:gd name="T5" fmla="*/ 43 h 102"/>
                  <a:gd name="T6" fmla="*/ 20 w 40"/>
                  <a:gd name="T7" fmla="*/ 38 h 102"/>
                  <a:gd name="T8" fmla="*/ 16 w 40"/>
                  <a:gd name="T9" fmla="*/ 34 h 102"/>
                  <a:gd name="T10" fmla="*/ 17 w 40"/>
                  <a:gd name="T11" fmla="*/ 32 h 102"/>
                  <a:gd name="T12" fmla="*/ 18 w 40"/>
                  <a:gd name="T13" fmla="*/ 30 h 102"/>
                  <a:gd name="T14" fmla="*/ 19 w 40"/>
                  <a:gd name="T15" fmla="*/ 27 h 102"/>
                  <a:gd name="T16" fmla="*/ 21 w 40"/>
                  <a:gd name="T17" fmla="*/ 26 h 102"/>
                  <a:gd name="T18" fmla="*/ 22 w 40"/>
                  <a:gd name="T19" fmla="*/ 23 h 102"/>
                  <a:gd name="T20" fmla="*/ 21 w 40"/>
                  <a:gd name="T21" fmla="*/ 20 h 102"/>
                  <a:gd name="T22" fmla="*/ 19 w 40"/>
                  <a:gd name="T23" fmla="*/ 16 h 102"/>
                  <a:gd name="T24" fmla="*/ 14 w 40"/>
                  <a:gd name="T25" fmla="*/ 15 h 102"/>
                  <a:gd name="T26" fmla="*/ 13 w 40"/>
                  <a:gd name="T27" fmla="*/ 15 h 102"/>
                  <a:gd name="T28" fmla="*/ 13 w 40"/>
                  <a:gd name="T29" fmla="*/ 15 h 102"/>
                  <a:gd name="T30" fmla="*/ 13 w 40"/>
                  <a:gd name="T31" fmla="*/ 15 h 102"/>
                  <a:gd name="T32" fmla="*/ 12 w 40"/>
                  <a:gd name="T33" fmla="*/ 15 h 102"/>
                  <a:gd name="T34" fmla="*/ 12 w 40"/>
                  <a:gd name="T35" fmla="*/ 14 h 102"/>
                  <a:gd name="T36" fmla="*/ 13 w 40"/>
                  <a:gd name="T37" fmla="*/ 14 h 102"/>
                  <a:gd name="T38" fmla="*/ 13 w 40"/>
                  <a:gd name="T39" fmla="*/ 13 h 102"/>
                  <a:gd name="T40" fmla="*/ 13 w 40"/>
                  <a:gd name="T41" fmla="*/ 12 h 102"/>
                  <a:gd name="T42" fmla="*/ 15 w 40"/>
                  <a:gd name="T43" fmla="*/ 10 h 102"/>
                  <a:gd name="T44" fmla="*/ 17 w 40"/>
                  <a:gd name="T45" fmla="*/ 6 h 102"/>
                  <a:gd name="T46" fmla="*/ 19 w 40"/>
                  <a:gd name="T47" fmla="*/ 4 h 102"/>
                  <a:gd name="T48" fmla="*/ 20 w 40"/>
                  <a:gd name="T49" fmla="*/ 2 h 102"/>
                  <a:gd name="T50" fmla="*/ 18 w 40"/>
                  <a:gd name="T51" fmla="*/ 0 h 102"/>
                  <a:gd name="T52" fmla="*/ 14 w 40"/>
                  <a:gd name="T53" fmla="*/ 1 h 102"/>
                  <a:gd name="T54" fmla="*/ 12 w 40"/>
                  <a:gd name="T55" fmla="*/ 3 h 102"/>
                  <a:gd name="T56" fmla="*/ 9 w 40"/>
                  <a:gd name="T57" fmla="*/ 4 h 102"/>
                  <a:gd name="T58" fmla="*/ 8 w 40"/>
                  <a:gd name="T59" fmla="*/ 6 h 102"/>
                  <a:gd name="T60" fmla="*/ 6 w 40"/>
                  <a:gd name="T61" fmla="*/ 8 h 102"/>
                  <a:gd name="T62" fmla="*/ 3 w 40"/>
                  <a:gd name="T63" fmla="*/ 11 h 102"/>
                  <a:gd name="T64" fmla="*/ 1 w 40"/>
                  <a:gd name="T65" fmla="*/ 14 h 102"/>
                  <a:gd name="T66" fmla="*/ 0 w 40"/>
                  <a:gd name="T67" fmla="*/ 19 h 102"/>
                  <a:gd name="T68" fmla="*/ 1 w 40"/>
                  <a:gd name="T69" fmla="*/ 29 h 102"/>
                  <a:gd name="T70" fmla="*/ 3 w 40"/>
                  <a:gd name="T71" fmla="*/ 39 h 102"/>
                  <a:gd name="T72" fmla="*/ 6 w 40"/>
                  <a:gd name="T73" fmla="*/ 46 h 102"/>
                  <a:gd name="T74" fmla="*/ 8 w 40"/>
                  <a:gd name="T75" fmla="*/ 49 h 102"/>
                  <a:gd name="T76" fmla="*/ 12 w 40"/>
                  <a:gd name="T77" fmla="*/ 51 h 102"/>
                  <a:gd name="T78" fmla="*/ 15 w 40"/>
                  <a:gd name="T79" fmla="*/ 52 h 102"/>
                  <a:gd name="T80" fmla="*/ 20 w 40"/>
                  <a:gd name="T81" fmla="*/ 54 h 10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40" h="102">
                    <a:moveTo>
                      <a:pt x="37" y="102"/>
                    </a:moveTo>
                    <a:lnTo>
                      <a:pt x="40" y="94"/>
                    </a:lnTo>
                    <a:lnTo>
                      <a:pt x="39" y="82"/>
                    </a:lnTo>
                    <a:lnTo>
                      <a:pt x="36" y="71"/>
                    </a:lnTo>
                    <a:lnTo>
                      <a:pt x="29" y="64"/>
                    </a:lnTo>
                    <a:lnTo>
                      <a:pt x="30" y="60"/>
                    </a:lnTo>
                    <a:lnTo>
                      <a:pt x="32" y="56"/>
                    </a:lnTo>
                    <a:lnTo>
                      <a:pt x="35" y="51"/>
                    </a:lnTo>
                    <a:lnTo>
                      <a:pt x="38" y="49"/>
                    </a:lnTo>
                    <a:lnTo>
                      <a:pt x="40" y="44"/>
                    </a:lnTo>
                    <a:lnTo>
                      <a:pt x="39" y="37"/>
                    </a:lnTo>
                    <a:lnTo>
                      <a:pt x="35" y="31"/>
                    </a:lnTo>
                    <a:lnTo>
                      <a:pt x="25" y="28"/>
                    </a:lnTo>
                    <a:lnTo>
                      <a:pt x="24" y="28"/>
                    </a:lnTo>
                    <a:lnTo>
                      <a:pt x="23" y="28"/>
                    </a:lnTo>
                    <a:lnTo>
                      <a:pt x="22" y="28"/>
                    </a:lnTo>
                    <a:lnTo>
                      <a:pt x="22" y="27"/>
                    </a:lnTo>
                    <a:lnTo>
                      <a:pt x="23" y="26"/>
                    </a:lnTo>
                    <a:lnTo>
                      <a:pt x="23" y="25"/>
                    </a:lnTo>
                    <a:lnTo>
                      <a:pt x="23" y="23"/>
                    </a:lnTo>
                    <a:lnTo>
                      <a:pt x="27" y="18"/>
                    </a:lnTo>
                    <a:lnTo>
                      <a:pt x="31" y="12"/>
                    </a:lnTo>
                    <a:lnTo>
                      <a:pt x="35" y="7"/>
                    </a:lnTo>
                    <a:lnTo>
                      <a:pt x="37" y="4"/>
                    </a:lnTo>
                    <a:lnTo>
                      <a:pt x="32" y="0"/>
                    </a:lnTo>
                    <a:lnTo>
                      <a:pt x="25" y="2"/>
                    </a:lnTo>
                    <a:lnTo>
                      <a:pt x="21" y="5"/>
                    </a:lnTo>
                    <a:lnTo>
                      <a:pt x="17" y="8"/>
                    </a:lnTo>
                    <a:lnTo>
                      <a:pt x="14" y="12"/>
                    </a:lnTo>
                    <a:lnTo>
                      <a:pt x="10" y="16"/>
                    </a:lnTo>
                    <a:lnTo>
                      <a:pt x="6" y="21"/>
                    </a:lnTo>
                    <a:lnTo>
                      <a:pt x="1" y="26"/>
                    </a:lnTo>
                    <a:lnTo>
                      <a:pt x="0" y="36"/>
                    </a:lnTo>
                    <a:lnTo>
                      <a:pt x="2" y="55"/>
                    </a:lnTo>
                    <a:lnTo>
                      <a:pt x="6" y="74"/>
                    </a:lnTo>
                    <a:lnTo>
                      <a:pt x="10" y="87"/>
                    </a:lnTo>
                    <a:lnTo>
                      <a:pt x="15" y="93"/>
                    </a:lnTo>
                    <a:lnTo>
                      <a:pt x="21" y="96"/>
                    </a:lnTo>
                    <a:lnTo>
                      <a:pt x="28" y="98"/>
                    </a:lnTo>
                    <a:lnTo>
                      <a:pt x="37" y="10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3" name="Freeform 84">
                <a:extLst>
                  <a:ext uri="{FF2B5EF4-FFF2-40B4-BE49-F238E27FC236}">
                    <a16:creationId xmlns:a16="http://schemas.microsoft.com/office/drawing/2014/main" id="{E764BB07-7C92-470E-A173-C0C8C9598098}"/>
                  </a:ext>
                </a:extLst>
              </p:cNvPr>
              <p:cNvSpPr>
                <a:spLocks/>
              </p:cNvSpPr>
              <p:nvPr/>
            </p:nvSpPr>
            <p:spPr bwMode="auto">
              <a:xfrm>
                <a:off x="3479" y="3018"/>
                <a:ext cx="11" cy="21"/>
              </a:xfrm>
              <a:custGeom>
                <a:avLst/>
                <a:gdLst>
                  <a:gd name="T0" fmla="*/ 5 w 19"/>
                  <a:gd name="T1" fmla="*/ 0 h 39"/>
                  <a:gd name="T2" fmla="*/ 3 w 19"/>
                  <a:gd name="T3" fmla="*/ 3 h 39"/>
                  <a:gd name="T4" fmla="*/ 1 w 19"/>
                  <a:gd name="T5" fmla="*/ 7 h 39"/>
                  <a:gd name="T6" fmla="*/ 0 w 19"/>
                  <a:gd name="T7" fmla="*/ 11 h 39"/>
                  <a:gd name="T8" fmla="*/ 0 w 19"/>
                  <a:gd name="T9" fmla="*/ 15 h 39"/>
                  <a:gd name="T10" fmla="*/ 2 w 19"/>
                  <a:gd name="T11" fmla="*/ 16 h 39"/>
                  <a:gd name="T12" fmla="*/ 6 w 19"/>
                  <a:gd name="T13" fmla="*/ 18 h 39"/>
                  <a:gd name="T14" fmla="*/ 9 w 19"/>
                  <a:gd name="T15" fmla="*/ 20 h 39"/>
                  <a:gd name="T16" fmla="*/ 11 w 19"/>
                  <a:gd name="T17" fmla="*/ 21 h 39"/>
                  <a:gd name="T18" fmla="*/ 9 w 19"/>
                  <a:gd name="T19" fmla="*/ 17 h 39"/>
                  <a:gd name="T20" fmla="*/ 6 w 19"/>
                  <a:gd name="T21" fmla="*/ 12 h 39"/>
                  <a:gd name="T22" fmla="*/ 5 w 19"/>
                  <a:gd name="T23" fmla="*/ 6 h 39"/>
                  <a:gd name="T24" fmla="*/ 5 w 19"/>
                  <a:gd name="T25" fmla="*/ 0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39">
                    <a:moveTo>
                      <a:pt x="9" y="0"/>
                    </a:moveTo>
                    <a:lnTo>
                      <a:pt x="5" y="6"/>
                    </a:lnTo>
                    <a:lnTo>
                      <a:pt x="2" y="13"/>
                    </a:lnTo>
                    <a:lnTo>
                      <a:pt x="0" y="20"/>
                    </a:lnTo>
                    <a:lnTo>
                      <a:pt x="0" y="27"/>
                    </a:lnTo>
                    <a:lnTo>
                      <a:pt x="4" y="30"/>
                    </a:lnTo>
                    <a:lnTo>
                      <a:pt x="10" y="34"/>
                    </a:lnTo>
                    <a:lnTo>
                      <a:pt x="16" y="37"/>
                    </a:lnTo>
                    <a:lnTo>
                      <a:pt x="19" y="39"/>
                    </a:lnTo>
                    <a:lnTo>
                      <a:pt x="15" y="32"/>
                    </a:lnTo>
                    <a:lnTo>
                      <a:pt x="10" y="22"/>
                    </a:lnTo>
                    <a:lnTo>
                      <a:pt x="8" y="12"/>
                    </a:lnTo>
                    <a:lnTo>
                      <a:pt x="9"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4" name="Freeform 85">
                <a:extLst>
                  <a:ext uri="{FF2B5EF4-FFF2-40B4-BE49-F238E27FC236}">
                    <a16:creationId xmlns:a16="http://schemas.microsoft.com/office/drawing/2014/main" id="{39C116A9-4F65-4912-A3B6-11AB0C9CDEB4}"/>
                  </a:ext>
                </a:extLst>
              </p:cNvPr>
              <p:cNvSpPr>
                <a:spLocks/>
              </p:cNvSpPr>
              <p:nvPr/>
            </p:nvSpPr>
            <p:spPr bwMode="auto">
              <a:xfrm>
                <a:off x="3482" y="3008"/>
                <a:ext cx="18" cy="12"/>
              </a:xfrm>
              <a:custGeom>
                <a:avLst/>
                <a:gdLst>
                  <a:gd name="T0" fmla="*/ 0 w 34"/>
                  <a:gd name="T1" fmla="*/ 4 h 22"/>
                  <a:gd name="T2" fmla="*/ 4 w 34"/>
                  <a:gd name="T3" fmla="*/ 2 h 22"/>
                  <a:gd name="T4" fmla="*/ 7 w 34"/>
                  <a:gd name="T5" fmla="*/ 1 h 22"/>
                  <a:gd name="T6" fmla="*/ 11 w 34"/>
                  <a:gd name="T7" fmla="*/ 0 h 22"/>
                  <a:gd name="T8" fmla="*/ 12 w 34"/>
                  <a:gd name="T9" fmla="*/ 1 h 22"/>
                  <a:gd name="T10" fmla="*/ 14 w 34"/>
                  <a:gd name="T11" fmla="*/ 2 h 22"/>
                  <a:gd name="T12" fmla="*/ 16 w 34"/>
                  <a:gd name="T13" fmla="*/ 5 h 22"/>
                  <a:gd name="T14" fmla="*/ 18 w 34"/>
                  <a:gd name="T15" fmla="*/ 8 h 22"/>
                  <a:gd name="T16" fmla="*/ 18 w 34"/>
                  <a:gd name="T17" fmla="*/ 9 h 22"/>
                  <a:gd name="T18" fmla="*/ 16 w 34"/>
                  <a:gd name="T19" fmla="*/ 10 h 22"/>
                  <a:gd name="T20" fmla="*/ 15 w 34"/>
                  <a:gd name="T21" fmla="*/ 11 h 22"/>
                  <a:gd name="T22" fmla="*/ 14 w 34"/>
                  <a:gd name="T23" fmla="*/ 12 h 22"/>
                  <a:gd name="T24" fmla="*/ 14 w 34"/>
                  <a:gd name="T25" fmla="*/ 11 h 22"/>
                  <a:gd name="T26" fmla="*/ 12 w 34"/>
                  <a:gd name="T27" fmla="*/ 8 h 22"/>
                  <a:gd name="T28" fmla="*/ 9 w 34"/>
                  <a:gd name="T29" fmla="*/ 5 h 22"/>
                  <a:gd name="T30" fmla="*/ 6 w 34"/>
                  <a:gd name="T31" fmla="*/ 4 h 22"/>
                  <a:gd name="T32" fmla="*/ 0 w 34"/>
                  <a:gd name="T33" fmla="*/ 4 h 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22">
                    <a:moveTo>
                      <a:pt x="0" y="8"/>
                    </a:moveTo>
                    <a:lnTo>
                      <a:pt x="7" y="3"/>
                    </a:lnTo>
                    <a:lnTo>
                      <a:pt x="14" y="1"/>
                    </a:lnTo>
                    <a:lnTo>
                      <a:pt x="20" y="0"/>
                    </a:lnTo>
                    <a:lnTo>
                      <a:pt x="23" y="1"/>
                    </a:lnTo>
                    <a:lnTo>
                      <a:pt x="27" y="4"/>
                    </a:lnTo>
                    <a:lnTo>
                      <a:pt x="31" y="9"/>
                    </a:lnTo>
                    <a:lnTo>
                      <a:pt x="34" y="14"/>
                    </a:lnTo>
                    <a:lnTo>
                      <a:pt x="34" y="17"/>
                    </a:lnTo>
                    <a:lnTo>
                      <a:pt x="31" y="19"/>
                    </a:lnTo>
                    <a:lnTo>
                      <a:pt x="29" y="21"/>
                    </a:lnTo>
                    <a:lnTo>
                      <a:pt x="27" y="22"/>
                    </a:lnTo>
                    <a:lnTo>
                      <a:pt x="26" y="21"/>
                    </a:lnTo>
                    <a:lnTo>
                      <a:pt x="23" y="15"/>
                    </a:lnTo>
                    <a:lnTo>
                      <a:pt x="17" y="9"/>
                    </a:lnTo>
                    <a:lnTo>
                      <a:pt x="11" y="7"/>
                    </a:lnTo>
                    <a:lnTo>
                      <a:pt x="0" y="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5" name="Freeform 86">
                <a:extLst>
                  <a:ext uri="{FF2B5EF4-FFF2-40B4-BE49-F238E27FC236}">
                    <a16:creationId xmlns:a16="http://schemas.microsoft.com/office/drawing/2014/main" id="{8FF88CB4-28BF-490E-A886-32CD851BBB7C}"/>
                  </a:ext>
                </a:extLst>
              </p:cNvPr>
              <p:cNvSpPr>
                <a:spLocks/>
              </p:cNvSpPr>
              <p:nvPr/>
            </p:nvSpPr>
            <p:spPr bwMode="auto">
              <a:xfrm>
                <a:off x="3611" y="3040"/>
                <a:ext cx="16" cy="12"/>
              </a:xfrm>
              <a:custGeom>
                <a:avLst/>
                <a:gdLst>
                  <a:gd name="T0" fmla="*/ 16 w 29"/>
                  <a:gd name="T1" fmla="*/ 4 h 22"/>
                  <a:gd name="T2" fmla="*/ 14 w 29"/>
                  <a:gd name="T3" fmla="*/ 5 h 22"/>
                  <a:gd name="T4" fmla="*/ 13 w 29"/>
                  <a:gd name="T5" fmla="*/ 8 h 22"/>
                  <a:gd name="T6" fmla="*/ 12 w 29"/>
                  <a:gd name="T7" fmla="*/ 10 h 22"/>
                  <a:gd name="T8" fmla="*/ 11 w 29"/>
                  <a:gd name="T9" fmla="*/ 12 h 22"/>
                  <a:gd name="T10" fmla="*/ 8 w 29"/>
                  <a:gd name="T11" fmla="*/ 9 h 22"/>
                  <a:gd name="T12" fmla="*/ 6 w 29"/>
                  <a:gd name="T13" fmla="*/ 5 h 22"/>
                  <a:gd name="T14" fmla="*/ 3 w 29"/>
                  <a:gd name="T15" fmla="*/ 2 h 22"/>
                  <a:gd name="T16" fmla="*/ 0 w 29"/>
                  <a:gd name="T17" fmla="*/ 0 h 22"/>
                  <a:gd name="T18" fmla="*/ 4 w 29"/>
                  <a:gd name="T19" fmla="*/ 1 h 22"/>
                  <a:gd name="T20" fmla="*/ 9 w 29"/>
                  <a:gd name="T21" fmla="*/ 2 h 22"/>
                  <a:gd name="T22" fmla="*/ 13 w 29"/>
                  <a:gd name="T23" fmla="*/ 3 h 22"/>
                  <a:gd name="T24" fmla="*/ 16 w 29"/>
                  <a:gd name="T25" fmla="*/ 4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22">
                    <a:moveTo>
                      <a:pt x="29" y="7"/>
                    </a:moveTo>
                    <a:lnTo>
                      <a:pt x="26" y="9"/>
                    </a:lnTo>
                    <a:lnTo>
                      <a:pt x="23" y="14"/>
                    </a:lnTo>
                    <a:lnTo>
                      <a:pt x="21" y="18"/>
                    </a:lnTo>
                    <a:lnTo>
                      <a:pt x="20" y="22"/>
                    </a:lnTo>
                    <a:lnTo>
                      <a:pt x="15" y="16"/>
                    </a:lnTo>
                    <a:lnTo>
                      <a:pt x="11" y="10"/>
                    </a:lnTo>
                    <a:lnTo>
                      <a:pt x="5" y="4"/>
                    </a:lnTo>
                    <a:lnTo>
                      <a:pt x="0" y="0"/>
                    </a:lnTo>
                    <a:lnTo>
                      <a:pt x="8" y="2"/>
                    </a:lnTo>
                    <a:lnTo>
                      <a:pt x="16" y="4"/>
                    </a:lnTo>
                    <a:lnTo>
                      <a:pt x="23" y="6"/>
                    </a:lnTo>
                    <a:lnTo>
                      <a:pt x="29" y="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6" name="Freeform 87">
                <a:extLst>
                  <a:ext uri="{FF2B5EF4-FFF2-40B4-BE49-F238E27FC236}">
                    <a16:creationId xmlns:a16="http://schemas.microsoft.com/office/drawing/2014/main" id="{52FE1BB2-9693-4A3F-8F5A-A1247E4DB37D}"/>
                  </a:ext>
                </a:extLst>
              </p:cNvPr>
              <p:cNvSpPr>
                <a:spLocks/>
              </p:cNvSpPr>
              <p:nvPr/>
            </p:nvSpPr>
            <p:spPr bwMode="auto">
              <a:xfrm>
                <a:off x="3584" y="2934"/>
                <a:ext cx="21" cy="37"/>
              </a:xfrm>
              <a:custGeom>
                <a:avLst/>
                <a:gdLst>
                  <a:gd name="T0" fmla="*/ 0 w 38"/>
                  <a:gd name="T1" fmla="*/ 37 h 67"/>
                  <a:gd name="T2" fmla="*/ 1 w 38"/>
                  <a:gd name="T3" fmla="*/ 34 h 67"/>
                  <a:gd name="T4" fmla="*/ 3 w 38"/>
                  <a:gd name="T5" fmla="*/ 30 h 67"/>
                  <a:gd name="T6" fmla="*/ 5 w 38"/>
                  <a:gd name="T7" fmla="*/ 28 h 67"/>
                  <a:gd name="T8" fmla="*/ 8 w 38"/>
                  <a:gd name="T9" fmla="*/ 22 h 67"/>
                  <a:gd name="T10" fmla="*/ 9 w 38"/>
                  <a:gd name="T11" fmla="*/ 18 h 67"/>
                  <a:gd name="T12" fmla="*/ 12 w 38"/>
                  <a:gd name="T13" fmla="*/ 14 h 67"/>
                  <a:gd name="T14" fmla="*/ 13 w 38"/>
                  <a:gd name="T15" fmla="*/ 9 h 67"/>
                  <a:gd name="T16" fmla="*/ 14 w 38"/>
                  <a:gd name="T17" fmla="*/ 6 h 67"/>
                  <a:gd name="T18" fmla="*/ 14 w 38"/>
                  <a:gd name="T19" fmla="*/ 4 h 67"/>
                  <a:gd name="T20" fmla="*/ 16 w 38"/>
                  <a:gd name="T21" fmla="*/ 1 h 67"/>
                  <a:gd name="T22" fmla="*/ 17 w 38"/>
                  <a:gd name="T23" fmla="*/ 0 h 67"/>
                  <a:gd name="T24" fmla="*/ 19 w 38"/>
                  <a:gd name="T25" fmla="*/ 1 h 67"/>
                  <a:gd name="T26" fmla="*/ 20 w 38"/>
                  <a:gd name="T27" fmla="*/ 3 h 67"/>
                  <a:gd name="T28" fmla="*/ 21 w 38"/>
                  <a:gd name="T29" fmla="*/ 4 h 67"/>
                  <a:gd name="T30" fmla="*/ 21 w 38"/>
                  <a:gd name="T31" fmla="*/ 7 h 67"/>
                  <a:gd name="T32" fmla="*/ 20 w 38"/>
                  <a:gd name="T33" fmla="*/ 9 h 67"/>
                  <a:gd name="T34" fmla="*/ 18 w 38"/>
                  <a:gd name="T35" fmla="*/ 13 h 67"/>
                  <a:gd name="T36" fmla="*/ 16 w 38"/>
                  <a:gd name="T37" fmla="*/ 18 h 67"/>
                  <a:gd name="T38" fmla="*/ 12 w 38"/>
                  <a:gd name="T39" fmla="*/ 23 h 67"/>
                  <a:gd name="T40" fmla="*/ 9 w 38"/>
                  <a:gd name="T41" fmla="*/ 27 h 67"/>
                  <a:gd name="T42" fmla="*/ 6 w 38"/>
                  <a:gd name="T43" fmla="*/ 30 h 67"/>
                  <a:gd name="T44" fmla="*/ 4 w 38"/>
                  <a:gd name="T45" fmla="*/ 32 h 67"/>
                  <a:gd name="T46" fmla="*/ 2 w 38"/>
                  <a:gd name="T47" fmla="*/ 34 h 67"/>
                  <a:gd name="T48" fmla="*/ 0 w 38"/>
                  <a:gd name="T49" fmla="*/ 37 h 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67">
                    <a:moveTo>
                      <a:pt x="0" y="67"/>
                    </a:moveTo>
                    <a:lnTo>
                      <a:pt x="2" y="61"/>
                    </a:lnTo>
                    <a:lnTo>
                      <a:pt x="6" y="55"/>
                    </a:lnTo>
                    <a:lnTo>
                      <a:pt x="9" y="50"/>
                    </a:lnTo>
                    <a:lnTo>
                      <a:pt x="14" y="40"/>
                    </a:lnTo>
                    <a:lnTo>
                      <a:pt x="17" y="33"/>
                    </a:lnTo>
                    <a:lnTo>
                      <a:pt x="21" y="25"/>
                    </a:lnTo>
                    <a:lnTo>
                      <a:pt x="23" y="16"/>
                    </a:lnTo>
                    <a:lnTo>
                      <a:pt x="25" y="10"/>
                    </a:lnTo>
                    <a:lnTo>
                      <a:pt x="26" y="7"/>
                    </a:lnTo>
                    <a:lnTo>
                      <a:pt x="29" y="2"/>
                    </a:lnTo>
                    <a:lnTo>
                      <a:pt x="31" y="0"/>
                    </a:lnTo>
                    <a:lnTo>
                      <a:pt x="34" y="1"/>
                    </a:lnTo>
                    <a:lnTo>
                      <a:pt x="37" y="5"/>
                    </a:lnTo>
                    <a:lnTo>
                      <a:pt x="38" y="8"/>
                    </a:lnTo>
                    <a:lnTo>
                      <a:pt x="38" y="12"/>
                    </a:lnTo>
                    <a:lnTo>
                      <a:pt x="37" y="16"/>
                    </a:lnTo>
                    <a:lnTo>
                      <a:pt x="33" y="24"/>
                    </a:lnTo>
                    <a:lnTo>
                      <a:pt x="29" y="32"/>
                    </a:lnTo>
                    <a:lnTo>
                      <a:pt x="22" y="41"/>
                    </a:lnTo>
                    <a:lnTo>
                      <a:pt x="16" y="48"/>
                    </a:lnTo>
                    <a:lnTo>
                      <a:pt x="11" y="54"/>
                    </a:lnTo>
                    <a:lnTo>
                      <a:pt x="7" y="58"/>
                    </a:lnTo>
                    <a:lnTo>
                      <a:pt x="3" y="62"/>
                    </a:lnTo>
                    <a:lnTo>
                      <a:pt x="0" y="67"/>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7" name="Freeform 88">
                <a:extLst>
                  <a:ext uri="{FF2B5EF4-FFF2-40B4-BE49-F238E27FC236}">
                    <a16:creationId xmlns:a16="http://schemas.microsoft.com/office/drawing/2014/main" id="{5BF08C61-E001-4ED9-B19C-D238F8A96A3C}"/>
                  </a:ext>
                </a:extLst>
              </p:cNvPr>
              <p:cNvSpPr>
                <a:spLocks/>
              </p:cNvSpPr>
              <p:nvPr/>
            </p:nvSpPr>
            <p:spPr bwMode="auto">
              <a:xfrm>
                <a:off x="3591" y="2961"/>
                <a:ext cx="38" cy="46"/>
              </a:xfrm>
              <a:custGeom>
                <a:avLst/>
                <a:gdLst>
                  <a:gd name="T0" fmla="*/ 32 w 71"/>
                  <a:gd name="T1" fmla="*/ 46 h 86"/>
                  <a:gd name="T2" fmla="*/ 33 w 71"/>
                  <a:gd name="T3" fmla="*/ 44 h 86"/>
                  <a:gd name="T4" fmla="*/ 35 w 71"/>
                  <a:gd name="T5" fmla="*/ 42 h 86"/>
                  <a:gd name="T6" fmla="*/ 36 w 71"/>
                  <a:gd name="T7" fmla="*/ 40 h 86"/>
                  <a:gd name="T8" fmla="*/ 38 w 71"/>
                  <a:gd name="T9" fmla="*/ 40 h 86"/>
                  <a:gd name="T10" fmla="*/ 36 w 71"/>
                  <a:gd name="T11" fmla="*/ 40 h 86"/>
                  <a:gd name="T12" fmla="*/ 33 w 71"/>
                  <a:gd name="T13" fmla="*/ 40 h 86"/>
                  <a:gd name="T14" fmla="*/ 29 w 71"/>
                  <a:gd name="T15" fmla="*/ 41 h 86"/>
                  <a:gd name="T16" fmla="*/ 26 w 71"/>
                  <a:gd name="T17" fmla="*/ 42 h 86"/>
                  <a:gd name="T18" fmla="*/ 27 w 71"/>
                  <a:gd name="T19" fmla="*/ 38 h 86"/>
                  <a:gd name="T20" fmla="*/ 28 w 71"/>
                  <a:gd name="T21" fmla="*/ 35 h 86"/>
                  <a:gd name="T22" fmla="*/ 31 w 71"/>
                  <a:gd name="T23" fmla="*/ 33 h 86"/>
                  <a:gd name="T24" fmla="*/ 32 w 71"/>
                  <a:gd name="T25" fmla="*/ 31 h 86"/>
                  <a:gd name="T26" fmla="*/ 31 w 71"/>
                  <a:gd name="T27" fmla="*/ 30 h 86"/>
                  <a:gd name="T28" fmla="*/ 28 w 71"/>
                  <a:gd name="T29" fmla="*/ 29 h 86"/>
                  <a:gd name="T30" fmla="*/ 27 w 71"/>
                  <a:gd name="T31" fmla="*/ 28 h 86"/>
                  <a:gd name="T32" fmla="*/ 25 w 71"/>
                  <a:gd name="T33" fmla="*/ 28 h 86"/>
                  <a:gd name="T34" fmla="*/ 23 w 71"/>
                  <a:gd name="T35" fmla="*/ 26 h 86"/>
                  <a:gd name="T36" fmla="*/ 19 w 71"/>
                  <a:gd name="T37" fmla="*/ 20 h 86"/>
                  <a:gd name="T38" fmla="*/ 16 w 71"/>
                  <a:gd name="T39" fmla="*/ 14 h 86"/>
                  <a:gd name="T40" fmla="*/ 14 w 71"/>
                  <a:gd name="T41" fmla="*/ 11 h 86"/>
                  <a:gd name="T42" fmla="*/ 12 w 71"/>
                  <a:gd name="T43" fmla="*/ 8 h 86"/>
                  <a:gd name="T44" fmla="*/ 12 w 71"/>
                  <a:gd name="T45" fmla="*/ 6 h 86"/>
                  <a:gd name="T46" fmla="*/ 12 w 71"/>
                  <a:gd name="T47" fmla="*/ 3 h 86"/>
                  <a:gd name="T48" fmla="*/ 13 w 71"/>
                  <a:gd name="T49" fmla="*/ 0 h 86"/>
                  <a:gd name="T50" fmla="*/ 10 w 71"/>
                  <a:gd name="T51" fmla="*/ 3 h 86"/>
                  <a:gd name="T52" fmla="*/ 6 w 71"/>
                  <a:gd name="T53" fmla="*/ 8 h 86"/>
                  <a:gd name="T54" fmla="*/ 2 w 71"/>
                  <a:gd name="T55" fmla="*/ 14 h 86"/>
                  <a:gd name="T56" fmla="*/ 0 w 71"/>
                  <a:gd name="T57" fmla="*/ 20 h 86"/>
                  <a:gd name="T58" fmla="*/ 3 w 71"/>
                  <a:gd name="T59" fmla="*/ 19 h 86"/>
                  <a:gd name="T60" fmla="*/ 5 w 71"/>
                  <a:gd name="T61" fmla="*/ 18 h 86"/>
                  <a:gd name="T62" fmla="*/ 7 w 71"/>
                  <a:gd name="T63" fmla="*/ 16 h 86"/>
                  <a:gd name="T64" fmla="*/ 8 w 71"/>
                  <a:gd name="T65" fmla="*/ 16 h 86"/>
                  <a:gd name="T66" fmla="*/ 10 w 71"/>
                  <a:gd name="T67" fmla="*/ 18 h 86"/>
                  <a:gd name="T68" fmla="*/ 12 w 71"/>
                  <a:gd name="T69" fmla="*/ 20 h 86"/>
                  <a:gd name="T70" fmla="*/ 13 w 71"/>
                  <a:gd name="T71" fmla="*/ 22 h 86"/>
                  <a:gd name="T72" fmla="*/ 14 w 71"/>
                  <a:gd name="T73" fmla="*/ 26 h 86"/>
                  <a:gd name="T74" fmla="*/ 14 w 71"/>
                  <a:gd name="T75" fmla="*/ 28 h 86"/>
                  <a:gd name="T76" fmla="*/ 14 w 71"/>
                  <a:gd name="T77" fmla="*/ 30 h 86"/>
                  <a:gd name="T78" fmla="*/ 15 w 71"/>
                  <a:gd name="T79" fmla="*/ 33 h 86"/>
                  <a:gd name="T80" fmla="*/ 16 w 71"/>
                  <a:gd name="T81" fmla="*/ 35 h 86"/>
                  <a:gd name="T82" fmla="*/ 16 w 71"/>
                  <a:gd name="T83" fmla="*/ 39 h 86"/>
                  <a:gd name="T84" fmla="*/ 16 w 71"/>
                  <a:gd name="T85" fmla="*/ 43 h 86"/>
                  <a:gd name="T86" fmla="*/ 16 w 71"/>
                  <a:gd name="T87" fmla="*/ 45 h 86"/>
                  <a:gd name="T88" fmla="*/ 18 w 71"/>
                  <a:gd name="T89" fmla="*/ 46 h 86"/>
                  <a:gd name="T90" fmla="*/ 20 w 71"/>
                  <a:gd name="T91" fmla="*/ 45 h 86"/>
                  <a:gd name="T92" fmla="*/ 24 w 71"/>
                  <a:gd name="T93" fmla="*/ 45 h 86"/>
                  <a:gd name="T94" fmla="*/ 27 w 71"/>
                  <a:gd name="T95" fmla="*/ 45 h 86"/>
                  <a:gd name="T96" fmla="*/ 32 w 71"/>
                  <a:gd name="T97" fmla="*/ 46 h 8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1" h="86">
                    <a:moveTo>
                      <a:pt x="59" y="86"/>
                    </a:moveTo>
                    <a:lnTo>
                      <a:pt x="62" y="82"/>
                    </a:lnTo>
                    <a:lnTo>
                      <a:pt x="65" y="79"/>
                    </a:lnTo>
                    <a:lnTo>
                      <a:pt x="67" y="75"/>
                    </a:lnTo>
                    <a:lnTo>
                      <a:pt x="71" y="74"/>
                    </a:lnTo>
                    <a:lnTo>
                      <a:pt x="67" y="74"/>
                    </a:lnTo>
                    <a:lnTo>
                      <a:pt x="62" y="75"/>
                    </a:lnTo>
                    <a:lnTo>
                      <a:pt x="55" y="76"/>
                    </a:lnTo>
                    <a:lnTo>
                      <a:pt x="48" y="79"/>
                    </a:lnTo>
                    <a:lnTo>
                      <a:pt x="50" y="71"/>
                    </a:lnTo>
                    <a:lnTo>
                      <a:pt x="53" y="65"/>
                    </a:lnTo>
                    <a:lnTo>
                      <a:pt x="58" y="61"/>
                    </a:lnTo>
                    <a:lnTo>
                      <a:pt x="59" y="58"/>
                    </a:lnTo>
                    <a:lnTo>
                      <a:pt x="57" y="57"/>
                    </a:lnTo>
                    <a:lnTo>
                      <a:pt x="53" y="55"/>
                    </a:lnTo>
                    <a:lnTo>
                      <a:pt x="50" y="53"/>
                    </a:lnTo>
                    <a:lnTo>
                      <a:pt x="47" y="53"/>
                    </a:lnTo>
                    <a:lnTo>
                      <a:pt x="43" y="49"/>
                    </a:lnTo>
                    <a:lnTo>
                      <a:pt x="36" y="38"/>
                    </a:lnTo>
                    <a:lnTo>
                      <a:pt x="30" y="27"/>
                    </a:lnTo>
                    <a:lnTo>
                      <a:pt x="26" y="20"/>
                    </a:lnTo>
                    <a:lnTo>
                      <a:pt x="23" y="15"/>
                    </a:lnTo>
                    <a:lnTo>
                      <a:pt x="23" y="11"/>
                    </a:lnTo>
                    <a:lnTo>
                      <a:pt x="23" y="6"/>
                    </a:lnTo>
                    <a:lnTo>
                      <a:pt x="25" y="0"/>
                    </a:lnTo>
                    <a:lnTo>
                      <a:pt x="19" y="6"/>
                    </a:lnTo>
                    <a:lnTo>
                      <a:pt x="11" y="15"/>
                    </a:lnTo>
                    <a:lnTo>
                      <a:pt x="4" y="27"/>
                    </a:lnTo>
                    <a:lnTo>
                      <a:pt x="0" y="38"/>
                    </a:lnTo>
                    <a:lnTo>
                      <a:pt x="5" y="35"/>
                    </a:lnTo>
                    <a:lnTo>
                      <a:pt x="10" y="33"/>
                    </a:lnTo>
                    <a:lnTo>
                      <a:pt x="13" y="30"/>
                    </a:lnTo>
                    <a:lnTo>
                      <a:pt x="15" y="30"/>
                    </a:lnTo>
                    <a:lnTo>
                      <a:pt x="19" y="33"/>
                    </a:lnTo>
                    <a:lnTo>
                      <a:pt x="22" y="37"/>
                    </a:lnTo>
                    <a:lnTo>
                      <a:pt x="25" y="42"/>
                    </a:lnTo>
                    <a:lnTo>
                      <a:pt x="26" y="48"/>
                    </a:lnTo>
                    <a:lnTo>
                      <a:pt x="27" y="52"/>
                    </a:lnTo>
                    <a:lnTo>
                      <a:pt x="27" y="57"/>
                    </a:lnTo>
                    <a:lnTo>
                      <a:pt x="28" y="61"/>
                    </a:lnTo>
                    <a:lnTo>
                      <a:pt x="30" y="65"/>
                    </a:lnTo>
                    <a:lnTo>
                      <a:pt x="29" y="73"/>
                    </a:lnTo>
                    <a:lnTo>
                      <a:pt x="29" y="80"/>
                    </a:lnTo>
                    <a:lnTo>
                      <a:pt x="30" y="84"/>
                    </a:lnTo>
                    <a:lnTo>
                      <a:pt x="34" y="86"/>
                    </a:lnTo>
                    <a:lnTo>
                      <a:pt x="38" y="84"/>
                    </a:lnTo>
                    <a:lnTo>
                      <a:pt x="44" y="84"/>
                    </a:lnTo>
                    <a:lnTo>
                      <a:pt x="51" y="84"/>
                    </a:lnTo>
                    <a:lnTo>
                      <a:pt x="59" y="8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8" name="Freeform 89">
                <a:extLst>
                  <a:ext uri="{FF2B5EF4-FFF2-40B4-BE49-F238E27FC236}">
                    <a16:creationId xmlns:a16="http://schemas.microsoft.com/office/drawing/2014/main" id="{58552DDD-29A1-4A3B-A668-5A0A3C536E43}"/>
                  </a:ext>
                </a:extLst>
              </p:cNvPr>
              <p:cNvSpPr>
                <a:spLocks/>
              </p:cNvSpPr>
              <p:nvPr/>
            </p:nvSpPr>
            <p:spPr bwMode="auto">
              <a:xfrm>
                <a:off x="3448" y="3095"/>
                <a:ext cx="119" cy="109"/>
              </a:xfrm>
              <a:custGeom>
                <a:avLst/>
                <a:gdLst>
                  <a:gd name="T0" fmla="*/ 105 w 218"/>
                  <a:gd name="T1" fmla="*/ 38 h 199"/>
                  <a:gd name="T2" fmla="*/ 87 w 218"/>
                  <a:gd name="T3" fmla="*/ 33 h 199"/>
                  <a:gd name="T4" fmla="*/ 69 w 218"/>
                  <a:gd name="T5" fmla="*/ 27 h 199"/>
                  <a:gd name="T6" fmla="*/ 52 w 218"/>
                  <a:gd name="T7" fmla="*/ 24 h 199"/>
                  <a:gd name="T8" fmla="*/ 44 w 218"/>
                  <a:gd name="T9" fmla="*/ 21 h 199"/>
                  <a:gd name="T10" fmla="*/ 34 w 218"/>
                  <a:gd name="T11" fmla="*/ 18 h 199"/>
                  <a:gd name="T12" fmla="*/ 20 w 218"/>
                  <a:gd name="T13" fmla="*/ 10 h 199"/>
                  <a:gd name="T14" fmla="*/ 6 w 218"/>
                  <a:gd name="T15" fmla="*/ 4 h 199"/>
                  <a:gd name="T16" fmla="*/ 4 w 218"/>
                  <a:gd name="T17" fmla="*/ 5 h 199"/>
                  <a:gd name="T18" fmla="*/ 11 w 218"/>
                  <a:gd name="T19" fmla="*/ 14 h 199"/>
                  <a:gd name="T20" fmla="*/ 17 w 218"/>
                  <a:gd name="T21" fmla="*/ 24 h 199"/>
                  <a:gd name="T22" fmla="*/ 22 w 218"/>
                  <a:gd name="T23" fmla="*/ 30 h 199"/>
                  <a:gd name="T24" fmla="*/ 29 w 218"/>
                  <a:gd name="T25" fmla="*/ 35 h 199"/>
                  <a:gd name="T26" fmla="*/ 43 w 218"/>
                  <a:gd name="T27" fmla="*/ 45 h 199"/>
                  <a:gd name="T28" fmla="*/ 57 w 218"/>
                  <a:gd name="T29" fmla="*/ 55 h 199"/>
                  <a:gd name="T30" fmla="*/ 66 w 218"/>
                  <a:gd name="T31" fmla="*/ 64 h 199"/>
                  <a:gd name="T32" fmla="*/ 70 w 218"/>
                  <a:gd name="T33" fmla="*/ 67 h 199"/>
                  <a:gd name="T34" fmla="*/ 78 w 218"/>
                  <a:gd name="T35" fmla="*/ 71 h 199"/>
                  <a:gd name="T36" fmla="*/ 84 w 218"/>
                  <a:gd name="T37" fmla="*/ 74 h 199"/>
                  <a:gd name="T38" fmla="*/ 88 w 218"/>
                  <a:gd name="T39" fmla="*/ 79 h 199"/>
                  <a:gd name="T40" fmla="*/ 92 w 218"/>
                  <a:gd name="T41" fmla="*/ 87 h 199"/>
                  <a:gd name="T42" fmla="*/ 96 w 218"/>
                  <a:gd name="T43" fmla="*/ 94 h 199"/>
                  <a:gd name="T44" fmla="*/ 101 w 218"/>
                  <a:gd name="T45" fmla="*/ 96 h 199"/>
                  <a:gd name="T46" fmla="*/ 107 w 218"/>
                  <a:gd name="T47" fmla="*/ 99 h 199"/>
                  <a:gd name="T48" fmla="*/ 112 w 218"/>
                  <a:gd name="T49" fmla="*/ 103 h 199"/>
                  <a:gd name="T50" fmla="*/ 117 w 218"/>
                  <a:gd name="T51" fmla="*/ 107 h 199"/>
                  <a:gd name="T52" fmla="*/ 117 w 218"/>
                  <a:gd name="T53" fmla="*/ 101 h 199"/>
                  <a:gd name="T54" fmla="*/ 111 w 218"/>
                  <a:gd name="T55" fmla="*/ 82 h 199"/>
                  <a:gd name="T56" fmla="*/ 108 w 218"/>
                  <a:gd name="T57" fmla="*/ 72 h 199"/>
                  <a:gd name="T58" fmla="*/ 109 w 218"/>
                  <a:gd name="T59" fmla="*/ 68 h 199"/>
                  <a:gd name="T60" fmla="*/ 112 w 218"/>
                  <a:gd name="T61" fmla="*/ 63 h 199"/>
                  <a:gd name="T62" fmla="*/ 113 w 218"/>
                  <a:gd name="T63" fmla="*/ 47 h 1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18" h="199">
                    <a:moveTo>
                      <a:pt x="203" y="72"/>
                    </a:moveTo>
                    <a:lnTo>
                      <a:pt x="192" y="69"/>
                    </a:lnTo>
                    <a:lnTo>
                      <a:pt x="177" y="64"/>
                    </a:lnTo>
                    <a:lnTo>
                      <a:pt x="160" y="60"/>
                    </a:lnTo>
                    <a:lnTo>
                      <a:pt x="143" y="55"/>
                    </a:lnTo>
                    <a:lnTo>
                      <a:pt x="126" y="49"/>
                    </a:lnTo>
                    <a:lnTo>
                      <a:pt x="109" y="46"/>
                    </a:lnTo>
                    <a:lnTo>
                      <a:pt x="96" y="43"/>
                    </a:lnTo>
                    <a:lnTo>
                      <a:pt x="88" y="41"/>
                    </a:lnTo>
                    <a:lnTo>
                      <a:pt x="81" y="39"/>
                    </a:lnTo>
                    <a:lnTo>
                      <a:pt x="73" y="37"/>
                    </a:lnTo>
                    <a:lnTo>
                      <a:pt x="62" y="32"/>
                    </a:lnTo>
                    <a:lnTo>
                      <a:pt x="50" y="26"/>
                    </a:lnTo>
                    <a:lnTo>
                      <a:pt x="37" y="19"/>
                    </a:lnTo>
                    <a:lnTo>
                      <a:pt x="24" y="14"/>
                    </a:lnTo>
                    <a:lnTo>
                      <a:pt x="11" y="7"/>
                    </a:lnTo>
                    <a:lnTo>
                      <a:pt x="0" y="0"/>
                    </a:lnTo>
                    <a:lnTo>
                      <a:pt x="7" y="9"/>
                    </a:lnTo>
                    <a:lnTo>
                      <a:pt x="14" y="18"/>
                    </a:lnTo>
                    <a:lnTo>
                      <a:pt x="20" y="26"/>
                    </a:lnTo>
                    <a:lnTo>
                      <a:pt x="25" y="34"/>
                    </a:lnTo>
                    <a:lnTo>
                      <a:pt x="31" y="43"/>
                    </a:lnTo>
                    <a:lnTo>
                      <a:pt x="36" y="49"/>
                    </a:lnTo>
                    <a:lnTo>
                      <a:pt x="41" y="54"/>
                    </a:lnTo>
                    <a:lnTo>
                      <a:pt x="46" y="59"/>
                    </a:lnTo>
                    <a:lnTo>
                      <a:pt x="54" y="64"/>
                    </a:lnTo>
                    <a:lnTo>
                      <a:pt x="64" y="72"/>
                    </a:lnTo>
                    <a:lnTo>
                      <a:pt x="78" y="82"/>
                    </a:lnTo>
                    <a:lnTo>
                      <a:pt x="91" y="92"/>
                    </a:lnTo>
                    <a:lnTo>
                      <a:pt x="104" y="101"/>
                    </a:lnTo>
                    <a:lnTo>
                      <a:pt x="113" y="110"/>
                    </a:lnTo>
                    <a:lnTo>
                      <a:pt x="120" y="117"/>
                    </a:lnTo>
                    <a:lnTo>
                      <a:pt x="120" y="122"/>
                    </a:lnTo>
                    <a:lnTo>
                      <a:pt x="128" y="123"/>
                    </a:lnTo>
                    <a:lnTo>
                      <a:pt x="135" y="125"/>
                    </a:lnTo>
                    <a:lnTo>
                      <a:pt x="142" y="129"/>
                    </a:lnTo>
                    <a:lnTo>
                      <a:pt x="149" y="132"/>
                    </a:lnTo>
                    <a:lnTo>
                      <a:pt x="154" y="136"/>
                    </a:lnTo>
                    <a:lnTo>
                      <a:pt x="159" y="140"/>
                    </a:lnTo>
                    <a:lnTo>
                      <a:pt x="162" y="145"/>
                    </a:lnTo>
                    <a:lnTo>
                      <a:pt x="165" y="150"/>
                    </a:lnTo>
                    <a:lnTo>
                      <a:pt x="168" y="158"/>
                    </a:lnTo>
                    <a:lnTo>
                      <a:pt x="170" y="166"/>
                    </a:lnTo>
                    <a:lnTo>
                      <a:pt x="175" y="172"/>
                    </a:lnTo>
                    <a:lnTo>
                      <a:pt x="181" y="175"/>
                    </a:lnTo>
                    <a:lnTo>
                      <a:pt x="185" y="176"/>
                    </a:lnTo>
                    <a:lnTo>
                      <a:pt x="190" y="178"/>
                    </a:lnTo>
                    <a:lnTo>
                      <a:pt x="196" y="181"/>
                    </a:lnTo>
                    <a:lnTo>
                      <a:pt x="202" y="184"/>
                    </a:lnTo>
                    <a:lnTo>
                      <a:pt x="206" y="188"/>
                    </a:lnTo>
                    <a:lnTo>
                      <a:pt x="211" y="191"/>
                    </a:lnTo>
                    <a:lnTo>
                      <a:pt x="215" y="195"/>
                    </a:lnTo>
                    <a:lnTo>
                      <a:pt x="218" y="199"/>
                    </a:lnTo>
                    <a:lnTo>
                      <a:pt x="215" y="184"/>
                    </a:lnTo>
                    <a:lnTo>
                      <a:pt x="210" y="167"/>
                    </a:lnTo>
                    <a:lnTo>
                      <a:pt x="203" y="150"/>
                    </a:lnTo>
                    <a:lnTo>
                      <a:pt x="196" y="137"/>
                    </a:lnTo>
                    <a:lnTo>
                      <a:pt x="197" y="132"/>
                    </a:lnTo>
                    <a:lnTo>
                      <a:pt x="198" y="128"/>
                    </a:lnTo>
                    <a:lnTo>
                      <a:pt x="199" y="125"/>
                    </a:lnTo>
                    <a:lnTo>
                      <a:pt x="202" y="123"/>
                    </a:lnTo>
                    <a:lnTo>
                      <a:pt x="205" y="115"/>
                    </a:lnTo>
                    <a:lnTo>
                      <a:pt x="207" y="102"/>
                    </a:lnTo>
                    <a:lnTo>
                      <a:pt x="207" y="86"/>
                    </a:lnTo>
                    <a:lnTo>
                      <a:pt x="203" y="7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799" name="Freeform 90">
                <a:extLst>
                  <a:ext uri="{FF2B5EF4-FFF2-40B4-BE49-F238E27FC236}">
                    <a16:creationId xmlns:a16="http://schemas.microsoft.com/office/drawing/2014/main" id="{5058258E-C130-4A3B-8C1C-5871FC8E38F2}"/>
                  </a:ext>
                </a:extLst>
              </p:cNvPr>
              <p:cNvSpPr>
                <a:spLocks/>
              </p:cNvSpPr>
              <p:nvPr/>
            </p:nvSpPr>
            <p:spPr bwMode="auto">
              <a:xfrm>
                <a:off x="3281" y="3329"/>
                <a:ext cx="15" cy="97"/>
              </a:xfrm>
              <a:custGeom>
                <a:avLst/>
                <a:gdLst>
                  <a:gd name="T0" fmla="*/ 0 w 26"/>
                  <a:gd name="T1" fmla="*/ 65 h 179"/>
                  <a:gd name="T2" fmla="*/ 2 w 26"/>
                  <a:gd name="T3" fmla="*/ 49 h 179"/>
                  <a:gd name="T4" fmla="*/ 5 w 26"/>
                  <a:gd name="T5" fmla="*/ 31 h 179"/>
                  <a:gd name="T6" fmla="*/ 9 w 26"/>
                  <a:gd name="T7" fmla="*/ 12 h 179"/>
                  <a:gd name="T8" fmla="*/ 13 w 26"/>
                  <a:gd name="T9" fmla="*/ 0 h 179"/>
                  <a:gd name="T10" fmla="*/ 10 w 26"/>
                  <a:gd name="T11" fmla="*/ 19 h 179"/>
                  <a:gd name="T12" fmla="*/ 9 w 26"/>
                  <a:gd name="T13" fmla="*/ 37 h 179"/>
                  <a:gd name="T14" fmla="*/ 10 w 26"/>
                  <a:gd name="T15" fmla="*/ 51 h 179"/>
                  <a:gd name="T16" fmla="*/ 11 w 26"/>
                  <a:gd name="T17" fmla="*/ 61 h 179"/>
                  <a:gd name="T18" fmla="*/ 13 w 26"/>
                  <a:gd name="T19" fmla="*/ 69 h 179"/>
                  <a:gd name="T20" fmla="*/ 14 w 26"/>
                  <a:gd name="T21" fmla="*/ 80 h 179"/>
                  <a:gd name="T22" fmla="*/ 15 w 26"/>
                  <a:gd name="T23" fmla="*/ 90 h 179"/>
                  <a:gd name="T24" fmla="*/ 15 w 26"/>
                  <a:gd name="T25" fmla="*/ 97 h 179"/>
                  <a:gd name="T26" fmla="*/ 12 w 26"/>
                  <a:gd name="T27" fmla="*/ 87 h 179"/>
                  <a:gd name="T28" fmla="*/ 8 w 26"/>
                  <a:gd name="T29" fmla="*/ 78 h 179"/>
                  <a:gd name="T30" fmla="*/ 3 w 26"/>
                  <a:gd name="T31" fmla="*/ 71 h 179"/>
                  <a:gd name="T32" fmla="*/ 0 w 26"/>
                  <a:gd name="T33" fmla="*/ 65 h 17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6" h="179">
                    <a:moveTo>
                      <a:pt x="0" y="120"/>
                    </a:moveTo>
                    <a:lnTo>
                      <a:pt x="3" y="91"/>
                    </a:lnTo>
                    <a:lnTo>
                      <a:pt x="9" y="57"/>
                    </a:lnTo>
                    <a:lnTo>
                      <a:pt x="16" y="23"/>
                    </a:lnTo>
                    <a:lnTo>
                      <a:pt x="22" y="0"/>
                    </a:lnTo>
                    <a:lnTo>
                      <a:pt x="18" y="35"/>
                    </a:lnTo>
                    <a:lnTo>
                      <a:pt x="16" y="68"/>
                    </a:lnTo>
                    <a:lnTo>
                      <a:pt x="17" y="95"/>
                    </a:lnTo>
                    <a:lnTo>
                      <a:pt x="19" y="112"/>
                    </a:lnTo>
                    <a:lnTo>
                      <a:pt x="23" y="128"/>
                    </a:lnTo>
                    <a:lnTo>
                      <a:pt x="25" y="148"/>
                    </a:lnTo>
                    <a:lnTo>
                      <a:pt x="26" y="167"/>
                    </a:lnTo>
                    <a:lnTo>
                      <a:pt x="26" y="179"/>
                    </a:lnTo>
                    <a:lnTo>
                      <a:pt x="20" y="161"/>
                    </a:lnTo>
                    <a:lnTo>
                      <a:pt x="14" y="144"/>
                    </a:lnTo>
                    <a:lnTo>
                      <a:pt x="5" y="131"/>
                    </a:lnTo>
                    <a:lnTo>
                      <a:pt x="0" y="1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0" name="Freeform 91">
                <a:extLst>
                  <a:ext uri="{FF2B5EF4-FFF2-40B4-BE49-F238E27FC236}">
                    <a16:creationId xmlns:a16="http://schemas.microsoft.com/office/drawing/2014/main" id="{A0CDEF24-D3E1-4BBF-93F4-F3F50A2E6C3E}"/>
                  </a:ext>
                </a:extLst>
              </p:cNvPr>
              <p:cNvSpPr>
                <a:spLocks/>
              </p:cNvSpPr>
              <p:nvPr/>
            </p:nvSpPr>
            <p:spPr bwMode="auto">
              <a:xfrm>
                <a:off x="3515" y="3455"/>
                <a:ext cx="120" cy="102"/>
              </a:xfrm>
              <a:custGeom>
                <a:avLst/>
                <a:gdLst>
                  <a:gd name="T0" fmla="*/ 120 w 220"/>
                  <a:gd name="T1" fmla="*/ 18 h 188"/>
                  <a:gd name="T2" fmla="*/ 116 w 220"/>
                  <a:gd name="T3" fmla="*/ 54 h 188"/>
                  <a:gd name="T4" fmla="*/ 109 w 220"/>
                  <a:gd name="T5" fmla="*/ 73 h 188"/>
                  <a:gd name="T6" fmla="*/ 104 w 220"/>
                  <a:gd name="T7" fmla="*/ 95 h 188"/>
                  <a:gd name="T8" fmla="*/ 102 w 220"/>
                  <a:gd name="T9" fmla="*/ 97 h 188"/>
                  <a:gd name="T10" fmla="*/ 103 w 220"/>
                  <a:gd name="T11" fmla="*/ 87 h 188"/>
                  <a:gd name="T12" fmla="*/ 105 w 220"/>
                  <a:gd name="T13" fmla="*/ 78 h 188"/>
                  <a:gd name="T14" fmla="*/ 101 w 220"/>
                  <a:gd name="T15" fmla="*/ 71 h 188"/>
                  <a:gd name="T16" fmla="*/ 94 w 220"/>
                  <a:gd name="T17" fmla="*/ 68 h 188"/>
                  <a:gd name="T18" fmla="*/ 84 w 220"/>
                  <a:gd name="T19" fmla="*/ 67 h 188"/>
                  <a:gd name="T20" fmla="*/ 77 w 220"/>
                  <a:gd name="T21" fmla="*/ 64 h 188"/>
                  <a:gd name="T22" fmla="*/ 71 w 220"/>
                  <a:gd name="T23" fmla="*/ 61 h 188"/>
                  <a:gd name="T24" fmla="*/ 65 w 220"/>
                  <a:gd name="T25" fmla="*/ 57 h 188"/>
                  <a:gd name="T26" fmla="*/ 59 w 220"/>
                  <a:gd name="T27" fmla="*/ 54 h 188"/>
                  <a:gd name="T28" fmla="*/ 55 w 220"/>
                  <a:gd name="T29" fmla="*/ 53 h 188"/>
                  <a:gd name="T30" fmla="*/ 45 w 220"/>
                  <a:gd name="T31" fmla="*/ 56 h 188"/>
                  <a:gd name="T32" fmla="*/ 33 w 220"/>
                  <a:gd name="T33" fmla="*/ 60 h 188"/>
                  <a:gd name="T34" fmla="*/ 21 w 220"/>
                  <a:gd name="T35" fmla="*/ 66 h 188"/>
                  <a:gd name="T36" fmla="*/ 11 w 220"/>
                  <a:gd name="T37" fmla="*/ 69 h 188"/>
                  <a:gd name="T38" fmla="*/ 2 w 220"/>
                  <a:gd name="T39" fmla="*/ 68 h 188"/>
                  <a:gd name="T40" fmla="*/ 1 w 220"/>
                  <a:gd name="T41" fmla="*/ 63 h 188"/>
                  <a:gd name="T42" fmla="*/ 7 w 220"/>
                  <a:gd name="T43" fmla="*/ 56 h 188"/>
                  <a:gd name="T44" fmla="*/ 13 w 220"/>
                  <a:gd name="T45" fmla="*/ 49 h 188"/>
                  <a:gd name="T46" fmla="*/ 20 w 220"/>
                  <a:gd name="T47" fmla="*/ 44 h 188"/>
                  <a:gd name="T48" fmla="*/ 26 w 220"/>
                  <a:gd name="T49" fmla="*/ 41 h 188"/>
                  <a:gd name="T50" fmla="*/ 34 w 220"/>
                  <a:gd name="T51" fmla="*/ 35 h 188"/>
                  <a:gd name="T52" fmla="*/ 43 w 220"/>
                  <a:gd name="T53" fmla="*/ 30 h 188"/>
                  <a:gd name="T54" fmla="*/ 49 w 220"/>
                  <a:gd name="T55" fmla="*/ 27 h 188"/>
                  <a:gd name="T56" fmla="*/ 52 w 220"/>
                  <a:gd name="T57" fmla="*/ 25 h 188"/>
                  <a:gd name="T58" fmla="*/ 53 w 220"/>
                  <a:gd name="T59" fmla="*/ 21 h 188"/>
                  <a:gd name="T60" fmla="*/ 52 w 220"/>
                  <a:gd name="T61" fmla="*/ 19 h 188"/>
                  <a:gd name="T62" fmla="*/ 46 w 220"/>
                  <a:gd name="T63" fmla="*/ 17 h 188"/>
                  <a:gd name="T64" fmla="*/ 38 w 220"/>
                  <a:gd name="T65" fmla="*/ 14 h 188"/>
                  <a:gd name="T66" fmla="*/ 32 w 220"/>
                  <a:gd name="T67" fmla="*/ 12 h 188"/>
                  <a:gd name="T68" fmla="*/ 29 w 220"/>
                  <a:gd name="T69" fmla="*/ 10 h 188"/>
                  <a:gd name="T70" fmla="*/ 26 w 220"/>
                  <a:gd name="T71" fmla="*/ 8 h 188"/>
                  <a:gd name="T72" fmla="*/ 25 w 220"/>
                  <a:gd name="T73" fmla="*/ 4 h 188"/>
                  <a:gd name="T74" fmla="*/ 23 w 220"/>
                  <a:gd name="T75" fmla="*/ 1 h 188"/>
                  <a:gd name="T76" fmla="*/ 25 w 220"/>
                  <a:gd name="T77" fmla="*/ 0 h 188"/>
                  <a:gd name="T78" fmla="*/ 37 w 220"/>
                  <a:gd name="T79" fmla="*/ 3 h 188"/>
                  <a:gd name="T80" fmla="*/ 54 w 220"/>
                  <a:gd name="T81" fmla="*/ 8 h 188"/>
                  <a:gd name="T82" fmla="*/ 70 w 220"/>
                  <a:gd name="T83" fmla="*/ 12 h 188"/>
                  <a:gd name="T84" fmla="*/ 82 w 220"/>
                  <a:gd name="T85" fmla="*/ 14 h 188"/>
                  <a:gd name="T86" fmla="*/ 93 w 220"/>
                  <a:gd name="T87" fmla="*/ 12 h 188"/>
                  <a:gd name="T88" fmla="*/ 104 w 220"/>
                  <a:gd name="T89" fmla="*/ 8 h 188"/>
                  <a:gd name="T90" fmla="*/ 115 w 220"/>
                  <a:gd name="T91" fmla="*/ 4 h 18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20" h="188">
                    <a:moveTo>
                      <a:pt x="218" y="3"/>
                    </a:moveTo>
                    <a:lnTo>
                      <a:pt x="220" y="34"/>
                    </a:lnTo>
                    <a:lnTo>
                      <a:pt x="219" y="68"/>
                    </a:lnTo>
                    <a:lnTo>
                      <a:pt x="213" y="100"/>
                    </a:lnTo>
                    <a:lnTo>
                      <a:pt x="203" y="124"/>
                    </a:lnTo>
                    <a:lnTo>
                      <a:pt x="199" y="135"/>
                    </a:lnTo>
                    <a:lnTo>
                      <a:pt x="195" y="154"/>
                    </a:lnTo>
                    <a:lnTo>
                      <a:pt x="191" y="175"/>
                    </a:lnTo>
                    <a:lnTo>
                      <a:pt x="190" y="188"/>
                    </a:lnTo>
                    <a:lnTo>
                      <a:pt x="187" y="178"/>
                    </a:lnTo>
                    <a:lnTo>
                      <a:pt x="187" y="169"/>
                    </a:lnTo>
                    <a:lnTo>
                      <a:pt x="189" y="160"/>
                    </a:lnTo>
                    <a:lnTo>
                      <a:pt x="191" y="152"/>
                    </a:lnTo>
                    <a:lnTo>
                      <a:pt x="192" y="144"/>
                    </a:lnTo>
                    <a:lnTo>
                      <a:pt x="189" y="137"/>
                    </a:lnTo>
                    <a:lnTo>
                      <a:pt x="186" y="131"/>
                    </a:lnTo>
                    <a:lnTo>
                      <a:pt x="180" y="125"/>
                    </a:lnTo>
                    <a:lnTo>
                      <a:pt x="173" y="125"/>
                    </a:lnTo>
                    <a:lnTo>
                      <a:pt x="164" y="125"/>
                    </a:lnTo>
                    <a:lnTo>
                      <a:pt x="154" y="123"/>
                    </a:lnTo>
                    <a:lnTo>
                      <a:pt x="146" y="121"/>
                    </a:lnTo>
                    <a:lnTo>
                      <a:pt x="142" y="118"/>
                    </a:lnTo>
                    <a:lnTo>
                      <a:pt x="137" y="116"/>
                    </a:lnTo>
                    <a:lnTo>
                      <a:pt x="131" y="113"/>
                    </a:lnTo>
                    <a:lnTo>
                      <a:pt x="126" y="108"/>
                    </a:lnTo>
                    <a:lnTo>
                      <a:pt x="119" y="105"/>
                    </a:lnTo>
                    <a:lnTo>
                      <a:pt x="113" y="101"/>
                    </a:lnTo>
                    <a:lnTo>
                      <a:pt x="108" y="99"/>
                    </a:lnTo>
                    <a:lnTo>
                      <a:pt x="105" y="98"/>
                    </a:lnTo>
                    <a:lnTo>
                      <a:pt x="100" y="98"/>
                    </a:lnTo>
                    <a:lnTo>
                      <a:pt x="93" y="100"/>
                    </a:lnTo>
                    <a:lnTo>
                      <a:pt x="83" y="103"/>
                    </a:lnTo>
                    <a:lnTo>
                      <a:pt x="71" y="107"/>
                    </a:lnTo>
                    <a:lnTo>
                      <a:pt x="60" y="111"/>
                    </a:lnTo>
                    <a:lnTo>
                      <a:pt x="48" y="116"/>
                    </a:lnTo>
                    <a:lnTo>
                      <a:pt x="38" y="121"/>
                    </a:lnTo>
                    <a:lnTo>
                      <a:pt x="31" y="124"/>
                    </a:lnTo>
                    <a:lnTo>
                      <a:pt x="21" y="128"/>
                    </a:lnTo>
                    <a:lnTo>
                      <a:pt x="12" y="129"/>
                    </a:lnTo>
                    <a:lnTo>
                      <a:pt x="4" y="126"/>
                    </a:lnTo>
                    <a:lnTo>
                      <a:pt x="0" y="123"/>
                    </a:lnTo>
                    <a:lnTo>
                      <a:pt x="2" y="117"/>
                    </a:lnTo>
                    <a:lnTo>
                      <a:pt x="6" y="110"/>
                    </a:lnTo>
                    <a:lnTo>
                      <a:pt x="12" y="103"/>
                    </a:lnTo>
                    <a:lnTo>
                      <a:pt x="17" y="97"/>
                    </a:lnTo>
                    <a:lnTo>
                      <a:pt x="24" y="91"/>
                    </a:lnTo>
                    <a:lnTo>
                      <a:pt x="31" y="86"/>
                    </a:lnTo>
                    <a:lnTo>
                      <a:pt x="37" y="82"/>
                    </a:lnTo>
                    <a:lnTo>
                      <a:pt x="43" y="78"/>
                    </a:lnTo>
                    <a:lnTo>
                      <a:pt x="48" y="75"/>
                    </a:lnTo>
                    <a:lnTo>
                      <a:pt x="55" y="70"/>
                    </a:lnTo>
                    <a:lnTo>
                      <a:pt x="63" y="65"/>
                    </a:lnTo>
                    <a:lnTo>
                      <a:pt x="71" y="61"/>
                    </a:lnTo>
                    <a:lnTo>
                      <a:pt x="78" y="56"/>
                    </a:lnTo>
                    <a:lnTo>
                      <a:pt x="85" y="53"/>
                    </a:lnTo>
                    <a:lnTo>
                      <a:pt x="90" y="49"/>
                    </a:lnTo>
                    <a:lnTo>
                      <a:pt x="93" y="48"/>
                    </a:lnTo>
                    <a:lnTo>
                      <a:pt x="96" y="46"/>
                    </a:lnTo>
                    <a:lnTo>
                      <a:pt x="97" y="42"/>
                    </a:lnTo>
                    <a:lnTo>
                      <a:pt x="98" y="39"/>
                    </a:lnTo>
                    <a:lnTo>
                      <a:pt x="97" y="37"/>
                    </a:lnTo>
                    <a:lnTo>
                      <a:pt x="95" y="35"/>
                    </a:lnTo>
                    <a:lnTo>
                      <a:pt x="90" y="33"/>
                    </a:lnTo>
                    <a:lnTo>
                      <a:pt x="84" y="31"/>
                    </a:lnTo>
                    <a:lnTo>
                      <a:pt x="77" y="27"/>
                    </a:lnTo>
                    <a:lnTo>
                      <a:pt x="70" y="25"/>
                    </a:lnTo>
                    <a:lnTo>
                      <a:pt x="63" y="23"/>
                    </a:lnTo>
                    <a:lnTo>
                      <a:pt x="59" y="22"/>
                    </a:lnTo>
                    <a:lnTo>
                      <a:pt x="57" y="21"/>
                    </a:lnTo>
                    <a:lnTo>
                      <a:pt x="54" y="19"/>
                    </a:lnTo>
                    <a:lnTo>
                      <a:pt x="51" y="17"/>
                    </a:lnTo>
                    <a:lnTo>
                      <a:pt x="48" y="15"/>
                    </a:lnTo>
                    <a:lnTo>
                      <a:pt x="47" y="11"/>
                    </a:lnTo>
                    <a:lnTo>
                      <a:pt x="46" y="8"/>
                    </a:lnTo>
                    <a:lnTo>
                      <a:pt x="46" y="4"/>
                    </a:lnTo>
                    <a:lnTo>
                      <a:pt x="43" y="2"/>
                    </a:lnTo>
                    <a:lnTo>
                      <a:pt x="38" y="0"/>
                    </a:lnTo>
                    <a:lnTo>
                      <a:pt x="45" y="0"/>
                    </a:lnTo>
                    <a:lnTo>
                      <a:pt x="55" y="2"/>
                    </a:lnTo>
                    <a:lnTo>
                      <a:pt x="68" y="6"/>
                    </a:lnTo>
                    <a:lnTo>
                      <a:pt x="83" y="10"/>
                    </a:lnTo>
                    <a:lnTo>
                      <a:pt x="99" y="15"/>
                    </a:lnTo>
                    <a:lnTo>
                      <a:pt x="114" y="19"/>
                    </a:lnTo>
                    <a:lnTo>
                      <a:pt x="128" y="23"/>
                    </a:lnTo>
                    <a:lnTo>
                      <a:pt x="139" y="25"/>
                    </a:lnTo>
                    <a:lnTo>
                      <a:pt x="150" y="26"/>
                    </a:lnTo>
                    <a:lnTo>
                      <a:pt x="160" y="25"/>
                    </a:lnTo>
                    <a:lnTo>
                      <a:pt x="171" y="23"/>
                    </a:lnTo>
                    <a:lnTo>
                      <a:pt x="181" y="19"/>
                    </a:lnTo>
                    <a:lnTo>
                      <a:pt x="190" y="15"/>
                    </a:lnTo>
                    <a:lnTo>
                      <a:pt x="201" y="11"/>
                    </a:lnTo>
                    <a:lnTo>
                      <a:pt x="210" y="7"/>
                    </a:lnTo>
                    <a:lnTo>
                      <a:pt x="218"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1" name="Freeform 92">
                <a:extLst>
                  <a:ext uri="{FF2B5EF4-FFF2-40B4-BE49-F238E27FC236}">
                    <a16:creationId xmlns:a16="http://schemas.microsoft.com/office/drawing/2014/main" id="{6632FB95-3B8C-455D-8DF3-E40CC2614882}"/>
                  </a:ext>
                </a:extLst>
              </p:cNvPr>
              <p:cNvSpPr>
                <a:spLocks/>
              </p:cNvSpPr>
              <p:nvPr/>
            </p:nvSpPr>
            <p:spPr bwMode="auto">
              <a:xfrm>
                <a:off x="3428" y="3131"/>
                <a:ext cx="140" cy="179"/>
              </a:xfrm>
              <a:custGeom>
                <a:avLst/>
                <a:gdLst>
                  <a:gd name="T0" fmla="*/ 123 w 256"/>
                  <a:gd name="T1" fmla="*/ 178 h 327"/>
                  <a:gd name="T2" fmla="*/ 129 w 256"/>
                  <a:gd name="T3" fmla="*/ 175 h 327"/>
                  <a:gd name="T4" fmla="*/ 131 w 256"/>
                  <a:gd name="T5" fmla="*/ 164 h 327"/>
                  <a:gd name="T6" fmla="*/ 135 w 256"/>
                  <a:gd name="T7" fmla="*/ 140 h 327"/>
                  <a:gd name="T8" fmla="*/ 140 w 256"/>
                  <a:gd name="T9" fmla="*/ 122 h 327"/>
                  <a:gd name="T10" fmla="*/ 132 w 256"/>
                  <a:gd name="T11" fmla="*/ 109 h 327"/>
                  <a:gd name="T12" fmla="*/ 123 w 256"/>
                  <a:gd name="T13" fmla="*/ 102 h 327"/>
                  <a:gd name="T14" fmla="*/ 114 w 256"/>
                  <a:gd name="T15" fmla="*/ 96 h 327"/>
                  <a:gd name="T16" fmla="*/ 106 w 256"/>
                  <a:gd name="T17" fmla="*/ 88 h 327"/>
                  <a:gd name="T18" fmla="*/ 100 w 256"/>
                  <a:gd name="T19" fmla="*/ 81 h 327"/>
                  <a:gd name="T20" fmla="*/ 96 w 256"/>
                  <a:gd name="T21" fmla="*/ 75 h 327"/>
                  <a:gd name="T22" fmla="*/ 103 w 256"/>
                  <a:gd name="T23" fmla="*/ 68 h 327"/>
                  <a:gd name="T24" fmla="*/ 108 w 256"/>
                  <a:gd name="T25" fmla="*/ 67 h 327"/>
                  <a:gd name="T26" fmla="*/ 110 w 256"/>
                  <a:gd name="T27" fmla="*/ 65 h 327"/>
                  <a:gd name="T28" fmla="*/ 104 w 256"/>
                  <a:gd name="T29" fmla="*/ 60 h 327"/>
                  <a:gd name="T30" fmla="*/ 97 w 256"/>
                  <a:gd name="T31" fmla="*/ 54 h 327"/>
                  <a:gd name="T32" fmla="*/ 92 w 256"/>
                  <a:gd name="T33" fmla="*/ 47 h 327"/>
                  <a:gd name="T34" fmla="*/ 89 w 256"/>
                  <a:gd name="T35" fmla="*/ 40 h 327"/>
                  <a:gd name="T36" fmla="*/ 83 w 256"/>
                  <a:gd name="T37" fmla="*/ 31 h 327"/>
                  <a:gd name="T38" fmla="*/ 69 w 256"/>
                  <a:gd name="T39" fmla="*/ 21 h 327"/>
                  <a:gd name="T40" fmla="*/ 53 w 256"/>
                  <a:gd name="T41" fmla="*/ 12 h 327"/>
                  <a:gd name="T42" fmla="*/ 37 w 256"/>
                  <a:gd name="T43" fmla="*/ 5 h 327"/>
                  <a:gd name="T44" fmla="*/ 27 w 256"/>
                  <a:gd name="T45" fmla="*/ 1 h 327"/>
                  <a:gd name="T46" fmla="*/ 19 w 256"/>
                  <a:gd name="T47" fmla="*/ 0 h 327"/>
                  <a:gd name="T48" fmla="*/ 11 w 256"/>
                  <a:gd name="T49" fmla="*/ 1 h 327"/>
                  <a:gd name="T50" fmla="*/ 4 w 256"/>
                  <a:gd name="T51" fmla="*/ 5 h 327"/>
                  <a:gd name="T52" fmla="*/ 0 w 256"/>
                  <a:gd name="T53" fmla="*/ 16 h 327"/>
                  <a:gd name="T54" fmla="*/ 5 w 256"/>
                  <a:gd name="T55" fmla="*/ 29 h 327"/>
                  <a:gd name="T56" fmla="*/ 16 w 256"/>
                  <a:gd name="T57" fmla="*/ 35 h 327"/>
                  <a:gd name="T58" fmla="*/ 25 w 256"/>
                  <a:gd name="T59" fmla="*/ 40 h 327"/>
                  <a:gd name="T60" fmla="*/ 32 w 256"/>
                  <a:gd name="T61" fmla="*/ 45 h 327"/>
                  <a:gd name="T62" fmla="*/ 38 w 256"/>
                  <a:gd name="T63" fmla="*/ 50 h 327"/>
                  <a:gd name="T64" fmla="*/ 40 w 256"/>
                  <a:gd name="T65" fmla="*/ 58 h 327"/>
                  <a:gd name="T66" fmla="*/ 46 w 256"/>
                  <a:gd name="T67" fmla="*/ 70 h 327"/>
                  <a:gd name="T68" fmla="*/ 55 w 256"/>
                  <a:gd name="T69" fmla="*/ 76 h 327"/>
                  <a:gd name="T70" fmla="*/ 61 w 256"/>
                  <a:gd name="T71" fmla="*/ 82 h 327"/>
                  <a:gd name="T72" fmla="*/ 66 w 256"/>
                  <a:gd name="T73" fmla="*/ 89 h 327"/>
                  <a:gd name="T74" fmla="*/ 69 w 256"/>
                  <a:gd name="T75" fmla="*/ 95 h 327"/>
                  <a:gd name="T76" fmla="*/ 68 w 256"/>
                  <a:gd name="T77" fmla="*/ 104 h 327"/>
                  <a:gd name="T78" fmla="*/ 66 w 256"/>
                  <a:gd name="T79" fmla="*/ 118 h 327"/>
                  <a:gd name="T80" fmla="*/ 71 w 256"/>
                  <a:gd name="T81" fmla="*/ 131 h 327"/>
                  <a:gd name="T82" fmla="*/ 87 w 256"/>
                  <a:gd name="T83" fmla="*/ 145 h 327"/>
                  <a:gd name="T84" fmla="*/ 105 w 256"/>
                  <a:gd name="T85" fmla="*/ 159 h 327"/>
                  <a:gd name="T86" fmla="*/ 118 w 256"/>
                  <a:gd name="T87" fmla="*/ 172 h 32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56" h="327">
                    <a:moveTo>
                      <a:pt x="219" y="327"/>
                    </a:moveTo>
                    <a:lnTo>
                      <a:pt x="225" y="325"/>
                    </a:lnTo>
                    <a:lnTo>
                      <a:pt x="230" y="321"/>
                    </a:lnTo>
                    <a:lnTo>
                      <a:pt x="236" y="319"/>
                    </a:lnTo>
                    <a:lnTo>
                      <a:pt x="242" y="315"/>
                    </a:lnTo>
                    <a:lnTo>
                      <a:pt x="239" y="300"/>
                    </a:lnTo>
                    <a:lnTo>
                      <a:pt x="241" y="278"/>
                    </a:lnTo>
                    <a:lnTo>
                      <a:pt x="247" y="255"/>
                    </a:lnTo>
                    <a:lnTo>
                      <a:pt x="254" y="236"/>
                    </a:lnTo>
                    <a:lnTo>
                      <a:pt x="256" y="222"/>
                    </a:lnTo>
                    <a:lnTo>
                      <a:pt x="251" y="209"/>
                    </a:lnTo>
                    <a:lnTo>
                      <a:pt x="242" y="199"/>
                    </a:lnTo>
                    <a:lnTo>
                      <a:pt x="230" y="191"/>
                    </a:lnTo>
                    <a:lnTo>
                      <a:pt x="224" y="186"/>
                    </a:lnTo>
                    <a:lnTo>
                      <a:pt x="217" y="181"/>
                    </a:lnTo>
                    <a:lnTo>
                      <a:pt x="209" y="175"/>
                    </a:lnTo>
                    <a:lnTo>
                      <a:pt x="202" y="168"/>
                    </a:lnTo>
                    <a:lnTo>
                      <a:pt x="194" y="161"/>
                    </a:lnTo>
                    <a:lnTo>
                      <a:pt x="188" y="154"/>
                    </a:lnTo>
                    <a:lnTo>
                      <a:pt x="182" y="148"/>
                    </a:lnTo>
                    <a:lnTo>
                      <a:pt x="179" y="144"/>
                    </a:lnTo>
                    <a:lnTo>
                      <a:pt x="176" y="137"/>
                    </a:lnTo>
                    <a:lnTo>
                      <a:pt x="180" y="130"/>
                    </a:lnTo>
                    <a:lnTo>
                      <a:pt x="188" y="125"/>
                    </a:lnTo>
                    <a:lnTo>
                      <a:pt x="197" y="124"/>
                    </a:lnTo>
                    <a:lnTo>
                      <a:pt x="198" y="122"/>
                    </a:lnTo>
                    <a:lnTo>
                      <a:pt x="199" y="121"/>
                    </a:lnTo>
                    <a:lnTo>
                      <a:pt x="201" y="118"/>
                    </a:lnTo>
                    <a:lnTo>
                      <a:pt x="201" y="117"/>
                    </a:lnTo>
                    <a:lnTo>
                      <a:pt x="190" y="110"/>
                    </a:lnTo>
                    <a:lnTo>
                      <a:pt x="183" y="105"/>
                    </a:lnTo>
                    <a:lnTo>
                      <a:pt x="178" y="99"/>
                    </a:lnTo>
                    <a:lnTo>
                      <a:pt x="173" y="93"/>
                    </a:lnTo>
                    <a:lnTo>
                      <a:pt x="168" y="86"/>
                    </a:lnTo>
                    <a:lnTo>
                      <a:pt x="166" y="80"/>
                    </a:lnTo>
                    <a:lnTo>
                      <a:pt x="163" y="73"/>
                    </a:lnTo>
                    <a:lnTo>
                      <a:pt x="159" y="65"/>
                    </a:lnTo>
                    <a:lnTo>
                      <a:pt x="152" y="57"/>
                    </a:lnTo>
                    <a:lnTo>
                      <a:pt x="141" y="48"/>
                    </a:lnTo>
                    <a:lnTo>
                      <a:pt x="127" y="39"/>
                    </a:lnTo>
                    <a:lnTo>
                      <a:pt x="112" y="30"/>
                    </a:lnTo>
                    <a:lnTo>
                      <a:pt x="96" y="22"/>
                    </a:lnTo>
                    <a:lnTo>
                      <a:pt x="81" y="15"/>
                    </a:lnTo>
                    <a:lnTo>
                      <a:pt x="67" y="9"/>
                    </a:lnTo>
                    <a:lnTo>
                      <a:pt x="58" y="4"/>
                    </a:lnTo>
                    <a:lnTo>
                      <a:pt x="50" y="2"/>
                    </a:lnTo>
                    <a:lnTo>
                      <a:pt x="42" y="0"/>
                    </a:lnTo>
                    <a:lnTo>
                      <a:pt x="34" y="0"/>
                    </a:lnTo>
                    <a:lnTo>
                      <a:pt x="27" y="0"/>
                    </a:lnTo>
                    <a:lnTo>
                      <a:pt x="20" y="1"/>
                    </a:lnTo>
                    <a:lnTo>
                      <a:pt x="14" y="4"/>
                    </a:lnTo>
                    <a:lnTo>
                      <a:pt x="8" y="9"/>
                    </a:lnTo>
                    <a:lnTo>
                      <a:pt x="5" y="15"/>
                    </a:lnTo>
                    <a:lnTo>
                      <a:pt x="0" y="29"/>
                    </a:lnTo>
                    <a:lnTo>
                      <a:pt x="4" y="41"/>
                    </a:lnTo>
                    <a:lnTo>
                      <a:pt x="10" y="53"/>
                    </a:lnTo>
                    <a:lnTo>
                      <a:pt x="22" y="61"/>
                    </a:lnTo>
                    <a:lnTo>
                      <a:pt x="29" y="64"/>
                    </a:lnTo>
                    <a:lnTo>
                      <a:pt x="37" y="69"/>
                    </a:lnTo>
                    <a:lnTo>
                      <a:pt x="45" y="73"/>
                    </a:lnTo>
                    <a:lnTo>
                      <a:pt x="52" y="78"/>
                    </a:lnTo>
                    <a:lnTo>
                      <a:pt x="59" y="83"/>
                    </a:lnTo>
                    <a:lnTo>
                      <a:pt x="66" y="87"/>
                    </a:lnTo>
                    <a:lnTo>
                      <a:pt x="69" y="92"/>
                    </a:lnTo>
                    <a:lnTo>
                      <a:pt x="72" y="96"/>
                    </a:lnTo>
                    <a:lnTo>
                      <a:pt x="74" y="106"/>
                    </a:lnTo>
                    <a:lnTo>
                      <a:pt x="78" y="116"/>
                    </a:lnTo>
                    <a:lnTo>
                      <a:pt x="85" y="128"/>
                    </a:lnTo>
                    <a:lnTo>
                      <a:pt x="95" y="136"/>
                    </a:lnTo>
                    <a:lnTo>
                      <a:pt x="100" y="139"/>
                    </a:lnTo>
                    <a:lnTo>
                      <a:pt x="106" y="145"/>
                    </a:lnTo>
                    <a:lnTo>
                      <a:pt x="112" y="149"/>
                    </a:lnTo>
                    <a:lnTo>
                      <a:pt x="118" y="155"/>
                    </a:lnTo>
                    <a:lnTo>
                      <a:pt x="121" y="162"/>
                    </a:lnTo>
                    <a:lnTo>
                      <a:pt x="125" y="168"/>
                    </a:lnTo>
                    <a:lnTo>
                      <a:pt x="127" y="174"/>
                    </a:lnTo>
                    <a:lnTo>
                      <a:pt x="127" y="179"/>
                    </a:lnTo>
                    <a:lnTo>
                      <a:pt x="125" y="190"/>
                    </a:lnTo>
                    <a:lnTo>
                      <a:pt x="121" y="202"/>
                    </a:lnTo>
                    <a:lnTo>
                      <a:pt x="120" y="215"/>
                    </a:lnTo>
                    <a:lnTo>
                      <a:pt x="122" y="227"/>
                    </a:lnTo>
                    <a:lnTo>
                      <a:pt x="130" y="239"/>
                    </a:lnTo>
                    <a:lnTo>
                      <a:pt x="143" y="252"/>
                    </a:lnTo>
                    <a:lnTo>
                      <a:pt x="159" y="265"/>
                    </a:lnTo>
                    <a:lnTo>
                      <a:pt x="176" y="278"/>
                    </a:lnTo>
                    <a:lnTo>
                      <a:pt x="192" y="291"/>
                    </a:lnTo>
                    <a:lnTo>
                      <a:pt x="206" y="304"/>
                    </a:lnTo>
                    <a:lnTo>
                      <a:pt x="216" y="315"/>
                    </a:lnTo>
                    <a:lnTo>
                      <a:pt x="219" y="3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2" name="Freeform 93">
                <a:extLst>
                  <a:ext uri="{FF2B5EF4-FFF2-40B4-BE49-F238E27FC236}">
                    <a16:creationId xmlns:a16="http://schemas.microsoft.com/office/drawing/2014/main" id="{E938C2E8-BD00-49D5-987F-A76708ABECB5}"/>
                  </a:ext>
                </a:extLst>
              </p:cNvPr>
              <p:cNvSpPr>
                <a:spLocks/>
              </p:cNvSpPr>
              <p:nvPr/>
            </p:nvSpPr>
            <p:spPr bwMode="auto">
              <a:xfrm>
                <a:off x="3463" y="3150"/>
                <a:ext cx="36" cy="25"/>
              </a:xfrm>
              <a:custGeom>
                <a:avLst/>
                <a:gdLst>
                  <a:gd name="T0" fmla="*/ 36 w 66"/>
                  <a:gd name="T1" fmla="*/ 25 h 45"/>
                  <a:gd name="T2" fmla="*/ 33 w 66"/>
                  <a:gd name="T3" fmla="*/ 21 h 45"/>
                  <a:gd name="T4" fmla="*/ 28 w 66"/>
                  <a:gd name="T5" fmla="*/ 16 h 45"/>
                  <a:gd name="T6" fmla="*/ 23 w 66"/>
                  <a:gd name="T7" fmla="*/ 12 h 45"/>
                  <a:gd name="T8" fmla="*/ 18 w 66"/>
                  <a:gd name="T9" fmla="*/ 8 h 45"/>
                  <a:gd name="T10" fmla="*/ 13 w 66"/>
                  <a:gd name="T11" fmla="*/ 4 h 45"/>
                  <a:gd name="T12" fmla="*/ 9 w 66"/>
                  <a:gd name="T13" fmla="*/ 1 h 45"/>
                  <a:gd name="T14" fmla="*/ 5 w 66"/>
                  <a:gd name="T15" fmla="*/ 0 h 45"/>
                  <a:gd name="T16" fmla="*/ 3 w 66"/>
                  <a:gd name="T17" fmla="*/ 1 h 45"/>
                  <a:gd name="T18" fmla="*/ 2 w 66"/>
                  <a:gd name="T19" fmla="*/ 4 h 45"/>
                  <a:gd name="T20" fmla="*/ 0 w 66"/>
                  <a:gd name="T21" fmla="*/ 9 h 45"/>
                  <a:gd name="T22" fmla="*/ 0 w 66"/>
                  <a:gd name="T23" fmla="*/ 14 h 45"/>
                  <a:gd name="T24" fmla="*/ 4 w 66"/>
                  <a:gd name="T25" fmla="*/ 16 h 45"/>
                  <a:gd name="T26" fmla="*/ 7 w 66"/>
                  <a:gd name="T27" fmla="*/ 16 h 45"/>
                  <a:gd name="T28" fmla="*/ 10 w 66"/>
                  <a:gd name="T29" fmla="*/ 16 h 45"/>
                  <a:gd name="T30" fmla="*/ 14 w 66"/>
                  <a:gd name="T31" fmla="*/ 16 h 45"/>
                  <a:gd name="T32" fmla="*/ 19 w 66"/>
                  <a:gd name="T33" fmla="*/ 16 h 45"/>
                  <a:gd name="T34" fmla="*/ 23 w 66"/>
                  <a:gd name="T35" fmla="*/ 17 h 45"/>
                  <a:gd name="T36" fmla="*/ 27 w 66"/>
                  <a:gd name="T37" fmla="*/ 19 h 45"/>
                  <a:gd name="T38" fmla="*/ 32 w 66"/>
                  <a:gd name="T39" fmla="*/ 21 h 45"/>
                  <a:gd name="T40" fmla="*/ 36 w 66"/>
                  <a:gd name="T41" fmla="*/ 25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6" h="45">
                    <a:moveTo>
                      <a:pt x="66" y="45"/>
                    </a:moveTo>
                    <a:lnTo>
                      <a:pt x="60" y="37"/>
                    </a:lnTo>
                    <a:lnTo>
                      <a:pt x="52" y="29"/>
                    </a:lnTo>
                    <a:lnTo>
                      <a:pt x="43" y="21"/>
                    </a:lnTo>
                    <a:lnTo>
                      <a:pt x="33" y="14"/>
                    </a:lnTo>
                    <a:lnTo>
                      <a:pt x="24" y="7"/>
                    </a:lnTo>
                    <a:lnTo>
                      <a:pt x="17" y="2"/>
                    </a:lnTo>
                    <a:lnTo>
                      <a:pt x="10" y="0"/>
                    </a:lnTo>
                    <a:lnTo>
                      <a:pt x="6" y="1"/>
                    </a:lnTo>
                    <a:lnTo>
                      <a:pt x="3" y="8"/>
                    </a:lnTo>
                    <a:lnTo>
                      <a:pt x="0" y="16"/>
                    </a:lnTo>
                    <a:lnTo>
                      <a:pt x="0" y="25"/>
                    </a:lnTo>
                    <a:lnTo>
                      <a:pt x="7" y="29"/>
                    </a:lnTo>
                    <a:lnTo>
                      <a:pt x="13" y="29"/>
                    </a:lnTo>
                    <a:lnTo>
                      <a:pt x="19" y="29"/>
                    </a:lnTo>
                    <a:lnTo>
                      <a:pt x="26" y="29"/>
                    </a:lnTo>
                    <a:lnTo>
                      <a:pt x="34" y="29"/>
                    </a:lnTo>
                    <a:lnTo>
                      <a:pt x="42" y="30"/>
                    </a:lnTo>
                    <a:lnTo>
                      <a:pt x="50" y="34"/>
                    </a:lnTo>
                    <a:lnTo>
                      <a:pt x="58" y="38"/>
                    </a:lnTo>
                    <a:lnTo>
                      <a:pt x="66" y="4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3" name="Freeform 94">
                <a:extLst>
                  <a:ext uri="{FF2B5EF4-FFF2-40B4-BE49-F238E27FC236}">
                    <a16:creationId xmlns:a16="http://schemas.microsoft.com/office/drawing/2014/main" id="{1435C4FE-227C-41E5-9378-B1544F44AB3E}"/>
                  </a:ext>
                </a:extLst>
              </p:cNvPr>
              <p:cNvSpPr>
                <a:spLocks/>
              </p:cNvSpPr>
              <p:nvPr/>
            </p:nvSpPr>
            <p:spPr bwMode="auto">
              <a:xfrm>
                <a:off x="3504" y="3203"/>
                <a:ext cx="42" cy="72"/>
              </a:xfrm>
              <a:custGeom>
                <a:avLst/>
                <a:gdLst>
                  <a:gd name="T0" fmla="*/ 0 w 78"/>
                  <a:gd name="T1" fmla="*/ 0 h 131"/>
                  <a:gd name="T2" fmla="*/ 6 w 78"/>
                  <a:gd name="T3" fmla="*/ 4 h 131"/>
                  <a:gd name="T4" fmla="*/ 11 w 78"/>
                  <a:gd name="T5" fmla="*/ 10 h 131"/>
                  <a:gd name="T6" fmla="*/ 13 w 78"/>
                  <a:gd name="T7" fmla="*/ 16 h 131"/>
                  <a:gd name="T8" fmla="*/ 17 w 78"/>
                  <a:gd name="T9" fmla="*/ 23 h 131"/>
                  <a:gd name="T10" fmla="*/ 19 w 78"/>
                  <a:gd name="T11" fmla="*/ 25 h 131"/>
                  <a:gd name="T12" fmla="*/ 22 w 78"/>
                  <a:gd name="T13" fmla="*/ 29 h 131"/>
                  <a:gd name="T14" fmla="*/ 26 w 78"/>
                  <a:gd name="T15" fmla="*/ 33 h 131"/>
                  <a:gd name="T16" fmla="*/ 31 w 78"/>
                  <a:gd name="T17" fmla="*/ 38 h 131"/>
                  <a:gd name="T18" fmla="*/ 35 w 78"/>
                  <a:gd name="T19" fmla="*/ 43 h 131"/>
                  <a:gd name="T20" fmla="*/ 38 w 78"/>
                  <a:gd name="T21" fmla="*/ 48 h 131"/>
                  <a:gd name="T22" fmla="*/ 40 w 78"/>
                  <a:gd name="T23" fmla="*/ 53 h 131"/>
                  <a:gd name="T24" fmla="*/ 42 w 78"/>
                  <a:gd name="T25" fmla="*/ 56 h 131"/>
                  <a:gd name="T26" fmla="*/ 42 w 78"/>
                  <a:gd name="T27" fmla="*/ 62 h 131"/>
                  <a:gd name="T28" fmla="*/ 42 w 78"/>
                  <a:gd name="T29" fmla="*/ 66 h 131"/>
                  <a:gd name="T30" fmla="*/ 40 w 78"/>
                  <a:gd name="T31" fmla="*/ 70 h 131"/>
                  <a:gd name="T32" fmla="*/ 37 w 78"/>
                  <a:gd name="T33" fmla="*/ 72 h 131"/>
                  <a:gd name="T34" fmla="*/ 35 w 78"/>
                  <a:gd name="T35" fmla="*/ 72 h 131"/>
                  <a:gd name="T36" fmla="*/ 32 w 78"/>
                  <a:gd name="T37" fmla="*/ 71 h 131"/>
                  <a:gd name="T38" fmla="*/ 29 w 78"/>
                  <a:gd name="T39" fmla="*/ 69 h 131"/>
                  <a:gd name="T40" fmla="*/ 25 w 78"/>
                  <a:gd name="T41" fmla="*/ 67 h 131"/>
                  <a:gd name="T42" fmla="*/ 22 w 78"/>
                  <a:gd name="T43" fmla="*/ 64 h 131"/>
                  <a:gd name="T44" fmla="*/ 18 w 78"/>
                  <a:gd name="T45" fmla="*/ 60 h 131"/>
                  <a:gd name="T46" fmla="*/ 16 w 78"/>
                  <a:gd name="T47" fmla="*/ 57 h 131"/>
                  <a:gd name="T48" fmla="*/ 13 w 78"/>
                  <a:gd name="T49" fmla="*/ 53 h 131"/>
                  <a:gd name="T50" fmla="*/ 10 w 78"/>
                  <a:gd name="T51" fmla="*/ 45 h 131"/>
                  <a:gd name="T52" fmla="*/ 7 w 78"/>
                  <a:gd name="T53" fmla="*/ 33 h 131"/>
                  <a:gd name="T54" fmla="*/ 5 w 78"/>
                  <a:gd name="T55" fmla="*/ 23 h 131"/>
                  <a:gd name="T56" fmla="*/ 4 w 78"/>
                  <a:gd name="T57" fmla="*/ 15 h 131"/>
                  <a:gd name="T58" fmla="*/ 3 w 78"/>
                  <a:gd name="T59" fmla="*/ 12 h 131"/>
                  <a:gd name="T60" fmla="*/ 3 w 78"/>
                  <a:gd name="T61" fmla="*/ 8 h 131"/>
                  <a:gd name="T62" fmla="*/ 2 w 78"/>
                  <a:gd name="T63" fmla="*/ 4 h 131"/>
                  <a:gd name="T64" fmla="*/ 0 w 78"/>
                  <a:gd name="T65" fmla="*/ 0 h 1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8" h="131">
                    <a:moveTo>
                      <a:pt x="0" y="0"/>
                    </a:moveTo>
                    <a:lnTo>
                      <a:pt x="12" y="8"/>
                    </a:lnTo>
                    <a:lnTo>
                      <a:pt x="20" y="18"/>
                    </a:lnTo>
                    <a:lnTo>
                      <a:pt x="25" y="30"/>
                    </a:lnTo>
                    <a:lnTo>
                      <a:pt x="32" y="41"/>
                    </a:lnTo>
                    <a:lnTo>
                      <a:pt x="35" y="46"/>
                    </a:lnTo>
                    <a:lnTo>
                      <a:pt x="41" y="52"/>
                    </a:lnTo>
                    <a:lnTo>
                      <a:pt x="49" y="60"/>
                    </a:lnTo>
                    <a:lnTo>
                      <a:pt x="57" y="69"/>
                    </a:lnTo>
                    <a:lnTo>
                      <a:pt x="65" y="78"/>
                    </a:lnTo>
                    <a:lnTo>
                      <a:pt x="71" y="88"/>
                    </a:lnTo>
                    <a:lnTo>
                      <a:pt x="75" y="96"/>
                    </a:lnTo>
                    <a:lnTo>
                      <a:pt x="78" y="101"/>
                    </a:lnTo>
                    <a:lnTo>
                      <a:pt x="78" y="112"/>
                    </a:lnTo>
                    <a:lnTo>
                      <a:pt x="78" y="120"/>
                    </a:lnTo>
                    <a:lnTo>
                      <a:pt x="74" y="127"/>
                    </a:lnTo>
                    <a:lnTo>
                      <a:pt x="68" y="131"/>
                    </a:lnTo>
                    <a:lnTo>
                      <a:pt x="65" y="131"/>
                    </a:lnTo>
                    <a:lnTo>
                      <a:pt x="59" y="129"/>
                    </a:lnTo>
                    <a:lnTo>
                      <a:pt x="53" y="126"/>
                    </a:lnTo>
                    <a:lnTo>
                      <a:pt x="47" y="121"/>
                    </a:lnTo>
                    <a:lnTo>
                      <a:pt x="41" y="116"/>
                    </a:lnTo>
                    <a:lnTo>
                      <a:pt x="34" y="109"/>
                    </a:lnTo>
                    <a:lnTo>
                      <a:pt x="29" y="104"/>
                    </a:lnTo>
                    <a:lnTo>
                      <a:pt x="25" y="97"/>
                    </a:lnTo>
                    <a:lnTo>
                      <a:pt x="18" y="81"/>
                    </a:lnTo>
                    <a:lnTo>
                      <a:pt x="13" y="60"/>
                    </a:lnTo>
                    <a:lnTo>
                      <a:pt x="9" y="41"/>
                    </a:lnTo>
                    <a:lnTo>
                      <a:pt x="7" y="28"/>
                    </a:lnTo>
                    <a:lnTo>
                      <a:pt x="6" y="21"/>
                    </a:lnTo>
                    <a:lnTo>
                      <a:pt x="6" y="15"/>
                    </a:lnTo>
                    <a:lnTo>
                      <a:pt x="4"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4" name="Freeform 95">
                <a:extLst>
                  <a:ext uri="{FF2B5EF4-FFF2-40B4-BE49-F238E27FC236}">
                    <a16:creationId xmlns:a16="http://schemas.microsoft.com/office/drawing/2014/main" id="{01A4197A-5790-4A87-AE84-CE6B214DEEC9}"/>
                  </a:ext>
                </a:extLst>
              </p:cNvPr>
              <p:cNvSpPr>
                <a:spLocks/>
              </p:cNvSpPr>
              <p:nvPr/>
            </p:nvSpPr>
            <p:spPr bwMode="auto">
              <a:xfrm>
                <a:off x="4519" y="3087"/>
                <a:ext cx="293" cy="499"/>
              </a:xfrm>
              <a:custGeom>
                <a:avLst/>
                <a:gdLst>
                  <a:gd name="T0" fmla="*/ 42 w 535"/>
                  <a:gd name="T1" fmla="*/ 333 h 911"/>
                  <a:gd name="T2" fmla="*/ 59 w 535"/>
                  <a:gd name="T3" fmla="*/ 332 h 911"/>
                  <a:gd name="T4" fmla="*/ 77 w 535"/>
                  <a:gd name="T5" fmla="*/ 326 h 911"/>
                  <a:gd name="T6" fmla="*/ 91 w 535"/>
                  <a:gd name="T7" fmla="*/ 319 h 911"/>
                  <a:gd name="T8" fmla="*/ 104 w 535"/>
                  <a:gd name="T9" fmla="*/ 308 h 911"/>
                  <a:gd name="T10" fmla="*/ 114 w 535"/>
                  <a:gd name="T11" fmla="*/ 291 h 911"/>
                  <a:gd name="T12" fmla="*/ 127 w 535"/>
                  <a:gd name="T13" fmla="*/ 264 h 911"/>
                  <a:gd name="T14" fmla="*/ 148 w 535"/>
                  <a:gd name="T15" fmla="*/ 205 h 911"/>
                  <a:gd name="T16" fmla="*/ 163 w 535"/>
                  <a:gd name="T17" fmla="*/ 106 h 911"/>
                  <a:gd name="T18" fmla="*/ 156 w 535"/>
                  <a:gd name="T19" fmla="*/ 105 h 911"/>
                  <a:gd name="T20" fmla="*/ 131 w 535"/>
                  <a:gd name="T21" fmla="*/ 123 h 911"/>
                  <a:gd name="T22" fmla="*/ 109 w 535"/>
                  <a:gd name="T23" fmla="*/ 116 h 911"/>
                  <a:gd name="T24" fmla="*/ 92 w 535"/>
                  <a:gd name="T25" fmla="*/ 108 h 911"/>
                  <a:gd name="T26" fmla="*/ 72 w 535"/>
                  <a:gd name="T27" fmla="*/ 108 h 911"/>
                  <a:gd name="T28" fmla="*/ 77 w 535"/>
                  <a:gd name="T29" fmla="*/ 90 h 911"/>
                  <a:gd name="T30" fmla="*/ 112 w 535"/>
                  <a:gd name="T31" fmla="*/ 69 h 911"/>
                  <a:gd name="T32" fmla="*/ 168 w 535"/>
                  <a:gd name="T33" fmla="*/ 45 h 911"/>
                  <a:gd name="T34" fmla="*/ 149 w 535"/>
                  <a:gd name="T35" fmla="*/ 32 h 911"/>
                  <a:gd name="T36" fmla="*/ 131 w 535"/>
                  <a:gd name="T37" fmla="*/ 23 h 911"/>
                  <a:gd name="T38" fmla="*/ 143 w 535"/>
                  <a:gd name="T39" fmla="*/ 20 h 911"/>
                  <a:gd name="T40" fmla="*/ 156 w 535"/>
                  <a:gd name="T41" fmla="*/ 20 h 911"/>
                  <a:gd name="T42" fmla="*/ 144 w 535"/>
                  <a:gd name="T43" fmla="*/ 11 h 911"/>
                  <a:gd name="T44" fmla="*/ 126 w 535"/>
                  <a:gd name="T45" fmla="*/ 14 h 911"/>
                  <a:gd name="T46" fmla="*/ 111 w 535"/>
                  <a:gd name="T47" fmla="*/ 26 h 911"/>
                  <a:gd name="T48" fmla="*/ 99 w 535"/>
                  <a:gd name="T49" fmla="*/ 40 h 911"/>
                  <a:gd name="T50" fmla="*/ 85 w 535"/>
                  <a:gd name="T51" fmla="*/ 50 h 911"/>
                  <a:gd name="T52" fmla="*/ 83 w 535"/>
                  <a:gd name="T53" fmla="*/ 47 h 911"/>
                  <a:gd name="T54" fmla="*/ 104 w 535"/>
                  <a:gd name="T55" fmla="*/ 25 h 911"/>
                  <a:gd name="T56" fmla="*/ 106 w 535"/>
                  <a:gd name="T57" fmla="*/ 11 h 911"/>
                  <a:gd name="T58" fmla="*/ 131 w 535"/>
                  <a:gd name="T59" fmla="*/ 3 h 911"/>
                  <a:gd name="T60" fmla="*/ 155 w 535"/>
                  <a:gd name="T61" fmla="*/ 0 h 911"/>
                  <a:gd name="T62" fmla="*/ 176 w 535"/>
                  <a:gd name="T63" fmla="*/ 19 h 911"/>
                  <a:gd name="T64" fmla="*/ 202 w 535"/>
                  <a:gd name="T65" fmla="*/ 47 h 911"/>
                  <a:gd name="T66" fmla="*/ 217 w 535"/>
                  <a:gd name="T67" fmla="*/ 66 h 911"/>
                  <a:gd name="T68" fmla="*/ 225 w 535"/>
                  <a:gd name="T69" fmla="*/ 85 h 911"/>
                  <a:gd name="T70" fmla="*/ 245 w 535"/>
                  <a:gd name="T71" fmla="*/ 131 h 911"/>
                  <a:gd name="T72" fmla="*/ 266 w 535"/>
                  <a:gd name="T73" fmla="*/ 170 h 911"/>
                  <a:gd name="T74" fmla="*/ 279 w 535"/>
                  <a:gd name="T75" fmla="*/ 220 h 911"/>
                  <a:gd name="T76" fmla="*/ 288 w 535"/>
                  <a:gd name="T77" fmla="*/ 304 h 911"/>
                  <a:gd name="T78" fmla="*/ 289 w 535"/>
                  <a:gd name="T79" fmla="*/ 359 h 911"/>
                  <a:gd name="T80" fmla="*/ 287 w 535"/>
                  <a:gd name="T81" fmla="*/ 381 h 911"/>
                  <a:gd name="T82" fmla="*/ 285 w 535"/>
                  <a:gd name="T83" fmla="*/ 393 h 911"/>
                  <a:gd name="T84" fmla="*/ 289 w 535"/>
                  <a:gd name="T85" fmla="*/ 423 h 911"/>
                  <a:gd name="T86" fmla="*/ 291 w 535"/>
                  <a:gd name="T87" fmla="*/ 466 h 911"/>
                  <a:gd name="T88" fmla="*/ 284 w 535"/>
                  <a:gd name="T89" fmla="*/ 499 h 911"/>
                  <a:gd name="T90" fmla="*/ 217 w 535"/>
                  <a:gd name="T91" fmla="*/ 499 h 911"/>
                  <a:gd name="T92" fmla="*/ 95 w 535"/>
                  <a:gd name="T93" fmla="*/ 499 h 911"/>
                  <a:gd name="T94" fmla="*/ 5 w 535"/>
                  <a:gd name="T95" fmla="*/ 499 h 911"/>
                  <a:gd name="T96" fmla="*/ 9 w 535"/>
                  <a:gd name="T97" fmla="*/ 465 h 911"/>
                  <a:gd name="T98" fmla="*/ 23 w 535"/>
                  <a:gd name="T99" fmla="*/ 429 h 911"/>
                  <a:gd name="T100" fmla="*/ 35 w 535"/>
                  <a:gd name="T101" fmla="*/ 409 h 911"/>
                  <a:gd name="T102" fmla="*/ 43 w 535"/>
                  <a:gd name="T103" fmla="*/ 395 h 911"/>
                  <a:gd name="T104" fmla="*/ 42 w 535"/>
                  <a:gd name="T105" fmla="*/ 373 h 911"/>
                  <a:gd name="T106" fmla="*/ 27 w 535"/>
                  <a:gd name="T107" fmla="*/ 354 h 911"/>
                  <a:gd name="T108" fmla="*/ 19 w 535"/>
                  <a:gd name="T109" fmla="*/ 337 h 91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35" h="911">
                    <a:moveTo>
                      <a:pt x="28" y="608"/>
                    </a:moveTo>
                    <a:lnTo>
                      <a:pt x="41" y="608"/>
                    </a:lnTo>
                    <a:lnTo>
                      <a:pt x="54" y="608"/>
                    </a:lnTo>
                    <a:lnTo>
                      <a:pt x="65" y="608"/>
                    </a:lnTo>
                    <a:lnTo>
                      <a:pt x="77" y="608"/>
                    </a:lnTo>
                    <a:lnTo>
                      <a:pt x="86" y="608"/>
                    </a:lnTo>
                    <a:lnTo>
                      <a:pt x="94" y="608"/>
                    </a:lnTo>
                    <a:lnTo>
                      <a:pt x="100" y="607"/>
                    </a:lnTo>
                    <a:lnTo>
                      <a:pt x="103" y="607"/>
                    </a:lnTo>
                    <a:lnTo>
                      <a:pt x="108" y="606"/>
                    </a:lnTo>
                    <a:lnTo>
                      <a:pt x="114" y="605"/>
                    </a:lnTo>
                    <a:lnTo>
                      <a:pt x="121" y="603"/>
                    </a:lnTo>
                    <a:lnTo>
                      <a:pt x="128" y="600"/>
                    </a:lnTo>
                    <a:lnTo>
                      <a:pt x="134" y="598"/>
                    </a:lnTo>
                    <a:lnTo>
                      <a:pt x="141" y="596"/>
                    </a:lnTo>
                    <a:lnTo>
                      <a:pt x="147" y="593"/>
                    </a:lnTo>
                    <a:lnTo>
                      <a:pt x="152" y="591"/>
                    </a:lnTo>
                    <a:lnTo>
                      <a:pt x="156" y="589"/>
                    </a:lnTo>
                    <a:lnTo>
                      <a:pt x="161" y="585"/>
                    </a:lnTo>
                    <a:lnTo>
                      <a:pt x="167" y="582"/>
                    </a:lnTo>
                    <a:lnTo>
                      <a:pt x="172" y="578"/>
                    </a:lnTo>
                    <a:lnTo>
                      <a:pt x="178" y="575"/>
                    </a:lnTo>
                    <a:lnTo>
                      <a:pt x="183" y="570"/>
                    </a:lnTo>
                    <a:lnTo>
                      <a:pt x="187" y="566"/>
                    </a:lnTo>
                    <a:lnTo>
                      <a:pt x="190" y="562"/>
                    </a:lnTo>
                    <a:lnTo>
                      <a:pt x="193" y="558"/>
                    </a:lnTo>
                    <a:lnTo>
                      <a:pt x="198" y="551"/>
                    </a:lnTo>
                    <a:lnTo>
                      <a:pt x="202" y="544"/>
                    </a:lnTo>
                    <a:lnTo>
                      <a:pt x="206" y="538"/>
                    </a:lnTo>
                    <a:lnTo>
                      <a:pt x="209" y="532"/>
                    </a:lnTo>
                    <a:lnTo>
                      <a:pt x="214" y="524"/>
                    </a:lnTo>
                    <a:lnTo>
                      <a:pt x="219" y="514"/>
                    </a:lnTo>
                    <a:lnTo>
                      <a:pt x="223" y="505"/>
                    </a:lnTo>
                    <a:lnTo>
                      <a:pt x="227" y="497"/>
                    </a:lnTo>
                    <a:lnTo>
                      <a:pt x="232" y="482"/>
                    </a:lnTo>
                    <a:lnTo>
                      <a:pt x="240" y="461"/>
                    </a:lnTo>
                    <a:lnTo>
                      <a:pt x="249" y="439"/>
                    </a:lnTo>
                    <a:lnTo>
                      <a:pt x="257" y="415"/>
                    </a:lnTo>
                    <a:lnTo>
                      <a:pt x="265" y="393"/>
                    </a:lnTo>
                    <a:lnTo>
                      <a:pt x="270" y="374"/>
                    </a:lnTo>
                    <a:lnTo>
                      <a:pt x="274" y="361"/>
                    </a:lnTo>
                    <a:lnTo>
                      <a:pt x="280" y="326"/>
                    </a:lnTo>
                    <a:lnTo>
                      <a:pt x="288" y="273"/>
                    </a:lnTo>
                    <a:lnTo>
                      <a:pt x="295" y="224"/>
                    </a:lnTo>
                    <a:lnTo>
                      <a:pt x="297" y="194"/>
                    </a:lnTo>
                    <a:lnTo>
                      <a:pt x="296" y="184"/>
                    </a:lnTo>
                    <a:lnTo>
                      <a:pt x="293" y="184"/>
                    </a:lnTo>
                    <a:lnTo>
                      <a:pt x="290" y="187"/>
                    </a:lnTo>
                    <a:lnTo>
                      <a:pt x="288" y="190"/>
                    </a:lnTo>
                    <a:lnTo>
                      <a:pt x="285" y="192"/>
                    </a:lnTo>
                    <a:lnTo>
                      <a:pt x="281" y="198"/>
                    </a:lnTo>
                    <a:lnTo>
                      <a:pt x="274" y="204"/>
                    </a:lnTo>
                    <a:lnTo>
                      <a:pt x="265" y="212"/>
                    </a:lnTo>
                    <a:lnTo>
                      <a:pt x="253" y="219"/>
                    </a:lnTo>
                    <a:lnTo>
                      <a:pt x="240" y="225"/>
                    </a:lnTo>
                    <a:lnTo>
                      <a:pt x="225" y="229"/>
                    </a:lnTo>
                    <a:lnTo>
                      <a:pt x="209" y="230"/>
                    </a:lnTo>
                    <a:lnTo>
                      <a:pt x="207" y="224"/>
                    </a:lnTo>
                    <a:lnTo>
                      <a:pt x="204" y="217"/>
                    </a:lnTo>
                    <a:lnTo>
                      <a:pt x="199" y="211"/>
                    </a:lnTo>
                    <a:lnTo>
                      <a:pt x="194" y="205"/>
                    </a:lnTo>
                    <a:lnTo>
                      <a:pt x="187" y="202"/>
                    </a:lnTo>
                    <a:lnTo>
                      <a:pt x="182" y="198"/>
                    </a:lnTo>
                    <a:lnTo>
                      <a:pt x="175" y="197"/>
                    </a:lnTo>
                    <a:lnTo>
                      <a:pt x="168" y="197"/>
                    </a:lnTo>
                    <a:lnTo>
                      <a:pt x="161" y="198"/>
                    </a:lnTo>
                    <a:lnTo>
                      <a:pt x="153" y="198"/>
                    </a:lnTo>
                    <a:lnTo>
                      <a:pt x="145" y="199"/>
                    </a:lnTo>
                    <a:lnTo>
                      <a:pt x="138" y="198"/>
                    </a:lnTo>
                    <a:lnTo>
                      <a:pt x="132" y="198"/>
                    </a:lnTo>
                    <a:lnTo>
                      <a:pt x="128" y="196"/>
                    </a:lnTo>
                    <a:lnTo>
                      <a:pt x="125" y="194"/>
                    </a:lnTo>
                    <a:lnTo>
                      <a:pt x="125" y="189"/>
                    </a:lnTo>
                    <a:lnTo>
                      <a:pt x="131" y="177"/>
                    </a:lnTo>
                    <a:lnTo>
                      <a:pt x="140" y="164"/>
                    </a:lnTo>
                    <a:lnTo>
                      <a:pt x="149" y="151"/>
                    </a:lnTo>
                    <a:lnTo>
                      <a:pt x="158" y="145"/>
                    </a:lnTo>
                    <a:lnTo>
                      <a:pt x="166" y="142"/>
                    </a:lnTo>
                    <a:lnTo>
                      <a:pt x="183" y="135"/>
                    </a:lnTo>
                    <a:lnTo>
                      <a:pt x="205" y="126"/>
                    </a:lnTo>
                    <a:lnTo>
                      <a:pt x="230" y="114"/>
                    </a:lnTo>
                    <a:lnTo>
                      <a:pt x="255" y="104"/>
                    </a:lnTo>
                    <a:lnTo>
                      <a:pt x="280" y="95"/>
                    </a:lnTo>
                    <a:lnTo>
                      <a:pt x="297" y="86"/>
                    </a:lnTo>
                    <a:lnTo>
                      <a:pt x="307" y="83"/>
                    </a:lnTo>
                    <a:lnTo>
                      <a:pt x="303" y="80"/>
                    </a:lnTo>
                    <a:lnTo>
                      <a:pt x="297" y="74"/>
                    </a:lnTo>
                    <a:lnTo>
                      <a:pt x="289" y="69"/>
                    </a:lnTo>
                    <a:lnTo>
                      <a:pt x="281" y="63"/>
                    </a:lnTo>
                    <a:lnTo>
                      <a:pt x="272" y="58"/>
                    </a:lnTo>
                    <a:lnTo>
                      <a:pt x="263" y="53"/>
                    </a:lnTo>
                    <a:lnTo>
                      <a:pt x="257" y="50"/>
                    </a:lnTo>
                    <a:lnTo>
                      <a:pt x="251" y="47"/>
                    </a:lnTo>
                    <a:lnTo>
                      <a:pt x="244" y="45"/>
                    </a:lnTo>
                    <a:lnTo>
                      <a:pt x="240" y="42"/>
                    </a:lnTo>
                    <a:lnTo>
                      <a:pt x="242" y="39"/>
                    </a:lnTo>
                    <a:lnTo>
                      <a:pt x="247" y="37"/>
                    </a:lnTo>
                    <a:lnTo>
                      <a:pt x="251" y="36"/>
                    </a:lnTo>
                    <a:lnTo>
                      <a:pt x="257" y="36"/>
                    </a:lnTo>
                    <a:lnTo>
                      <a:pt x="261" y="36"/>
                    </a:lnTo>
                    <a:lnTo>
                      <a:pt x="267" y="35"/>
                    </a:lnTo>
                    <a:lnTo>
                      <a:pt x="272" y="35"/>
                    </a:lnTo>
                    <a:lnTo>
                      <a:pt x="277" y="35"/>
                    </a:lnTo>
                    <a:lnTo>
                      <a:pt x="281" y="36"/>
                    </a:lnTo>
                    <a:lnTo>
                      <a:pt x="284" y="36"/>
                    </a:lnTo>
                    <a:lnTo>
                      <a:pt x="283" y="30"/>
                    </a:lnTo>
                    <a:lnTo>
                      <a:pt x="280" y="25"/>
                    </a:lnTo>
                    <a:lnTo>
                      <a:pt x="275" y="22"/>
                    </a:lnTo>
                    <a:lnTo>
                      <a:pt x="268" y="20"/>
                    </a:lnTo>
                    <a:lnTo>
                      <a:pt x="263" y="20"/>
                    </a:lnTo>
                    <a:lnTo>
                      <a:pt x="259" y="20"/>
                    </a:lnTo>
                    <a:lnTo>
                      <a:pt x="252" y="21"/>
                    </a:lnTo>
                    <a:lnTo>
                      <a:pt x="245" y="21"/>
                    </a:lnTo>
                    <a:lnTo>
                      <a:pt x="238" y="23"/>
                    </a:lnTo>
                    <a:lnTo>
                      <a:pt x="230" y="25"/>
                    </a:lnTo>
                    <a:lnTo>
                      <a:pt x="223" y="28"/>
                    </a:lnTo>
                    <a:lnTo>
                      <a:pt x="217" y="32"/>
                    </a:lnTo>
                    <a:lnTo>
                      <a:pt x="213" y="37"/>
                    </a:lnTo>
                    <a:lnTo>
                      <a:pt x="207" y="43"/>
                    </a:lnTo>
                    <a:lnTo>
                      <a:pt x="202" y="48"/>
                    </a:lnTo>
                    <a:lnTo>
                      <a:pt x="198" y="54"/>
                    </a:lnTo>
                    <a:lnTo>
                      <a:pt x="192" y="60"/>
                    </a:lnTo>
                    <a:lnTo>
                      <a:pt x="189" y="65"/>
                    </a:lnTo>
                    <a:lnTo>
                      <a:pt x="184" y="69"/>
                    </a:lnTo>
                    <a:lnTo>
                      <a:pt x="181" y="73"/>
                    </a:lnTo>
                    <a:lnTo>
                      <a:pt x="176" y="76"/>
                    </a:lnTo>
                    <a:lnTo>
                      <a:pt x="171" y="80"/>
                    </a:lnTo>
                    <a:lnTo>
                      <a:pt x="166" y="84"/>
                    </a:lnTo>
                    <a:lnTo>
                      <a:pt x="160" y="88"/>
                    </a:lnTo>
                    <a:lnTo>
                      <a:pt x="155" y="92"/>
                    </a:lnTo>
                    <a:lnTo>
                      <a:pt x="149" y="95"/>
                    </a:lnTo>
                    <a:lnTo>
                      <a:pt x="146" y="97"/>
                    </a:lnTo>
                    <a:lnTo>
                      <a:pt x="144" y="97"/>
                    </a:lnTo>
                    <a:lnTo>
                      <a:pt x="145" y="93"/>
                    </a:lnTo>
                    <a:lnTo>
                      <a:pt x="152" y="85"/>
                    </a:lnTo>
                    <a:lnTo>
                      <a:pt x="161" y="76"/>
                    </a:lnTo>
                    <a:lnTo>
                      <a:pt x="170" y="68"/>
                    </a:lnTo>
                    <a:lnTo>
                      <a:pt x="175" y="62"/>
                    </a:lnTo>
                    <a:lnTo>
                      <a:pt x="182" y="55"/>
                    </a:lnTo>
                    <a:lnTo>
                      <a:pt x="189" y="46"/>
                    </a:lnTo>
                    <a:lnTo>
                      <a:pt x="196" y="37"/>
                    </a:lnTo>
                    <a:lnTo>
                      <a:pt x="200" y="29"/>
                    </a:lnTo>
                    <a:lnTo>
                      <a:pt x="202" y="22"/>
                    </a:lnTo>
                    <a:lnTo>
                      <a:pt x="200" y="19"/>
                    </a:lnTo>
                    <a:lnTo>
                      <a:pt x="194" y="20"/>
                    </a:lnTo>
                    <a:lnTo>
                      <a:pt x="200" y="17"/>
                    </a:lnTo>
                    <a:lnTo>
                      <a:pt x="208" y="15"/>
                    </a:lnTo>
                    <a:lnTo>
                      <a:pt x="217" y="13"/>
                    </a:lnTo>
                    <a:lnTo>
                      <a:pt x="229" y="9"/>
                    </a:lnTo>
                    <a:lnTo>
                      <a:pt x="239" y="6"/>
                    </a:lnTo>
                    <a:lnTo>
                      <a:pt x="251" y="4"/>
                    </a:lnTo>
                    <a:lnTo>
                      <a:pt x="262" y="1"/>
                    </a:lnTo>
                    <a:lnTo>
                      <a:pt x="272" y="0"/>
                    </a:lnTo>
                    <a:lnTo>
                      <a:pt x="277" y="0"/>
                    </a:lnTo>
                    <a:lnTo>
                      <a:pt x="283" y="0"/>
                    </a:lnTo>
                    <a:lnTo>
                      <a:pt x="289" y="0"/>
                    </a:lnTo>
                    <a:lnTo>
                      <a:pt x="292" y="0"/>
                    </a:lnTo>
                    <a:lnTo>
                      <a:pt x="300" y="10"/>
                    </a:lnTo>
                    <a:lnTo>
                      <a:pt x="311" y="22"/>
                    </a:lnTo>
                    <a:lnTo>
                      <a:pt x="321" y="35"/>
                    </a:lnTo>
                    <a:lnTo>
                      <a:pt x="333" y="47"/>
                    </a:lnTo>
                    <a:lnTo>
                      <a:pt x="343" y="60"/>
                    </a:lnTo>
                    <a:lnTo>
                      <a:pt x="353" y="70"/>
                    </a:lnTo>
                    <a:lnTo>
                      <a:pt x="363" y="80"/>
                    </a:lnTo>
                    <a:lnTo>
                      <a:pt x="369" y="86"/>
                    </a:lnTo>
                    <a:lnTo>
                      <a:pt x="375" y="92"/>
                    </a:lnTo>
                    <a:lnTo>
                      <a:pt x="381" y="99"/>
                    </a:lnTo>
                    <a:lnTo>
                      <a:pt x="387" y="106"/>
                    </a:lnTo>
                    <a:lnTo>
                      <a:pt x="393" y="113"/>
                    </a:lnTo>
                    <a:lnTo>
                      <a:pt x="397" y="120"/>
                    </a:lnTo>
                    <a:lnTo>
                      <a:pt x="401" y="126"/>
                    </a:lnTo>
                    <a:lnTo>
                      <a:pt x="404" y="131"/>
                    </a:lnTo>
                    <a:lnTo>
                      <a:pt x="405" y="136"/>
                    </a:lnTo>
                    <a:lnTo>
                      <a:pt x="407" y="143"/>
                    </a:lnTo>
                    <a:lnTo>
                      <a:pt x="411" y="156"/>
                    </a:lnTo>
                    <a:lnTo>
                      <a:pt x="418" y="172"/>
                    </a:lnTo>
                    <a:lnTo>
                      <a:pt x="425" y="190"/>
                    </a:lnTo>
                    <a:lnTo>
                      <a:pt x="432" y="209"/>
                    </a:lnTo>
                    <a:lnTo>
                      <a:pt x="440" y="225"/>
                    </a:lnTo>
                    <a:lnTo>
                      <a:pt x="447" y="239"/>
                    </a:lnTo>
                    <a:lnTo>
                      <a:pt x="452" y="248"/>
                    </a:lnTo>
                    <a:lnTo>
                      <a:pt x="458" y="257"/>
                    </a:lnTo>
                    <a:lnTo>
                      <a:pt x="466" y="272"/>
                    </a:lnTo>
                    <a:lnTo>
                      <a:pt x="475" y="290"/>
                    </a:lnTo>
                    <a:lnTo>
                      <a:pt x="485" y="310"/>
                    </a:lnTo>
                    <a:lnTo>
                      <a:pt x="494" y="331"/>
                    </a:lnTo>
                    <a:lnTo>
                      <a:pt x="501" y="350"/>
                    </a:lnTo>
                    <a:lnTo>
                      <a:pt x="505" y="366"/>
                    </a:lnTo>
                    <a:lnTo>
                      <a:pt x="508" y="377"/>
                    </a:lnTo>
                    <a:lnTo>
                      <a:pt x="510" y="402"/>
                    </a:lnTo>
                    <a:lnTo>
                      <a:pt x="513" y="439"/>
                    </a:lnTo>
                    <a:lnTo>
                      <a:pt x="518" y="475"/>
                    </a:lnTo>
                    <a:lnTo>
                      <a:pt x="522" y="497"/>
                    </a:lnTo>
                    <a:lnTo>
                      <a:pt x="524" y="518"/>
                    </a:lnTo>
                    <a:lnTo>
                      <a:pt x="526" y="555"/>
                    </a:lnTo>
                    <a:lnTo>
                      <a:pt x="528" y="592"/>
                    </a:lnTo>
                    <a:lnTo>
                      <a:pt x="528" y="615"/>
                    </a:lnTo>
                    <a:lnTo>
                      <a:pt x="527" y="629"/>
                    </a:lnTo>
                    <a:lnTo>
                      <a:pt x="527" y="643"/>
                    </a:lnTo>
                    <a:lnTo>
                      <a:pt x="527" y="655"/>
                    </a:lnTo>
                    <a:lnTo>
                      <a:pt x="527" y="664"/>
                    </a:lnTo>
                    <a:lnTo>
                      <a:pt x="528" y="670"/>
                    </a:lnTo>
                    <a:lnTo>
                      <a:pt x="527" y="681"/>
                    </a:lnTo>
                    <a:lnTo>
                      <a:pt x="526" y="690"/>
                    </a:lnTo>
                    <a:lnTo>
                      <a:pt x="524" y="696"/>
                    </a:lnTo>
                    <a:lnTo>
                      <a:pt x="520" y="698"/>
                    </a:lnTo>
                    <a:lnTo>
                      <a:pt x="518" y="700"/>
                    </a:lnTo>
                    <a:lnTo>
                      <a:pt x="516" y="704"/>
                    </a:lnTo>
                    <a:lnTo>
                      <a:pt x="512" y="706"/>
                    </a:lnTo>
                    <a:lnTo>
                      <a:pt x="520" y="718"/>
                    </a:lnTo>
                    <a:lnTo>
                      <a:pt x="527" y="733"/>
                    </a:lnTo>
                    <a:lnTo>
                      <a:pt x="533" y="746"/>
                    </a:lnTo>
                    <a:lnTo>
                      <a:pt x="535" y="755"/>
                    </a:lnTo>
                    <a:lnTo>
                      <a:pt x="533" y="761"/>
                    </a:lnTo>
                    <a:lnTo>
                      <a:pt x="528" y="773"/>
                    </a:lnTo>
                    <a:lnTo>
                      <a:pt x="524" y="786"/>
                    </a:lnTo>
                    <a:lnTo>
                      <a:pt x="522" y="795"/>
                    </a:lnTo>
                    <a:lnTo>
                      <a:pt x="523" y="808"/>
                    </a:lnTo>
                    <a:lnTo>
                      <a:pt x="527" y="829"/>
                    </a:lnTo>
                    <a:lnTo>
                      <a:pt x="532" y="850"/>
                    </a:lnTo>
                    <a:lnTo>
                      <a:pt x="534" y="863"/>
                    </a:lnTo>
                    <a:lnTo>
                      <a:pt x="532" y="872"/>
                    </a:lnTo>
                    <a:lnTo>
                      <a:pt x="528" y="886"/>
                    </a:lnTo>
                    <a:lnTo>
                      <a:pt x="524" y="901"/>
                    </a:lnTo>
                    <a:lnTo>
                      <a:pt x="519" y="911"/>
                    </a:lnTo>
                    <a:lnTo>
                      <a:pt x="510" y="911"/>
                    </a:lnTo>
                    <a:lnTo>
                      <a:pt x="493" y="911"/>
                    </a:lnTo>
                    <a:lnTo>
                      <a:pt x="466" y="911"/>
                    </a:lnTo>
                    <a:lnTo>
                      <a:pt x="434" y="911"/>
                    </a:lnTo>
                    <a:lnTo>
                      <a:pt x="397" y="911"/>
                    </a:lnTo>
                    <a:lnTo>
                      <a:pt x="354" y="911"/>
                    </a:lnTo>
                    <a:lnTo>
                      <a:pt x="311" y="911"/>
                    </a:lnTo>
                    <a:lnTo>
                      <a:pt x="265" y="911"/>
                    </a:lnTo>
                    <a:lnTo>
                      <a:pt x="219" y="911"/>
                    </a:lnTo>
                    <a:lnTo>
                      <a:pt x="174" y="911"/>
                    </a:lnTo>
                    <a:lnTo>
                      <a:pt x="131" y="911"/>
                    </a:lnTo>
                    <a:lnTo>
                      <a:pt x="92" y="911"/>
                    </a:lnTo>
                    <a:lnTo>
                      <a:pt x="58" y="911"/>
                    </a:lnTo>
                    <a:lnTo>
                      <a:pt x="31" y="911"/>
                    </a:lnTo>
                    <a:lnTo>
                      <a:pt x="10" y="911"/>
                    </a:lnTo>
                    <a:lnTo>
                      <a:pt x="0" y="911"/>
                    </a:lnTo>
                    <a:lnTo>
                      <a:pt x="1" y="901"/>
                    </a:lnTo>
                    <a:lnTo>
                      <a:pt x="5" y="886"/>
                    </a:lnTo>
                    <a:lnTo>
                      <a:pt x="11" y="867"/>
                    </a:lnTo>
                    <a:lnTo>
                      <a:pt x="17" y="849"/>
                    </a:lnTo>
                    <a:lnTo>
                      <a:pt x="24" y="829"/>
                    </a:lnTo>
                    <a:lnTo>
                      <a:pt x="31" y="813"/>
                    </a:lnTo>
                    <a:lnTo>
                      <a:pt x="35" y="801"/>
                    </a:lnTo>
                    <a:lnTo>
                      <a:pt x="38" y="794"/>
                    </a:lnTo>
                    <a:lnTo>
                      <a:pt x="42" y="784"/>
                    </a:lnTo>
                    <a:lnTo>
                      <a:pt x="48" y="774"/>
                    </a:lnTo>
                    <a:lnTo>
                      <a:pt x="55" y="765"/>
                    </a:lnTo>
                    <a:lnTo>
                      <a:pt x="58" y="757"/>
                    </a:lnTo>
                    <a:lnTo>
                      <a:pt x="61" y="751"/>
                    </a:lnTo>
                    <a:lnTo>
                      <a:pt x="64" y="746"/>
                    </a:lnTo>
                    <a:lnTo>
                      <a:pt x="68" y="742"/>
                    </a:lnTo>
                    <a:lnTo>
                      <a:pt x="73" y="740"/>
                    </a:lnTo>
                    <a:lnTo>
                      <a:pt x="76" y="735"/>
                    </a:lnTo>
                    <a:lnTo>
                      <a:pt x="77" y="729"/>
                    </a:lnTo>
                    <a:lnTo>
                      <a:pt x="78" y="722"/>
                    </a:lnTo>
                    <a:lnTo>
                      <a:pt x="77" y="717"/>
                    </a:lnTo>
                    <a:lnTo>
                      <a:pt x="75" y="708"/>
                    </a:lnTo>
                    <a:lnTo>
                      <a:pt x="73" y="698"/>
                    </a:lnTo>
                    <a:lnTo>
                      <a:pt x="73" y="688"/>
                    </a:lnTo>
                    <a:lnTo>
                      <a:pt x="76" y="681"/>
                    </a:lnTo>
                    <a:lnTo>
                      <a:pt x="72" y="676"/>
                    </a:lnTo>
                    <a:lnTo>
                      <a:pt x="67" y="670"/>
                    </a:lnTo>
                    <a:lnTo>
                      <a:pt x="61" y="662"/>
                    </a:lnTo>
                    <a:lnTo>
                      <a:pt x="54" y="654"/>
                    </a:lnTo>
                    <a:lnTo>
                      <a:pt x="49" y="646"/>
                    </a:lnTo>
                    <a:lnTo>
                      <a:pt x="45" y="638"/>
                    </a:lnTo>
                    <a:lnTo>
                      <a:pt x="42" y="630"/>
                    </a:lnTo>
                    <a:lnTo>
                      <a:pt x="42" y="623"/>
                    </a:lnTo>
                    <a:lnTo>
                      <a:pt x="39" y="620"/>
                    </a:lnTo>
                    <a:lnTo>
                      <a:pt x="35" y="615"/>
                    </a:lnTo>
                    <a:lnTo>
                      <a:pt x="32" y="611"/>
                    </a:lnTo>
                    <a:lnTo>
                      <a:pt x="28" y="60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5" name="Freeform 96">
                <a:extLst>
                  <a:ext uri="{FF2B5EF4-FFF2-40B4-BE49-F238E27FC236}">
                    <a16:creationId xmlns:a16="http://schemas.microsoft.com/office/drawing/2014/main" id="{5E6C35D6-6BFA-421D-9F8C-77883B6BBC50}"/>
                  </a:ext>
                </a:extLst>
              </p:cNvPr>
              <p:cNvSpPr>
                <a:spLocks/>
              </p:cNvSpPr>
              <p:nvPr/>
            </p:nvSpPr>
            <p:spPr bwMode="auto">
              <a:xfrm>
                <a:off x="4507" y="3098"/>
                <a:ext cx="119" cy="228"/>
              </a:xfrm>
              <a:custGeom>
                <a:avLst/>
                <a:gdLst>
                  <a:gd name="T0" fmla="*/ 110 w 216"/>
                  <a:gd name="T1" fmla="*/ 7 h 415"/>
                  <a:gd name="T2" fmla="*/ 93 w 216"/>
                  <a:gd name="T3" fmla="*/ 28 h 415"/>
                  <a:gd name="T4" fmla="*/ 76 w 216"/>
                  <a:gd name="T5" fmla="*/ 52 h 415"/>
                  <a:gd name="T6" fmla="*/ 64 w 216"/>
                  <a:gd name="T7" fmla="*/ 73 h 415"/>
                  <a:gd name="T8" fmla="*/ 53 w 216"/>
                  <a:gd name="T9" fmla="*/ 97 h 415"/>
                  <a:gd name="T10" fmla="*/ 45 w 216"/>
                  <a:gd name="T11" fmla="*/ 140 h 415"/>
                  <a:gd name="T12" fmla="*/ 42 w 216"/>
                  <a:gd name="T13" fmla="*/ 166 h 415"/>
                  <a:gd name="T14" fmla="*/ 36 w 216"/>
                  <a:gd name="T15" fmla="*/ 194 h 415"/>
                  <a:gd name="T16" fmla="*/ 33 w 216"/>
                  <a:gd name="T17" fmla="*/ 202 h 415"/>
                  <a:gd name="T18" fmla="*/ 31 w 216"/>
                  <a:gd name="T19" fmla="*/ 204 h 415"/>
                  <a:gd name="T20" fmla="*/ 31 w 216"/>
                  <a:gd name="T21" fmla="*/ 205 h 415"/>
                  <a:gd name="T22" fmla="*/ 34 w 216"/>
                  <a:gd name="T23" fmla="*/ 209 h 415"/>
                  <a:gd name="T24" fmla="*/ 29 w 216"/>
                  <a:gd name="T25" fmla="*/ 213 h 415"/>
                  <a:gd name="T26" fmla="*/ 20 w 216"/>
                  <a:gd name="T27" fmla="*/ 223 h 415"/>
                  <a:gd name="T28" fmla="*/ 13 w 216"/>
                  <a:gd name="T29" fmla="*/ 227 h 415"/>
                  <a:gd name="T30" fmla="*/ 4 w 216"/>
                  <a:gd name="T31" fmla="*/ 226 h 415"/>
                  <a:gd name="T32" fmla="*/ 1 w 216"/>
                  <a:gd name="T33" fmla="*/ 218 h 415"/>
                  <a:gd name="T34" fmla="*/ 0 w 216"/>
                  <a:gd name="T35" fmla="*/ 194 h 415"/>
                  <a:gd name="T36" fmla="*/ 2 w 216"/>
                  <a:gd name="T37" fmla="*/ 179 h 415"/>
                  <a:gd name="T38" fmla="*/ 4 w 216"/>
                  <a:gd name="T39" fmla="*/ 160 h 415"/>
                  <a:gd name="T40" fmla="*/ 8 w 216"/>
                  <a:gd name="T41" fmla="*/ 150 h 415"/>
                  <a:gd name="T42" fmla="*/ 12 w 216"/>
                  <a:gd name="T43" fmla="*/ 137 h 415"/>
                  <a:gd name="T44" fmla="*/ 14 w 216"/>
                  <a:gd name="T45" fmla="*/ 123 h 415"/>
                  <a:gd name="T46" fmla="*/ 20 w 216"/>
                  <a:gd name="T47" fmla="*/ 93 h 415"/>
                  <a:gd name="T48" fmla="*/ 25 w 216"/>
                  <a:gd name="T49" fmla="*/ 76 h 415"/>
                  <a:gd name="T50" fmla="*/ 26 w 216"/>
                  <a:gd name="T51" fmla="*/ 58 h 415"/>
                  <a:gd name="T52" fmla="*/ 31 w 216"/>
                  <a:gd name="T53" fmla="*/ 48 h 415"/>
                  <a:gd name="T54" fmla="*/ 34 w 216"/>
                  <a:gd name="T55" fmla="*/ 38 h 415"/>
                  <a:gd name="T56" fmla="*/ 35 w 216"/>
                  <a:gd name="T57" fmla="*/ 30 h 415"/>
                  <a:gd name="T58" fmla="*/ 41 w 216"/>
                  <a:gd name="T59" fmla="*/ 14 h 415"/>
                  <a:gd name="T60" fmla="*/ 46 w 216"/>
                  <a:gd name="T61" fmla="*/ 13 h 415"/>
                  <a:gd name="T62" fmla="*/ 52 w 216"/>
                  <a:gd name="T63" fmla="*/ 18 h 415"/>
                  <a:gd name="T64" fmla="*/ 60 w 216"/>
                  <a:gd name="T65" fmla="*/ 25 h 415"/>
                  <a:gd name="T66" fmla="*/ 64 w 216"/>
                  <a:gd name="T67" fmla="*/ 30 h 415"/>
                  <a:gd name="T68" fmla="*/ 62 w 216"/>
                  <a:gd name="T69" fmla="*/ 31 h 415"/>
                  <a:gd name="T70" fmla="*/ 56 w 216"/>
                  <a:gd name="T71" fmla="*/ 31 h 415"/>
                  <a:gd name="T72" fmla="*/ 55 w 216"/>
                  <a:gd name="T73" fmla="*/ 34 h 415"/>
                  <a:gd name="T74" fmla="*/ 56 w 216"/>
                  <a:gd name="T75" fmla="*/ 38 h 415"/>
                  <a:gd name="T76" fmla="*/ 61 w 216"/>
                  <a:gd name="T77" fmla="*/ 40 h 415"/>
                  <a:gd name="T78" fmla="*/ 69 w 216"/>
                  <a:gd name="T79" fmla="*/ 43 h 415"/>
                  <a:gd name="T80" fmla="*/ 74 w 216"/>
                  <a:gd name="T81" fmla="*/ 39 h 415"/>
                  <a:gd name="T82" fmla="*/ 80 w 216"/>
                  <a:gd name="T83" fmla="*/ 30 h 415"/>
                  <a:gd name="T84" fmla="*/ 85 w 216"/>
                  <a:gd name="T85" fmla="*/ 23 h 415"/>
                  <a:gd name="T86" fmla="*/ 96 w 216"/>
                  <a:gd name="T87" fmla="*/ 15 h 415"/>
                  <a:gd name="T88" fmla="*/ 106 w 216"/>
                  <a:gd name="T89" fmla="*/ 7 h 415"/>
                  <a:gd name="T90" fmla="*/ 116 w 216"/>
                  <a:gd name="T91" fmla="*/ 1 h 4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16" h="415">
                    <a:moveTo>
                      <a:pt x="216" y="0"/>
                    </a:moveTo>
                    <a:lnTo>
                      <a:pt x="200" y="13"/>
                    </a:lnTo>
                    <a:lnTo>
                      <a:pt x="184" y="31"/>
                    </a:lnTo>
                    <a:lnTo>
                      <a:pt x="168" y="51"/>
                    </a:lnTo>
                    <a:lnTo>
                      <a:pt x="152" y="72"/>
                    </a:lnTo>
                    <a:lnTo>
                      <a:pt x="138" y="94"/>
                    </a:lnTo>
                    <a:lnTo>
                      <a:pt x="125" y="115"/>
                    </a:lnTo>
                    <a:lnTo>
                      <a:pt x="116" y="132"/>
                    </a:lnTo>
                    <a:lnTo>
                      <a:pt x="108" y="146"/>
                    </a:lnTo>
                    <a:lnTo>
                      <a:pt x="97" y="177"/>
                    </a:lnTo>
                    <a:lnTo>
                      <a:pt x="87" y="217"/>
                    </a:lnTo>
                    <a:lnTo>
                      <a:pt x="82" y="255"/>
                    </a:lnTo>
                    <a:lnTo>
                      <a:pt x="79" y="282"/>
                    </a:lnTo>
                    <a:lnTo>
                      <a:pt x="77" y="303"/>
                    </a:lnTo>
                    <a:lnTo>
                      <a:pt x="71" y="330"/>
                    </a:lnTo>
                    <a:lnTo>
                      <a:pt x="65" y="353"/>
                    </a:lnTo>
                    <a:lnTo>
                      <a:pt x="62" y="365"/>
                    </a:lnTo>
                    <a:lnTo>
                      <a:pt x="60" y="367"/>
                    </a:lnTo>
                    <a:lnTo>
                      <a:pt x="59" y="369"/>
                    </a:lnTo>
                    <a:lnTo>
                      <a:pt x="56" y="372"/>
                    </a:lnTo>
                    <a:lnTo>
                      <a:pt x="54" y="373"/>
                    </a:lnTo>
                    <a:lnTo>
                      <a:pt x="56" y="374"/>
                    </a:lnTo>
                    <a:lnTo>
                      <a:pt x="59" y="377"/>
                    </a:lnTo>
                    <a:lnTo>
                      <a:pt x="61" y="380"/>
                    </a:lnTo>
                    <a:lnTo>
                      <a:pt x="63" y="382"/>
                    </a:lnTo>
                    <a:lnTo>
                      <a:pt x="53" y="388"/>
                    </a:lnTo>
                    <a:lnTo>
                      <a:pt x="45" y="396"/>
                    </a:lnTo>
                    <a:lnTo>
                      <a:pt x="37" y="406"/>
                    </a:lnTo>
                    <a:lnTo>
                      <a:pt x="30" y="415"/>
                    </a:lnTo>
                    <a:lnTo>
                      <a:pt x="24" y="414"/>
                    </a:lnTo>
                    <a:lnTo>
                      <a:pt x="16" y="413"/>
                    </a:lnTo>
                    <a:lnTo>
                      <a:pt x="8" y="412"/>
                    </a:lnTo>
                    <a:lnTo>
                      <a:pt x="1" y="411"/>
                    </a:lnTo>
                    <a:lnTo>
                      <a:pt x="1" y="396"/>
                    </a:lnTo>
                    <a:lnTo>
                      <a:pt x="0" y="374"/>
                    </a:lnTo>
                    <a:lnTo>
                      <a:pt x="0" y="354"/>
                    </a:lnTo>
                    <a:lnTo>
                      <a:pt x="1" y="342"/>
                    </a:lnTo>
                    <a:lnTo>
                      <a:pt x="3" y="326"/>
                    </a:lnTo>
                    <a:lnTo>
                      <a:pt x="6" y="307"/>
                    </a:lnTo>
                    <a:lnTo>
                      <a:pt x="8" y="291"/>
                    </a:lnTo>
                    <a:lnTo>
                      <a:pt x="10" y="281"/>
                    </a:lnTo>
                    <a:lnTo>
                      <a:pt x="14" y="273"/>
                    </a:lnTo>
                    <a:lnTo>
                      <a:pt x="18" y="262"/>
                    </a:lnTo>
                    <a:lnTo>
                      <a:pt x="22" y="250"/>
                    </a:lnTo>
                    <a:lnTo>
                      <a:pt x="24" y="240"/>
                    </a:lnTo>
                    <a:lnTo>
                      <a:pt x="26" y="224"/>
                    </a:lnTo>
                    <a:lnTo>
                      <a:pt x="30" y="198"/>
                    </a:lnTo>
                    <a:lnTo>
                      <a:pt x="37" y="170"/>
                    </a:lnTo>
                    <a:lnTo>
                      <a:pt x="46" y="149"/>
                    </a:lnTo>
                    <a:lnTo>
                      <a:pt x="46" y="138"/>
                    </a:lnTo>
                    <a:lnTo>
                      <a:pt x="47" y="122"/>
                    </a:lnTo>
                    <a:lnTo>
                      <a:pt x="48" y="106"/>
                    </a:lnTo>
                    <a:lnTo>
                      <a:pt x="52" y="95"/>
                    </a:lnTo>
                    <a:lnTo>
                      <a:pt x="56" y="87"/>
                    </a:lnTo>
                    <a:lnTo>
                      <a:pt x="60" y="78"/>
                    </a:lnTo>
                    <a:lnTo>
                      <a:pt x="62" y="69"/>
                    </a:lnTo>
                    <a:lnTo>
                      <a:pt x="63" y="63"/>
                    </a:lnTo>
                    <a:lnTo>
                      <a:pt x="64" y="54"/>
                    </a:lnTo>
                    <a:lnTo>
                      <a:pt x="69" y="40"/>
                    </a:lnTo>
                    <a:lnTo>
                      <a:pt x="74" y="26"/>
                    </a:lnTo>
                    <a:lnTo>
                      <a:pt x="78" y="19"/>
                    </a:lnTo>
                    <a:lnTo>
                      <a:pt x="84" y="23"/>
                    </a:lnTo>
                    <a:lnTo>
                      <a:pt x="90" y="27"/>
                    </a:lnTo>
                    <a:lnTo>
                      <a:pt x="95" y="33"/>
                    </a:lnTo>
                    <a:lnTo>
                      <a:pt x="102" y="39"/>
                    </a:lnTo>
                    <a:lnTo>
                      <a:pt x="108" y="45"/>
                    </a:lnTo>
                    <a:lnTo>
                      <a:pt x="113" y="50"/>
                    </a:lnTo>
                    <a:lnTo>
                      <a:pt x="117" y="55"/>
                    </a:lnTo>
                    <a:lnTo>
                      <a:pt x="120" y="58"/>
                    </a:lnTo>
                    <a:lnTo>
                      <a:pt x="113" y="57"/>
                    </a:lnTo>
                    <a:lnTo>
                      <a:pt x="106" y="56"/>
                    </a:lnTo>
                    <a:lnTo>
                      <a:pt x="101" y="56"/>
                    </a:lnTo>
                    <a:lnTo>
                      <a:pt x="99" y="57"/>
                    </a:lnTo>
                    <a:lnTo>
                      <a:pt x="99" y="61"/>
                    </a:lnTo>
                    <a:lnTo>
                      <a:pt x="99" y="64"/>
                    </a:lnTo>
                    <a:lnTo>
                      <a:pt x="101" y="69"/>
                    </a:lnTo>
                    <a:lnTo>
                      <a:pt x="105" y="71"/>
                    </a:lnTo>
                    <a:lnTo>
                      <a:pt x="110" y="73"/>
                    </a:lnTo>
                    <a:lnTo>
                      <a:pt x="118" y="76"/>
                    </a:lnTo>
                    <a:lnTo>
                      <a:pt x="125" y="78"/>
                    </a:lnTo>
                    <a:lnTo>
                      <a:pt x="130" y="77"/>
                    </a:lnTo>
                    <a:lnTo>
                      <a:pt x="135" y="71"/>
                    </a:lnTo>
                    <a:lnTo>
                      <a:pt x="141" y="63"/>
                    </a:lnTo>
                    <a:lnTo>
                      <a:pt x="146" y="54"/>
                    </a:lnTo>
                    <a:lnTo>
                      <a:pt x="148" y="46"/>
                    </a:lnTo>
                    <a:lnTo>
                      <a:pt x="155" y="41"/>
                    </a:lnTo>
                    <a:lnTo>
                      <a:pt x="163" y="35"/>
                    </a:lnTo>
                    <a:lnTo>
                      <a:pt x="174" y="28"/>
                    </a:lnTo>
                    <a:lnTo>
                      <a:pt x="184" y="20"/>
                    </a:lnTo>
                    <a:lnTo>
                      <a:pt x="193" y="13"/>
                    </a:lnTo>
                    <a:lnTo>
                      <a:pt x="203" y="7"/>
                    </a:lnTo>
                    <a:lnTo>
                      <a:pt x="211" y="2"/>
                    </a:lnTo>
                    <a:lnTo>
                      <a:pt x="216"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6" name="Freeform 97">
                <a:extLst>
                  <a:ext uri="{FF2B5EF4-FFF2-40B4-BE49-F238E27FC236}">
                    <a16:creationId xmlns:a16="http://schemas.microsoft.com/office/drawing/2014/main" id="{C7A59D48-ECDE-458F-9C1B-4CCF426FB98D}"/>
                  </a:ext>
                </a:extLst>
              </p:cNvPr>
              <p:cNvSpPr>
                <a:spLocks/>
              </p:cNvSpPr>
              <p:nvPr/>
            </p:nvSpPr>
            <p:spPr bwMode="auto">
              <a:xfrm>
                <a:off x="4536" y="3394"/>
                <a:ext cx="136" cy="51"/>
              </a:xfrm>
              <a:custGeom>
                <a:avLst/>
                <a:gdLst>
                  <a:gd name="T0" fmla="*/ 6 w 252"/>
                  <a:gd name="T1" fmla="*/ 33 h 91"/>
                  <a:gd name="T2" fmla="*/ 2 w 252"/>
                  <a:gd name="T3" fmla="*/ 27 h 91"/>
                  <a:gd name="T4" fmla="*/ 7 w 252"/>
                  <a:gd name="T5" fmla="*/ 26 h 91"/>
                  <a:gd name="T6" fmla="*/ 20 w 252"/>
                  <a:gd name="T7" fmla="*/ 26 h 91"/>
                  <a:gd name="T8" fmla="*/ 31 w 252"/>
                  <a:gd name="T9" fmla="*/ 26 h 91"/>
                  <a:gd name="T10" fmla="*/ 39 w 252"/>
                  <a:gd name="T11" fmla="*/ 25 h 91"/>
                  <a:gd name="T12" fmla="*/ 43 w 252"/>
                  <a:gd name="T13" fmla="*/ 25 h 91"/>
                  <a:gd name="T14" fmla="*/ 50 w 252"/>
                  <a:gd name="T15" fmla="*/ 23 h 91"/>
                  <a:gd name="T16" fmla="*/ 57 w 252"/>
                  <a:gd name="T17" fmla="*/ 20 h 91"/>
                  <a:gd name="T18" fmla="*/ 64 w 252"/>
                  <a:gd name="T19" fmla="*/ 17 h 91"/>
                  <a:gd name="T20" fmla="*/ 69 w 252"/>
                  <a:gd name="T21" fmla="*/ 15 h 91"/>
                  <a:gd name="T22" fmla="*/ 75 w 252"/>
                  <a:gd name="T23" fmla="*/ 11 h 91"/>
                  <a:gd name="T24" fmla="*/ 81 w 252"/>
                  <a:gd name="T25" fmla="*/ 7 h 91"/>
                  <a:gd name="T26" fmla="*/ 86 w 252"/>
                  <a:gd name="T27" fmla="*/ 2 h 91"/>
                  <a:gd name="T28" fmla="*/ 91 w 252"/>
                  <a:gd name="T29" fmla="*/ 3 h 91"/>
                  <a:gd name="T30" fmla="*/ 103 w 252"/>
                  <a:gd name="T31" fmla="*/ 7 h 91"/>
                  <a:gd name="T32" fmla="*/ 117 w 252"/>
                  <a:gd name="T33" fmla="*/ 12 h 91"/>
                  <a:gd name="T34" fmla="*/ 131 w 252"/>
                  <a:gd name="T35" fmla="*/ 15 h 91"/>
                  <a:gd name="T36" fmla="*/ 134 w 252"/>
                  <a:gd name="T37" fmla="*/ 18 h 91"/>
                  <a:gd name="T38" fmla="*/ 130 w 252"/>
                  <a:gd name="T39" fmla="*/ 23 h 91"/>
                  <a:gd name="T40" fmla="*/ 125 w 252"/>
                  <a:gd name="T41" fmla="*/ 24 h 91"/>
                  <a:gd name="T42" fmla="*/ 113 w 252"/>
                  <a:gd name="T43" fmla="*/ 21 h 91"/>
                  <a:gd name="T44" fmla="*/ 98 w 252"/>
                  <a:gd name="T45" fmla="*/ 20 h 91"/>
                  <a:gd name="T46" fmla="*/ 86 w 252"/>
                  <a:gd name="T47" fmla="*/ 17 h 91"/>
                  <a:gd name="T48" fmla="*/ 79 w 252"/>
                  <a:gd name="T49" fmla="*/ 17 h 91"/>
                  <a:gd name="T50" fmla="*/ 79 w 252"/>
                  <a:gd name="T51" fmla="*/ 25 h 91"/>
                  <a:gd name="T52" fmla="*/ 84 w 252"/>
                  <a:gd name="T53" fmla="*/ 30 h 91"/>
                  <a:gd name="T54" fmla="*/ 91 w 252"/>
                  <a:gd name="T55" fmla="*/ 34 h 91"/>
                  <a:gd name="T56" fmla="*/ 99 w 252"/>
                  <a:gd name="T57" fmla="*/ 38 h 91"/>
                  <a:gd name="T58" fmla="*/ 105 w 252"/>
                  <a:gd name="T59" fmla="*/ 41 h 91"/>
                  <a:gd name="T60" fmla="*/ 106 w 252"/>
                  <a:gd name="T61" fmla="*/ 43 h 91"/>
                  <a:gd name="T62" fmla="*/ 105 w 252"/>
                  <a:gd name="T63" fmla="*/ 45 h 91"/>
                  <a:gd name="T64" fmla="*/ 101 w 252"/>
                  <a:gd name="T65" fmla="*/ 46 h 91"/>
                  <a:gd name="T66" fmla="*/ 95 w 252"/>
                  <a:gd name="T67" fmla="*/ 47 h 91"/>
                  <a:gd name="T68" fmla="*/ 89 w 252"/>
                  <a:gd name="T69" fmla="*/ 47 h 91"/>
                  <a:gd name="T70" fmla="*/ 81 w 252"/>
                  <a:gd name="T71" fmla="*/ 47 h 91"/>
                  <a:gd name="T72" fmla="*/ 76 w 252"/>
                  <a:gd name="T73" fmla="*/ 46 h 91"/>
                  <a:gd name="T74" fmla="*/ 67 w 252"/>
                  <a:gd name="T75" fmla="*/ 43 h 91"/>
                  <a:gd name="T76" fmla="*/ 60 w 252"/>
                  <a:gd name="T77" fmla="*/ 40 h 91"/>
                  <a:gd name="T78" fmla="*/ 55 w 252"/>
                  <a:gd name="T79" fmla="*/ 38 h 91"/>
                  <a:gd name="T80" fmla="*/ 50 w 252"/>
                  <a:gd name="T81" fmla="*/ 38 h 91"/>
                  <a:gd name="T82" fmla="*/ 42 w 252"/>
                  <a:gd name="T83" fmla="*/ 38 h 91"/>
                  <a:gd name="T84" fmla="*/ 36 w 252"/>
                  <a:gd name="T85" fmla="*/ 41 h 91"/>
                  <a:gd name="T86" fmla="*/ 30 w 252"/>
                  <a:gd name="T87" fmla="*/ 49 h 91"/>
                  <a:gd name="T88" fmla="*/ 25 w 252"/>
                  <a:gd name="T89" fmla="*/ 49 h 91"/>
                  <a:gd name="T90" fmla="*/ 19 w 252"/>
                  <a:gd name="T91" fmla="*/ 44 h 91"/>
                  <a:gd name="T92" fmla="*/ 14 w 252"/>
                  <a:gd name="T93" fmla="*/ 39 h 91"/>
                  <a:gd name="T94" fmla="*/ 9 w 252"/>
                  <a:gd name="T95" fmla="*/ 36 h 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52" h="91">
                    <a:moveTo>
                      <a:pt x="14" y="61"/>
                    </a:moveTo>
                    <a:lnTo>
                      <a:pt x="11" y="58"/>
                    </a:lnTo>
                    <a:lnTo>
                      <a:pt x="7" y="53"/>
                    </a:lnTo>
                    <a:lnTo>
                      <a:pt x="4" y="49"/>
                    </a:lnTo>
                    <a:lnTo>
                      <a:pt x="0" y="46"/>
                    </a:lnTo>
                    <a:lnTo>
                      <a:pt x="13" y="46"/>
                    </a:lnTo>
                    <a:lnTo>
                      <a:pt x="26" y="46"/>
                    </a:lnTo>
                    <a:lnTo>
                      <a:pt x="37" y="46"/>
                    </a:lnTo>
                    <a:lnTo>
                      <a:pt x="49" y="46"/>
                    </a:lnTo>
                    <a:lnTo>
                      <a:pt x="58" y="46"/>
                    </a:lnTo>
                    <a:lnTo>
                      <a:pt x="66" y="46"/>
                    </a:lnTo>
                    <a:lnTo>
                      <a:pt x="72" y="45"/>
                    </a:lnTo>
                    <a:lnTo>
                      <a:pt x="75" y="45"/>
                    </a:lnTo>
                    <a:lnTo>
                      <a:pt x="80" y="44"/>
                    </a:lnTo>
                    <a:lnTo>
                      <a:pt x="86" y="43"/>
                    </a:lnTo>
                    <a:lnTo>
                      <a:pt x="93" y="41"/>
                    </a:lnTo>
                    <a:lnTo>
                      <a:pt x="100" y="38"/>
                    </a:lnTo>
                    <a:lnTo>
                      <a:pt x="106" y="36"/>
                    </a:lnTo>
                    <a:lnTo>
                      <a:pt x="113" y="34"/>
                    </a:lnTo>
                    <a:lnTo>
                      <a:pt x="119" y="31"/>
                    </a:lnTo>
                    <a:lnTo>
                      <a:pt x="124" y="29"/>
                    </a:lnTo>
                    <a:lnTo>
                      <a:pt x="128" y="27"/>
                    </a:lnTo>
                    <a:lnTo>
                      <a:pt x="133" y="23"/>
                    </a:lnTo>
                    <a:lnTo>
                      <a:pt x="139" y="20"/>
                    </a:lnTo>
                    <a:lnTo>
                      <a:pt x="144" y="16"/>
                    </a:lnTo>
                    <a:lnTo>
                      <a:pt x="150" y="13"/>
                    </a:lnTo>
                    <a:lnTo>
                      <a:pt x="155" y="8"/>
                    </a:lnTo>
                    <a:lnTo>
                      <a:pt x="159" y="4"/>
                    </a:lnTo>
                    <a:lnTo>
                      <a:pt x="162" y="0"/>
                    </a:lnTo>
                    <a:lnTo>
                      <a:pt x="169" y="5"/>
                    </a:lnTo>
                    <a:lnTo>
                      <a:pt x="179" y="8"/>
                    </a:lnTo>
                    <a:lnTo>
                      <a:pt x="191" y="13"/>
                    </a:lnTo>
                    <a:lnTo>
                      <a:pt x="203" y="17"/>
                    </a:lnTo>
                    <a:lnTo>
                      <a:pt x="217" y="21"/>
                    </a:lnTo>
                    <a:lnTo>
                      <a:pt x="230" y="24"/>
                    </a:lnTo>
                    <a:lnTo>
                      <a:pt x="242" y="26"/>
                    </a:lnTo>
                    <a:lnTo>
                      <a:pt x="252" y="27"/>
                    </a:lnTo>
                    <a:lnTo>
                      <a:pt x="248" y="32"/>
                    </a:lnTo>
                    <a:lnTo>
                      <a:pt x="245" y="37"/>
                    </a:lnTo>
                    <a:lnTo>
                      <a:pt x="240" y="41"/>
                    </a:lnTo>
                    <a:lnTo>
                      <a:pt x="235" y="42"/>
                    </a:lnTo>
                    <a:lnTo>
                      <a:pt x="231" y="42"/>
                    </a:lnTo>
                    <a:lnTo>
                      <a:pt x="222" y="41"/>
                    </a:lnTo>
                    <a:lnTo>
                      <a:pt x="210" y="38"/>
                    </a:lnTo>
                    <a:lnTo>
                      <a:pt x="196" y="37"/>
                    </a:lnTo>
                    <a:lnTo>
                      <a:pt x="182" y="35"/>
                    </a:lnTo>
                    <a:lnTo>
                      <a:pt x="169" y="32"/>
                    </a:lnTo>
                    <a:lnTo>
                      <a:pt x="159" y="31"/>
                    </a:lnTo>
                    <a:lnTo>
                      <a:pt x="153" y="30"/>
                    </a:lnTo>
                    <a:lnTo>
                      <a:pt x="147" y="31"/>
                    </a:lnTo>
                    <a:lnTo>
                      <a:pt x="144" y="37"/>
                    </a:lnTo>
                    <a:lnTo>
                      <a:pt x="146" y="45"/>
                    </a:lnTo>
                    <a:lnTo>
                      <a:pt x="150" y="51"/>
                    </a:lnTo>
                    <a:lnTo>
                      <a:pt x="155" y="53"/>
                    </a:lnTo>
                    <a:lnTo>
                      <a:pt x="162" y="57"/>
                    </a:lnTo>
                    <a:lnTo>
                      <a:pt x="169" y="60"/>
                    </a:lnTo>
                    <a:lnTo>
                      <a:pt x="176" y="64"/>
                    </a:lnTo>
                    <a:lnTo>
                      <a:pt x="184" y="67"/>
                    </a:lnTo>
                    <a:lnTo>
                      <a:pt x="189" y="70"/>
                    </a:lnTo>
                    <a:lnTo>
                      <a:pt x="194" y="74"/>
                    </a:lnTo>
                    <a:lnTo>
                      <a:pt x="197" y="76"/>
                    </a:lnTo>
                    <a:lnTo>
                      <a:pt x="197" y="77"/>
                    </a:lnTo>
                    <a:lnTo>
                      <a:pt x="196" y="79"/>
                    </a:lnTo>
                    <a:lnTo>
                      <a:pt x="194" y="81"/>
                    </a:lnTo>
                    <a:lnTo>
                      <a:pt x="193" y="82"/>
                    </a:lnTo>
                    <a:lnTo>
                      <a:pt x="187" y="82"/>
                    </a:lnTo>
                    <a:lnTo>
                      <a:pt x="182" y="82"/>
                    </a:lnTo>
                    <a:lnTo>
                      <a:pt x="176" y="83"/>
                    </a:lnTo>
                    <a:lnTo>
                      <a:pt x="170" y="83"/>
                    </a:lnTo>
                    <a:lnTo>
                      <a:pt x="164" y="83"/>
                    </a:lnTo>
                    <a:lnTo>
                      <a:pt x="158" y="83"/>
                    </a:lnTo>
                    <a:lnTo>
                      <a:pt x="151" y="83"/>
                    </a:lnTo>
                    <a:lnTo>
                      <a:pt x="146" y="83"/>
                    </a:lnTo>
                    <a:lnTo>
                      <a:pt x="140" y="82"/>
                    </a:lnTo>
                    <a:lnTo>
                      <a:pt x="133" y="80"/>
                    </a:lnTo>
                    <a:lnTo>
                      <a:pt x="125" y="77"/>
                    </a:lnTo>
                    <a:lnTo>
                      <a:pt x="118" y="75"/>
                    </a:lnTo>
                    <a:lnTo>
                      <a:pt x="111" y="72"/>
                    </a:lnTo>
                    <a:lnTo>
                      <a:pt x="105" y="69"/>
                    </a:lnTo>
                    <a:lnTo>
                      <a:pt x="101" y="68"/>
                    </a:lnTo>
                    <a:lnTo>
                      <a:pt x="98" y="67"/>
                    </a:lnTo>
                    <a:lnTo>
                      <a:pt x="93" y="67"/>
                    </a:lnTo>
                    <a:lnTo>
                      <a:pt x="86" y="67"/>
                    </a:lnTo>
                    <a:lnTo>
                      <a:pt x="78" y="68"/>
                    </a:lnTo>
                    <a:lnTo>
                      <a:pt x="72" y="68"/>
                    </a:lnTo>
                    <a:lnTo>
                      <a:pt x="66" y="73"/>
                    </a:lnTo>
                    <a:lnTo>
                      <a:pt x="60" y="80"/>
                    </a:lnTo>
                    <a:lnTo>
                      <a:pt x="55" y="87"/>
                    </a:lnTo>
                    <a:lnTo>
                      <a:pt x="51" y="91"/>
                    </a:lnTo>
                    <a:lnTo>
                      <a:pt x="47" y="88"/>
                    </a:lnTo>
                    <a:lnTo>
                      <a:pt x="42" y="83"/>
                    </a:lnTo>
                    <a:lnTo>
                      <a:pt x="36" y="79"/>
                    </a:lnTo>
                    <a:lnTo>
                      <a:pt x="32" y="74"/>
                    </a:lnTo>
                    <a:lnTo>
                      <a:pt x="26" y="70"/>
                    </a:lnTo>
                    <a:lnTo>
                      <a:pt x="21" y="67"/>
                    </a:lnTo>
                    <a:lnTo>
                      <a:pt x="17" y="64"/>
                    </a:lnTo>
                    <a:lnTo>
                      <a:pt x="14" y="6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7" name="Freeform 98">
                <a:extLst>
                  <a:ext uri="{FF2B5EF4-FFF2-40B4-BE49-F238E27FC236}">
                    <a16:creationId xmlns:a16="http://schemas.microsoft.com/office/drawing/2014/main" id="{8AF3C7E2-89B6-4871-BC02-FDDC8E589EAF}"/>
                  </a:ext>
                </a:extLst>
              </p:cNvPr>
              <p:cNvSpPr>
                <a:spLocks/>
              </p:cNvSpPr>
              <p:nvPr/>
            </p:nvSpPr>
            <p:spPr bwMode="auto">
              <a:xfrm>
                <a:off x="4560" y="3459"/>
                <a:ext cx="40" cy="33"/>
              </a:xfrm>
              <a:custGeom>
                <a:avLst/>
                <a:gdLst>
                  <a:gd name="T0" fmla="*/ 2 w 74"/>
                  <a:gd name="T1" fmla="*/ 20 h 59"/>
                  <a:gd name="T2" fmla="*/ 1 w 74"/>
                  <a:gd name="T3" fmla="*/ 15 h 59"/>
                  <a:gd name="T4" fmla="*/ 0 w 74"/>
                  <a:gd name="T5" fmla="*/ 10 h 59"/>
                  <a:gd name="T6" fmla="*/ 0 w 74"/>
                  <a:gd name="T7" fmla="*/ 4 h 59"/>
                  <a:gd name="T8" fmla="*/ 2 w 74"/>
                  <a:gd name="T9" fmla="*/ 0 h 59"/>
                  <a:gd name="T10" fmla="*/ 4 w 74"/>
                  <a:gd name="T11" fmla="*/ 1 h 59"/>
                  <a:gd name="T12" fmla="*/ 8 w 74"/>
                  <a:gd name="T13" fmla="*/ 4 h 59"/>
                  <a:gd name="T14" fmla="*/ 11 w 74"/>
                  <a:gd name="T15" fmla="*/ 6 h 59"/>
                  <a:gd name="T16" fmla="*/ 15 w 74"/>
                  <a:gd name="T17" fmla="*/ 9 h 59"/>
                  <a:gd name="T18" fmla="*/ 19 w 74"/>
                  <a:gd name="T19" fmla="*/ 12 h 59"/>
                  <a:gd name="T20" fmla="*/ 22 w 74"/>
                  <a:gd name="T21" fmla="*/ 14 h 59"/>
                  <a:gd name="T22" fmla="*/ 25 w 74"/>
                  <a:gd name="T23" fmla="*/ 16 h 59"/>
                  <a:gd name="T24" fmla="*/ 27 w 74"/>
                  <a:gd name="T25" fmla="*/ 17 h 59"/>
                  <a:gd name="T26" fmla="*/ 31 w 74"/>
                  <a:gd name="T27" fmla="*/ 20 h 59"/>
                  <a:gd name="T28" fmla="*/ 35 w 74"/>
                  <a:gd name="T29" fmla="*/ 25 h 59"/>
                  <a:gd name="T30" fmla="*/ 38 w 74"/>
                  <a:gd name="T31" fmla="*/ 29 h 59"/>
                  <a:gd name="T32" fmla="*/ 40 w 74"/>
                  <a:gd name="T33" fmla="*/ 31 h 59"/>
                  <a:gd name="T34" fmla="*/ 38 w 74"/>
                  <a:gd name="T35" fmla="*/ 32 h 59"/>
                  <a:gd name="T36" fmla="*/ 36 w 74"/>
                  <a:gd name="T37" fmla="*/ 32 h 59"/>
                  <a:gd name="T38" fmla="*/ 34 w 74"/>
                  <a:gd name="T39" fmla="*/ 33 h 59"/>
                  <a:gd name="T40" fmla="*/ 32 w 74"/>
                  <a:gd name="T41" fmla="*/ 33 h 59"/>
                  <a:gd name="T42" fmla="*/ 30 w 74"/>
                  <a:gd name="T43" fmla="*/ 31 h 59"/>
                  <a:gd name="T44" fmla="*/ 27 w 74"/>
                  <a:gd name="T45" fmla="*/ 30 h 59"/>
                  <a:gd name="T46" fmla="*/ 23 w 74"/>
                  <a:gd name="T47" fmla="*/ 27 h 59"/>
                  <a:gd name="T48" fmla="*/ 19 w 74"/>
                  <a:gd name="T49" fmla="*/ 26 h 59"/>
                  <a:gd name="T50" fmla="*/ 15 w 74"/>
                  <a:gd name="T51" fmla="*/ 25 h 59"/>
                  <a:gd name="T52" fmla="*/ 10 w 74"/>
                  <a:gd name="T53" fmla="*/ 22 h 59"/>
                  <a:gd name="T54" fmla="*/ 6 w 74"/>
                  <a:gd name="T55" fmla="*/ 21 h 59"/>
                  <a:gd name="T56" fmla="*/ 2 w 74"/>
                  <a:gd name="T57" fmla="*/ 20 h 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4" h="59">
                    <a:moveTo>
                      <a:pt x="4" y="36"/>
                    </a:moveTo>
                    <a:lnTo>
                      <a:pt x="2" y="27"/>
                    </a:lnTo>
                    <a:lnTo>
                      <a:pt x="0" y="17"/>
                    </a:lnTo>
                    <a:lnTo>
                      <a:pt x="0" y="7"/>
                    </a:lnTo>
                    <a:lnTo>
                      <a:pt x="3" y="0"/>
                    </a:lnTo>
                    <a:lnTo>
                      <a:pt x="7" y="2"/>
                    </a:lnTo>
                    <a:lnTo>
                      <a:pt x="14" y="7"/>
                    </a:lnTo>
                    <a:lnTo>
                      <a:pt x="21" y="11"/>
                    </a:lnTo>
                    <a:lnTo>
                      <a:pt x="28" y="16"/>
                    </a:lnTo>
                    <a:lnTo>
                      <a:pt x="35" y="21"/>
                    </a:lnTo>
                    <a:lnTo>
                      <a:pt x="41" y="25"/>
                    </a:lnTo>
                    <a:lnTo>
                      <a:pt x="46" y="29"/>
                    </a:lnTo>
                    <a:lnTo>
                      <a:pt x="50" y="31"/>
                    </a:lnTo>
                    <a:lnTo>
                      <a:pt x="57" y="36"/>
                    </a:lnTo>
                    <a:lnTo>
                      <a:pt x="64" y="44"/>
                    </a:lnTo>
                    <a:lnTo>
                      <a:pt x="71" y="51"/>
                    </a:lnTo>
                    <a:lnTo>
                      <a:pt x="74" y="56"/>
                    </a:lnTo>
                    <a:lnTo>
                      <a:pt x="70" y="57"/>
                    </a:lnTo>
                    <a:lnTo>
                      <a:pt x="66" y="57"/>
                    </a:lnTo>
                    <a:lnTo>
                      <a:pt x="63" y="59"/>
                    </a:lnTo>
                    <a:lnTo>
                      <a:pt x="60" y="59"/>
                    </a:lnTo>
                    <a:lnTo>
                      <a:pt x="56" y="56"/>
                    </a:lnTo>
                    <a:lnTo>
                      <a:pt x="50" y="53"/>
                    </a:lnTo>
                    <a:lnTo>
                      <a:pt x="42" y="48"/>
                    </a:lnTo>
                    <a:lnTo>
                      <a:pt x="36" y="46"/>
                    </a:lnTo>
                    <a:lnTo>
                      <a:pt x="28" y="44"/>
                    </a:lnTo>
                    <a:lnTo>
                      <a:pt x="19" y="40"/>
                    </a:lnTo>
                    <a:lnTo>
                      <a:pt x="11" y="38"/>
                    </a:lnTo>
                    <a:lnTo>
                      <a:pt x="4" y="3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8" name="Freeform 99">
                <a:extLst>
                  <a:ext uri="{FF2B5EF4-FFF2-40B4-BE49-F238E27FC236}">
                    <a16:creationId xmlns:a16="http://schemas.microsoft.com/office/drawing/2014/main" id="{FEF5ED99-7356-4D49-9239-692026BD933B}"/>
                  </a:ext>
                </a:extLst>
              </p:cNvPr>
              <p:cNvSpPr>
                <a:spLocks/>
              </p:cNvSpPr>
              <p:nvPr/>
            </p:nvSpPr>
            <p:spPr bwMode="auto">
              <a:xfrm>
                <a:off x="4767" y="3223"/>
                <a:ext cx="42" cy="201"/>
              </a:xfrm>
              <a:custGeom>
                <a:avLst/>
                <a:gdLst>
                  <a:gd name="T0" fmla="*/ 42 w 76"/>
                  <a:gd name="T1" fmla="*/ 201 h 367"/>
                  <a:gd name="T2" fmla="*/ 42 w 76"/>
                  <a:gd name="T3" fmla="*/ 188 h 367"/>
                  <a:gd name="T4" fmla="*/ 41 w 76"/>
                  <a:gd name="T5" fmla="*/ 168 h 367"/>
                  <a:gd name="T6" fmla="*/ 40 w 76"/>
                  <a:gd name="T7" fmla="*/ 148 h 367"/>
                  <a:gd name="T8" fmla="*/ 39 w 76"/>
                  <a:gd name="T9" fmla="*/ 136 h 367"/>
                  <a:gd name="T10" fmla="*/ 36 w 76"/>
                  <a:gd name="T11" fmla="*/ 124 h 367"/>
                  <a:gd name="T12" fmla="*/ 34 w 76"/>
                  <a:gd name="T13" fmla="*/ 105 h 367"/>
                  <a:gd name="T14" fmla="*/ 32 w 76"/>
                  <a:gd name="T15" fmla="*/ 84 h 367"/>
                  <a:gd name="T16" fmla="*/ 31 w 76"/>
                  <a:gd name="T17" fmla="*/ 71 h 367"/>
                  <a:gd name="T18" fmla="*/ 29 w 76"/>
                  <a:gd name="T19" fmla="*/ 65 h 367"/>
                  <a:gd name="T20" fmla="*/ 27 w 76"/>
                  <a:gd name="T21" fmla="*/ 56 h 367"/>
                  <a:gd name="T22" fmla="*/ 23 w 76"/>
                  <a:gd name="T23" fmla="*/ 45 h 367"/>
                  <a:gd name="T24" fmla="*/ 18 w 76"/>
                  <a:gd name="T25" fmla="*/ 34 h 367"/>
                  <a:gd name="T26" fmla="*/ 13 w 76"/>
                  <a:gd name="T27" fmla="*/ 23 h 367"/>
                  <a:gd name="T28" fmla="*/ 8 w 76"/>
                  <a:gd name="T29" fmla="*/ 13 h 367"/>
                  <a:gd name="T30" fmla="*/ 3 w 76"/>
                  <a:gd name="T31" fmla="*/ 5 h 367"/>
                  <a:gd name="T32" fmla="*/ 0 w 76"/>
                  <a:gd name="T33" fmla="*/ 0 h 367"/>
                  <a:gd name="T34" fmla="*/ 3 w 76"/>
                  <a:gd name="T35" fmla="*/ 6 h 367"/>
                  <a:gd name="T36" fmla="*/ 6 w 76"/>
                  <a:gd name="T37" fmla="*/ 14 h 367"/>
                  <a:gd name="T38" fmla="*/ 8 w 76"/>
                  <a:gd name="T39" fmla="*/ 22 h 367"/>
                  <a:gd name="T40" fmla="*/ 12 w 76"/>
                  <a:gd name="T41" fmla="*/ 31 h 367"/>
                  <a:gd name="T42" fmla="*/ 14 w 76"/>
                  <a:gd name="T43" fmla="*/ 39 h 367"/>
                  <a:gd name="T44" fmla="*/ 16 w 76"/>
                  <a:gd name="T45" fmla="*/ 48 h 367"/>
                  <a:gd name="T46" fmla="*/ 17 w 76"/>
                  <a:gd name="T47" fmla="*/ 55 h 367"/>
                  <a:gd name="T48" fmla="*/ 17 w 76"/>
                  <a:gd name="T49" fmla="*/ 61 h 367"/>
                  <a:gd name="T50" fmla="*/ 13 w 76"/>
                  <a:gd name="T51" fmla="*/ 59 h 367"/>
                  <a:gd name="T52" fmla="*/ 9 w 76"/>
                  <a:gd name="T53" fmla="*/ 55 h 367"/>
                  <a:gd name="T54" fmla="*/ 4 w 76"/>
                  <a:gd name="T55" fmla="*/ 53 h 367"/>
                  <a:gd name="T56" fmla="*/ 1 w 76"/>
                  <a:gd name="T57" fmla="*/ 50 h 367"/>
                  <a:gd name="T58" fmla="*/ 6 w 76"/>
                  <a:gd name="T59" fmla="*/ 58 h 367"/>
                  <a:gd name="T60" fmla="*/ 11 w 76"/>
                  <a:gd name="T61" fmla="*/ 64 h 367"/>
                  <a:gd name="T62" fmla="*/ 15 w 76"/>
                  <a:gd name="T63" fmla="*/ 69 h 367"/>
                  <a:gd name="T64" fmla="*/ 19 w 76"/>
                  <a:gd name="T65" fmla="*/ 74 h 367"/>
                  <a:gd name="T66" fmla="*/ 21 w 76"/>
                  <a:gd name="T67" fmla="*/ 80 h 367"/>
                  <a:gd name="T68" fmla="*/ 24 w 76"/>
                  <a:gd name="T69" fmla="*/ 85 h 367"/>
                  <a:gd name="T70" fmla="*/ 25 w 76"/>
                  <a:gd name="T71" fmla="*/ 91 h 367"/>
                  <a:gd name="T72" fmla="*/ 28 w 76"/>
                  <a:gd name="T73" fmla="*/ 97 h 367"/>
                  <a:gd name="T74" fmla="*/ 32 w 76"/>
                  <a:gd name="T75" fmla="*/ 117 h 367"/>
                  <a:gd name="T76" fmla="*/ 36 w 76"/>
                  <a:gd name="T77" fmla="*/ 146 h 367"/>
                  <a:gd name="T78" fmla="*/ 40 w 76"/>
                  <a:gd name="T79" fmla="*/ 177 h 367"/>
                  <a:gd name="T80" fmla="*/ 42 w 76"/>
                  <a:gd name="T81" fmla="*/ 201 h 3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76" h="367">
                    <a:moveTo>
                      <a:pt x="76" y="367"/>
                    </a:moveTo>
                    <a:lnTo>
                      <a:pt x="76" y="344"/>
                    </a:lnTo>
                    <a:lnTo>
                      <a:pt x="74" y="307"/>
                    </a:lnTo>
                    <a:lnTo>
                      <a:pt x="72" y="270"/>
                    </a:lnTo>
                    <a:lnTo>
                      <a:pt x="70" y="249"/>
                    </a:lnTo>
                    <a:lnTo>
                      <a:pt x="66" y="227"/>
                    </a:lnTo>
                    <a:lnTo>
                      <a:pt x="61" y="191"/>
                    </a:lnTo>
                    <a:lnTo>
                      <a:pt x="58" y="154"/>
                    </a:lnTo>
                    <a:lnTo>
                      <a:pt x="56" y="129"/>
                    </a:lnTo>
                    <a:lnTo>
                      <a:pt x="53" y="118"/>
                    </a:lnTo>
                    <a:lnTo>
                      <a:pt x="49" y="102"/>
                    </a:lnTo>
                    <a:lnTo>
                      <a:pt x="42" y="83"/>
                    </a:lnTo>
                    <a:lnTo>
                      <a:pt x="33" y="62"/>
                    </a:lnTo>
                    <a:lnTo>
                      <a:pt x="23" y="42"/>
                    </a:lnTo>
                    <a:lnTo>
                      <a:pt x="14" y="24"/>
                    </a:lnTo>
                    <a:lnTo>
                      <a:pt x="6" y="9"/>
                    </a:lnTo>
                    <a:lnTo>
                      <a:pt x="0" y="0"/>
                    </a:lnTo>
                    <a:lnTo>
                      <a:pt x="5" y="11"/>
                    </a:lnTo>
                    <a:lnTo>
                      <a:pt x="10" y="25"/>
                    </a:lnTo>
                    <a:lnTo>
                      <a:pt x="15" y="41"/>
                    </a:lnTo>
                    <a:lnTo>
                      <a:pt x="21" y="57"/>
                    </a:lnTo>
                    <a:lnTo>
                      <a:pt x="26" y="72"/>
                    </a:lnTo>
                    <a:lnTo>
                      <a:pt x="29" y="87"/>
                    </a:lnTo>
                    <a:lnTo>
                      <a:pt x="30" y="101"/>
                    </a:lnTo>
                    <a:lnTo>
                      <a:pt x="30" y="111"/>
                    </a:lnTo>
                    <a:lnTo>
                      <a:pt x="23" y="107"/>
                    </a:lnTo>
                    <a:lnTo>
                      <a:pt x="17" y="101"/>
                    </a:lnTo>
                    <a:lnTo>
                      <a:pt x="8" y="96"/>
                    </a:lnTo>
                    <a:lnTo>
                      <a:pt x="2" y="92"/>
                    </a:lnTo>
                    <a:lnTo>
                      <a:pt x="11" y="105"/>
                    </a:lnTo>
                    <a:lnTo>
                      <a:pt x="20" y="116"/>
                    </a:lnTo>
                    <a:lnTo>
                      <a:pt x="27" y="126"/>
                    </a:lnTo>
                    <a:lnTo>
                      <a:pt x="34" y="136"/>
                    </a:lnTo>
                    <a:lnTo>
                      <a:pt x="38" y="146"/>
                    </a:lnTo>
                    <a:lnTo>
                      <a:pt x="43" y="155"/>
                    </a:lnTo>
                    <a:lnTo>
                      <a:pt x="46" y="166"/>
                    </a:lnTo>
                    <a:lnTo>
                      <a:pt x="50" y="177"/>
                    </a:lnTo>
                    <a:lnTo>
                      <a:pt x="57" y="214"/>
                    </a:lnTo>
                    <a:lnTo>
                      <a:pt x="65" y="267"/>
                    </a:lnTo>
                    <a:lnTo>
                      <a:pt x="72" y="323"/>
                    </a:lnTo>
                    <a:lnTo>
                      <a:pt x="76" y="36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09" name="Freeform 100">
                <a:extLst>
                  <a:ext uri="{FF2B5EF4-FFF2-40B4-BE49-F238E27FC236}">
                    <a16:creationId xmlns:a16="http://schemas.microsoft.com/office/drawing/2014/main" id="{78462470-7053-416F-84C1-44715C6A6E98}"/>
                  </a:ext>
                </a:extLst>
              </p:cNvPr>
              <p:cNvSpPr>
                <a:spLocks/>
              </p:cNvSpPr>
              <p:nvPr/>
            </p:nvSpPr>
            <p:spPr bwMode="auto">
              <a:xfrm>
                <a:off x="4632" y="3363"/>
                <a:ext cx="49" cy="36"/>
              </a:xfrm>
              <a:custGeom>
                <a:avLst/>
                <a:gdLst>
                  <a:gd name="T0" fmla="*/ 9 w 89"/>
                  <a:gd name="T1" fmla="*/ 0 h 65"/>
                  <a:gd name="T2" fmla="*/ 7 w 89"/>
                  <a:gd name="T3" fmla="*/ 5 h 65"/>
                  <a:gd name="T4" fmla="*/ 4 w 89"/>
                  <a:gd name="T5" fmla="*/ 11 h 65"/>
                  <a:gd name="T6" fmla="*/ 2 w 89"/>
                  <a:gd name="T7" fmla="*/ 15 h 65"/>
                  <a:gd name="T8" fmla="*/ 0 w 89"/>
                  <a:gd name="T9" fmla="*/ 18 h 65"/>
                  <a:gd name="T10" fmla="*/ 4 w 89"/>
                  <a:gd name="T11" fmla="*/ 20 h 65"/>
                  <a:gd name="T12" fmla="*/ 10 w 89"/>
                  <a:gd name="T13" fmla="*/ 22 h 65"/>
                  <a:gd name="T14" fmla="*/ 17 w 89"/>
                  <a:gd name="T15" fmla="*/ 25 h 65"/>
                  <a:gd name="T16" fmla="*/ 24 w 89"/>
                  <a:gd name="T17" fmla="*/ 28 h 65"/>
                  <a:gd name="T18" fmla="*/ 31 w 89"/>
                  <a:gd name="T19" fmla="*/ 30 h 65"/>
                  <a:gd name="T20" fmla="*/ 37 w 89"/>
                  <a:gd name="T21" fmla="*/ 33 h 65"/>
                  <a:gd name="T22" fmla="*/ 42 w 89"/>
                  <a:gd name="T23" fmla="*/ 35 h 65"/>
                  <a:gd name="T24" fmla="*/ 46 w 89"/>
                  <a:gd name="T25" fmla="*/ 36 h 65"/>
                  <a:gd name="T26" fmla="*/ 47 w 89"/>
                  <a:gd name="T27" fmla="*/ 35 h 65"/>
                  <a:gd name="T28" fmla="*/ 49 w 89"/>
                  <a:gd name="T29" fmla="*/ 34 h 65"/>
                  <a:gd name="T30" fmla="*/ 49 w 89"/>
                  <a:gd name="T31" fmla="*/ 33 h 65"/>
                  <a:gd name="T32" fmla="*/ 49 w 89"/>
                  <a:gd name="T33" fmla="*/ 32 h 65"/>
                  <a:gd name="T34" fmla="*/ 47 w 89"/>
                  <a:gd name="T35" fmla="*/ 29 h 65"/>
                  <a:gd name="T36" fmla="*/ 43 w 89"/>
                  <a:gd name="T37" fmla="*/ 27 h 65"/>
                  <a:gd name="T38" fmla="*/ 41 w 89"/>
                  <a:gd name="T39" fmla="*/ 25 h 65"/>
                  <a:gd name="T40" fmla="*/ 38 w 89"/>
                  <a:gd name="T41" fmla="*/ 22 h 65"/>
                  <a:gd name="T42" fmla="*/ 34 w 89"/>
                  <a:gd name="T43" fmla="*/ 20 h 65"/>
                  <a:gd name="T44" fmla="*/ 31 w 89"/>
                  <a:gd name="T45" fmla="*/ 18 h 65"/>
                  <a:gd name="T46" fmla="*/ 29 w 89"/>
                  <a:gd name="T47" fmla="*/ 17 h 65"/>
                  <a:gd name="T48" fmla="*/ 26 w 89"/>
                  <a:gd name="T49" fmla="*/ 15 h 65"/>
                  <a:gd name="T50" fmla="*/ 21 w 89"/>
                  <a:gd name="T51" fmla="*/ 13 h 65"/>
                  <a:gd name="T52" fmla="*/ 17 w 89"/>
                  <a:gd name="T53" fmla="*/ 8 h 65"/>
                  <a:gd name="T54" fmla="*/ 12 w 89"/>
                  <a:gd name="T55" fmla="*/ 4 h 65"/>
                  <a:gd name="T56" fmla="*/ 9 w 89"/>
                  <a:gd name="T57" fmla="*/ 0 h 6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9" h="65">
                    <a:moveTo>
                      <a:pt x="17" y="0"/>
                    </a:moveTo>
                    <a:lnTo>
                      <a:pt x="13" y="9"/>
                    </a:lnTo>
                    <a:lnTo>
                      <a:pt x="8" y="19"/>
                    </a:lnTo>
                    <a:lnTo>
                      <a:pt x="3" y="27"/>
                    </a:lnTo>
                    <a:lnTo>
                      <a:pt x="0" y="33"/>
                    </a:lnTo>
                    <a:lnTo>
                      <a:pt x="7" y="36"/>
                    </a:lnTo>
                    <a:lnTo>
                      <a:pt x="18" y="40"/>
                    </a:lnTo>
                    <a:lnTo>
                      <a:pt x="30" y="46"/>
                    </a:lnTo>
                    <a:lnTo>
                      <a:pt x="44" y="50"/>
                    </a:lnTo>
                    <a:lnTo>
                      <a:pt x="56" y="55"/>
                    </a:lnTo>
                    <a:lnTo>
                      <a:pt x="68" y="59"/>
                    </a:lnTo>
                    <a:lnTo>
                      <a:pt x="77" y="63"/>
                    </a:lnTo>
                    <a:lnTo>
                      <a:pt x="83" y="65"/>
                    </a:lnTo>
                    <a:lnTo>
                      <a:pt x="86" y="63"/>
                    </a:lnTo>
                    <a:lnTo>
                      <a:pt x="89" y="61"/>
                    </a:lnTo>
                    <a:lnTo>
                      <a:pt x="89" y="59"/>
                    </a:lnTo>
                    <a:lnTo>
                      <a:pt x="89" y="57"/>
                    </a:lnTo>
                    <a:lnTo>
                      <a:pt x="85" y="53"/>
                    </a:lnTo>
                    <a:lnTo>
                      <a:pt x="79" y="49"/>
                    </a:lnTo>
                    <a:lnTo>
                      <a:pt x="75" y="45"/>
                    </a:lnTo>
                    <a:lnTo>
                      <a:pt x="69" y="40"/>
                    </a:lnTo>
                    <a:lnTo>
                      <a:pt x="62" y="36"/>
                    </a:lnTo>
                    <a:lnTo>
                      <a:pt x="57" y="32"/>
                    </a:lnTo>
                    <a:lnTo>
                      <a:pt x="52" y="30"/>
                    </a:lnTo>
                    <a:lnTo>
                      <a:pt x="48" y="27"/>
                    </a:lnTo>
                    <a:lnTo>
                      <a:pt x="39" y="23"/>
                    </a:lnTo>
                    <a:lnTo>
                      <a:pt x="30" y="15"/>
                    </a:lnTo>
                    <a:lnTo>
                      <a:pt x="22" y="7"/>
                    </a:lnTo>
                    <a:lnTo>
                      <a:pt x="17"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0" name="Freeform 101">
                <a:extLst>
                  <a:ext uri="{FF2B5EF4-FFF2-40B4-BE49-F238E27FC236}">
                    <a16:creationId xmlns:a16="http://schemas.microsoft.com/office/drawing/2014/main" id="{74B0AA87-D133-4F45-B94E-46A3BE8B2B37}"/>
                  </a:ext>
                </a:extLst>
              </p:cNvPr>
              <p:cNvSpPr>
                <a:spLocks/>
              </p:cNvSpPr>
              <p:nvPr/>
            </p:nvSpPr>
            <p:spPr bwMode="auto">
              <a:xfrm>
                <a:off x="4510" y="3118"/>
                <a:ext cx="50" cy="208"/>
              </a:xfrm>
              <a:custGeom>
                <a:avLst/>
                <a:gdLst>
                  <a:gd name="T0" fmla="*/ 23 w 88"/>
                  <a:gd name="T1" fmla="*/ 62 h 378"/>
                  <a:gd name="T2" fmla="*/ 23 w 88"/>
                  <a:gd name="T3" fmla="*/ 56 h 378"/>
                  <a:gd name="T4" fmla="*/ 23 w 88"/>
                  <a:gd name="T5" fmla="*/ 47 h 378"/>
                  <a:gd name="T6" fmla="*/ 24 w 88"/>
                  <a:gd name="T7" fmla="*/ 38 h 378"/>
                  <a:gd name="T8" fmla="*/ 26 w 88"/>
                  <a:gd name="T9" fmla="*/ 32 h 378"/>
                  <a:gd name="T10" fmla="*/ 31 w 88"/>
                  <a:gd name="T11" fmla="*/ 29 h 378"/>
                  <a:gd name="T12" fmla="*/ 35 w 88"/>
                  <a:gd name="T13" fmla="*/ 25 h 378"/>
                  <a:gd name="T14" fmla="*/ 37 w 88"/>
                  <a:gd name="T15" fmla="*/ 21 h 378"/>
                  <a:gd name="T16" fmla="*/ 39 w 88"/>
                  <a:gd name="T17" fmla="*/ 18 h 378"/>
                  <a:gd name="T18" fmla="*/ 39 w 88"/>
                  <a:gd name="T19" fmla="*/ 14 h 378"/>
                  <a:gd name="T20" fmla="*/ 40 w 88"/>
                  <a:gd name="T21" fmla="*/ 8 h 378"/>
                  <a:gd name="T22" fmla="*/ 41 w 88"/>
                  <a:gd name="T23" fmla="*/ 3 h 378"/>
                  <a:gd name="T24" fmla="*/ 42 w 88"/>
                  <a:gd name="T25" fmla="*/ 0 h 378"/>
                  <a:gd name="T26" fmla="*/ 45 w 88"/>
                  <a:gd name="T27" fmla="*/ 1 h 378"/>
                  <a:gd name="T28" fmla="*/ 47 w 88"/>
                  <a:gd name="T29" fmla="*/ 2 h 378"/>
                  <a:gd name="T30" fmla="*/ 49 w 88"/>
                  <a:gd name="T31" fmla="*/ 3 h 378"/>
                  <a:gd name="T32" fmla="*/ 49 w 88"/>
                  <a:gd name="T33" fmla="*/ 5 h 378"/>
                  <a:gd name="T34" fmla="*/ 49 w 88"/>
                  <a:gd name="T35" fmla="*/ 7 h 378"/>
                  <a:gd name="T36" fmla="*/ 50 w 88"/>
                  <a:gd name="T37" fmla="*/ 11 h 378"/>
                  <a:gd name="T38" fmla="*/ 49 w 88"/>
                  <a:gd name="T39" fmla="*/ 16 h 378"/>
                  <a:gd name="T40" fmla="*/ 49 w 88"/>
                  <a:gd name="T41" fmla="*/ 21 h 378"/>
                  <a:gd name="T42" fmla="*/ 47 w 88"/>
                  <a:gd name="T43" fmla="*/ 28 h 378"/>
                  <a:gd name="T44" fmla="*/ 44 w 88"/>
                  <a:gd name="T45" fmla="*/ 36 h 378"/>
                  <a:gd name="T46" fmla="*/ 41 w 88"/>
                  <a:gd name="T47" fmla="*/ 44 h 378"/>
                  <a:gd name="T48" fmla="*/ 39 w 88"/>
                  <a:gd name="T49" fmla="*/ 50 h 378"/>
                  <a:gd name="T50" fmla="*/ 37 w 88"/>
                  <a:gd name="T51" fmla="*/ 55 h 378"/>
                  <a:gd name="T52" fmla="*/ 35 w 88"/>
                  <a:gd name="T53" fmla="*/ 63 h 378"/>
                  <a:gd name="T54" fmla="*/ 33 w 88"/>
                  <a:gd name="T55" fmla="*/ 72 h 378"/>
                  <a:gd name="T56" fmla="*/ 32 w 88"/>
                  <a:gd name="T57" fmla="*/ 80 h 378"/>
                  <a:gd name="T58" fmla="*/ 32 w 88"/>
                  <a:gd name="T59" fmla="*/ 86 h 378"/>
                  <a:gd name="T60" fmla="*/ 32 w 88"/>
                  <a:gd name="T61" fmla="*/ 92 h 378"/>
                  <a:gd name="T62" fmla="*/ 32 w 88"/>
                  <a:gd name="T63" fmla="*/ 99 h 378"/>
                  <a:gd name="T64" fmla="*/ 30 w 88"/>
                  <a:gd name="T65" fmla="*/ 105 h 378"/>
                  <a:gd name="T66" fmla="*/ 27 w 88"/>
                  <a:gd name="T67" fmla="*/ 114 h 378"/>
                  <a:gd name="T68" fmla="*/ 23 w 88"/>
                  <a:gd name="T69" fmla="*/ 129 h 378"/>
                  <a:gd name="T70" fmla="*/ 19 w 88"/>
                  <a:gd name="T71" fmla="*/ 143 h 378"/>
                  <a:gd name="T72" fmla="*/ 18 w 88"/>
                  <a:gd name="T73" fmla="*/ 154 h 378"/>
                  <a:gd name="T74" fmla="*/ 16 w 88"/>
                  <a:gd name="T75" fmla="*/ 164 h 378"/>
                  <a:gd name="T76" fmla="*/ 14 w 88"/>
                  <a:gd name="T77" fmla="*/ 179 h 378"/>
                  <a:gd name="T78" fmla="*/ 13 w 88"/>
                  <a:gd name="T79" fmla="*/ 195 h 378"/>
                  <a:gd name="T80" fmla="*/ 14 w 88"/>
                  <a:gd name="T81" fmla="*/ 208 h 378"/>
                  <a:gd name="T82" fmla="*/ 11 w 88"/>
                  <a:gd name="T83" fmla="*/ 207 h 378"/>
                  <a:gd name="T84" fmla="*/ 7 w 88"/>
                  <a:gd name="T85" fmla="*/ 207 h 378"/>
                  <a:gd name="T86" fmla="*/ 3 w 88"/>
                  <a:gd name="T87" fmla="*/ 206 h 378"/>
                  <a:gd name="T88" fmla="*/ 0 w 88"/>
                  <a:gd name="T89" fmla="*/ 206 h 378"/>
                  <a:gd name="T90" fmla="*/ 0 w 88"/>
                  <a:gd name="T91" fmla="*/ 198 h 378"/>
                  <a:gd name="T92" fmla="*/ 0 w 88"/>
                  <a:gd name="T93" fmla="*/ 188 h 378"/>
                  <a:gd name="T94" fmla="*/ 0 w 88"/>
                  <a:gd name="T95" fmla="*/ 178 h 378"/>
                  <a:gd name="T96" fmla="*/ 1 w 88"/>
                  <a:gd name="T97" fmla="*/ 171 h 378"/>
                  <a:gd name="T98" fmla="*/ 2 w 88"/>
                  <a:gd name="T99" fmla="*/ 165 h 378"/>
                  <a:gd name="T100" fmla="*/ 5 w 88"/>
                  <a:gd name="T101" fmla="*/ 157 h 378"/>
                  <a:gd name="T102" fmla="*/ 6 w 88"/>
                  <a:gd name="T103" fmla="*/ 149 h 378"/>
                  <a:gd name="T104" fmla="*/ 7 w 88"/>
                  <a:gd name="T105" fmla="*/ 144 h 378"/>
                  <a:gd name="T106" fmla="*/ 9 w 88"/>
                  <a:gd name="T107" fmla="*/ 136 h 378"/>
                  <a:gd name="T108" fmla="*/ 10 w 88"/>
                  <a:gd name="T109" fmla="*/ 124 h 378"/>
                  <a:gd name="T110" fmla="*/ 11 w 88"/>
                  <a:gd name="T111" fmla="*/ 112 h 378"/>
                  <a:gd name="T112" fmla="*/ 13 w 88"/>
                  <a:gd name="T113" fmla="*/ 103 h 378"/>
                  <a:gd name="T114" fmla="*/ 16 w 88"/>
                  <a:gd name="T115" fmla="*/ 97 h 378"/>
                  <a:gd name="T116" fmla="*/ 20 w 88"/>
                  <a:gd name="T117" fmla="*/ 88 h 378"/>
                  <a:gd name="T118" fmla="*/ 23 w 88"/>
                  <a:gd name="T119" fmla="*/ 76 h 378"/>
                  <a:gd name="T120" fmla="*/ 23 w 88"/>
                  <a:gd name="T121" fmla="*/ 62 h 3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 h="378">
                    <a:moveTo>
                      <a:pt x="40" y="112"/>
                    </a:moveTo>
                    <a:lnTo>
                      <a:pt x="40" y="101"/>
                    </a:lnTo>
                    <a:lnTo>
                      <a:pt x="41" y="85"/>
                    </a:lnTo>
                    <a:lnTo>
                      <a:pt x="42" y="69"/>
                    </a:lnTo>
                    <a:lnTo>
                      <a:pt x="46" y="58"/>
                    </a:lnTo>
                    <a:lnTo>
                      <a:pt x="54" y="53"/>
                    </a:lnTo>
                    <a:lnTo>
                      <a:pt x="61" y="46"/>
                    </a:lnTo>
                    <a:lnTo>
                      <a:pt x="65" y="39"/>
                    </a:lnTo>
                    <a:lnTo>
                      <a:pt x="68" y="32"/>
                    </a:lnTo>
                    <a:lnTo>
                      <a:pt x="69" y="25"/>
                    </a:lnTo>
                    <a:lnTo>
                      <a:pt x="71" y="14"/>
                    </a:lnTo>
                    <a:lnTo>
                      <a:pt x="73" y="5"/>
                    </a:lnTo>
                    <a:lnTo>
                      <a:pt x="74" y="0"/>
                    </a:lnTo>
                    <a:lnTo>
                      <a:pt x="79" y="1"/>
                    </a:lnTo>
                    <a:lnTo>
                      <a:pt x="83" y="3"/>
                    </a:lnTo>
                    <a:lnTo>
                      <a:pt x="86" y="5"/>
                    </a:lnTo>
                    <a:lnTo>
                      <a:pt x="87" y="9"/>
                    </a:lnTo>
                    <a:lnTo>
                      <a:pt x="87" y="12"/>
                    </a:lnTo>
                    <a:lnTo>
                      <a:pt x="88" y="20"/>
                    </a:lnTo>
                    <a:lnTo>
                      <a:pt x="87" y="29"/>
                    </a:lnTo>
                    <a:lnTo>
                      <a:pt x="86" y="39"/>
                    </a:lnTo>
                    <a:lnTo>
                      <a:pt x="83" y="50"/>
                    </a:lnTo>
                    <a:lnTo>
                      <a:pt x="78" y="65"/>
                    </a:lnTo>
                    <a:lnTo>
                      <a:pt x="72" y="80"/>
                    </a:lnTo>
                    <a:lnTo>
                      <a:pt x="69" y="91"/>
                    </a:lnTo>
                    <a:lnTo>
                      <a:pt x="65" y="100"/>
                    </a:lnTo>
                    <a:lnTo>
                      <a:pt x="61" y="115"/>
                    </a:lnTo>
                    <a:lnTo>
                      <a:pt x="58" y="131"/>
                    </a:lnTo>
                    <a:lnTo>
                      <a:pt x="57" y="145"/>
                    </a:lnTo>
                    <a:lnTo>
                      <a:pt x="57" y="156"/>
                    </a:lnTo>
                    <a:lnTo>
                      <a:pt x="57" y="168"/>
                    </a:lnTo>
                    <a:lnTo>
                      <a:pt x="56" y="180"/>
                    </a:lnTo>
                    <a:lnTo>
                      <a:pt x="53" y="191"/>
                    </a:lnTo>
                    <a:lnTo>
                      <a:pt x="47" y="208"/>
                    </a:lnTo>
                    <a:lnTo>
                      <a:pt x="40" y="234"/>
                    </a:lnTo>
                    <a:lnTo>
                      <a:pt x="34" y="260"/>
                    </a:lnTo>
                    <a:lnTo>
                      <a:pt x="31" y="279"/>
                    </a:lnTo>
                    <a:lnTo>
                      <a:pt x="28" y="298"/>
                    </a:lnTo>
                    <a:lnTo>
                      <a:pt x="25" y="325"/>
                    </a:lnTo>
                    <a:lnTo>
                      <a:pt x="23" y="354"/>
                    </a:lnTo>
                    <a:lnTo>
                      <a:pt x="24" y="378"/>
                    </a:lnTo>
                    <a:lnTo>
                      <a:pt x="19" y="377"/>
                    </a:lnTo>
                    <a:lnTo>
                      <a:pt x="13" y="376"/>
                    </a:lnTo>
                    <a:lnTo>
                      <a:pt x="6" y="375"/>
                    </a:lnTo>
                    <a:lnTo>
                      <a:pt x="0" y="374"/>
                    </a:lnTo>
                    <a:lnTo>
                      <a:pt x="0" y="360"/>
                    </a:lnTo>
                    <a:lnTo>
                      <a:pt x="0" y="342"/>
                    </a:lnTo>
                    <a:lnTo>
                      <a:pt x="0" y="323"/>
                    </a:lnTo>
                    <a:lnTo>
                      <a:pt x="1" y="311"/>
                    </a:lnTo>
                    <a:lnTo>
                      <a:pt x="3" y="299"/>
                    </a:lnTo>
                    <a:lnTo>
                      <a:pt x="8" y="285"/>
                    </a:lnTo>
                    <a:lnTo>
                      <a:pt x="11" y="271"/>
                    </a:lnTo>
                    <a:lnTo>
                      <a:pt x="13" y="262"/>
                    </a:lnTo>
                    <a:lnTo>
                      <a:pt x="15" y="248"/>
                    </a:lnTo>
                    <a:lnTo>
                      <a:pt x="17" y="226"/>
                    </a:lnTo>
                    <a:lnTo>
                      <a:pt x="19" y="203"/>
                    </a:lnTo>
                    <a:lnTo>
                      <a:pt x="23" y="188"/>
                    </a:lnTo>
                    <a:lnTo>
                      <a:pt x="28" y="177"/>
                    </a:lnTo>
                    <a:lnTo>
                      <a:pt x="35" y="160"/>
                    </a:lnTo>
                    <a:lnTo>
                      <a:pt x="40" y="138"/>
                    </a:lnTo>
                    <a:lnTo>
                      <a:pt x="40" y="11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1" name="Freeform 102">
                <a:extLst>
                  <a:ext uri="{FF2B5EF4-FFF2-40B4-BE49-F238E27FC236}">
                    <a16:creationId xmlns:a16="http://schemas.microsoft.com/office/drawing/2014/main" id="{857FE848-684D-4150-A80E-B4630F4C9508}"/>
                  </a:ext>
                </a:extLst>
              </p:cNvPr>
              <p:cNvSpPr>
                <a:spLocks/>
              </p:cNvSpPr>
              <p:nvPr/>
            </p:nvSpPr>
            <p:spPr bwMode="auto">
              <a:xfrm>
                <a:off x="4463" y="2854"/>
                <a:ext cx="243" cy="287"/>
              </a:xfrm>
              <a:custGeom>
                <a:avLst/>
                <a:gdLst>
                  <a:gd name="T0" fmla="*/ 96 w 444"/>
                  <a:gd name="T1" fmla="*/ 262 h 525"/>
                  <a:gd name="T2" fmla="*/ 108 w 444"/>
                  <a:gd name="T3" fmla="*/ 274 h 525"/>
                  <a:gd name="T4" fmla="*/ 100 w 444"/>
                  <a:gd name="T5" fmla="*/ 275 h 525"/>
                  <a:gd name="T6" fmla="*/ 100 w 444"/>
                  <a:gd name="T7" fmla="*/ 282 h 525"/>
                  <a:gd name="T8" fmla="*/ 113 w 444"/>
                  <a:gd name="T9" fmla="*/ 287 h 525"/>
                  <a:gd name="T10" fmla="*/ 124 w 444"/>
                  <a:gd name="T11" fmla="*/ 274 h 525"/>
                  <a:gd name="T12" fmla="*/ 140 w 444"/>
                  <a:gd name="T13" fmla="*/ 260 h 525"/>
                  <a:gd name="T14" fmla="*/ 160 w 444"/>
                  <a:gd name="T15" fmla="*/ 245 h 525"/>
                  <a:gd name="T16" fmla="*/ 175 w 444"/>
                  <a:gd name="T17" fmla="*/ 241 h 525"/>
                  <a:gd name="T18" fmla="*/ 200 w 444"/>
                  <a:gd name="T19" fmla="*/ 234 h 525"/>
                  <a:gd name="T20" fmla="*/ 197 w 444"/>
                  <a:gd name="T21" fmla="*/ 222 h 525"/>
                  <a:gd name="T22" fmla="*/ 183 w 444"/>
                  <a:gd name="T23" fmla="*/ 205 h 525"/>
                  <a:gd name="T24" fmla="*/ 195 w 444"/>
                  <a:gd name="T25" fmla="*/ 204 h 525"/>
                  <a:gd name="T26" fmla="*/ 209 w 444"/>
                  <a:gd name="T27" fmla="*/ 187 h 525"/>
                  <a:gd name="T28" fmla="*/ 221 w 444"/>
                  <a:gd name="T29" fmla="*/ 182 h 525"/>
                  <a:gd name="T30" fmla="*/ 221 w 444"/>
                  <a:gd name="T31" fmla="*/ 175 h 525"/>
                  <a:gd name="T32" fmla="*/ 229 w 444"/>
                  <a:gd name="T33" fmla="*/ 168 h 525"/>
                  <a:gd name="T34" fmla="*/ 241 w 444"/>
                  <a:gd name="T35" fmla="*/ 154 h 525"/>
                  <a:gd name="T36" fmla="*/ 242 w 444"/>
                  <a:gd name="T37" fmla="*/ 109 h 525"/>
                  <a:gd name="T38" fmla="*/ 231 w 444"/>
                  <a:gd name="T39" fmla="*/ 80 h 525"/>
                  <a:gd name="T40" fmla="*/ 216 w 444"/>
                  <a:gd name="T41" fmla="*/ 75 h 525"/>
                  <a:gd name="T42" fmla="*/ 215 w 444"/>
                  <a:gd name="T43" fmla="*/ 60 h 525"/>
                  <a:gd name="T44" fmla="*/ 206 w 444"/>
                  <a:gd name="T45" fmla="*/ 46 h 525"/>
                  <a:gd name="T46" fmla="*/ 194 w 444"/>
                  <a:gd name="T47" fmla="*/ 39 h 525"/>
                  <a:gd name="T48" fmla="*/ 191 w 444"/>
                  <a:gd name="T49" fmla="*/ 27 h 525"/>
                  <a:gd name="T50" fmla="*/ 175 w 444"/>
                  <a:gd name="T51" fmla="*/ 14 h 525"/>
                  <a:gd name="T52" fmla="*/ 155 w 444"/>
                  <a:gd name="T53" fmla="*/ 12 h 525"/>
                  <a:gd name="T54" fmla="*/ 142 w 444"/>
                  <a:gd name="T55" fmla="*/ 10 h 525"/>
                  <a:gd name="T56" fmla="*/ 132 w 444"/>
                  <a:gd name="T57" fmla="*/ 13 h 525"/>
                  <a:gd name="T58" fmla="*/ 120 w 444"/>
                  <a:gd name="T59" fmla="*/ 9 h 525"/>
                  <a:gd name="T60" fmla="*/ 119 w 444"/>
                  <a:gd name="T61" fmla="*/ 4 h 525"/>
                  <a:gd name="T62" fmla="*/ 105 w 444"/>
                  <a:gd name="T63" fmla="*/ 1 h 525"/>
                  <a:gd name="T64" fmla="*/ 80 w 444"/>
                  <a:gd name="T65" fmla="*/ 2 h 525"/>
                  <a:gd name="T66" fmla="*/ 70 w 444"/>
                  <a:gd name="T67" fmla="*/ 13 h 525"/>
                  <a:gd name="T68" fmla="*/ 61 w 444"/>
                  <a:gd name="T69" fmla="*/ 19 h 525"/>
                  <a:gd name="T70" fmla="*/ 45 w 444"/>
                  <a:gd name="T71" fmla="*/ 19 h 525"/>
                  <a:gd name="T72" fmla="*/ 30 w 444"/>
                  <a:gd name="T73" fmla="*/ 23 h 525"/>
                  <a:gd name="T74" fmla="*/ 23 w 444"/>
                  <a:gd name="T75" fmla="*/ 40 h 525"/>
                  <a:gd name="T76" fmla="*/ 11 w 444"/>
                  <a:gd name="T77" fmla="*/ 54 h 525"/>
                  <a:gd name="T78" fmla="*/ 1 w 444"/>
                  <a:gd name="T79" fmla="*/ 74 h 525"/>
                  <a:gd name="T80" fmla="*/ 4 w 444"/>
                  <a:gd name="T81" fmla="*/ 96 h 525"/>
                  <a:gd name="T82" fmla="*/ 0 w 444"/>
                  <a:gd name="T83" fmla="*/ 108 h 525"/>
                  <a:gd name="T84" fmla="*/ 10 w 444"/>
                  <a:gd name="T85" fmla="*/ 120 h 525"/>
                  <a:gd name="T86" fmla="*/ 15 w 444"/>
                  <a:gd name="T87" fmla="*/ 133 h 525"/>
                  <a:gd name="T88" fmla="*/ 16 w 444"/>
                  <a:gd name="T89" fmla="*/ 143 h 525"/>
                  <a:gd name="T90" fmla="*/ 11 w 444"/>
                  <a:gd name="T91" fmla="*/ 172 h 525"/>
                  <a:gd name="T92" fmla="*/ 17 w 444"/>
                  <a:gd name="T93" fmla="*/ 180 h 525"/>
                  <a:gd name="T94" fmla="*/ 24 w 444"/>
                  <a:gd name="T95" fmla="*/ 183 h 525"/>
                  <a:gd name="T96" fmla="*/ 23 w 444"/>
                  <a:gd name="T97" fmla="*/ 194 h 525"/>
                  <a:gd name="T98" fmla="*/ 28 w 444"/>
                  <a:gd name="T99" fmla="*/ 201 h 525"/>
                  <a:gd name="T100" fmla="*/ 25 w 444"/>
                  <a:gd name="T101" fmla="*/ 207 h 525"/>
                  <a:gd name="T102" fmla="*/ 30 w 444"/>
                  <a:gd name="T103" fmla="*/ 215 h 525"/>
                  <a:gd name="T104" fmla="*/ 30 w 444"/>
                  <a:gd name="T105" fmla="*/ 233 h 525"/>
                  <a:gd name="T106" fmla="*/ 40 w 444"/>
                  <a:gd name="T107" fmla="*/ 239 h 525"/>
                  <a:gd name="T108" fmla="*/ 53 w 444"/>
                  <a:gd name="T109" fmla="*/ 238 h 525"/>
                  <a:gd name="T110" fmla="*/ 70 w 444"/>
                  <a:gd name="T111" fmla="*/ 235 h 525"/>
                  <a:gd name="T112" fmla="*/ 79 w 444"/>
                  <a:gd name="T113" fmla="*/ 242 h 525"/>
                  <a:gd name="T114" fmla="*/ 86 w 444"/>
                  <a:gd name="T115" fmla="*/ 253 h 52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444" h="525">
                    <a:moveTo>
                      <a:pt x="159" y="466"/>
                    </a:moveTo>
                    <a:lnTo>
                      <a:pt x="165" y="470"/>
                    </a:lnTo>
                    <a:lnTo>
                      <a:pt x="171" y="474"/>
                    </a:lnTo>
                    <a:lnTo>
                      <a:pt x="176" y="480"/>
                    </a:lnTo>
                    <a:lnTo>
                      <a:pt x="183" y="486"/>
                    </a:lnTo>
                    <a:lnTo>
                      <a:pt x="189" y="492"/>
                    </a:lnTo>
                    <a:lnTo>
                      <a:pt x="194" y="497"/>
                    </a:lnTo>
                    <a:lnTo>
                      <a:pt x="198" y="502"/>
                    </a:lnTo>
                    <a:lnTo>
                      <a:pt x="201" y="505"/>
                    </a:lnTo>
                    <a:lnTo>
                      <a:pt x="194" y="504"/>
                    </a:lnTo>
                    <a:lnTo>
                      <a:pt x="187" y="503"/>
                    </a:lnTo>
                    <a:lnTo>
                      <a:pt x="182" y="503"/>
                    </a:lnTo>
                    <a:lnTo>
                      <a:pt x="180" y="504"/>
                    </a:lnTo>
                    <a:lnTo>
                      <a:pt x="180" y="508"/>
                    </a:lnTo>
                    <a:lnTo>
                      <a:pt x="180" y="511"/>
                    </a:lnTo>
                    <a:lnTo>
                      <a:pt x="182" y="516"/>
                    </a:lnTo>
                    <a:lnTo>
                      <a:pt x="186" y="518"/>
                    </a:lnTo>
                    <a:lnTo>
                      <a:pt x="191" y="520"/>
                    </a:lnTo>
                    <a:lnTo>
                      <a:pt x="199" y="523"/>
                    </a:lnTo>
                    <a:lnTo>
                      <a:pt x="206" y="525"/>
                    </a:lnTo>
                    <a:lnTo>
                      <a:pt x="211" y="524"/>
                    </a:lnTo>
                    <a:lnTo>
                      <a:pt x="216" y="518"/>
                    </a:lnTo>
                    <a:lnTo>
                      <a:pt x="222" y="510"/>
                    </a:lnTo>
                    <a:lnTo>
                      <a:pt x="227" y="501"/>
                    </a:lnTo>
                    <a:lnTo>
                      <a:pt x="229" y="493"/>
                    </a:lnTo>
                    <a:lnTo>
                      <a:pt x="236" y="488"/>
                    </a:lnTo>
                    <a:lnTo>
                      <a:pt x="244" y="482"/>
                    </a:lnTo>
                    <a:lnTo>
                      <a:pt x="255" y="475"/>
                    </a:lnTo>
                    <a:lnTo>
                      <a:pt x="265" y="467"/>
                    </a:lnTo>
                    <a:lnTo>
                      <a:pt x="274" y="460"/>
                    </a:lnTo>
                    <a:lnTo>
                      <a:pt x="284" y="454"/>
                    </a:lnTo>
                    <a:lnTo>
                      <a:pt x="292" y="449"/>
                    </a:lnTo>
                    <a:lnTo>
                      <a:pt x="297" y="447"/>
                    </a:lnTo>
                    <a:lnTo>
                      <a:pt x="303" y="444"/>
                    </a:lnTo>
                    <a:lnTo>
                      <a:pt x="311" y="442"/>
                    </a:lnTo>
                    <a:lnTo>
                      <a:pt x="320" y="440"/>
                    </a:lnTo>
                    <a:lnTo>
                      <a:pt x="332" y="436"/>
                    </a:lnTo>
                    <a:lnTo>
                      <a:pt x="342" y="433"/>
                    </a:lnTo>
                    <a:lnTo>
                      <a:pt x="354" y="431"/>
                    </a:lnTo>
                    <a:lnTo>
                      <a:pt x="365" y="428"/>
                    </a:lnTo>
                    <a:lnTo>
                      <a:pt x="375" y="427"/>
                    </a:lnTo>
                    <a:lnTo>
                      <a:pt x="371" y="422"/>
                    </a:lnTo>
                    <a:lnTo>
                      <a:pt x="365" y="416"/>
                    </a:lnTo>
                    <a:lnTo>
                      <a:pt x="360" y="407"/>
                    </a:lnTo>
                    <a:lnTo>
                      <a:pt x="353" y="398"/>
                    </a:lnTo>
                    <a:lnTo>
                      <a:pt x="346" y="390"/>
                    </a:lnTo>
                    <a:lnTo>
                      <a:pt x="340" y="382"/>
                    </a:lnTo>
                    <a:lnTo>
                      <a:pt x="335" y="375"/>
                    </a:lnTo>
                    <a:lnTo>
                      <a:pt x="333" y="369"/>
                    </a:lnTo>
                    <a:lnTo>
                      <a:pt x="341" y="372"/>
                    </a:lnTo>
                    <a:lnTo>
                      <a:pt x="349" y="373"/>
                    </a:lnTo>
                    <a:lnTo>
                      <a:pt x="356" y="373"/>
                    </a:lnTo>
                    <a:lnTo>
                      <a:pt x="363" y="369"/>
                    </a:lnTo>
                    <a:lnTo>
                      <a:pt x="370" y="361"/>
                    </a:lnTo>
                    <a:lnTo>
                      <a:pt x="377" y="352"/>
                    </a:lnTo>
                    <a:lnTo>
                      <a:pt x="381" y="342"/>
                    </a:lnTo>
                    <a:lnTo>
                      <a:pt x="385" y="334"/>
                    </a:lnTo>
                    <a:lnTo>
                      <a:pt x="391" y="335"/>
                    </a:lnTo>
                    <a:lnTo>
                      <a:pt x="398" y="335"/>
                    </a:lnTo>
                    <a:lnTo>
                      <a:pt x="404" y="333"/>
                    </a:lnTo>
                    <a:lnTo>
                      <a:pt x="410" y="329"/>
                    </a:lnTo>
                    <a:lnTo>
                      <a:pt x="407" y="327"/>
                    </a:lnTo>
                    <a:lnTo>
                      <a:pt x="404" y="323"/>
                    </a:lnTo>
                    <a:lnTo>
                      <a:pt x="403" y="320"/>
                    </a:lnTo>
                    <a:lnTo>
                      <a:pt x="404" y="318"/>
                    </a:lnTo>
                    <a:lnTo>
                      <a:pt x="407" y="315"/>
                    </a:lnTo>
                    <a:lnTo>
                      <a:pt x="411" y="312"/>
                    </a:lnTo>
                    <a:lnTo>
                      <a:pt x="418" y="307"/>
                    </a:lnTo>
                    <a:lnTo>
                      <a:pt x="425" y="300"/>
                    </a:lnTo>
                    <a:lnTo>
                      <a:pt x="432" y="295"/>
                    </a:lnTo>
                    <a:lnTo>
                      <a:pt x="438" y="288"/>
                    </a:lnTo>
                    <a:lnTo>
                      <a:pt x="441" y="282"/>
                    </a:lnTo>
                    <a:lnTo>
                      <a:pt x="444" y="276"/>
                    </a:lnTo>
                    <a:lnTo>
                      <a:pt x="444" y="258"/>
                    </a:lnTo>
                    <a:lnTo>
                      <a:pt x="444" y="229"/>
                    </a:lnTo>
                    <a:lnTo>
                      <a:pt x="443" y="200"/>
                    </a:lnTo>
                    <a:lnTo>
                      <a:pt x="440" y="181"/>
                    </a:lnTo>
                    <a:lnTo>
                      <a:pt x="436" y="169"/>
                    </a:lnTo>
                    <a:lnTo>
                      <a:pt x="429" y="158"/>
                    </a:lnTo>
                    <a:lnTo>
                      <a:pt x="422" y="147"/>
                    </a:lnTo>
                    <a:lnTo>
                      <a:pt x="414" y="141"/>
                    </a:lnTo>
                    <a:lnTo>
                      <a:pt x="407" y="139"/>
                    </a:lnTo>
                    <a:lnTo>
                      <a:pt x="400" y="138"/>
                    </a:lnTo>
                    <a:lnTo>
                      <a:pt x="395" y="138"/>
                    </a:lnTo>
                    <a:lnTo>
                      <a:pt x="390" y="138"/>
                    </a:lnTo>
                    <a:lnTo>
                      <a:pt x="391" y="130"/>
                    </a:lnTo>
                    <a:lnTo>
                      <a:pt x="392" y="120"/>
                    </a:lnTo>
                    <a:lnTo>
                      <a:pt x="392" y="110"/>
                    </a:lnTo>
                    <a:lnTo>
                      <a:pt x="391" y="101"/>
                    </a:lnTo>
                    <a:lnTo>
                      <a:pt x="387" y="94"/>
                    </a:lnTo>
                    <a:lnTo>
                      <a:pt x="383" y="88"/>
                    </a:lnTo>
                    <a:lnTo>
                      <a:pt x="376" y="84"/>
                    </a:lnTo>
                    <a:lnTo>
                      <a:pt x="369" y="83"/>
                    </a:lnTo>
                    <a:lnTo>
                      <a:pt x="362" y="82"/>
                    </a:lnTo>
                    <a:lnTo>
                      <a:pt x="357" y="77"/>
                    </a:lnTo>
                    <a:lnTo>
                      <a:pt x="355" y="72"/>
                    </a:lnTo>
                    <a:lnTo>
                      <a:pt x="354" y="67"/>
                    </a:lnTo>
                    <a:lnTo>
                      <a:pt x="354" y="63"/>
                    </a:lnTo>
                    <a:lnTo>
                      <a:pt x="352" y="57"/>
                    </a:lnTo>
                    <a:lnTo>
                      <a:pt x="349" y="50"/>
                    </a:lnTo>
                    <a:lnTo>
                      <a:pt x="345" y="42"/>
                    </a:lnTo>
                    <a:lnTo>
                      <a:pt x="339" y="35"/>
                    </a:lnTo>
                    <a:lnTo>
                      <a:pt x="330" y="30"/>
                    </a:lnTo>
                    <a:lnTo>
                      <a:pt x="319" y="26"/>
                    </a:lnTo>
                    <a:lnTo>
                      <a:pt x="305" y="26"/>
                    </a:lnTo>
                    <a:lnTo>
                      <a:pt x="296" y="26"/>
                    </a:lnTo>
                    <a:lnTo>
                      <a:pt x="289" y="24"/>
                    </a:lnTo>
                    <a:lnTo>
                      <a:pt x="284" y="22"/>
                    </a:lnTo>
                    <a:lnTo>
                      <a:pt x="278" y="19"/>
                    </a:lnTo>
                    <a:lnTo>
                      <a:pt x="272" y="18"/>
                    </a:lnTo>
                    <a:lnTo>
                      <a:pt x="266" y="18"/>
                    </a:lnTo>
                    <a:lnTo>
                      <a:pt x="259" y="18"/>
                    </a:lnTo>
                    <a:lnTo>
                      <a:pt x="254" y="20"/>
                    </a:lnTo>
                    <a:lnTo>
                      <a:pt x="249" y="22"/>
                    </a:lnTo>
                    <a:lnTo>
                      <a:pt x="246" y="23"/>
                    </a:lnTo>
                    <a:lnTo>
                      <a:pt x="241" y="24"/>
                    </a:lnTo>
                    <a:lnTo>
                      <a:pt x="236" y="23"/>
                    </a:lnTo>
                    <a:lnTo>
                      <a:pt x="231" y="20"/>
                    </a:lnTo>
                    <a:lnTo>
                      <a:pt x="226" y="18"/>
                    </a:lnTo>
                    <a:lnTo>
                      <a:pt x="219" y="17"/>
                    </a:lnTo>
                    <a:lnTo>
                      <a:pt x="212" y="17"/>
                    </a:lnTo>
                    <a:lnTo>
                      <a:pt x="213" y="14"/>
                    </a:lnTo>
                    <a:lnTo>
                      <a:pt x="216" y="10"/>
                    </a:lnTo>
                    <a:lnTo>
                      <a:pt x="218" y="8"/>
                    </a:lnTo>
                    <a:lnTo>
                      <a:pt x="220" y="8"/>
                    </a:lnTo>
                    <a:lnTo>
                      <a:pt x="213" y="5"/>
                    </a:lnTo>
                    <a:lnTo>
                      <a:pt x="204" y="3"/>
                    </a:lnTo>
                    <a:lnTo>
                      <a:pt x="191" y="1"/>
                    </a:lnTo>
                    <a:lnTo>
                      <a:pt x="180" y="0"/>
                    </a:lnTo>
                    <a:lnTo>
                      <a:pt x="167" y="0"/>
                    </a:lnTo>
                    <a:lnTo>
                      <a:pt x="156" y="1"/>
                    </a:lnTo>
                    <a:lnTo>
                      <a:pt x="146" y="3"/>
                    </a:lnTo>
                    <a:lnTo>
                      <a:pt x="140" y="8"/>
                    </a:lnTo>
                    <a:lnTo>
                      <a:pt x="135" y="14"/>
                    </a:lnTo>
                    <a:lnTo>
                      <a:pt x="131" y="19"/>
                    </a:lnTo>
                    <a:lnTo>
                      <a:pt x="128" y="24"/>
                    </a:lnTo>
                    <a:lnTo>
                      <a:pt x="125" y="29"/>
                    </a:lnTo>
                    <a:lnTo>
                      <a:pt x="121" y="32"/>
                    </a:lnTo>
                    <a:lnTo>
                      <a:pt x="117" y="34"/>
                    </a:lnTo>
                    <a:lnTo>
                      <a:pt x="111" y="35"/>
                    </a:lnTo>
                    <a:lnTo>
                      <a:pt x="105" y="35"/>
                    </a:lnTo>
                    <a:lnTo>
                      <a:pt x="98" y="34"/>
                    </a:lnTo>
                    <a:lnTo>
                      <a:pt x="90" y="34"/>
                    </a:lnTo>
                    <a:lnTo>
                      <a:pt x="82" y="34"/>
                    </a:lnTo>
                    <a:lnTo>
                      <a:pt x="74" y="35"/>
                    </a:lnTo>
                    <a:lnTo>
                      <a:pt x="67" y="37"/>
                    </a:lnTo>
                    <a:lnTo>
                      <a:pt x="60" y="39"/>
                    </a:lnTo>
                    <a:lnTo>
                      <a:pt x="54" y="42"/>
                    </a:lnTo>
                    <a:lnTo>
                      <a:pt x="50" y="47"/>
                    </a:lnTo>
                    <a:lnTo>
                      <a:pt x="45" y="55"/>
                    </a:lnTo>
                    <a:lnTo>
                      <a:pt x="43" y="64"/>
                    </a:lnTo>
                    <a:lnTo>
                      <a:pt x="42" y="73"/>
                    </a:lnTo>
                    <a:lnTo>
                      <a:pt x="42" y="83"/>
                    </a:lnTo>
                    <a:lnTo>
                      <a:pt x="36" y="87"/>
                    </a:lnTo>
                    <a:lnTo>
                      <a:pt x="28" y="92"/>
                    </a:lnTo>
                    <a:lnTo>
                      <a:pt x="21" y="99"/>
                    </a:lnTo>
                    <a:lnTo>
                      <a:pt x="14" y="107"/>
                    </a:lnTo>
                    <a:lnTo>
                      <a:pt x="7" y="115"/>
                    </a:lnTo>
                    <a:lnTo>
                      <a:pt x="4" y="125"/>
                    </a:lnTo>
                    <a:lnTo>
                      <a:pt x="2" y="135"/>
                    </a:lnTo>
                    <a:lnTo>
                      <a:pt x="4" y="145"/>
                    </a:lnTo>
                    <a:lnTo>
                      <a:pt x="8" y="159"/>
                    </a:lnTo>
                    <a:lnTo>
                      <a:pt x="8" y="168"/>
                    </a:lnTo>
                    <a:lnTo>
                      <a:pt x="7" y="176"/>
                    </a:lnTo>
                    <a:lnTo>
                      <a:pt x="4" y="182"/>
                    </a:lnTo>
                    <a:lnTo>
                      <a:pt x="1" y="186"/>
                    </a:lnTo>
                    <a:lnTo>
                      <a:pt x="0" y="191"/>
                    </a:lnTo>
                    <a:lnTo>
                      <a:pt x="0" y="197"/>
                    </a:lnTo>
                    <a:lnTo>
                      <a:pt x="1" y="202"/>
                    </a:lnTo>
                    <a:lnTo>
                      <a:pt x="4" y="209"/>
                    </a:lnTo>
                    <a:lnTo>
                      <a:pt x="9" y="215"/>
                    </a:lnTo>
                    <a:lnTo>
                      <a:pt x="19" y="220"/>
                    </a:lnTo>
                    <a:lnTo>
                      <a:pt x="30" y="223"/>
                    </a:lnTo>
                    <a:lnTo>
                      <a:pt x="29" y="229"/>
                    </a:lnTo>
                    <a:lnTo>
                      <a:pt x="28" y="236"/>
                    </a:lnTo>
                    <a:lnTo>
                      <a:pt x="28" y="244"/>
                    </a:lnTo>
                    <a:lnTo>
                      <a:pt x="29" y="250"/>
                    </a:lnTo>
                    <a:lnTo>
                      <a:pt x="28" y="253"/>
                    </a:lnTo>
                    <a:lnTo>
                      <a:pt x="28" y="258"/>
                    </a:lnTo>
                    <a:lnTo>
                      <a:pt x="30" y="262"/>
                    </a:lnTo>
                    <a:lnTo>
                      <a:pt x="34" y="266"/>
                    </a:lnTo>
                    <a:lnTo>
                      <a:pt x="30" y="277"/>
                    </a:lnTo>
                    <a:lnTo>
                      <a:pt x="24" y="296"/>
                    </a:lnTo>
                    <a:lnTo>
                      <a:pt x="20" y="315"/>
                    </a:lnTo>
                    <a:lnTo>
                      <a:pt x="21" y="327"/>
                    </a:lnTo>
                    <a:lnTo>
                      <a:pt x="24" y="329"/>
                    </a:lnTo>
                    <a:lnTo>
                      <a:pt x="28" y="330"/>
                    </a:lnTo>
                    <a:lnTo>
                      <a:pt x="31" y="330"/>
                    </a:lnTo>
                    <a:lnTo>
                      <a:pt x="34" y="331"/>
                    </a:lnTo>
                    <a:lnTo>
                      <a:pt x="36" y="331"/>
                    </a:lnTo>
                    <a:lnTo>
                      <a:pt x="40" y="334"/>
                    </a:lnTo>
                    <a:lnTo>
                      <a:pt x="44" y="335"/>
                    </a:lnTo>
                    <a:lnTo>
                      <a:pt x="46" y="337"/>
                    </a:lnTo>
                    <a:lnTo>
                      <a:pt x="45" y="342"/>
                    </a:lnTo>
                    <a:lnTo>
                      <a:pt x="44" y="348"/>
                    </a:lnTo>
                    <a:lnTo>
                      <a:pt x="42" y="355"/>
                    </a:lnTo>
                    <a:lnTo>
                      <a:pt x="42" y="359"/>
                    </a:lnTo>
                    <a:lnTo>
                      <a:pt x="44" y="363"/>
                    </a:lnTo>
                    <a:lnTo>
                      <a:pt x="47" y="365"/>
                    </a:lnTo>
                    <a:lnTo>
                      <a:pt x="51" y="367"/>
                    </a:lnTo>
                    <a:lnTo>
                      <a:pt x="55" y="368"/>
                    </a:lnTo>
                    <a:lnTo>
                      <a:pt x="52" y="371"/>
                    </a:lnTo>
                    <a:lnTo>
                      <a:pt x="49" y="374"/>
                    </a:lnTo>
                    <a:lnTo>
                      <a:pt x="46" y="379"/>
                    </a:lnTo>
                    <a:lnTo>
                      <a:pt x="45" y="382"/>
                    </a:lnTo>
                    <a:lnTo>
                      <a:pt x="47" y="386"/>
                    </a:lnTo>
                    <a:lnTo>
                      <a:pt x="51" y="389"/>
                    </a:lnTo>
                    <a:lnTo>
                      <a:pt x="54" y="393"/>
                    </a:lnTo>
                    <a:lnTo>
                      <a:pt x="55" y="396"/>
                    </a:lnTo>
                    <a:lnTo>
                      <a:pt x="54" y="403"/>
                    </a:lnTo>
                    <a:lnTo>
                      <a:pt x="53" y="414"/>
                    </a:lnTo>
                    <a:lnTo>
                      <a:pt x="55" y="426"/>
                    </a:lnTo>
                    <a:lnTo>
                      <a:pt x="61" y="434"/>
                    </a:lnTo>
                    <a:lnTo>
                      <a:pt x="65" y="436"/>
                    </a:lnTo>
                    <a:lnTo>
                      <a:pt x="69" y="437"/>
                    </a:lnTo>
                    <a:lnTo>
                      <a:pt x="73" y="437"/>
                    </a:lnTo>
                    <a:lnTo>
                      <a:pt x="77" y="437"/>
                    </a:lnTo>
                    <a:lnTo>
                      <a:pt x="84" y="437"/>
                    </a:lnTo>
                    <a:lnTo>
                      <a:pt x="91" y="436"/>
                    </a:lnTo>
                    <a:lnTo>
                      <a:pt x="97" y="435"/>
                    </a:lnTo>
                    <a:lnTo>
                      <a:pt x="103" y="434"/>
                    </a:lnTo>
                    <a:lnTo>
                      <a:pt x="111" y="433"/>
                    </a:lnTo>
                    <a:lnTo>
                      <a:pt x="120" y="431"/>
                    </a:lnTo>
                    <a:lnTo>
                      <a:pt x="127" y="429"/>
                    </a:lnTo>
                    <a:lnTo>
                      <a:pt x="133" y="428"/>
                    </a:lnTo>
                    <a:lnTo>
                      <a:pt x="136" y="433"/>
                    </a:lnTo>
                    <a:lnTo>
                      <a:pt x="141" y="437"/>
                    </a:lnTo>
                    <a:lnTo>
                      <a:pt x="145" y="443"/>
                    </a:lnTo>
                    <a:lnTo>
                      <a:pt x="148" y="447"/>
                    </a:lnTo>
                    <a:lnTo>
                      <a:pt x="150" y="452"/>
                    </a:lnTo>
                    <a:lnTo>
                      <a:pt x="153" y="458"/>
                    </a:lnTo>
                    <a:lnTo>
                      <a:pt x="157" y="463"/>
                    </a:lnTo>
                    <a:lnTo>
                      <a:pt x="159" y="466"/>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2" name="Freeform 103">
                <a:extLst>
                  <a:ext uri="{FF2B5EF4-FFF2-40B4-BE49-F238E27FC236}">
                    <a16:creationId xmlns:a16="http://schemas.microsoft.com/office/drawing/2014/main" id="{53A5505D-A2CC-45D9-8471-709D7011341E}"/>
                  </a:ext>
                </a:extLst>
              </p:cNvPr>
              <p:cNvSpPr>
                <a:spLocks/>
              </p:cNvSpPr>
              <p:nvPr/>
            </p:nvSpPr>
            <p:spPr bwMode="auto">
              <a:xfrm>
                <a:off x="4544" y="3059"/>
                <a:ext cx="45" cy="82"/>
              </a:xfrm>
              <a:custGeom>
                <a:avLst/>
                <a:gdLst>
                  <a:gd name="T0" fmla="*/ 44 w 83"/>
                  <a:gd name="T1" fmla="*/ 65 h 151"/>
                  <a:gd name="T2" fmla="*/ 43 w 83"/>
                  <a:gd name="T3" fmla="*/ 69 h 151"/>
                  <a:gd name="T4" fmla="*/ 40 w 83"/>
                  <a:gd name="T5" fmla="*/ 74 h 151"/>
                  <a:gd name="T6" fmla="*/ 37 w 83"/>
                  <a:gd name="T7" fmla="*/ 78 h 151"/>
                  <a:gd name="T8" fmla="*/ 34 w 83"/>
                  <a:gd name="T9" fmla="*/ 81 h 151"/>
                  <a:gd name="T10" fmla="*/ 31 w 83"/>
                  <a:gd name="T11" fmla="*/ 82 h 151"/>
                  <a:gd name="T12" fmla="*/ 28 w 83"/>
                  <a:gd name="T13" fmla="*/ 81 h 151"/>
                  <a:gd name="T14" fmla="*/ 23 w 83"/>
                  <a:gd name="T15" fmla="*/ 79 h 151"/>
                  <a:gd name="T16" fmla="*/ 21 w 83"/>
                  <a:gd name="T17" fmla="*/ 78 h 151"/>
                  <a:gd name="T18" fmla="*/ 18 w 83"/>
                  <a:gd name="T19" fmla="*/ 77 h 151"/>
                  <a:gd name="T20" fmla="*/ 17 w 83"/>
                  <a:gd name="T21" fmla="*/ 74 h 151"/>
                  <a:gd name="T22" fmla="*/ 17 w 83"/>
                  <a:gd name="T23" fmla="*/ 73 h 151"/>
                  <a:gd name="T24" fmla="*/ 17 w 83"/>
                  <a:gd name="T25" fmla="*/ 71 h 151"/>
                  <a:gd name="T26" fmla="*/ 18 w 83"/>
                  <a:gd name="T27" fmla="*/ 70 h 151"/>
                  <a:gd name="T28" fmla="*/ 21 w 83"/>
                  <a:gd name="T29" fmla="*/ 70 h 151"/>
                  <a:gd name="T30" fmla="*/ 25 w 83"/>
                  <a:gd name="T31" fmla="*/ 71 h 151"/>
                  <a:gd name="T32" fmla="*/ 29 w 83"/>
                  <a:gd name="T33" fmla="*/ 71 h 151"/>
                  <a:gd name="T34" fmla="*/ 27 w 83"/>
                  <a:gd name="T35" fmla="*/ 70 h 151"/>
                  <a:gd name="T36" fmla="*/ 25 w 83"/>
                  <a:gd name="T37" fmla="*/ 67 h 151"/>
                  <a:gd name="T38" fmla="*/ 22 w 83"/>
                  <a:gd name="T39" fmla="*/ 64 h 151"/>
                  <a:gd name="T40" fmla="*/ 19 w 83"/>
                  <a:gd name="T41" fmla="*/ 61 h 151"/>
                  <a:gd name="T42" fmla="*/ 15 w 83"/>
                  <a:gd name="T43" fmla="*/ 58 h 151"/>
                  <a:gd name="T44" fmla="*/ 12 w 83"/>
                  <a:gd name="T45" fmla="*/ 54 h 151"/>
                  <a:gd name="T46" fmla="*/ 9 w 83"/>
                  <a:gd name="T47" fmla="*/ 52 h 151"/>
                  <a:gd name="T48" fmla="*/ 6 w 83"/>
                  <a:gd name="T49" fmla="*/ 50 h 151"/>
                  <a:gd name="T50" fmla="*/ 5 w 83"/>
                  <a:gd name="T51" fmla="*/ 48 h 151"/>
                  <a:gd name="T52" fmla="*/ 3 w 83"/>
                  <a:gd name="T53" fmla="*/ 46 h 151"/>
                  <a:gd name="T54" fmla="*/ 1 w 83"/>
                  <a:gd name="T55" fmla="*/ 42 h 151"/>
                  <a:gd name="T56" fmla="*/ 0 w 83"/>
                  <a:gd name="T57" fmla="*/ 40 h 151"/>
                  <a:gd name="T58" fmla="*/ 7 w 83"/>
                  <a:gd name="T59" fmla="*/ 36 h 151"/>
                  <a:gd name="T60" fmla="*/ 12 w 83"/>
                  <a:gd name="T61" fmla="*/ 32 h 151"/>
                  <a:gd name="T62" fmla="*/ 17 w 83"/>
                  <a:gd name="T63" fmla="*/ 28 h 151"/>
                  <a:gd name="T64" fmla="*/ 21 w 83"/>
                  <a:gd name="T65" fmla="*/ 23 h 151"/>
                  <a:gd name="T66" fmla="*/ 24 w 83"/>
                  <a:gd name="T67" fmla="*/ 19 h 151"/>
                  <a:gd name="T68" fmla="*/ 27 w 83"/>
                  <a:gd name="T69" fmla="*/ 15 h 151"/>
                  <a:gd name="T70" fmla="*/ 29 w 83"/>
                  <a:gd name="T71" fmla="*/ 11 h 151"/>
                  <a:gd name="T72" fmla="*/ 30 w 83"/>
                  <a:gd name="T73" fmla="*/ 8 h 151"/>
                  <a:gd name="T74" fmla="*/ 31 w 83"/>
                  <a:gd name="T75" fmla="*/ 5 h 151"/>
                  <a:gd name="T76" fmla="*/ 31 w 83"/>
                  <a:gd name="T77" fmla="*/ 3 h 151"/>
                  <a:gd name="T78" fmla="*/ 33 w 83"/>
                  <a:gd name="T79" fmla="*/ 1 h 151"/>
                  <a:gd name="T80" fmla="*/ 34 w 83"/>
                  <a:gd name="T81" fmla="*/ 0 h 151"/>
                  <a:gd name="T82" fmla="*/ 35 w 83"/>
                  <a:gd name="T83" fmla="*/ 3 h 151"/>
                  <a:gd name="T84" fmla="*/ 37 w 83"/>
                  <a:gd name="T85" fmla="*/ 7 h 151"/>
                  <a:gd name="T86" fmla="*/ 38 w 83"/>
                  <a:gd name="T87" fmla="*/ 11 h 151"/>
                  <a:gd name="T88" fmla="*/ 38 w 83"/>
                  <a:gd name="T89" fmla="*/ 16 h 151"/>
                  <a:gd name="T90" fmla="*/ 38 w 83"/>
                  <a:gd name="T91" fmla="*/ 22 h 151"/>
                  <a:gd name="T92" fmla="*/ 39 w 83"/>
                  <a:gd name="T93" fmla="*/ 29 h 151"/>
                  <a:gd name="T94" fmla="*/ 40 w 83"/>
                  <a:gd name="T95" fmla="*/ 36 h 151"/>
                  <a:gd name="T96" fmla="*/ 42 w 83"/>
                  <a:gd name="T97" fmla="*/ 41 h 151"/>
                  <a:gd name="T98" fmla="*/ 43 w 83"/>
                  <a:gd name="T99" fmla="*/ 46 h 151"/>
                  <a:gd name="T100" fmla="*/ 44 w 83"/>
                  <a:gd name="T101" fmla="*/ 53 h 151"/>
                  <a:gd name="T102" fmla="*/ 45 w 83"/>
                  <a:gd name="T103" fmla="*/ 60 h 151"/>
                  <a:gd name="T104" fmla="*/ 44 w 83"/>
                  <a:gd name="T105" fmla="*/ 65 h 15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 h="151">
                    <a:moveTo>
                      <a:pt x="81" y="119"/>
                    </a:moveTo>
                    <a:lnTo>
                      <a:pt x="79" y="127"/>
                    </a:lnTo>
                    <a:lnTo>
                      <a:pt x="74" y="136"/>
                    </a:lnTo>
                    <a:lnTo>
                      <a:pt x="68" y="144"/>
                    </a:lnTo>
                    <a:lnTo>
                      <a:pt x="63" y="150"/>
                    </a:lnTo>
                    <a:lnTo>
                      <a:pt x="58" y="151"/>
                    </a:lnTo>
                    <a:lnTo>
                      <a:pt x="51" y="149"/>
                    </a:lnTo>
                    <a:lnTo>
                      <a:pt x="43" y="146"/>
                    </a:lnTo>
                    <a:lnTo>
                      <a:pt x="38" y="144"/>
                    </a:lnTo>
                    <a:lnTo>
                      <a:pt x="34" y="142"/>
                    </a:lnTo>
                    <a:lnTo>
                      <a:pt x="32" y="137"/>
                    </a:lnTo>
                    <a:lnTo>
                      <a:pt x="32" y="134"/>
                    </a:lnTo>
                    <a:lnTo>
                      <a:pt x="32" y="130"/>
                    </a:lnTo>
                    <a:lnTo>
                      <a:pt x="34" y="129"/>
                    </a:lnTo>
                    <a:lnTo>
                      <a:pt x="39" y="129"/>
                    </a:lnTo>
                    <a:lnTo>
                      <a:pt x="46" y="130"/>
                    </a:lnTo>
                    <a:lnTo>
                      <a:pt x="53" y="131"/>
                    </a:lnTo>
                    <a:lnTo>
                      <a:pt x="50" y="128"/>
                    </a:lnTo>
                    <a:lnTo>
                      <a:pt x="46" y="123"/>
                    </a:lnTo>
                    <a:lnTo>
                      <a:pt x="41" y="118"/>
                    </a:lnTo>
                    <a:lnTo>
                      <a:pt x="35" y="112"/>
                    </a:lnTo>
                    <a:lnTo>
                      <a:pt x="28" y="106"/>
                    </a:lnTo>
                    <a:lnTo>
                      <a:pt x="23" y="100"/>
                    </a:lnTo>
                    <a:lnTo>
                      <a:pt x="17" y="96"/>
                    </a:lnTo>
                    <a:lnTo>
                      <a:pt x="11" y="92"/>
                    </a:lnTo>
                    <a:lnTo>
                      <a:pt x="9" y="89"/>
                    </a:lnTo>
                    <a:lnTo>
                      <a:pt x="5" y="84"/>
                    </a:lnTo>
                    <a:lnTo>
                      <a:pt x="2" y="78"/>
                    </a:lnTo>
                    <a:lnTo>
                      <a:pt x="0" y="73"/>
                    </a:lnTo>
                    <a:lnTo>
                      <a:pt x="12" y="66"/>
                    </a:lnTo>
                    <a:lnTo>
                      <a:pt x="23" y="59"/>
                    </a:lnTo>
                    <a:lnTo>
                      <a:pt x="32" y="51"/>
                    </a:lnTo>
                    <a:lnTo>
                      <a:pt x="39" y="43"/>
                    </a:lnTo>
                    <a:lnTo>
                      <a:pt x="45" y="35"/>
                    </a:lnTo>
                    <a:lnTo>
                      <a:pt x="49" y="28"/>
                    </a:lnTo>
                    <a:lnTo>
                      <a:pt x="53" y="21"/>
                    </a:lnTo>
                    <a:lnTo>
                      <a:pt x="55" y="14"/>
                    </a:lnTo>
                    <a:lnTo>
                      <a:pt x="57" y="9"/>
                    </a:lnTo>
                    <a:lnTo>
                      <a:pt x="58" y="5"/>
                    </a:lnTo>
                    <a:lnTo>
                      <a:pt x="61" y="2"/>
                    </a:lnTo>
                    <a:lnTo>
                      <a:pt x="62" y="0"/>
                    </a:lnTo>
                    <a:lnTo>
                      <a:pt x="65" y="5"/>
                    </a:lnTo>
                    <a:lnTo>
                      <a:pt x="68" y="12"/>
                    </a:lnTo>
                    <a:lnTo>
                      <a:pt x="70" y="20"/>
                    </a:lnTo>
                    <a:lnTo>
                      <a:pt x="70" y="29"/>
                    </a:lnTo>
                    <a:lnTo>
                      <a:pt x="70" y="40"/>
                    </a:lnTo>
                    <a:lnTo>
                      <a:pt x="72" y="54"/>
                    </a:lnTo>
                    <a:lnTo>
                      <a:pt x="74" y="67"/>
                    </a:lnTo>
                    <a:lnTo>
                      <a:pt x="77" y="76"/>
                    </a:lnTo>
                    <a:lnTo>
                      <a:pt x="79" y="85"/>
                    </a:lnTo>
                    <a:lnTo>
                      <a:pt x="81" y="97"/>
                    </a:lnTo>
                    <a:lnTo>
                      <a:pt x="83" y="110"/>
                    </a:lnTo>
                    <a:lnTo>
                      <a:pt x="81" y="11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3" name="Freeform 104">
                <a:extLst>
                  <a:ext uri="{FF2B5EF4-FFF2-40B4-BE49-F238E27FC236}">
                    <a16:creationId xmlns:a16="http://schemas.microsoft.com/office/drawing/2014/main" id="{3E336C7B-07F3-40D7-8DF7-46AA461D67AC}"/>
                  </a:ext>
                </a:extLst>
              </p:cNvPr>
              <p:cNvSpPr>
                <a:spLocks/>
              </p:cNvSpPr>
              <p:nvPr/>
            </p:nvSpPr>
            <p:spPr bwMode="auto">
              <a:xfrm>
                <a:off x="4474" y="2952"/>
                <a:ext cx="47" cy="141"/>
              </a:xfrm>
              <a:custGeom>
                <a:avLst/>
                <a:gdLst>
                  <a:gd name="T0" fmla="*/ 29 w 86"/>
                  <a:gd name="T1" fmla="*/ 141 h 258"/>
                  <a:gd name="T2" fmla="*/ 25 w 86"/>
                  <a:gd name="T3" fmla="*/ 140 h 258"/>
                  <a:gd name="T4" fmla="*/ 20 w 86"/>
                  <a:gd name="T5" fmla="*/ 137 h 258"/>
                  <a:gd name="T6" fmla="*/ 19 w 86"/>
                  <a:gd name="T7" fmla="*/ 128 h 258"/>
                  <a:gd name="T8" fmla="*/ 19 w 86"/>
                  <a:gd name="T9" fmla="*/ 122 h 258"/>
                  <a:gd name="T10" fmla="*/ 19 w 86"/>
                  <a:gd name="T11" fmla="*/ 119 h 258"/>
                  <a:gd name="T12" fmla="*/ 19 w 86"/>
                  <a:gd name="T13" fmla="*/ 117 h 258"/>
                  <a:gd name="T14" fmla="*/ 15 w 86"/>
                  <a:gd name="T15" fmla="*/ 113 h 258"/>
                  <a:gd name="T16" fmla="*/ 14 w 86"/>
                  <a:gd name="T17" fmla="*/ 109 h 258"/>
                  <a:gd name="T18" fmla="*/ 17 w 86"/>
                  <a:gd name="T19" fmla="*/ 105 h 258"/>
                  <a:gd name="T20" fmla="*/ 17 w 86"/>
                  <a:gd name="T21" fmla="*/ 103 h 258"/>
                  <a:gd name="T22" fmla="*/ 13 w 86"/>
                  <a:gd name="T23" fmla="*/ 101 h 258"/>
                  <a:gd name="T24" fmla="*/ 12 w 86"/>
                  <a:gd name="T25" fmla="*/ 96 h 258"/>
                  <a:gd name="T26" fmla="*/ 14 w 86"/>
                  <a:gd name="T27" fmla="*/ 89 h 258"/>
                  <a:gd name="T28" fmla="*/ 13 w 86"/>
                  <a:gd name="T29" fmla="*/ 85 h 258"/>
                  <a:gd name="T30" fmla="*/ 9 w 86"/>
                  <a:gd name="T31" fmla="*/ 83 h 258"/>
                  <a:gd name="T32" fmla="*/ 6 w 86"/>
                  <a:gd name="T33" fmla="*/ 83 h 258"/>
                  <a:gd name="T34" fmla="*/ 2 w 86"/>
                  <a:gd name="T35" fmla="*/ 82 h 258"/>
                  <a:gd name="T36" fmla="*/ 0 w 86"/>
                  <a:gd name="T37" fmla="*/ 74 h 258"/>
                  <a:gd name="T38" fmla="*/ 5 w 86"/>
                  <a:gd name="T39" fmla="*/ 54 h 258"/>
                  <a:gd name="T40" fmla="*/ 5 w 86"/>
                  <a:gd name="T41" fmla="*/ 45 h 258"/>
                  <a:gd name="T42" fmla="*/ 4 w 86"/>
                  <a:gd name="T43" fmla="*/ 40 h 258"/>
                  <a:gd name="T44" fmla="*/ 4 w 86"/>
                  <a:gd name="T45" fmla="*/ 36 h 258"/>
                  <a:gd name="T46" fmla="*/ 5 w 86"/>
                  <a:gd name="T47" fmla="*/ 27 h 258"/>
                  <a:gd name="T48" fmla="*/ 6 w 86"/>
                  <a:gd name="T49" fmla="*/ 21 h 258"/>
                  <a:gd name="T50" fmla="*/ 9 w 86"/>
                  <a:gd name="T51" fmla="*/ 15 h 258"/>
                  <a:gd name="T52" fmla="*/ 15 w 86"/>
                  <a:gd name="T53" fmla="*/ 12 h 258"/>
                  <a:gd name="T54" fmla="*/ 21 w 86"/>
                  <a:gd name="T55" fmla="*/ 9 h 258"/>
                  <a:gd name="T56" fmla="*/ 26 w 86"/>
                  <a:gd name="T57" fmla="*/ 6 h 258"/>
                  <a:gd name="T58" fmla="*/ 31 w 86"/>
                  <a:gd name="T59" fmla="*/ 1 h 258"/>
                  <a:gd name="T60" fmla="*/ 33 w 86"/>
                  <a:gd name="T61" fmla="*/ 3 h 258"/>
                  <a:gd name="T62" fmla="*/ 31 w 86"/>
                  <a:gd name="T63" fmla="*/ 10 h 258"/>
                  <a:gd name="T64" fmla="*/ 30 w 86"/>
                  <a:gd name="T65" fmla="*/ 20 h 258"/>
                  <a:gd name="T66" fmla="*/ 34 w 86"/>
                  <a:gd name="T67" fmla="*/ 32 h 258"/>
                  <a:gd name="T68" fmla="*/ 39 w 86"/>
                  <a:gd name="T69" fmla="*/ 39 h 258"/>
                  <a:gd name="T70" fmla="*/ 46 w 86"/>
                  <a:gd name="T71" fmla="*/ 49 h 258"/>
                  <a:gd name="T72" fmla="*/ 45 w 86"/>
                  <a:gd name="T73" fmla="*/ 60 h 258"/>
                  <a:gd name="T74" fmla="*/ 38 w 86"/>
                  <a:gd name="T75" fmla="*/ 69 h 258"/>
                  <a:gd name="T76" fmla="*/ 31 w 86"/>
                  <a:gd name="T77" fmla="*/ 78 h 258"/>
                  <a:gd name="T78" fmla="*/ 30 w 86"/>
                  <a:gd name="T79" fmla="*/ 91 h 258"/>
                  <a:gd name="T80" fmla="*/ 31 w 86"/>
                  <a:gd name="T81" fmla="*/ 98 h 258"/>
                  <a:gd name="T82" fmla="*/ 33 w 86"/>
                  <a:gd name="T83" fmla="*/ 104 h 258"/>
                  <a:gd name="T84" fmla="*/ 33 w 86"/>
                  <a:gd name="T85" fmla="*/ 111 h 258"/>
                  <a:gd name="T86" fmla="*/ 34 w 86"/>
                  <a:gd name="T87" fmla="*/ 117 h 258"/>
                  <a:gd name="T88" fmla="*/ 37 w 86"/>
                  <a:gd name="T89" fmla="*/ 123 h 258"/>
                  <a:gd name="T90" fmla="*/ 37 w 86"/>
                  <a:gd name="T91" fmla="*/ 138 h 25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86" h="258">
                    <a:moveTo>
                      <a:pt x="57" y="258"/>
                    </a:moveTo>
                    <a:lnTo>
                      <a:pt x="53" y="258"/>
                    </a:lnTo>
                    <a:lnTo>
                      <a:pt x="49" y="258"/>
                    </a:lnTo>
                    <a:lnTo>
                      <a:pt x="45" y="257"/>
                    </a:lnTo>
                    <a:lnTo>
                      <a:pt x="41" y="255"/>
                    </a:lnTo>
                    <a:lnTo>
                      <a:pt x="37" y="250"/>
                    </a:lnTo>
                    <a:lnTo>
                      <a:pt x="34" y="242"/>
                    </a:lnTo>
                    <a:lnTo>
                      <a:pt x="34" y="234"/>
                    </a:lnTo>
                    <a:lnTo>
                      <a:pt x="34" y="226"/>
                    </a:lnTo>
                    <a:lnTo>
                      <a:pt x="34" y="223"/>
                    </a:lnTo>
                    <a:lnTo>
                      <a:pt x="35" y="220"/>
                    </a:lnTo>
                    <a:lnTo>
                      <a:pt x="35" y="218"/>
                    </a:lnTo>
                    <a:lnTo>
                      <a:pt x="35" y="217"/>
                    </a:lnTo>
                    <a:lnTo>
                      <a:pt x="34" y="214"/>
                    </a:lnTo>
                    <a:lnTo>
                      <a:pt x="31" y="210"/>
                    </a:lnTo>
                    <a:lnTo>
                      <a:pt x="27" y="207"/>
                    </a:lnTo>
                    <a:lnTo>
                      <a:pt x="25" y="203"/>
                    </a:lnTo>
                    <a:lnTo>
                      <a:pt x="26" y="200"/>
                    </a:lnTo>
                    <a:lnTo>
                      <a:pt x="29" y="195"/>
                    </a:lnTo>
                    <a:lnTo>
                      <a:pt x="32" y="192"/>
                    </a:lnTo>
                    <a:lnTo>
                      <a:pt x="35" y="189"/>
                    </a:lnTo>
                    <a:lnTo>
                      <a:pt x="31" y="188"/>
                    </a:lnTo>
                    <a:lnTo>
                      <a:pt x="27" y="186"/>
                    </a:lnTo>
                    <a:lnTo>
                      <a:pt x="24" y="184"/>
                    </a:lnTo>
                    <a:lnTo>
                      <a:pt x="22" y="180"/>
                    </a:lnTo>
                    <a:lnTo>
                      <a:pt x="22" y="176"/>
                    </a:lnTo>
                    <a:lnTo>
                      <a:pt x="24" y="169"/>
                    </a:lnTo>
                    <a:lnTo>
                      <a:pt x="25" y="163"/>
                    </a:lnTo>
                    <a:lnTo>
                      <a:pt x="26" y="158"/>
                    </a:lnTo>
                    <a:lnTo>
                      <a:pt x="24" y="156"/>
                    </a:lnTo>
                    <a:lnTo>
                      <a:pt x="20" y="155"/>
                    </a:lnTo>
                    <a:lnTo>
                      <a:pt x="16" y="152"/>
                    </a:lnTo>
                    <a:lnTo>
                      <a:pt x="14" y="152"/>
                    </a:lnTo>
                    <a:lnTo>
                      <a:pt x="11" y="151"/>
                    </a:lnTo>
                    <a:lnTo>
                      <a:pt x="8" y="151"/>
                    </a:lnTo>
                    <a:lnTo>
                      <a:pt x="4" y="150"/>
                    </a:lnTo>
                    <a:lnTo>
                      <a:pt x="1" y="148"/>
                    </a:lnTo>
                    <a:lnTo>
                      <a:pt x="0" y="136"/>
                    </a:lnTo>
                    <a:lnTo>
                      <a:pt x="4" y="117"/>
                    </a:lnTo>
                    <a:lnTo>
                      <a:pt x="10" y="98"/>
                    </a:lnTo>
                    <a:lnTo>
                      <a:pt x="14" y="87"/>
                    </a:lnTo>
                    <a:lnTo>
                      <a:pt x="10" y="83"/>
                    </a:lnTo>
                    <a:lnTo>
                      <a:pt x="8" y="79"/>
                    </a:lnTo>
                    <a:lnTo>
                      <a:pt x="8" y="74"/>
                    </a:lnTo>
                    <a:lnTo>
                      <a:pt x="9" y="71"/>
                    </a:lnTo>
                    <a:lnTo>
                      <a:pt x="8" y="65"/>
                    </a:lnTo>
                    <a:lnTo>
                      <a:pt x="8" y="57"/>
                    </a:lnTo>
                    <a:lnTo>
                      <a:pt x="9" y="50"/>
                    </a:lnTo>
                    <a:lnTo>
                      <a:pt x="10" y="44"/>
                    </a:lnTo>
                    <a:lnTo>
                      <a:pt x="11" y="38"/>
                    </a:lnTo>
                    <a:lnTo>
                      <a:pt x="15" y="33"/>
                    </a:lnTo>
                    <a:lnTo>
                      <a:pt x="17" y="28"/>
                    </a:lnTo>
                    <a:lnTo>
                      <a:pt x="22" y="25"/>
                    </a:lnTo>
                    <a:lnTo>
                      <a:pt x="27" y="22"/>
                    </a:lnTo>
                    <a:lnTo>
                      <a:pt x="33" y="20"/>
                    </a:lnTo>
                    <a:lnTo>
                      <a:pt x="39" y="17"/>
                    </a:lnTo>
                    <a:lnTo>
                      <a:pt x="44" y="14"/>
                    </a:lnTo>
                    <a:lnTo>
                      <a:pt x="47" y="11"/>
                    </a:lnTo>
                    <a:lnTo>
                      <a:pt x="53" y="6"/>
                    </a:lnTo>
                    <a:lnTo>
                      <a:pt x="57" y="2"/>
                    </a:lnTo>
                    <a:lnTo>
                      <a:pt x="62" y="0"/>
                    </a:lnTo>
                    <a:lnTo>
                      <a:pt x="61" y="5"/>
                    </a:lnTo>
                    <a:lnTo>
                      <a:pt x="59" y="11"/>
                    </a:lnTo>
                    <a:lnTo>
                      <a:pt x="56" y="18"/>
                    </a:lnTo>
                    <a:lnTo>
                      <a:pt x="54" y="26"/>
                    </a:lnTo>
                    <a:lnTo>
                      <a:pt x="54" y="36"/>
                    </a:lnTo>
                    <a:lnTo>
                      <a:pt x="57" y="48"/>
                    </a:lnTo>
                    <a:lnTo>
                      <a:pt x="62" y="59"/>
                    </a:lnTo>
                    <a:lnTo>
                      <a:pt x="67" y="65"/>
                    </a:lnTo>
                    <a:lnTo>
                      <a:pt x="72" y="71"/>
                    </a:lnTo>
                    <a:lnTo>
                      <a:pt x="79" y="79"/>
                    </a:lnTo>
                    <a:lnTo>
                      <a:pt x="84" y="90"/>
                    </a:lnTo>
                    <a:lnTo>
                      <a:pt x="86" y="101"/>
                    </a:lnTo>
                    <a:lnTo>
                      <a:pt x="83" y="110"/>
                    </a:lnTo>
                    <a:lnTo>
                      <a:pt x="77" y="118"/>
                    </a:lnTo>
                    <a:lnTo>
                      <a:pt x="69" y="126"/>
                    </a:lnTo>
                    <a:lnTo>
                      <a:pt x="62" y="134"/>
                    </a:lnTo>
                    <a:lnTo>
                      <a:pt x="57" y="143"/>
                    </a:lnTo>
                    <a:lnTo>
                      <a:pt x="55" y="154"/>
                    </a:lnTo>
                    <a:lnTo>
                      <a:pt x="55" y="166"/>
                    </a:lnTo>
                    <a:lnTo>
                      <a:pt x="56" y="177"/>
                    </a:lnTo>
                    <a:lnTo>
                      <a:pt x="57" y="180"/>
                    </a:lnTo>
                    <a:lnTo>
                      <a:pt x="59" y="185"/>
                    </a:lnTo>
                    <a:lnTo>
                      <a:pt x="60" y="190"/>
                    </a:lnTo>
                    <a:lnTo>
                      <a:pt x="60" y="197"/>
                    </a:lnTo>
                    <a:lnTo>
                      <a:pt x="60" y="203"/>
                    </a:lnTo>
                    <a:lnTo>
                      <a:pt x="61" y="209"/>
                    </a:lnTo>
                    <a:lnTo>
                      <a:pt x="63" y="214"/>
                    </a:lnTo>
                    <a:lnTo>
                      <a:pt x="64" y="217"/>
                    </a:lnTo>
                    <a:lnTo>
                      <a:pt x="67" y="225"/>
                    </a:lnTo>
                    <a:lnTo>
                      <a:pt x="69" y="238"/>
                    </a:lnTo>
                    <a:lnTo>
                      <a:pt x="67" y="252"/>
                    </a:lnTo>
                    <a:lnTo>
                      <a:pt x="57" y="25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4" name="Freeform 105">
                <a:extLst>
                  <a:ext uri="{FF2B5EF4-FFF2-40B4-BE49-F238E27FC236}">
                    <a16:creationId xmlns:a16="http://schemas.microsoft.com/office/drawing/2014/main" id="{A51CF4A3-249A-403D-819F-50FE50F87BB2}"/>
                  </a:ext>
                </a:extLst>
              </p:cNvPr>
              <p:cNvSpPr>
                <a:spLocks/>
              </p:cNvSpPr>
              <p:nvPr/>
            </p:nvSpPr>
            <p:spPr bwMode="auto">
              <a:xfrm>
                <a:off x="4563" y="3018"/>
                <a:ext cx="18" cy="37"/>
              </a:xfrm>
              <a:custGeom>
                <a:avLst/>
                <a:gdLst>
                  <a:gd name="T0" fmla="*/ 0 w 34"/>
                  <a:gd name="T1" fmla="*/ 5 h 68"/>
                  <a:gd name="T2" fmla="*/ 4 w 34"/>
                  <a:gd name="T3" fmla="*/ 5 h 68"/>
                  <a:gd name="T4" fmla="*/ 8 w 34"/>
                  <a:gd name="T5" fmla="*/ 5 h 68"/>
                  <a:gd name="T6" fmla="*/ 11 w 34"/>
                  <a:gd name="T7" fmla="*/ 3 h 68"/>
                  <a:gd name="T8" fmla="*/ 13 w 34"/>
                  <a:gd name="T9" fmla="*/ 0 h 68"/>
                  <a:gd name="T10" fmla="*/ 16 w 34"/>
                  <a:gd name="T11" fmla="*/ 7 h 68"/>
                  <a:gd name="T12" fmla="*/ 18 w 34"/>
                  <a:gd name="T13" fmla="*/ 14 h 68"/>
                  <a:gd name="T14" fmla="*/ 18 w 34"/>
                  <a:gd name="T15" fmla="*/ 21 h 68"/>
                  <a:gd name="T16" fmla="*/ 16 w 34"/>
                  <a:gd name="T17" fmla="*/ 26 h 68"/>
                  <a:gd name="T18" fmla="*/ 12 w 34"/>
                  <a:gd name="T19" fmla="*/ 29 h 68"/>
                  <a:gd name="T20" fmla="*/ 8 w 34"/>
                  <a:gd name="T21" fmla="*/ 32 h 68"/>
                  <a:gd name="T22" fmla="*/ 4 w 34"/>
                  <a:gd name="T23" fmla="*/ 34 h 68"/>
                  <a:gd name="T24" fmla="*/ 2 w 34"/>
                  <a:gd name="T25" fmla="*/ 37 h 68"/>
                  <a:gd name="T26" fmla="*/ 3 w 34"/>
                  <a:gd name="T27" fmla="*/ 30 h 68"/>
                  <a:gd name="T28" fmla="*/ 3 w 34"/>
                  <a:gd name="T29" fmla="*/ 21 h 68"/>
                  <a:gd name="T30" fmla="*/ 2 w 34"/>
                  <a:gd name="T31" fmla="*/ 12 h 68"/>
                  <a:gd name="T32" fmla="*/ 0 w 34"/>
                  <a:gd name="T33" fmla="*/ 5 h 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68">
                    <a:moveTo>
                      <a:pt x="0" y="9"/>
                    </a:moveTo>
                    <a:lnTo>
                      <a:pt x="7" y="10"/>
                    </a:lnTo>
                    <a:lnTo>
                      <a:pt x="15" y="9"/>
                    </a:lnTo>
                    <a:lnTo>
                      <a:pt x="21" y="6"/>
                    </a:lnTo>
                    <a:lnTo>
                      <a:pt x="24" y="0"/>
                    </a:lnTo>
                    <a:lnTo>
                      <a:pt x="30" y="12"/>
                    </a:lnTo>
                    <a:lnTo>
                      <a:pt x="34" y="25"/>
                    </a:lnTo>
                    <a:lnTo>
                      <a:pt x="34" y="38"/>
                    </a:lnTo>
                    <a:lnTo>
                      <a:pt x="30" y="47"/>
                    </a:lnTo>
                    <a:lnTo>
                      <a:pt x="23" y="53"/>
                    </a:lnTo>
                    <a:lnTo>
                      <a:pt x="15" y="58"/>
                    </a:lnTo>
                    <a:lnTo>
                      <a:pt x="8" y="62"/>
                    </a:lnTo>
                    <a:lnTo>
                      <a:pt x="4" y="68"/>
                    </a:lnTo>
                    <a:lnTo>
                      <a:pt x="6" y="55"/>
                    </a:lnTo>
                    <a:lnTo>
                      <a:pt x="6" y="38"/>
                    </a:lnTo>
                    <a:lnTo>
                      <a:pt x="4" y="22"/>
                    </a:lnTo>
                    <a:lnTo>
                      <a:pt x="0"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5" name="Freeform 106">
                <a:extLst>
                  <a:ext uri="{FF2B5EF4-FFF2-40B4-BE49-F238E27FC236}">
                    <a16:creationId xmlns:a16="http://schemas.microsoft.com/office/drawing/2014/main" id="{461576C1-91F6-4938-A3BE-0CE7A84D79D3}"/>
                  </a:ext>
                </a:extLst>
              </p:cNvPr>
              <p:cNvSpPr>
                <a:spLocks/>
              </p:cNvSpPr>
              <p:nvPr/>
            </p:nvSpPr>
            <p:spPr bwMode="auto">
              <a:xfrm>
                <a:off x="4631" y="2990"/>
                <a:ext cx="24" cy="18"/>
              </a:xfrm>
              <a:custGeom>
                <a:avLst/>
                <a:gdLst>
                  <a:gd name="T0" fmla="*/ 0 w 44"/>
                  <a:gd name="T1" fmla="*/ 9 h 33"/>
                  <a:gd name="T2" fmla="*/ 4 w 44"/>
                  <a:gd name="T3" fmla="*/ 9 h 33"/>
                  <a:gd name="T4" fmla="*/ 8 w 44"/>
                  <a:gd name="T5" fmla="*/ 9 h 33"/>
                  <a:gd name="T6" fmla="*/ 11 w 44"/>
                  <a:gd name="T7" fmla="*/ 8 h 33"/>
                  <a:gd name="T8" fmla="*/ 15 w 44"/>
                  <a:gd name="T9" fmla="*/ 7 h 33"/>
                  <a:gd name="T10" fmla="*/ 17 w 44"/>
                  <a:gd name="T11" fmla="*/ 5 h 33"/>
                  <a:gd name="T12" fmla="*/ 19 w 44"/>
                  <a:gd name="T13" fmla="*/ 3 h 33"/>
                  <a:gd name="T14" fmla="*/ 20 w 44"/>
                  <a:gd name="T15" fmla="*/ 2 h 33"/>
                  <a:gd name="T16" fmla="*/ 21 w 44"/>
                  <a:gd name="T17" fmla="*/ 0 h 33"/>
                  <a:gd name="T18" fmla="*/ 23 w 44"/>
                  <a:gd name="T19" fmla="*/ 3 h 33"/>
                  <a:gd name="T20" fmla="*/ 24 w 44"/>
                  <a:gd name="T21" fmla="*/ 7 h 33"/>
                  <a:gd name="T22" fmla="*/ 23 w 44"/>
                  <a:gd name="T23" fmla="*/ 10 h 33"/>
                  <a:gd name="T24" fmla="*/ 20 w 44"/>
                  <a:gd name="T25" fmla="*/ 14 h 33"/>
                  <a:gd name="T26" fmla="*/ 15 w 44"/>
                  <a:gd name="T27" fmla="*/ 16 h 33"/>
                  <a:gd name="T28" fmla="*/ 11 w 44"/>
                  <a:gd name="T29" fmla="*/ 18 h 33"/>
                  <a:gd name="T30" fmla="*/ 9 w 44"/>
                  <a:gd name="T31" fmla="*/ 18 h 33"/>
                  <a:gd name="T32" fmla="*/ 7 w 44"/>
                  <a:gd name="T33" fmla="*/ 17 h 33"/>
                  <a:gd name="T34" fmla="*/ 4 w 44"/>
                  <a:gd name="T35" fmla="*/ 15 h 33"/>
                  <a:gd name="T36" fmla="*/ 3 w 44"/>
                  <a:gd name="T37" fmla="*/ 13 h 33"/>
                  <a:gd name="T38" fmla="*/ 2 w 44"/>
                  <a:gd name="T39" fmla="*/ 11 h 33"/>
                  <a:gd name="T40" fmla="*/ 0 w 44"/>
                  <a:gd name="T41" fmla="*/ 9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4" h="33">
                    <a:moveTo>
                      <a:pt x="0" y="16"/>
                    </a:moveTo>
                    <a:lnTo>
                      <a:pt x="7" y="17"/>
                    </a:lnTo>
                    <a:lnTo>
                      <a:pt x="14" y="16"/>
                    </a:lnTo>
                    <a:lnTo>
                      <a:pt x="21" y="15"/>
                    </a:lnTo>
                    <a:lnTo>
                      <a:pt x="27" y="12"/>
                    </a:lnTo>
                    <a:lnTo>
                      <a:pt x="32" y="10"/>
                    </a:lnTo>
                    <a:lnTo>
                      <a:pt x="35" y="6"/>
                    </a:lnTo>
                    <a:lnTo>
                      <a:pt x="37" y="3"/>
                    </a:lnTo>
                    <a:lnTo>
                      <a:pt x="38" y="0"/>
                    </a:lnTo>
                    <a:lnTo>
                      <a:pt x="42" y="6"/>
                    </a:lnTo>
                    <a:lnTo>
                      <a:pt x="44" y="13"/>
                    </a:lnTo>
                    <a:lnTo>
                      <a:pt x="43" y="19"/>
                    </a:lnTo>
                    <a:lnTo>
                      <a:pt x="37" y="25"/>
                    </a:lnTo>
                    <a:lnTo>
                      <a:pt x="28" y="29"/>
                    </a:lnTo>
                    <a:lnTo>
                      <a:pt x="21" y="33"/>
                    </a:lnTo>
                    <a:lnTo>
                      <a:pt x="17" y="33"/>
                    </a:lnTo>
                    <a:lnTo>
                      <a:pt x="12" y="31"/>
                    </a:lnTo>
                    <a:lnTo>
                      <a:pt x="8" y="27"/>
                    </a:lnTo>
                    <a:lnTo>
                      <a:pt x="5" y="24"/>
                    </a:lnTo>
                    <a:lnTo>
                      <a:pt x="3" y="20"/>
                    </a:lnTo>
                    <a:lnTo>
                      <a:pt x="0" y="16"/>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6" name="Freeform 107">
                <a:extLst>
                  <a:ext uri="{FF2B5EF4-FFF2-40B4-BE49-F238E27FC236}">
                    <a16:creationId xmlns:a16="http://schemas.microsoft.com/office/drawing/2014/main" id="{A6296236-02C1-4093-BCC9-09F5C023CA5C}"/>
                  </a:ext>
                </a:extLst>
              </p:cNvPr>
              <p:cNvSpPr>
                <a:spLocks/>
              </p:cNvSpPr>
              <p:nvPr/>
            </p:nvSpPr>
            <p:spPr bwMode="auto">
              <a:xfrm>
                <a:off x="4632" y="2983"/>
                <a:ext cx="11" cy="8"/>
              </a:xfrm>
              <a:custGeom>
                <a:avLst/>
                <a:gdLst>
                  <a:gd name="T0" fmla="*/ 0 w 19"/>
                  <a:gd name="T1" fmla="*/ 1 h 17"/>
                  <a:gd name="T2" fmla="*/ 2 w 19"/>
                  <a:gd name="T3" fmla="*/ 2 h 17"/>
                  <a:gd name="T4" fmla="*/ 6 w 19"/>
                  <a:gd name="T5" fmla="*/ 3 h 17"/>
                  <a:gd name="T6" fmla="*/ 9 w 19"/>
                  <a:gd name="T7" fmla="*/ 2 h 17"/>
                  <a:gd name="T8" fmla="*/ 10 w 19"/>
                  <a:gd name="T9" fmla="*/ 0 h 17"/>
                  <a:gd name="T10" fmla="*/ 11 w 19"/>
                  <a:gd name="T11" fmla="*/ 2 h 17"/>
                  <a:gd name="T12" fmla="*/ 11 w 19"/>
                  <a:gd name="T13" fmla="*/ 5 h 17"/>
                  <a:gd name="T14" fmla="*/ 10 w 19"/>
                  <a:gd name="T15" fmla="*/ 7 h 17"/>
                  <a:gd name="T16" fmla="*/ 8 w 19"/>
                  <a:gd name="T17" fmla="*/ 8 h 17"/>
                  <a:gd name="T18" fmla="*/ 5 w 19"/>
                  <a:gd name="T19" fmla="*/ 8 h 17"/>
                  <a:gd name="T20" fmla="*/ 1 w 19"/>
                  <a:gd name="T21" fmla="*/ 7 h 17"/>
                  <a:gd name="T22" fmla="*/ 0 w 19"/>
                  <a:gd name="T23" fmla="*/ 5 h 17"/>
                  <a:gd name="T24" fmla="*/ 0 w 19"/>
                  <a:gd name="T25" fmla="*/ 1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9" h="17">
                    <a:moveTo>
                      <a:pt x="0" y="3"/>
                    </a:moveTo>
                    <a:lnTo>
                      <a:pt x="4" y="5"/>
                    </a:lnTo>
                    <a:lnTo>
                      <a:pt x="10" y="7"/>
                    </a:lnTo>
                    <a:lnTo>
                      <a:pt x="15" y="4"/>
                    </a:lnTo>
                    <a:lnTo>
                      <a:pt x="17" y="0"/>
                    </a:lnTo>
                    <a:lnTo>
                      <a:pt x="19" y="5"/>
                    </a:lnTo>
                    <a:lnTo>
                      <a:pt x="19" y="10"/>
                    </a:lnTo>
                    <a:lnTo>
                      <a:pt x="17" y="15"/>
                    </a:lnTo>
                    <a:lnTo>
                      <a:pt x="14" y="17"/>
                    </a:lnTo>
                    <a:lnTo>
                      <a:pt x="8" y="17"/>
                    </a:lnTo>
                    <a:lnTo>
                      <a:pt x="2" y="15"/>
                    </a:lnTo>
                    <a:lnTo>
                      <a:pt x="0" y="10"/>
                    </a:lnTo>
                    <a:lnTo>
                      <a:pt x="0"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7" name="Freeform 108">
                <a:extLst>
                  <a:ext uri="{FF2B5EF4-FFF2-40B4-BE49-F238E27FC236}">
                    <a16:creationId xmlns:a16="http://schemas.microsoft.com/office/drawing/2014/main" id="{9151E1C5-81BC-4BCB-8D6C-E3FA558148DC}"/>
                  </a:ext>
                </a:extLst>
              </p:cNvPr>
              <p:cNvSpPr>
                <a:spLocks/>
              </p:cNvSpPr>
              <p:nvPr/>
            </p:nvSpPr>
            <p:spPr bwMode="auto">
              <a:xfrm>
                <a:off x="4567" y="2895"/>
                <a:ext cx="40" cy="19"/>
              </a:xfrm>
              <a:custGeom>
                <a:avLst/>
                <a:gdLst>
                  <a:gd name="T0" fmla="*/ 0 w 73"/>
                  <a:gd name="T1" fmla="*/ 13 h 33"/>
                  <a:gd name="T2" fmla="*/ 7 w 73"/>
                  <a:gd name="T3" fmla="*/ 14 h 33"/>
                  <a:gd name="T4" fmla="*/ 12 w 73"/>
                  <a:gd name="T5" fmla="*/ 12 h 33"/>
                  <a:gd name="T6" fmla="*/ 15 w 73"/>
                  <a:gd name="T7" fmla="*/ 9 h 33"/>
                  <a:gd name="T8" fmla="*/ 19 w 73"/>
                  <a:gd name="T9" fmla="*/ 5 h 33"/>
                  <a:gd name="T10" fmla="*/ 20 w 73"/>
                  <a:gd name="T11" fmla="*/ 3 h 33"/>
                  <a:gd name="T12" fmla="*/ 24 w 73"/>
                  <a:gd name="T13" fmla="*/ 2 h 33"/>
                  <a:gd name="T14" fmla="*/ 27 w 73"/>
                  <a:gd name="T15" fmla="*/ 1 h 33"/>
                  <a:gd name="T16" fmla="*/ 31 w 73"/>
                  <a:gd name="T17" fmla="*/ 0 h 33"/>
                  <a:gd name="T18" fmla="*/ 33 w 73"/>
                  <a:gd name="T19" fmla="*/ 1 h 33"/>
                  <a:gd name="T20" fmla="*/ 37 w 73"/>
                  <a:gd name="T21" fmla="*/ 2 h 33"/>
                  <a:gd name="T22" fmla="*/ 39 w 73"/>
                  <a:gd name="T23" fmla="*/ 6 h 33"/>
                  <a:gd name="T24" fmla="*/ 40 w 73"/>
                  <a:gd name="T25" fmla="*/ 12 h 33"/>
                  <a:gd name="T26" fmla="*/ 36 w 73"/>
                  <a:gd name="T27" fmla="*/ 9 h 33"/>
                  <a:gd name="T28" fmla="*/ 31 w 73"/>
                  <a:gd name="T29" fmla="*/ 7 h 33"/>
                  <a:gd name="T30" fmla="*/ 27 w 73"/>
                  <a:gd name="T31" fmla="*/ 9 h 33"/>
                  <a:gd name="T32" fmla="*/ 21 w 73"/>
                  <a:gd name="T33" fmla="*/ 12 h 33"/>
                  <a:gd name="T34" fmla="*/ 19 w 73"/>
                  <a:gd name="T35" fmla="*/ 15 h 33"/>
                  <a:gd name="T36" fmla="*/ 16 w 73"/>
                  <a:gd name="T37" fmla="*/ 17 h 33"/>
                  <a:gd name="T38" fmla="*/ 14 w 73"/>
                  <a:gd name="T39" fmla="*/ 18 h 33"/>
                  <a:gd name="T40" fmla="*/ 12 w 73"/>
                  <a:gd name="T41" fmla="*/ 19 h 33"/>
                  <a:gd name="T42" fmla="*/ 8 w 73"/>
                  <a:gd name="T43" fmla="*/ 19 h 33"/>
                  <a:gd name="T44" fmla="*/ 6 w 73"/>
                  <a:gd name="T45" fmla="*/ 18 h 33"/>
                  <a:gd name="T46" fmla="*/ 3 w 73"/>
                  <a:gd name="T47" fmla="*/ 16 h 33"/>
                  <a:gd name="T48" fmla="*/ 0 w 73"/>
                  <a:gd name="T49" fmla="*/ 13 h 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 h="33">
                    <a:moveTo>
                      <a:pt x="0" y="23"/>
                    </a:moveTo>
                    <a:lnTo>
                      <a:pt x="12" y="24"/>
                    </a:lnTo>
                    <a:lnTo>
                      <a:pt x="21" y="20"/>
                    </a:lnTo>
                    <a:lnTo>
                      <a:pt x="28" y="15"/>
                    </a:lnTo>
                    <a:lnTo>
                      <a:pt x="34" y="9"/>
                    </a:lnTo>
                    <a:lnTo>
                      <a:pt x="37" y="5"/>
                    </a:lnTo>
                    <a:lnTo>
                      <a:pt x="43" y="3"/>
                    </a:lnTo>
                    <a:lnTo>
                      <a:pt x="49" y="1"/>
                    </a:lnTo>
                    <a:lnTo>
                      <a:pt x="56" y="0"/>
                    </a:lnTo>
                    <a:lnTo>
                      <a:pt x="61" y="1"/>
                    </a:lnTo>
                    <a:lnTo>
                      <a:pt x="67" y="4"/>
                    </a:lnTo>
                    <a:lnTo>
                      <a:pt x="71" y="11"/>
                    </a:lnTo>
                    <a:lnTo>
                      <a:pt x="73" y="21"/>
                    </a:lnTo>
                    <a:lnTo>
                      <a:pt x="66" y="16"/>
                    </a:lnTo>
                    <a:lnTo>
                      <a:pt x="57" y="13"/>
                    </a:lnTo>
                    <a:lnTo>
                      <a:pt x="49" y="15"/>
                    </a:lnTo>
                    <a:lnTo>
                      <a:pt x="39" y="21"/>
                    </a:lnTo>
                    <a:lnTo>
                      <a:pt x="35" y="26"/>
                    </a:lnTo>
                    <a:lnTo>
                      <a:pt x="30" y="30"/>
                    </a:lnTo>
                    <a:lnTo>
                      <a:pt x="26" y="32"/>
                    </a:lnTo>
                    <a:lnTo>
                      <a:pt x="21" y="33"/>
                    </a:lnTo>
                    <a:lnTo>
                      <a:pt x="15" y="33"/>
                    </a:lnTo>
                    <a:lnTo>
                      <a:pt x="11" y="31"/>
                    </a:lnTo>
                    <a:lnTo>
                      <a:pt x="5" y="27"/>
                    </a:lnTo>
                    <a:lnTo>
                      <a:pt x="0" y="2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8" name="Freeform 109">
                <a:extLst>
                  <a:ext uri="{FF2B5EF4-FFF2-40B4-BE49-F238E27FC236}">
                    <a16:creationId xmlns:a16="http://schemas.microsoft.com/office/drawing/2014/main" id="{29160E1C-36AD-454D-9DCB-B9FB4DFFAB9D}"/>
                  </a:ext>
                </a:extLst>
              </p:cNvPr>
              <p:cNvSpPr>
                <a:spLocks/>
              </p:cNvSpPr>
              <p:nvPr/>
            </p:nvSpPr>
            <p:spPr bwMode="auto">
              <a:xfrm>
                <a:off x="4615" y="2865"/>
                <a:ext cx="89" cy="126"/>
              </a:xfrm>
              <a:custGeom>
                <a:avLst/>
                <a:gdLst>
                  <a:gd name="T0" fmla="*/ 60 w 162"/>
                  <a:gd name="T1" fmla="*/ 41 h 232"/>
                  <a:gd name="T2" fmla="*/ 54 w 162"/>
                  <a:gd name="T3" fmla="*/ 35 h 232"/>
                  <a:gd name="T4" fmla="*/ 46 w 162"/>
                  <a:gd name="T5" fmla="*/ 34 h 232"/>
                  <a:gd name="T6" fmla="*/ 42 w 162"/>
                  <a:gd name="T7" fmla="*/ 29 h 232"/>
                  <a:gd name="T8" fmla="*/ 42 w 162"/>
                  <a:gd name="T9" fmla="*/ 24 h 232"/>
                  <a:gd name="T10" fmla="*/ 39 w 162"/>
                  <a:gd name="T11" fmla="*/ 17 h 232"/>
                  <a:gd name="T12" fmla="*/ 34 w 162"/>
                  <a:gd name="T13" fmla="*/ 9 h 232"/>
                  <a:gd name="T14" fmla="*/ 23 w 162"/>
                  <a:gd name="T15" fmla="*/ 4 h 232"/>
                  <a:gd name="T16" fmla="*/ 10 w 162"/>
                  <a:gd name="T17" fmla="*/ 4 h 232"/>
                  <a:gd name="T18" fmla="*/ 3 w 162"/>
                  <a:gd name="T19" fmla="*/ 2 h 232"/>
                  <a:gd name="T20" fmla="*/ 4 w 162"/>
                  <a:gd name="T21" fmla="*/ 3 h 232"/>
                  <a:gd name="T22" fmla="*/ 10 w 162"/>
                  <a:gd name="T23" fmla="*/ 8 h 232"/>
                  <a:gd name="T24" fmla="*/ 14 w 162"/>
                  <a:gd name="T25" fmla="*/ 14 h 232"/>
                  <a:gd name="T26" fmla="*/ 18 w 162"/>
                  <a:gd name="T27" fmla="*/ 18 h 232"/>
                  <a:gd name="T28" fmla="*/ 21 w 162"/>
                  <a:gd name="T29" fmla="*/ 24 h 232"/>
                  <a:gd name="T30" fmla="*/ 29 w 162"/>
                  <a:gd name="T31" fmla="*/ 32 h 232"/>
                  <a:gd name="T32" fmla="*/ 37 w 162"/>
                  <a:gd name="T33" fmla="*/ 37 h 232"/>
                  <a:gd name="T34" fmla="*/ 46 w 162"/>
                  <a:gd name="T35" fmla="*/ 47 h 232"/>
                  <a:gd name="T36" fmla="*/ 44 w 162"/>
                  <a:gd name="T37" fmla="*/ 58 h 232"/>
                  <a:gd name="T38" fmla="*/ 43 w 162"/>
                  <a:gd name="T39" fmla="*/ 70 h 232"/>
                  <a:gd name="T40" fmla="*/ 52 w 162"/>
                  <a:gd name="T41" fmla="*/ 77 h 232"/>
                  <a:gd name="T42" fmla="*/ 57 w 162"/>
                  <a:gd name="T43" fmla="*/ 86 h 232"/>
                  <a:gd name="T44" fmla="*/ 53 w 162"/>
                  <a:gd name="T45" fmla="*/ 98 h 232"/>
                  <a:gd name="T46" fmla="*/ 43 w 162"/>
                  <a:gd name="T47" fmla="*/ 103 h 232"/>
                  <a:gd name="T48" fmla="*/ 38 w 162"/>
                  <a:gd name="T49" fmla="*/ 93 h 232"/>
                  <a:gd name="T50" fmla="*/ 34 w 162"/>
                  <a:gd name="T51" fmla="*/ 85 h 232"/>
                  <a:gd name="T52" fmla="*/ 30 w 162"/>
                  <a:gd name="T53" fmla="*/ 80 h 232"/>
                  <a:gd name="T54" fmla="*/ 23 w 162"/>
                  <a:gd name="T55" fmla="*/ 78 h 232"/>
                  <a:gd name="T56" fmla="*/ 12 w 162"/>
                  <a:gd name="T57" fmla="*/ 84 h 232"/>
                  <a:gd name="T58" fmla="*/ 4 w 162"/>
                  <a:gd name="T59" fmla="*/ 99 h 232"/>
                  <a:gd name="T60" fmla="*/ 9 w 162"/>
                  <a:gd name="T61" fmla="*/ 104 h 232"/>
                  <a:gd name="T62" fmla="*/ 16 w 162"/>
                  <a:gd name="T63" fmla="*/ 105 h 232"/>
                  <a:gd name="T64" fmla="*/ 24 w 162"/>
                  <a:gd name="T65" fmla="*/ 105 h 232"/>
                  <a:gd name="T66" fmla="*/ 32 w 162"/>
                  <a:gd name="T67" fmla="*/ 106 h 232"/>
                  <a:gd name="T68" fmla="*/ 41 w 162"/>
                  <a:gd name="T69" fmla="*/ 109 h 232"/>
                  <a:gd name="T70" fmla="*/ 48 w 162"/>
                  <a:gd name="T71" fmla="*/ 114 h 232"/>
                  <a:gd name="T72" fmla="*/ 51 w 162"/>
                  <a:gd name="T73" fmla="*/ 122 h 232"/>
                  <a:gd name="T74" fmla="*/ 58 w 162"/>
                  <a:gd name="T75" fmla="*/ 126 h 232"/>
                  <a:gd name="T76" fmla="*/ 67 w 162"/>
                  <a:gd name="T77" fmla="*/ 123 h 232"/>
                  <a:gd name="T78" fmla="*/ 73 w 162"/>
                  <a:gd name="T79" fmla="*/ 117 h 232"/>
                  <a:gd name="T80" fmla="*/ 70 w 162"/>
                  <a:gd name="T81" fmla="*/ 111 h 232"/>
                  <a:gd name="T82" fmla="*/ 64 w 162"/>
                  <a:gd name="T83" fmla="*/ 112 h 232"/>
                  <a:gd name="T84" fmla="*/ 60 w 162"/>
                  <a:gd name="T85" fmla="*/ 109 h 232"/>
                  <a:gd name="T86" fmla="*/ 64 w 162"/>
                  <a:gd name="T87" fmla="*/ 95 h 232"/>
                  <a:gd name="T88" fmla="*/ 69 w 162"/>
                  <a:gd name="T89" fmla="*/ 88 h 232"/>
                  <a:gd name="T90" fmla="*/ 75 w 162"/>
                  <a:gd name="T91" fmla="*/ 85 h 232"/>
                  <a:gd name="T92" fmla="*/ 80 w 162"/>
                  <a:gd name="T93" fmla="*/ 84 h 232"/>
                  <a:gd name="T94" fmla="*/ 87 w 162"/>
                  <a:gd name="T95" fmla="*/ 86 h 232"/>
                  <a:gd name="T96" fmla="*/ 87 w 162"/>
                  <a:gd name="T97" fmla="*/ 81 h 232"/>
                  <a:gd name="T98" fmla="*/ 79 w 162"/>
                  <a:gd name="T99" fmla="*/ 70 h 232"/>
                  <a:gd name="T100" fmla="*/ 71 w 162"/>
                  <a:gd name="T101" fmla="*/ 66 h 232"/>
                  <a:gd name="T102" fmla="*/ 66 w 162"/>
                  <a:gd name="T103" fmla="*/ 68 h 232"/>
                  <a:gd name="T104" fmla="*/ 66 w 162"/>
                  <a:gd name="T105" fmla="*/ 72 h 232"/>
                  <a:gd name="T106" fmla="*/ 67 w 162"/>
                  <a:gd name="T107" fmla="*/ 77 h 232"/>
                  <a:gd name="T108" fmla="*/ 64 w 162"/>
                  <a:gd name="T109" fmla="*/ 78 h 232"/>
                  <a:gd name="T110" fmla="*/ 59 w 162"/>
                  <a:gd name="T111" fmla="*/ 75 h 232"/>
                  <a:gd name="T112" fmla="*/ 57 w 162"/>
                  <a:gd name="T113" fmla="*/ 70 h 232"/>
                  <a:gd name="T114" fmla="*/ 54 w 162"/>
                  <a:gd name="T115" fmla="*/ 64 h 232"/>
                  <a:gd name="T116" fmla="*/ 58 w 162"/>
                  <a:gd name="T117" fmla="*/ 55 h 232"/>
                  <a:gd name="T118" fmla="*/ 62 w 162"/>
                  <a:gd name="T119" fmla="*/ 48 h 23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2" h="232">
                    <a:moveTo>
                      <a:pt x="113" y="82"/>
                    </a:moveTo>
                    <a:lnTo>
                      <a:pt x="109" y="75"/>
                    </a:lnTo>
                    <a:lnTo>
                      <a:pt x="105" y="69"/>
                    </a:lnTo>
                    <a:lnTo>
                      <a:pt x="98" y="65"/>
                    </a:lnTo>
                    <a:lnTo>
                      <a:pt x="91" y="64"/>
                    </a:lnTo>
                    <a:lnTo>
                      <a:pt x="84" y="63"/>
                    </a:lnTo>
                    <a:lnTo>
                      <a:pt x="79" y="58"/>
                    </a:lnTo>
                    <a:lnTo>
                      <a:pt x="77" y="53"/>
                    </a:lnTo>
                    <a:lnTo>
                      <a:pt x="76" y="48"/>
                    </a:lnTo>
                    <a:lnTo>
                      <a:pt x="76" y="44"/>
                    </a:lnTo>
                    <a:lnTo>
                      <a:pt x="74" y="38"/>
                    </a:lnTo>
                    <a:lnTo>
                      <a:pt x="71" y="31"/>
                    </a:lnTo>
                    <a:lnTo>
                      <a:pt x="67" y="23"/>
                    </a:lnTo>
                    <a:lnTo>
                      <a:pt x="61" y="16"/>
                    </a:lnTo>
                    <a:lnTo>
                      <a:pt x="52" y="11"/>
                    </a:lnTo>
                    <a:lnTo>
                      <a:pt x="41" y="7"/>
                    </a:lnTo>
                    <a:lnTo>
                      <a:pt x="27" y="7"/>
                    </a:lnTo>
                    <a:lnTo>
                      <a:pt x="18" y="7"/>
                    </a:lnTo>
                    <a:lnTo>
                      <a:pt x="11" y="5"/>
                    </a:lnTo>
                    <a:lnTo>
                      <a:pt x="6" y="3"/>
                    </a:lnTo>
                    <a:lnTo>
                      <a:pt x="0" y="0"/>
                    </a:lnTo>
                    <a:lnTo>
                      <a:pt x="7" y="5"/>
                    </a:lnTo>
                    <a:lnTo>
                      <a:pt x="14" y="11"/>
                    </a:lnTo>
                    <a:lnTo>
                      <a:pt x="18" y="15"/>
                    </a:lnTo>
                    <a:lnTo>
                      <a:pt x="23" y="21"/>
                    </a:lnTo>
                    <a:lnTo>
                      <a:pt x="26" y="26"/>
                    </a:lnTo>
                    <a:lnTo>
                      <a:pt x="30" y="30"/>
                    </a:lnTo>
                    <a:lnTo>
                      <a:pt x="32" y="34"/>
                    </a:lnTo>
                    <a:lnTo>
                      <a:pt x="34" y="38"/>
                    </a:lnTo>
                    <a:lnTo>
                      <a:pt x="39" y="45"/>
                    </a:lnTo>
                    <a:lnTo>
                      <a:pt x="46" y="52"/>
                    </a:lnTo>
                    <a:lnTo>
                      <a:pt x="53" y="59"/>
                    </a:lnTo>
                    <a:lnTo>
                      <a:pt x="60" y="63"/>
                    </a:lnTo>
                    <a:lnTo>
                      <a:pt x="68" y="68"/>
                    </a:lnTo>
                    <a:lnTo>
                      <a:pt x="76" y="75"/>
                    </a:lnTo>
                    <a:lnTo>
                      <a:pt x="83" y="86"/>
                    </a:lnTo>
                    <a:lnTo>
                      <a:pt x="84" y="95"/>
                    </a:lnTo>
                    <a:lnTo>
                      <a:pt x="80" y="106"/>
                    </a:lnTo>
                    <a:lnTo>
                      <a:pt x="78" y="118"/>
                    </a:lnTo>
                    <a:lnTo>
                      <a:pt x="79" y="129"/>
                    </a:lnTo>
                    <a:lnTo>
                      <a:pt x="85" y="136"/>
                    </a:lnTo>
                    <a:lnTo>
                      <a:pt x="94" y="142"/>
                    </a:lnTo>
                    <a:lnTo>
                      <a:pt x="100" y="150"/>
                    </a:lnTo>
                    <a:lnTo>
                      <a:pt x="103" y="159"/>
                    </a:lnTo>
                    <a:lnTo>
                      <a:pt x="102" y="170"/>
                    </a:lnTo>
                    <a:lnTo>
                      <a:pt x="97" y="180"/>
                    </a:lnTo>
                    <a:lnTo>
                      <a:pt x="88" y="187"/>
                    </a:lnTo>
                    <a:lnTo>
                      <a:pt x="79" y="189"/>
                    </a:lnTo>
                    <a:lnTo>
                      <a:pt x="72" y="180"/>
                    </a:lnTo>
                    <a:lnTo>
                      <a:pt x="69" y="172"/>
                    </a:lnTo>
                    <a:lnTo>
                      <a:pt x="65" y="165"/>
                    </a:lnTo>
                    <a:lnTo>
                      <a:pt x="62" y="157"/>
                    </a:lnTo>
                    <a:lnTo>
                      <a:pt x="59" y="151"/>
                    </a:lnTo>
                    <a:lnTo>
                      <a:pt x="54" y="147"/>
                    </a:lnTo>
                    <a:lnTo>
                      <a:pt x="48" y="143"/>
                    </a:lnTo>
                    <a:lnTo>
                      <a:pt x="41" y="143"/>
                    </a:lnTo>
                    <a:lnTo>
                      <a:pt x="34" y="144"/>
                    </a:lnTo>
                    <a:lnTo>
                      <a:pt x="21" y="154"/>
                    </a:lnTo>
                    <a:lnTo>
                      <a:pt x="11" y="168"/>
                    </a:lnTo>
                    <a:lnTo>
                      <a:pt x="8" y="182"/>
                    </a:lnTo>
                    <a:lnTo>
                      <a:pt x="11" y="190"/>
                    </a:lnTo>
                    <a:lnTo>
                      <a:pt x="16" y="192"/>
                    </a:lnTo>
                    <a:lnTo>
                      <a:pt x="22" y="193"/>
                    </a:lnTo>
                    <a:lnTo>
                      <a:pt x="29" y="194"/>
                    </a:lnTo>
                    <a:lnTo>
                      <a:pt x="37" y="194"/>
                    </a:lnTo>
                    <a:lnTo>
                      <a:pt x="44" y="194"/>
                    </a:lnTo>
                    <a:lnTo>
                      <a:pt x="52" y="195"/>
                    </a:lnTo>
                    <a:lnTo>
                      <a:pt x="59" y="196"/>
                    </a:lnTo>
                    <a:lnTo>
                      <a:pt x="64" y="197"/>
                    </a:lnTo>
                    <a:lnTo>
                      <a:pt x="74" y="201"/>
                    </a:lnTo>
                    <a:lnTo>
                      <a:pt x="82" y="205"/>
                    </a:lnTo>
                    <a:lnTo>
                      <a:pt x="87" y="210"/>
                    </a:lnTo>
                    <a:lnTo>
                      <a:pt x="90" y="217"/>
                    </a:lnTo>
                    <a:lnTo>
                      <a:pt x="93" y="224"/>
                    </a:lnTo>
                    <a:lnTo>
                      <a:pt x="99" y="230"/>
                    </a:lnTo>
                    <a:lnTo>
                      <a:pt x="106" y="232"/>
                    </a:lnTo>
                    <a:lnTo>
                      <a:pt x="114" y="231"/>
                    </a:lnTo>
                    <a:lnTo>
                      <a:pt x="122" y="226"/>
                    </a:lnTo>
                    <a:lnTo>
                      <a:pt x="129" y="220"/>
                    </a:lnTo>
                    <a:lnTo>
                      <a:pt x="132" y="215"/>
                    </a:lnTo>
                    <a:lnTo>
                      <a:pt x="132" y="209"/>
                    </a:lnTo>
                    <a:lnTo>
                      <a:pt x="128" y="205"/>
                    </a:lnTo>
                    <a:lnTo>
                      <a:pt x="122" y="205"/>
                    </a:lnTo>
                    <a:lnTo>
                      <a:pt x="116" y="206"/>
                    </a:lnTo>
                    <a:lnTo>
                      <a:pt x="113" y="210"/>
                    </a:lnTo>
                    <a:lnTo>
                      <a:pt x="110" y="200"/>
                    </a:lnTo>
                    <a:lnTo>
                      <a:pt x="112" y="187"/>
                    </a:lnTo>
                    <a:lnTo>
                      <a:pt x="116" y="175"/>
                    </a:lnTo>
                    <a:lnTo>
                      <a:pt x="121" y="167"/>
                    </a:lnTo>
                    <a:lnTo>
                      <a:pt x="125" y="162"/>
                    </a:lnTo>
                    <a:lnTo>
                      <a:pt x="131" y="158"/>
                    </a:lnTo>
                    <a:lnTo>
                      <a:pt x="136" y="156"/>
                    </a:lnTo>
                    <a:lnTo>
                      <a:pt x="140" y="155"/>
                    </a:lnTo>
                    <a:lnTo>
                      <a:pt x="145" y="155"/>
                    </a:lnTo>
                    <a:lnTo>
                      <a:pt x="152" y="156"/>
                    </a:lnTo>
                    <a:lnTo>
                      <a:pt x="159" y="158"/>
                    </a:lnTo>
                    <a:lnTo>
                      <a:pt x="162" y="162"/>
                    </a:lnTo>
                    <a:lnTo>
                      <a:pt x="158" y="150"/>
                    </a:lnTo>
                    <a:lnTo>
                      <a:pt x="151" y="139"/>
                    </a:lnTo>
                    <a:lnTo>
                      <a:pt x="144" y="128"/>
                    </a:lnTo>
                    <a:lnTo>
                      <a:pt x="136" y="122"/>
                    </a:lnTo>
                    <a:lnTo>
                      <a:pt x="130" y="122"/>
                    </a:lnTo>
                    <a:lnTo>
                      <a:pt x="124" y="122"/>
                    </a:lnTo>
                    <a:lnTo>
                      <a:pt x="120" y="125"/>
                    </a:lnTo>
                    <a:lnTo>
                      <a:pt x="118" y="128"/>
                    </a:lnTo>
                    <a:lnTo>
                      <a:pt x="121" y="133"/>
                    </a:lnTo>
                    <a:lnTo>
                      <a:pt x="122" y="137"/>
                    </a:lnTo>
                    <a:lnTo>
                      <a:pt x="122" y="142"/>
                    </a:lnTo>
                    <a:lnTo>
                      <a:pt x="120" y="144"/>
                    </a:lnTo>
                    <a:lnTo>
                      <a:pt x="116" y="144"/>
                    </a:lnTo>
                    <a:lnTo>
                      <a:pt x="112" y="142"/>
                    </a:lnTo>
                    <a:lnTo>
                      <a:pt x="108" y="139"/>
                    </a:lnTo>
                    <a:lnTo>
                      <a:pt x="106" y="134"/>
                    </a:lnTo>
                    <a:lnTo>
                      <a:pt x="103" y="129"/>
                    </a:lnTo>
                    <a:lnTo>
                      <a:pt x="101" y="124"/>
                    </a:lnTo>
                    <a:lnTo>
                      <a:pt x="99" y="117"/>
                    </a:lnTo>
                    <a:lnTo>
                      <a:pt x="101" y="110"/>
                    </a:lnTo>
                    <a:lnTo>
                      <a:pt x="106" y="102"/>
                    </a:lnTo>
                    <a:lnTo>
                      <a:pt x="109" y="95"/>
                    </a:lnTo>
                    <a:lnTo>
                      <a:pt x="112" y="88"/>
                    </a:lnTo>
                    <a:lnTo>
                      <a:pt x="113" y="82"/>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19" name="Freeform 110">
                <a:extLst>
                  <a:ext uri="{FF2B5EF4-FFF2-40B4-BE49-F238E27FC236}">
                    <a16:creationId xmlns:a16="http://schemas.microsoft.com/office/drawing/2014/main" id="{CC55662E-7562-4C08-89E7-7387F16423EB}"/>
                  </a:ext>
                </a:extLst>
              </p:cNvPr>
              <p:cNvSpPr>
                <a:spLocks/>
              </p:cNvSpPr>
              <p:nvPr/>
            </p:nvSpPr>
            <p:spPr bwMode="auto">
              <a:xfrm>
                <a:off x="4479" y="2986"/>
                <a:ext cx="23" cy="13"/>
              </a:xfrm>
              <a:custGeom>
                <a:avLst/>
                <a:gdLst>
                  <a:gd name="T0" fmla="*/ 3 w 41"/>
                  <a:gd name="T1" fmla="*/ 13 h 26"/>
                  <a:gd name="T2" fmla="*/ 1 w 41"/>
                  <a:gd name="T3" fmla="*/ 11 h 26"/>
                  <a:gd name="T4" fmla="*/ 0 w 41"/>
                  <a:gd name="T5" fmla="*/ 9 h 26"/>
                  <a:gd name="T6" fmla="*/ 0 w 41"/>
                  <a:gd name="T7" fmla="*/ 7 h 26"/>
                  <a:gd name="T8" fmla="*/ 1 w 41"/>
                  <a:gd name="T9" fmla="*/ 5 h 26"/>
                  <a:gd name="T10" fmla="*/ 2 w 41"/>
                  <a:gd name="T11" fmla="*/ 3 h 26"/>
                  <a:gd name="T12" fmla="*/ 4 w 41"/>
                  <a:gd name="T13" fmla="*/ 2 h 26"/>
                  <a:gd name="T14" fmla="*/ 7 w 41"/>
                  <a:gd name="T15" fmla="*/ 2 h 26"/>
                  <a:gd name="T16" fmla="*/ 10 w 41"/>
                  <a:gd name="T17" fmla="*/ 1 h 26"/>
                  <a:gd name="T18" fmla="*/ 13 w 41"/>
                  <a:gd name="T19" fmla="*/ 0 h 26"/>
                  <a:gd name="T20" fmla="*/ 16 w 41"/>
                  <a:gd name="T21" fmla="*/ 1 h 26"/>
                  <a:gd name="T22" fmla="*/ 19 w 41"/>
                  <a:gd name="T23" fmla="*/ 1 h 26"/>
                  <a:gd name="T24" fmla="*/ 23 w 41"/>
                  <a:gd name="T25" fmla="*/ 2 h 26"/>
                  <a:gd name="T26" fmla="*/ 17 w 41"/>
                  <a:gd name="T27" fmla="*/ 2 h 26"/>
                  <a:gd name="T28" fmla="*/ 13 w 41"/>
                  <a:gd name="T29" fmla="*/ 3 h 26"/>
                  <a:gd name="T30" fmla="*/ 9 w 41"/>
                  <a:gd name="T31" fmla="*/ 4 h 26"/>
                  <a:gd name="T32" fmla="*/ 6 w 41"/>
                  <a:gd name="T33" fmla="*/ 5 h 26"/>
                  <a:gd name="T34" fmla="*/ 5 w 41"/>
                  <a:gd name="T35" fmla="*/ 7 h 26"/>
                  <a:gd name="T36" fmla="*/ 6 w 41"/>
                  <a:gd name="T37" fmla="*/ 9 h 26"/>
                  <a:gd name="T38" fmla="*/ 6 w 41"/>
                  <a:gd name="T39" fmla="*/ 11 h 26"/>
                  <a:gd name="T40" fmla="*/ 3 w 41"/>
                  <a:gd name="T41" fmla="*/ 13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1" h="26">
                    <a:moveTo>
                      <a:pt x="6" y="26"/>
                    </a:moveTo>
                    <a:lnTo>
                      <a:pt x="2" y="22"/>
                    </a:lnTo>
                    <a:lnTo>
                      <a:pt x="0" y="18"/>
                    </a:lnTo>
                    <a:lnTo>
                      <a:pt x="0" y="13"/>
                    </a:lnTo>
                    <a:lnTo>
                      <a:pt x="1" y="10"/>
                    </a:lnTo>
                    <a:lnTo>
                      <a:pt x="4" y="6"/>
                    </a:lnTo>
                    <a:lnTo>
                      <a:pt x="8" y="4"/>
                    </a:lnTo>
                    <a:lnTo>
                      <a:pt x="12" y="3"/>
                    </a:lnTo>
                    <a:lnTo>
                      <a:pt x="17" y="2"/>
                    </a:lnTo>
                    <a:lnTo>
                      <a:pt x="23" y="0"/>
                    </a:lnTo>
                    <a:lnTo>
                      <a:pt x="29" y="2"/>
                    </a:lnTo>
                    <a:lnTo>
                      <a:pt x="34" y="2"/>
                    </a:lnTo>
                    <a:lnTo>
                      <a:pt x="41" y="3"/>
                    </a:lnTo>
                    <a:lnTo>
                      <a:pt x="31" y="4"/>
                    </a:lnTo>
                    <a:lnTo>
                      <a:pt x="23" y="6"/>
                    </a:lnTo>
                    <a:lnTo>
                      <a:pt x="16" y="7"/>
                    </a:lnTo>
                    <a:lnTo>
                      <a:pt x="11" y="10"/>
                    </a:lnTo>
                    <a:lnTo>
                      <a:pt x="9" y="13"/>
                    </a:lnTo>
                    <a:lnTo>
                      <a:pt x="10" y="18"/>
                    </a:lnTo>
                    <a:lnTo>
                      <a:pt x="10" y="22"/>
                    </a:lnTo>
                    <a:lnTo>
                      <a:pt x="6" y="2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0" name="Freeform 111">
                <a:extLst>
                  <a:ext uri="{FF2B5EF4-FFF2-40B4-BE49-F238E27FC236}">
                    <a16:creationId xmlns:a16="http://schemas.microsoft.com/office/drawing/2014/main" id="{1544567A-DB5F-4C2E-8FDF-8BCAA10B6C35}"/>
                  </a:ext>
                </a:extLst>
              </p:cNvPr>
              <p:cNvSpPr>
                <a:spLocks/>
              </p:cNvSpPr>
              <p:nvPr/>
            </p:nvSpPr>
            <p:spPr bwMode="auto">
              <a:xfrm>
                <a:off x="4474" y="3032"/>
                <a:ext cx="18" cy="6"/>
              </a:xfrm>
              <a:custGeom>
                <a:avLst/>
                <a:gdLst>
                  <a:gd name="T0" fmla="*/ 15 w 31"/>
                  <a:gd name="T1" fmla="*/ 6 h 11"/>
                  <a:gd name="T2" fmla="*/ 13 w 31"/>
                  <a:gd name="T3" fmla="*/ 5 h 11"/>
                  <a:gd name="T4" fmla="*/ 11 w 31"/>
                  <a:gd name="T5" fmla="*/ 4 h 11"/>
                  <a:gd name="T6" fmla="*/ 9 w 31"/>
                  <a:gd name="T7" fmla="*/ 3 h 11"/>
                  <a:gd name="T8" fmla="*/ 8 w 31"/>
                  <a:gd name="T9" fmla="*/ 3 h 11"/>
                  <a:gd name="T10" fmla="*/ 6 w 31"/>
                  <a:gd name="T11" fmla="*/ 2 h 11"/>
                  <a:gd name="T12" fmla="*/ 4 w 31"/>
                  <a:gd name="T13" fmla="*/ 2 h 11"/>
                  <a:gd name="T14" fmla="*/ 2 w 31"/>
                  <a:gd name="T15" fmla="*/ 2 h 11"/>
                  <a:gd name="T16" fmla="*/ 0 w 31"/>
                  <a:gd name="T17" fmla="*/ 1 h 11"/>
                  <a:gd name="T18" fmla="*/ 3 w 31"/>
                  <a:gd name="T19" fmla="*/ 0 h 11"/>
                  <a:gd name="T20" fmla="*/ 5 w 31"/>
                  <a:gd name="T21" fmla="*/ 0 h 11"/>
                  <a:gd name="T22" fmla="*/ 6 w 31"/>
                  <a:gd name="T23" fmla="*/ 0 h 11"/>
                  <a:gd name="T24" fmla="*/ 8 w 31"/>
                  <a:gd name="T25" fmla="*/ 1 h 11"/>
                  <a:gd name="T26" fmla="*/ 10 w 31"/>
                  <a:gd name="T27" fmla="*/ 1 h 11"/>
                  <a:gd name="T28" fmla="*/ 13 w 31"/>
                  <a:gd name="T29" fmla="*/ 1 h 11"/>
                  <a:gd name="T30" fmla="*/ 16 w 31"/>
                  <a:gd name="T31" fmla="*/ 1 h 11"/>
                  <a:gd name="T32" fmla="*/ 18 w 31"/>
                  <a:gd name="T33" fmla="*/ 0 h 11"/>
                  <a:gd name="T34" fmla="*/ 18 w 31"/>
                  <a:gd name="T35" fmla="*/ 2 h 11"/>
                  <a:gd name="T36" fmla="*/ 18 w 31"/>
                  <a:gd name="T37" fmla="*/ 4 h 11"/>
                  <a:gd name="T38" fmla="*/ 17 w 31"/>
                  <a:gd name="T39" fmla="*/ 5 h 11"/>
                  <a:gd name="T40" fmla="*/ 15 w 31"/>
                  <a:gd name="T41" fmla="*/ 6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1" h="11">
                    <a:moveTo>
                      <a:pt x="25" y="11"/>
                    </a:moveTo>
                    <a:lnTo>
                      <a:pt x="23" y="9"/>
                    </a:lnTo>
                    <a:lnTo>
                      <a:pt x="19" y="8"/>
                    </a:lnTo>
                    <a:lnTo>
                      <a:pt x="15" y="5"/>
                    </a:lnTo>
                    <a:lnTo>
                      <a:pt x="13" y="5"/>
                    </a:lnTo>
                    <a:lnTo>
                      <a:pt x="10" y="4"/>
                    </a:lnTo>
                    <a:lnTo>
                      <a:pt x="7" y="4"/>
                    </a:lnTo>
                    <a:lnTo>
                      <a:pt x="3" y="3"/>
                    </a:lnTo>
                    <a:lnTo>
                      <a:pt x="0" y="1"/>
                    </a:lnTo>
                    <a:lnTo>
                      <a:pt x="5" y="0"/>
                    </a:lnTo>
                    <a:lnTo>
                      <a:pt x="8" y="0"/>
                    </a:lnTo>
                    <a:lnTo>
                      <a:pt x="11" y="0"/>
                    </a:lnTo>
                    <a:lnTo>
                      <a:pt x="14" y="1"/>
                    </a:lnTo>
                    <a:lnTo>
                      <a:pt x="17" y="2"/>
                    </a:lnTo>
                    <a:lnTo>
                      <a:pt x="23" y="2"/>
                    </a:lnTo>
                    <a:lnTo>
                      <a:pt x="28" y="1"/>
                    </a:lnTo>
                    <a:lnTo>
                      <a:pt x="31" y="0"/>
                    </a:lnTo>
                    <a:lnTo>
                      <a:pt x="31" y="3"/>
                    </a:lnTo>
                    <a:lnTo>
                      <a:pt x="31" y="7"/>
                    </a:lnTo>
                    <a:lnTo>
                      <a:pt x="29" y="10"/>
                    </a:lnTo>
                    <a:lnTo>
                      <a:pt x="25" y="11"/>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1" name="Freeform 112">
                <a:extLst>
                  <a:ext uri="{FF2B5EF4-FFF2-40B4-BE49-F238E27FC236}">
                    <a16:creationId xmlns:a16="http://schemas.microsoft.com/office/drawing/2014/main" id="{A9D9786A-B304-4992-9F57-59746ECA61D7}"/>
                  </a:ext>
                </a:extLst>
              </p:cNvPr>
              <p:cNvSpPr>
                <a:spLocks/>
              </p:cNvSpPr>
              <p:nvPr/>
            </p:nvSpPr>
            <p:spPr bwMode="auto">
              <a:xfrm>
                <a:off x="4486" y="3048"/>
                <a:ext cx="18" cy="9"/>
              </a:xfrm>
              <a:custGeom>
                <a:avLst/>
                <a:gdLst>
                  <a:gd name="T0" fmla="*/ 7 w 32"/>
                  <a:gd name="T1" fmla="*/ 7 h 16"/>
                  <a:gd name="T2" fmla="*/ 5 w 32"/>
                  <a:gd name="T3" fmla="*/ 6 h 16"/>
                  <a:gd name="T4" fmla="*/ 3 w 32"/>
                  <a:gd name="T5" fmla="*/ 5 h 16"/>
                  <a:gd name="T6" fmla="*/ 1 w 32"/>
                  <a:gd name="T7" fmla="*/ 4 h 16"/>
                  <a:gd name="T8" fmla="*/ 0 w 32"/>
                  <a:gd name="T9" fmla="*/ 2 h 16"/>
                  <a:gd name="T10" fmla="*/ 1 w 32"/>
                  <a:gd name="T11" fmla="*/ 1 h 16"/>
                  <a:gd name="T12" fmla="*/ 1 w 32"/>
                  <a:gd name="T13" fmla="*/ 0 h 16"/>
                  <a:gd name="T14" fmla="*/ 2 w 32"/>
                  <a:gd name="T15" fmla="*/ 0 h 16"/>
                  <a:gd name="T16" fmla="*/ 5 w 32"/>
                  <a:gd name="T17" fmla="*/ 1 h 16"/>
                  <a:gd name="T18" fmla="*/ 7 w 32"/>
                  <a:gd name="T19" fmla="*/ 2 h 16"/>
                  <a:gd name="T20" fmla="*/ 11 w 32"/>
                  <a:gd name="T21" fmla="*/ 5 h 16"/>
                  <a:gd name="T22" fmla="*/ 15 w 32"/>
                  <a:gd name="T23" fmla="*/ 7 h 16"/>
                  <a:gd name="T24" fmla="*/ 18 w 32"/>
                  <a:gd name="T25" fmla="*/ 9 h 16"/>
                  <a:gd name="T26" fmla="*/ 15 w 32"/>
                  <a:gd name="T27" fmla="*/ 8 h 16"/>
                  <a:gd name="T28" fmla="*/ 13 w 32"/>
                  <a:gd name="T29" fmla="*/ 7 h 16"/>
                  <a:gd name="T30" fmla="*/ 10 w 32"/>
                  <a:gd name="T31" fmla="*/ 7 h 16"/>
                  <a:gd name="T32" fmla="*/ 7 w 32"/>
                  <a:gd name="T33" fmla="*/ 7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2" h="16">
                    <a:moveTo>
                      <a:pt x="13" y="12"/>
                    </a:moveTo>
                    <a:lnTo>
                      <a:pt x="9" y="11"/>
                    </a:lnTo>
                    <a:lnTo>
                      <a:pt x="5" y="9"/>
                    </a:lnTo>
                    <a:lnTo>
                      <a:pt x="2" y="7"/>
                    </a:lnTo>
                    <a:lnTo>
                      <a:pt x="0" y="3"/>
                    </a:lnTo>
                    <a:lnTo>
                      <a:pt x="1" y="1"/>
                    </a:lnTo>
                    <a:lnTo>
                      <a:pt x="2" y="0"/>
                    </a:lnTo>
                    <a:lnTo>
                      <a:pt x="4" y="0"/>
                    </a:lnTo>
                    <a:lnTo>
                      <a:pt x="8" y="1"/>
                    </a:lnTo>
                    <a:lnTo>
                      <a:pt x="12" y="3"/>
                    </a:lnTo>
                    <a:lnTo>
                      <a:pt x="20" y="8"/>
                    </a:lnTo>
                    <a:lnTo>
                      <a:pt x="27" y="12"/>
                    </a:lnTo>
                    <a:lnTo>
                      <a:pt x="32" y="16"/>
                    </a:lnTo>
                    <a:lnTo>
                      <a:pt x="27" y="15"/>
                    </a:lnTo>
                    <a:lnTo>
                      <a:pt x="23" y="13"/>
                    </a:lnTo>
                    <a:lnTo>
                      <a:pt x="17" y="13"/>
                    </a:lnTo>
                    <a:lnTo>
                      <a:pt x="13" y="12"/>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2" name="Freeform 113">
                <a:extLst>
                  <a:ext uri="{FF2B5EF4-FFF2-40B4-BE49-F238E27FC236}">
                    <a16:creationId xmlns:a16="http://schemas.microsoft.com/office/drawing/2014/main" id="{8CE10351-1E27-4DAB-A90A-4E354F4FCF7D}"/>
                  </a:ext>
                </a:extLst>
              </p:cNvPr>
              <p:cNvSpPr>
                <a:spLocks/>
              </p:cNvSpPr>
              <p:nvPr/>
            </p:nvSpPr>
            <p:spPr bwMode="auto">
              <a:xfrm>
                <a:off x="4489" y="3062"/>
                <a:ext cx="11" cy="13"/>
              </a:xfrm>
              <a:custGeom>
                <a:avLst/>
                <a:gdLst>
                  <a:gd name="T0" fmla="*/ 5 w 22"/>
                  <a:gd name="T1" fmla="*/ 13 h 24"/>
                  <a:gd name="T2" fmla="*/ 5 w 22"/>
                  <a:gd name="T3" fmla="*/ 11 h 24"/>
                  <a:gd name="T4" fmla="*/ 5 w 22"/>
                  <a:gd name="T5" fmla="*/ 10 h 24"/>
                  <a:gd name="T6" fmla="*/ 5 w 22"/>
                  <a:gd name="T7" fmla="*/ 9 h 24"/>
                  <a:gd name="T8" fmla="*/ 5 w 22"/>
                  <a:gd name="T9" fmla="*/ 8 h 24"/>
                  <a:gd name="T10" fmla="*/ 5 w 22"/>
                  <a:gd name="T11" fmla="*/ 7 h 24"/>
                  <a:gd name="T12" fmla="*/ 3 w 22"/>
                  <a:gd name="T13" fmla="*/ 4 h 24"/>
                  <a:gd name="T14" fmla="*/ 1 w 22"/>
                  <a:gd name="T15" fmla="*/ 3 h 24"/>
                  <a:gd name="T16" fmla="*/ 0 w 22"/>
                  <a:gd name="T17" fmla="*/ 1 h 24"/>
                  <a:gd name="T18" fmla="*/ 3 w 22"/>
                  <a:gd name="T19" fmla="*/ 0 h 24"/>
                  <a:gd name="T20" fmla="*/ 6 w 22"/>
                  <a:gd name="T21" fmla="*/ 0 h 24"/>
                  <a:gd name="T22" fmla="*/ 8 w 22"/>
                  <a:gd name="T23" fmla="*/ 1 h 24"/>
                  <a:gd name="T24" fmla="*/ 10 w 22"/>
                  <a:gd name="T25" fmla="*/ 2 h 24"/>
                  <a:gd name="T26" fmla="*/ 11 w 22"/>
                  <a:gd name="T27" fmla="*/ 4 h 24"/>
                  <a:gd name="T28" fmla="*/ 11 w 22"/>
                  <a:gd name="T29" fmla="*/ 7 h 24"/>
                  <a:gd name="T30" fmla="*/ 11 w 22"/>
                  <a:gd name="T31" fmla="*/ 10 h 24"/>
                  <a:gd name="T32" fmla="*/ 11 w 22"/>
                  <a:gd name="T33" fmla="*/ 12 h 24"/>
                  <a:gd name="T34" fmla="*/ 9 w 22"/>
                  <a:gd name="T35" fmla="*/ 12 h 24"/>
                  <a:gd name="T36" fmla="*/ 7 w 22"/>
                  <a:gd name="T37" fmla="*/ 12 h 24"/>
                  <a:gd name="T38" fmla="*/ 6 w 22"/>
                  <a:gd name="T39" fmla="*/ 12 h 24"/>
                  <a:gd name="T40" fmla="*/ 5 w 22"/>
                  <a:gd name="T41" fmla="*/ 13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 h="24">
                    <a:moveTo>
                      <a:pt x="9" y="24"/>
                    </a:moveTo>
                    <a:lnTo>
                      <a:pt x="9" y="21"/>
                    </a:lnTo>
                    <a:lnTo>
                      <a:pt x="10" y="18"/>
                    </a:lnTo>
                    <a:lnTo>
                      <a:pt x="10" y="16"/>
                    </a:lnTo>
                    <a:lnTo>
                      <a:pt x="10" y="15"/>
                    </a:lnTo>
                    <a:lnTo>
                      <a:pt x="9" y="12"/>
                    </a:lnTo>
                    <a:lnTo>
                      <a:pt x="6" y="8"/>
                    </a:lnTo>
                    <a:lnTo>
                      <a:pt x="2" y="5"/>
                    </a:lnTo>
                    <a:lnTo>
                      <a:pt x="0" y="1"/>
                    </a:lnTo>
                    <a:lnTo>
                      <a:pt x="5" y="0"/>
                    </a:lnTo>
                    <a:lnTo>
                      <a:pt x="12" y="0"/>
                    </a:lnTo>
                    <a:lnTo>
                      <a:pt x="16" y="1"/>
                    </a:lnTo>
                    <a:lnTo>
                      <a:pt x="20" y="3"/>
                    </a:lnTo>
                    <a:lnTo>
                      <a:pt x="21" y="7"/>
                    </a:lnTo>
                    <a:lnTo>
                      <a:pt x="22" y="13"/>
                    </a:lnTo>
                    <a:lnTo>
                      <a:pt x="22" y="18"/>
                    </a:lnTo>
                    <a:lnTo>
                      <a:pt x="21" y="23"/>
                    </a:lnTo>
                    <a:lnTo>
                      <a:pt x="17" y="22"/>
                    </a:lnTo>
                    <a:lnTo>
                      <a:pt x="14" y="22"/>
                    </a:lnTo>
                    <a:lnTo>
                      <a:pt x="12" y="23"/>
                    </a:lnTo>
                    <a:lnTo>
                      <a:pt x="9" y="24"/>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3" name="Freeform 114">
                <a:extLst>
                  <a:ext uri="{FF2B5EF4-FFF2-40B4-BE49-F238E27FC236}">
                    <a16:creationId xmlns:a16="http://schemas.microsoft.com/office/drawing/2014/main" id="{205F1688-4421-4449-B4EF-78923D95FA60}"/>
                  </a:ext>
                </a:extLst>
              </p:cNvPr>
              <p:cNvSpPr>
                <a:spLocks/>
              </p:cNvSpPr>
              <p:nvPr/>
            </p:nvSpPr>
            <p:spPr bwMode="auto">
              <a:xfrm>
                <a:off x="4486" y="2997"/>
                <a:ext cx="17" cy="21"/>
              </a:xfrm>
              <a:custGeom>
                <a:avLst/>
                <a:gdLst>
                  <a:gd name="T0" fmla="*/ 17 w 29"/>
                  <a:gd name="T1" fmla="*/ 0 h 38"/>
                  <a:gd name="T2" fmla="*/ 14 w 29"/>
                  <a:gd name="T3" fmla="*/ 5 h 38"/>
                  <a:gd name="T4" fmla="*/ 11 w 29"/>
                  <a:gd name="T5" fmla="*/ 11 h 38"/>
                  <a:gd name="T6" fmla="*/ 8 w 29"/>
                  <a:gd name="T7" fmla="*/ 17 h 38"/>
                  <a:gd name="T8" fmla="*/ 6 w 29"/>
                  <a:gd name="T9" fmla="*/ 21 h 38"/>
                  <a:gd name="T10" fmla="*/ 6 w 29"/>
                  <a:gd name="T11" fmla="*/ 17 h 38"/>
                  <a:gd name="T12" fmla="*/ 5 w 29"/>
                  <a:gd name="T13" fmla="*/ 14 h 38"/>
                  <a:gd name="T14" fmla="*/ 2 w 29"/>
                  <a:gd name="T15" fmla="*/ 12 h 38"/>
                  <a:gd name="T16" fmla="*/ 0 w 29"/>
                  <a:gd name="T17" fmla="*/ 9 h 38"/>
                  <a:gd name="T18" fmla="*/ 4 w 29"/>
                  <a:gd name="T19" fmla="*/ 9 h 38"/>
                  <a:gd name="T20" fmla="*/ 9 w 29"/>
                  <a:gd name="T21" fmla="*/ 7 h 38"/>
                  <a:gd name="T22" fmla="*/ 13 w 29"/>
                  <a:gd name="T23" fmla="*/ 3 h 38"/>
                  <a:gd name="T24" fmla="*/ 17 w 29"/>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38">
                    <a:moveTo>
                      <a:pt x="29" y="0"/>
                    </a:moveTo>
                    <a:lnTo>
                      <a:pt x="24" y="9"/>
                    </a:lnTo>
                    <a:lnTo>
                      <a:pt x="18" y="20"/>
                    </a:lnTo>
                    <a:lnTo>
                      <a:pt x="14" y="30"/>
                    </a:lnTo>
                    <a:lnTo>
                      <a:pt x="11" y="38"/>
                    </a:lnTo>
                    <a:lnTo>
                      <a:pt x="10" y="31"/>
                    </a:lnTo>
                    <a:lnTo>
                      <a:pt x="8" y="25"/>
                    </a:lnTo>
                    <a:lnTo>
                      <a:pt x="3" y="21"/>
                    </a:lnTo>
                    <a:lnTo>
                      <a:pt x="0" y="17"/>
                    </a:lnTo>
                    <a:lnTo>
                      <a:pt x="7" y="16"/>
                    </a:lnTo>
                    <a:lnTo>
                      <a:pt x="15" y="12"/>
                    </a:lnTo>
                    <a:lnTo>
                      <a:pt x="23" y="6"/>
                    </a:lnTo>
                    <a:lnTo>
                      <a:pt x="29"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4" name="Freeform 115">
                <a:extLst>
                  <a:ext uri="{FF2B5EF4-FFF2-40B4-BE49-F238E27FC236}">
                    <a16:creationId xmlns:a16="http://schemas.microsoft.com/office/drawing/2014/main" id="{40683D5E-9A90-4607-BEBF-F739D9A1CD65}"/>
                  </a:ext>
                </a:extLst>
              </p:cNvPr>
              <p:cNvSpPr>
                <a:spLocks/>
              </p:cNvSpPr>
              <p:nvPr/>
            </p:nvSpPr>
            <p:spPr bwMode="auto">
              <a:xfrm>
                <a:off x="4473" y="3003"/>
                <a:ext cx="51" cy="29"/>
              </a:xfrm>
              <a:custGeom>
                <a:avLst/>
                <a:gdLst>
                  <a:gd name="T0" fmla="*/ 20 w 94"/>
                  <a:gd name="T1" fmla="*/ 25 h 53"/>
                  <a:gd name="T2" fmla="*/ 21 w 94"/>
                  <a:gd name="T3" fmla="*/ 22 h 53"/>
                  <a:gd name="T4" fmla="*/ 22 w 94"/>
                  <a:gd name="T5" fmla="*/ 19 h 53"/>
                  <a:gd name="T6" fmla="*/ 22 w 94"/>
                  <a:gd name="T7" fmla="*/ 16 h 53"/>
                  <a:gd name="T8" fmla="*/ 22 w 94"/>
                  <a:gd name="T9" fmla="*/ 14 h 53"/>
                  <a:gd name="T10" fmla="*/ 24 w 94"/>
                  <a:gd name="T11" fmla="*/ 14 h 53"/>
                  <a:gd name="T12" fmla="*/ 28 w 94"/>
                  <a:gd name="T13" fmla="*/ 13 h 53"/>
                  <a:gd name="T14" fmla="*/ 32 w 94"/>
                  <a:gd name="T15" fmla="*/ 10 h 53"/>
                  <a:gd name="T16" fmla="*/ 36 w 94"/>
                  <a:gd name="T17" fmla="*/ 9 h 53"/>
                  <a:gd name="T18" fmla="*/ 41 w 94"/>
                  <a:gd name="T19" fmla="*/ 8 h 53"/>
                  <a:gd name="T20" fmla="*/ 46 w 94"/>
                  <a:gd name="T21" fmla="*/ 6 h 53"/>
                  <a:gd name="T22" fmla="*/ 49 w 94"/>
                  <a:gd name="T23" fmla="*/ 5 h 53"/>
                  <a:gd name="T24" fmla="*/ 51 w 94"/>
                  <a:gd name="T25" fmla="*/ 4 h 53"/>
                  <a:gd name="T26" fmla="*/ 49 w 94"/>
                  <a:gd name="T27" fmla="*/ 0 h 53"/>
                  <a:gd name="T28" fmla="*/ 47 w 94"/>
                  <a:gd name="T29" fmla="*/ 1 h 53"/>
                  <a:gd name="T30" fmla="*/ 41 w 94"/>
                  <a:gd name="T31" fmla="*/ 2 h 53"/>
                  <a:gd name="T32" fmla="*/ 35 w 94"/>
                  <a:gd name="T33" fmla="*/ 5 h 53"/>
                  <a:gd name="T34" fmla="*/ 28 w 94"/>
                  <a:gd name="T35" fmla="*/ 7 h 53"/>
                  <a:gd name="T36" fmla="*/ 22 w 94"/>
                  <a:gd name="T37" fmla="*/ 9 h 53"/>
                  <a:gd name="T38" fmla="*/ 16 w 94"/>
                  <a:gd name="T39" fmla="*/ 11 h 53"/>
                  <a:gd name="T40" fmla="*/ 11 w 94"/>
                  <a:gd name="T41" fmla="*/ 13 h 53"/>
                  <a:gd name="T42" fmla="*/ 8 w 94"/>
                  <a:gd name="T43" fmla="*/ 13 h 53"/>
                  <a:gd name="T44" fmla="*/ 7 w 94"/>
                  <a:gd name="T45" fmla="*/ 10 h 53"/>
                  <a:gd name="T46" fmla="*/ 6 w 94"/>
                  <a:gd name="T47" fmla="*/ 8 h 53"/>
                  <a:gd name="T48" fmla="*/ 5 w 94"/>
                  <a:gd name="T49" fmla="*/ 4 h 53"/>
                  <a:gd name="T50" fmla="*/ 5 w 94"/>
                  <a:gd name="T51" fmla="*/ 2 h 53"/>
                  <a:gd name="T52" fmla="*/ 3 w 94"/>
                  <a:gd name="T53" fmla="*/ 1 h 53"/>
                  <a:gd name="T54" fmla="*/ 2 w 94"/>
                  <a:gd name="T55" fmla="*/ 2 h 53"/>
                  <a:gd name="T56" fmla="*/ 1 w 94"/>
                  <a:gd name="T57" fmla="*/ 2 h 53"/>
                  <a:gd name="T58" fmla="*/ 0 w 94"/>
                  <a:gd name="T59" fmla="*/ 4 h 53"/>
                  <a:gd name="T60" fmla="*/ 1 w 94"/>
                  <a:gd name="T61" fmla="*/ 6 h 53"/>
                  <a:gd name="T62" fmla="*/ 2 w 94"/>
                  <a:gd name="T63" fmla="*/ 9 h 53"/>
                  <a:gd name="T64" fmla="*/ 3 w 94"/>
                  <a:gd name="T65" fmla="*/ 14 h 53"/>
                  <a:gd name="T66" fmla="*/ 5 w 94"/>
                  <a:gd name="T67" fmla="*/ 18 h 53"/>
                  <a:gd name="T68" fmla="*/ 7 w 94"/>
                  <a:gd name="T69" fmla="*/ 21 h 53"/>
                  <a:gd name="T70" fmla="*/ 10 w 94"/>
                  <a:gd name="T71" fmla="*/ 25 h 53"/>
                  <a:gd name="T72" fmla="*/ 14 w 94"/>
                  <a:gd name="T73" fmla="*/ 27 h 53"/>
                  <a:gd name="T74" fmla="*/ 19 w 94"/>
                  <a:gd name="T75" fmla="*/ 29 h 53"/>
                  <a:gd name="T76" fmla="*/ 20 w 94"/>
                  <a:gd name="T77" fmla="*/ 27 h 53"/>
                  <a:gd name="T78" fmla="*/ 20 w 94"/>
                  <a:gd name="T79" fmla="*/ 27 h 53"/>
                  <a:gd name="T80" fmla="*/ 20 w 94"/>
                  <a:gd name="T81" fmla="*/ 26 h 53"/>
                  <a:gd name="T82" fmla="*/ 20 w 94"/>
                  <a:gd name="T83" fmla="*/ 25 h 53"/>
                  <a:gd name="T84" fmla="*/ 18 w 94"/>
                  <a:gd name="T85" fmla="*/ 24 h 53"/>
                  <a:gd name="T86" fmla="*/ 15 w 94"/>
                  <a:gd name="T87" fmla="*/ 22 h 53"/>
                  <a:gd name="T88" fmla="*/ 12 w 94"/>
                  <a:gd name="T89" fmla="*/ 19 h 53"/>
                  <a:gd name="T90" fmla="*/ 11 w 94"/>
                  <a:gd name="T91" fmla="*/ 18 h 53"/>
                  <a:gd name="T92" fmla="*/ 14 w 94"/>
                  <a:gd name="T93" fmla="*/ 17 h 53"/>
                  <a:gd name="T94" fmla="*/ 15 w 94"/>
                  <a:gd name="T95" fmla="*/ 16 h 53"/>
                  <a:gd name="T96" fmla="*/ 17 w 94"/>
                  <a:gd name="T97" fmla="*/ 16 h 53"/>
                  <a:gd name="T98" fmla="*/ 18 w 94"/>
                  <a:gd name="T99" fmla="*/ 15 h 53"/>
                  <a:gd name="T100" fmla="*/ 19 w 94"/>
                  <a:gd name="T101" fmla="*/ 17 h 53"/>
                  <a:gd name="T102" fmla="*/ 19 w 94"/>
                  <a:gd name="T103" fmla="*/ 19 h 53"/>
                  <a:gd name="T104" fmla="*/ 18 w 94"/>
                  <a:gd name="T105" fmla="*/ 22 h 53"/>
                  <a:gd name="T106" fmla="*/ 18 w 94"/>
                  <a:gd name="T107" fmla="*/ 24 h 53"/>
                  <a:gd name="T108" fmla="*/ 20 w 94"/>
                  <a:gd name="T109" fmla="*/ 25 h 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4" h="53">
                    <a:moveTo>
                      <a:pt x="37" y="45"/>
                    </a:moveTo>
                    <a:lnTo>
                      <a:pt x="38" y="41"/>
                    </a:lnTo>
                    <a:lnTo>
                      <a:pt x="41" y="35"/>
                    </a:lnTo>
                    <a:lnTo>
                      <a:pt x="41" y="30"/>
                    </a:lnTo>
                    <a:lnTo>
                      <a:pt x="41" y="26"/>
                    </a:lnTo>
                    <a:lnTo>
                      <a:pt x="44" y="25"/>
                    </a:lnTo>
                    <a:lnTo>
                      <a:pt x="51" y="23"/>
                    </a:lnTo>
                    <a:lnTo>
                      <a:pt x="59" y="19"/>
                    </a:lnTo>
                    <a:lnTo>
                      <a:pt x="67" y="17"/>
                    </a:lnTo>
                    <a:lnTo>
                      <a:pt x="76" y="14"/>
                    </a:lnTo>
                    <a:lnTo>
                      <a:pt x="85" y="11"/>
                    </a:lnTo>
                    <a:lnTo>
                      <a:pt x="90" y="9"/>
                    </a:lnTo>
                    <a:lnTo>
                      <a:pt x="94" y="8"/>
                    </a:lnTo>
                    <a:lnTo>
                      <a:pt x="91" y="0"/>
                    </a:lnTo>
                    <a:lnTo>
                      <a:pt x="86" y="2"/>
                    </a:lnTo>
                    <a:lnTo>
                      <a:pt x="76" y="4"/>
                    </a:lnTo>
                    <a:lnTo>
                      <a:pt x="65" y="9"/>
                    </a:lnTo>
                    <a:lnTo>
                      <a:pt x="52" y="12"/>
                    </a:lnTo>
                    <a:lnTo>
                      <a:pt x="40" y="17"/>
                    </a:lnTo>
                    <a:lnTo>
                      <a:pt x="29" y="20"/>
                    </a:lnTo>
                    <a:lnTo>
                      <a:pt x="20" y="23"/>
                    </a:lnTo>
                    <a:lnTo>
                      <a:pt x="15" y="24"/>
                    </a:lnTo>
                    <a:lnTo>
                      <a:pt x="13" y="19"/>
                    </a:lnTo>
                    <a:lnTo>
                      <a:pt x="11" y="14"/>
                    </a:lnTo>
                    <a:lnTo>
                      <a:pt x="10" y="8"/>
                    </a:lnTo>
                    <a:lnTo>
                      <a:pt x="9" y="3"/>
                    </a:lnTo>
                    <a:lnTo>
                      <a:pt x="6" y="2"/>
                    </a:lnTo>
                    <a:lnTo>
                      <a:pt x="4" y="3"/>
                    </a:lnTo>
                    <a:lnTo>
                      <a:pt x="2" y="4"/>
                    </a:lnTo>
                    <a:lnTo>
                      <a:pt x="0" y="7"/>
                    </a:lnTo>
                    <a:lnTo>
                      <a:pt x="2" y="11"/>
                    </a:lnTo>
                    <a:lnTo>
                      <a:pt x="3" y="17"/>
                    </a:lnTo>
                    <a:lnTo>
                      <a:pt x="5" y="25"/>
                    </a:lnTo>
                    <a:lnTo>
                      <a:pt x="9" y="32"/>
                    </a:lnTo>
                    <a:lnTo>
                      <a:pt x="13" y="39"/>
                    </a:lnTo>
                    <a:lnTo>
                      <a:pt x="19" y="45"/>
                    </a:lnTo>
                    <a:lnTo>
                      <a:pt x="26" y="50"/>
                    </a:lnTo>
                    <a:lnTo>
                      <a:pt x="35" y="53"/>
                    </a:lnTo>
                    <a:lnTo>
                      <a:pt x="37" y="50"/>
                    </a:lnTo>
                    <a:lnTo>
                      <a:pt x="37" y="49"/>
                    </a:lnTo>
                    <a:lnTo>
                      <a:pt x="37" y="47"/>
                    </a:lnTo>
                    <a:lnTo>
                      <a:pt x="37" y="45"/>
                    </a:lnTo>
                    <a:lnTo>
                      <a:pt x="33" y="43"/>
                    </a:lnTo>
                    <a:lnTo>
                      <a:pt x="27" y="40"/>
                    </a:lnTo>
                    <a:lnTo>
                      <a:pt x="22" y="35"/>
                    </a:lnTo>
                    <a:lnTo>
                      <a:pt x="20" y="32"/>
                    </a:lnTo>
                    <a:lnTo>
                      <a:pt x="25" y="31"/>
                    </a:lnTo>
                    <a:lnTo>
                      <a:pt x="28" y="30"/>
                    </a:lnTo>
                    <a:lnTo>
                      <a:pt x="32" y="29"/>
                    </a:lnTo>
                    <a:lnTo>
                      <a:pt x="34" y="27"/>
                    </a:lnTo>
                    <a:lnTo>
                      <a:pt x="35" y="31"/>
                    </a:lnTo>
                    <a:lnTo>
                      <a:pt x="35" y="35"/>
                    </a:lnTo>
                    <a:lnTo>
                      <a:pt x="34" y="40"/>
                    </a:lnTo>
                    <a:lnTo>
                      <a:pt x="33" y="43"/>
                    </a:lnTo>
                    <a:lnTo>
                      <a:pt x="37" y="45"/>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5" name="Freeform 116">
                <a:extLst>
                  <a:ext uri="{FF2B5EF4-FFF2-40B4-BE49-F238E27FC236}">
                    <a16:creationId xmlns:a16="http://schemas.microsoft.com/office/drawing/2014/main" id="{EB50F556-4FF4-401A-B974-DD95E3FE4D19}"/>
                  </a:ext>
                </a:extLst>
              </p:cNvPr>
              <p:cNvSpPr>
                <a:spLocks/>
              </p:cNvSpPr>
              <p:nvPr/>
            </p:nvSpPr>
            <p:spPr bwMode="auto">
              <a:xfrm>
                <a:off x="3373" y="3238"/>
                <a:ext cx="1475" cy="363"/>
              </a:xfrm>
              <a:custGeom>
                <a:avLst/>
                <a:gdLst>
                  <a:gd name="T0" fmla="*/ 1072 w 2700"/>
                  <a:gd name="T1" fmla="*/ 0 h 663"/>
                  <a:gd name="T2" fmla="*/ 1475 w 2700"/>
                  <a:gd name="T3" fmla="*/ 363 h 663"/>
                  <a:gd name="T4" fmla="*/ 279 w 2700"/>
                  <a:gd name="T5" fmla="*/ 363 h 663"/>
                  <a:gd name="T6" fmla="*/ 80 w 2700"/>
                  <a:gd name="T7" fmla="*/ 363 h 663"/>
                  <a:gd name="T8" fmla="*/ 0 w 2700"/>
                  <a:gd name="T9" fmla="*/ 363 h 663"/>
                  <a:gd name="T10" fmla="*/ 477 w 2700"/>
                  <a:gd name="T11" fmla="*/ 0 h 663"/>
                  <a:gd name="T12" fmla="*/ 1072 w 2700"/>
                  <a:gd name="T13" fmla="*/ 0 h 6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00" h="663">
                    <a:moveTo>
                      <a:pt x="1962" y="0"/>
                    </a:moveTo>
                    <a:lnTo>
                      <a:pt x="2700" y="663"/>
                    </a:lnTo>
                    <a:lnTo>
                      <a:pt x="510" y="663"/>
                    </a:lnTo>
                    <a:lnTo>
                      <a:pt x="147" y="663"/>
                    </a:lnTo>
                    <a:lnTo>
                      <a:pt x="0" y="663"/>
                    </a:lnTo>
                    <a:lnTo>
                      <a:pt x="874" y="0"/>
                    </a:lnTo>
                    <a:lnTo>
                      <a:pt x="1962" y="0"/>
                    </a:lnTo>
                    <a:close/>
                  </a:path>
                </a:pathLst>
              </a:custGeom>
              <a:solidFill>
                <a:srgbClr val="003366"/>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6" name="Freeform 117">
                <a:extLst>
                  <a:ext uri="{FF2B5EF4-FFF2-40B4-BE49-F238E27FC236}">
                    <a16:creationId xmlns:a16="http://schemas.microsoft.com/office/drawing/2014/main" id="{F2D4E3B3-A572-42B6-8532-143D324A52F5}"/>
                  </a:ext>
                </a:extLst>
              </p:cNvPr>
              <p:cNvSpPr>
                <a:spLocks/>
              </p:cNvSpPr>
              <p:nvPr/>
            </p:nvSpPr>
            <p:spPr bwMode="auto">
              <a:xfrm>
                <a:off x="4139" y="3350"/>
                <a:ext cx="296" cy="114"/>
              </a:xfrm>
              <a:custGeom>
                <a:avLst/>
                <a:gdLst>
                  <a:gd name="T0" fmla="*/ 296 w 542"/>
                  <a:gd name="T1" fmla="*/ 5 h 211"/>
                  <a:gd name="T2" fmla="*/ 222 w 542"/>
                  <a:gd name="T3" fmla="*/ 114 h 211"/>
                  <a:gd name="T4" fmla="*/ 0 w 542"/>
                  <a:gd name="T5" fmla="*/ 57 h 211"/>
                  <a:gd name="T6" fmla="*/ 7 w 542"/>
                  <a:gd name="T7" fmla="*/ 44 h 211"/>
                  <a:gd name="T8" fmla="*/ 213 w 542"/>
                  <a:gd name="T9" fmla="*/ 97 h 211"/>
                  <a:gd name="T10" fmla="*/ 279 w 542"/>
                  <a:gd name="T11" fmla="*/ 0 h 211"/>
                  <a:gd name="T12" fmla="*/ 296 w 542"/>
                  <a:gd name="T13" fmla="*/ 5 h 21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42" h="211">
                    <a:moveTo>
                      <a:pt x="542" y="9"/>
                    </a:moveTo>
                    <a:lnTo>
                      <a:pt x="406" y="211"/>
                    </a:lnTo>
                    <a:lnTo>
                      <a:pt x="0" y="105"/>
                    </a:lnTo>
                    <a:lnTo>
                      <a:pt x="12" y="82"/>
                    </a:lnTo>
                    <a:lnTo>
                      <a:pt x="390" y="180"/>
                    </a:lnTo>
                    <a:lnTo>
                      <a:pt x="511" y="0"/>
                    </a:lnTo>
                    <a:lnTo>
                      <a:pt x="542" y="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7" name="Freeform 118">
                <a:extLst>
                  <a:ext uri="{FF2B5EF4-FFF2-40B4-BE49-F238E27FC236}">
                    <a16:creationId xmlns:a16="http://schemas.microsoft.com/office/drawing/2014/main" id="{9FBD75D1-8049-431D-A139-113FE4A2FDD2}"/>
                  </a:ext>
                </a:extLst>
              </p:cNvPr>
              <p:cNvSpPr>
                <a:spLocks/>
              </p:cNvSpPr>
              <p:nvPr/>
            </p:nvSpPr>
            <p:spPr bwMode="auto">
              <a:xfrm>
                <a:off x="3734" y="3301"/>
                <a:ext cx="310" cy="106"/>
              </a:xfrm>
              <a:custGeom>
                <a:avLst/>
                <a:gdLst>
                  <a:gd name="T0" fmla="*/ 305 w 569"/>
                  <a:gd name="T1" fmla="*/ 0 h 195"/>
                  <a:gd name="T2" fmla="*/ 310 w 569"/>
                  <a:gd name="T3" fmla="*/ 1 h 195"/>
                  <a:gd name="T4" fmla="*/ 302 w 569"/>
                  <a:gd name="T5" fmla="*/ 13 h 195"/>
                  <a:gd name="T6" fmla="*/ 308 w 569"/>
                  <a:gd name="T7" fmla="*/ 14 h 195"/>
                  <a:gd name="T8" fmla="*/ 247 w 569"/>
                  <a:gd name="T9" fmla="*/ 106 h 195"/>
                  <a:gd name="T10" fmla="*/ 0 w 569"/>
                  <a:gd name="T11" fmla="*/ 55 h 195"/>
                  <a:gd name="T12" fmla="*/ 10 w 569"/>
                  <a:gd name="T13" fmla="*/ 47 h 195"/>
                  <a:gd name="T14" fmla="*/ 243 w 569"/>
                  <a:gd name="T15" fmla="*/ 95 h 195"/>
                  <a:gd name="T16" fmla="*/ 305 w 569"/>
                  <a:gd name="T17" fmla="*/ 0 h 1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9" h="195">
                    <a:moveTo>
                      <a:pt x="560" y="0"/>
                    </a:moveTo>
                    <a:lnTo>
                      <a:pt x="569" y="2"/>
                    </a:lnTo>
                    <a:lnTo>
                      <a:pt x="555" y="23"/>
                    </a:lnTo>
                    <a:lnTo>
                      <a:pt x="566" y="25"/>
                    </a:lnTo>
                    <a:lnTo>
                      <a:pt x="454" y="195"/>
                    </a:lnTo>
                    <a:lnTo>
                      <a:pt x="0" y="101"/>
                    </a:lnTo>
                    <a:lnTo>
                      <a:pt x="18" y="87"/>
                    </a:lnTo>
                    <a:lnTo>
                      <a:pt x="446" y="174"/>
                    </a:lnTo>
                    <a:lnTo>
                      <a:pt x="56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8" name="Freeform 119">
                <a:extLst>
                  <a:ext uri="{FF2B5EF4-FFF2-40B4-BE49-F238E27FC236}">
                    <a16:creationId xmlns:a16="http://schemas.microsoft.com/office/drawing/2014/main" id="{EFC2EF9F-5AD3-4769-918E-8DCCAC73BDA0}"/>
                  </a:ext>
                </a:extLst>
              </p:cNvPr>
              <p:cNvSpPr>
                <a:spLocks/>
              </p:cNvSpPr>
              <p:nvPr/>
            </p:nvSpPr>
            <p:spPr bwMode="auto">
              <a:xfrm>
                <a:off x="4377" y="3247"/>
                <a:ext cx="131" cy="75"/>
              </a:xfrm>
              <a:custGeom>
                <a:avLst/>
                <a:gdLst>
                  <a:gd name="T0" fmla="*/ 131 w 240"/>
                  <a:gd name="T1" fmla="*/ 70 h 138"/>
                  <a:gd name="T2" fmla="*/ 130 w 240"/>
                  <a:gd name="T3" fmla="*/ 57 h 138"/>
                  <a:gd name="T4" fmla="*/ 130 w 240"/>
                  <a:gd name="T5" fmla="*/ 46 h 138"/>
                  <a:gd name="T6" fmla="*/ 130 w 240"/>
                  <a:gd name="T7" fmla="*/ 39 h 138"/>
                  <a:gd name="T8" fmla="*/ 129 w 240"/>
                  <a:gd name="T9" fmla="*/ 37 h 138"/>
                  <a:gd name="T10" fmla="*/ 126 w 240"/>
                  <a:gd name="T11" fmla="*/ 35 h 138"/>
                  <a:gd name="T12" fmla="*/ 123 w 240"/>
                  <a:gd name="T13" fmla="*/ 34 h 138"/>
                  <a:gd name="T14" fmla="*/ 120 w 240"/>
                  <a:gd name="T15" fmla="*/ 33 h 138"/>
                  <a:gd name="T16" fmla="*/ 115 w 240"/>
                  <a:gd name="T17" fmla="*/ 29 h 138"/>
                  <a:gd name="T18" fmla="*/ 103 w 240"/>
                  <a:gd name="T19" fmla="*/ 21 h 138"/>
                  <a:gd name="T20" fmla="*/ 91 w 240"/>
                  <a:gd name="T21" fmla="*/ 13 h 138"/>
                  <a:gd name="T22" fmla="*/ 82 w 240"/>
                  <a:gd name="T23" fmla="*/ 7 h 138"/>
                  <a:gd name="T24" fmla="*/ 78 w 240"/>
                  <a:gd name="T25" fmla="*/ 3 h 138"/>
                  <a:gd name="T26" fmla="*/ 69 w 240"/>
                  <a:gd name="T27" fmla="*/ 0 h 138"/>
                  <a:gd name="T28" fmla="*/ 61 w 240"/>
                  <a:gd name="T29" fmla="*/ 1 h 138"/>
                  <a:gd name="T30" fmla="*/ 52 w 240"/>
                  <a:gd name="T31" fmla="*/ 2 h 138"/>
                  <a:gd name="T32" fmla="*/ 44 w 240"/>
                  <a:gd name="T33" fmla="*/ 4 h 138"/>
                  <a:gd name="T34" fmla="*/ 37 w 240"/>
                  <a:gd name="T35" fmla="*/ 4 h 138"/>
                  <a:gd name="T36" fmla="*/ 30 w 240"/>
                  <a:gd name="T37" fmla="*/ 5 h 138"/>
                  <a:gd name="T38" fmla="*/ 20 w 240"/>
                  <a:gd name="T39" fmla="*/ 7 h 138"/>
                  <a:gd name="T40" fmla="*/ 15 w 240"/>
                  <a:gd name="T41" fmla="*/ 13 h 138"/>
                  <a:gd name="T42" fmla="*/ 10 w 240"/>
                  <a:gd name="T43" fmla="*/ 25 h 138"/>
                  <a:gd name="T44" fmla="*/ 4 w 240"/>
                  <a:gd name="T45" fmla="*/ 34 h 138"/>
                  <a:gd name="T46" fmla="*/ 0 w 240"/>
                  <a:gd name="T47" fmla="*/ 46 h 138"/>
                  <a:gd name="T48" fmla="*/ 4 w 240"/>
                  <a:gd name="T49" fmla="*/ 49 h 138"/>
                  <a:gd name="T50" fmla="*/ 8 w 240"/>
                  <a:gd name="T51" fmla="*/ 49 h 138"/>
                  <a:gd name="T52" fmla="*/ 13 w 240"/>
                  <a:gd name="T53" fmla="*/ 52 h 138"/>
                  <a:gd name="T54" fmla="*/ 19 w 240"/>
                  <a:gd name="T55" fmla="*/ 59 h 138"/>
                  <a:gd name="T56" fmla="*/ 22 w 240"/>
                  <a:gd name="T57" fmla="*/ 60 h 138"/>
                  <a:gd name="T58" fmla="*/ 25 w 240"/>
                  <a:gd name="T59" fmla="*/ 57 h 138"/>
                  <a:gd name="T60" fmla="*/ 24 w 240"/>
                  <a:gd name="T61" fmla="*/ 52 h 138"/>
                  <a:gd name="T62" fmla="*/ 24 w 240"/>
                  <a:gd name="T63" fmla="*/ 50 h 138"/>
                  <a:gd name="T64" fmla="*/ 26 w 240"/>
                  <a:gd name="T65" fmla="*/ 50 h 138"/>
                  <a:gd name="T66" fmla="*/ 32 w 240"/>
                  <a:gd name="T67" fmla="*/ 53 h 138"/>
                  <a:gd name="T68" fmla="*/ 37 w 240"/>
                  <a:gd name="T69" fmla="*/ 52 h 138"/>
                  <a:gd name="T70" fmla="*/ 39 w 240"/>
                  <a:gd name="T71" fmla="*/ 54 h 138"/>
                  <a:gd name="T72" fmla="*/ 41 w 240"/>
                  <a:gd name="T73" fmla="*/ 54 h 138"/>
                  <a:gd name="T74" fmla="*/ 43 w 240"/>
                  <a:gd name="T75" fmla="*/ 51 h 138"/>
                  <a:gd name="T76" fmla="*/ 45 w 240"/>
                  <a:gd name="T77" fmla="*/ 50 h 138"/>
                  <a:gd name="T78" fmla="*/ 51 w 240"/>
                  <a:gd name="T79" fmla="*/ 51 h 138"/>
                  <a:gd name="T80" fmla="*/ 57 w 240"/>
                  <a:gd name="T81" fmla="*/ 51 h 138"/>
                  <a:gd name="T82" fmla="*/ 63 w 240"/>
                  <a:gd name="T83" fmla="*/ 51 h 138"/>
                  <a:gd name="T84" fmla="*/ 68 w 240"/>
                  <a:gd name="T85" fmla="*/ 51 h 138"/>
                  <a:gd name="T86" fmla="*/ 73 w 240"/>
                  <a:gd name="T87" fmla="*/ 51 h 138"/>
                  <a:gd name="T88" fmla="*/ 75 w 240"/>
                  <a:gd name="T89" fmla="*/ 52 h 138"/>
                  <a:gd name="T90" fmla="*/ 81 w 240"/>
                  <a:gd name="T91" fmla="*/ 57 h 138"/>
                  <a:gd name="T92" fmla="*/ 88 w 240"/>
                  <a:gd name="T93" fmla="*/ 63 h 138"/>
                  <a:gd name="T94" fmla="*/ 95 w 240"/>
                  <a:gd name="T95" fmla="*/ 67 h 138"/>
                  <a:gd name="T96" fmla="*/ 99 w 240"/>
                  <a:gd name="T97" fmla="*/ 68 h 138"/>
                  <a:gd name="T98" fmla="*/ 107 w 240"/>
                  <a:gd name="T99" fmla="*/ 70 h 138"/>
                  <a:gd name="T100" fmla="*/ 118 w 240"/>
                  <a:gd name="T101" fmla="*/ 72 h 138"/>
                  <a:gd name="T102" fmla="*/ 128 w 240"/>
                  <a:gd name="T103" fmla="*/ 74 h 13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40" h="138">
                    <a:moveTo>
                      <a:pt x="240" y="138"/>
                    </a:moveTo>
                    <a:lnTo>
                      <a:pt x="240" y="129"/>
                    </a:lnTo>
                    <a:lnTo>
                      <a:pt x="240" y="117"/>
                    </a:lnTo>
                    <a:lnTo>
                      <a:pt x="239" y="104"/>
                    </a:lnTo>
                    <a:lnTo>
                      <a:pt x="239" y="91"/>
                    </a:lnTo>
                    <a:lnTo>
                      <a:pt x="239" y="84"/>
                    </a:lnTo>
                    <a:lnTo>
                      <a:pt x="239" y="77"/>
                    </a:lnTo>
                    <a:lnTo>
                      <a:pt x="239" y="72"/>
                    </a:lnTo>
                    <a:lnTo>
                      <a:pt x="240" y="69"/>
                    </a:lnTo>
                    <a:lnTo>
                      <a:pt x="237" y="68"/>
                    </a:lnTo>
                    <a:lnTo>
                      <a:pt x="234" y="66"/>
                    </a:lnTo>
                    <a:lnTo>
                      <a:pt x="231" y="65"/>
                    </a:lnTo>
                    <a:lnTo>
                      <a:pt x="228" y="64"/>
                    </a:lnTo>
                    <a:lnTo>
                      <a:pt x="226" y="63"/>
                    </a:lnTo>
                    <a:lnTo>
                      <a:pt x="223" y="62"/>
                    </a:lnTo>
                    <a:lnTo>
                      <a:pt x="220" y="61"/>
                    </a:lnTo>
                    <a:lnTo>
                      <a:pt x="217" y="60"/>
                    </a:lnTo>
                    <a:lnTo>
                      <a:pt x="210" y="54"/>
                    </a:lnTo>
                    <a:lnTo>
                      <a:pt x="201" y="46"/>
                    </a:lnTo>
                    <a:lnTo>
                      <a:pt x="189" y="38"/>
                    </a:lnTo>
                    <a:lnTo>
                      <a:pt x="178" y="31"/>
                    </a:lnTo>
                    <a:lnTo>
                      <a:pt x="167" y="23"/>
                    </a:lnTo>
                    <a:lnTo>
                      <a:pt x="157" y="17"/>
                    </a:lnTo>
                    <a:lnTo>
                      <a:pt x="150" y="12"/>
                    </a:lnTo>
                    <a:lnTo>
                      <a:pt x="147" y="9"/>
                    </a:lnTo>
                    <a:lnTo>
                      <a:pt x="142" y="5"/>
                    </a:lnTo>
                    <a:lnTo>
                      <a:pt x="135" y="2"/>
                    </a:lnTo>
                    <a:lnTo>
                      <a:pt x="127" y="0"/>
                    </a:lnTo>
                    <a:lnTo>
                      <a:pt x="118" y="0"/>
                    </a:lnTo>
                    <a:lnTo>
                      <a:pt x="111" y="1"/>
                    </a:lnTo>
                    <a:lnTo>
                      <a:pt x="104" y="2"/>
                    </a:lnTo>
                    <a:lnTo>
                      <a:pt x="96" y="3"/>
                    </a:lnTo>
                    <a:lnTo>
                      <a:pt x="88" y="4"/>
                    </a:lnTo>
                    <a:lnTo>
                      <a:pt x="80" y="7"/>
                    </a:lnTo>
                    <a:lnTo>
                      <a:pt x="73" y="8"/>
                    </a:lnTo>
                    <a:lnTo>
                      <a:pt x="67" y="8"/>
                    </a:lnTo>
                    <a:lnTo>
                      <a:pt x="63" y="9"/>
                    </a:lnTo>
                    <a:lnTo>
                      <a:pt x="55" y="10"/>
                    </a:lnTo>
                    <a:lnTo>
                      <a:pt x="45" y="11"/>
                    </a:lnTo>
                    <a:lnTo>
                      <a:pt x="36" y="13"/>
                    </a:lnTo>
                    <a:lnTo>
                      <a:pt x="31" y="16"/>
                    </a:lnTo>
                    <a:lnTo>
                      <a:pt x="28" y="23"/>
                    </a:lnTo>
                    <a:lnTo>
                      <a:pt x="23" y="34"/>
                    </a:lnTo>
                    <a:lnTo>
                      <a:pt x="18" y="46"/>
                    </a:lnTo>
                    <a:lnTo>
                      <a:pt x="13" y="54"/>
                    </a:lnTo>
                    <a:lnTo>
                      <a:pt x="8" y="62"/>
                    </a:lnTo>
                    <a:lnTo>
                      <a:pt x="3" y="73"/>
                    </a:lnTo>
                    <a:lnTo>
                      <a:pt x="0" y="85"/>
                    </a:lnTo>
                    <a:lnTo>
                      <a:pt x="3" y="91"/>
                    </a:lnTo>
                    <a:lnTo>
                      <a:pt x="7" y="91"/>
                    </a:lnTo>
                    <a:lnTo>
                      <a:pt x="12" y="91"/>
                    </a:lnTo>
                    <a:lnTo>
                      <a:pt x="15" y="91"/>
                    </a:lnTo>
                    <a:lnTo>
                      <a:pt x="19" y="89"/>
                    </a:lnTo>
                    <a:lnTo>
                      <a:pt x="23" y="95"/>
                    </a:lnTo>
                    <a:lnTo>
                      <a:pt x="29" y="102"/>
                    </a:lnTo>
                    <a:lnTo>
                      <a:pt x="35" y="109"/>
                    </a:lnTo>
                    <a:lnTo>
                      <a:pt x="38" y="111"/>
                    </a:lnTo>
                    <a:lnTo>
                      <a:pt x="41" y="111"/>
                    </a:lnTo>
                    <a:lnTo>
                      <a:pt x="44" y="109"/>
                    </a:lnTo>
                    <a:lnTo>
                      <a:pt x="45" y="104"/>
                    </a:lnTo>
                    <a:lnTo>
                      <a:pt x="45" y="99"/>
                    </a:lnTo>
                    <a:lnTo>
                      <a:pt x="44" y="95"/>
                    </a:lnTo>
                    <a:lnTo>
                      <a:pt x="44" y="93"/>
                    </a:lnTo>
                    <a:lnTo>
                      <a:pt x="44" y="92"/>
                    </a:lnTo>
                    <a:lnTo>
                      <a:pt x="43" y="89"/>
                    </a:lnTo>
                    <a:lnTo>
                      <a:pt x="48" y="92"/>
                    </a:lnTo>
                    <a:lnTo>
                      <a:pt x="53" y="95"/>
                    </a:lnTo>
                    <a:lnTo>
                      <a:pt x="59" y="98"/>
                    </a:lnTo>
                    <a:lnTo>
                      <a:pt x="65" y="95"/>
                    </a:lnTo>
                    <a:lnTo>
                      <a:pt x="67" y="96"/>
                    </a:lnTo>
                    <a:lnTo>
                      <a:pt x="69" y="99"/>
                    </a:lnTo>
                    <a:lnTo>
                      <a:pt x="71" y="100"/>
                    </a:lnTo>
                    <a:lnTo>
                      <a:pt x="73" y="100"/>
                    </a:lnTo>
                    <a:lnTo>
                      <a:pt x="75" y="99"/>
                    </a:lnTo>
                    <a:lnTo>
                      <a:pt x="78" y="96"/>
                    </a:lnTo>
                    <a:lnTo>
                      <a:pt x="79" y="94"/>
                    </a:lnTo>
                    <a:lnTo>
                      <a:pt x="79" y="91"/>
                    </a:lnTo>
                    <a:lnTo>
                      <a:pt x="83" y="92"/>
                    </a:lnTo>
                    <a:lnTo>
                      <a:pt x="88" y="92"/>
                    </a:lnTo>
                    <a:lnTo>
                      <a:pt x="94" y="93"/>
                    </a:lnTo>
                    <a:lnTo>
                      <a:pt x="99" y="93"/>
                    </a:lnTo>
                    <a:lnTo>
                      <a:pt x="105" y="94"/>
                    </a:lnTo>
                    <a:lnTo>
                      <a:pt x="111" y="94"/>
                    </a:lnTo>
                    <a:lnTo>
                      <a:pt x="116" y="94"/>
                    </a:lnTo>
                    <a:lnTo>
                      <a:pt x="119" y="94"/>
                    </a:lnTo>
                    <a:lnTo>
                      <a:pt x="125" y="93"/>
                    </a:lnTo>
                    <a:lnTo>
                      <a:pt x="129" y="93"/>
                    </a:lnTo>
                    <a:lnTo>
                      <a:pt x="133" y="94"/>
                    </a:lnTo>
                    <a:lnTo>
                      <a:pt x="135" y="95"/>
                    </a:lnTo>
                    <a:lnTo>
                      <a:pt x="137" y="96"/>
                    </a:lnTo>
                    <a:lnTo>
                      <a:pt x="142" y="100"/>
                    </a:lnTo>
                    <a:lnTo>
                      <a:pt x="148" y="104"/>
                    </a:lnTo>
                    <a:lnTo>
                      <a:pt x="155" y="110"/>
                    </a:lnTo>
                    <a:lnTo>
                      <a:pt x="162" y="115"/>
                    </a:lnTo>
                    <a:lnTo>
                      <a:pt x="169" y="119"/>
                    </a:lnTo>
                    <a:lnTo>
                      <a:pt x="174" y="123"/>
                    </a:lnTo>
                    <a:lnTo>
                      <a:pt x="178" y="125"/>
                    </a:lnTo>
                    <a:lnTo>
                      <a:pt x="181" y="126"/>
                    </a:lnTo>
                    <a:lnTo>
                      <a:pt x="188" y="126"/>
                    </a:lnTo>
                    <a:lnTo>
                      <a:pt x="196" y="129"/>
                    </a:lnTo>
                    <a:lnTo>
                      <a:pt x="207" y="130"/>
                    </a:lnTo>
                    <a:lnTo>
                      <a:pt x="217" y="132"/>
                    </a:lnTo>
                    <a:lnTo>
                      <a:pt x="226" y="133"/>
                    </a:lnTo>
                    <a:lnTo>
                      <a:pt x="234" y="136"/>
                    </a:lnTo>
                    <a:lnTo>
                      <a:pt x="240" y="138"/>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29" name="Freeform 120">
                <a:extLst>
                  <a:ext uri="{FF2B5EF4-FFF2-40B4-BE49-F238E27FC236}">
                    <a16:creationId xmlns:a16="http://schemas.microsoft.com/office/drawing/2014/main" id="{DA3FF15E-B22C-4AE2-B0C8-B66B04BC60FE}"/>
                  </a:ext>
                </a:extLst>
              </p:cNvPr>
              <p:cNvSpPr>
                <a:spLocks/>
              </p:cNvSpPr>
              <p:nvPr/>
            </p:nvSpPr>
            <p:spPr bwMode="auto">
              <a:xfrm>
                <a:off x="4238" y="3311"/>
                <a:ext cx="253" cy="89"/>
              </a:xfrm>
              <a:custGeom>
                <a:avLst/>
                <a:gdLst>
                  <a:gd name="T0" fmla="*/ 250 w 462"/>
                  <a:gd name="T1" fmla="*/ 17 h 163"/>
                  <a:gd name="T2" fmla="*/ 253 w 462"/>
                  <a:gd name="T3" fmla="*/ 29 h 163"/>
                  <a:gd name="T4" fmla="*/ 252 w 462"/>
                  <a:gd name="T5" fmla="*/ 58 h 163"/>
                  <a:gd name="T6" fmla="*/ 250 w 462"/>
                  <a:gd name="T7" fmla="*/ 82 h 163"/>
                  <a:gd name="T8" fmla="*/ 237 w 462"/>
                  <a:gd name="T9" fmla="*/ 87 h 163"/>
                  <a:gd name="T10" fmla="*/ 221 w 462"/>
                  <a:gd name="T11" fmla="*/ 85 h 163"/>
                  <a:gd name="T12" fmla="*/ 211 w 462"/>
                  <a:gd name="T13" fmla="*/ 83 h 163"/>
                  <a:gd name="T14" fmla="*/ 201 w 462"/>
                  <a:gd name="T15" fmla="*/ 81 h 163"/>
                  <a:gd name="T16" fmla="*/ 189 w 462"/>
                  <a:gd name="T17" fmla="*/ 79 h 163"/>
                  <a:gd name="T18" fmla="*/ 178 w 462"/>
                  <a:gd name="T19" fmla="*/ 79 h 163"/>
                  <a:gd name="T20" fmla="*/ 163 w 462"/>
                  <a:gd name="T21" fmla="*/ 76 h 163"/>
                  <a:gd name="T22" fmla="*/ 151 w 462"/>
                  <a:gd name="T23" fmla="*/ 74 h 163"/>
                  <a:gd name="T24" fmla="*/ 146 w 462"/>
                  <a:gd name="T25" fmla="*/ 73 h 163"/>
                  <a:gd name="T26" fmla="*/ 139 w 462"/>
                  <a:gd name="T27" fmla="*/ 72 h 163"/>
                  <a:gd name="T28" fmla="*/ 130 w 462"/>
                  <a:gd name="T29" fmla="*/ 71 h 163"/>
                  <a:gd name="T30" fmla="*/ 121 w 462"/>
                  <a:gd name="T31" fmla="*/ 70 h 163"/>
                  <a:gd name="T32" fmla="*/ 113 w 462"/>
                  <a:gd name="T33" fmla="*/ 69 h 163"/>
                  <a:gd name="T34" fmla="*/ 104 w 462"/>
                  <a:gd name="T35" fmla="*/ 69 h 163"/>
                  <a:gd name="T36" fmla="*/ 87 w 462"/>
                  <a:gd name="T37" fmla="*/ 69 h 163"/>
                  <a:gd name="T38" fmla="*/ 71 w 462"/>
                  <a:gd name="T39" fmla="*/ 70 h 163"/>
                  <a:gd name="T40" fmla="*/ 60 w 462"/>
                  <a:gd name="T41" fmla="*/ 72 h 163"/>
                  <a:gd name="T42" fmla="*/ 42 w 462"/>
                  <a:gd name="T43" fmla="*/ 74 h 163"/>
                  <a:gd name="T44" fmla="*/ 29 w 462"/>
                  <a:gd name="T45" fmla="*/ 75 h 163"/>
                  <a:gd name="T46" fmla="*/ 25 w 462"/>
                  <a:gd name="T47" fmla="*/ 66 h 163"/>
                  <a:gd name="T48" fmla="*/ 23 w 462"/>
                  <a:gd name="T49" fmla="*/ 61 h 163"/>
                  <a:gd name="T50" fmla="*/ 16 w 462"/>
                  <a:gd name="T51" fmla="*/ 57 h 163"/>
                  <a:gd name="T52" fmla="*/ 9 w 462"/>
                  <a:gd name="T53" fmla="*/ 50 h 163"/>
                  <a:gd name="T54" fmla="*/ 9 w 462"/>
                  <a:gd name="T55" fmla="*/ 44 h 163"/>
                  <a:gd name="T56" fmla="*/ 12 w 462"/>
                  <a:gd name="T57" fmla="*/ 39 h 163"/>
                  <a:gd name="T58" fmla="*/ 8 w 462"/>
                  <a:gd name="T59" fmla="*/ 34 h 163"/>
                  <a:gd name="T60" fmla="*/ 2 w 462"/>
                  <a:gd name="T61" fmla="*/ 29 h 163"/>
                  <a:gd name="T62" fmla="*/ 0 w 462"/>
                  <a:gd name="T63" fmla="*/ 20 h 163"/>
                  <a:gd name="T64" fmla="*/ 8 w 462"/>
                  <a:gd name="T65" fmla="*/ 15 h 163"/>
                  <a:gd name="T66" fmla="*/ 25 w 462"/>
                  <a:gd name="T67" fmla="*/ 10 h 163"/>
                  <a:gd name="T68" fmla="*/ 38 w 462"/>
                  <a:gd name="T69" fmla="*/ 8 h 163"/>
                  <a:gd name="T70" fmla="*/ 46 w 462"/>
                  <a:gd name="T71" fmla="*/ 8 h 163"/>
                  <a:gd name="T72" fmla="*/ 50 w 462"/>
                  <a:gd name="T73" fmla="*/ 4 h 163"/>
                  <a:gd name="T74" fmla="*/ 55 w 462"/>
                  <a:gd name="T75" fmla="*/ 1 h 163"/>
                  <a:gd name="T76" fmla="*/ 63 w 462"/>
                  <a:gd name="T77" fmla="*/ 4 h 163"/>
                  <a:gd name="T78" fmla="*/ 71 w 462"/>
                  <a:gd name="T79" fmla="*/ 9 h 163"/>
                  <a:gd name="T80" fmla="*/ 76 w 462"/>
                  <a:gd name="T81" fmla="*/ 12 h 163"/>
                  <a:gd name="T82" fmla="*/ 83 w 462"/>
                  <a:gd name="T83" fmla="*/ 17 h 163"/>
                  <a:gd name="T84" fmla="*/ 92 w 462"/>
                  <a:gd name="T85" fmla="*/ 21 h 163"/>
                  <a:gd name="T86" fmla="*/ 100 w 462"/>
                  <a:gd name="T87" fmla="*/ 23 h 163"/>
                  <a:gd name="T88" fmla="*/ 111 w 462"/>
                  <a:gd name="T89" fmla="*/ 23 h 163"/>
                  <a:gd name="T90" fmla="*/ 123 w 462"/>
                  <a:gd name="T91" fmla="*/ 24 h 163"/>
                  <a:gd name="T92" fmla="*/ 133 w 462"/>
                  <a:gd name="T93" fmla="*/ 24 h 163"/>
                  <a:gd name="T94" fmla="*/ 137 w 462"/>
                  <a:gd name="T95" fmla="*/ 24 h 163"/>
                  <a:gd name="T96" fmla="*/ 149 w 462"/>
                  <a:gd name="T97" fmla="*/ 23 h 163"/>
                  <a:gd name="T98" fmla="*/ 171 w 462"/>
                  <a:gd name="T99" fmla="*/ 22 h 163"/>
                  <a:gd name="T100" fmla="*/ 196 w 462"/>
                  <a:gd name="T101" fmla="*/ 19 h 163"/>
                  <a:gd name="T102" fmla="*/ 221 w 462"/>
                  <a:gd name="T103" fmla="*/ 16 h 163"/>
                  <a:gd name="T104" fmla="*/ 240 w 462"/>
                  <a:gd name="T105" fmla="*/ 15 h 16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62" h="163">
                    <a:moveTo>
                      <a:pt x="452" y="27"/>
                    </a:moveTo>
                    <a:lnTo>
                      <a:pt x="454" y="29"/>
                    </a:lnTo>
                    <a:lnTo>
                      <a:pt x="456" y="31"/>
                    </a:lnTo>
                    <a:lnTo>
                      <a:pt x="457" y="35"/>
                    </a:lnTo>
                    <a:lnTo>
                      <a:pt x="458" y="37"/>
                    </a:lnTo>
                    <a:lnTo>
                      <a:pt x="462" y="54"/>
                    </a:lnTo>
                    <a:lnTo>
                      <a:pt x="462" y="73"/>
                    </a:lnTo>
                    <a:lnTo>
                      <a:pt x="461" y="90"/>
                    </a:lnTo>
                    <a:lnTo>
                      <a:pt x="461" y="106"/>
                    </a:lnTo>
                    <a:lnTo>
                      <a:pt x="461" y="118"/>
                    </a:lnTo>
                    <a:lnTo>
                      <a:pt x="458" y="134"/>
                    </a:lnTo>
                    <a:lnTo>
                      <a:pt x="456" y="150"/>
                    </a:lnTo>
                    <a:lnTo>
                      <a:pt x="454" y="163"/>
                    </a:lnTo>
                    <a:lnTo>
                      <a:pt x="443" y="161"/>
                    </a:lnTo>
                    <a:lnTo>
                      <a:pt x="433" y="160"/>
                    </a:lnTo>
                    <a:lnTo>
                      <a:pt x="423" y="159"/>
                    </a:lnTo>
                    <a:lnTo>
                      <a:pt x="412" y="157"/>
                    </a:lnTo>
                    <a:lnTo>
                      <a:pt x="403" y="156"/>
                    </a:lnTo>
                    <a:lnTo>
                      <a:pt x="395" y="154"/>
                    </a:lnTo>
                    <a:lnTo>
                      <a:pt x="389" y="153"/>
                    </a:lnTo>
                    <a:lnTo>
                      <a:pt x="385" y="152"/>
                    </a:lnTo>
                    <a:lnTo>
                      <a:pt x="380" y="151"/>
                    </a:lnTo>
                    <a:lnTo>
                      <a:pt x="374" y="150"/>
                    </a:lnTo>
                    <a:lnTo>
                      <a:pt x="367" y="149"/>
                    </a:lnTo>
                    <a:lnTo>
                      <a:pt x="360" y="148"/>
                    </a:lnTo>
                    <a:lnTo>
                      <a:pt x="352" y="146"/>
                    </a:lnTo>
                    <a:lnTo>
                      <a:pt x="345" y="145"/>
                    </a:lnTo>
                    <a:lnTo>
                      <a:pt x="338" y="144"/>
                    </a:lnTo>
                    <a:lnTo>
                      <a:pt x="333" y="144"/>
                    </a:lnTo>
                    <a:lnTo>
                      <a:pt x="325" y="144"/>
                    </a:lnTo>
                    <a:lnTo>
                      <a:pt x="317" y="143"/>
                    </a:lnTo>
                    <a:lnTo>
                      <a:pt x="307" y="142"/>
                    </a:lnTo>
                    <a:lnTo>
                      <a:pt x="298" y="140"/>
                    </a:lnTo>
                    <a:lnTo>
                      <a:pt x="290" y="138"/>
                    </a:lnTo>
                    <a:lnTo>
                      <a:pt x="282" y="137"/>
                    </a:lnTo>
                    <a:lnTo>
                      <a:pt x="276" y="136"/>
                    </a:lnTo>
                    <a:lnTo>
                      <a:pt x="272" y="135"/>
                    </a:lnTo>
                    <a:lnTo>
                      <a:pt x="269" y="135"/>
                    </a:lnTo>
                    <a:lnTo>
                      <a:pt x="267" y="134"/>
                    </a:lnTo>
                    <a:lnTo>
                      <a:pt x="262" y="134"/>
                    </a:lnTo>
                    <a:lnTo>
                      <a:pt x="259" y="133"/>
                    </a:lnTo>
                    <a:lnTo>
                      <a:pt x="254" y="131"/>
                    </a:lnTo>
                    <a:lnTo>
                      <a:pt x="249" y="131"/>
                    </a:lnTo>
                    <a:lnTo>
                      <a:pt x="243" y="130"/>
                    </a:lnTo>
                    <a:lnTo>
                      <a:pt x="237" y="130"/>
                    </a:lnTo>
                    <a:lnTo>
                      <a:pt x="231" y="129"/>
                    </a:lnTo>
                    <a:lnTo>
                      <a:pt x="227" y="129"/>
                    </a:lnTo>
                    <a:lnTo>
                      <a:pt x="221" y="128"/>
                    </a:lnTo>
                    <a:lnTo>
                      <a:pt x="215" y="128"/>
                    </a:lnTo>
                    <a:lnTo>
                      <a:pt x="211" y="127"/>
                    </a:lnTo>
                    <a:lnTo>
                      <a:pt x="207" y="127"/>
                    </a:lnTo>
                    <a:lnTo>
                      <a:pt x="203" y="127"/>
                    </a:lnTo>
                    <a:lnTo>
                      <a:pt x="198" y="126"/>
                    </a:lnTo>
                    <a:lnTo>
                      <a:pt x="189" y="126"/>
                    </a:lnTo>
                    <a:lnTo>
                      <a:pt x="178" y="126"/>
                    </a:lnTo>
                    <a:lnTo>
                      <a:pt x="168" y="126"/>
                    </a:lnTo>
                    <a:lnTo>
                      <a:pt x="158" y="126"/>
                    </a:lnTo>
                    <a:lnTo>
                      <a:pt x="147" y="127"/>
                    </a:lnTo>
                    <a:lnTo>
                      <a:pt x="138" y="128"/>
                    </a:lnTo>
                    <a:lnTo>
                      <a:pt x="130" y="128"/>
                    </a:lnTo>
                    <a:lnTo>
                      <a:pt x="124" y="129"/>
                    </a:lnTo>
                    <a:lnTo>
                      <a:pt x="117" y="130"/>
                    </a:lnTo>
                    <a:lnTo>
                      <a:pt x="109" y="131"/>
                    </a:lnTo>
                    <a:lnTo>
                      <a:pt x="99" y="134"/>
                    </a:lnTo>
                    <a:lnTo>
                      <a:pt x="87" y="135"/>
                    </a:lnTo>
                    <a:lnTo>
                      <a:pt x="77" y="136"/>
                    </a:lnTo>
                    <a:lnTo>
                      <a:pt x="67" y="137"/>
                    </a:lnTo>
                    <a:lnTo>
                      <a:pt x="59" y="137"/>
                    </a:lnTo>
                    <a:lnTo>
                      <a:pt x="53" y="137"/>
                    </a:lnTo>
                    <a:lnTo>
                      <a:pt x="48" y="134"/>
                    </a:lnTo>
                    <a:lnTo>
                      <a:pt x="46" y="128"/>
                    </a:lnTo>
                    <a:lnTo>
                      <a:pt x="46" y="121"/>
                    </a:lnTo>
                    <a:lnTo>
                      <a:pt x="46" y="116"/>
                    </a:lnTo>
                    <a:lnTo>
                      <a:pt x="46" y="113"/>
                    </a:lnTo>
                    <a:lnTo>
                      <a:pt x="42" y="111"/>
                    </a:lnTo>
                    <a:lnTo>
                      <a:pt x="39" y="108"/>
                    </a:lnTo>
                    <a:lnTo>
                      <a:pt x="34" y="106"/>
                    </a:lnTo>
                    <a:lnTo>
                      <a:pt x="30" y="104"/>
                    </a:lnTo>
                    <a:lnTo>
                      <a:pt x="24" y="100"/>
                    </a:lnTo>
                    <a:lnTo>
                      <a:pt x="18" y="96"/>
                    </a:lnTo>
                    <a:lnTo>
                      <a:pt x="16" y="91"/>
                    </a:lnTo>
                    <a:lnTo>
                      <a:pt x="16" y="88"/>
                    </a:lnTo>
                    <a:lnTo>
                      <a:pt x="16" y="83"/>
                    </a:lnTo>
                    <a:lnTo>
                      <a:pt x="17" y="80"/>
                    </a:lnTo>
                    <a:lnTo>
                      <a:pt x="19" y="77"/>
                    </a:lnTo>
                    <a:lnTo>
                      <a:pt x="21" y="75"/>
                    </a:lnTo>
                    <a:lnTo>
                      <a:pt x="22" y="72"/>
                    </a:lnTo>
                    <a:lnTo>
                      <a:pt x="22" y="69"/>
                    </a:lnTo>
                    <a:lnTo>
                      <a:pt x="18" y="66"/>
                    </a:lnTo>
                    <a:lnTo>
                      <a:pt x="14" y="63"/>
                    </a:lnTo>
                    <a:lnTo>
                      <a:pt x="9" y="60"/>
                    </a:lnTo>
                    <a:lnTo>
                      <a:pt x="6" y="57"/>
                    </a:lnTo>
                    <a:lnTo>
                      <a:pt x="3" y="53"/>
                    </a:lnTo>
                    <a:lnTo>
                      <a:pt x="1" y="47"/>
                    </a:lnTo>
                    <a:lnTo>
                      <a:pt x="0" y="42"/>
                    </a:lnTo>
                    <a:lnTo>
                      <a:pt x="0" y="37"/>
                    </a:lnTo>
                    <a:lnTo>
                      <a:pt x="2" y="32"/>
                    </a:lnTo>
                    <a:lnTo>
                      <a:pt x="8" y="29"/>
                    </a:lnTo>
                    <a:lnTo>
                      <a:pt x="15" y="27"/>
                    </a:lnTo>
                    <a:lnTo>
                      <a:pt x="24" y="23"/>
                    </a:lnTo>
                    <a:lnTo>
                      <a:pt x="34" y="21"/>
                    </a:lnTo>
                    <a:lnTo>
                      <a:pt x="45" y="19"/>
                    </a:lnTo>
                    <a:lnTo>
                      <a:pt x="54" y="16"/>
                    </a:lnTo>
                    <a:lnTo>
                      <a:pt x="63" y="15"/>
                    </a:lnTo>
                    <a:lnTo>
                      <a:pt x="70" y="15"/>
                    </a:lnTo>
                    <a:lnTo>
                      <a:pt x="75" y="15"/>
                    </a:lnTo>
                    <a:lnTo>
                      <a:pt x="79" y="15"/>
                    </a:lnTo>
                    <a:lnTo>
                      <a:pt x="84" y="15"/>
                    </a:lnTo>
                    <a:lnTo>
                      <a:pt x="87" y="15"/>
                    </a:lnTo>
                    <a:lnTo>
                      <a:pt x="90" y="12"/>
                    </a:lnTo>
                    <a:lnTo>
                      <a:pt x="92" y="8"/>
                    </a:lnTo>
                    <a:lnTo>
                      <a:pt x="93" y="5"/>
                    </a:lnTo>
                    <a:lnTo>
                      <a:pt x="95" y="0"/>
                    </a:lnTo>
                    <a:lnTo>
                      <a:pt x="100" y="1"/>
                    </a:lnTo>
                    <a:lnTo>
                      <a:pt x="105" y="4"/>
                    </a:lnTo>
                    <a:lnTo>
                      <a:pt x="109" y="6"/>
                    </a:lnTo>
                    <a:lnTo>
                      <a:pt x="115" y="8"/>
                    </a:lnTo>
                    <a:lnTo>
                      <a:pt x="121" y="11"/>
                    </a:lnTo>
                    <a:lnTo>
                      <a:pt x="125" y="14"/>
                    </a:lnTo>
                    <a:lnTo>
                      <a:pt x="129" y="16"/>
                    </a:lnTo>
                    <a:lnTo>
                      <a:pt x="132" y="17"/>
                    </a:lnTo>
                    <a:lnTo>
                      <a:pt x="136" y="20"/>
                    </a:lnTo>
                    <a:lnTo>
                      <a:pt x="139" y="22"/>
                    </a:lnTo>
                    <a:lnTo>
                      <a:pt x="143" y="25"/>
                    </a:lnTo>
                    <a:lnTo>
                      <a:pt x="147" y="29"/>
                    </a:lnTo>
                    <a:lnTo>
                      <a:pt x="151" y="32"/>
                    </a:lnTo>
                    <a:lnTo>
                      <a:pt x="156" y="35"/>
                    </a:lnTo>
                    <a:lnTo>
                      <a:pt x="162" y="37"/>
                    </a:lnTo>
                    <a:lnTo>
                      <a:pt x="168" y="39"/>
                    </a:lnTo>
                    <a:lnTo>
                      <a:pt x="173" y="40"/>
                    </a:lnTo>
                    <a:lnTo>
                      <a:pt x="177" y="40"/>
                    </a:lnTo>
                    <a:lnTo>
                      <a:pt x="183" y="42"/>
                    </a:lnTo>
                    <a:lnTo>
                      <a:pt x="190" y="42"/>
                    </a:lnTo>
                    <a:lnTo>
                      <a:pt x="196" y="43"/>
                    </a:lnTo>
                    <a:lnTo>
                      <a:pt x="203" y="43"/>
                    </a:lnTo>
                    <a:lnTo>
                      <a:pt x="209" y="43"/>
                    </a:lnTo>
                    <a:lnTo>
                      <a:pt x="216" y="43"/>
                    </a:lnTo>
                    <a:lnTo>
                      <a:pt x="224" y="44"/>
                    </a:lnTo>
                    <a:lnTo>
                      <a:pt x="231" y="44"/>
                    </a:lnTo>
                    <a:lnTo>
                      <a:pt x="237" y="44"/>
                    </a:lnTo>
                    <a:lnTo>
                      <a:pt x="243" y="44"/>
                    </a:lnTo>
                    <a:lnTo>
                      <a:pt x="245" y="44"/>
                    </a:lnTo>
                    <a:lnTo>
                      <a:pt x="249" y="44"/>
                    </a:lnTo>
                    <a:lnTo>
                      <a:pt x="251" y="44"/>
                    </a:lnTo>
                    <a:lnTo>
                      <a:pt x="253" y="44"/>
                    </a:lnTo>
                    <a:lnTo>
                      <a:pt x="261" y="44"/>
                    </a:lnTo>
                    <a:lnTo>
                      <a:pt x="272" y="43"/>
                    </a:lnTo>
                    <a:lnTo>
                      <a:pt x="284" y="43"/>
                    </a:lnTo>
                    <a:lnTo>
                      <a:pt x="297" y="42"/>
                    </a:lnTo>
                    <a:lnTo>
                      <a:pt x="312" y="40"/>
                    </a:lnTo>
                    <a:lnTo>
                      <a:pt x="327" y="38"/>
                    </a:lnTo>
                    <a:lnTo>
                      <a:pt x="343" y="37"/>
                    </a:lnTo>
                    <a:lnTo>
                      <a:pt x="358" y="35"/>
                    </a:lnTo>
                    <a:lnTo>
                      <a:pt x="374" y="34"/>
                    </a:lnTo>
                    <a:lnTo>
                      <a:pt x="389" y="32"/>
                    </a:lnTo>
                    <a:lnTo>
                      <a:pt x="404" y="30"/>
                    </a:lnTo>
                    <a:lnTo>
                      <a:pt x="417" y="29"/>
                    </a:lnTo>
                    <a:lnTo>
                      <a:pt x="428" y="28"/>
                    </a:lnTo>
                    <a:lnTo>
                      <a:pt x="439" y="28"/>
                    </a:lnTo>
                    <a:lnTo>
                      <a:pt x="447" y="27"/>
                    </a:lnTo>
                    <a:lnTo>
                      <a:pt x="452" y="2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0" name="Freeform 121">
                <a:extLst>
                  <a:ext uri="{FF2B5EF4-FFF2-40B4-BE49-F238E27FC236}">
                    <a16:creationId xmlns:a16="http://schemas.microsoft.com/office/drawing/2014/main" id="{F498BC3E-4A30-4033-93E1-5B0095EA53DE}"/>
                  </a:ext>
                </a:extLst>
              </p:cNvPr>
              <p:cNvSpPr>
                <a:spLocks/>
              </p:cNvSpPr>
              <p:nvPr/>
            </p:nvSpPr>
            <p:spPr bwMode="auto">
              <a:xfrm>
                <a:off x="4277" y="3274"/>
                <a:ext cx="36" cy="46"/>
              </a:xfrm>
              <a:custGeom>
                <a:avLst/>
                <a:gdLst>
                  <a:gd name="T0" fmla="*/ 13 w 67"/>
                  <a:gd name="T1" fmla="*/ 38 h 84"/>
                  <a:gd name="T2" fmla="*/ 12 w 67"/>
                  <a:gd name="T3" fmla="*/ 41 h 84"/>
                  <a:gd name="T4" fmla="*/ 12 w 67"/>
                  <a:gd name="T5" fmla="*/ 42 h 84"/>
                  <a:gd name="T6" fmla="*/ 11 w 67"/>
                  <a:gd name="T7" fmla="*/ 44 h 84"/>
                  <a:gd name="T8" fmla="*/ 9 w 67"/>
                  <a:gd name="T9" fmla="*/ 46 h 84"/>
                  <a:gd name="T10" fmla="*/ 8 w 67"/>
                  <a:gd name="T11" fmla="*/ 46 h 84"/>
                  <a:gd name="T12" fmla="*/ 5 w 67"/>
                  <a:gd name="T13" fmla="*/ 46 h 84"/>
                  <a:gd name="T14" fmla="*/ 3 w 67"/>
                  <a:gd name="T15" fmla="*/ 46 h 84"/>
                  <a:gd name="T16" fmla="*/ 0 w 67"/>
                  <a:gd name="T17" fmla="*/ 46 h 84"/>
                  <a:gd name="T18" fmla="*/ 2 w 67"/>
                  <a:gd name="T19" fmla="*/ 42 h 84"/>
                  <a:gd name="T20" fmla="*/ 5 w 67"/>
                  <a:gd name="T21" fmla="*/ 37 h 84"/>
                  <a:gd name="T22" fmla="*/ 10 w 67"/>
                  <a:gd name="T23" fmla="*/ 30 h 84"/>
                  <a:gd name="T24" fmla="*/ 15 w 67"/>
                  <a:gd name="T25" fmla="*/ 22 h 84"/>
                  <a:gd name="T26" fmla="*/ 19 w 67"/>
                  <a:gd name="T27" fmla="*/ 15 h 84"/>
                  <a:gd name="T28" fmla="*/ 24 w 67"/>
                  <a:gd name="T29" fmla="*/ 8 h 84"/>
                  <a:gd name="T30" fmla="*/ 27 w 67"/>
                  <a:gd name="T31" fmla="*/ 3 h 84"/>
                  <a:gd name="T32" fmla="*/ 28 w 67"/>
                  <a:gd name="T33" fmla="*/ 0 h 84"/>
                  <a:gd name="T34" fmla="*/ 30 w 67"/>
                  <a:gd name="T35" fmla="*/ 0 h 84"/>
                  <a:gd name="T36" fmla="*/ 32 w 67"/>
                  <a:gd name="T37" fmla="*/ 0 h 84"/>
                  <a:gd name="T38" fmla="*/ 34 w 67"/>
                  <a:gd name="T39" fmla="*/ 0 h 84"/>
                  <a:gd name="T40" fmla="*/ 36 w 67"/>
                  <a:gd name="T41" fmla="*/ 0 h 84"/>
                  <a:gd name="T42" fmla="*/ 34 w 67"/>
                  <a:gd name="T43" fmla="*/ 3 h 84"/>
                  <a:gd name="T44" fmla="*/ 32 w 67"/>
                  <a:gd name="T45" fmla="*/ 8 h 84"/>
                  <a:gd name="T46" fmla="*/ 28 w 67"/>
                  <a:gd name="T47" fmla="*/ 14 h 84"/>
                  <a:gd name="T48" fmla="*/ 24 w 67"/>
                  <a:gd name="T49" fmla="*/ 20 h 84"/>
                  <a:gd name="T50" fmla="*/ 20 w 67"/>
                  <a:gd name="T51" fmla="*/ 26 h 84"/>
                  <a:gd name="T52" fmla="*/ 17 w 67"/>
                  <a:gd name="T53" fmla="*/ 32 h 84"/>
                  <a:gd name="T54" fmla="*/ 15 w 67"/>
                  <a:gd name="T55" fmla="*/ 36 h 84"/>
                  <a:gd name="T56" fmla="*/ 13 w 67"/>
                  <a:gd name="T57" fmla="*/ 38 h 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7" h="84">
                    <a:moveTo>
                      <a:pt x="25" y="69"/>
                    </a:moveTo>
                    <a:lnTo>
                      <a:pt x="23" y="74"/>
                    </a:lnTo>
                    <a:lnTo>
                      <a:pt x="22" y="77"/>
                    </a:lnTo>
                    <a:lnTo>
                      <a:pt x="20" y="81"/>
                    </a:lnTo>
                    <a:lnTo>
                      <a:pt x="17" y="84"/>
                    </a:lnTo>
                    <a:lnTo>
                      <a:pt x="14" y="84"/>
                    </a:lnTo>
                    <a:lnTo>
                      <a:pt x="9" y="84"/>
                    </a:lnTo>
                    <a:lnTo>
                      <a:pt x="5" y="84"/>
                    </a:lnTo>
                    <a:lnTo>
                      <a:pt x="0" y="84"/>
                    </a:lnTo>
                    <a:lnTo>
                      <a:pt x="4" y="77"/>
                    </a:lnTo>
                    <a:lnTo>
                      <a:pt x="10" y="67"/>
                    </a:lnTo>
                    <a:lnTo>
                      <a:pt x="18" y="54"/>
                    </a:lnTo>
                    <a:lnTo>
                      <a:pt x="27" y="40"/>
                    </a:lnTo>
                    <a:lnTo>
                      <a:pt x="36" y="27"/>
                    </a:lnTo>
                    <a:lnTo>
                      <a:pt x="44" y="15"/>
                    </a:lnTo>
                    <a:lnTo>
                      <a:pt x="50" y="6"/>
                    </a:lnTo>
                    <a:lnTo>
                      <a:pt x="53" y="0"/>
                    </a:lnTo>
                    <a:lnTo>
                      <a:pt x="56" y="0"/>
                    </a:lnTo>
                    <a:lnTo>
                      <a:pt x="60" y="0"/>
                    </a:lnTo>
                    <a:lnTo>
                      <a:pt x="63" y="0"/>
                    </a:lnTo>
                    <a:lnTo>
                      <a:pt x="67" y="0"/>
                    </a:lnTo>
                    <a:lnTo>
                      <a:pt x="63" y="6"/>
                    </a:lnTo>
                    <a:lnTo>
                      <a:pt x="59" y="15"/>
                    </a:lnTo>
                    <a:lnTo>
                      <a:pt x="52" y="25"/>
                    </a:lnTo>
                    <a:lnTo>
                      <a:pt x="45" y="37"/>
                    </a:lnTo>
                    <a:lnTo>
                      <a:pt x="38" y="48"/>
                    </a:lnTo>
                    <a:lnTo>
                      <a:pt x="32" y="59"/>
                    </a:lnTo>
                    <a:lnTo>
                      <a:pt x="28" y="66"/>
                    </a:lnTo>
                    <a:lnTo>
                      <a:pt x="25" y="69"/>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1" name="Freeform 122">
                <a:extLst>
                  <a:ext uri="{FF2B5EF4-FFF2-40B4-BE49-F238E27FC236}">
                    <a16:creationId xmlns:a16="http://schemas.microsoft.com/office/drawing/2014/main" id="{2A14E152-B434-4342-9B7A-CF494E504EBD}"/>
                  </a:ext>
                </a:extLst>
              </p:cNvPr>
              <p:cNvSpPr>
                <a:spLocks/>
              </p:cNvSpPr>
              <p:nvPr/>
            </p:nvSpPr>
            <p:spPr bwMode="auto">
              <a:xfrm>
                <a:off x="4286" y="3316"/>
                <a:ext cx="203" cy="37"/>
              </a:xfrm>
              <a:custGeom>
                <a:avLst/>
                <a:gdLst>
                  <a:gd name="T0" fmla="*/ 202 w 371"/>
                  <a:gd name="T1" fmla="*/ 20 h 67"/>
                  <a:gd name="T2" fmla="*/ 197 w 371"/>
                  <a:gd name="T3" fmla="*/ 29 h 67"/>
                  <a:gd name="T4" fmla="*/ 185 w 371"/>
                  <a:gd name="T5" fmla="*/ 34 h 67"/>
                  <a:gd name="T6" fmla="*/ 168 w 371"/>
                  <a:gd name="T7" fmla="*/ 36 h 67"/>
                  <a:gd name="T8" fmla="*/ 150 w 371"/>
                  <a:gd name="T9" fmla="*/ 37 h 67"/>
                  <a:gd name="T10" fmla="*/ 133 w 371"/>
                  <a:gd name="T11" fmla="*/ 36 h 67"/>
                  <a:gd name="T12" fmla="*/ 118 w 371"/>
                  <a:gd name="T13" fmla="*/ 36 h 67"/>
                  <a:gd name="T14" fmla="*/ 104 w 371"/>
                  <a:gd name="T15" fmla="*/ 34 h 67"/>
                  <a:gd name="T16" fmla="*/ 94 w 371"/>
                  <a:gd name="T17" fmla="*/ 33 h 67"/>
                  <a:gd name="T18" fmla="*/ 86 w 371"/>
                  <a:gd name="T19" fmla="*/ 31 h 67"/>
                  <a:gd name="T20" fmla="*/ 79 w 371"/>
                  <a:gd name="T21" fmla="*/ 30 h 67"/>
                  <a:gd name="T22" fmla="*/ 62 w 371"/>
                  <a:gd name="T23" fmla="*/ 28 h 67"/>
                  <a:gd name="T24" fmla="*/ 40 w 371"/>
                  <a:gd name="T25" fmla="*/ 25 h 67"/>
                  <a:gd name="T26" fmla="*/ 24 w 371"/>
                  <a:gd name="T27" fmla="*/ 24 h 67"/>
                  <a:gd name="T28" fmla="*/ 20 w 371"/>
                  <a:gd name="T29" fmla="*/ 23 h 67"/>
                  <a:gd name="T30" fmla="*/ 20 w 371"/>
                  <a:gd name="T31" fmla="*/ 17 h 67"/>
                  <a:gd name="T32" fmla="*/ 20 w 371"/>
                  <a:gd name="T33" fmla="*/ 14 h 67"/>
                  <a:gd name="T34" fmla="*/ 16 w 371"/>
                  <a:gd name="T35" fmla="*/ 12 h 67"/>
                  <a:gd name="T36" fmla="*/ 10 w 371"/>
                  <a:gd name="T37" fmla="*/ 9 h 67"/>
                  <a:gd name="T38" fmla="*/ 3 w 371"/>
                  <a:gd name="T39" fmla="*/ 6 h 67"/>
                  <a:gd name="T40" fmla="*/ 1 w 371"/>
                  <a:gd name="T41" fmla="*/ 3 h 67"/>
                  <a:gd name="T42" fmla="*/ 2 w 371"/>
                  <a:gd name="T43" fmla="*/ 1 h 67"/>
                  <a:gd name="T44" fmla="*/ 4 w 371"/>
                  <a:gd name="T45" fmla="*/ 0 h 67"/>
                  <a:gd name="T46" fmla="*/ 10 w 371"/>
                  <a:gd name="T47" fmla="*/ 1 h 67"/>
                  <a:gd name="T48" fmla="*/ 16 w 371"/>
                  <a:gd name="T49" fmla="*/ 2 h 67"/>
                  <a:gd name="T50" fmla="*/ 22 w 371"/>
                  <a:gd name="T51" fmla="*/ 4 h 67"/>
                  <a:gd name="T52" fmla="*/ 27 w 371"/>
                  <a:gd name="T53" fmla="*/ 7 h 67"/>
                  <a:gd name="T54" fmla="*/ 31 w 371"/>
                  <a:gd name="T55" fmla="*/ 9 h 67"/>
                  <a:gd name="T56" fmla="*/ 35 w 371"/>
                  <a:gd name="T57" fmla="*/ 13 h 67"/>
                  <a:gd name="T58" fmla="*/ 41 w 371"/>
                  <a:gd name="T59" fmla="*/ 16 h 67"/>
                  <a:gd name="T60" fmla="*/ 47 w 371"/>
                  <a:gd name="T61" fmla="*/ 18 h 67"/>
                  <a:gd name="T62" fmla="*/ 54 w 371"/>
                  <a:gd name="T63" fmla="*/ 20 h 67"/>
                  <a:gd name="T64" fmla="*/ 62 w 371"/>
                  <a:gd name="T65" fmla="*/ 23 h 67"/>
                  <a:gd name="T66" fmla="*/ 68 w 371"/>
                  <a:gd name="T67" fmla="*/ 25 h 67"/>
                  <a:gd name="T68" fmla="*/ 70 w 371"/>
                  <a:gd name="T69" fmla="*/ 24 h 67"/>
                  <a:gd name="T70" fmla="*/ 70 w 371"/>
                  <a:gd name="T71" fmla="*/ 20 h 67"/>
                  <a:gd name="T72" fmla="*/ 75 w 371"/>
                  <a:gd name="T73" fmla="*/ 20 h 67"/>
                  <a:gd name="T74" fmla="*/ 82 w 371"/>
                  <a:gd name="T75" fmla="*/ 20 h 67"/>
                  <a:gd name="T76" fmla="*/ 85 w 371"/>
                  <a:gd name="T77" fmla="*/ 21 h 67"/>
                  <a:gd name="T78" fmla="*/ 85 w 371"/>
                  <a:gd name="T79" fmla="*/ 24 h 67"/>
                  <a:gd name="T80" fmla="*/ 88 w 371"/>
                  <a:gd name="T81" fmla="*/ 25 h 67"/>
                  <a:gd name="T82" fmla="*/ 98 w 371"/>
                  <a:gd name="T83" fmla="*/ 23 h 67"/>
                  <a:gd name="T84" fmla="*/ 113 w 371"/>
                  <a:gd name="T85" fmla="*/ 20 h 67"/>
                  <a:gd name="T86" fmla="*/ 126 w 371"/>
                  <a:gd name="T87" fmla="*/ 18 h 67"/>
                  <a:gd name="T88" fmla="*/ 136 w 371"/>
                  <a:gd name="T89" fmla="*/ 17 h 67"/>
                  <a:gd name="T90" fmla="*/ 149 w 371"/>
                  <a:gd name="T91" fmla="*/ 15 h 67"/>
                  <a:gd name="T92" fmla="*/ 161 w 371"/>
                  <a:gd name="T93" fmla="*/ 14 h 67"/>
                  <a:gd name="T94" fmla="*/ 173 w 371"/>
                  <a:gd name="T95" fmla="*/ 13 h 67"/>
                  <a:gd name="T96" fmla="*/ 182 w 371"/>
                  <a:gd name="T97" fmla="*/ 12 h 67"/>
                  <a:gd name="T98" fmla="*/ 188 w 371"/>
                  <a:gd name="T99" fmla="*/ 13 h 67"/>
                  <a:gd name="T100" fmla="*/ 195 w 371"/>
                  <a:gd name="T101" fmla="*/ 14 h 67"/>
                  <a:gd name="T102" fmla="*/ 201 w 371"/>
                  <a:gd name="T103" fmla="*/ 15 h 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1" h="67">
                    <a:moveTo>
                      <a:pt x="371" y="29"/>
                    </a:moveTo>
                    <a:lnTo>
                      <a:pt x="369" y="36"/>
                    </a:lnTo>
                    <a:lnTo>
                      <a:pt x="364" y="44"/>
                    </a:lnTo>
                    <a:lnTo>
                      <a:pt x="360" y="53"/>
                    </a:lnTo>
                    <a:lnTo>
                      <a:pt x="355" y="59"/>
                    </a:lnTo>
                    <a:lnTo>
                      <a:pt x="339" y="62"/>
                    </a:lnTo>
                    <a:lnTo>
                      <a:pt x="323" y="65"/>
                    </a:lnTo>
                    <a:lnTo>
                      <a:pt x="307" y="66"/>
                    </a:lnTo>
                    <a:lnTo>
                      <a:pt x="291" y="67"/>
                    </a:lnTo>
                    <a:lnTo>
                      <a:pt x="274" y="67"/>
                    </a:lnTo>
                    <a:lnTo>
                      <a:pt x="260" y="67"/>
                    </a:lnTo>
                    <a:lnTo>
                      <a:pt x="243" y="66"/>
                    </a:lnTo>
                    <a:lnTo>
                      <a:pt x="230" y="66"/>
                    </a:lnTo>
                    <a:lnTo>
                      <a:pt x="216" y="65"/>
                    </a:lnTo>
                    <a:lnTo>
                      <a:pt x="203" y="62"/>
                    </a:lnTo>
                    <a:lnTo>
                      <a:pt x="190" y="61"/>
                    </a:lnTo>
                    <a:lnTo>
                      <a:pt x="180" y="60"/>
                    </a:lnTo>
                    <a:lnTo>
                      <a:pt x="171" y="59"/>
                    </a:lnTo>
                    <a:lnTo>
                      <a:pt x="164" y="58"/>
                    </a:lnTo>
                    <a:lnTo>
                      <a:pt x="157" y="57"/>
                    </a:lnTo>
                    <a:lnTo>
                      <a:pt x="154" y="55"/>
                    </a:lnTo>
                    <a:lnTo>
                      <a:pt x="145" y="54"/>
                    </a:lnTo>
                    <a:lnTo>
                      <a:pt x="132" y="52"/>
                    </a:lnTo>
                    <a:lnTo>
                      <a:pt x="113" y="51"/>
                    </a:lnTo>
                    <a:lnTo>
                      <a:pt x="94" y="49"/>
                    </a:lnTo>
                    <a:lnTo>
                      <a:pt x="74" y="46"/>
                    </a:lnTo>
                    <a:lnTo>
                      <a:pt x="57" y="44"/>
                    </a:lnTo>
                    <a:lnTo>
                      <a:pt x="44" y="43"/>
                    </a:lnTo>
                    <a:lnTo>
                      <a:pt x="38" y="43"/>
                    </a:lnTo>
                    <a:lnTo>
                      <a:pt x="36" y="41"/>
                    </a:lnTo>
                    <a:lnTo>
                      <a:pt x="36" y="36"/>
                    </a:lnTo>
                    <a:lnTo>
                      <a:pt x="37" y="31"/>
                    </a:lnTo>
                    <a:lnTo>
                      <a:pt x="38" y="27"/>
                    </a:lnTo>
                    <a:lnTo>
                      <a:pt x="37" y="26"/>
                    </a:lnTo>
                    <a:lnTo>
                      <a:pt x="35" y="23"/>
                    </a:lnTo>
                    <a:lnTo>
                      <a:pt x="30" y="21"/>
                    </a:lnTo>
                    <a:lnTo>
                      <a:pt x="25" y="19"/>
                    </a:lnTo>
                    <a:lnTo>
                      <a:pt x="19" y="16"/>
                    </a:lnTo>
                    <a:lnTo>
                      <a:pt x="12" y="13"/>
                    </a:lnTo>
                    <a:lnTo>
                      <a:pt x="6" y="11"/>
                    </a:lnTo>
                    <a:lnTo>
                      <a:pt x="0" y="7"/>
                    </a:lnTo>
                    <a:lnTo>
                      <a:pt x="1" y="5"/>
                    </a:lnTo>
                    <a:lnTo>
                      <a:pt x="3" y="4"/>
                    </a:lnTo>
                    <a:lnTo>
                      <a:pt x="3" y="1"/>
                    </a:lnTo>
                    <a:lnTo>
                      <a:pt x="4" y="0"/>
                    </a:lnTo>
                    <a:lnTo>
                      <a:pt x="8" y="0"/>
                    </a:lnTo>
                    <a:lnTo>
                      <a:pt x="13" y="1"/>
                    </a:lnTo>
                    <a:lnTo>
                      <a:pt x="19" y="1"/>
                    </a:lnTo>
                    <a:lnTo>
                      <a:pt x="25" y="3"/>
                    </a:lnTo>
                    <a:lnTo>
                      <a:pt x="30" y="4"/>
                    </a:lnTo>
                    <a:lnTo>
                      <a:pt x="36" y="6"/>
                    </a:lnTo>
                    <a:lnTo>
                      <a:pt x="41" y="7"/>
                    </a:lnTo>
                    <a:lnTo>
                      <a:pt x="45" y="9"/>
                    </a:lnTo>
                    <a:lnTo>
                      <a:pt x="49" y="12"/>
                    </a:lnTo>
                    <a:lnTo>
                      <a:pt x="52" y="14"/>
                    </a:lnTo>
                    <a:lnTo>
                      <a:pt x="56" y="17"/>
                    </a:lnTo>
                    <a:lnTo>
                      <a:pt x="60" y="21"/>
                    </a:lnTo>
                    <a:lnTo>
                      <a:pt x="64" y="24"/>
                    </a:lnTo>
                    <a:lnTo>
                      <a:pt x="69" y="27"/>
                    </a:lnTo>
                    <a:lnTo>
                      <a:pt x="75" y="29"/>
                    </a:lnTo>
                    <a:lnTo>
                      <a:pt x="81" y="31"/>
                    </a:lnTo>
                    <a:lnTo>
                      <a:pt x="86" y="32"/>
                    </a:lnTo>
                    <a:lnTo>
                      <a:pt x="92" y="35"/>
                    </a:lnTo>
                    <a:lnTo>
                      <a:pt x="99" y="36"/>
                    </a:lnTo>
                    <a:lnTo>
                      <a:pt x="106" y="38"/>
                    </a:lnTo>
                    <a:lnTo>
                      <a:pt x="113" y="42"/>
                    </a:lnTo>
                    <a:lnTo>
                      <a:pt x="119" y="43"/>
                    </a:lnTo>
                    <a:lnTo>
                      <a:pt x="125" y="45"/>
                    </a:lnTo>
                    <a:lnTo>
                      <a:pt x="128" y="46"/>
                    </a:lnTo>
                    <a:lnTo>
                      <a:pt x="128" y="44"/>
                    </a:lnTo>
                    <a:lnTo>
                      <a:pt x="128" y="41"/>
                    </a:lnTo>
                    <a:lnTo>
                      <a:pt x="128" y="37"/>
                    </a:lnTo>
                    <a:lnTo>
                      <a:pt x="129" y="35"/>
                    </a:lnTo>
                    <a:lnTo>
                      <a:pt x="137" y="36"/>
                    </a:lnTo>
                    <a:lnTo>
                      <a:pt x="144" y="36"/>
                    </a:lnTo>
                    <a:lnTo>
                      <a:pt x="150" y="36"/>
                    </a:lnTo>
                    <a:lnTo>
                      <a:pt x="156" y="36"/>
                    </a:lnTo>
                    <a:lnTo>
                      <a:pt x="156" y="38"/>
                    </a:lnTo>
                    <a:lnTo>
                      <a:pt x="156" y="41"/>
                    </a:lnTo>
                    <a:lnTo>
                      <a:pt x="156" y="44"/>
                    </a:lnTo>
                    <a:lnTo>
                      <a:pt x="156" y="46"/>
                    </a:lnTo>
                    <a:lnTo>
                      <a:pt x="160" y="45"/>
                    </a:lnTo>
                    <a:lnTo>
                      <a:pt x="170" y="44"/>
                    </a:lnTo>
                    <a:lnTo>
                      <a:pt x="180" y="42"/>
                    </a:lnTo>
                    <a:lnTo>
                      <a:pt x="193" y="39"/>
                    </a:lnTo>
                    <a:lnTo>
                      <a:pt x="207" y="37"/>
                    </a:lnTo>
                    <a:lnTo>
                      <a:pt x="218" y="35"/>
                    </a:lnTo>
                    <a:lnTo>
                      <a:pt x="230" y="32"/>
                    </a:lnTo>
                    <a:lnTo>
                      <a:pt x="236" y="31"/>
                    </a:lnTo>
                    <a:lnTo>
                      <a:pt x="248" y="30"/>
                    </a:lnTo>
                    <a:lnTo>
                      <a:pt x="261" y="29"/>
                    </a:lnTo>
                    <a:lnTo>
                      <a:pt x="272" y="28"/>
                    </a:lnTo>
                    <a:lnTo>
                      <a:pt x="284" y="27"/>
                    </a:lnTo>
                    <a:lnTo>
                      <a:pt x="295" y="26"/>
                    </a:lnTo>
                    <a:lnTo>
                      <a:pt x="307" y="24"/>
                    </a:lnTo>
                    <a:lnTo>
                      <a:pt x="317" y="23"/>
                    </a:lnTo>
                    <a:lnTo>
                      <a:pt x="327" y="22"/>
                    </a:lnTo>
                    <a:lnTo>
                      <a:pt x="332" y="22"/>
                    </a:lnTo>
                    <a:lnTo>
                      <a:pt x="337" y="23"/>
                    </a:lnTo>
                    <a:lnTo>
                      <a:pt x="344" y="23"/>
                    </a:lnTo>
                    <a:lnTo>
                      <a:pt x="351" y="24"/>
                    </a:lnTo>
                    <a:lnTo>
                      <a:pt x="356" y="26"/>
                    </a:lnTo>
                    <a:lnTo>
                      <a:pt x="363" y="27"/>
                    </a:lnTo>
                    <a:lnTo>
                      <a:pt x="368" y="28"/>
                    </a:lnTo>
                    <a:lnTo>
                      <a:pt x="371" y="29"/>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2" name="Freeform 123">
                <a:extLst>
                  <a:ext uri="{FF2B5EF4-FFF2-40B4-BE49-F238E27FC236}">
                    <a16:creationId xmlns:a16="http://schemas.microsoft.com/office/drawing/2014/main" id="{D28E0F7F-5455-42D6-BBA8-B25FE19D0AAC}"/>
                  </a:ext>
                </a:extLst>
              </p:cNvPr>
              <p:cNvSpPr>
                <a:spLocks/>
              </p:cNvSpPr>
              <p:nvPr/>
            </p:nvSpPr>
            <p:spPr bwMode="auto">
              <a:xfrm>
                <a:off x="4348" y="3334"/>
                <a:ext cx="29" cy="48"/>
              </a:xfrm>
              <a:custGeom>
                <a:avLst/>
                <a:gdLst>
                  <a:gd name="T0" fmla="*/ 23 w 54"/>
                  <a:gd name="T1" fmla="*/ 6 h 87"/>
                  <a:gd name="T2" fmla="*/ 23 w 54"/>
                  <a:gd name="T3" fmla="*/ 5 h 87"/>
                  <a:gd name="T4" fmla="*/ 23 w 54"/>
                  <a:gd name="T5" fmla="*/ 3 h 87"/>
                  <a:gd name="T6" fmla="*/ 23 w 54"/>
                  <a:gd name="T7" fmla="*/ 2 h 87"/>
                  <a:gd name="T8" fmla="*/ 23 w 54"/>
                  <a:gd name="T9" fmla="*/ 1 h 87"/>
                  <a:gd name="T10" fmla="*/ 22 w 54"/>
                  <a:gd name="T11" fmla="*/ 1 h 87"/>
                  <a:gd name="T12" fmla="*/ 21 w 54"/>
                  <a:gd name="T13" fmla="*/ 1 h 87"/>
                  <a:gd name="T14" fmla="*/ 20 w 54"/>
                  <a:gd name="T15" fmla="*/ 1 h 87"/>
                  <a:gd name="T16" fmla="*/ 19 w 54"/>
                  <a:gd name="T17" fmla="*/ 1 h 87"/>
                  <a:gd name="T18" fmla="*/ 16 w 54"/>
                  <a:gd name="T19" fmla="*/ 1 h 87"/>
                  <a:gd name="T20" fmla="*/ 14 w 54"/>
                  <a:gd name="T21" fmla="*/ 1 h 87"/>
                  <a:gd name="T22" fmla="*/ 11 w 54"/>
                  <a:gd name="T23" fmla="*/ 1 h 87"/>
                  <a:gd name="T24" fmla="*/ 9 w 54"/>
                  <a:gd name="T25" fmla="*/ 0 h 87"/>
                  <a:gd name="T26" fmla="*/ 8 w 54"/>
                  <a:gd name="T27" fmla="*/ 1 h 87"/>
                  <a:gd name="T28" fmla="*/ 8 w 54"/>
                  <a:gd name="T29" fmla="*/ 3 h 87"/>
                  <a:gd name="T30" fmla="*/ 8 w 54"/>
                  <a:gd name="T31" fmla="*/ 5 h 87"/>
                  <a:gd name="T32" fmla="*/ 8 w 54"/>
                  <a:gd name="T33" fmla="*/ 6 h 87"/>
                  <a:gd name="T34" fmla="*/ 8 w 54"/>
                  <a:gd name="T35" fmla="*/ 8 h 87"/>
                  <a:gd name="T36" fmla="*/ 8 w 54"/>
                  <a:gd name="T37" fmla="*/ 10 h 87"/>
                  <a:gd name="T38" fmla="*/ 8 w 54"/>
                  <a:gd name="T39" fmla="*/ 13 h 87"/>
                  <a:gd name="T40" fmla="*/ 9 w 54"/>
                  <a:gd name="T41" fmla="*/ 15 h 87"/>
                  <a:gd name="T42" fmla="*/ 5 w 54"/>
                  <a:gd name="T43" fmla="*/ 18 h 87"/>
                  <a:gd name="T44" fmla="*/ 2 w 54"/>
                  <a:gd name="T45" fmla="*/ 22 h 87"/>
                  <a:gd name="T46" fmla="*/ 1 w 54"/>
                  <a:gd name="T47" fmla="*/ 26 h 87"/>
                  <a:gd name="T48" fmla="*/ 0 w 54"/>
                  <a:gd name="T49" fmla="*/ 29 h 87"/>
                  <a:gd name="T50" fmla="*/ 1 w 54"/>
                  <a:gd name="T51" fmla="*/ 31 h 87"/>
                  <a:gd name="T52" fmla="*/ 2 w 54"/>
                  <a:gd name="T53" fmla="*/ 35 h 87"/>
                  <a:gd name="T54" fmla="*/ 4 w 54"/>
                  <a:gd name="T55" fmla="*/ 38 h 87"/>
                  <a:gd name="T56" fmla="*/ 8 w 54"/>
                  <a:gd name="T57" fmla="*/ 41 h 87"/>
                  <a:gd name="T58" fmla="*/ 8 w 54"/>
                  <a:gd name="T59" fmla="*/ 42 h 87"/>
                  <a:gd name="T60" fmla="*/ 8 w 54"/>
                  <a:gd name="T61" fmla="*/ 44 h 87"/>
                  <a:gd name="T62" fmla="*/ 8 w 54"/>
                  <a:gd name="T63" fmla="*/ 46 h 87"/>
                  <a:gd name="T64" fmla="*/ 8 w 54"/>
                  <a:gd name="T65" fmla="*/ 47 h 87"/>
                  <a:gd name="T66" fmla="*/ 11 w 54"/>
                  <a:gd name="T67" fmla="*/ 47 h 87"/>
                  <a:gd name="T68" fmla="*/ 15 w 54"/>
                  <a:gd name="T69" fmla="*/ 47 h 87"/>
                  <a:gd name="T70" fmla="*/ 17 w 54"/>
                  <a:gd name="T71" fmla="*/ 47 h 87"/>
                  <a:gd name="T72" fmla="*/ 20 w 54"/>
                  <a:gd name="T73" fmla="*/ 48 h 87"/>
                  <a:gd name="T74" fmla="*/ 20 w 54"/>
                  <a:gd name="T75" fmla="*/ 46 h 87"/>
                  <a:gd name="T76" fmla="*/ 20 w 54"/>
                  <a:gd name="T77" fmla="*/ 44 h 87"/>
                  <a:gd name="T78" fmla="*/ 20 w 54"/>
                  <a:gd name="T79" fmla="*/ 42 h 87"/>
                  <a:gd name="T80" fmla="*/ 20 w 54"/>
                  <a:gd name="T81" fmla="*/ 41 h 87"/>
                  <a:gd name="T82" fmla="*/ 25 w 54"/>
                  <a:gd name="T83" fmla="*/ 39 h 87"/>
                  <a:gd name="T84" fmla="*/ 27 w 54"/>
                  <a:gd name="T85" fmla="*/ 36 h 87"/>
                  <a:gd name="T86" fmla="*/ 28 w 54"/>
                  <a:gd name="T87" fmla="*/ 33 h 87"/>
                  <a:gd name="T88" fmla="*/ 29 w 54"/>
                  <a:gd name="T89" fmla="*/ 28 h 87"/>
                  <a:gd name="T90" fmla="*/ 29 w 54"/>
                  <a:gd name="T91" fmla="*/ 24 h 87"/>
                  <a:gd name="T92" fmla="*/ 28 w 54"/>
                  <a:gd name="T93" fmla="*/ 20 h 87"/>
                  <a:gd name="T94" fmla="*/ 26 w 54"/>
                  <a:gd name="T95" fmla="*/ 18 h 87"/>
                  <a:gd name="T96" fmla="*/ 24 w 54"/>
                  <a:gd name="T97" fmla="*/ 16 h 87"/>
                  <a:gd name="T98" fmla="*/ 24 w 54"/>
                  <a:gd name="T99" fmla="*/ 13 h 87"/>
                  <a:gd name="T100" fmla="*/ 24 w 54"/>
                  <a:gd name="T101" fmla="*/ 10 h 87"/>
                  <a:gd name="T102" fmla="*/ 23 w 54"/>
                  <a:gd name="T103" fmla="*/ 8 h 87"/>
                  <a:gd name="T104" fmla="*/ 23 w 54"/>
                  <a:gd name="T105" fmla="*/ 6 h 8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4" h="87">
                    <a:moveTo>
                      <a:pt x="43" y="11"/>
                    </a:moveTo>
                    <a:lnTo>
                      <a:pt x="43" y="9"/>
                    </a:lnTo>
                    <a:lnTo>
                      <a:pt x="43" y="6"/>
                    </a:lnTo>
                    <a:lnTo>
                      <a:pt x="43" y="3"/>
                    </a:lnTo>
                    <a:lnTo>
                      <a:pt x="43" y="1"/>
                    </a:lnTo>
                    <a:lnTo>
                      <a:pt x="41" y="1"/>
                    </a:lnTo>
                    <a:lnTo>
                      <a:pt x="39" y="1"/>
                    </a:lnTo>
                    <a:lnTo>
                      <a:pt x="37" y="1"/>
                    </a:lnTo>
                    <a:lnTo>
                      <a:pt x="35" y="1"/>
                    </a:lnTo>
                    <a:lnTo>
                      <a:pt x="30" y="1"/>
                    </a:lnTo>
                    <a:lnTo>
                      <a:pt x="26" y="1"/>
                    </a:lnTo>
                    <a:lnTo>
                      <a:pt x="21" y="1"/>
                    </a:lnTo>
                    <a:lnTo>
                      <a:pt x="16" y="0"/>
                    </a:lnTo>
                    <a:lnTo>
                      <a:pt x="15" y="2"/>
                    </a:lnTo>
                    <a:lnTo>
                      <a:pt x="15" y="6"/>
                    </a:lnTo>
                    <a:lnTo>
                      <a:pt x="15" y="9"/>
                    </a:lnTo>
                    <a:lnTo>
                      <a:pt x="15" y="11"/>
                    </a:lnTo>
                    <a:lnTo>
                      <a:pt x="15" y="15"/>
                    </a:lnTo>
                    <a:lnTo>
                      <a:pt x="15" y="19"/>
                    </a:lnTo>
                    <a:lnTo>
                      <a:pt x="15" y="24"/>
                    </a:lnTo>
                    <a:lnTo>
                      <a:pt x="16" y="27"/>
                    </a:lnTo>
                    <a:lnTo>
                      <a:pt x="9" y="32"/>
                    </a:lnTo>
                    <a:lnTo>
                      <a:pt x="4" y="39"/>
                    </a:lnTo>
                    <a:lnTo>
                      <a:pt x="1" y="47"/>
                    </a:lnTo>
                    <a:lnTo>
                      <a:pt x="0" y="52"/>
                    </a:lnTo>
                    <a:lnTo>
                      <a:pt x="1" y="56"/>
                    </a:lnTo>
                    <a:lnTo>
                      <a:pt x="3" y="63"/>
                    </a:lnTo>
                    <a:lnTo>
                      <a:pt x="7" y="69"/>
                    </a:lnTo>
                    <a:lnTo>
                      <a:pt x="14" y="75"/>
                    </a:lnTo>
                    <a:lnTo>
                      <a:pt x="14" y="77"/>
                    </a:lnTo>
                    <a:lnTo>
                      <a:pt x="15" y="79"/>
                    </a:lnTo>
                    <a:lnTo>
                      <a:pt x="15" y="83"/>
                    </a:lnTo>
                    <a:lnTo>
                      <a:pt x="15" y="85"/>
                    </a:lnTo>
                    <a:lnTo>
                      <a:pt x="21" y="85"/>
                    </a:lnTo>
                    <a:lnTo>
                      <a:pt x="27" y="86"/>
                    </a:lnTo>
                    <a:lnTo>
                      <a:pt x="31" y="86"/>
                    </a:lnTo>
                    <a:lnTo>
                      <a:pt x="37" y="87"/>
                    </a:lnTo>
                    <a:lnTo>
                      <a:pt x="37" y="83"/>
                    </a:lnTo>
                    <a:lnTo>
                      <a:pt x="38" y="79"/>
                    </a:lnTo>
                    <a:lnTo>
                      <a:pt x="38" y="77"/>
                    </a:lnTo>
                    <a:lnTo>
                      <a:pt x="38" y="75"/>
                    </a:lnTo>
                    <a:lnTo>
                      <a:pt x="46" y="71"/>
                    </a:lnTo>
                    <a:lnTo>
                      <a:pt x="51" y="65"/>
                    </a:lnTo>
                    <a:lnTo>
                      <a:pt x="53" y="59"/>
                    </a:lnTo>
                    <a:lnTo>
                      <a:pt x="54" y="50"/>
                    </a:lnTo>
                    <a:lnTo>
                      <a:pt x="54" y="44"/>
                    </a:lnTo>
                    <a:lnTo>
                      <a:pt x="52" y="37"/>
                    </a:lnTo>
                    <a:lnTo>
                      <a:pt x="49" y="32"/>
                    </a:lnTo>
                    <a:lnTo>
                      <a:pt x="44" y="29"/>
                    </a:lnTo>
                    <a:lnTo>
                      <a:pt x="44" y="24"/>
                    </a:lnTo>
                    <a:lnTo>
                      <a:pt x="44" y="19"/>
                    </a:lnTo>
                    <a:lnTo>
                      <a:pt x="43" y="15"/>
                    </a:lnTo>
                    <a:lnTo>
                      <a:pt x="43" y="1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3" name="Freeform 124">
                <a:extLst>
                  <a:ext uri="{FF2B5EF4-FFF2-40B4-BE49-F238E27FC236}">
                    <a16:creationId xmlns:a16="http://schemas.microsoft.com/office/drawing/2014/main" id="{B3524898-EC89-4515-989F-602F1D192D29}"/>
                  </a:ext>
                </a:extLst>
              </p:cNvPr>
              <p:cNvSpPr>
                <a:spLocks/>
              </p:cNvSpPr>
              <p:nvPr/>
            </p:nvSpPr>
            <p:spPr bwMode="auto">
              <a:xfrm>
                <a:off x="4366" y="3335"/>
                <a:ext cx="6" cy="16"/>
              </a:xfrm>
              <a:custGeom>
                <a:avLst/>
                <a:gdLst>
                  <a:gd name="T0" fmla="*/ 6 w 9"/>
                  <a:gd name="T1" fmla="*/ 16 h 28"/>
                  <a:gd name="T2" fmla="*/ 6 w 9"/>
                  <a:gd name="T3" fmla="*/ 13 h 28"/>
                  <a:gd name="T4" fmla="*/ 6 w 9"/>
                  <a:gd name="T5" fmla="*/ 10 h 28"/>
                  <a:gd name="T6" fmla="*/ 5 w 9"/>
                  <a:gd name="T7" fmla="*/ 8 h 28"/>
                  <a:gd name="T8" fmla="*/ 5 w 9"/>
                  <a:gd name="T9" fmla="*/ 6 h 28"/>
                  <a:gd name="T10" fmla="*/ 5 w 9"/>
                  <a:gd name="T11" fmla="*/ 5 h 28"/>
                  <a:gd name="T12" fmla="*/ 5 w 9"/>
                  <a:gd name="T13" fmla="*/ 3 h 28"/>
                  <a:gd name="T14" fmla="*/ 5 w 9"/>
                  <a:gd name="T15" fmla="*/ 1 h 28"/>
                  <a:gd name="T16" fmla="*/ 5 w 9"/>
                  <a:gd name="T17" fmla="*/ 0 h 28"/>
                  <a:gd name="T18" fmla="*/ 4 w 9"/>
                  <a:gd name="T19" fmla="*/ 0 h 28"/>
                  <a:gd name="T20" fmla="*/ 3 w 9"/>
                  <a:gd name="T21" fmla="*/ 0 h 28"/>
                  <a:gd name="T22" fmla="*/ 1 w 9"/>
                  <a:gd name="T23" fmla="*/ 0 h 28"/>
                  <a:gd name="T24" fmla="*/ 0 w 9"/>
                  <a:gd name="T25" fmla="*/ 0 h 28"/>
                  <a:gd name="T26" fmla="*/ 0 w 9"/>
                  <a:gd name="T27" fmla="*/ 3 h 28"/>
                  <a:gd name="T28" fmla="*/ 1 w 9"/>
                  <a:gd name="T29" fmla="*/ 9 h 28"/>
                  <a:gd name="T30" fmla="*/ 1 w 9"/>
                  <a:gd name="T31" fmla="*/ 13 h 28"/>
                  <a:gd name="T32" fmla="*/ 1 w 9"/>
                  <a:gd name="T33" fmla="*/ 15 h 28"/>
                  <a:gd name="T34" fmla="*/ 2 w 9"/>
                  <a:gd name="T35" fmla="*/ 15 h 28"/>
                  <a:gd name="T36" fmla="*/ 3 w 9"/>
                  <a:gd name="T37" fmla="*/ 15 h 28"/>
                  <a:gd name="T38" fmla="*/ 5 w 9"/>
                  <a:gd name="T39" fmla="*/ 16 h 28"/>
                  <a:gd name="T40" fmla="*/ 5 w 9"/>
                  <a:gd name="T41" fmla="*/ 16 h 28"/>
                  <a:gd name="T42" fmla="*/ 6 w 9"/>
                  <a:gd name="T43" fmla="*/ 16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 h="28">
                    <a:moveTo>
                      <a:pt x="9" y="28"/>
                    </a:moveTo>
                    <a:lnTo>
                      <a:pt x="9" y="23"/>
                    </a:lnTo>
                    <a:lnTo>
                      <a:pt x="9" y="18"/>
                    </a:lnTo>
                    <a:lnTo>
                      <a:pt x="8" y="14"/>
                    </a:lnTo>
                    <a:lnTo>
                      <a:pt x="8" y="10"/>
                    </a:lnTo>
                    <a:lnTo>
                      <a:pt x="8" y="8"/>
                    </a:lnTo>
                    <a:lnTo>
                      <a:pt x="8" y="5"/>
                    </a:lnTo>
                    <a:lnTo>
                      <a:pt x="8" y="2"/>
                    </a:lnTo>
                    <a:lnTo>
                      <a:pt x="8" y="0"/>
                    </a:lnTo>
                    <a:lnTo>
                      <a:pt x="6" y="0"/>
                    </a:lnTo>
                    <a:lnTo>
                      <a:pt x="4" y="0"/>
                    </a:lnTo>
                    <a:lnTo>
                      <a:pt x="2" y="0"/>
                    </a:lnTo>
                    <a:lnTo>
                      <a:pt x="0" y="0"/>
                    </a:lnTo>
                    <a:lnTo>
                      <a:pt x="0" y="6"/>
                    </a:lnTo>
                    <a:lnTo>
                      <a:pt x="1" y="15"/>
                    </a:lnTo>
                    <a:lnTo>
                      <a:pt x="1" y="22"/>
                    </a:lnTo>
                    <a:lnTo>
                      <a:pt x="1" y="26"/>
                    </a:lnTo>
                    <a:lnTo>
                      <a:pt x="3" y="26"/>
                    </a:lnTo>
                    <a:lnTo>
                      <a:pt x="4" y="26"/>
                    </a:lnTo>
                    <a:lnTo>
                      <a:pt x="7" y="28"/>
                    </a:lnTo>
                    <a:lnTo>
                      <a:pt x="8" y="28"/>
                    </a:lnTo>
                    <a:lnTo>
                      <a:pt x="9" y="2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4" name="Freeform 125">
                <a:extLst>
                  <a:ext uri="{FF2B5EF4-FFF2-40B4-BE49-F238E27FC236}">
                    <a16:creationId xmlns:a16="http://schemas.microsoft.com/office/drawing/2014/main" id="{DF3264BE-227F-4DDF-BA8C-FCB62A63B72A}"/>
                  </a:ext>
                </a:extLst>
              </p:cNvPr>
              <p:cNvSpPr>
                <a:spLocks/>
              </p:cNvSpPr>
              <p:nvPr/>
            </p:nvSpPr>
            <p:spPr bwMode="auto">
              <a:xfrm>
                <a:off x="4485" y="3097"/>
                <a:ext cx="202" cy="324"/>
              </a:xfrm>
              <a:custGeom>
                <a:avLst/>
                <a:gdLst>
                  <a:gd name="T0" fmla="*/ 114 w 370"/>
                  <a:gd name="T1" fmla="*/ 29 h 590"/>
                  <a:gd name="T2" fmla="*/ 86 w 370"/>
                  <a:gd name="T3" fmla="*/ 73 h 590"/>
                  <a:gd name="T4" fmla="*/ 67 w 370"/>
                  <a:gd name="T5" fmla="*/ 141 h 590"/>
                  <a:gd name="T6" fmla="*/ 58 w 370"/>
                  <a:gd name="T7" fmla="*/ 194 h 590"/>
                  <a:gd name="T8" fmla="*/ 53 w 370"/>
                  <a:gd name="T9" fmla="*/ 205 h 590"/>
                  <a:gd name="T10" fmla="*/ 56 w 370"/>
                  <a:gd name="T11" fmla="*/ 209 h 590"/>
                  <a:gd name="T12" fmla="*/ 43 w 370"/>
                  <a:gd name="T13" fmla="*/ 224 h 590"/>
                  <a:gd name="T14" fmla="*/ 27 w 370"/>
                  <a:gd name="T15" fmla="*/ 227 h 590"/>
                  <a:gd name="T16" fmla="*/ 14 w 370"/>
                  <a:gd name="T17" fmla="*/ 227 h 590"/>
                  <a:gd name="T18" fmla="*/ 2 w 370"/>
                  <a:gd name="T19" fmla="*/ 228 h 590"/>
                  <a:gd name="T20" fmla="*/ 5 w 370"/>
                  <a:gd name="T21" fmla="*/ 263 h 590"/>
                  <a:gd name="T22" fmla="*/ 2 w 370"/>
                  <a:gd name="T23" fmla="*/ 297 h 590"/>
                  <a:gd name="T24" fmla="*/ 8 w 370"/>
                  <a:gd name="T25" fmla="*/ 319 h 590"/>
                  <a:gd name="T26" fmla="*/ 28 w 370"/>
                  <a:gd name="T27" fmla="*/ 322 h 590"/>
                  <a:gd name="T28" fmla="*/ 48 w 370"/>
                  <a:gd name="T29" fmla="*/ 323 h 590"/>
                  <a:gd name="T30" fmla="*/ 70 w 370"/>
                  <a:gd name="T31" fmla="*/ 323 h 590"/>
                  <a:gd name="T32" fmla="*/ 89 w 370"/>
                  <a:gd name="T33" fmla="*/ 323 h 590"/>
                  <a:gd name="T34" fmla="*/ 100 w 370"/>
                  <a:gd name="T35" fmla="*/ 321 h 590"/>
                  <a:gd name="T36" fmla="*/ 115 w 370"/>
                  <a:gd name="T37" fmla="*/ 315 h 590"/>
                  <a:gd name="T38" fmla="*/ 126 w 370"/>
                  <a:gd name="T39" fmla="*/ 309 h 590"/>
                  <a:gd name="T40" fmla="*/ 136 w 370"/>
                  <a:gd name="T41" fmla="*/ 300 h 590"/>
                  <a:gd name="T42" fmla="*/ 145 w 370"/>
                  <a:gd name="T43" fmla="*/ 288 h 590"/>
                  <a:gd name="T44" fmla="*/ 154 w 370"/>
                  <a:gd name="T45" fmla="*/ 272 h 590"/>
                  <a:gd name="T46" fmla="*/ 165 w 370"/>
                  <a:gd name="T47" fmla="*/ 243 h 590"/>
                  <a:gd name="T48" fmla="*/ 182 w 370"/>
                  <a:gd name="T49" fmla="*/ 195 h 590"/>
                  <a:gd name="T50" fmla="*/ 195 w 370"/>
                  <a:gd name="T51" fmla="*/ 113 h 590"/>
                  <a:gd name="T52" fmla="*/ 193 w 370"/>
                  <a:gd name="T53" fmla="*/ 92 h 590"/>
                  <a:gd name="T54" fmla="*/ 184 w 370"/>
                  <a:gd name="T55" fmla="*/ 102 h 590"/>
                  <a:gd name="T56" fmla="*/ 157 w 370"/>
                  <a:gd name="T57" fmla="*/ 115 h 590"/>
                  <a:gd name="T58" fmla="*/ 143 w 370"/>
                  <a:gd name="T59" fmla="*/ 105 h 590"/>
                  <a:gd name="T60" fmla="*/ 130 w 370"/>
                  <a:gd name="T61" fmla="*/ 98 h 590"/>
                  <a:gd name="T62" fmla="*/ 114 w 370"/>
                  <a:gd name="T63" fmla="*/ 99 h 590"/>
                  <a:gd name="T64" fmla="*/ 103 w 370"/>
                  <a:gd name="T65" fmla="*/ 96 h 590"/>
                  <a:gd name="T66" fmla="*/ 116 w 370"/>
                  <a:gd name="T67" fmla="*/ 72 h 590"/>
                  <a:gd name="T68" fmla="*/ 146 w 370"/>
                  <a:gd name="T69" fmla="*/ 59 h 590"/>
                  <a:gd name="T70" fmla="*/ 197 w 370"/>
                  <a:gd name="T71" fmla="*/ 37 h 590"/>
                  <a:gd name="T72" fmla="*/ 192 w 370"/>
                  <a:gd name="T73" fmla="*/ 27 h 590"/>
                  <a:gd name="T74" fmla="*/ 175 w 370"/>
                  <a:gd name="T75" fmla="*/ 17 h 590"/>
                  <a:gd name="T76" fmla="*/ 167 w 370"/>
                  <a:gd name="T77" fmla="*/ 11 h 590"/>
                  <a:gd name="T78" fmla="*/ 177 w 370"/>
                  <a:gd name="T79" fmla="*/ 9 h 590"/>
                  <a:gd name="T80" fmla="*/ 188 w 370"/>
                  <a:gd name="T81" fmla="*/ 9 h 590"/>
                  <a:gd name="T82" fmla="*/ 185 w 370"/>
                  <a:gd name="T83" fmla="*/ 2 h 590"/>
                  <a:gd name="T84" fmla="*/ 172 w 370"/>
                  <a:gd name="T85" fmla="*/ 1 h 590"/>
                  <a:gd name="T86" fmla="*/ 156 w 370"/>
                  <a:gd name="T87" fmla="*/ 5 h 590"/>
                  <a:gd name="T88" fmla="*/ 145 w 370"/>
                  <a:gd name="T89" fmla="*/ 16 h 590"/>
                  <a:gd name="T90" fmla="*/ 135 w 370"/>
                  <a:gd name="T91" fmla="*/ 27 h 590"/>
                  <a:gd name="T92" fmla="*/ 125 w 370"/>
                  <a:gd name="T93" fmla="*/ 36 h 590"/>
                  <a:gd name="T94" fmla="*/ 114 w 370"/>
                  <a:gd name="T95" fmla="*/ 43 h 590"/>
                  <a:gd name="T96" fmla="*/ 122 w 370"/>
                  <a:gd name="T97" fmla="*/ 31 h 590"/>
                  <a:gd name="T98" fmla="*/ 138 w 370"/>
                  <a:gd name="T99" fmla="*/ 15 h 590"/>
                  <a:gd name="T100" fmla="*/ 144 w 370"/>
                  <a:gd name="T101" fmla="*/ 0 h 5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70" h="590">
                    <a:moveTo>
                      <a:pt x="257" y="1"/>
                    </a:move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9" y="509"/>
                    </a:lnTo>
                    <a:lnTo>
                      <a:pt x="6" y="525"/>
                    </a:lnTo>
                    <a:lnTo>
                      <a:pt x="4" y="541"/>
                    </a:lnTo>
                    <a:lnTo>
                      <a:pt x="2" y="554"/>
                    </a:lnTo>
                    <a:lnTo>
                      <a:pt x="6" y="560"/>
                    </a:lnTo>
                    <a:lnTo>
                      <a:pt x="12" y="570"/>
                    </a:lnTo>
                    <a:lnTo>
                      <a:pt x="15" y="580"/>
                    </a:lnTo>
                    <a:lnTo>
                      <a:pt x="18" y="590"/>
                    </a:lnTo>
                    <a:lnTo>
                      <a:pt x="28" y="588"/>
                    </a:lnTo>
                    <a:lnTo>
                      <a:pt x="41" y="587"/>
                    </a:lnTo>
                    <a:lnTo>
                      <a:pt x="52" y="586"/>
                    </a:lnTo>
                    <a:lnTo>
                      <a:pt x="64" y="586"/>
                    </a:lnTo>
                    <a:lnTo>
                      <a:pt x="73" y="587"/>
                    </a:lnTo>
                    <a:lnTo>
                      <a:pt x="82" y="588"/>
                    </a:lnTo>
                    <a:lnTo>
                      <a:pt x="88" y="588"/>
                    </a:lnTo>
                    <a:lnTo>
                      <a:pt x="91" y="589"/>
                    </a:lnTo>
                    <a:lnTo>
                      <a:pt x="104" y="589"/>
                    </a:lnTo>
                    <a:lnTo>
                      <a:pt x="117" y="589"/>
                    </a:lnTo>
                    <a:lnTo>
                      <a:pt x="128" y="589"/>
                    </a:lnTo>
                    <a:lnTo>
                      <a:pt x="140" y="589"/>
                    </a:lnTo>
                    <a:lnTo>
                      <a:pt x="149" y="589"/>
                    </a:lnTo>
                    <a:lnTo>
                      <a:pt x="157" y="589"/>
                    </a:lnTo>
                    <a:lnTo>
                      <a:pt x="163" y="588"/>
                    </a:lnTo>
                    <a:lnTo>
                      <a:pt x="166" y="588"/>
                    </a:lnTo>
                    <a:lnTo>
                      <a:pt x="171" y="587"/>
                    </a:lnTo>
                    <a:lnTo>
                      <a:pt x="177" y="586"/>
                    </a:lnTo>
                    <a:lnTo>
                      <a:pt x="184" y="584"/>
                    </a:lnTo>
                    <a:lnTo>
                      <a:pt x="191" y="581"/>
                    </a:lnTo>
                    <a:lnTo>
                      <a:pt x="197" y="579"/>
                    </a:lnTo>
                    <a:lnTo>
                      <a:pt x="204" y="577"/>
                    </a:lnTo>
                    <a:lnTo>
                      <a:pt x="210" y="574"/>
                    </a:lnTo>
                    <a:lnTo>
                      <a:pt x="215" y="572"/>
                    </a:lnTo>
                    <a:lnTo>
                      <a:pt x="219" y="570"/>
                    </a:lnTo>
                    <a:lnTo>
                      <a:pt x="224" y="566"/>
                    </a:lnTo>
                    <a:lnTo>
                      <a:pt x="230" y="563"/>
                    </a:lnTo>
                    <a:lnTo>
                      <a:pt x="235" y="559"/>
                    </a:lnTo>
                    <a:lnTo>
                      <a:pt x="241" y="556"/>
                    </a:lnTo>
                    <a:lnTo>
                      <a:pt x="246" y="551"/>
                    </a:lnTo>
                    <a:lnTo>
                      <a:pt x="250" y="547"/>
                    </a:lnTo>
                    <a:lnTo>
                      <a:pt x="253" y="543"/>
                    </a:lnTo>
                    <a:lnTo>
                      <a:pt x="256" y="539"/>
                    </a:lnTo>
                    <a:lnTo>
                      <a:pt x="261" y="532"/>
                    </a:lnTo>
                    <a:lnTo>
                      <a:pt x="265" y="525"/>
                    </a:lnTo>
                    <a:lnTo>
                      <a:pt x="269" y="519"/>
                    </a:lnTo>
                    <a:lnTo>
                      <a:pt x="272" y="513"/>
                    </a:lnTo>
                    <a:lnTo>
                      <a:pt x="277" y="505"/>
                    </a:lnTo>
                    <a:lnTo>
                      <a:pt x="282" y="495"/>
                    </a:lnTo>
                    <a:lnTo>
                      <a:pt x="286" y="486"/>
                    </a:lnTo>
                    <a:lnTo>
                      <a:pt x="290" y="478"/>
                    </a:lnTo>
                    <a:lnTo>
                      <a:pt x="295" y="463"/>
                    </a:lnTo>
                    <a:lnTo>
                      <a:pt x="303" y="442"/>
                    </a:lnTo>
                    <a:lnTo>
                      <a:pt x="312" y="420"/>
                    </a:lnTo>
                    <a:lnTo>
                      <a:pt x="320" y="396"/>
                    </a:lnTo>
                    <a:lnTo>
                      <a:pt x="328" y="374"/>
                    </a:lnTo>
                    <a:lnTo>
                      <a:pt x="333" y="355"/>
                    </a:lnTo>
                    <a:lnTo>
                      <a:pt x="337" y="342"/>
                    </a:lnTo>
                    <a:lnTo>
                      <a:pt x="343" y="307"/>
                    </a:lnTo>
                    <a:lnTo>
                      <a:pt x="351" y="254"/>
                    </a:lnTo>
                    <a:lnTo>
                      <a:pt x="358" y="205"/>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5" name="Freeform 126">
                <a:extLst>
                  <a:ext uri="{FF2B5EF4-FFF2-40B4-BE49-F238E27FC236}">
                    <a16:creationId xmlns:a16="http://schemas.microsoft.com/office/drawing/2014/main" id="{EB45DE3E-7E59-4DA2-BF60-F5FCEA7567EF}"/>
                  </a:ext>
                </a:extLst>
              </p:cNvPr>
              <p:cNvSpPr>
                <a:spLocks/>
              </p:cNvSpPr>
              <p:nvPr/>
            </p:nvSpPr>
            <p:spPr bwMode="auto">
              <a:xfrm>
                <a:off x="4485" y="3097"/>
                <a:ext cx="202" cy="272"/>
              </a:xfrm>
              <a:custGeom>
                <a:avLst/>
                <a:gdLst>
                  <a:gd name="T0" fmla="*/ 121 w 370"/>
                  <a:gd name="T1" fmla="*/ 69 h 497"/>
                  <a:gd name="T2" fmla="*/ 174 w 370"/>
                  <a:gd name="T3" fmla="*/ 47 h 497"/>
                  <a:gd name="T4" fmla="*/ 197 w 370"/>
                  <a:gd name="T5" fmla="*/ 30 h 497"/>
                  <a:gd name="T6" fmla="*/ 175 w 370"/>
                  <a:gd name="T7" fmla="*/ 17 h 497"/>
                  <a:gd name="T8" fmla="*/ 169 w 370"/>
                  <a:gd name="T9" fmla="*/ 10 h 497"/>
                  <a:gd name="T10" fmla="*/ 183 w 370"/>
                  <a:gd name="T11" fmla="*/ 9 h 497"/>
                  <a:gd name="T12" fmla="*/ 187 w 370"/>
                  <a:gd name="T13" fmla="*/ 3 h 497"/>
                  <a:gd name="T14" fmla="*/ 172 w 370"/>
                  <a:gd name="T15" fmla="*/ 1 h 497"/>
                  <a:gd name="T16" fmla="*/ 153 w 370"/>
                  <a:gd name="T17" fmla="*/ 7 h 497"/>
                  <a:gd name="T18" fmla="*/ 139 w 370"/>
                  <a:gd name="T19" fmla="*/ 22 h 497"/>
                  <a:gd name="T20" fmla="*/ 128 w 370"/>
                  <a:gd name="T21" fmla="*/ 33 h 497"/>
                  <a:gd name="T22" fmla="*/ 114 w 370"/>
                  <a:gd name="T23" fmla="*/ 43 h 497"/>
                  <a:gd name="T24" fmla="*/ 127 w 370"/>
                  <a:gd name="T25" fmla="*/ 27 h 497"/>
                  <a:gd name="T26" fmla="*/ 144 w 370"/>
                  <a:gd name="T27" fmla="*/ 5 h 497"/>
                  <a:gd name="T28" fmla="*/ 123 w 370"/>
                  <a:gd name="T29" fmla="*/ 18 h 497"/>
                  <a:gd name="T30" fmla="*/ 86 w 370"/>
                  <a:gd name="T31" fmla="*/ 73 h 497"/>
                  <a:gd name="T32" fmla="*/ 66 w 370"/>
                  <a:gd name="T33" fmla="*/ 155 h 497"/>
                  <a:gd name="T34" fmla="*/ 55 w 370"/>
                  <a:gd name="T35" fmla="*/ 201 h 497"/>
                  <a:gd name="T36" fmla="*/ 55 w 370"/>
                  <a:gd name="T37" fmla="*/ 207 h 497"/>
                  <a:gd name="T38" fmla="*/ 43 w 370"/>
                  <a:gd name="T39" fmla="*/ 223 h 497"/>
                  <a:gd name="T40" fmla="*/ 23 w 370"/>
                  <a:gd name="T41" fmla="*/ 225 h 497"/>
                  <a:gd name="T42" fmla="*/ 8 w 370"/>
                  <a:gd name="T43" fmla="*/ 227 h 497"/>
                  <a:gd name="T44" fmla="*/ 5 w 370"/>
                  <a:gd name="T45" fmla="*/ 250 h 497"/>
                  <a:gd name="T46" fmla="*/ 17 w 370"/>
                  <a:gd name="T47" fmla="*/ 271 h 497"/>
                  <a:gd name="T48" fmla="*/ 37 w 370"/>
                  <a:gd name="T49" fmla="*/ 271 h 497"/>
                  <a:gd name="T50" fmla="*/ 43 w 370"/>
                  <a:gd name="T51" fmla="*/ 257 h 497"/>
                  <a:gd name="T52" fmla="*/ 45 w 370"/>
                  <a:gd name="T53" fmla="*/ 246 h 497"/>
                  <a:gd name="T54" fmla="*/ 50 w 370"/>
                  <a:gd name="T55" fmla="*/ 238 h 497"/>
                  <a:gd name="T56" fmla="*/ 56 w 370"/>
                  <a:gd name="T57" fmla="*/ 233 h 497"/>
                  <a:gd name="T58" fmla="*/ 82 w 370"/>
                  <a:gd name="T59" fmla="*/ 244 h 497"/>
                  <a:gd name="T60" fmla="*/ 103 w 370"/>
                  <a:gd name="T61" fmla="*/ 254 h 497"/>
                  <a:gd name="T62" fmla="*/ 122 w 370"/>
                  <a:gd name="T63" fmla="*/ 248 h 497"/>
                  <a:gd name="T64" fmla="*/ 109 w 370"/>
                  <a:gd name="T65" fmla="*/ 230 h 497"/>
                  <a:gd name="T66" fmla="*/ 93 w 370"/>
                  <a:gd name="T67" fmla="*/ 209 h 497"/>
                  <a:gd name="T68" fmla="*/ 107 w 370"/>
                  <a:gd name="T69" fmla="*/ 197 h 497"/>
                  <a:gd name="T70" fmla="*/ 138 w 370"/>
                  <a:gd name="T71" fmla="*/ 193 h 497"/>
                  <a:gd name="T72" fmla="*/ 157 w 370"/>
                  <a:gd name="T73" fmla="*/ 184 h 497"/>
                  <a:gd name="T74" fmla="*/ 136 w 370"/>
                  <a:gd name="T75" fmla="*/ 161 h 497"/>
                  <a:gd name="T76" fmla="*/ 116 w 370"/>
                  <a:gd name="T77" fmla="*/ 159 h 497"/>
                  <a:gd name="T78" fmla="*/ 105 w 370"/>
                  <a:gd name="T79" fmla="*/ 155 h 497"/>
                  <a:gd name="T80" fmla="*/ 121 w 370"/>
                  <a:gd name="T81" fmla="*/ 144 h 497"/>
                  <a:gd name="T82" fmla="*/ 171 w 370"/>
                  <a:gd name="T83" fmla="*/ 128 h 497"/>
                  <a:gd name="T84" fmla="*/ 194 w 370"/>
                  <a:gd name="T85" fmla="*/ 90 h 497"/>
                  <a:gd name="T86" fmla="*/ 184 w 370"/>
                  <a:gd name="T87" fmla="*/ 101 h 497"/>
                  <a:gd name="T88" fmla="*/ 148 w 370"/>
                  <a:gd name="T89" fmla="*/ 115 h 497"/>
                  <a:gd name="T90" fmla="*/ 136 w 370"/>
                  <a:gd name="T91" fmla="*/ 100 h 497"/>
                  <a:gd name="T92" fmla="*/ 118 w 370"/>
                  <a:gd name="T93" fmla="*/ 98 h 497"/>
                  <a:gd name="T94" fmla="*/ 103 w 370"/>
                  <a:gd name="T95" fmla="*/ 96 h 497"/>
                  <a:gd name="T96" fmla="*/ 95 w 370"/>
                  <a:gd name="T97" fmla="*/ 117 h 497"/>
                  <a:gd name="T98" fmla="*/ 118 w 370"/>
                  <a:gd name="T99" fmla="*/ 110 h 497"/>
                  <a:gd name="T100" fmla="*/ 135 w 370"/>
                  <a:gd name="T101" fmla="*/ 117 h 497"/>
                  <a:gd name="T102" fmla="*/ 122 w 370"/>
                  <a:gd name="T103" fmla="*/ 115 h 497"/>
                  <a:gd name="T104" fmla="*/ 110 w 370"/>
                  <a:gd name="T105" fmla="*/ 125 h 497"/>
                  <a:gd name="T106" fmla="*/ 95 w 370"/>
                  <a:gd name="T107" fmla="*/ 135 h 497"/>
                  <a:gd name="T108" fmla="*/ 82 w 370"/>
                  <a:gd name="T109" fmla="*/ 171 h 497"/>
                  <a:gd name="T110" fmla="*/ 73 w 370"/>
                  <a:gd name="T111" fmla="*/ 205 h 497"/>
                  <a:gd name="T112" fmla="*/ 81 w 370"/>
                  <a:gd name="T113" fmla="*/ 160 h 497"/>
                  <a:gd name="T114" fmla="*/ 86 w 370"/>
                  <a:gd name="T115" fmla="*/ 125 h 497"/>
                  <a:gd name="T116" fmla="*/ 95 w 370"/>
                  <a:gd name="T117" fmla="*/ 100 h 49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70" h="497">
                    <a:moveTo>
                      <a:pt x="188" y="170"/>
                    </a:moveTo>
                    <a:lnTo>
                      <a:pt x="194" y="158"/>
                    </a:lnTo>
                    <a:lnTo>
                      <a:pt x="203" y="145"/>
                    </a:lnTo>
                    <a:lnTo>
                      <a:pt x="212" y="132"/>
                    </a:lnTo>
                    <a:lnTo>
                      <a:pt x="221" y="126"/>
                    </a:lnTo>
                    <a:lnTo>
                      <a:pt x="229" y="123"/>
                    </a:lnTo>
                    <a:lnTo>
                      <a:pt x="246" y="116"/>
                    </a:lnTo>
                    <a:lnTo>
                      <a:pt x="268" y="107"/>
                    </a:lnTo>
                    <a:lnTo>
                      <a:pt x="293" y="95"/>
                    </a:lnTo>
                    <a:lnTo>
                      <a:pt x="318" y="85"/>
                    </a:lnTo>
                    <a:lnTo>
                      <a:pt x="343" y="76"/>
                    </a:lnTo>
                    <a:lnTo>
                      <a:pt x="360" y="67"/>
                    </a:lnTo>
                    <a:lnTo>
                      <a:pt x="370" y="64"/>
                    </a:lnTo>
                    <a:lnTo>
                      <a:pt x="366" y="61"/>
                    </a:lnTo>
                    <a:lnTo>
                      <a:pt x="360" y="55"/>
                    </a:lnTo>
                    <a:lnTo>
                      <a:pt x="352" y="50"/>
                    </a:lnTo>
                    <a:lnTo>
                      <a:pt x="344" y="44"/>
                    </a:lnTo>
                    <a:lnTo>
                      <a:pt x="335" y="39"/>
                    </a:lnTo>
                    <a:lnTo>
                      <a:pt x="326" y="34"/>
                    </a:lnTo>
                    <a:lnTo>
                      <a:pt x="320" y="31"/>
                    </a:lnTo>
                    <a:lnTo>
                      <a:pt x="314" y="28"/>
                    </a:lnTo>
                    <a:lnTo>
                      <a:pt x="307" y="26"/>
                    </a:lnTo>
                    <a:lnTo>
                      <a:pt x="303" y="23"/>
                    </a:lnTo>
                    <a:lnTo>
                      <a:pt x="305" y="20"/>
                    </a:lnTo>
                    <a:lnTo>
                      <a:pt x="310" y="18"/>
                    </a:lnTo>
                    <a:lnTo>
                      <a:pt x="314" y="17"/>
                    </a:lnTo>
                    <a:lnTo>
                      <a:pt x="320" y="17"/>
                    </a:lnTo>
                    <a:lnTo>
                      <a:pt x="324" y="17"/>
                    </a:lnTo>
                    <a:lnTo>
                      <a:pt x="330" y="16"/>
                    </a:lnTo>
                    <a:lnTo>
                      <a:pt x="335" y="16"/>
                    </a:lnTo>
                    <a:lnTo>
                      <a:pt x="340" y="16"/>
                    </a:lnTo>
                    <a:lnTo>
                      <a:pt x="344" y="17"/>
                    </a:lnTo>
                    <a:lnTo>
                      <a:pt x="347" y="17"/>
                    </a:lnTo>
                    <a:lnTo>
                      <a:pt x="346" y="11"/>
                    </a:lnTo>
                    <a:lnTo>
                      <a:pt x="343" y="6"/>
                    </a:lnTo>
                    <a:lnTo>
                      <a:pt x="338" y="3"/>
                    </a:lnTo>
                    <a:lnTo>
                      <a:pt x="331" y="1"/>
                    </a:lnTo>
                    <a:lnTo>
                      <a:pt x="326" y="1"/>
                    </a:lnTo>
                    <a:lnTo>
                      <a:pt x="322" y="1"/>
                    </a:lnTo>
                    <a:lnTo>
                      <a:pt x="315" y="2"/>
                    </a:lnTo>
                    <a:lnTo>
                      <a:pt x="308" y="2"/>
                    </a:lnTo>
                    <a:lnTo>
                      <a:pt x="301" y="4"/>
                    </a:lnTo>
                    <a:lnTo>
                      <a:pt x="293" y="6"/>
                    </a:lnTo>
                    <a:lnTo>
                      <a:pt x="286" y="9"/>
                    </a:lnTo>
                    <a:lnTo>
                      <a:pt x="280" y="13"/>
                    </a:lnTo>
                    <a:lnTo>
                      <a:pt x="276" y="18"/>
                    </a:lnTo>
                    <a:lnTo>
                      <a:pt x="270" y="24"/>
                    </a:lnTo>
                    <a:lnTo>
                      <a:pt x="265" y="29"/>
                    </a:lnTo>
                    <a:lnTo>
                      <a:pt x="261" y="35"/>
                    </a:lnTo>
                    <a:lnTo>
                      <a:pt x="255" y="41"/>
                    </a:lnTo>
                    <a:lnTo>
                      <a:pt x="252" y="46"/>
                    </a:lnTo>
                    <a:lnTo>
                      <a:pt x="247" y="50"/>
                    </a:lnTo>
                    <a:lnTo>
                      <a:pt x="244" y="54"/>
                    </a:lnTo>
                    <a:lnTo>
                      <a:pt x="239" y="57"/>
                    </a:lnTo>
                    <a:lnTo>
                      <a:pt x="234" y="61"/>
                    </a:lnTo>
                    <a:lnTo>
                      <a:pt x="229" y="65"/>
                    </a:lnTo>
                    <a:lnTo>
                      <a:pt x="223" y="69"/>
                    </a:lnTo>
                    <a:lnTo>
                      <a:pt x="218" y="73"/>
                    </a:lnTo>
                    <a:lnTo>
                      <a:pt x="212" y="76"/>
                    </a:lnTo>
                    <a:lnTo>
                      <a:pt x="209" y="78"/>
                    </a:lnTo>
                    <a:lnTo>
                      <a:pt x="207" y="78"/>
                    </a:lnTo>
                    <a:lnTo>
                      <a:pt x="208" y="74"/>
                    </a:lnTo>
                    <a:lnTo>
                      <a:pt x="215" y="66"/>
                    </a:lnTo>
                    <a:lnTo>
                      <a:pt x="224" y="57"/>
                    </a:lnTo>
                    <a:lnTo>
                      <a:pt x="233" y="49"/>
                    </a:lnTo>
                    <a:lnTo>
                      <a:pt x="238" y="43"/>
                    </a:lnTo>
                    <a:lnTo>
                      <a:pt x="245" y="36"/>
                    </a:lnTo>
                    <a:lnTo>
                      <a:pt x="252" y="27"/>
                    </a:lnTo>
                    <a:lnTo>
                      <a:pt x="259" y="18"/>
                    </a:lnTo>
                    <a:lnTo>
                      <a:pt x="263" y="10"/>
                    </a:lnTo>
                    <a:lnTo>
                      <a:pt x="265" y="3"/>
                    </a:lnTo>
                    <a:lnTo>
                      <a:pt x="263" y="0"/>
                    </a:lnTo>
                    <a:lnTo>
                      <a:pt x="257" y="1"/>
                    </a:lnTo>
                    <a:lnTo>
                      <a:pt x="241" y="14"/>
                    </a:lnTo>
                    <a:lnTo>
                      <a:pt x="225" y="32"/>
                    </a:lnTo>
                    <a:lnTo>
                      <a:pt x="209" y="52"/>
                    </a:lnTo>
                    <a:lnTo>
                      <a:pt x="193" y="73"/>
                    </a:lnTo>
                    <a:lnTo>
                      <a:pt x="179" y="95"/>
                    </a:lnTo>
                    <a:lnTo>
                      <a:pt x="166" y="116"/>
                    </a:lnTo>
                    <a:lnTo>
                      <a:pt x="157" y="133"/>
                    </a:lnTo>
                    <a:lnTo>
                      <a:pt x="149" y="147"/>
                    </a:lnTo>
                    <a:lnTo>
                      <a:pt x="138" y="178"/>
                    </a:lnTo>
                    <a:lnTo>
                      <a:pt x="128" y="218"/>
                    </a:lnTo>
                    <a:lnTo>
                      <a:pt x="123" y="256"/>
                    </a:lnTo>
                    <a:lnTo>
                      <a:pt x="120" y="283"/>
                    </a:lnTo>
                    <a:lnTo>
                      <a:pt x="118" y="304"/>
                    </a:lnTo>
                    <a:lnTo>
                      <a:pt x="112" y="331"/>
                    </a:lnTo>
                    <a:lnTo>
                      <a:pt x="106" y="354"/>
                    </a:lnTo>
                    <a:lnTo>
                      <a:pt x="103" y="366"/>
                    </a:lnTo>
                    <a:lnTo>
                      <a:pt x="101" y="368"/>
                    </a:lnTo>
                    <a:lnTo>
                      <a:pt x="100" y="370"/>
                    </a:lnTo>
                    <a:lnTo>
                      <a:pt x="97" y="373"/>
                    </a:lnTo>
                    <a:lnTo>
                      <a:pt x="95" y="374"/>
                    </a:lnTo>
                    <a:lnTo>
                      <a:pt x="97" y="375"/>
                    </a:lnTo>
                    <a:lnTo>
                      <a:pt x="100" y="378"/>
                    </a:lnTo>
                    <a:lnTo>
                      <a:pt x="102" y="381"/>
                    </a:lnTo>
                    <a:lnTo>
                      <a:pt x="104" y="383"/>
                    </a:lnTo>
                    <a:lnTo>
                      <a:pt x="94" y="389"/>
                    </a:lnTo>
                    <a:lnTo>
                      <a:pt x="86" y="397"/>
                    </a:lnTo>
                    <a:lnTo>
                      <a:pt x="78" y="407"/>
                    </a:lnTo>
                    <a:lnTo>
                      <a:pt x="71" y="416"/>
                    </a:lnTo>
                    <a:lnTo>
                      <a:pt x="65" y="415"/>
                    </a:lnTo>
                    <a:lnTo>
                      <a:pt x="57" y="414"/>
                    </a:lnTo>
                    <a:lnTo>
                      <a:pt x="49" y="413"/>
                    </a:lnTo>
                    <a:lnTo>
                      <a:pt x="42" y="412"/>
                    </a:lnTo>
                    <a:lnTo>
                      <a:pt x="37" y="412"/>
                    </a:lnTo>
                    <a:lnTo>
                      <a:pt x="32" y="412"/>
                    </a:lnTo>
                    <a:lnTo>
                      <a:pt x="26" y="413"/>
                    </a:lnTo>
                    <a:lnTo>
                      <a:pt x="20" y="413"/>
                    </a:lnTo>
                    <a:lnTo>
                      <a:pt x="14" y="414"/>
                    </a:lnTo>
                    <a:lnTo>
                      <a:pt x="10" y="415"/>
                    </a:lnTo>
                    <a:lnTo>
                      <a:pt x="4" y="416"/>
                    </a:lnTo>
                    <a:lnTo>
                      <a:pt x="0" y="418"/>
                    </a:lnTo>
                    <a:lnTo>
                      <a:pt x="9" y="436"/>
                    </a:lnTo>
                    <a:lnTo>
                      <a:pt x="10" y="457"/>
                    </a:lnTo>
                    <a:lnTo>
                      <a:pt x="9" y="479"/>
                    </a:lnTo>
                    <a:lnTo>
                      <a:pt x="9" y="497"/>
                    </a:lnTo>
                    <a:lnTo>
                      <a:pt x="15" y="497"/>
                    </a:lnTo>
                    <a:lnTo>
                      <a:pt x="24" y="496"/>
                    </a:lnTo>
                    <a:lnTo>
                      <a:pt x="32" y="495"/>
                    </a:lnTo>
                    <a:lnTo>
                      <a:pt x="41" y="494"/>
                    </a:lnTo>
                    <a:lnTo>
                      <a:pt x="49" y="494"/>
                    </a:lnTo>
                    <a:lnTo>
                      <a:pt x="57" y="494"/>
                    </a:lnTo>
                    <a:lnTo>
                      <a:pt x="63" y="494"/>
                    </a:lnTo>
                    <a:lnTo>
                      <a:pt x="68" y="495"/>
                    </a:lnTo>
                    <a:lnTo>
                      <a:pt x="73" y="488"/>
                    </a:lnTo>
                    <a:lnTo>
                      <a:pt x="77" y="482"/>
                    </a:lnTo>
                    <a:lnTo>
                      <a:pt x="79" y="478"/>
                    </a:lnTo>
                    <a:lnTo>
                      <a:pt x="79" y="474"/>
                    </a:lnTo>
                    <a:lnTo>
                      <a:pt x="78" y="469"/>
                    </a:lnTo>
                    <a:lnTo>
                      <a:pt x="77" y="463"/>
                    </a:lnTo>
                    <a:lnTo>
                      <a:pt x="75" y="456"/>
                    </a:lnTo>
                    <a:lnTo>
                      <a:pt x="74" y="451"/>
                    </a:lnTo>
                    <a:lnTo>
                      <a:pt x="78" y="451"/>
                    </a:lnTo>
                    <a:lnTo>
                      <a:pt x="82" y="449"/>
                    </a:lnTo>
                    <a:lnTo>
                      <a:pt x="86" y="446"/>
                    </a:lnTo>
                    <a:lnTo>
                      <a:pt x="88" y="445"/>
                    </a:lnTo>
                    <a:lnTo>
                      <a:pt x="90" y="443"/>
                    </a:lnTo>
                    <a:lnTo>
                      <a:pt x="91" y="438"/>
                    </a:lnTo>
                    <a:lnTo>
                      <a:pt x="91" y="434"/>
                    </a:lnTo>
                    <a:lnTo>
                      <a:pt x="90" y="430"/>
                    </a:lnTo>
                    <a:lnTo>
                      <a:pt x="94" y="428"/>
                    </a:lnTo>
                    <a:lnTo>
                      <a:pt x="97" y="427"/>
                    </a:lnTo>
                    <a:lnTo>
                      <a:pt x="101" y="425"/>
                    </a:lnTo>
                    <a:lnTo>
                      <a:pt x="103" y="425"/>
                    </a:lnTo>
                    <a:lnTo>
                      <a:pt x="110" y="427"/>
                    </a:lnTo>
                    <a:lnTo>
                      <a:pt x="119" y="431"/>
                    </a:lnTo>
                    <a:lnTo>
                      <a:pt x="130" y="436"/>
                    </a:lnTo>
                    <a:lnTo>
                      <a:pt x="140" y="441"/>
                    </a:lnTo>
                    <a:lnTo>
                      <a:pt x="150" y="445"/>
                    </a:lnTo>
                    <a:lnTo>
                      <a:pt x="161" y="450"/>
                    </a:lnTo>
                    <a:lnTo>
                      <a:pt x="169" y="454"/>
                    </a:lnTo>
                    <a:lnTo>
                      <a:pt x="174" y="458"/>
                    </a:lnTo>
                    <a:lnTo>
                      <a:pt x="182" y="463"/>
                    </a:lnTo>
                    <a:lnTo>
                      <a:pt x="188" y="465"/>
                    </a:lnTo>
                    <a:lnTo>
                      <a:pt x="194" y="466"/>
                    </a:lnTo>
                    <a:lnTo>
                      <a:pt x="200" y="465"/>
                    </a:lnTo>
                    <a:lnTo>
                      <a:pt x="208" y="461"/>
                    </a:lnTo>
                    <a:lnTo>
                      <a:pt x="217" y="458"/>
                    </a:lnTo>
                    <a:lnTo>
                      <a:pt x="223" y="454"/>
                    </a:lnTo>
                    <a:lnTo>
                      <a:pt x="224" y="450"/>
                    </a:lnTo>
                    <a:lnTo>
                      <a:pt x="221" y="446"/>
                    </a:lnTo>
                    <a:lnTo>
                      <a:pt x="215" y="440"/>
                    </a:lnTo>
                    <a:lnTo>
                      <a:pt x="207" y="430"/>
                    </a:lnTo>
                    <a:lnTo>
                      <a:pt x="199" y="421"/>
                    </a:lnTo>
                    <a:lnTo>
                      <a:pt x="191" y="411"/>
                    </a:lnTo>
                    <a:lnTo>
                      <a:pt x="182" y="402"/>
                    </a:lnTo>
                    <a:lnTo>
                      <a:pt x="177" y="393"/>
                    </a:lnTo>
                    <a:lnTo>
                      <a:pt x="173" y="389"/>
                    </a:lnTo>
                    <a:lnTo>
                      <a:pt x="171" y="381"/>
                    </a:lnTo>
                    <a:lnTo>
                      <a:pt x="170" y="373"/>
                    </a:lnTo>
                    <a:lnTo>
                      <a:pt x="173" y="366"/>
                    </a:lnTo>
                    <a:lnTo>
                      <a:pt x="180" y="362"/>
                    </a:lnTo>
                    <a:lnTo>
                      <a:pt x="187" y="361"/>
                    </a:lnTo>
                    <a:lnTo>
                      <a:pt x="196" y="360"/>
                    </a:lnTo>
                    <a:lnTo>
                      <a:pt x="207" y="358"/>
                    </a:lnTo>
                    <a:lnTo>
                      <a:pt x="219" y="357"/>
                    </a:lnTo>
                    <a:lnTo>
                      <a:pt x="232" y="355"/>
                    </a:lnTo>
                    <a:lnTo>
                      <a:pt x="242" y="354"/>
                    </a:lnTo>
                    <a:lnTo>
                      <a:pt x="252" y="353"/>
                    </a:lnTo>
                    <a:lnTo>
                      <a:pt x="259" y="353"/>
                    </a:lnTo>
                    <a:lnTo>
                      <a:pt x="269" y="353"/>
                    </a:lnTo>
                    <a:lnTo>
                      <a:pt x="278" y="350"/>
                    </a:lnTo>
                    <a:lnTo>
                      <a:pt x="285" y="343"/>
                    </a:lnTo>
                    <a:lnTo>
                      <a:pt x="288" y="336"/>
                    </a:lnTo>
                    <a:lnTo>
                      <a:pt x="285" y="325"/>
                    </a:lnTo>
                    <a:lnTo>
                      <a:pt x="277" y="312"/>
                    </a:lnTo>
                    <a:lnTo>
                      <a:pt x="267" y="301"/>
                    </a:lnTo>
                    <a:lnTo>
                      <a:pt x="256" y="296"/>
                    </a:lnTo>
                    <a:lnTo>
                      <a:pt x="250" y="294"/>
                    </a:lnTo>
                    <a:lnTo>
                      <a:pt x="244" y="294"/>
                    </a:lnTo>
                    <a:lnTo>
                      <a:pt x="235" y="293"/>
                    </a:lnTo>
                    <a:lnTo>
                      <a:pt x="227" y="292"/>
                    </a:lnTo>
                    <a:lnTo>
                      <a:pt x="219" y="291"/>
                    </a:lnTo>
                    <a:lnTo>
                      <a:pt x="212" y="290"/>
                    </a:lnTo>
                    <a:lnTo>
                      <a:pt x="207" y="289"/>
                    </a:lnTo>
                    <a:lnTo>
                      <a:pt x="203" y="289"/>
                    </a:lnTo>
                    <a:lnTo>
                      <a:pt x="199" y="287"/>
                    </a:lnTo>
                    <a:lnTo>
                      <a:pt x="194" y="286"/>
                    </a:lnTo>
                    <a:lnTo>
                      <a:pt x="193" y="283"/>
                    </a:lnTo>
                    <a:lnTo>
                      <a:pt x="195" y="278"/>
                    </a:lnTo>
                    <a:lnTo>
                      <a:pt x="201" y="274"/>
                    </a:lnTo>
                    <a:lnTo>
                      <a:pt x="208" y="269"/>
                    </a:lnTo>
                    <a:lnTo>
                      <a:pt x="214" y="266"/>
                    </a:lnTo>
                    <a:lnTo>
                      <a:pt x="221" y="264"/>
                    </a:lnTo>
                    <a:lnTo>
                      <a:pt x="229" y="263"/>
                    </a:lnTo>
                    <a:lnTo>
                      <a:pt x="244" y="260"/>
                    </a:lnTo>
                    <a:lnTo>
                      <a:pt x="264" y="254"/>
                    </a:lnTo>
                    <a:lnTo>
                      <a:pt x="288" y="245"/>
                    </a:lnTo>
                    <a:lnTo>
                      <a:pt x="313" y="233"/>
                    </a:lnTo>
                    <a:lnTo>
                      <a:pt x="333" y="217"/>
                    </a:lnTo>
                    <a:lnTo>
                      <a:pt x="351" y="199"/>
                    </a:lnTo>
                    <a:lnTo>
                      <a:pt x="360" y="175"/>
                    </a:lnTo>
                    <a:lnTo>
                      <a:pt x="359" y="165"/>
                    </a:lnTo>
                    <a:lnTo>
                      <a:pt x="356" y="165"/>
                    </a:lnTo>
                    <a:lnTo>
                      <a:pt x="353" y="168"/>
                    </a:lnTo>
                    <a:lnTo>
                      <a:pt x="351" y="171"/>
                    </a:lnTo>
                    <a:lnTo>
                      <a:pt x="348" y="173"/>
                    </a:lnTo>
                    <a:lnTo>
                      <a:pt x="344" y="179"/>
                    </a:lnTo>
                    <a:lnTo>
                      <a:pt x="337" y="185"/>
                    </a:lnTo>
                    <a:lnTo>
                      <a:pt x="328" y="193"/>
                    </a:lnTo>
                    <a:lnTo>
                      <a:pt x="316" y="200"/>
                    </a:lnTo>
                    <a:lnTo>
                      <a:pt x="303" y="206"/>
                    </a:lnTo>
                    <a:lnTo>
                      <a:pt x="288" y="210"/>
                    </a:lnTo>
                    <a:lnTo>
                      <a:pt x="272" y="211"/>
                    </a:lnTo>
                    <a:lnTo>
                      <a:pt x="270" y="205"/>
                    </a:lnTo>
                    <a:lnTo>
                      <a:pt x="267" y="198"/>
                    </a:lnTo>
                    <a:lnTo>
                      <a:pt x="262" y="192"/>
                    </a:lnTo>
                    <a:lnTo>
                      <a:pt x="257" y="186"/>
                    </a:lnTo>
                    <a:lnTo>
                      <a:pt x="250" y="183"/>
                    </a:lnTo>
                    <a:lnTo>
                      <a:pt x="245" y="179"/>
                    </a:lnTo>
                    <a:lnTo>
                      <a:pt x="238" y="178"/>
                    </a:lnTo>
                    <a:lnTo>
                      <a:pt x="231" y="178"/>
                    </a:lnTo>
                    <a:lnTo>
                      <a:pt x="224" y="179"/>
                    </a:lnTo>
                    <a:lnTo>
                      <a:pt x="216" y="179"/>
                    </a:lnTo>
                    <a:lnTo>
                      <a:pt x="208" y="180"/>
                    </a:lnTo>
                    <a:lnTo>
                      <a:pt x="201" y="179"/>
                    </a:lnTo>
                    <a:lnTo>
                      <a:pt x="195" y="179"/>
                    </a:lnTo>
                    <a:lnTo>
                      <a:pt x="191" y="177"/>
                    </a:lnTo>
                    <a:lnTo>
                      <a:pt x="188" y="175"/>
                    </a:lnTo>
                    <a:lnTo>
                      <a:pt x="188" y="170"/>
                    </a:lnTo>
                    <a:lnTo>
                      <a:pt x="181" y="184"/>
                    </a:lnTo>
                    <a:lnTo>
                      <a:pt x="179" y="192"/>
                    </a:lnTo>
                    <a:lnTo>
                      <a:pt x="176" y="203"/>
                    </a:lnTo>
                    <a:lnTo>
                      <a:pt x="174" y="214"/>
                    </a:lnTo>
                    <a:lnTo>
                      <a:pt x="178" y="216"/>
                    </a:lnTo>
                    <a:lnTo>
                      <a:pt x="184" y="214"/>
                    </a:lnTo>
                    <a:lnTo>
                      <a:pt x="193" y="209"/>
                    </a:lnTo>
                    <a:lnTo>
                      <a:pt x="204" y="206"/>
                    </a:lnTo>
                    <a:lnTo>
                      <a:pt x="216" y="201"/>
                    </a:lnTo>
                    <a:lnTo>
                      <a:pt x="229" y="200"/>
                    </a:lnTo>
                    <a:lnTo>
                      <a:pt x="239" y="200"/>
                    </a:lnTo>
                    <a:lnTo>
                      <a:pt x="248" y="206"/>
                    </a:lnTo>
                    <a:lnTo>
                      <a:pt x="253" y="215"/>
                    </a:lnTo>
                    <a:lnTo>
                      <a:pt x="248" y="214"/>
                    </a:lnTo>
                    <a:lnTo>
                      <a:pt x="242" y="213"/>
                    </a:lnTo>
                    <a:lnTo>
                      <a:pt x="238" y="211"/>
                    </a:lnTo>
                    <a:lnTo>
                      <a:pt x="232" y="211"/>
                    </a:lnTo>
                    <a:lnTo>
                      <a:pt x="227" y="211"/>
                    </a:lnTo>
                    <a:lnTo>
                      <a:pt x="223" y="211"/>
                    </a:lnTo>
                    <a:lnTo>
                      <a:pt x="219" y="211"/>
                    </a:lnTo>
                    <a:lnTo>
                      <a:pt x="215" y="213"/>
                    </a:lnTo>
                    <a:lnTo>
                      <a:pt x="211" y="217"/>
                    </a:lnTo>
                    <a:lnTo>
                      <a:pt x="207" y="222"/>
                    </a:lnTo>
                    <a:lnTo>
                      <a:pt x="201" y="228"/>
                    </a:lnTo>
                    <a:lnTo>
                      <a:pt x="195" y="233"/>
                    </a:lnTo>
                    <a:lnTo>
                      <a:pt x="188" y="238"/>
                    </a:lnTo>
                    <a:lnTo>
                      <a:pt x="182" y="243"/>
                    </a:lnTo>
                    <a:lnTo>
                      <a:pt x="178" y="245"/>
                    </a:lnTo>
                    <a:lnTo>
                      <a:pt x="174" y="246"/>
                    </a:lnTo>
                    <a:lnTo>
                      <a:pt x="168" y="261"/>
                    </a:lnTo>
                    <a:lnTo>
                      <a:pt x="162" y="275"/>
                    </a:lnTo>
                    <a:lnTo>
                      <a:pt x="157" y="287"/>
                    </a:lnTo>
                    <a:lnTo>
                      <a:pt x="155" y="297"/>
                    </a:lnTo>
                    <a:lnTo>
                      <a:pt x="151" y="313"/>
                    </a:lnTo>
                    <a:lnTo>
                      <a:pt x="147" y="337"/>
                    </a:lnTo>
                    <a:lnTo>
                      <a:pt x="141" y="359"/>
                    </a:lnTo>
                    <a:lnTo>
                      <a:pt x="139" y="370"/>
                    </a:lnTo>
                    <a:lnTo>
                      <a:pt x="136" y="373"/>
                    </a:lnTo>
                    <a:lnTo>
                      <a:pt x="134" y="374"/>
                    </a:lnTo>
                    <a:lnTo>
                      <a:pt x="131" y="376"/>
                    </a:lnTo>
                    <a:lnTo>
                      <a:pt x="128" y="377"/>
                    </a:lnTo>
                    <a:lnTo>
                      <a:pt x="135" y="353"/>
                    </a:lnTo>
                    <a:lnTo>
                      <a:pt x="143" y="321"/>
                    </a:lnTo>
                    <a:lnTo>
                      <a:pt x="149" y="292"/>
                    </a:lnTo>
                    <a:lnTo>
                      <a:pt x="151" y="274"/>
                    </a:lnTo>
                    <a:lnTo>
                      <a:pt x="151" y="262"/>
                    </a:lnTo>
                    <a:lnTo>
                      <a:pt x="153" y="249"/>
                    </a:lnTo>
                    <a:lnTo>
                      <a:pt x="154" y="237"/>
                    </a:lnTo>
                    <a:lnTo>
                      <a:pt x="157" y="228"/>
                    </a:lnTo>
                    <a:lnTo>
                      <a:pt x="162" y="218"/>
                    </a:lnTo>
                    <a:lnTo>
                      <a:pt x="166" y="207"/>
                    </a:lnTo>
                    <a:lnTo>
                      <a:pt x="171" y="196"/>
                    </a:lnTo>
                    <a:lnTo>
                      <a:pt x="172" y="188"/>
                    </a:lnTo>
                    <a:lnTo>
                      <a:pt x="174" y="183"/>
                    </a:lnTo>
                    <a:lnTo>
                      <a:pt x="177" y="180"/>
                    </a:lnTo>
                    <a:lnTo>
                      <a:pt x="179" y="180"/>
                    </a:lnTo>
                    <a:lnTo>
                      <a:pt x="181" y="184"/>
                    </a:lnTo>
                    <a:lnTo>
                      <a:pt x="188" y="17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6" name="Freeform 127">
                <a:extLst>
                  <a:ext uri="{FF2B5EF4-FFF2-40B4-BE49-F238E27FC236}">
                    <a16:creationId xmlns:a16="http://schemas.microsoft.com/office/drawing/2014/main" id="{5B4818F7-904A-400D-8F75-608923FCBFBA}"/>
                  </a:ext>
                </a:extLst>
              </p:cNvPr>
              <p:cNvSpPr>
                <a:spLocks/>
              </p:cNvSpPr>
              <p:nvPr/>
            </p:nvSpPr>
            <p:spPr bwMode="auto">
              <a:xfrm>
                <a:off x="3865" y="3068"/>
                <a:ext cx="95" cy="109"/>
              </a:xfrm>
              <a:custGeom>
                <a:avLst/>
                <a:gdLst>
                  <a:gd name="T0" fmla="*/ 36 w 173"/>
                  <a:gd name="T1" fmla="*/ 107 h 200"/>
                  <a:gd name="T2" fmla="*/ 25 w 173"/>
                  <a:gd name="T3" fmla="*/ 105 h 200"/>
                  <a:gd name="T4" fmla="*/ 14 w 173"/>
                  <a:gd name="T5" fmla="*/ 101 h 200"/>
                  <a:gd name="T6" fmla="*/ 4 w 173"/>
                  <a:gd name="T7" fmla="*/ 98 h 200"/>
                  <a:gd name="T8" fmla="*/ 1 w 173"/>
                  <a:gd name="T9" fmla="*/ 89 h 200"/>
                  <a:gd name="T10" fmla="*/ 6 w 173"/>
                  <a:gd name="T11" fmla="*/ 77 h 200"/>
                  <a:gd name="T12" fmla="*/ 10 w 173"/>
                  <a:gd name="T13" fmla="*/ 72 h 200"/>
                  <a:gd name="T14" fmla="*/ 13 w 173"/>
                  <a:gd name="T15" fmla="*/ 68 h 200"/>
                  <a:gd name="T16" fmla="*/ 14 w 173"/>
                  <a:gd name="T17" fmla="*/ 59 h 200"/>
                  <a:gd name="T18" fmla="*/ 17 w 173"/>
                  <a:gd name="T19" fmla="*/ 44 h 200"/>
                  <a:gd name="T20" fmla="*/ 21 w 173"/>
                  <a:gd name="T21" fmla="*/ 33 h 200"/>
                  <a:gd name="T22" fmla="*/ 29 w 173"/>
                  <a:gd name="T23" fmla="*/ 22 h 200"/>
                  <a:gd name="T24" fmla="*/ 35 w 173"/>
                  <a:gd name="T25" fmla="*/ 14 h 200"/>
                  <a:gd name="T26" fmla="*/ 38 w 173"/>
                  <a:gd name="T27" fmla="*/ 11 h 200"/>
                  <a:gd name="T28" fmla="*/ 42 w 173"/>
                  <a:gd name="T29" fmla="*/ 8 h 200"/>
                  <a:gd name="T30" fmla="*/ 47 w 173"/>
                  <a:gd name="T31" fmla="*/ 5 h 200"/>
                  <a:gd name="T32" fmla="*/ 52 w 173"/>
                  <a:gd name="T33" fmla="*/ 4 h 200"/>
                  <a:gd name="T34" fmla="*/ 57 w 173"/>
                  <a:gd name="T35" fmla="*/ 2 h 200"/>
                  <a:gd name="T36" fmla="*/ 63 w 173"/>
                  <a:gd name="T37" fmla="*/ 0 h 200"/>
                  <a:gd name="T38" fmla="*/ 67 w 173"/>
                  <a:gd name="T39" fmla="*/ 1 h 200"/>
                  <a:gd name="T40" fmla="*/ 71 w 173"/>
                  <a:gd name="T41" fmla="*/ 3 h 200"/>
                  <a:gd name="T42" fmla="*/ 72 w 173"/>
                  <a:gd name="T43" fmla="*/ 4 h 200"/>
                  <a:gd name="T44" fmla="*/ 73 w 173"/>
                  <a:gd name="T45" fmla="*/ 7 h 200"/>
                  <a:gd name="T46" fmla="*/ 73 w 173"/>
                  <a:gd name="T47" fmla="*/ 10 h 200"/>
                  <a:gd name="T48" fmla="*/ 75 w 173"/>
                  <a:gd name="T49" fmla="*/ 11 h 200"/>
                  <a:gd name="T50" fmla="*/ 77 w 173"/>
                  <a:gd name="T51" fmla="*/ 15 h 200"/>
                  <a:gd name="T52" fmla="*/ 80 w 173"/>
                  <a:gd name="T53" fmla="*/ 17 h 200"/>
                  <a:gd name="T54" fmla="*/ 84 w 173"/>
                  <a:gd name="T55" fmla="*/ 19 h 200"/>
                  <a:gd name="T56" fmla="*/ 86 w 173"/>
                  <a:gd name="T57" fmla="*/ 23 h 200"/>
                  <a:gd name="T58" fmla="*/ 86 w 173"/>
                  <a:gd name="T59" fmla="*/ 28 h 200"/>
                  <a:gd name="T60" fmla="*/ 90 w 173"/>
                  <a:gd name="T61" fmla="*/ 32 h 200"/>
                  <a:gd name="T62" fmla="*/ 94 w 173"/>
                  <a:gd name="T63" fmla="*/ 38 h 200"/>
                  <a:gd name="T64" fmla="*/ 94 w 173"/>
                  <a:gd name="T65" fmla="*/ 44 h 200"/>
                  <a:gd name="T66" fmla="*/ 90 w 173"/>
                  <a:gd name="T67" fmla="*/ 53 h 200"/>
                  <a:gd name="T68" fmla="*/ 81 w 173"/>
                  <a:gd name="T69" fmla="*/ 62 h 200"/>
                  <a:gd name="T70" fmla="*/ 72 w 173"/>
                  <a:gd name="T71" fmla="*/ 75 h 200"/>
                  <a:gd name="T72" fmla="*/ 68 w 173"/>
                  <a:gd name="T73" fmla="*/ 82 h 200"/>
                  <a:gd name="T74" fmla="*/ 61 w 173"/>
                  <a:gd name="T75" fmla="*/ 89 h 200"/>
                  <a:gd name="T76" fmla="*/ 53 w 173"/>
                  <a:gd name="T77" fmla="*/ 94 h 200"/>
                  <a:gd name="T78" fmla="*/ 47 w 173"/>
                  <a:gd name="T79" fmla="*/ 104 h 200"/>
                  <a:gd name="T80" fmla="*/ 40 w 173"/>
                  <a:gd name="T81" fmla="*/ 107 h 20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73" h="200">
                    <a:moveTo>
                      <a:pt x="73" y="197"/>
                    </a:moveTo>
                    <a:lnTo>
                      <a:pt x="65" y="196"/>
                    </a:lnTo>
                    <a:lnTo>
                      <a:pt x="56" y="194"/>
                    </a:lnTo>
                    <a:lnTo>
                      <a:pt x="46" y="192"/>
                    </a:lnTo>
                    <a:lnTo>
                      <a:pt x="36" y="189"/>
                    </a:lnTo>
                    <a:lnTo>
                      <a:pt x="26" y="186"/>
                    </a:lnTo>
                    <a:lnTo>
                      <a:pt x="17" y="182"/>
                    </a:lnTo>
                    <a:lnTo>
                      <a:pt x="8" y="179"/>
                    </a:lnTo>
                    <a:lnTo>
                      <a:pt x="0" y="174"/>
                    </a:lnTo>
                    <a:lnTo>
                      <a:pt x="2" y="164"/>
                    </a:lnTo>
                    <a:lnTo>
                      <a:pt x="6" y="152"/>
                    </a:lnTo>
                    <a:lnTo>
                      <a:pt x="11" y="142"/>
                    </a:lnTo>
                    <a:lnTo>
                      <a:pt x="15" y="136"/>
                    </a:lnTo>
                    <a:lnTo>
                      <a:pt x="18" y="133"/>
                    </a:lnTo>
                    <a:lnTo>
                      <a:pt x="21" y="128"/>
                    </a:lnTo>
                    <a:lnTo>
                      <a:pt x="24" y="124"/>
                    </a:lnTo>
                    <a:lnTo>
                      <a:pt x="25" y="118"/>
                    </a:lnTo>
                    <a:lnTo>
                      <a:pt x="25" y="109"/>
                    </a:lnTo>
                    <a:lnTo>
                      <a:pt x="27" y="95"/>
                    </a:lnTo>
                    <a:lnTo>
                      <a:pt x="31" y="80"/>
                    </a:lnTo>
                    <a:lnTo>
                      <a:pt x="34" y="68"/>
                    </a:lnTo>
                    <a:lnTo>
                      <a:pt x="38" y="61"/>
                    </a:lnTo>
                    <a:lnTo>
                      <a:pt x="44" y="51"/>
                    </a:lnTo>
                    <a:lnTo>
                      <a:pt x="53" y="40"/>
                    </a:lnTo>
                    <a:lnTo>
                      <a:pt x="62" y="28"/>
                    </a:lnTo>
                    <a:lnTo>
                      <a:pt x="64" y="26"/>
                    </a:lnTo>
                    <a:lnTo>
                      <a:pt x="68" y="23"/>
                    </a:lnTo>
                    <a:lnTo>
                      <a:pt x="70" y="21"/>
                    </a:lnTo>
                    <a:lnTo>
                      <a:pt x="72" y="19"/>
                    </a:lnTo>
                    <a:lnTo>
                      <a:pt x="77" y="15"/>
                    </a:lnTo>
                    <a:lnTo>
                      <a:pt x="81" y="12"/>
                    </a:lnTo>
                    <a:lnTo>
                      <a:pt x="86" y="10"/>
                    </a:lnTo>
                    <a:lnTo>
                      <a:pt x="91" y="8"/>
                    </a:lnTo>
                    <a:lnTo>
                      <a:pt x="95" y="7"/>
                    </a:lnTo>
                    <a:lnTo>
                      <a:pt x="100" y="5"/>
                    </a:lnTo>
                    <a:lnTo>
                      <a:pt x="103" y="4"/>
                    </a:lnTo>
                    <a:lnTo>
                      <a:pt x="107" y="3"/>
                    </a:lnTo>
                    <a:lnTo>
                      <a:pt x="114" y="0"/>
                    </a:lnTo>
                    <a:lnTo>
                      <a:pt x="118" y="0"/>
                    </a:lnTo>
                    <a:lnTo>
                      <a:pt x="122" y="2"/>
                    </a:lnTo>
                    <a:lnTo>
                      <a:pt x="126" y="4"/>
                    </a:lnTo>
                    <a:lnTo>
                      <a:pt x="129" y="5"/>
                    </a:lnTo>
                    <a:lnTo>
                      <a:pt x="130" y="7"/>
                    </a:lnTo>
                    <a:lnTo>
                      <a:pt x="131" y="8"/>
                    </a:lnTo>
                    <a:lnTo>
                      <a:pt x="132" y="11"/>
                    </a:lnTo>
                    <a:lnTo>
                      <a:pt x="133" y="13"/>
                    </a:lnTo>
                    <a:lnTo>
                      <a:pt x="133" y="16"/>
                    </a:lnTo>
                    <a:lnTo>
                      <a:pt x="133" y="19"/>
                    </a:lnTo>
                    <a:lnTo>
                      <a:pt x="133" y="20"/>
                    </a:lnTo>
                    <a:lnTo>
                      <a:pt x="137" y="21"/>
                    </a:lnTo>
                    <a:lnTo>
                      <a:pt x="139" y="25"/>
                    </a:lnTo>
                    <a:lnTo>
                      <a:pt x="140" y="28"/>
                    </a:lnTo>
                    <a:lnTo>
                      <a:pt x="141" y="31"/>
                    </a:lnTo>
                    <a:lnTo>
                      <a:pt x="145" y="31"/>
                    </a:lnTo>
                    <a:lnTo>
                      <a:pt x="148" y="33"/>
                    </a:lnTo>
                    <a:lnTo>
                      <a:pt x="153" y="35"/>
                    </a:lnTo>
                    <a:lnTo>
                      <a:pt x="155" y="37"/>
                    </a:lnTo>
                    <a:lnTo>
                      <a:pt x="156" y="42"/>
                    </a:lnTo>
                    <a:lnTo>
                      <a:pt x="157" y="46"/>
                    </a:lnTo>
                    <a:lnTo>
                      <a:pt x="157" y="52"/>
                    </a:lnTo>
                    <a:lnTo>
                      <a:pt x="156" y="57"/>
                    </a:lnTo>
                    <a:lnTo>
                      <a:pt x="163" y="59"/>
                    </a:lnTo>
                    <a:lnTo>
                      <a:pt x="169" y="63"/>
                    </a:lnTo>
                    <a:lnTo>
                      <a:pt x="172" y="69"/>
                    </a:lnTo>
                    <a:lnTo>
                      <a:pt x="173" y="75"/>
                    </a:lnTo>
                    <a:lnTo>
                      <a:pt x="172" y="81"/>
                    </a:lnTo>
                    <a:lnTo>
                      <a:pt x="169" y="89"/>
                    </a:lnTo>
                    <a:lnTo>
                      <a:pt x="163" y="97"/>
                    </a:lnTo>
                    <a:lnTo>
                      <a:pt x="155" y="106"/>
                    </a:lnTo>
                    <a:lnTo>
                      <a:pt x="147" y="114"/>
                    </a:lnTo>
                    <a:lnTo>
                      <a:pt x="139" y="126"/>
                    </a:lnTo>
                    <a:lnTo>
                      <a:pt x="132" y="137"/>
                    </a:lnTo>
                    <a:lnTo>
                      <a:pt x="127" y="144"/>
                    </a:lnTo>
                    <a:lnTo>
                      <a:pt x="123" y="150"/>
                    </a:lnTo>
                    <a:lnTo>
                      <a:pt x="118" y="156"/>
                    </a:lnTo>
                    <a:lnTo>
                      <a:pt x="111" y="163"/>
                    </a:lnTo>
                    <a:lnTo>
                      <a:pt x="102" y="169"/>
                    </a:lnTo>
                    <a:lnTo>
                      <a:pt x="97" y="173"/>
                    </a:lnTo>
                    <a:lnTo>
                      <a:pt x="92" y="181"/>
                    </a:lnTo>
                    <a:lnTo>
                      <a:pt x="86" y="190"/>
                    </a:lnTo>
                    <a:lnTo>
                      <a:pt x="81" y="200"/>
                    </a:lnTo>
                    <a:lnTo>
                      <a:pt x="73" y="19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7" name="Freeform 128">
                <a:extLst>
                  <a:ext uri="{FF2B5EF4-FFF2-40B4-BE49-F238E27FC236}">
                    <a16:creationId xmlns:a16="http://schemas.microsoft.com/office/drawing/2014/main" id="{C76FC702-ABDA-4E31-8498-D3F7CDD833BF}"/>
                  </a:ext>
                </a:extLst>
              </p:cNvPr>
              <p:cNvSpPr>
                <a:spLocks/>
              </p:cNvSpPr>
              <p:nvPr/>
            </p:nvSpPr>
            <p:spPr bwMode="auto">
              <a:xfrm>
                <a:off x="3893" y="3022"/>
                <a:ext cx="31" cy="56"/>
              </a:xfrm>
              <a:custGeom>
                <a:avLst/>
                <a:gdLst>
                  <a:gd name="T0" fmla="*/ 21 w 56"/>
                  <a:gd name="T1" fmla="*/ 51 h 103"/>
                  <a:gd name="T2" fmla="*/ 22 w 56"/>
                  <a:gd name="T3" fmla="*/ 52 h 103"/>
                  <a:gd name="T4" fmla="*/ 22 w 56"/>
                  <a:gd name="T5" fmla="*/ 53 h 103"/>
                  <a:gd name="T6" fmla="*/ 23 w 56"/>
                  <a:gd name="T7" fmla="*/ 55 h 103"/>
                  <a:gd name="T8" fmla="*/ 23 w 56"/>
                  <a:gd name="T9" fmla="*/ 56 h 103"/>
                  <a:gd name="T10" fmla="*/ 25 w 56"/>
                  <a:gd name="T11" fmla="*/ 54 h 103"/>
                  <a:gd name="T12" fmla="*/ 27 w 56"/>
                  <a:gd name="T13" fmla="*/ 53 h 103"/>
                  <a:gd name="T14" fmla="*/ 29 w 56"/>
                  <a:gd name="T15" fmla="*/ 53 h 103"/>
                  <a:gd name="T16" fmla="*/ 31 w 56"/>
                  <a:gd name="T17" fmla="*/ 52 h 103"/>
                  <a:gd name="T18" fmla="*/ 30 w 56"/>
                  <a:gd name="T19" fmla="*/ 48 h 103"/>
                  <a:gd name="T20" fmla="*/ 27 w 56"/>
                  <a:gd name="T21" fmla="*/ 42 h 103"/>
                  <a:gd name="T22" fmla="*/ 23 w 56"/>
                  <a:gd name="T23" fmla="*/ 35 h 103"/>
                  <a:gd name="T24" fmla="*/ 18 w 56"/>
                  <a:gd name="T25" fmla="*/ 27 h 103"/>
                  <a:gd name="T26" fmla="*/ 14 w 56"/>
                  <a:gd name="T27" fmla="*/ 18 h 103"/>
                  <a:gd name="T28" fmla="*/ 10 w 56"/>
                  <a:gd name="T29" fmla="*/ 11 h 103"/>
                  <a:gd name="T30" fmla="*/ 7 w 56"/>
                  <a:gd name="T31" fmla="*/ 5 h 103"/>
                  <a:gd name="T32" fmla="*/ 6 w 56"/>
                  <a:gd name="T33" fmla="*/ 2 h 103"/>
                  <a:gd name="T34" fmla="*/ 3 w 56"/>
                  <a:gd name="T35" fmla="*/ 0 h 103"/>
                  <a:gd name="T36" fmla="*/ 1 w 56"/>
                  <a:gd name="T37" fmla="*/ 0 h 103"/>
                  <a:gd name="T38" fmla="*/ 0 w 56"/>
                  <a:gd name="T39" fmla="*/ 1 h 103"/>
                  <a:gd name="T40" fmla="*/ 1 w 56"/>
                  <a:gd name="T41" fmla="*/ 4 h 103"/>
                  <a:gd name="T42" fmla="*/ 2 w 56"/>
                  <a:gd name="T43" fmla="*/ 8 h 103"/>
                  <a:gd name="T44" fmla="*/ 4 w 56"/>
                  <a:gd name="T45" fmla="*/ 14 h 103"/>
                  <a:gd name="T46" fmla="*/ 7 w 56"/>
                  <a:gd name="T47" fmla="*/ 21 h 103"/>
                  <a:gd name="T48" fmla="*/ 11 w 56"/>
                  <a:gd name="T49" fmla="*/ 29 h 103"/>
                  <a:gd name="T50" fmla="*/ 14 w 56"/>
                  <a:gd name="T51" fmla="*/ 36 h 103"/>
                  <a:gd name="T52" fmla="*/ 17 w 56"/>
                  <a:gd name="T53" fmla="*/ 43 h 103"/>
                  <a:gd name="T54" fmla="*/ 19 w 56"/>
                  <a:gd name="T55" fmla="*/ 48 h 103"/>
                  <a:gd name="T56" fmla="*/ 21 w 56"/>
                  <a:gd name="T57" fmla="*/ 51 h 10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6" h="103">
                    <a:moveTo>
                      <a:pt x="38" y="93"/>
                    </a:moveTo>
                    <a:lnTo>
                      <a:pt x="39" y="96"/>
                    </a:lnTo>
                    <a:lnTo>
                      <a:pt x="40" y="98"/>
                    </a:lnTo>
                    <a:lnTo>
                      <a:pt x="41" y="101"/>
                    </a:lnTo>
                    <a:lnTo>
                      <a:pt x="42" y="103"/>
                    </a:lnTo>
                    <a:lnTo>
                      <a:pt x="46" y="100"/>
                    </a:lnTo>
                    <a:lnTo>
                      <a:pt x="49" y="98"/>
                    </a:lnTo>
                    <a:lnTo>
                      <a:pt x="53" y="97"/>
                    </a:lnTo>
                    <a:lnTo>
                      <a:pt x="56" y="95"/>
                    </a:lnTo>
                    <a:lnTo>
                      <a:pt x="54" y="89"/>
                    </a:lnTo>
                    <a:lnTo>
                      <a:pt x="48" y="78"/>
                    </a:lnTo>
                    <a:lnTo>
                      <a:pt x="41" y="65"/>
                    </a:lnTo>
                    <a:lnTo>
                      <a:pt x="33" y="50"/>
                    </a:lnTo>
                    <a:lnTo>
                      <a:pt x="25" y="34"/>
                    </a:lnTo>
                    <a:lnTo>
                      <a:pt x="18" y="20"/>
                    </a:lnTo>
                    <a:lnTo>
                      <a:pt x="12" y="9"/>
                    </a:lnTo>
                    <a:lnTo>
                      <a:pt x="10" y="4"/>
                    </a:lnTo>
                    <a:lnTo>
                      <a:pt x="6" y="0"/>
                    </a:lnTo>
                    <a:lnTo>
                      <a:pt x="2" y="0"/>
                    </a:lnTo>
                    <a:lnTo>
                      <a:pt x="0" y="2"/>
                    </a:lnTo>
                    <a:lnTo>
                      <a:pt x="1" y="8"/>
                    </a:lnTo>
                    <a:lnTo>
                      <a:pt x="3" y="14"/>
                    </a:lnTo>
                    <a:lnTo>
                      <a:pt x="8" y="25"/>
                    </a:lnTo>
                    <a:lnTo>
                      <a:pt x="13" y="38"/>
                    </a:lnTo>
                    <a:lnTo>
                      <a:pt x="19" y="53"/>
                    </a:lnTo>
                    <a:lnTo>
                      <a:pt x="26" y="67"/>
                    </a:lnTo>
                    <a:lnTo>
                      <a:pt x="31" y="80"/>
                    </a:lnTo>
                    <a:lnTo>
                      <a:pt x="35" y="89"/>
                    </a:lnTo>
                    <a:lnTo>
                      <a:pt x="38" y="9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8" name="Freeform 129">
                <a:extLst>
                  <a:ext uri="{FF2B5EF4-FFF2-40B4-BE49-F238E27FC236}">
                    <a16:creationId xmlns:a16="http://schemas.microsoft.com/office/drawing/2014/main" id="{9146278C-B550-42A2-9D57-DD5D57C72D8C}"/>
                  </a:ext>
                </a:extLst>
              </p:cNvPr>
              <p:cNvSpPr>
                <a:spLocks/>
              </p:cNvSpPr>
              <p:nvPr/>
            </p:nvSpPr>
            <p:spPr bwMode="auto">
              <a:xfrm>
                <a:off x="3905" y="3142"/>
                <a:ext cx="20" cy="35"/>
              </a:xfrm>
              <a:custGeom>
                <a:avLst/>
                <a:gdLst>
                  <a:gd name="T0" fmla="*/ 16 w 37"/>
                  <a:gd name="T1" fmla="*/ 18 h 65"/>
                  <a:gd name="T2" fmla="*/ 13 w 37"/>
                  <a:gd name="T3" fmla="*/ 20 h 65"/>
                  <a:gd name="T4" fmla="*/ 10 w 37"/>
                  <a:gd name="T5" fmla="*/ 25 h 65"/>
                  <a:gd name="T6" fmla="*/ 7 w 37"/>
                  <a:gd name="T7" fmla="*/ 30 h 65"/>
                  <a:gd name="T8" fmla="*/ 4 w 37"/>
                  <a:gd name="T9" fmla="*/ 35 h 65"/>
                  <a:gd name="T10" fmla="*/ 3 w 37"/>
                  <a:gd name="T11" fmla="*/ 35 h 65"/>
                  <a:gd name="T12" fmla="*/ 3 w 37"/>
                  <a:gd name="T13" fmla="*/ 34 h 65"/>
                  <a:gd name="T14" fmla="*/ 2 w 37"/>
                  <a:gd name="T15" fmla="*/ 34 h 65"/>
                  <a:gd name="T16" fmla="*/ 0 w 37"/>
                  <a:gd name="T17" fmla="*/ 33 h 65"/>
                  <a:gd name="T18" fmla="*/ 0 w 37"/>
                  <a:gd name="T19" fmla="*/ 30 h 65"/>
                  <a:gd name="T20" fmla="*/ 1 w 37"/>
                  <a:gd name="T21" fmla="*/ 25 h 65"/>
                  <a:gd name="T22" fmla="*/ 2 w 37"/>
                  <a:gd name="T23" fmla="*/ 20 h 65"/>
                  <a:gd name="T24" fmla="*/ 3 w 37"/>
                  <a:gd name="T25" fmla="*/ 17 h 65"/>
                  <a:gd name="T26" fmla="*/ 6 w 37"/>
                  <a:gd name="T27" fmla="*/ 13 h 65"/>
                  <a:gd name="T28" fmla="*/ 10 w 37"/>
                  <a:gd name="T29" fmla="*/ 7 h 65"/>
                  <a:gd name="T30" fmla="*/ 14 w 37"/>
                  <a:gd name="T31" fmla="*/ 1 h 65"/>
                  <a:gd name="T32" fmla="*/ 18 w 37"/>
                  <a:gd name="T33" fmla="*/ 0 h 65"/>
                  <a:gd name="T34" fmla="*/ 20 w 37"/>
                  <a:gd name="T35" fmla="*/ 3 h 65"/>
                  <a:gd name="T36" fmla="*/ 20 w 37"/>
                  <a:gd name="T37" fmla="*/ 6 h 65"/>
                  <a:gd name="T38" fmla="*/ 18 w 37"/>
                  <a:gd name="T39" fmla="*/ 12 h 65"/>
                  <a:gd name="T40" fmla="*/ 16 w 37"/>
                  <a:gd name="T41" fmla="*/ 18 h 6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 h="65">
                    <a:moveTo>
                      <a:pt x="29" y="34"/>
                    </a:moveTo>
                    <a:lnTo>
                      <a:pt x="24" y="38"/>
                    </a:lnTo>
                    <a:lnTo>
                      <a:pt x="19" y="46"/>
                    </a:lnTo>
                    <a:lnTo>
                      <a:pt x="13" y="55"/>
                    </a:lnTo>
                    <a:lnTo>
                      <a:pt x="8" y="65"/>
                    </a:lnTo>
                    <a:lnTo>
                      <a:pt x="6" y="65"/>
                    </a:lnTo>
                    <a:lnTo>
                      <a:pt x="5" y="63"/>
                    </a:lnTo>
                    <a:lnTo>
                      <a:pt x="3" y="63"/>
                    </a:lnTo>
                    <a:lnTo>
                      <a:pt x="0" y="62"/>
                    </a:lnTo>
                    <a:lnTo>
                      <a:pt x="0" y="55"/>
                    </a:lnTo>
                    <a:lnTo>
                      <a:pt x="1" y="46"/>
                    </a:lnTo>
                    <a:lnTo>
                      <a:pt x="4" y="38"/>
                    </a:lnTo>
                    <a:lnTo>
                      <a:pt x="6" y="32"/>
                    </a:lnTo>
                    <a:lnTo>
                      <a:pt x="11" y="24"/>
                    </a:lnTo>
                    <a:lnTo>
                      <a:pt x="18" y="13"/>
                    </a:lnTo>
                    <a:lnTo>
                      <a:pt x="26" y="2"/>
                    </a:lnTo>
                    <a:lnTo>
                      <a:pt x="34" y="0"/>
                    </a:lnTo>
                    <a:lnTo>
                      <a:pt x="37" y="5"/>
                    </a:lnTo>
                    <a:lnTo>
                      <a:pt x="37" y="12"/>
                    </a:lnTo>
                    <a:lnTo>
                      <a:pt x="34" y="22"/>
                    </a:lnTo>
                    <a:lnTo>
                      <a:pt x="29" y="34"/>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39" name="Freeform 130">
                <a:extLst>
                  <a:ext uri="{FF2B5EF4-FFF2-40B4-BE49-F238E27FC236}">
                    <a16:creationId xmlns:a16="http://schemas.microsoft.com/office/drawing/2014/main" id="{55E62697-0C5B-4860-B4DC-0A1E19F51DA7}"/>
                  </a:ext>
                </a:extLst>
              </p:cNvPr>
              <p:cNvSpPr>
                <a:spLocks/>
              </p:cNvSpPr>
              <p:nvPr/>
            </p:nvSpPr>
            <p:spPr bwMode="auto">
              <a:xfrm>
                <a:off x="3899" y="3068"/>
                <a:ext cx="61" cy="56"/>
              </a:xfrm>
              <a:custGeom>
                <a:avLst/>
                <a:gdLst>
                  <a:gd name="T0" fmla="*/ 17 w 111"/>
                  <a:gd name="T1" fmla="*/ 11 h 103"/>
                  <a:gd name="T2" fmla="*/ 14 w 111"/>
                  <a:gd name="T3" fmla="*/ 14 h 103"/>
                  <a:gd name="T4" fmla="*/ 10 w 111"/>
                  <a:gd name="T5" fmla="*/ 14 h 103"/>
                  <a:gd name="T6" fmla="*/ 8 w 111"/>
                  <a:gd name="T7" fmla="*/ 11 h 103"/>
                  <a:gd name="T8" fmla="*/ 4 w 111"/>
                  <a:gd name="T9" fmla="*/ 11 h 103"/>
                  <a:gd name="T10" fmla="*/ 1 w 111"/>
                  <a:gd name="T11" fmla="*/ 14 h 103"/>
                  <a:gd name="T12" fmla="*/ 2 w 111"/>
                  <a:gd name="T13" fmla="*/ 17 h 103"/>
                  <a:gd name="T14" fmla="*/ 8 w 111"/>
                  <a:gd name="T15" fmla="*/ 22 h 103"/>
                  <a:gd name="T16" fmla="*/ 14 w 111"/>
                  <a:gd name="T17" fmla="*/ 20 h 103"/>
                  <a:gd name="T18" fmla="*/ 21 w 111"/>
                  <a:gd name="T19" fmla="*/ 16 h 103"/>
                  <a:gd name="T20" fmla="*/ 25 w 111"/>
                  <a:gd name="T21" fmla="*/ 20 h 103"/>
                  <a:gd name="T22" fmla="*/ 25 w 111"/>
                  <a:gd name="T23" fmla="*/ 30 h 103"/>
                  <a:gd name="T24" fmla="*/ 29 w 111"/>
                  <a:gd name="T25" fmla="*/ 34 h 103"/>
                  <a:gd name="T26" fmla="*/ 34 w 111"/>
                  <a:gd name="T27" fmla="*/ 39 h 103"/>
                  <a:gd name="T28" fmla="*/ 34 w 111"/>
                  <a:gd name="T29" fmla="*/ 43 h 103"/>
                  <a:gd name="T30" fmla="*/ 35 w 111"/>
                  <a:gd name="T31" fmla="*/ 47 h 103"/>
                  <a:gd name="T32" fmla="*/ 39 w 111"/>
                  <a:gd name="T33" fmla="*/ 49 h 103"/>
                  <a:gd name="T34" fmla="*/ 44 w 111"/>
                  <a:gd name="T35" fmla="*/ 53 h 103"/>
                  <a:gd name="T36" fmla="*/ 48 w 111"/>
                  <a:gd name="T37" fmla="*/ 53 h 103"/>
                  <a:gd name="T38" fmla="*/ 58 w 111"/>
                  <a:gd name="T39" fmla="*/ 45 h 103"/>
                  <a:gd name="T40" fmla="*/ 60 w 111"/>
                  <a:gd name="T41" fmla="*/ 38 h 103"/>
                  <a:gd name="T42" fmla="*/ 56 w 111"/>
                  <a:gd name="T43" fmla="*/ 32 h 103"/>
                  <a:gd name="T44" fmla="*/ 50 w 111"/>
                  <a:gd name="T45" fmla="*/ 33 h 103"/>
                  <a:gd name="T46" fmla="*/ 44 w 111"/>
                  <a:gd name="T47" fmla="*/ 36 h 103"/>
                  <a:gd name="T48" fmla="*/ 43 w 111"/>
                  <a:gd name="T49" fmla="*/ 34 h 103"/>
                  <a:gd name="T50" fmla="*/ 50 w 111"/>
                  <a:gd name="T51" fmla="*/ 24 h 103"/>
                  <a:gd name="T52" fmla="*/ 50 w 111"/>
                  <a:gd name="T53" fmla="*/ 19 h 103"/>
                  <a:gd name="T54" fmla="*/ 46 w 111"/>
                  <a:gd name="T55" fmla="*/ 17 h 103"/>
                  <a:gd name="T56" fmla="*/ 43 w 111"/>
                  <a:gd name="T57" fmla="*/ 15 h 103"/>
                  <a:gd name="T58" fmla="*/ 41 w 111"/>
                  <a:gd name="T59" fmla="*/ 11 h 103"/>
                  <a:gd name="T60" fmla="*/ 38 w 111"/>
                  <a:gd name="T61" fmla="*/ 14 h 103"/>
                  <a:gd name="T62" fmla="*/ 34 w 111"/>
                  <a:gd name="T63" fmla="*/ 19 h 103"/>
                  <a:gd name="T64" fmla="*/ 32 w 111"/>
                  <a:gd name="T65" fmla="*/ 18 h 103"/>
                  <a:gd name="T66" fmla="*/ 37 w 111"/>
                  <a:gd name="T67" fmla="*/ 9 h 103"/>
                  <a:gd name="T68" fmla="*/ 38 w 111"/>
                  <a:gd name="T69" fmla="*/ 4 h 103"/>
                  <a:gd name="T70" fmla="*/ 37 w 111"/>
                  <a:gd name="T71" fmla="*/ 3 h 103"/>
                  <a:gd name="T72" fmla="*/ 33 w 111"/>
                  <a:gd name="T73" fmla="*/ 1 h 103"/>
                  <a:gd name="T74" fmla="*/ 29 w 111"/>
                  <a:gd name="T75" fmla="*/ 0 h 103"/>
                  <a:gd name="T76" fmla="*/ 23 w 111"/>
                  <a:gd name="T77" fmla="*/ 2 h 103"/>
                  <a:gd name="T78" fmla="*/ 18 w 111"/>
                  <a:gd name="T79" fmla="*/ 4 h 103"/>
                  <a:gd name="T80" fmla="*/ 16 w 111"/>
                  <a:gd name="T81" fmla="*/ 6 h 103"/>
                  <a:gd name="T82" fmla="*/ 18 w 111"/>
                  <a:gd name="T83" fmla="*/ 9 h 1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1" h="103">
                    <a:moveTo>
                      <a:pt x="33" y="18"/>
                    </a:moveTo>
                    <a:lnTo>
                      <a:pt x="31" y="20"/>
                    </a:lnTo>
                    <a:lnTo>
                      <a:pt x="29" y="22"/>
                    </a:lnTo>
                    <a:lnTo>
                      <a:pt x="25" y="25"/>
                    </a:lnTo>
                    <a:lnTo>
                      <a:pt x="20" y="27"/>
                    </a:lnTo>
                    <a:lnTo>
                      <a:pt x="19" y="26"/>
                    </a:lnTo>
                    <a:lnTo>
                      <a:pt x="16" y="23"/>
                    </a:lnTo>
                    <a:lnTo>
                      <a:pt x="14" y="21"/>
                    </a:lnTo>
                    <a:lnTo>
                      <a:pt x="10" y="19"/>
                    </a:lnTo>
                    <a:lnTo>
                      <a:pt x="8" y="21"/>
                    </a:lnTo>
                    <a:lnTo>
                      <a:pt x="6" y="23"/>
                    </a:lnTo>
                    <a:lnTo>
                      <a:pt x="2" y="26"/>
                    </a:lnTo>
                    <a:lnTo>
                      <a:pt x="0" y="28"/>
                    </a:lnTo>
                    <a:lnTo>
                      <a:pt x="4" y="31"/>
                    </a:lnTo>
                    <a:lnTo>
                      <a:pt x="10" y="36"/>
                    </a:lnTo>
                    <a:lnTo>
                      <a:pt x="15" y="40"/>
                    </a:lnTo>
                    <a:lnTo>
                      <a:pt x="19" y="41"/>
                    </a:lnTo>
                    <a:lnTo>
                      <a:pt x="25" y="37"/>
                    </a:lnTo>
                    <a:lnTo>
                      <a:pt x="32" y="33"/>
                    </a:lnTo>
                    <a:lnTo>
                      <a:pt x="39" y="30"/>
                    </a:lnTo>
                    <a:lnTo>
                      <a:pt x="45" y="31"/>
                    </a:lnTo>
                    <a:lnTo>
                      <a:pt x="46" y="37"/>
                    </a:lnTo>
                    <a:lnTo>
                      <a:pt x="45" y="46"/>
                    </a:lnTo>
                    <a:lnTo>
                      <a:pt x="45" y="55"/>
                    </a:lnTo>
                    <a:lnTo>
                      <a:pt x="48" y="59"/>
                    </a:lnTo>
                    <a:lnTo>
                      <a:pt x="53" y="63"/>
                    </a:lnTo>
                    <a:lnTo>
                      <a:pt x="57" y="67"/>
                    </a:lnTo>
                    <a:lnTo>
                      <a:pt x="61" y="72"/>
                    </a:lnTo>
                    <a:lnTo>
                      <a:pt x="62" y="76"/>
                    </a:lnTo>
                    <a:lnTo>
                      <a:pt x="62" y="80"/>
                    </a:lnTo>
                    <a:lnTo>
                      <a:pt x="62" y="83"/>
                    </a:lnTo>
                    <a:lnTo>
                      <a:pt x="64" y="87"/>
                    </a:lnTo>
                    <a:lnTo>
                      <a:pt x="67" y="89"/>
                    </a:lnTo>
                    <a:lnTo>
                      <a:pt x="71" y="91"/>
                    </a:lnTo>
                    <a:lnTo>
                      <a:pt x="76" y="94"/>
                    </a:lnTo>
                    <a:lnTo>
                      <a:pt x="80" y="97"/>
                    </a:lnTo>
                    <a:lnTo>
                      <a:pt x="82" y="103"/>
                    </a:lnTo>
                    <a:lnTo>
                      <a:pt x="88" y="97"/>
                    </a:lnTo>
                    <a:lnTo>
                      <a:pt x="98" y="90"/>
                    </a:lnTo>
                    <a:lnTo>
                      <a:pt x="106" y="82"/>
                    </a:lnTo>
                    <a:lnTo>
                      <a:pt x="111" y="75"/>
                    </a:lnTo>
                    <a:lnTo>
                      <a:pt x="110" y="69"/>
                    </a:lnTo>
                    <a:lnTo>
                      <a:pt x="107" y="63"/>
                    </a:lnTo>
                    <a:lnTo>
                      <a:pt x="101" y="59"/>
                    </a:lnTo>
                    <a:lnTo>
                      <a:pt x="94" y="57"/>
                    </a:lnTo>
                    <a:lnTo>
                      <a:pt x="91" y="60"/>
                    </a:lnTo>
                    <a:lnTo>
                      <a:pt x="86" y="64"/>
                    </a:lnTo>
                    <a:lnTo>
                      <a:pt x="80" y="67"/>
                    </a:lnTo>
                    <a:lnTo>
                      <a:pt x="76" y="68"/>
                    </a:lnTo>
                    <a:lnTo>
                      <a:pt x="79" y="63"/>
                    </a:lnTo>
                    <a:lnTo>
                      <a:pt x="85" y="53"/>
                    </a:lnTo>
                    <a:lnTo>
                      <a:pt x="91" y="44"/>
                    </a:lnTo>
                    <a:lnTo>
                      <a:pt x="93" y="37"/>
                    </a:lnTo>
                    <a:lnTo>
                      <a:pt x="91" y="35"/>
                    </a:lnTo>
                    <a:lnTo>
                      <a:pt x="86" y="33"/>
                    </a:lnTo>
                    <a:lnTo>
                      <a:pt x="83" y="31"/>
                    </a:lnTo>
                    <a:lnTo>
                      <a:pt x="79" y="31"/>
                    </a:lnTo>
                    <a:lnTo>
                      <a:pt x="78" y="28"/>
                    </a:lnTo>
                    <a:lnTo>
                      <a:pt x="77" y="25"/>
                    </a:lnTo>
                    <a:lnTo>
                      <a:pt x="75" y="21"/>
                    </a:lnTo>
                    <a:lnTo>
                      <a:pt x="71" y="20"/>
                    </a:lnTo>
                    <a:lnTo>
                      <a:pt x="69" y="25"/>
                    </a:lnTo>
                    <a:lnTo>
                      <a:pt x="65" y="30"/>
                    </a:lnTo>
                    <a:lnTo>
                      <a:pt x="62" y="35"/>
                    </a:lnTo>
                    <a:lnTo>
                      <a:pt x="58" y="36"/>
                    </a:lnTo>
                    <a:lnTo>
                      <a:pt x="58" y="33"/>
                    </a:lnTo>
                    <a:lnTo>
                      <a:pt x="62" y="25"/>
                    </a:lnTo>
                    <a:lnTo>
                      <a:pt x="67" y="16"/>
                    </a:lnTo>
                    <a:lnTo>
                      <a:pt x="70" y="11"/>
                    </a:lnTo>
                    <a:lnTo>
                      <a:pt x="69" y="8"/>
                    </a:lnTo>
                    <a:lnTo>
                      <a:pt x="68" y="7"/>
                    </a:lnTo>
                    <a:lnTo>
                      <a:pt x="67" y="5"/>
                    </a:lnTo>
                    <a:lnTo>
                      <a:pt x="64" y="4"/>
                    </a:lnTo>
                    <a:lnTo>
                      <a:pt x="60" y="2"/>
                    </a:lnTo>
                    <a:lnTo>
                      <a:pt x="56" y="0"/>
                    </a:lnTo>
                    <a:lnTo>
                      <a:pt x="52" y="0"/>
                    </a:lnTo>
                    <a:lnTo>
                      <a:pt x="45" y="3"/>
                    </a:lnTo>
                    <a:lnTo>
                      <a:pt x="41" y="4"/>
                    </a:lnTo>
                    <a:lnTo>
                      <a:pt x="38" y="5"/>
                    </a:lnTo>
                    <a:lnTo>
                      <a:pt x="33" y="7"/>
                    </a:lnTo>
                    <a:lnTo>
                      <a:pt x="29" y="8"/>
                    </a:lnTo>
                    <a:lnTo>
                      <a:pt x="30" y="11"/>
                    </a:lnTo>
                    <a:lnTo>
                      <a:pt x="31" y="13"/>
                    </a:lnTo>
                    <a:lnTo>
                      <a:pt x="32" y="16"/>
                    </a:lnTo>
                    <a:lnTo>
                      <a:pt x="33" y="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0" name="Freeform 131">
                <a:extLst>
                  <a:ext uri="{FF2B5EF4-FFF2-40B4-BE49-F238E27FC236}">
                    <a16:creationId xmlns:a16="http://schemas.microsoft.com/office/drawing/2014/main" id="{111127C2-DF08-4898-84B2-99FA1706BF21}"/>
                  </a:ext>
                </a:extLst>
              </p:cNvPr>
              <p:cNvSpPr>
                <a:spLocks/>
              </p:cNvSpPr>
              <p:nvPr/>
            </p:nvSpPr>
            <p:spPr bwMode="auto">
              <a:xfrm>
                <a:off x="3736" y="3048"/>
                <a:ext cx="178" cy="309"/>
              </a:xfrm>
              <a:custGeom>
                <a:avLst/>
                <a:gdLst>
                  <a:gd name="T0" fmla="*/ 40 w 324"/>
                  <a:gd name="T1" fmla="*/ 276 h 564"/>
                  <a:gd name="T2" fmla="*/ 56 w 324"/>
                  <a:gd name="T3" fmla="*/ 285 h 564"/>
                  <a:gd name="T4" fmla="*/ 66 w 324"/>
                  <a:gd name="T5" fmla="*/ 295 h 564"/>
                  <a:gd name="T6" fmla="*/ 73 w 324"/>
                  <a:gd name="T7" fmla="*/ 306 h 564"/>
                  <a:gd name="T8" fmla="*/ 80 w 324"/>
                  <a:gd name="T9" fmla="*/ 304 h 564"/>
                  <a:gd name="T10" fmla="*/ 86 w 324"/>
                  <a:gd name="T11" fmla="*/ 301 h 564"/>
                  <a:gd name="T12" fmla="*/ 89 w 324"/>
                  <a:gd name="T13" fmla="*/ 304 h 564"/>
                  <a:gd name="T14" fmla="*/ 110 w 324"/>
                  <a:gd name="T15" fmla="*/ 308 h 564"/>
                  <a:gd name="T16" fmla="*/ 131 w 324"/>
                  <a:gd name="T17" fmla="*/ 309 h 564"/>
                  <a:gd name="T18" fmla="*/ 142 w 324"/>
                  <a:gd name="T19" fmla="*/ 306 h 564"/>
                  <a:gd name="T20" fmla="*/ 153 w 324"/>
                  <a:gd name="T21" fmla="*/ 295 h 564"/>
                  <a:gd name="T22" fmla="*/ 161 w 324"/>
                  <a:gd name="T23" fmla="*/ 284 h 564"/>
                  <a:gd name="T24" fmla="*/ 162 w 324"/>
                  <a:gd name="T25" fmla="*/ 259 h 564"/>
                  <a:gd name="T26" fmla="*/ 168 w 324"/>
                  <a:gd name="T27" fmla="*/ 220 h 564"/>
                  <a:gd name="T28" fmla="*/ 173 w 324"/>
                  <a:gd name="T29" fmla="*/ 186 h 564"/>
                  <a:gd name="T30" fmla="*/ 178 w 324"/>
                  <a:gd name="T31" fmla="*/ 144 h 564"/>
                  <a:gd name="T32" fmla="*/ 176 w 324"/>
                  <a:gd name="T33" fmla="*/ 129 h 564"/>
                  <a:gd name="T34" fmla="*/ 173 w 324"/>
                  <a:gd name="T35" fmla="*/ 129 h 564"/>
                  <a:gd name="T36" fmla="*/ 169 w 324"/>
                  <a:gd name="T37" fmla="*/ 127 h 564"/>
                  <a:gd name="T38" fmla="*/ 154 w 324"/>
                  <a:gd name="T39" fmla="*/ 124 h 564"/>
                  <a:gd name="T40" fmla="*/ 138 w 324"/>
                  <a:gd name="T41" fmla="*/ 119 h 564"/>
                  <a:gd name="T42" fmla="*/ 127 w 324"/>
                  <a:gd name="T43" fmla="*/ 113 h 564"/>
                  <a:gd name="T44" fmla="*/ 122 w 324"/>
                  <a:gd name="T45" fmla="*/ 110 h 564"/>
                  <a:gd name="T46" fmla="*/ 118 w 324"/>
                  <a:gd name="T47" fmla="*/ 135 h 564"/>
                  <a:gd name="T48" fmla="*/ 114 w 324"/>
                  <a:gd name="T49" fmla="*/ 158 h 564"/>
                  <a:gd name="T50" fmla="*/ 104 w 324"/>
                  <a:gd name="T51" fmla="*/ 170 h 564"/>
                  <a:gd name="T52" fmla="*/ 98 w 324"/>
                  <a:gd name="T53" fmla="*/ 180 h 564"/>
                  <a:gd name="T54" fmla="*/ 88 w 324"/>
                  <a:gd name="T55" fmla="*/ 149 h 564"/>
                  <a:gd name="T56" fmla="*/ 81 w 324"/>
                  <a:gd name="T57" fmla="*/ 134 h 564"/>
                  <a:gd name="T58" fmla="*/ 72 w 324"/>
                  <a:gd name="T59" fmla="*/ 121 h 564"/>
                  <a:gd name="T60" fmla="*/ 71 w 324"/>
                  <a:gd name="T61" fmla="*/ 99 h 564"/>
                  <a:gd name="T62" fmla="*/ 64 w 324"/>
                  <a:gd name="T63" fmla="*/ 72 h 564"/>
                  <a:gd name="T64" fmla="*/ 65 w 324"/>
                  <a:gd name="T65" fmla="*/ 46 h 564"/>
                  <a:gd name="T66" fmla="*/ 61 w 324"/>
                  <a:gd name="T67" fmla="*/ 21 h 564"/>
                  <a:gd name="T68" fmla="*/ 52 w 324"/>
                  <a:gd name="T69" fmla="*/ 5 h 564"/>
                  <a:gd name="T70" fmla="*/ 50 w 324"/>
                  <a:gd name="T71" fmla="*/ 1 h 564"/>
                  <a:gd name="T72" fmla="*/ 43 w 324"/>
                  <a:gd name="T73" fmla="*/ 5 h 564"/>
                  <a:gd name="T74" fmla="*/ 34 w 324"/>
                  <a:gd name="T75" fmla="*/ 13 h 564"/>
                  <a:gd name="T76" fmla="*/ 27 w 324"/>
                  <a:gd name="T77" fmla="*/ 27 h 564"/>
                  <a:gd name="T78" fmla="*/ 13 w 324"/>
                  <a:gd name="T79" fmla="*/ 40 h 564"/>
                  <a:gd name="T80" fmla="*/ 3 w 324"/>
                  <a:gd name="T81" fmla="*/ 60 h 564"/>
                  <a:gd name="T82" fmla="*/ 1 w 324"/>
                  <a:gd name="T83" fmla="*/ 92 h 564"/>
                  <a:gd name="T84" fmla="*/ 8 w 324"/>
                  <a:gd name="T85" fmla="*/ 110 h 564"/>
                  <a:gd name="T86" fmla="*/ 10 w 324"/>
                  <a:gd name="T87" fmla="*/ 122 h 564"/>
                  <a:gd name="T88" fmla="*/ 13 w 324"/>
                  <a:gd name="T89" fmla="*/ 146 h 564"/>
                  <a:gd name="T90" fmla="*/ 14 w 324"/>
                  <a:gd name="T91" fmla="*/ 188 h 564"/>
                  <a:gd name="T92" fmla="*/ 20 w 324"/>
                  <a:gd name="T93" fmla="*/ 227 h 564"/>
                  <a:gd name="T94" fmla="*/ 29 w 324"/>
                  <a:gd name="T95" fmla="*/ 264 h 56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324" h="564">
                    <a:moveTo>
                      <a:pt x="57" y="495"/>
                    </a:moveTo>
                    <a:lnTo>
                      <a:pt x="64" y="498"/>
                    </a:lnTo>
                    <a:lnTo>
                      <a:pt x="72" y="503"/>
                    </a:lnTo>
                    <a:lnTo>
                      <a:pt x="82" y="509"/>
                    </a:lnTo>
                    <a:lnTo>
                      <a:pt x="93" y="516"/>
                    </a:lnTo>
                    <a:lnTo>
                      <a:pt x="102" y="521"/>
                    </a:lnTo>
                    <a:lnTo>
                      <a:pt x="110" y="528"/>
                    </a:lnTo>
                    <a:lnTo>
                      <a:pt x="117" y="533"/>
                    </a:lnTo>
                    <a:lnTo>
                      <a:pt x="121" y="538"/>
                    </a:lnTo>
                    <a:lnTo>
                      <a:pt x="124" y="544"/>
                    </a:lnTo>
                    <a:lnTo>
                      <a:pt x="129" y="551"/>
                    </a:lnTo>
                    <a:lnTo>
                      <a:pt x="133" y="558"/>
                    </a:lnTo>
                    <a:lnTo>
                      <a:pt x="137" y="563"/>
                    </a:lnTo>
                    <a:lnTo>
                      <a:pt x="141" y="559"/>
                    </a:lnTo>
                    <a:lnTo>
                      <a:pt x="146" y="555"/>
                    </a:lnTo>
                    <a:lnTo>
                      <a:pt x="150" y="550"/>
                    </a:lnTo>
                    <a:lnTo>
                      <a:pt x="154" y="548"/>
                    </a:lnTo>
                    <a:lnTo>
                      <a:pt x="156" y="549"/>
                    </a:lnTo>
                    <a:lnTo>
                      <a:pt x="159" y="551"/>
                    </a:lnTo>
                    <a:lnTo>
                      <a:pt x="160" y="553"/>
                    </a:lnTo>
                    <a:lnTo>
                      <a:pt x="162" y="555"/>
                    </a:lnTo>
                    <a:lnTo>
                      <a:pt x="173" y="557"/>
                    </a:lnTo>
                    <a:lnTo>
                      <a:pt x="186" y="559"/>
                    </a:lnTo>
                    <a:lnTo>
                      <a:pt x="200" y="562"/>
                    </a:lnTo>
                    <a:lnTo>
                      <a:pt x="214" y="563"/>
                    </a:lnTo>
                    <a:lnTo>
                      <a:pt x="226" y="563"/>
                    </a:lnTo>
                    <a:lnTo>
                      <a:pt x="239" y="564"/>
                    </a:lnTo>
                    <a:lnTo>
                      <a:pt x="248" y="563"/>
                    </a:lnTo>
                    <a:lnTo>
                      <a:pt x="254" y="562"/>
                    </a:lnTo>
                    <a:lnTo>
                      <a:pt x="259" y="558"/>
                    </a:lnTo>
                    <a:lnTo>
                      <a:pt x="264" y="553"/>
                    </a:lnTo>
                    <a:lnTo>
                      <a:pt x="271" y="547"/>
                    </a:lnTo>
                    <a:lnTo>
                      <a:pt x="278" y="539"/>
                    </a:lnTo>
                    <a:lnTo>
                      <a:pt x="284" y="531"/>
                    </a:lnTo>
                    <a:lnTo>
                      <a:pt x="290" y="524"/>
                    </a:lnTo>
                    <a:lnTo>
                      <a:pt x="293" y="518"/>
                    </a:lnTo>
                    <a:lnTo>
                      <a:pt x="294" y="513"/>
                    </a:lnTo>
                    <a:lnTo>
                      <a:pt x="294" y="498"/>
                    </a:lnTo>
                    <a:lnTo>
                      <a:pt x="294" y="473"/>
                    </a:lnTo>
                    <a:lnTo>
                      <a:pt x="296" y="445"/>
                    </a:lnTo>
                    <a:lnTo>
                      <a:pt x="298" y="422"/>
                    </a:lnTo>
                    <a:lnTo>
                      <a:pt x="305" y="402"/>
                    </a:lnTo>
                    <a:lnTo>
                      <a:pt x="312" y="377"/>
                    </a:lnTo>
                    <a:lnTo>
                      <a:pt x="316" y="356"/>
                    </a:lnTo>
                    <a:lnTo>
                      <a:pt x="314" y="339"/>
                    </a:lnTo>
                    <a:lnTo>
                      <a:pt x="319" y="321"/>
                    </a:lnTo>
                    <a:lnTo>
                      <a:pt x="322" y="293"/>
                    </a:lnTo>
                    <a:lnTo>
                      <a:pt x="324" y="262"/>
                    </a:lnTo>
                    <a:lnTo>
                      <a:pt x="323" y="237"/>
                    </a:lnTo>
                    <a:lnTo>
                      <a:pt x="322" y="237"/>
                    </a:lnTo>
                    <a:lnTo>
                      <a:pt x="321" y="236"/>
                    </a:lnTo>
                    <a:lnTo>
                      <a:pt x="319" y="236"/>
                    </a:lnTo>
                    <a:lnTo>
                      <a:pt x="316" y="235"/>
                    </a:lnTo>
                    <a:lnTo>
                      <a:pt x="314" y="235"/>
                    </a:lnTo>
                    <a:lnTo>
                      <a:pt x="313" y="233"/>
                    </a:lnTo>
                    <a:lnTo>
                      <a:pt x="311" y="233"/>
                    </a:lnTo>
                    <a:lnTo>
                      <a:pt x="308" y="232"/>
                    </a:lnTo>
                    <a:lnTo>
                      <a:pt x="300" y="231"/>
                    </a:lnTo>
                    <a:lnTo>
                      <a:pt x="291" y="229"/>
                    </a:lnTo>
                    <a:lnTo>
                      <a:pt x="281" y="227"/>
                    </a:lnTo>
                    <a:lnTo>
                      <a:pt x="271" y="224"/>
                    </a:lnTo>
                    <a:lnTo>
                      <a:pt x="261" y="221"/>
                    </a:lnTo>
                    <a:lnTo>
                      <a:pt x="252" y="217"/>
                    </a:lnTo>
                    <a:lnTo>
                      <a:pt x="243" y="214"/>
                    </a:lnTo>
                    <a:lnTo>
                      <a:pt x="235" y="209"/>
                    </a:lnTo>
                    <a:lnTo>
                      <a:pt x="231" y="207"/>
                    </a:lnTo>
                    <a:lnTo>
                      <a:pt x="228" y="205"/>
                    </a:lnTo>
                    <a:lnTo>
                      <a:pt x="224" y="202"/>
                    </a:lnTo>
                    <a:lnTo>
                      <a:pt x="222" y="200"/>
                    </a:lnTo>
                    <a:lnTo>
                      <a:pt x="218" y="216"/>
                    </a:lnTo>
                    <a:lnTo>
                      <a:pt x="216" y="232"/>
                    </a:lnTo>
                    <a:lnTo>
                      <a:pt x="215" y="247"/>
                    </a:lnTo>
                    <a:lnTo>
                      <a:pt x="214" y="260"/>
                    </a:lnTo>
                    <a:lnTo>
                      <a:pt x="212" y="274"/>
                    </a:lnTo>
                    <a:lnTo>
                      <a:pt x="208" y="288"/>
                    </a:lnTo>
                    <a:lnTo>
                      <a:pt x="201" y="299"/>
                    </a:lnTo>
                    <a:lnTo>
                      <a:pt x="195" y="305"/>
                    </a:lnTo>
                    <a:lnTo>
                      <a:pt x="190" y="310"/>
                    </a:lnTo>
                    <a:lnTo>
                      <a:pt x="184" y="316"/>
                    </a:lnTo>
                    <a:lnTo>
                      <a:pt x="180" y="323"/>
                    </a:lnTo>
                    <a:lnTo>
                      <a:pt x="178" y="329"/>
                    </a:lnTo>
                    <a:lnTo>
                      <a:pt x="172" y="312"/>
                    </a:lnTo>
                    <a:lnTo>
                      <a:pt x="165" y="291"/>
                    </a:lnTo>
                    <a:lnTo>
                      <a:pt x="160" y="272"/>
                    </a:lnTo>
                    <a:lnTo>
                      <a:pt x="156" y="261"/>
                    </a:lnTo>
                    <a:lnTo>
                      <a:pt x="153" y="253"/>
                    </a:lnTo>
                    <a:lnTo>
                      <a:pt x="147" y="244"/>
                    </a:lnTo>
                    <a:lnTo>
                      <a:pt x="140" y="235"/>
                    </a:lnTo>
                    <a:lnTo>
                      <a:pt x="134" y="229"/>
                    </a:lnTo>
                    <a:lnTo>
                      <a:pt x="131" y="221"/>
                    </a:lnTo>
                    <a:lnTo>
                      <a:pt x="130" y="208"/>
                    </a:lnTo>
                    <a:lnTo>
                      <a:pt x="130" y="194"/>
                    </a:lnTo>
                    <a:lnTo>
                      <a:pt x="129" y="181"/>
                    </a:lnTo>
                    <a:lnTo>
                      <a:pt x="125" y="166"/>
                    </a:lnTo>
                    <a:lnTo>
                      <a:pt x="121" y="148"/>
                    </a:lnTo>
                    <a:lnTo>
                      <a:pt x="116" y="132"/>
                    </a:lnTo>
                    <a:lnTo>
                      <a:pt x="115" y="121"/>
                    </a:lnTo>
                    <a:lnTo>
                      <a:pt x="117" y="106"/>
                    </a:lnTo>
                    <a:lnTo>
                      <a:pt x="119" y="84"/>
                    </a:lnTo>
                    <a:lnTo>
                      <a:pt x="119" y="61"/>
                    </a:lnTo>
                    <a:lnTo>
                      <a:pt x="116" y="46"/>
                    </a:lnTo>
                    <a:lnTo>
                      <a:pt x="111" y="38"/>
                    </a:lnTo>
                    <a:lnTo>
                      <a:pt x="106" y="28"/>
                    </a:lnTo>
                    <a:lnTo>
                      <a:pt x="101" y="18"/>
                    </a:lnTo>
                    <a:lnTo>
                      <a:pt x="95" y="9"/>
                    </a:lnTo>
                    <a:lnTo>
                      <a:pt x="94" y="7"/>
                    </a:lnTo>
                    <a:lnTo>
                      <a:pt x="92" y="4"/>
                    </a:lnTo>
                    <a:lnTo>
                      <a:pt x="91" y="2"/>
                    </a:lnTo>
                    <a:lnTo>
                      <a:pt x="88" y="0"/>
                    </a:lnTo>
                    <a:lnTo>
                      <a:pt x="85" y="5"/>
                    </a:lnTo>
                    <a:lnTo>
                      <a:pt x="79" y="10"/>
                    </a:lnTo>
                    <a:lnTo>
                      <a:pt x="71" y="13"/>
                    </a:lnTo>
                    <a:lnTo>
                      <a:pt x="63" y="13"/>
                    </a:lnTo>
                    <a:lnTo>
                      <a:pt x="62" y="23"/>
                    </a:lnTo>
                    <a:lnTo>
                      <a:pt x="58" y="31"/>
                    </a:lnTo>
                    <a:lnTo>
                      <a:pt x="54" y="40"/>
                    </a:lnTo>
                    <a:lnTo>
                      <a:pt x="49" y="49"/>
                    </a:lnTo>
                    <a:lnTo>
                      <a:pt x="41" y="60"/>
                    </a:lnTo>
                    <a:lnTo>
                      <a:pt x="33" y="68"/>
                    </a:lnTo>
                    <a:lnTo>
                      <a:pt x="24" y="73"/>
                    </a:lnTo>
                    <a:lnTo>
                      <a:pt x="16" y="77"/>
                    </a:lnTo>
                    <a:lnTo>
                      <a:pt x="11" y="91"/>
                    </a:lnTo>
                    <a:lnTo>
                      <a:pt x="6" y="110"/>
                    </a:lnTo>
                    <a:lnTo>
                      <a:pt x="2" y="132"/>
                    </a:lnTo>
                    <a:lnTo>
                      <a:pt x="0" y="154"/>
                    </a:lnTo>
                    <a:lnTo>
                      <a:pt x="2" y="168"/>
                    </a:lnTo>
                    <a:lnTo>
                      <a:pt x="8" y="181"/>
                    </a:lnTo>
                    <a:lnTo>
                      <a:pt x="12" y="191"/>
                    </a:lnTo>
                    <a:lnTo>
                      <a:pt x="15" y="200"/>
                    </a:lnTo>
                    <a:lnTo>
                      <a:pt x="13" y="210"/>
                    </a:lnTo>
                    <a:lnTo>
                      <a:pt x="16" y="219"/>
                    </a:lnTo>
                    <a:lnTo>
                      <a:pt x="19" y="223"/>
                    </a:lnTo>
                    <a:lnTo>
                      <a:pt x="25" y="227"/>
                    </a:lnTo>
                    <a:lnTo>
                      <a:pt x="25" y="243"/>
                    </a:lnTo>
                    <a:lnTo>
                      <a:pt x="24" y="266"/>
                    </a:lnTo>
                    <a:lnTo>
                      <a:pt x="21" y="295"/>
                    </a:lnTo>
                    <a:lnTo>
                      <a:pt x="23" y="326"/>
                    </a:lnTo>
                    <a:lnTo>
                      <a:pt x="25" y="343"/>
                    </a:lnTo>
                    <a:lnTo>
                      <a:pt x="28" y="365"/>
                    </a:lnTo>
                    <a:lnTo>
                      <a:pt x="32" y="390"/>
                    </a:lnTo>
                    <a:lnTo>
                      <a:pt x="36" y="415"/>
                    </a:lnTo>
                    <a:lnTo>
                      <a:pt x="42" y="441"/>
                    </a:lnTo>
                    <a:lnTo>
                      <a:pt x="47" y="463"/>
                    </a:lnTo>
                    <a:lnTo>
                      <a:pt x="53" y="482"/>
                    </a:lnTo>
                    <a:lnTo>
                      <a:pt x="57" y="495"/>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1" name="Freeform 132">
                <a:extLst>
                  <a:ext uri="{FF2B5EF4-FFF2-40B4-BE49-F238E27FC236}">
                    <a16:creationId xmlns:a16="http://schemas.microsoft.com/office/drawing/2014/main" id="{258B122C-3886-4AC9-84DC-E1FF930C0643}"/>
                  </a:ext>
                </a:extLst>
              </p:cNvPr>
              <p:cNvSpPr>
                <a:spLocks/>
              </p:cNvSpPr>
              <p:nvPr/>
            </p:nvSpPr>
            <p:spPr bwMode="auto">
              <a:xfrm>
                <a:off x="3744" y="3156"/>
                <a:ext cx="33" cy="41"/>
              </a:xfrm>
              <a:custGeom>
                <a:avLst/>
                <a:gdLst>
                  <a:gd name="T0" fmla="*/ 1 w 61"/>
                  <a:gd name="T1" fmla="*/ 2 h 73"/>
                  <a:gd name="T2" fmla="*/ 0 w 61"/>
                  <a:gd name="T3" fmla="*/ 7 h 73"/>
                  <a:gd name="T4" fmla="*/ 2 w 61"/>
                  <a:gd name="T5" fmla="*/ 12 h 73"/>
                  <a:gd name="T6" fmla="*/ 3 w 61"/>
                  <a:gd name="T7" fmla="*/ 15 h 73"/>
                  <a:gd name="T8" fmla="*/ 6 w 61"/>
                  <a:gd name="T9" fmla="*/ 17 h 73"/>
                  <a:gd name="T10" fmla="*/ 10 w 61"/>
                  <a:gd name="T11" fmla="*/ 19 h 73"/>
                  <a:gd name="T12" fmla="*/ 12 w 61"/>
                  <a:gd name="T13" fmla="*/ 21 h 73"/>
                  <a:gd name="T14" fmla="*/ 15 w 61"/>
                  <a:gd name="T15" fmla="*/ 24 h 73"/>
                  <a:gd name="T16" fmla="*/ 15 w 61"/>
                  <a:gd name="T17" fmla="*/ 28 h 73"/>
                  <a:gd name="T18" fmla="*/ 16 w 61"/>
                  <a:gd name="T19" fmla="*/ 34 h 73"/>
                  <a:gd name="T20" fmla="*/ 19 w 61"/>
                  <a:gd name="T21" fmla="*/ 38 h 73"/>
                  <a:gd name="T22" fmla="*/ 24 w 61"/>
                  <a:gd name="T23" fmla="*/ 41 h 73"/>
                  <a:gd name="T24" fmla="*/ 33 w 61"/>
                  <a:gd name="T25" fmla="*/ 40 h 73"/>
                  <a:gd name="T26" fmla="*/ 29 w 61"/>
                  <a:gd name="T27" fmla="*/ 37 h 73"/>
                  <a:gd name="T28" fmla="*/ 24 w 61"/>
                  <a:gd name="T29" fmla="*/ 33 h 73"/>
                  <a:gd name="T30" fmla="*/ 22 w 61"/>
                  <a:gd name="T31" fmla="*/ 28 h 73"/>
                  <a:gd name="T32" fmla="*/ 22 w 61"/>
                  <a:gd name="T33" fmla="*/ 23 h 73"/>
                  <a:gd name="T34" fmla="*/ 23 w 61"/>
                  <a:gd name="T35" fmla="*/ 19 h 73"/>
                  <a:gd name="T36" fmla="*/ 23 w 61"/>
                  <a:gd name="T37" fmla="*/ 15 h 73"/>
                  <a:gd name="T38" fmla="*/ 22 w 61"/>
                  <a:gd name="T39" fmla="*/ 11 h 73"/>
                  <a:gd name="T40" fmla="*/ 18 w 61"/>
                  <a:gd name="T41" fmla="*/ 10 h 73"/>
                  <a:gd name="T42" fmla="*/ 14 w 61"/>
                  <a:gd name="T43" fmla="*/ 9 h 73"/>
                  <a:gd name="T44" fmla="*/ 10 w 61"/>
                  <a:gd name="T45" fmla="*/ 7 h 73"/>
                  <a:gd name="T46" fmla="*/ 6 w 61"/>
                  <a:gd name="T47" fmla="*/ 6 h 73"/>
                  <a:gd name="T48" fmla="*/ 5 w 61"/>
                  <a:gd name="T49" fmla="*/ 4 h 73"/>
                  <a:gd name="T50" fmla="*/ 4 w 61"/>
                  <a:gd name="T51" fmla="*/ 1 h 73"/>
                  <a:gd name="T52" fmla="*/ 3 w 61"/>
                  <a:gd name="T53" fmla="*/ 0 h 73"/>
                  <a:gd name="T54" fmla="*/ 2 w 61"/>
                  <a:gd name="T55" fmla="*/ 1 h 73"/>
                  <a:gd name="T56" fmla="*/ 1 w 61"/>
                  <a:gd name="T57" fmla="*/ 2 h 7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1" h="73">
                    <a:moveTo>
                      <a:pt x="2" y="3"/>
                    </a:moveTo>
                    <a:lnTo>
                      <a:pt x="0" y="13"/>
                    </a:lnTo>
                    <a:lnTo>
                      <a:pt x="3" y="22"/>
                    </a:lnTo>
                    <a:lnTo>
                      <a:pt x="6" y="26"/>
                    </a:lnTo>
                    <a:lnTo>
                      <a:pt x="12" y="30"/>
                    </a:lnTo>
                    <a:lnTo>
                      <a:pt x="18" y="33"/>
                    </a:lnTo>
                    <a:lnTo>
                      <a:pt x="23" y="38"/>
                    </a:lnTo>
                    <a:lnTo>
                      <a:pt x="27" y="43"/>
                    </a:lnTo>
                    <a:lnTo>
                      <a:pt x="28" y="50"/>
                    </a:lnTo>
                    <a:lnTo>
                      <a:pt x="30" y="60"/>
                    </a:lnTo>
                    <a:lnTo>
                      <a:pt x="35" y="68"/>
                    </a:lnTo>
                    <a:lnTo>
                      <a:pt x="45" y="73"/>
                    </a:lnTo>
                    <a:lnTo>
                      <a:pt x="61" y="72"/>
                    </a:lnTo>
                    <a:lnTo>
                      <a:pt x="53" y="66"/>
                    </a:lnTo>
                    <a:lnTo>
                      <a:pt x="45" y="58"/>
                    </a:lnTo>
                    <a:lnTo>
                      <a:pt x="40" y="49"/>
                    </a:lnTo>
                    <a:lnTo>
                      <a:pt x="40" y="41"/>
                    </a:lnTo>
                    <a:lnTo>
                      <a:pt x="43" y="33"/>
                    </a:lnTo>
                    <a:lnTo>
                      <a:pt x="43" y="26"/>
                    </a:lnTo>
                    <a:lnTo>
                      <a:pt x="40" y="20"/>
                    </a:lnTo>
                    <a:lnTo>
                      <a:pt x="34" y="17"/>
                    </a:lnTo>
                    <a:lnTo>
                      <a:pt x="26" y="16"/>
                    </a:lnTo>
                    <a:lnTo>
                      <a:pt x="19" y="13"/>
                    </a:lnTo>
                    <a:lnTo>
                      <a:pt x="12" y="11"/>
                    </a:lnTo>
                    <a:lnTo>
                      <a:pt x="10" y="7"/>
                    </a:lnTo>
                    <a:lnTo>
                      <a:pt x="8" y="2"/>
                    </a:lnTo>
                    <a:lnTo>
                      <a:pt x="6" y="0"/>
                    </a:lnTo>
                    <a:lnTo>
                      <a:pt x="3" y="1"/>
                    </a:lnTo>
                    <a:lnTo>
                      <a:pt x="2" y="3"/>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2" name="Freeform 133">
                <a:extLst>
                  <a:ext uri="{FF2B5EF4-FFF2-40B4-BE49-F238E27FC236}">
                    <a16:creationId xmlns:a16="http://schemas.microsoft.com/office/drawing/2014/main" id="{7C2CF8D1-577E-440A-A5AE-41546FDF96CE}"/>
                  </a:ext>
                </a:extLst>
              </p:cNvPr>
              <p:cNvSpPr>
                <a:spLocks/>
              </p:cNvSpPr>
              <p:nvPr/>
            </p:nvSpPr>
            <p:spPr bwMode="auto">
              <a:xfrm>
                <a:off x="3736" y="3127"/>
                <a:ext cx="52" cy="49"/>
              </a:xfrm>
              <a:custGeom>
                <a:avLst/>
                <a:gdLst>
                  <a:gd name="T0" fmla="*/ 0 w 95"/>
                  <a:gd name="T1" fmla="*/ 6 h 88"/>
                  <a:gd name="T2" fmla="*/ 3 w 95"/>
                  <a:gd name="T3" fmla="*/ 3 h 88"/>
                  <a:gd name="T4" fmla="*/ 9 w 95"/>
                  <a:gd name="T5" fmla="*/ 1 h 88"/>
                  <a:gd name="T6" fmla="*/ 13 w 95"/>
                  <a:gd name="T7" fmla="*/ 0 h 88"/>
                  <a:gd name="T8" fmla="*/ 17 w 95"/>
                  <a:gd name="T9" fmla="*/ 1 h 88"/>
                  <a:gd name="T10" fmla="*/ 19 w 95"/>
                  <a:gd name="T11" fmla="*/ 2 h 88"/>
                  <a:gd name="T12" fmla="*/ 21 w 95"/>
                  <a:gd name="T13" fmla="*/ 4 h 88"/>
                  <a:gd name="T14" fmla="*/ 24 w 95"/>
                  <a:gd name="T15" fmla="*/ 6 h 88"/>
                  <a:gd name="T16" fmla="*/ 27 w 95"/>
                  <a:gd name="T17" fmla="*/ 9 h 88"/>
                  <a:gd name="T18" fmla="*/ 30 w 95"/>
                  <a:gd name="T19" fmla="*/ 11 h 88"/>
                  <a:gd name="T20" fmla="*/ 32 w 95"/>
                  <a:gd name="T21" fmla="*/ 13 h 88"/>
                  <a:gd name="T22" fmla="*/ 35 w 95"/>
                  <a:gd name="T23" fmla="*/ 16 h 88"/>
                  <a:gd name="T24" fmla="*/ 37 w 95"/>
                  <a:gd name="T25" fmla="*/ 17 h 88"/>
                  <a:gd name="T26" fmla="*/ 41 w 95"/>
                  <a:gd name="T27" fmla="*/ 19 h 88"/>
                  <a:gd name="T28" fmla="*/ 44 w 95"/>
                  <a:gd name="T29" fmla="*/ 23 h 88"/>
                  <a:gd name="T30" fmla="*/ 47 w 95"/>
                  <a:gd name="T31" fmla="*/ 28 h 88"/>
                  <a:gd name="T32" fmla="*/ 48 w 95"/>
                  <a:gd name="T33" fmla="*/ 32 h 88"/>
                  <a:gd name="T34" fmla="*/ 50 w 95"/>
                  <a:gd name="T35" fmla="*/ 37 h 88"/>
                  <a:gd name="T36" fmla="*/ 51 w 95"/>
                  <a:gd name="T37" fmla="*/ 42 h 88"/>
                  <a:gd name="T38" fmla="*/ 52 w 95"/>
                  <a:gd name="T39" fmla="*/ 47 h 88"/>
                  <a:gd name="T40" fmla="*/ 51 w 95"/>
                  <a:gd name="T41" fmla="*/ 49 h 88"/>
                  <a:gd name="T42" fmla="*/ 48 w 95"/>
                  <a:gd name="T43" fmla="*/ 45 h 88"/>
                  <a:gd name="T44" fmla="*/ 42 w 95"/>
                  <a:gd name="T45" fmla="*/ 36 h 88"/>
                  <a:gd name="T46" fmla="*/ 36 w 95"/>
                  <a:gd name="T47" fmla="*/ 26 h 88"/>
                  <a:gd name="T48" fmla="*/ 33 w 95"/>
                  <a:gd name="T49" fmla="*/ 21 h 88"/>
                  <a:gd name="T50" fmla="*/ 30 w 95"/>
                  <a:gd name="T51" fmla="*/ 18 h 88"/>
                  <a:gd name="T52" fmla="*/ 26 w 95"/>
                  <a:gd name="T53" fmla="*/ 16 h 88"/>
                  <a:gd name="T54" fmla="*/ 22 w 95"/>
                  <a:gd name="T55" fmla="*/ 13 h 88"/>
                  <a:gd name="T56" fmla="*/ 18 w 95"/>
                  <a:gd name="T57" fmla="*/ 11 h 88"/>
                  <a:gd name="T58" fmla="*/ 13 w 95"/>
                  <a:gd name="T59" fmla="*/ 9 h 88"/>
                  <a:gd name="T60" fmla="*/ 8 w 95"/>
                  <a:gd name="T61" fmla="*/ 7 h 88"/>
                  <a:gd name="T62" fmla="*/ 3 w 95"/>
                  <a:gd name="T63" fmla="*/ 6 h 88"/>
                  <a:gd name="T64" fmla="*/ 0 w 95"/>
                  <a:gd name="T65" fmla="*/ 6 h 8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5" h="88">
                    <a:moveTo>
                      <a:pt x="0" y="10"/>
                    </a:moveTo>
                    <a:lnTo>
                      <a:pt x="6" y="5"/>
                    </a:lnTo>
                    <a:lnTo>
                      <a:pt x="16" y="2"/>
                    </a:lnTo>
                    <a:lnTo>
                      <a:pt x="24" y="0"/>
                    </a:lnTo>
                    <a:lnTo>
                      <a:pt x="31" y="1"/>
                    </a:lnTo>
                    <a:lnTo>
                      <a:pt x="34" y="3"/>
                    </a:lnTo>
                    <a:lnTo>
                      <a:pt x="39" y="7"/>
                    </a:lnTo>
                    <a:lnTo>
                      <a:pt x="43" y="11"/>
                    </a:lnTo>
                    <a:lnTo>
                      <a:pt x="49" y="16"/>
                    </a:lnTo>
                    <a:lnTo>
                      <a:pt x="54" y="20"/>
                    </a:lnTo>
                    <a:lnTo>
                      <a:pt x="59" y="24"/>
                    </a:lnTo>
                    <a:lnTo>
                      <a:pt x="64" y="28"/>
                    </a:lnTo>
                    <a:lnTo>
                      <a:pt x="68" y="31"/>
                    </a:lnTo>
                    <a:lnTo>
                      <a:pt x="74" y="35"/>
                    </a:lnTo>
                    <a:lnTo>
                      <a:pt x="80" y="42"/>
                    </a:lnTo>
                    <a:lnTo>
                      <a:pt x="85" y="50"/>
                    </a:lnTo>
                    <a:lnTo>
                      <a:pt x="88" y="57"/>
                    </a:lnTo>
                    <a:lnTo>
                      <a:pt x="91" y="66"/>
                    </a:lnTo>
                    <a:lnTo>
                      <a:pt x="93" y="76"/>
                    </a:lnTo>
                    <a:lnTo>
                      <a:pt x="95" y="85"/>
                    </a:lnTo>
                    <a:lnTo>
                      <a:pt x="94" y="88"/>
                    </a:lnTo>
                    <a:lnTo>
                      <a:pt x="87" y="81"/>
                    </a:lnTo>
                    <a:lnTo>
                      <a:pt x="76" y="65"/>
                    </a:lnTo>
                    <a:lnTo>
                      <a:pt x="66" y="47"/>
                    </a:lnTo>
                    <a:lnTo>
                      <a:pt x="61" y="37"/>
                    </a:lnTo>
                    <a:lnTo>
                      <a:pt x="55" y="33"/>
                    </a:lnTo>
                    <a:lnTo>
                      <a:pt x="48" y="28"/>
                    </a:lnTo>
                    <a:lnTo>
                      <a:pt x="41" y="24"/>
                    </a:lnTo>
                    <a:lnTo>
                      <a:pt x="32" y="19"/>
                    </a:lnTo>
                    <a:lnTo>
                      <a:pt x="23" y="16"/>
                    </a:lnTo>
                    <a:lnTo>
                      <a:pt x="15" y="12"/>
                    </a:lnTo>
                    <a:lnTo>
                      <a:pt x="6" y="10"/>
                    </a:lnTo>
                    <a:lnTo>
                      <a:pt x="0" y="1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3" name="Freeform 134">
                <a:extLst>
                  <a:ext uri="{FF2B5EF4-FFF2-40B4-BE49-F238E27FC236}">
                    <a16:creationId xmlns:a16="http://schemas.microsoft.com/office/drawing/2014/main" id="{98C8E63B-B7DC-4418-B170-5A210620963C}"/>
                  </a:ext>
                </a:extLst>
              </p:cNvPr>
              <p:cNvSpPr>
                <a:spLocks/>
              </p:cNvSpPr>
              <p:nvPr/>
            </p:nvSpPr>
            <p:spPr bwMode="auto">
              <a:xfrm>
                <a:off x="3867" y="3173"/>
                <a:ext cx="11" cy="12"/>
              </a:xfrm>
              <a:custGeom>
                <a:avLst/>
                <a:gdLst>
                  <a:gd name="T0" fmla="*/ 6 w 20"/>
                  <a:gd name="T1" fmla="*/ 12 h 20"/>
                  <a:gd name="T2" fmla="*/ 8 w 20"/>
                  <a:gd name="T3" fmla="*/ 11 h 20"/>
                  <a:gd name="T4" fmla="*/ 9 w 20"/>
                  <a:gd name="T5" fmla="*/ 10 h 20"/>
                  <a:gd name="T6" fmla="*/ 11 w 20"/>
                  <a:gd name="T7" fmla="*/ 8 h 20"/>
                  <a:gd name="T8" fmla="*/ 11 w 20"/>
                  <a:gd name="T9" fmla="*/ 6 h 20"/>
                  <a:gd name="T10" fmla="*/ 10 w 20"/>
                  <a:gd name="T11" fmla="*/ 3 h 20"/>
                  <a:gd name="T12" fmla="*/ 9 w 20"/>
                  <a:gd name="T13" fmla="*/ 2 h 20"/>
                  <a:gd name="T14" fmla="*/ 8 w 20"/>
                  <a:gd name="T15" fmla="*/ 1 h 20"/>
                  <a:gd name="T16" fmla="*/ 5 w 20"/>
                  <a:gd name="T17" fmla="*/ 0 h 20"/>
                  <a:gd name="T18" fmla="*/ 3 w 20"/>
                  <a:gd name="T19" fmla="*/ 1 h 20"/>
                  <a:gd name="T20" fmla="*/ 1 w 20"/>
                  <a:gd name="T21" fmla="*/ 2 h 20"/>
                  <a:gd name="T22" fmla="*/ 0 w 20"/>
                  <a:gd name="T23" fmla="*/ 3 h 20"/>
                  <a:gd name="T24" fmla="*/ 0 w 20"/>
                  <a:gd name="T25" fmla="*/ 6 h 20"/>
                  <a:gd name="T26" fmla="*/ 1 w 20"/>
                  <a:gd name="T27" fmla="*/ 9 h 20"/>
                  <a:gd name="T28" fmla="*/ 2 w 20"/>
                  <a:gd name="T29" fmla="*/ 10 h 20"/>
                  <a:gd name="T30" fmla="*/ 3 w 20"/>
                  <a:gd name="T31" fmla="*/ 11 h 20"/>
                  <a:gd name="T32" fmla="*/ 6 w 20"/>
                  <a:gd name="T33" fmla="*/ 12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0">
                    <a:moveTo>
                      <a:pt x="11" y="20"/>
                    </a:moveTo>
                    <a:lnTo>
                      <a:pt x="15" y="19"/>
                    </a:lnTo>
                    <a:lnTo>
                      <a:pt x="17" y="17"/>
                    </a:lnTo>
                    <a:lnTo>
                      <a:pt x="20" y="14"/>
                    </a:lnTo>
                    <a:lnTo>
                      <a:pt x="20" y="10"/>
                    </a:lnTo>
                    <a:lnTo>
                      <a:pt x="19" y="5"/>
                    </a:lnTo>
                    <a:lnTo>
                      <a:pt x="16" y="3"/>
                    </a:lnTo>
                    <a:lnTo>
                      <a:pt x="14" y="1"/>
                    </a:lnTo>
                    <a:lnTo>
                      <a:pt x="9" y="0"/>
                    </a:lnTo>
                    <a:lnTo>
                      <a:pt x="6" y="1"/>
                    </a:lnTo>
                    <a:lnTo>
                      <a:pt x="2" y="3"/>
                    </a:lnTo>
                    <a:lnTo>
                      <a:pt x="0" y="5"/>
                    </a:lnTo>
                    <a:lnTo>
                      <a:pt x="0" y="10"/>
                    </a:lnTo>
                    <a:lnTo>
                      <a:pt x="1" y="15"/>
                    </a:lnTo>
                    <a:lnTo>
                      <a:pt x="4" y="17"/>
                    </a:lnTo>
                    <a:lnTo>
                      <a:pt x="6" y="19"/>
                    </a:lnTo>
                    <a:lnTo>
                      <a:pt x="11" y="2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4" name="Freeform 135">
                <a:extLst>
                  <a:ext uri="{FF2B5EF4-FFF2-40B4-BE49-F238E27FC236}">
                    <a16:creationId xmlns:a16="http://schemas.microsoft.com/office/drawing/2014/main" id="{DA4EA19D-498D-4473-994A-831D176803E0}"/>
                  </a:ext>
                </a:extLst>
              </p:cNvPr>
              <p:cNvSpPr>
                <a:spLocks/>
              </p:cNvSpPr>
              <p:nvPr/>
            </p:nvSpPr>
            <p:spPr bwMode="auto">
              <a:xfrm>
                <a:off x="3865" y="3191"/>
                <a:ext cx="11" cy="11"/>
              </a:xfrm>
              <a:custGeom>
                <a:avLst/>
                <a:gdLst>
                  <a:gd name="T0" fmla="*/ 6 w 20"/>
                  <a:gd name="T1" fmla="*/ 11 h 21"/>
                  <a:gd name="T2" fmla="*/ 8 w 20"/>
                  <a:gd name="T3" fmla="*/ 10 h 21"/>
                  <a:gd name="T4" fmla="*/ 10 w 20"/>
                  <a:gd name="T5" fmla="*/ 9 h 21"/>
                  <a:gd name="T6" fmla="*/ 10 w 20"/>
                  <a:gd name="T7" fmla="*/ 7 h 21"/>
                  <a:gd name="T8" fmla="*/ 11 w 20"/>
                  <a:gd name="T9" fmla="*/ 5 h 21"/>
                  <a:gd name="T10" fmla="*/ 10 w 20"/>
                  <a:gd name="T11" fmla="*/ 3 h 21"/>
                  <a:gd name="T12" fmla="*/ 9 w 20"/>
                  <a:gd name="T13" fmla="*/ 1 h 21"/>
                  <a:gd name="T14" fmla="*/ 8 w 20"/>
                  <a:gd name="T15" fmla="*/ 1 h 21"/>
                  <a:gd name="T16" fmla="*/ 6 w 20"/>
                  <a:gd name="T17" fmla="*/ 0 h 21"/>
                  <a:gd name="T18" fmla="*/ 3 w 20"/>
                  <a:gd name="T19" fmla="*/ 1 h 21"/>
                  <a:gd name="T20" fmla="*/ 2 w 20"/>
                  <a:gd name="T21" fmla="*/ 2 h 21"/>
                  <a:gd name="T22" fmla="*/ 1 w 20"/>
                  <a:gd name="T23" fmla="*/ 3 h 21"/>
                  <a:gd name="T24" fmla="*/ 0 w 20"/>
                  <a:gd name="T25" fmla="*/ 6 h 21"/>
                  <a:gd name="T26" fmla="*/ 1 w 20"/>
                  <a:gd name="T27" fmla="*/ 8 h 21"/>
                  <a:gd name="T28" fmla="*/ 2 w 20"/>
                  <a:gd name="T29" fmla="*/ 9 h 21"/>
                  <a:gd name="T30" fmla="*/ 3 w 20"/>
                  <a:gd name="T31" fmla="*/ 10 h 21"/>
                  <a:gd name="T32" fmla="*/ 6 w 20"/>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0" h="21">
                    <a:moveTo>
                      <a:pt x="11" y="21"/>
                    </a:moveTo>
                    <a:lnTo>
                      <a:pt x="15" y="20"/>
                    </a:lnTo>
                    <a:lnTo>
                      <a:pt x="18" y="17"/>
                    </a:lnTo>
                    <a:lnTo>
                      <a:pt x="19" y="14"/>
                    </a:lnTo>
                    <a:lnTo>
                      <a:pt x="20" y="9"/>
                    </a:lnTo>
                    <a:lnTo>
                      <a:pt x="19" y="6"/>
                    </a:lnTo>
                    <a:lnTo>
                      <a:pt x="17" y="2"/>
                    </a:lnTo>
                    <a:lnTo>
                      <a:pt x="15" y="1"/>
                    </a:lnTo>
                    <a:lnTo>
                      <a:pt x="10" y="0"/>
                    </a:lnTo>
                    <a:lnTo>
                      <a:pt x="5" y="1"/>
                    </a:lnTo>
                    <a:lnTo>
                      <a:pt x="3" y="4"/>
                    </a:lnTo>
                    <a:lnTo>
                      <a:pt x="1" y="6"/>
                    </a:lnTo>
                    <a:lnTo>
                      <a:pt x="0" y="11"/>
                    </a:lnTo>
                    <a:lnTo>
                      <a:pt x="1" y="15"/>
                    </a:lnTo>
                    <a:lnTo>
                      <a:pt x="4" y="17"/>
                    </a:lnTo>
                    <a:lnTo>
                      <a:pt x="6" y="20"/>
                    </a:lnTo>
                    <a:lnTo>
                      <a:pt x="11"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5" name="Freeform 136">
                <a:extLst>
                  <a:ext uri="{FF2B5EF4-FFF2-40B4-BE49-F238E27FC236}">
                    <a16:creationId xmlns:a16="http://schemas.microsoft.com/office/drawing/2014/main" id="{1D2ACD10-ADC9-491C-A2AB-6358B0AB6172}"/>
                  </a:ext>
                </a:extLst>
              </p:cNvPr>
              <p:cNvSpPr>
                <a:spLocks/>
              </p:cNvSpPr>
              <p:nvPr/>
            </p:nvSpPr>
            <p:spPr bwMode="auto">
              <a:xfrm>
                <a:off x="3863" y="3213"/>
                <a:ext cx="11" cy="11"/>
              </a:xfrm>
              <a:custGeom>
                <a:avLst/>
                <a:gdLst>
                  <a:gd name="T0" fmla="*/ 5 w 21"/>
                  <a:gd name="T1" fmla="*/ 11 h 21"/>
                  <a:gd name="T2" fmla="*/ 8 w 21"/>
                  <a:gd name="T3" fmla="*/ 10 h 21"/>
                  <a:gd name="T4" fmla="*/ 9 w 21"/>
                  <a:gd name="T5" fmla="*/ 9 h 21"/>
                  <a:gd name="T6" fmla="*/ 10 w 21"/>
                  <a:gd name="T7" fmla="*/ 7 h 21"/>
                  <a:gd name="T8" fmla="*/ 11 w 21"/>
                  <a:gd name="T9" fmla="*/ 5 h 21"/>
                  <a:gd name="T10" fmla="*/ 10 w 21"/>
                  <a:gd name="T11" fmla="*/ 3 h 21"/>
                  <a:gd name="T12" fmla="*/ 9 w 21"/>
                  <a:gd name="T13" fmla="*/ 2 h 21"/>
                  <a:gd name="T14" fmla="*/ 8 w 21"/>
                  <a:gd name="T15" fmla="*/ 1 h 21"/>
                  <a:gd name="T16" fmla="*/ 5 w 21"/>
                  <a:gd name="T17" fmla="*/ 0 h 21"/>
                  <a:gd name="T18" fmla="*/ 3 w 21"/>
                  <a:gd name="T19" fmla="*/ 1 h 21"/>
                  <a:gd name="T20" fmla="*/ 2 w 21"/>
                  <a:gd name="T21" fmla="*/ 2 h 21"/>
                  <a:gd name="T22" fmla="*/ 1 w 21"/>
                  <a:gd name="T23" fmla="*/ 3 h 21"/>
                  <a:gd name="T24" fmla="*/ 0 w 21"/>
                  <a:gd name="T25" fmla="*/ 6 h 21"/>
                  <a:gd name="T26" fmla="*/ 1 w 21"/>
                  <a:gd name="T27" fmla="*/ 8 h 21"/>
                  <a:gd name="T28" fmla="*/ 2 w 21"/>
                  <a:gd name="T29" fmla="*/ 9 h 21"/>
                  <a:gd name="T30" fmla="*/ 3 w 21"/>
                  <a:gd name="T31" fmla="*/ 10 h 21"/>
                  <a:gd name="T32" fmla="*/ 5 w 21"/>
                  <a:gd name="T33" fmla="*/ 11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 h="21">
                    <a:moveTo>
                      <a:pt x="10" y="21"/>
                    </a:moveTo>
                    <a:lnTo>
                      <a:pt x="15" y="20"/>
                    </a:lnTo>
                    <a:lnTo>
                      <a:pt x="17" y="18"/>
                    </a:lnTo>
                    <a:lnTo>
                      <a:pt x="20" y="14"/>
                    </a:lnTo>
                    <a:lnTo>
                      <a:pt x="21" y="10"/>
                    </a:lnTo>
                    <a:lnTo>
                      <a:pt x="20" y="6"/>
                    </a:lnTo>
                    <a:lnTo>
                      <a:pt x="17" y="3"/>
                    </a:lnTo>
                    <a:lnTo>
                      <a:pt x="15" y="1"/>
                    </a:lnTo>
                    <a:lnTo>
                      <a:pt x="10" y="0"/>
                    </a:lnTo>
                    <a:lnTo>
                      <a:pt x="6" y="1"/>
                    </a:lnTo>
                    <a:lnTo>
                      <a:pt x="4" y="4"/>
                    </a:lnTo>
                    <a:lnTo>
                      <a:pt x="1" y="6"/>
                    </a:lnTo>
                    <a:lnTo>
                      <a:pt x="0" y="11"/>
                    </a:lnTo>
                    <a:lnTo>
                      <a:pt x="1" y="15"/>
                    </a:lnTo>
                    <a:lnTo>
                      <a:pt x="4" y="18"/>
                    </a:lnTo>
                    <a:lnTo>
                      <a:pt x="6" y="20"/>
                    </a:lnTo>
                    <a:lnTo>
                      <a:pt x="10" y="2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6" name="Freeform 137">
                <a:extLst>
                  <a:ext uri="{FF2B5EF4-FFF2-40B4-BE49-F238E27FC236}">
                    <a16:creationId xmlns:a16="http://schemas.microsoft.com/office/drawing/2014/main" id="{6E8F3EA1-757A-4E0A-8498-B4EEEA5FA7BB}"/>
                  </a:ext>
                </a:extLst>
              </p:cNvPr>
              <p:cNvSpPr>
                <a:spLocks/>
              </p:cNvSpPr>
              <p:nvPr/>
            </p:nvSpPr>
            <p:spPr bwMode="auto">
              <a:xfrm>
                <a:off x="3745" y="3048"/>
                <a:ext cx="65" cy="126"/>
              </a:xfrm>
              <a:custGeom>
                <a:avLst/>
                <a:gdLst>
                  <a:gd name="T0" fmla="*/ 42 w 118"/>
                  <a:gd name="T1" fmla="*/ 80 h 229"/>
                  <a:gd name="T2" fmla="*/ 45 w 118"/>
                  <a:gd name="T3" fmla="*/ 94 h 229"/>
                  <a:gd name="T4" fmla="*/ 47 w 118"/>
                  <a:gd name="T5" fmla="*/ 101 h 229"/>
                  <a:gd name="T6" fmla="*/ 52 w 118"/>
                  <a:gd name="T7" fmla="*/ 107 h 229"/>
                  <a:gd name="T8" fmla="*/ 57 w 118"/>
                  <a:gd name="T9" fmla="*/ 117 h 229"/>
                  <a:gd name="T10" fmla="*/ 63 w 118"/>
                  <a:gd name="T11" fmla="*/ 123 h 229"/>
                  <a:gd name="T12" fmla="*/ 63 w 118"/>
                  <a:gd name="T13" fmla="*/ 122 h 229"/>
                  <a:gd name="T14" fmla="*/ 63 w 118"/>
                  <a:gd name="T15" fmla="*/ 107 h 229"/>
                  <a:gd name="T16" fmla="*/ 60 w 118"/>
                  <a:gd name="T17" fmla="*/ 91 h 229"/>
                  <a:gd name="T18" fmla="*/ 55 w 118"/>
                  <a:gd name="T19" fmla="*/ 73 h 229"/>
                  <a:gd name="T20" fmla="*/ 53 w 118"/>
                  <a:gd name="T21" fmla="*/ 58 h 229"/>
                  <a:gd name="T22" fmla="*/ 51 w 118"/>
                  <a:gd name="T23" fmla="*/ 43 h 229"/>
                  <a:gd name="T24" fmla="*/ 48 w 118"/>
                  <a:gd name="T25" fmla="*/ 31 h 229"/>
                  <a:gd name="T26" fmla="*/ 45 w 118"/>
                  <a:gd name="T27" fmla="*/ 13 h 229"/>
                  <a:gd name="T28" fmla="*/ 43 w 118"/>
                  <a:gd name="T29" fmla="*/ 4 h 229"/>
                  <a:gd name="T30" fmla="*/ 41 w 118"/>
                  <a:gd name="T31" fmla="*/ 1 h 229"/>
                  <a:gd name="T32" fmla="*/ 38 w 118"/>
                  <a:gd name="T33" fmla="*/ 3 h 229"/>
                  <a:gd name="T34" fmla="*/ 30 w 118"/>
                  <a:gd name="T35" fmla="*/ 7 h 229"/>
                  <a:gd name="T36" fmla="*/ 29 w 118"/>
                  <a:gd name="T37" fmla="*/ 15 h 229"/>
                  <a:gd name="T38" fmla="*/ 34 w 118"/>
                  <a:gd name="T39" fmla="*/ 28 h 229"/>
                  <a:gd name="T40" fmla="*/ 35 w 118"/>
                  <a:gd name="T41" fmla="*/ 40 h 229"/>
                  <a:gd name="T42" fmla="*/ 40 w 118"/>
                  <a:gd name="T43" fmla="*/ 54 h 229"/>
                  <a:gd name="T44" fmla="*/ 39 w 118"/>
                  <a:gd name="T45" fmla="*/ 57 h 229"/>
                  <a:gd name="T46" fmla="*/ 34 w 118"/>
                  <a:gd name="T47" fmla="*/ 48 h 229"/>
                  <a:gd name="T48" fmla="*/ 27 w 118"/>
                  <a:gd name="T49" fmla="*/ 39 h 229"/>
                  <a:gd name="T50" fmla="*/ 21 w 118"/>
                  <a:gd name="T51" fmla="*/ 30 h 229"/>
                  <a:gd name="T52" fmla="*/ 14 w 118"/>
                  <a:gd name="T53" fmla="*/ 33 h 229"/>
                  <a:gd name="T54" fmla="*/ 4 w 118"/>
                  <a:gd name="T55" fmla="*/ 40 h 229"/>
                  <a:gd name="T56" fmla="*/ 3 w 118"/>
                  <a:gd name="T57" fmla="*/ 44 h 229"/>
                  <a:gd name="T58" fmla="*/ 10 w 118"/>
                  <a:gd name="T59" fmla="*/ 48 h 229"/>
                  <a:gd name="T60" fmla="*/ 18 w 118"/>
                  <a:gd name="T61" fmla="*/ 51 h 229"/>
                  <a:gd name="T62" fmla="*/ 28 w 118"/>
                  <a:gd name="T63" fmla="*/ 58 h 229"/>
                  <a:gd name="T64" fmla="*/ 31 w 118"/>
                  <a:gd name="T65" fmla="*/ 64 h 229"/>
                  <a:gd name="T66" fmla="*/ 36 w 118"/>
                  <a:gd name="T67" fmla="*/ 72 h 2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8" h="229">
                    <a:moveTo>
                      <a:pt x="76" y="131"/>
                    </a:moveTo>
                    <a:lnTo>
                      <a:pt x="77" y="145"/>
                    </a:lnTo>
                    <a:lnTo>
                      <a:pt x="79" y="160"/>
                    </a:lnTo>
                    <a:lnTo>
                      <a:pt x="81" y="171"/>
                    </a:lnTo>
                    <a:lnTo>
                      <a:pt x="84" y="178"/>
                    </a:lnTo>
                    <a:lnTo>
                      <a:pt x="86" y="183"/>
                    </a:lnTo>
                    <a:lnTo>
                      <a:pt x="90" y="189"/>
                    </a:lnTo>
                    <a:lnTo>
                      <a:pt x="94" y="195"/>
                    </a:lnTo>
                    <a:lnTo>
                      <a:pt x="99" y="204"/>
                    </a:lnTo>
                    <a:lnTo>
                      <a:pt x="103" y="212"/>
                    </a:lnTo>
                    <a:lnTo>
                      <a:pt x="109" y="219"/>
                    </a:lnTo>
                    <a:lnTo>
                      <a:pt x="114" y="224"/>
                    </a:lnTo>
                    <a:lnTo>
                      <a:pt x="118" y="229"/>
                    </a:lnTo>
                    <a:lnTo>
                      <a:pt x="115" y="221"/>
                    </a:lnTo>
                    <a:lnTo>
                      <a:pt x="114" y="208"/>
                    </a:lnTo>
                    <a:lnTo>
                      <a:pt x="114" y="194"/>
                    </a:lnTo>
                    <a:lnTo>
                      <a:pt x="113" y="181"/>
                    </a:lnTo>
                    <a:lnTo>
                      <a:pt x="109" y="166"/>
                    </a:lnTo>
                    <a:lnTo>
                      <a:pt x="105" y="148"/>
                    </a:lnTo>
                    <a:lnTo>
                      <a:pt x="100" y="132"/>
                    </a:lnTo>
                    <a:lnTo>
                      <a:pt x="99" y="121"/>
                    </a:lnTo>
                    <a:lnTo>
                      <a:pt x="96" y="106"/>
                    </a:lnTo>
                    <a:lnTo>
                      <a:pt x="94" y="91"/>
                    </a:lnTo>
                    <a:lnTo>
                      <a:pt x="92" y="78"/>
                    </a:lnTo>
                    <a:lnTo>
                      <a:pt x="91" y="69"/>
                    </a:lnTo>
                    <a:lnTo>
                      <a:pt x="88" y="57"/>
                    </a:lnTo>
                    <a:lnTo>
                      <a:pt x="85" y="41"/>
                    </a:lnTo>
                    <a:lnTo>
                      <a:pt x="81" y="24"/>
                    </a:lnTo>
                    <a:lnTo>
                      <a:pt x="79" y="9"/>
                    </a:lnTo>
                    <a:lnTo>
                      <a:pt x="78" y="7"/>
                    </a:lnTo>
                    <a:lnTo>
                      <a:pt x="76" y="4"/>
                    </a:lnTo>
                    <a:lnTo>
                      <a:pt x="75" y="2"/>
                    </a:lnTo>
                    <a:lnTo>
                      <a:pt x="72" y="0"/>
                    </a:lnTo>
                    <a:lnTo>
                      <a:pt x="69" y="5"/>
                    </a:lnTo>
                    <a:lnTo>
                      <a:pt x="63" y="10"/>
                    </a:lnTo>
                    <a:lnTo>
                      <a:pt x="55" y="13"/>
                    </a:lnTo>
                    <a:lnTo>
                      <a:pt x="47" y="13"/>
                    </a:lnTo>
                    <a:lnTo>
                      <a:pt x="53" y="27"/>
                    </a:lnTo>
                    <a:lnTo>
                      <a:pt x="57" y="40"/>
                    </a:lnTo>
                    <a:lnTo>
                      <a:pt x="61" y="51"/>
                    </a:lnTo>
                    <a:lnTo>
                      <a:pt x="62" y="62"/>
                    </a:lnTo>
                    <a:lnTo>
                      <a:pt x="64" y="72"/>
                    </a:lnTo>
                    <a:lnTo>
                      <a:pt x="68" y="85"/>
                    </a:lnTo>
                    <a:lnTo>
                      <a:pt x="72" y="98"/>
                    </a:lnTo>
                    <a:lnTo>
                      <a:pt x="73" y="108"/>
                    </a:lnTo>
                    <a:lnTo>
                      <a:pt x="71" y="103"/>
                    </a:lnTo>
                    <a:lnTo>
                      <a:pt x="66" y="96"/>
                    </a:lnTo>
                    <a:lnTo>
                      <a:pt x="62" y="88"/>
                    </a:lnTo>
                    <a:lnTo>
                      <a:pt x="55" y="79"/>
                    </a:lnTo>
                    <a:lnTo>
                      <a:pt x="49" y="70"/>
                    </a:lnTo>
                    <a:lnTo>
                      <a:pt x="43" y="62"/>
                    </a:lnTo>
                    <a:lnTo>
                      <a:pt x="38" y="55"/>
                    </a:lnTo>
                    <a:lnTo>
                      <a:pt x="33" y="49"/>
                    </a:lnTo>
                    <a:lnTo>
                      <a:pt x="25" y="60"/>
                    </a:lnTo>
                    <a:lnTo>
                      <a:pt x="17" y="68"/>
                    </a:lnTo>
                    <a:lnTo>
                      <a:pt x="8" y="73"/>
                    </a:lnTo>
                    <a:lnTo>
                      <a:pt x="0" y="77"/>
                    </a:lnTo>
                    <a:lnTo>
                      <a:pt x="5" y="80"/>
                    </a:lnTo>
                    <a:lnTo>
                      <a:pt x="11" y="84"/>
                    </a:lnTo>
                    <a:lnTo>
                      <a:pt x="18" y="87"/>
                    </a:lnTo>
                    <a:lnTo>
                      <a:pt x="25" y="90"/>
                    </a:lnTo>
                    <a:lnTo>
                      <a:pt x="33" y="93"/>
                    </a:lnTo>
                    <a:lnTo>
                      <a:pt x="42" y="99"/>
                    </a:lnTo>
                    <a:lnTo>
                      <a:pt x="50" y="106"/>
                    </a:lnTo>
                    <a:lnTo>
                      <a:pt x="55" y="111"/>
                    </a:lnTo>
                    <a:lnTo>
                      <a:pt x="56" y="117"/>
                    </a:lnTo>
                    <a:lnTo>
                      <a:pt x="61" y="125"/>
                    </a:lnTo>
                    <a:lnTo>
                      <a:pt x="66" y="131"/>
                    </a:lnTo>
                    <a:lnTo>
                      <a:pt x="76" y="131"/>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7" name="Freeform 138">
                <a:extLst>
                  <a:ext uri="{FF2B5EF4-FFF2-40B4-BE49-F238E27FC236}">
                    <a16:creationId xmlns:a16="http://schemas.microsoft.com/office/drawing/2014/main" id="{E648055F-A895-4413-B33D-F0110EA2B639}"/>
                  </a:ext>
                </a:extLst>
              </p:cNvPr>
              <p:cNvSpPr>
                <a:spLocks/>
              </p:cNvSpPr>
              <p:nvPr/>
            </p:nvSpPr>
            <p:spPr bwMode="auto">
              <a:xfrm>
                <a:off x="3749" y="3311"/>
                <a:ext cx="108" cy="93"/>
              </a:xfrm>
              <a:custGeom>
                <a:avLst/>
                <a:gdLst>
                  <a:gd name="T0" fmla="*/ 67 w 197"/>
                  <a:gd name="T1" fmla="*/ 5 h 169"/>
                  <a:gd name="T2" fmla="*/ 61 w 197"/>
                  <a:gd name="T3" fmla="*/ 2 h 169"/>
                  <a:gd name="T4" fmla="*/ 56 w 197"/>
                  <a:gd name="T5" fmla="*/ 0 h 169"/>
                  <a:gd name="T6" fmla="*/ 51 w 197"/>
                  <a:gd name="T7" fmla="*/ 1 h 169"/>
                  <a:gd name="T8" fmla="*/ 46 w 197"/>
                  <a:gd name="T9" fmla="*/ 3 h 169"/>
                  <a:gd name="T10" fmla="*/ 40 w 197"/>
                  <a:gd name="T11" fmla="*/ 7 h 169"/>
                  <a:gd name="T12" fmla="*/ 34 w 197"/>
                  <a:gd name="T13" fmla="*/ 10 h 169"/>
                  <a:gd name="T14" fmla="*/ 25 w 197"/>
                  <a:gd name="T15" fmla="*/ 15 h 169"/>
                  <a:gd name="T16" fmla="*/ 15 w 197"/>
                  <a:gd name="T17" fmla="*/ 20 h 169"/>
                  <a:gd name="T18" fmla="*/ 5 w 197"/>
                  <a:gd name="T19" fmla="*/ 24 h 169"/>
                  <a:gd name="T20" fmla="*/ 2 w 197"/>
                  <a:gd name="T21" fmla="*/ 28 h 169"/>
                  <a:gd name="T22" fmla="*/ 4 w 197"/>
                  <a:gd name="T23" fmla="*/ 31 h 169"/>
                  <a:gd name="T24" fmla="*/ 9 w 197"/>
                  <a:gd name="T25" fmla="*/ 51 h 169"/>
                  <a:gd name="T26" fmla="*/ 8 w 197"/>
                  <a:gd name="T27" fmla="*/ 79 h 169"/>
                  <a:gd name="T28" fmla="*/ 2 w 197"/>
                  <a:gd name="T29" fmla="*/ 91 h 169"/>
                  <a:gd name="T30" fmla="*/ 8 w 197"/>
                  <a:gd name="T31" fmla="*/ 87 h 169"/>
                  <a:gd name="T32" fmla="*/ 13 w 197"/>
                  <a:gd name="T33" fmla="*/ 85 h 169"/>
                  <a:gd name="T34" fmla="*/ 18 w 197"/>
                  <a:gd name="T35" fmla="*/ 84 h 169"/>
                  <a:gd name="T36" fmla="*/ 22 w 197"/>
                  <a:gd name="T37" fmla="*/ 86 h 169"/>
                  <a:gd name="T38" fmla="*/ 29 w 197"/>
                  <a:gd name="T39" fmla="*/ 87 h 169"/>
                  <a:gd name="T40" fmla="*/ 35 w 197"/>
                  <a:gd name="T41" fmla="*/ 87 h 169"/>
                  <a:gd name="T42" fmla="*/ 42 w 197"/>
                  <a:gd name="T43" fmla="*/ 86 h 169"/>
                  <a:gd name="T44" fmla="*/ 48 w 197"/>
                  <a:gd name="T45" fmla="*/ 82 h 169"/>
                  <a:gd name="T46" fmla="*/ 59 w 197"/>
                  <a:gd name="T47" fmla="*/ 75 h 169"/>
                  <a:gd name="T48" fmla="*/ 69 w 197"/>
                  <a:gd name="T49" fmla="*/ 69 h 169"/>
                  <a:gd name="T50" fmla="*/ 77 w 197"/>
                  <a:gd name="T51" fmla="*/ 65 h 169"/>
                  <a:gd name="T52" fmla="*/ 82 w 197"/>
                  <a:gd name="T53" fmla="*/ 65 h 169"/>
                  <a:gd name="T54" fmla="*/ 88 w 197"/>
                  <a:gd name="T55" fmla="*/ 64 h 169"/>
                  <a:gd name="T56" fmla="*/ 94 w 197"/>
                  <a:gd name="T57" fmla="*/ 64 h 169"/>
                  <a:gd name="T58" fmla="*/ 99 w 197"/>
                  <a:gd name="T59" fmla="*/ 64 h 169"/>
                  <a:gd name="T60" fmla="*/ 104 w 197"/>
                  <a:gd name="T61" fmla="*/ 58 h 169"/>
                  <a:gd name="T62" fmla="*/ 107 w 197"/>
                  <a:gd name="T63" fmla="*/ 44 h 169"/>
                  <a:gd name="T64" fmla="*/ 108 w 197"/>
                  <a:gd name="T65" fmla="*/ 34 h 169"/>
                  <a:gd name="T66" fmla="*/ 104 w 197"/>
                  <a:gd name="T67" fmla="*/ 28 h 169"/>
                  <a:gd name="T68" fmla="*/ 100 w 197"/>
                  <a:gd name="T69" fmla="*/ 21 h 169"/>
                  <a:gd name="T70" fmla="*/ 98 w 197"/>
                  <a:gd name="T71" fmla="*/ 12 h 169"/>
                  <a:gd name="T72" fmla="*/ 94 w 197"/>
                  <a:gd name="T73" fmla="*/ 7 h 169"/>
                  <a:gd name="T74" fmla="*/ 88 w 197"/>
                  <a:gd name="T75" fmla="*/ 7 h 169"/>
                  <a:gd name="T76" fmla="*/ 81 w 197"/>
                  <a:gd name="T77" fmla="*/ 7 h 169"/>
                  <a:gd name="T78" fmla="*/ 74 w 197"/>
                  <a:gd name="T79" fmla="*/ 6 h 16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97" h="169">
                    <a:moveTo>
                      <a:pt x="125" y="13"/>
                    </a:moveTo>
                    <a:lnTo>
                      <a:pt x="122" y="9"/>
                    </a:lnTo>
                    <a:lnTo>
                      <a:pt x="117" y="7"/>
                    </a:lnTo>
                    <a:lnTo>
                      <a:pt x="111" y="4"/>
                    </a:lnTo>
                    <a:lnTo>
                      <a:pt x="106" y="1"/>
                    </a:lnTo>
                    <a:lnTo>
                      <a:pt x="102" y="0"/>
                    </a:lnTo>
                    <a:lnTo>
                      <a:pt x="98" y="1"/>
                    </a:lnTo>
                    <a:lnTo>
                      <a:pt x="93" y="2"/>
                    </a:lnTo>
                    <a:lnTo>
                      <a:pt x="88" y="4"/>
                    </a:lnTo>
                    <a:lnTo>
                      <a:pt x="83" y="6"/>
                    </a:lnTo>
                    <a:lnTo>
                      <a:pt x="78" y="9"/>
                    </a:lnTo>
                    <a:lnTo>
                      <a:pt x="73" y="12"/>
                    </a:lnTo>
                    <a:lnTo>
                      <a:pt x="69" y="15"/>
                    </a:lnTo>
                    <a:lnTo>
                      <a:pt x="62" y="19"/>
                    </a:lnTo>
                    <a:lnTo>
                      <a:pt x="55" y="23"/>
                    </a:lnTo>
                    <a:lnTo>
                      <a:pt x="46" y="28"/>
                    </a:lnTo>
                    <a:lnTo>
                      <a:pt x="37" y="32"/>
                    </a:lnTo>
                    <a:lnTo>
                      <a:pt x="27" y="37"/>
                    </a:lnTo>
                    <a:lnTo>
                      <a:pt x="18" y="40"/>
                    </a:lnTo>
                    <a:lnTo>
                      <a:pt x="10" y="43"/>
                    </a:lnTo>
                    <a:lnTo>
                      <a:pt x="3" y="45"/>
                    </a:lnTo>
                    <a:lnTo>
                      <a:pt x="4" y="50"/>
                    </a:lnTo>
                    <a:lnTo>
                      <a:pt x="6" y="53"/>
                    </a:lnTo>
                    <a:lnTo>
                      <a:pt x="7" y="57"/>
                    </a:lnTo>
                    <a:lnTo>
                      <a:pt x="8" y="61"/>
                    </a:lnTo>
                    <a:lnTo>
                      <a:pt x="16" y="93"/>
                    </a:lnTo>
                    <a:lnTo>
                      <a:pt x="19" y="119"/>
                    </a:lnTo>
                    <a:lnTo>
                      <a:pt x="14" y="143"/>
                    </a:lnTo>
                    <a:lnTo>
                      <a:pt x="0" y="169"/>
                    </a:lnTo>
                    <a:lnTo>
                      <a:pt x="4" y="166"/>
                    </a:lnTo>
                    <a:lnTo>
                      <a:pt x="9" y="163"/>
                    </a:lnTo>
                    <a:lnTo>
                      <a:pt x="14" y="159"/>
                    </a:lnTo>
                    <a:lnTo>
                      <a:pt x="18" y="156"/>
                    </a:lnTo>
                    <a:lnTo>
                      <a:pt x="24" y="154"/>
                    </a:lnTo>
                    <a:lnTo>
                      <a:pt x="29" y="153"/>
                    </a:lnTo>
                    <a:lnTo>
                      <a:pt x="32" y="152"/>
                    </a:lnTo>
                    <a:lnTo>
                      <a:pt x="37" y="153"/>
                    </a:lnTo>
                    <a:lnTo>
                      <a:pt x="41" y="156"/>
                    </a:lnTo>
                    <a:lnTo>
                      <a:pt x="46" y="157"/>
                    </a:lnTo>
                    <a:lnTo>
                      <a:pt x="52" y="158"/>
                    </a:lnTo>
                    <a:lnTo>
                      <a:pt x="57" y="159"/>
                    </a:lnTo>
                    <a:lnTo>
                      <a:pt x="63" y="159"/>
                    </a:lnTo>
                    <a:lnTo>
                      <a:pt x="69" y="158"/>
                    </a:lnTo>
                    <a:lnTo>
                      <a:pt x="76" y="157"/>
                    </a:lnTo>
                    <a:lnTo>
                      <a:pt x="82" y="153"/>
                    </a:lnTo>
                    <a:lnTo>
                      <a:pt x="88" y="149"/>
                    </a:lnTo>
                    <a:lnTo>
                      <a:pt x="98" y="143"/>
                    </a:lnTo>
                    <a:lnTo>
                      <a:pt x="107" y="137"/>
                    </a:lnTo>
                    <a:lnTo>
                      <a:pt x="117" y="131"/>
                    </a:lnTo>
                    <a:lnTo>
                      <a:pt x="126" y="126"/>
                    </a:lnTo>
                    <a:lnTo>
                      <a:pt x="135" y="122"/>
                    </a:lnTo>
                    <a:lnTo>
                      <a:pt x="141" y="119"/>
                    </a:lnTo>
                    <a:lnTo>
                      <a:pt x="146" y="118"/>
                    </a:lnTo>
                    <a:lnTo>
                      <a:pt x="149" y="118"/>
                    </a:lnTo>
                    <a:lnTo>
                      <a:pt x="155" y="118"/>
                    </a:lnTo>
                    <a:lnTo>
                      <a:pt x="160" y="116"/>
                    </a:lnTo>
                    <a:lnTo>
                      <a:pt x="166" y="116"/>
                    </a:lnTo>
                    <a:lnTo>
                      <a:pt x="171" y="116"/>
                    </a:lnTo>
                    <a:lnTo>
                      <a:pt x="176" y="116"/>
                    </a:lnTo>
                    <a:lnTo>
                      <a:pt x="181" y="116"/>
                    </a:lnTo>
                    <a:lnTo>
                      <a:pt x="184" y="118"/>
                    </a:lnTo>
                    <a:lnTo>
                      <a:pt x="190" y="106"/>
                    </a:lnTo>
                    <a:lnTo>
                      <a:pt x="193" y="93"/>
                    </a:lnTo>
                    <a:lnTo>
                      <a:pt x="196" y="80"/>
                    </a:lnTo>
                    <a:lnTo>
                      <a:pt x="197" y="70"/>
                    </a:lnTo>
                    <a:lnTo>
                      <a:pt x="197" y="62"/>
                    </a:lnTo>
                    <a:lnTo>
                      <a:pt x="194" y="55"/>
                    </a:lnTo>
                    <a:lnTo>
                      <a:pt x="190" y="51"/>
                    </a:lnTo>
                    <a:lnTo>
                      <a:pt x="182" y="52"/>
                    </a:lnTo>
                    <a:lnTo>
                      <a:pt x="182" y="39"/>
                    </a:lnTo>
                    <a:lnTo>
                      <a:pt x="182" y="29"/>
                    </a:lnTo>
                    <a:lnTo>
                      <a:pt x="179" y="21"/>
                    </a:lnTo>
                    <a:lnTo>
                      <a:pt x="176" y="15"/>
                    </a:lnTo>
                    <a:lnTo>
                      <a:pt x="171" y="13"/>
                    </a:lnTo>
                    <a:lnTo>
                      <a:pt x="166" y="13"/>
                    </a:lnTo>
                    <a:lnTo>
                      <a:pt x="160" y="13"/>
                    </a:lnTo>
                    <a:lnTo>
                      <a:pt x="155" y="14"/>
                    </a:lnTo>
                    <a:lnTo>
                      <a:pt x="148" y="12"/>
                    </a:lnTo>
                    <a:lnTo>
                      <a:pt x="141" y="11"/>
                    </a:lnTo>
                    <a:lnTo>
                      <a:pt x="135" y="11"/>
                    </a:lnTo>
                    <a:lnTo>
                      <a:pt x="125" y="13"/>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8" name="Freeform 139">
                <a:extLst>
                  <a:ext uri="{FF2B5EF4-FFF2-40B4-BE49-F238E27FC236}">
                    <a16:creationId xmlns:a16="http://schemas.microsoft.com/office/drawing/2014/main" id="{7CBBA0BA-CCDB-454E-A98F-FCF8FD030BE5}"/>
                  </a:ext>
                </a:extLst>
              </p:cNvPr>
              <p:cNvSpPr>
                <a:spLocks/>
              </p:cNvSpPr>
              <p:nvPr/>
            </p:nvSpPr>
            <p:spPr bwMode="auto">
              <a:xfrm>
                <a:off x="3751" y="3311"/>
                <a:ext cx="106" cy="65"/>
              </a:xfrm>
              <a:custGeom>
                <a:avLst/>
                <a:gdLst>
                  <a:gd name="T0" fmla="*/ 80 w 194"/>
                  <a:gd name="T1" fmla="*/ 65 h 118"/>
                  <a:gd name="T2" fmla="*/ 86 w 194"/>
                  <a:gd name="T3" fmla="*/ 64 h 118"/>
                  <a:gd name="T4" fmla="*/ 92 w 194"/>
                  <a:gd name="T5" fmla="*/ 64 h 118"/>
                  <a:gd name="T6" fmla="*/ 97 w 194"/>
                  <a:gd name="T7" fmla="*/ 64 h 118"/>
                  <a:gd name="T8" fmla="*/ 101 w 194"/>
                  <a:gd name="T9" fmla="*/ 62 h 118"/>
                  <a:gd name="T10" fmla="*/ 103 w 194"/>
                  <a:gd name="T11" fmla="*/ 54 h 118"/>
                  <a:gd name="T12" fmla="*/ 105 w 194"/>
                  <a:gd name="T13" fmla="*/ 46 h 118"/>
                  <a:gd name="T14" fmla="*/ 106 w 194"/>
                  <a:gd name="T15" fmla="*/ 41 h 118"/>
                  <a:gd name="T16" fmla="*/ 106 w 194"/>
                  <a:gd name="T17" fmla="*/ 34 h 118"/>
                  <a:gd name="T18" fmla="*/ 102 w 194"/>
                  <a:gd name="T19" fmla="*/ 28 h 118"/>
                  <a:gd name="T20" fmla="*/ 98 w 194"/>
                  <a:gd name="T21" fmla="*/ 21 h 118"/>
                  <a:gd name="T22" fmla="*/ 96 w 194"/>
                  <a:gd name="T23" fmla="*/ 12 h 118"/>
                  <a:gd name="T24" fmla="*/ 92 w 194"/>
                  <a:gd name="T25" fmla="*/ 7 h 118"/>
                  <a:gd name="T26" fmla="*/ 86 w 194"/>
                  <a:gd name="T27" fmla="*/ 7 h 118"/>
                  <a:gd name="T28" fmla="*/ 79 w 194"/>
                  <a:gd name="T29" fmla="*/ 7 h 118"/>
                  <a:gd name="T30" fmla="*/ 72 w 194"/>
                  <a:gd name="T31" fmla="*/ 6 h 118"/>
                  <a:gd name="T32" fmla="*/ 65 w 194"/>
                  <a:gd name="T33" fmla="*/ 5 h 118"/>
                  <a:gd name="T34" fmla="*/ 59 w 194"/>
                  <a:gd name="T35" fmla="*/ 2 h 118"/>
                  <a:gd name="T36" fmla="*/ 54 w 194"/>
                  <a:gd name="T37" fmla="*/ 0 h 118"/>
                  <a:gd name="T38" fmla="*/ 49 w 194"/>
                  <a:gd name="T39" fmla="*/ 1 h 118"/>
                  <a:gd name="T40" fmla="*/ 44 w 194"/>
                  <a:gd name="T41" fmla="*/ 3 h 118"/>
                  <a:gd name="T42" fmla="*/ 38 w 194"/>
                  <a:gd name="T43" fmla="*/ 7 h 118"/>
                  <a:gd name="T44" fmla="*/ 32 w 194"/>
                  <a:gd name="T45" fmla="*/ 10 h 118"/>
                  <a:gd name="T46" fmla="*/ 23 w 194"/>
                  <a:gd name="T47" fmla="*/ 15 h 118"/>
                  <a:gd name="T48" fmla="*/ 13 w 194"/>
                  <a:gd name="T49" fmla="*/ 20 h 118"/>
                  <a:gd name="T50" fmla="*/ 4 w 194"/>
                  <a:gd name="T51" fmla="*/ 24 h 118"/>
                  <a:gd name="T52" fmla="*/ 1 w 194"/>
                  <a:gd name="T53" fmla="*/ 28 h 118"/>
                  <a:gd name="T54" fmla="*/ 2 w 194"/>
                  <a:gd name="T55" fmla="*/ 31 h 118"/>
                  <a:gd name="T56" fmla="*/ 9 w 194"/>
                  <a:gd name="T57" fmla="*/ 30 h 118"/>
                  <a:gd name="T58" fmla="*/ 25 w 194"/>
                  <a:gd name="T59" fmla="*/ 20 h 118"/>
                  <a:gd name="T60" fmla="*/ 40 w 194"/>
                  <a:gd name="T61" fmla="*/ 12 h 118"/>
                  <a:gd name="T62" fmla="*/ 52 w 194"/>
                  <a:gd name="T63" fmla="*/ 7 h 118"/>
                  <a:gd name="T64" fmla="*/ 61 w 194"/>
                  <a:gd name="T65" fmla="*/ 13 h 118"/>
                  <a:gd name="T66" fmla="*/ 69 w 194"/>
                  <a:gd name="T67" fmla="*/ 19 h 118"/>
                  <a:gd name="T68" fmla="*/ 76 w 194"/>
                  <a:gd name="T69" fmla="*/ 19 h 118"/>
                  <a:gd name="T70" fmla="*/ 83 w 194"/>
                  <a:gd name="T71" fmla="*/ 18 h 118"/>
                  <a:gd name="T72" fmla="*/ 86 w 194"/>
                  <a:gd name="T73" fmla="*/ 21 h 118"/>
                  <a:gd name="T74" fmla="*/ 86 w 194"/>
                  <a:gd name="T75" fmla="*/ 26 h 118"/>
                  <a:gd name="T76" fmla="*/ 85 w 194"/>
                  <a:gd name="T77" fmla="*/ 30 h 118"/>
                  <a:gd name="T78" fmla="*/ 87 w 194"/>
                  <a:gd name="T79" fmla="*/ 34 h 118"/>
                  <a:gd name="T80" fmla="*/ 91 w 194"/>
                  <a:gd name="T81" fmla="*/ 36 h 118"/>
                  <a:gd name="T82" fmla="*/ 93 w 194"/>
                  <a:gd name="T83" fmla="*/ 40 h 118"/>
                  <a:gd name="T84" fmla="*/ 95 w 194"/>
                  <a:gd name="T85" fmla="*/ 42 h 118"/>
                  <a:gd name="T86" fmla="*/ 96 w 194"/>
                  <a:gd name="T87" fmla="*/ 46 h 118"/>
                  <a:gd name="T88" fmla="*/ 98 w 194"/>
                  <a:gd name="T89" fmla="*/ 48 h 118"/>
                  <a:gd name="T90" fmla="*/ 98 w 194"/>
                  <a:gd name="T91" fmla="*/ 53 h 118"/>
                  <a:gd name="T92" fmla="*/ 95 w 194"/>
                  <a:gd name="T93" fmla="*/ 59 h 118"/>
                  <a:gd name="T94" fmla="*/ 86 w 194"/>
                  <a:gd name="T95" fmla="*/ 63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94" h="118">
                    <a:moveTo>
                      <a:pt x="143" y="118"/>
                    </a:moveTo>
                    <a:lnTo>
                      <a:pt x="146" y="118"/>
                    </a:lnTo>
                    <a:lnTo>
                      <a:pt x="152" y="118"/>
                    </a:lnTo>
                    <a:lnTo>
                      <a:pt x="157" y="116"/>
                    </a:lnTo>
                    <a:lnTo>
                      <a:pt x="163" y="116"/>
                    </a:lnTo>
                    <a:lnTo>
                      <a:pt x="168" y="116"/>
                    </a:lnTo>
                    <a:lnTo>
                      <a:pt x="173" y="116"/>
                    </a:lnTo>
                    <a:lnTo>
                      <a:pt x="178" y="116"/>
                    </a:lnTo>
                    <a:lnTo>
                      <a:pt x="181" y="118"/>
                    </a:lnTo>
                    <a:lnTo>
                      <a:pt x="185" y="112"/>
                    </a:lnTo>
                    <a:lnTo>
                      <a:pt x="187" y="105"/>
                    </a:lnTo>
                    <a:lnTo>
                      <a:pt x="189" y="98"/>
                    </a:lnTo>
                    <a:lnTo>
                      <a:pt x="191" y="90"/>
                    </a:lnTo>
                    <a:lnTo>
                      <a:pt x="193" y="84"/>
                    </a:lnTo>
                    <a:lnTo>
                      <a:pt x="193" y="78"/>
                    </a:lnTo>
                    <a:lnTo>
                      <a:pt x="194" y="74"/>
                    </a:lnTo>
                    <a:lnTo>
                      <a:pt x="194" y="70"/>
                    </a:lnTo>
                    <a:lnTo>
                      <a:pt x="194" y="62"/>
                    </a:lnTo>
                    <a:lnTo>
                      <a:pt x="191" y="55"/>
                    </a:lnTo>
                    <a:lnTo>
                      <a:pt x="187" y="51"/>
                    </a:lnTo>
                    <a:lnTo>
                      <a:pt x="179" y="52"/>
                    </a:lnTo>
                    <a:lnTo>
                      <a:pt x="179" y="39"/>
                    </a:lnTo>
                    <a:lnTo>
                      <a:pt x="179" y="29"/>
                    </a:lnTo>
                    <a:lnTo>
                      <a:pt x="176" y="21"/>
                    </a:lnTo>
                    <a:lnTo>
                      <a:pt x="173" y="15"/>
                    </a:lnTo>
                    <a:lnTo>
                      <a:pt x="168" y="13"/>
                    </a:lnTo>
                    <a:lnTo>
                      <a:pt x="163" y="13"/>
                    </a:lnTo>
                    <a:lnTo>
                      <a:pt x="157" y="13"/>
                    </a:lnTo>
                    <a:lnTo>
                      <a:pt x="152" y="14"/>
                    </a:lnTo>
                    <a:lnTo>
                      <a:pt x="145" y="12"/>
                    </a:lnTo>
                    <a:lnTo>
                      <a:pt x="138" y="11"/>
                    </a:lnTo>
                    <a:lnTo>
                      <a:pt x="132" y="11"/>
                    </a:lnTo>
                    <a:lnTo>
                      <a:pt x="122" y="13"/>
                    </a:lnTo>
                    <a:lnTo>
                      <a:pt x="119" y="9"/>
                    </a:lnTo>
                    <a:lnTo>
                      <a:pt x="114" y="7"/>
                    </a:lnTo>
                    <a:lnTo>
                      <a:pt x="108" y="4"/>
                    </a:lnTo>
                    <a:lnTo>
                      <a:pt x="103" y="1"/>
                    </a:lnTo>
                    <a:lnTo>
                      <a:pt x="99" y="0"/>
                    </a:lnTo>
                    <a:lnTo>
                      <a:pt x="95" y="1"/>
                    </a:lnTo>
                    <a:lnTo>
                      <a:pt x="90" y="2"/>
                    </a:lnTo>
                    <a:lnTo>
                      <a:pt x="85" y="4"/>
                    </a:lnTo>
                    <a:lnTo>
                      <a:pt x="80" y="6"/>
                    </a:lnTo>
                    <a:lnTo>
                      <a:pt x="75" y="9"/>
                    </a:lnTo>
                    <a:lnTo>
                      <a:pt x="70" y="12"/>
                    </a:lnTo>
                    <a:lnTo>
                      <a:pt x="66" y="15"/>
                    </a:lnTo>
                    <a:lnTo>
                      <a:pt x="59" y="19"/>
                    </a:lnTo>
                    <a:lnTo>
                      <a:pt x="52" y="23"/>
                    </a:lnTo>
                    <a:lnTo>
                      <a:pt x="43" y="28"/>
                    </a:lnTo>
                    <a:lnTo>
                      <a:pt x="34" y="32"/>
                    </a:lnTo>
                    <a:lnTo>
                      <a:pt x="24" y="37"/>
                    </a:lnTo>
                    <a:lnTo>
                      <a:pt x="15" y="40"/>
                    </a:lnTo>
                    <a:lnTo>
                      <a:pt x="7" y="43"/>
                    </a:lnTo>
                    <a:lnTo>
                      <a:pt x="0" y="45"/>
                    </a:lnTo>
                    <a:lnTo>
                      <a:pt x="1" y="50"/>
                    </a:lnTo>
                    <a:lnTo>
                      <a:pt x="3" y="53"/>
                    </a:lnTo>
                    <a:lnTo>
                      <a:pt x="4" y="57"/>
                    </a:lnTo>
                    <a:lnTo>
                      <a:pt x="5" y="61"/>
                    </a:lnTo>
                    <a:lnTo>
                      <a:pt x="16" y="54"/>
                    </a:lnTo>
                    <a:lnTo>
                      <a:pt x="30" y="45"/>
                    </a:lnTo>
                    <a:lnTo>
                      <a:pt x="45" y="37"/>
                    </a:lnTo>
                    <a:lnTo>
                      <a:pt x="60" y="28"/>
                    </a:lnTo>
                    <a:lnTo>
                      <a:pt x="74" y="21"/>
                    </a:lnTo>
                    <a:lnTo>
                      <a:pt x="87" y="15"/>
                    </a:lnTo>
                    <a:lnTo>
                      <a:pt x="96" y="13"/>
                    </a:lnTo>
                    <a:lnTo>
                      <a:pt x="103" y="15"/>
                    </a:lnTo>
                    <a:lnTo>
                      <a:pt x="111" y="23"/>
                    </a:lnTo>
                    <a:lnTo>
                      <a:pt x="119" y="30"/>
                    </a:lnTo>
                    <a:lnTo>
                      <a:pt x="126" y="35"/>
                    </a:lnTo>
                    <a:lnTo>
                      <a:pt x="133" y="36"/>
                    </a:lnTo>
                    <a:lnTo>
                      <a:pt x="140" y="34"/>
                    </a:lnTo>
                    <a:lnTo>
                      <a:pt x="145" y="32"/>
                    </a:lnTo>
                    <a:lnTo>
                      <a:pt x="152" y="32"/>
                    </a:lnTo>
                    <a:lnTo>
                      <a:pt x="157" y="35"/>
                    </a:lnTo>
                    <a:lnTo>
                      <a:pt x="158" y="38"/>
                    </a:lnTo>
                    <a:lnTo>
                      <a:pt x="158" y="43"/>
                    </a:lnTo>
                    <a:lnTo>
                      <a:pt x="157" y="47"/>
                    </a:lnTo>
                    <a:lnTo>
                      <a:pt x="156" y="51"/>
                    </a:lnTo>
                    <a:lnTo>
                      <a:pt x="155" y="54"/>
                    </a:lnTo>
                    <a:lnTo>
                      <a:pt x="156" y="58"/>
                    </a:lnTo>
                    <a:lnTo>
                      <a:pt x="159" y="61"/>
                    </a:lnTo>
                    <a:lnTo>
                      <a:pt x="163" y="62"/>
                    </a:lnTo>
                    <a:lnTo>
                      <a:pt x="166" y="65"/>
                    </a:lnTo>
                    <a:lnTo>
                      <a:pt x="168" y="67"/>
                    </a:lnTo>
                    <a:lnTo>
                      <a:pt x="171" y="72"/>
                    </a:lnTo>
                    <a:lnTo>
                      <a:pt x="172" y="75"/>
                    </a:lnTo>
                    <a:lnTo>
                      <a:pt x="173" y="77"/>
                    </a:lnTo>
                    <a:lnTo>
                      <a:pt x="174" y="81"/>
                    </a:lnTo>
                    <a:lnTo>
                      <a:pt x="175" y="83"/>
                    </a:lnTo>
                    <a:lnTo>
                      <a:pt x="178" y="85"/>
                    </a:lnTo>
                    <a:lnTo>
                      <a:pt x="179" y="88"/>
                    </a:lnTo>
                    <a:lnTo>
                      <a:pt x="180" y="91"/>
                    </a:lnTo>
                    <a:lnTo>
                      <a:pt x="179" y="96"/>
                    </a:lnTo>
                    <a:lnTo>
                      <a:pt x="178" y="102"/>
                    </a:lnTo>
                    <a:lnTo>
                      <a:pt x="174" y="107"/>
                    </a:lnTo>
                    <a:lnTo>
                      <a:pt x="167" y="112"/>
                    </a:lnTo>
                    <a:lnTo>
                      <a:pt x="157" y="115"/>
                    </a:lnTo>
                    <a:lnTo>
                      <a:pt x="143" y="11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49" name="Freeform 140">
                <a:extLst>
                  <a:ext uri="{FF2B5EF4-FFF2-40B4-BE49-F238E27FC236}">
                    <a16:creationId xmlns:a16="http://schemas.microsoft.com/office/drawing/2014/main" id="{AAEE810D-E642-48B5-A368-5A33E530D2FD}"/>
                  </a:ext>
                </a:extLst>
              </p:cNvPr>
              <p:cNvSpPr>
                <a:spLocks/>
              </p:cNvSpPr>
              <p:nvPr/>
            </p:nvSpPr>
            <p:spPr bwMode="auto">
              <a:xfrm>
                <a:off x="3446" y="3279"/>
                <a:ext cx="314" cy="191"/>
              </a:xfrm>
              <a:custGeom>
                <a:avLst/>
                <a:gdLst>
                  <a:gd name="T0" fmla="*/ 122 w 573"/>
                  <a:gd name="T1" fmla="*/ 36 h 350"/>
                  <a:gd name="T2" fmla="*/ 142 w 573"/>
                  <a:gd name="T3" fmla="*/ 52 h 350"/>
                  <a:gd name="T4" fmla="*/ 162 w 573"/>
                  <a:gd name="T5" fmla="*/ 57 h 350"/>
                  <a:gd name="T6" fmla="*/ 173 w 573"/>
                  <a:gd name="T7" fmla="*/ 53 h 350"/>
                  <a:gd name="T8" fmla="*/ 184 w 573"/>
                  <a:gd name="T9" fmla="*/ 56 h 350"/>
                  <a:gd name="T10" fmla="*/ 192 w 573"/>
                  <a:gd name="T11" fmla="*/ 64 h 350"/>
                  <a:gd name="T12" fmla="*/ 202 w 573"/>
                  <a:gd name="T13" fmla="*/ 67 h 350"/>
                  <a:gd name="T14" fmla="*/ 212 w 573"/>
                  <a:gd name="T15" fmla="*/ 67 h 350"/>
                  <a:gd name="T16" fmla="*/ 222 w 573"/>
                  <a:gd name="T17" fmla="*/ 65 h 350"/>
                  <a:gd name="T18" fmla="*/ 233 w 573"/>
                  <a:gd name="T19" fmla="*/ 61 h 350"/>
                  <a:gd name="T20" fmla="*/ 242 w 573"/>
                  <a:gd name="T21" fmla="*/ 63 h 350"/>
                  <a:gd name="T22" fmla="*/ 251 w 573"/>
                  <a:gd name="T23" fmla="*/ 67 h 350"/>
                  <a:gd name="T24" fmla="*/ 260 w 573"/>
                  <a:gd name="T25" fmla="*/ 68 h 350"/>
                  <a:gd name="T26" fmla="*/ 272 w 573"/>
                  <a:gd name="T27" fmla="*/ 68 h 350"/>
                  <a:gd name="T28" fmla="*/ 282 w 573"/>
                  <a:gd name="T29" fmla="*/ 67 h 350"/>
                  <a:gd name="T30" fmla="*/ 290 w 573"/>
                  <a:gd name="T31" fmla="*/ 64 h 350"/>
                  <a:gd name="T32" fmla="*/ 300 w 573"/>
                  <a:gd name="T33" fmla="*/ 61 h 350"/>
                  <a:gd name="T34" fmla="*/ 311 w 573"/>
                  <a:gd name="T35" fmla="*/ 79 h 350"/>
                  <a:gd name="T36" fmla="*/ 304 w 573"/>
                  <a:gd name="T37" fmla="*/ 126 h 350"/>
                  <a:gd name="T38" fmla="*/ 290 w 573"/>
                  <a:gd name="T39" fmla="*/ 138 h 350"/>
                  <a:gd name="T40" fmla="*/ 272 w 573"/>
                  <a:gd name="T41" fmla="*/ 150 h 350"/>
                  <a:gd name="T42" fmla="*/ 263 w 573"/>
                  <a:gd name="T43" fmla="*/ 157 h 350"/>
                  <a:gd name="T44" fmla="*/ 250 w 573"/>
                  <a:gd name="T45" fmla="*/ 161 h 350"/>
                  <a:gd name="T46" fmla="*/ 234 w 573"/>
                  <a:gd name="T47" fmla="*/ 164 h 350"/>
                  <a:gd name="T48" fmla="*/ 219 w 573"/>
                  <a:gd name="T49" fmla="*/ 166 h 350"/>
                  <a:gd name="T50" fmla="*/ 202 w 573"/>
                  <a:gd name="T51" fmla="*/ 172 h 350"/>
                  <a:gd name="T52" fmla="*/ 187 w 573"/>
                  <a:gd name="T53" fmla="*/ 178 h 350"/>
                  <a:gd name="T54" fmla="*/ 172 w 573"/>
                  <a:gd name="T55" fmla="*/ 185 h 350"/>
                  <a:gd name="T56" fmla="*/ 156 w 573"/>
                  <a:gd name="T57" fmla="*/ 190 h 350"/>
                  <a:gd name="T58" fmla="*/ 138 w 573"/>
                  <a:gd name="T59" fmla="*/ 189 h 350"/>
                  <a:gd name="T60" fmla="*/ 113 w 573"/>
                  <a:gd name="T61" fmla="*/ 182 h 350"/>
                  <a:gd name="T62" fmla="*/ 93 w 573"/>
                  <a:gd name="T63" fmla="*/ 177 h 350"/>
                  <a:gd name="T64" fmla="*/ 79 w 573"/>
                  <a:gd name="T65" fmla="*/ 165 h 350"/>
                  <a:gd name="T66" fmla="*/ 57 w 573"/>
                  <a:gd name="T67" fmla="*/ 132 h 350"/>
                  <a:gd name="T68" fmla="*/ 32 w 573"/>
                  <a:gd name="T69" fmla="*/ 89 h 350"/>
                  <a:gd name="T70" fmla="*/ 10 w 573"/>
                  <a:gd name="T71" fmla="*/ 46 h 350"/>
                  <a:gd name="T72" fmla="*/ 0 w 573"/>
                  <a:gd name="T73" fmla="*/ 15 h 350"/>
                  <a:gd name="T74" fmla="*/ 8 w 573"/>
                  <a:gd name="T75" fmla="*/ 0 h 350"/>
                  <a:gd name="T76" fmla="*/ 31 w 573"/>
                  <a:gd name="T77" fmla="*/ 8 h 350"/>
                  <a:gd name="T78" fmla="*/ 53 w 573"/>
                  <a:gd name="T79" fmla="*/ 22 h 350"/>
                  <a:gd name="T80" fmla="*/ 65 w 573"/>
                  <a:gd name="T81" fmla="*/ 29 h 350"/>
                  <a:gd name="T82" fmla="*/ 82 w 573"/>
                  <a:gd name="T83" fmla="*/ 32 h 350"/>
                  <a:gd name="T84" fmla="*/ 101 w 573"/>
                  <a:gd name="T85" fmla="*/ 32 h 350"/>
                  <a:gd name="T86" fmla="*/ 110 w 573"/>
                  <a:gd name="T87" fmla="*/ 28 h 35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73" h="350">
                    <a:moveTo>
                      <a:pt x="207" y="47"/>
                    </a:moveTo>
                    <a:lnTo>
                      <a:pt x="214" y="55"/>
                    </a:lnTo>
                    <a:lnTo>
                      <a:pt x="223" y="66"/>
                    </a:lnTo>
                    <a:lnTo>
                      <a:pt x="234" y="76"/>
                    </a:lnTo>
                    <a:lnTo>
                      <a:pt x="246" y="86"/>
                    </a:lnTo>
                    <a:lnTo>
                      <a:pt x="260" y="96"/>
                    </a:lnTo>
                    <a:lnTo>
                      <a:pt x="273" y="103"/>
                    </a:lnTo>
                    <a:lnTo>
                      <a:pt x="285" y="106"/>
                    </a:lnTo>
                    <a:lnTo>
                      <a:pt x="296" y="105"/>
                    </a:lnTo>
                    <a:lnTo>
                      <a:pt x="301" y="103"/>
                    </a:lnTo>
                    <a:lnTo>
                      <a:pt x="308" y="99"/>
                    </a:lnTo>
                    <a:lnTo>
                      <a:pt x="315" y="97"/>
                    </a:lnTo>
                    <a:lnTo>
                      <a:pt x="322" y="97"/>
                    </a:lnTo>
                    <a:lnTo>
                      <a:pt x="329" y="99"/>
                    </a:lnTo>
                    <a:lnTo>
                      <a:pt x="335" y="103"/>
                    </a:lnTo>
                    <a:lnTo>
                      <a:pt x="341" y="107"/>
                    </a:lnTo>
                    <a:lnTo>
                      <a:pt x="346" y="114"/>
                    </a:lnTo>
                    <a:lnTo>
                      <a:pt x="350" y="118"/>
                    </a:lnTo>
                    <a:lnTo>
                      <a:pt x="356" y="120"/>
                    </a:lnTo>
                    <a:lnTo>
                      <a:pt x="361" y="121"/>
                    </a:lnTo>
                    <a:lnTo>
                      <a:pt x="368" y="122"/>
                    </a:lnTo>
                    <a:lnTo>
                      <a:pt x="375" y="123"/>
                    </a:lnTo>
                    <a:lnTo>
                      <a:pt x="381" y="123"/>
                    </a:lnTo>
                    <a:lnTo>
                      <a:pt x="387" y="123"/>
                    </a:lnTo>
                    <a:lnTo>
                      <a:pt x="390" y="123"/>
                    </a:lnTo>
                    <a:lnTo>
                      <a:pt x="396" y="122"/>
                    </a:lnTo>
                    <a:lnTo>
                      <a:pt x="405" y="119"/>
                    </a:lnTo>
                    <a:lnTo>
                      <a:pt x="414" y="114"/>
                    </a:lnTo>
                    <a:lnTo>
                      <a:pt x="421" y="112"/>
                    </a:lnTo>
                    <a:lnTo>
                      <a:pt x="425" y="112"/>
                    </a:lnTo>
                    <a:lnTo>
                      <a:pt x="429" y="113"/>
                    </a:lnTo>
                    <a:lnTo>
                      <a:pt x="434" y="114"/>
                    </a:lnTo>
                    <a:lnTo>
                      <a:pt x="441" y="116"/>
                    </a:lnTo>
                    <a:lnTo>
                      <a:pt x="447" y="119"/>
                    </a:lnTo>
                    <a:lnTo>
                      <a:pt x="452" y="121"/>
                    </a:lnTo>
                    <a:lnTo>
                      <a:pt x="458" y="122"/>
                    </a:lnTo>
                    <a:lnTo>
                      <a:pt x="464" y="123"/>
                    </a:lnTo>
                    <a:lnTo>
                      <a:pt x="470" y="123"/>
                    </a:lnTo>
                    <a:lnTo>
                      <a:pt x="475" y="124"/>
                    </a:lnTo>
                    <a:lnTo>
                      <a:pt x="482" y="124"/>
                    </a:lnTo>
                    <a:lnTo>
                      <a:pt x="489" y="124"/>
                    </a:lnTo>
                    <a:lnTo>
                      <a:pt x="497" y="124"/>
                    </a:lnTo>
                    <a:lnTo>
                      <a:pt x="503" y="124"/>
                    </a:lnTo>
                    <a:lnTo>
                      <a:pt x="510" y="124"/>
                    </a:lnTo>
                    <a:lnTo>
                      <a:pt x="515" y="123"/>
                    </a:lnTo>
                    <a:lnTo>
                      <a:pt x="519" y="122"/>
                    </a:lnTo>
                    <a:lnTo>
                      <a:pt x="524" y="120"/>
                    </a:lnTo>
                    <a:lnTo>
                      <a:pt x="530" y="118"/>
                    </a:lnTo>
                    <a:lnTo>
                      <a:pt x="536" y="115"/>
                    </a:lnTo>
                    <a:lnTo>
                      <a:pt x="542" y="113"/>
                    </a:lnTo>
                    <a:lnTo>
                      <a:pt x="548" y="111"/>
                    </a:lnTo>
                    <a:lnTo>
                      <a:pt x="554" y="108"/>
                    </a:lnTo>
                    <a:lnTo>
                      <a:pt x="557" y="106"/>
                    </a:lnTo>
                    <a:lnTo>
                      <a:pt x="568" y="145"/>
                    </a:lnTo>
                    <a:lnTo>
                      <a:pt x="573" y="175"/>
                    </a:lnTo>
                    <a:lnTo>
                      <a:pt x="569" y="202"/>
                    </a:lnTo>
                    <a:lnTo>
                      <a:pt x="554" y="230"/>
                    </a:lnTo>
                    <a:lnTo>
                      <a:pt x="548" y="236"/>
                    </a:lnTo>
                    <a:lnTo>
                      <a:pt x="540" y="244"/>
                    </a:lnTo>
                    <a:lnTo>
                      <a:pt x="530" y="252"/>
                    </a:lnTo>
                    <a:lnTo>
                      <a:pt x="519" y="260"/>
                    </a:lnTo>
                    <a:lnTo>
                      <a:pt x="508" y="268"/>
                    </a:lnTo>
                    <a:lnTo>
                      <a:pt x="497" y="275"/>
                    </a:lnTo>
                    <a:lnTo>
                      <a:pt x="489" y="281"/>
                    </a:lnTo>
                    <a:lnTo>
                      <a:pt x="485" y="285"/>
                    </a:lnTo>
                    <a:lnTo>
                      <a:pt x="480" y="287"/>
                    </a:lnTo>
                    <a:lnTo>
                      <a:pt x="474" y="290"/>
                    </a:lnTo>
                    <a:lnTo>
                      <a:pt x="466" y="293"/>
                    </a:lnTo>
                    <a:lnTo>
                      <a:pt x="457" y="295"/>
                    </a:lnTo>
                    <a:lnTo>
                      <a:pt x="447" y="297"/>
                    </a:lnTo>
                    <a:lnTo>
                      <a:pt x="436" y="300"/>
                    </a:lnTo>
                    <a:lnTo>
                      <a:pt x="427" y="301"/>
                    </a:lnTo>
                    <a:lnTo>
                      <a:pt x="418" y="302"/>
                    </a:lnTo>
                    <a:lnTo>
                      <a:pt x="409" y="303"/>
                    </a:lnTo>
                    <a:lnTo>
                      <a:pt x="399" y="304"/>
                    </a:lnTo>
                    <a:lnTo>
                      <a:pt x="390" y="308"/>
                    </a:lnTo>
                    <a:lnTo>
                      <a:pt x="380" y="311"/>
                    </a:lnTo>
                    <a:lnTo>
                      <a:pt x="369" y="316"/>
                    </a:lnTo>
                    <a:lnTo>
                      <a:pt x="360" y="319"/>
                    </a:lnTo>
                    <a:lnTo>
                      <a:pt x="351" y="324"/>
                    </a:lnTo>
                    <a:lnTo>
                      <a:pt x="342" y="327"/>
                    </a:lnTo>
                    <a:lnTo>
                      <a:pt x="334" y="331"/>
                    </a:lnTo>
                    <a:lnTo>
                      <a:pt x="325" y="335"/>
                    </a:lnTo>
                    <a:lnTo>
                      <a:pt x="314" y="339"/>
                    </a:lnTo>
                    <a:lnTo>
                      <a:pt x="305" y="343"/>
                    </a:lnTo>
                    <a:lnTo>
                      <a:pt x="295" y="347"/>
                    </a:lnTo>
                    <a:lnTo>
                      <a:pt x="284" y="349"/>
                    </a:lnTo>
                    <a:lnTo>
                      <a:pt x="274" y="350"/>
                    </a:lnTo>
                    <a:lnTo>
                      <a:pt x="263" y="349"/>
                    </a:lnTo>
                    <a:lnTo>
                      <a:pt x="252" y="347"/>
                    </a:lnTo>
                    <a:lnTo>
                      <a:pt x="238" y="343"/>
                    </a:lnTo>
                    <a:lnTo>
                      <a:pt x="223" y="339"/>
                    </a:lnTo>
                    <a:lnTo>
                      <a:pt x="207" y="334"/>
                    </a:lnTo>
                    <a:lnTo>
                      <a:pt x="192" y="330"/>
                    </a:lnTo>
                    <a:lnTo>
                      <a:pt x="179" y="326"/>
                    </a:lnTo>
                    <a:lnTo>
                      <a:pt x="169" y="324"/>
                    </a:lnTo>
                    <a:lnTo>
                      <a:pt x="162" y="324"/>
                    </a:lnTo>
                    <a:lnTo>
                      <a:pt x="155" y="316"/>
                    </a:lnTo>
                    <a:lnTo>
                      <a:pt x="145" y="302"/>
                    </a:lnTo>
                    <a:lnTo>
                      <a:pt x="132" y="285"/>
                    </a:lnTo>
                    <a:lnTo>
                      <a:pt x="119" y="264"/>
                    </a:lnTo>
                    <a:lnTo>
                      <a:pt x="104" y="241"/>
                    </a:lnTo>
                    <a:lnTo>
                      <a:pt x="90" y="217"/>
                    </a:lnTo>
                    <a:lnTo>
                      <a:pt x="73" y="190"/>
                    </a:lnTo>
                    <a:lnTo>
                      <a:pt x="58" y="163"/>
                    </a:lnTo>
                    <a:lnTo>
                      <a:pt x="45" y="136"/>
                    </a:lnTo>
                    <a:lnTo>
                      <a:pt x="31" y="110"/>
                    </a:lnTo>
                    <a:lnTo>
                      <a:pt x="19" y="85"/>
                    </a:lnTo>
                    <a:lnTo>
                      <a:pt x="10" y="62"/>
                    </a:lnTo>
                    <a:lnTo>
                      <a:pt x="3" y="43"/>
                    </a:lnTo>
                    <a:lnTo>
                      <a:pt x="0" y="27"/>
                    </a:lnTo>
                    <a:lnTo>
                      <a:pt x="0" y="14"/>
                    </a:lnTo>
                    <a:lnTo>
                      <a:pt x="4" y="6"/>
                    </a:lnTo>
                    <a:lnTo>
                      <a:pt x="15" y="0"/>
                    </a:lnTo>
                    <a:lnTo>
                      <a:pt x="27" y="1"/>
                    </a:lnTo>
                    <a:lnTo>
                      <a:pt x="41" y="6"/>
                    </a:lnTo>
                    <a:lnTo>
                      <a:pt x="57" y="14"/>
                    </a:lnTo>
                    <a:lnTo>
                      <a:pt x="72" y="23"/>
                    </a:lnTo>
                    <a:lnTo>
                      <a:pt x="86" y="32"/>
                    </a:lnTo>
                    <a:lnTo>
                      <a:pt x="96" y="40"/>
                    </a:lnTo>
                    <a:lnTo>
                      <a:pt x="104" y="46"/>
                    </a:lnTo>
                    <a:lnTo>
                      <a:pt x="111" y="50"/>
                    </a:lnTo>
                    <a:lnTo>
                      <a:pt x="119" y="53"/>
                    </a:lnTo>
                    <a:lnTo>
                      <a:pt x="129" y="54"/>
                    </a:lnTo>
                    <a:lnTo>
                      <a:pt x="139" y="57"/>
                    </a:lnTo>
                    <a:lnTo>
                      <a:pt x="149" y="58"/>
                    </a:lnTo>
                    <a:lnTo>
                      <a:pt x="161" y="59"/>
                    </a:lnTo>
                    <a:lnTo>
                      <a:pt x="172" y="59"/>
                    </a:lnTo>
                    <a:lnTo>
                      <a:pt x="184" y="59"/>
                    </a:lnTo>
                    <a:lnTo>
                      <a:pt x="190" y="57"/>
                    </a:lnTo>
                    <a:lnTo>
                      <a:pt x="195" y="53"/>
                    </a:lnTo>
                    <a:lnTo>
                      <a:pt x="201" y="51"/>
                    </a:lnTo>
                    <a:lnTo>
                      <a:pt x="207" y="47"/>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0" name="Freeform 141">
                <a:extLst>
                  <a:ext uri="{FF2B5EF4-FFF2-40B4-BE49-F238E27FC236}">
                    <a16:creationId xmlns:a16="http://schemas.microsoft.com/office/drawing/2014/main" id="{5AA0F8AB-4812-4DBA-BDD9-1CEEA5614B8A}"/>
                  </a:ext>
                </a:extLst>
              </p:cNvPr>
              <p:cNvSpPr>
                <a:spLocks/>
              </p:cNvSpPr>
              <p:nvPr/>
            </p:nvSpPr>
            <p:spPr bwMode="auto">
              <a:xfrm>
                <a:off x="3561" y="3104"/>
                <a:ext cx="297" cy="233"/>
              </a:xfrm>
              <a:custGeom>
                <a:avLst/>
                <a:gdLst>
                  <a:gd name="T0" fmla="*/ 56 w 545"/>
                  <a:gd name="T1" fmla="*/ 200 h 425"/>
                  <a:gd name="T2" fmla="*/ 45 w 545"/>
                  <a:gd name="T3" fmla="*/ 186 h 425"/>
                  <a:gd name="T4" fmla="*/ 35 w 545"/>
                  <a:gd name="T5" fmla="*/ 177 h 425"/>
                  <a:gd name="T6" fmla="*/ 27 w 545"/>
                  <a:gd name="T7" fmla="*/ 132 h 425"/>
                  <a:gd name="T8" fmla="*/ 15 w 545"/>
                  <a:gd name="T9" fmla="*/ 116 h 425"/>
                  <a:gd name="T10" fmla="*/ 16 w 545"/>
                  <a:gd name="T11" fmla="*/ 105 h 425"/>
                  <a:gd name="T12" fmla="*/ 24 w 545"/>
                  <a:gd name="T13" fmla="*/ 109 h 425"/>
                  <a:gd name="T14" fmla="*/ 33 w 545"/>
                  <a:gd name="T15" fmla="*/ 119 h 425"/>
                  <a:gd name="T16" fmla="*/ 32 w 545"/>
                  <a:gd name="T17" fmla="*/ 97 h 425"/>
                  <a:gd name="T18" fmla="*/ 21 w 545"/>
                  <a:gd name="T19" fmla="*/ 75 h 425"/>
                  <a:gd name="T20" fmla="*/ 22 w 545"/>
                  <a:gd name="T21" fmla="*/ 62 h 425"/>
                  <a:gd name="T22" fmla="*/ 20 w 545"/>
                  <a:gd name="T23" fmla="*/ 51 h 425"/>
                  <a:gd name="T24" fmla="*/ 9 w 545"/>
                  <a:gd name="T25" fmla="*/ 35 h 425"/>
                  <a:gd name="T26" fmla="*/ 1 w 545"/>
                  <a:gd name="T27" fmla="*/ 20 h 425"/>
                  <a:gd name="T28" fmla="*/ 1 w 545"/>
                  <a:gd name="T29" fmla="*/ 13 h 425"/>
                  <a:gd name="T30" fmla="*/ 3 w 545"/>
                  <a:gd name="T31" fmla="*/ 4 h 425"/>
                  <a:gd name="T32" fmla="*/ 14 w 545"/>
                  <a:gd name="T33" fmla="*/ 4 h 425"/>
                  <a:gd name="T34" fmla="*/ 21 w 545"/>
                  <a:gd name="T35" fmla="*/ 15 h 425"/>
                  <a:gd name="T36" fmla="*/ 34 w 545"/>
                  <a:gd name="T37" fmla="*/ 22 h 425"/>
                  <a:gd name="T38" fmla="*/ 53 w 545"/>
                  <a:gd name="T39" fmla="*/ 33 h 425"/>
                  <a:gd name="T40" fmla="*/ 74 w 545"/>
                  <a:gd name="T41" fmla="*/ 48 h 425"/>
                  <a:gd name="T42" fmla="*/ 89 w 545"/>
                  <a:gd name="T43" fmla="*/ 56 h 425"/>
                  <a:gd name="T44" fmla="*/ 102 w 545"/>
                  <a:gd name="T45" fmla="*/ 67 h 425"/>
                  <a:gd name="T46" fmla="*/ 111 w 545"/>
                  <a:gd name="T47" fmla="*/ 78 h 425"/>
                  <a:gd name="T48" fmla="*/ 126 w 545"/>
                  <a:gd name="T49" fmla="*/ 88 h 425"/>
                  <a:gd name="T50" fmla="*/ 157 w 545"/>
                  <a:gd name="T51" fmla="*/ 110 h 425"/>
                  <a:gd name="T52" fmla="*/ 179 w 545"/>
                  <a:gd name="T53" fmla="*/ 125 h 425"/>
                  <a:gd name="T54" fmla="*/ 186 w 545"/>
                  <a:gd name="T55" fmla="*/ 130 h 425"/>
                  <a:gd name="T56" fmla="*/ 198 w 545"/>
                  <a:gd name="T57" fmla="*/ 132 h 425"/>
                  <a:gd name="T58" fmla="*/ 208 w 545"/>
                  <a:gd name="T59" fmla="*/ 135 h 425"/>
                  <a:gd name="T60" fmla="*/ 235 w 545"/>
                  <a:gd name="T61" fmla="*/ 146 h 425"/>
                  <a:gd name="T62" fmla="*/ 261 w 545"/>
                  <a:gd name="T63" fmla="*/ 158 h 425"/>
                  <a:gd name="T64" fmla="*/ 272 w 545"/>
                  <a:gd name="T65" fmla="*/ 173 h 425"/>
                  <a:gd name="T66" fmla="*/ 281 w 545"/>
                  <a:gd name="T67" fmla="*/ 182 h 425"/>
                  <a:gd name="T68" fmla="*/ 289 w 545"/>
                  <a:gd name="T69" fmla="*/ 186 h 425"/>
                  <a:gd name="T70" fmla="*/ 296 w 545"/>
                  <a:gd name="T71" fmla="*/ 191 h 425"/>
                  <a:gd name="T72" fmla="*/ 286 w 545"/>
                  <a:gd name="T73" fmla="*/ 193 h 425"/>
                  <a:gd name="T74" fmla="*/ 270 w 545"/>
                  <a:gd name="T75" fmla="*/ 202 h 425"/>
                  <a:gd name="T76" fmla="*/ 257 w 545"/>
                  <a:gd name="T77" fmla="*/ 215 h 425"/>
                  <a:gd name="T78" fmla="*/ 249 w 545"/>
                  <a:gd name="T79" fmla="*/ 211 h 425"/>
                  <a:gd name="T80" fmla="*/ 242 w 545"/>
                  <a:gd name="T81" fmla="*/ 209 h 425"/>
                  <a:gd name="T82" fmla="*/ 234 w 545"/>
                  <a:gd name="T83" fmla="*/ 212 h 425"/>
                  <a:gd name="T84" fmla="*/ 226 w 545"/>
                  <a:gd name="T85" fmla="*/ 217 h 425"/>
                  <a:gd name="T86" fmla="*/ 214 w 545"/>
                  <a:gd name="T87" fmla="*/ 224 h 425"/>
                  <a:gd name="T88" fmla="*/ 198 w 545"/>
                  <a:gd name="T89" fmla="*/ 230 h 425"/>
                  <a:gd name="T90" fmla="*/ 185 w 545"/>
                  <a:gd name="T91" fmla="*/ 230 h 425"/>
                  <a:gd name="T92" fmla="*/ 156 w 545"/>
                  <a:gd name="T93" fmla="*/ 225 h 425"/>
                  <a:gd name="T94" fmla="*/ 131 w 545"/>
                  <a:gd name="T95" fmla="*/ 225 h 425"/>
                  <a:gd name="T96" fmla="*/ 121 w 545"/>
                  <a:gd name="T97" fmla="*/ 219 h 425"/>
                  <a:gd name="T98" fmla="*/ 112 w 545"/>
                  <a:gd name="T99" fmla="*/ 209 h 425"/>
                  <a:gd name="T100" fmla="*/ 100 w 545"/>
                  <a:gd name="T101" fmla="*/ 207 h 425"/>
                  <a:gd name="T102" fmla="*/ 87 w 545"/>
                  <a:gd name="T103" fmla="*/ 206 h 425"/>
                  <a:gd name="T104" fmla="*/ 81 w 545"/>
                  <a:gd name="T105" fmla="*/ 207 h 425"/>
                  <a:gd name="T106" fmla="*/ 71 w 545"/>
                  <a:gd name="T107" fmla="*/ 209 h 425"/>
                  <a:gd name="T108" fmla="*/ 60 w 545"/>
                  <a:gd name="T109" fmla="*/ 211 h 42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45" h="425">
                    <a:moveTo>
                      <a:pt x="111" y="384"/>
                    </a:moveTo>
                    <a:lnTo>
                      <a:pt x="107" y="374"/>
                    </a:lnTo>
                    <a:lnTo>
                      <a:pt x="103" y="365"/>
                    </a:lnTo>
                    <a:lnTo>
                      <a:pt x="97" y="356"/>
                    </a:lnTo>
                    <a:lnTo>
                      <a:pt x="90" y="348"/>
                    </a:lnTo>
                    <a:lnTo>
                      <a:pt x="83" y="340"/>
                    </a:lnTo>
                    <a:lnTo>
                      <a:pt x="76" y="332"/>
                    </a:lnTo>
                    <a:lnTo>
                      <a:pt x="69" y="326"/>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6" y="332"/>
                    </a:lnTo>
                    <a:lnTo>
                      <a:pt x="522" y="334"/>
                    </a:lnTo>
                    <a:lnTo>
                      <a:pt x="527" y="338"/>
                    </a:lnTo>
                    <a:lnTo>
                      <a:pt x="531" y="340"/>
                    </a:lnTo>
                    <a:lnTo>
                      <a:pt x="536" y="342"/>
                    </a:lnTo>
                    <a:lnTo>
                      <a:pt x="539" y="346"/>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08" y="399"/>
                    </a:lnTo>
                    <a:lnTo>
                      <a:pt x="401" y="403"/>
                    </a:lnTo>
                    <a:lnTo>
                      <a:pt x="392" y="408"/>
                    </a:lnTo>
                    <a:lnTo>
                      <a:pt x="383" y="412"/>
                    </a:lnTo>
                    <a:lnTo>
                      <a:pt x="373" y="417"/>
                    </a:lnTo>
                    <a:lnTo>
                      <a:pt x="364" y="420"/>
                    </a:lnTo>
                    <a:lnTo>
                      <a:pt x="356" y="423"/>
                    </a:lnTo>
                    <a:lnTo>
                      <a:pt x="349" y="425"/>
                    </a:lnTo>
                    <a:lnTo>
                      <a:pt x="339" y="419"/>
                    </a:lnTo>
                    <a:lnTo>
                      <a:pt x="324" y="416"/>
                    </a:lnTo>
                    <a:lnTo>
                      <a:pt x="305" y="412"/>
                    </a:lnTo>
                    <a:lnTo>
                      <a:pt x="287" y="411"/>
                    </a:lnTo>
                    <a:lnTo>
                      <a:pt x="269" y="410"/>
                    </a:lnTo>
                    <a:lnTo>
                      <a:pt x="252" y="410"/>
                    </a:lnTo>
                    <a:lnTo>
                      <a:pt x="241" y="410"/>
                    </a:lnTo>
                    <a:lnTo>
                      <a:pt x="235" y="410"/>
                    </a:lnTo>
                    <a:lnTo>
                      <a:pt x="229" y="407"/>
                    </a:lnTo>
                    <a:lnTo>
                      <a:pt x="222" y="400"/>
                    </a:lnTo>
                    <a:lnTo>
                      <a:pt x="217" y="392"/>
                    </a:lnTo>
                    <a:lnTo>
                      <a:pt x="210" y="384"/>
                    </a:lnTo>
                    <a:lnTo>
                      <a:pt x="205" y="381"/>
                    </a:lnTo>
                    <a:lnTo>
                      <a:pt x="199" y="379"/>
                    </a:lnTo>
                    <a:lnTo>
                      <a:pt x="191" y="377"/>
                    </a:lnTo>
                    <a:lnTo>
                      <a:pt x="183" y="377"/>
                    </a:lnTo>
                    <a:lnTo>
                      <a:pt x="175" y="376"/>
                    </a:lnTo>
                    <a:lnTo>
                      <a:pt x="167" y="376"/>
                    </a:lnTo>
                    <a:lnTo>
                      <a:pt x="160" y="376"/>
                    </a:lnTo>
                    <a:lnTo>
                      <a:pt x="156" y="377"/>
                    </a:lnTo>
                    <a:lnTo>
                      <a:pt x="152" y="378"/>
                    </a:lnTo>
                    <a:lnTo>
                      <a:pt x="148" y="378"/>
                    </a:lnTo>
                    <a:lnTo>
                      <a:pt x="143" y="379"/>
                    </a:lnTo>
                    <a:lnTo>
                      <a:pt x="137" y="380"/>
                    </a:lnTo>
                    <a:lnTo>
                      <a:pt x="131" y="381"/>
                    </a:lnTo>
                    <a:lnTo>
                      <a:pt x="126" y="382"/>
                    </a:lnTo>
                    <a:lnTo>
                      <a:pt x="119" y="384"/>
                    </a:lnTo>
                    <a:lnTo>
                      <a:pt x="111" y="38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1" name="Freeform 142">
                <a:extLst>
                  <a:ext uri="{FF2B5EF4-FFF2-40B4-BE49-F238E27FC236}">
                    <a16:creationId xmlns:a16="http://schemas.microsoft.com/office/drawing/2014/main" id="{EF9818A4-1165-4A7A-B9F8-42E0CA25AB68}"/>
                  </a:ext>
                </a:extLst>
              </p:cNvPr>
              <p:cNvSpPr>
                <a:spLocks/>
              </p:cNvSpPr>
              <p:nvPr/>
            </p:nvSpPr>
            <p:spPr bwMode="auto">
              <a:xfrm>
                <a:off x="3446" y="3279"/>
                <a:ext cx="314" cy="152"/>
              </a:xfrm>
              <a:custGeom>
                <a:avLst/>
                <a:gdLst>
                  <a:gd name="T0" fmla="*/ 107 w 573"/>
                  <a:gd name="T1" fmla="*/ 29 h 280"/>
                  <a:gd name="T2" fmla="*/ 94 w 573"/>
                  <a:gd name="T3" fmla="*/ 32 h 280"/>
                  <a:gd name="T4" fmla="*/ 76 w 573"/>
                  <a:gd name="T5" fmla="*/ 31 h 280"/>
                  <a:gd name="T6" fmla="*/ 61 w 573"/>
                  <a:gd name="T7" fmla="*/ 27 h 280"/>
                  <a:gd name="T8" fmla="*/ 47 w 573"/>
                  <a:gd name="T9" fmla="*/ 17 h 280"/>
                  <a:gd name="T10" fmla="*/ 22 w 573"/>
                  <a:gd name="T11" fmla="*/ 3 h 280"/>
                  <a:gd name="T12" fmla="*/ 2 w 573"/>
                  <a:gd name="T13" fmla="*/ 3 h 280"/>
                  <a:gd name="T14" fmla="*/ 8 w 573"/>
                  <a:gd name="T15" fmla="*/ 28 h 280"/>
                  <a:gd name="T16" fmla="*/ 38 w 573"/>
                  <a:gd name="T17" fmla="*/ 53 h 280"/>
                  <a:gd name="T18" fmla="*/ 67 w 573"/>
                  <a:gd name="T19" fmla="*/ 60 h 280"/>
                  <a:gd name="T20" fmla="*/ 83 w 573"/>
                  <a:gd name="T21" fmla="*/ 58 h 280"/>
                  <a:gd name="T22" fmla="*/ 94 w 573"/>
                  <a:gd name="T23" fmla="*/ 56 h 280"/>
                  <a:gd name="T24" fmla="*/ 100 w 573"/>
                  <a:gd name="T25" fmla="*/ 60 h 280"/>
                  <a:gd name="T26" fmla="*/ 100 w 573"/>
                  <a:gd name="T27" fmla="*/ 71 h 280"/>
                  <a:gd name="T28" fmla="*/ 98 w 573"/>
                  <a:gd name="T29" fmla="*/ 86 h 280"/>
                  <a:gd name="T30" fmla="*/ 107 w 573"/>
                  <a:gd name="T31" fmla="*/ 96 h 280"/>
                  <a:gd name="T32" fmla="*/ 115 w 573"/>
                  <a:gd name="T33" fmla="*/ 91 h 280"/>
                  <a:gd name="T34" fmla="*/ 122 w 573"/>
                  <a:gd name="T35" fmla="*/ 87 h 280"/>
                  <a:gd name="T36" fmla="*/ 124 w 573"/>
                  <a:gd name="T37" fmla="*/ 95 h 280"/>
                  <a:gd name="T38" fmla="*/ 130 w 573"/>
                  <a:gd name="T39" fmla="*/ 130 h 280"/>
                  <a:gd name="T40" fmla="*/ 148 w 573"/>
                  <a:gd name="T41" fmla="*/ 126 h 280"/>
                  <a:gd name="T42" fmla="*/ 152 w 573"/>
                  <a:gd name="T43" fmla="*/ 102 h 280"/>
                  <a:gd name="T44" fmla="*/ 162 w 573"/>
                  <a:gd name="T45" fmla="*/ 84 h 280"/>
                  <a:gd name="T46" fmla="*/ 176 w 573"/>
                  <a:gd name="T47" fmla="*/ 74 h 280"/>
                  <a:gd name="T48" fmla="*/ 190 w 573"/>
                  <a:gd name="T49" fmla="*/ 91 h 280"/>
                  <a:gd name="T50" fmla="*/ 175 w 573"/>
                  <a:gd name="T51" fmla="*/ 122 h 280"/>
                  <a:gd name="T52" fmla="*/ 170 w 573"/>
                  <a:gd name="T53" fmla="*/ 152 h 280"/>
                  <a:gd name="T54" fmla="*/ 184 w 573"/>
                  <a:gd name="T55" fmla="*/ 145 h 280"/>
                  <a:gd name="T56" fmla="*/ 202 w 573"/>
                  <a:gd name="T57" fmla="*/ 127 h 280"/>
                  <a:gd name="T58" fmla="*/ 215 w 573"/>
                  <a:gd name="T59" fmla="*/ 118 h 280"/>
                  <a:gd name="T60" fmla="*/ 239 w 573"/>
                  <a:gd name="T61" fmla="*/ 125 h 280"/>
                  <a:gd name="T62" fmla="*/ 262 w 573"/>
                  <a:gd name="T63" fmla="*/ 127 h 280"/>
                  <a:gd name="T64" fmla="*/ 276 w 573"/>
                  <a:gd name="T65" fmla="*/ 112 h 280"/>
                  <a:gd name="T66" fmla="*/ 287 w 573"/>
                  <a:gd name="T67" fmla="*/ 115 h 280"/>
                  <a:gd name="T68" fmla="*/ 282 w 573"/>
                  <a:gd name="T69" fmla="*/ 134 h 280"/>
                  <a:gd name="T70" fmla="*/ 289 w 573"/>
                  <a:gd name="T71" fmla="*/ 131 h 280"/>
                  <a:gd name="T72" fmla="*/ 299 w 573"/>
                  <a:gd name="T73" fmla="*/ 126 h 280"/>
                  <a:gd name="T74" fmla="*/ 312 w 573"/>
                  <a:gd name="T75" fmla="*/ 110 h 280"/>
                  <a:gd name="T76" fmla="*/ 305 w 573"/>
                  <a:gd name="T77" fmla="*/ 58 h 280"/>
                  <a:gd name="T78" fmla="*/ 297 w 573"/>
                  <a:gd name="T79" fmla="*/ 61 h 280"/>
                  <a:gd name="T80" fmla="*/ 287 w 573"/>
                  <a:gd name="T81" fmla="*/ 65 h 280"/>
                  <a:gd name="T82" fmla="*/ 279 w 573"/>
                  <a:gd name="T83" fmla="*/ 67 h 280"/>
                  <a:gd name="T84" fmla="*/ 268 w 573"/>
                  <a:gd name="T85" fmla="*/ 67 h 280"/>
                  <a:gd name="T86" fmla="*/ 258 w 573"/>
                  <a:gd name="T87" fmla="*/ 67 h 280"/>
                  <a:gd name="T88" fmla="*/ 248 w 573"/>
                  <a:gd name="T89" fmla="*/ 66 h 280"/>
                  <a:gd name="T90" fmla="*/ 238 w 573"/>
                  <a:gd name="T91" fmla="*/ 62 h 280"/>
                  <a:gd name="T92" fmla="*/ 231 w 573"/>
                  <a:gd name="T93" fmla="*/ 61 h 280"/>
                  <a:gd name="T94" fmla="*/ 217 w 573"/>
                  <a:gd name="T95" fmla="*/ 66 h 280"/>
                  <a:gd name="T96" fmla="*/ 209 w 573"/>
                  <a:gd name="T97" fmla="*/ 67 h 280"/>
                  <a:gd name="T98" fmla="*/ 198 w 573"/>
                  <a:gd name="T99" fmla="*/ 66 h 280"/>
                  <a:gd name="T100" fmla="*/ 190 w 573"/>
                  <a:gd name="T101" fmla="*/ 62 h 280"/>
                  <a:gd name="T102" fmla="*/ 180 w 573"/>
                  <a:gd name="T103" fmla="*/ 54 h 280"/>
                  <a:gd name="T104" fmla="*/ 169 w 573"/>
                  <a:gd name="T105" fmla="*/ 54 h 280"/>
                  <a:gd name="T106" fmla="*/ 156 w 573"/>
                  <a:gd name="T107" fmla="*/ 58 h 280"/>
                  <a:gd name="T108" fmla="*/ 135 w 573"/>
                  <a:gd name="T109" fmla="*/ 47 h 280"/>
                  <a:gd name="T110" fmla="*/ 117 w 573"/>
                  <a:gd name="T111" fmla="*/ 30 h 28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3" h="280">
                    <a:moveTo>
                      <a:pt x="207" y="47"/>
                    </a:moveTo>
                    <a:lnTo>
                      <a:pt x="201" y="51"/>
                    </a:lnTo>
                    <a:lnTo>
                      <a:pt x="195" y="53"/>
                    </a:lnTo>
                    <a:lnTo>
                      <a:pt x="190" y="57"/>
                    </a:lnTo>
                    <a:lnTo>
                      <a:pt x="184" y="59"/>
                    </a:lnTo>
                    <a:lnTo>
                      <a:pt x="172" y="59"/>
                    </a:lnTo>
                    <a:lnTo>
                      <a:pt x="161" y="59"/>
                    </a:lnTo>
                    <a:lnTo>
                      <a:pt x="149" y="58"/>
                    </a:lnTo>
                    <a:lnTo>
                      <a:pt x="139" y="57"/>
                    </a:lnTo>
                    <a:lnTo>
                      <a:pt x="129" y="54"/>
                    </a:lnTo>
                    <a:lnTo>
                      <a:pt x="119" y="53"/>
                    </a:lnTo>
                    <a:lnTo>
                      <a:pt x="111" y="50"/>
                    </a:lnTo>
                    <a:lnTo>
                      <a:pt x="104" y="46"/>
                    </a:lnTo>
                    <a:lnTo>
                      <a:pt x="96" y="40"/>
                    </a:lnTo>
                    <a:lnTo>
                      <a:pt x="86" y="32"/>
                    </a:lnTo>
                    <a:lnTo>
                      <a:pt x="72" y="23"/>
                    </a:lnTo>
                    <a:lnTo>
                      <a:pt x="57" y="14"/>
                    </a:lnTo>
                    <a:lnTo>
                      <a:pt x="41" y="6"/>
                    </a:lnTo>
                    <a:lnTo>
                      <a:pt x="27" y="1"/>
                    </a:lnTo>
                    <a:lnTo>
                      <a:pt x="15" y="0"/>
                    </a:lnTo>
                    <a:lnTo>
                      <a:pt x="4" y="6"/>
                    </a:lnTo>
                    <a:lnTo>
                      <a:pt x="0" y="19"/>
                    </a:lnTo>
                    <a:lnTo>
                      <a:pt x="3" y="33"/>
                    </a:lnTo>
                    <a:lnTo>
                      <a:pt x="15" y="51"/>
                    </a:lnTo>
                    <a:lnTo>
                      <a:pt x="31" y="68"/>
                    </a:lnTo>
                    <a:lnTo>
                      <a:pt x="49" y="85"/>
                    </a:lnTo>
                    <a:lnTo>
                      <a:pt x="70" y="98"/>
                    </a:lnTo>
                    <a:lnTo>
                      <a:pt x="91" y="107"/>
                    </a:lnTo>
                    <a:lnTo>
                      <a:pt x="109" y="111"/>
                    </a:lnTo>
                    <a:lnTo>
                      <a:pt x="122" y="110"/>
                    </a:lnTo>
                    <a:lnTo>
                      <a:pt x="133" y="110"/>
                    </a:lnTo>
                    <a:lnTo>
                      <a:pt x="144" y="108"/>
                    </a:lnTo>
                    <a:lnTo>
                      <a:pt x="152" y="106"/>
                    </a:lnTo>
                    <a:lnTo>
                      <a:pt x="160" y="105"/>
                    </a:lnTo>
                    <a:lnTo>
                      <a:pt x="166" y="104"/>
                    </a:lnTo>
                    <a:lnTo>
                      <a:pt x="171" y="103"/>
                    </a:lnTo>
                    <a:lnTo>
                      <a:pt x="175" y="101"/>
                    </a:lnTo>
                    <a:lnTo>
                      <a:pt x="179" y="105"/>
                    </a:lnTo>
                    <a:lnTo>
                      <a:pt x="183" y="110"/>
                    </a:lnTo>
                    <a:lnTo>
                      <a:pt x="184" y="115"/>
                    </a:lnTo>
                    <a:lnTo>
                      <a:pt x="186" y="119"/>
                    </a:lnTo>
                    <a:lnTo>
                      <a:pt x="182" y="131"/>
                    </a:lnTo>
                    <a:lnTo>
                      <a:pt x="178" y="142"/>
                    </a:lnTo>
                    <a:lnTo>
                      <a:pt x="177" y="152"/>
                    </a:lnTo>
                    <a:lnTo>
                      <a:pt x="179" y="158"/>
                    </a:lnTo>
                    <a:lnTo>
                      <a:pt x="184" y="164"/>
                    </a:lnTo>
                    <a:lnTo>
                      <a:pt x="190" y="171"/>
                    </a:lnTo>
                    <a:lnTo>
                      <a:pt x="195" y="176"/>
                    </a:lnTo>
                    <a:lnTo>
                      <a:pt x="200" y="179"/>
                    </a:lnTo>
                    <a:lnTo>
                      <a:pt x="206" y="173"/>
                    </a:lnTo>
                    <a:lnTo>
                      <a:pt x="210" y="167"/>
                    </a:lnTo>
                    <a:lnTo>
                      <a:pt x="215" y="164"/>
                    </a:lnTo>
                    <a:lnTo>
                      <a:pt x="217" y="159"/>
                    </a:lnTo>
                    <a:lnTo>
                      <a:pt x="222" y="161"/>
                    </a:lnTo>
                    <a:lnTo>
                      <a:pt x="224" y="166"/>
                    </a:lnTo>
                    <a:lnTo>
                      <a:pt x="227" y="171"/>
                    </a:lnTo>
                    <a:lnTo>
                      <a:pt x="227" y="175"/>
                    </a:lnTo>
                    <a:lnTo>
                      <a:pt x="227" y="189"/>
                    </a:lnTo>
                    <a:lnTo>
                      <a:pt x="229" y="214"/>
                    </a:lnTo>
                    <a:lnTo>
                      <a:pt x="237" y="239"/>
                    </a:lnTo>
                    <a:lnTo>
                      <a:pt x="253" y="250"/>
                    </a:lnTo>
                    <a:lnTo>
                      <a:pt x="266" y="244"/>
                    </a:lnTo>
                    <a:lnTo>
                      <a:pt x="270" y="232"/>
                    </a:lnTo>
                    <a:lnTo>
                      <a:pt x="272" y="214"/>
                    </a:lnTo>
                    <a:lnTo>
                      <a:pt x="275" y="196"/>
                    </a:lnTo>
                    <a:lnTo>
                      <a:pt x="278" y="187"/>
                    </a:lnTo>
                    <a:lnTo>
                      <a:pt x="283" y="176"/>
                    </a:lnTo>
                    <a:lnTo>
                      <a:pt x="289" y="165"/>
                    </a:lnTo>
                    <a:lnTo>
                      <a:pt x="295" y="154"/>
                    </a:lnTo>
                    <a:lnTo>
                      <a:pt x="303" y="146"/>
                    </a:lnTo>
                    <a:lnTo>
                      <a:pt x="312" y="139"/>
                    </a:lnTo>
                    <a:lnTo>
                      <a:pt x="321" y="137"/>
                    </a:lnTo>
                    <a:lnTo>
                      <a:pt x="331" y="139"/>
                    </a:lnTo>
                    <a:lnTo>
                      <a:pt x="345" y="152"/>
                    </a:lnTo>
                    <a:lnTo>
                      <a:pt x="346" y="168"/>
                    </a:lnTo>
                    <a:lnTo>
                      <a:pt x="338" y="187"/>
                    </a:lnTo>
                    <a:lnTo>
                      <a:pt x="329" y="204"/>
                    </a:lnTo>
                    <a:lnTo>
                      <a:pt x="319" y="225"/>
                    </a:lnTo>
                    <a:lnTo>
                      <a:pt x="311" y="248"/>
                    </a:lnTo>
                    <a:lnTo>
                      <a:pt x="306" y="268"/>
                    </a:lnTo>
                    <a:lnTo>
                      <a:pt x="311" y="280"/>
                    </a:lnTo>
                    <a:lnTo>
                      <a:pt x="318" y="280"/>
                    </a:lnTo>
                    <a:lnTo>
                      <a:pt x="326" y="275"/>
                    </a:lnTo>
                    <a:lnTo>
                      <a:pt x="336" y="267"/>
                    </a:lnTo>
                    <a:lnTo>
                      <a:pt x="348" y="257"/>
                    </a:lnTo>
                    <a:lnTo>
                      <a:pt x="358" y="245"/>
                    </a:lnTo>
                    <a:lnTo>
                      <a:pt x="368" y="234"/>
                    </a:lnTo>
                    <a:lnTo>
                      <a:pt x="376" y="224"/>
                    </a:lnTo>
                    <a:lnTo>
                      <a:pt x="382" y="214"/>
                    </a:lnTo>
                    <a:lnTo>
                      <a:pt x="392" y="218"/>
                    </a:lnTo>
                    <a:lnTo>
                      <a:pt x="406" y="222"/>
                    </a:lnTo>
                    <a:lnTo>
                      <a:pt x="421" y="226"/>
                    </a:lnTo>
                    <a:lnTo>
                      <a:pt x="437" y="230"/>
                    </a:lnTo>
                    <a:lnTo>
                      <a:pt x="454" y="234"/>
                    </a:lnTo>
                    <a:lnTo>
                      <a:pt x="467" y="235"/>
                    </a:lnTo>
                    <a:lnTo>
                      <a:pt x="479" y="234"/>
                    </a:lnTo>
                    <a:lnTo>
                      <a:pt x="486" y="229"/>
                    </a:lnTo>
                    <a:lnTo>
                      <a:pt x="495" y="217"/>
                    </a:lnTo>
                    <a:lnTo>
                      <a:pt x="503" y="206"/>
                    </a:lnTo>
                    <a:lnTo>
                      <a:pt x="511" y="201"/>
                    </a:lnTo>
                    <a:lnTo>
                      <a:pt x="519" y="201"/>
                    </a:lnTo>
                    <a:lnTo>
                      <a:pt x="523" y="211"/>
                    </a:lnTo>
                    <a:lnTo>
                      <a:pt x="519" y="225"/>
                    </a:lnTo>
                    <a:lnTo>
                      <a:pt x="513" y="239"/>
                    </a:lnTo>
                    <a:lnTo>
                      <a:pt x="515" y="247"/>
                    </a:lnTo>
                    <a:lnTo>
                      <a:pt x="518" y="247"/>
                    </a:lnTo>
                    <a:lnTo>
                      <a:pt x="523" y="244"/>
                    </a:lnTo>
                    <a:lnTo>
                      <a:pt x="528" y="242"/>
                    </a:lnTo>
                    <a:lnTo>
                      <a:pt x="534" y="239"/>
                    </a:lnTo>
                    <a:lnTo>
                      <a:pt x="540" y="235"/>
                    </a:lnTo>
                    <a:lnTo>
                      <a:pt x="546" y="232"/>
                    </a:lnTo>
                    <a:lnTo>
                      <a:pt x="550" y="230"/>
                    </a:lnTo>
                    <a:lnTo>
                      <a:pt x="554" y="230"/>
                    </a:lnTo>
                    <a:lnTo>
                      <a:pt x="569" y="202"/>
                    </a:lnTo>
                    <a:lnTo>
                      <a:pt x="573" y="175"/>
                    </a:lnTo>
                    <a:lnTo>
                      <a:pt x="568" y="145"/>
                    </a:lnTo>
                    <a:lnTo>
                      <a:pt x="557" y="106"/>
                    </a:lnTo>
                    <a:lnTo>
                      <a:pt x="554" y="108"/>
                    </a:lnTo>
                    <a:lnTo>
                      <a:pt x="548" y="111"/>
                    </a:lnTo>
                    <a:lnTo>
                      <a:pt x="542" y="113"/>
                    </a:lnTo>
                    <a:lnTo>
                      <a:pt x="536" y="115"/>
                    </a:lnTo>
                    <a:lnTo>
                      <a:pt x="530" y="118"/>
                    </a:lnTo>
                    <a:lnTo>
                      <a:pt x="524" y="120"/>
                    </a:lnTo>
                    <a:lnTo>
                      <a:pt x="519" y="122"/>
                    </a:lnTo>
                    <a:lnTo>
                      <a:pt x="515" y="123"/>
                    </a:lnTo>
                    <a:lnTo>
                      <a:pt x="510" y="124"/>
                    </a:lnTo>
                    <a:lnTo>
                      <a:pt x="503" y="124"/>
                    </a:lnTo>
                    <a:lnTo>
                      <a:pt x="497" y="124"/>
                    </a:lnTo>
                    <a:lnTo>
                      <a:pt x="489" y="124"/>
                    </a:lnTo>
                    <a:lnTo>
                      <a:pt x="482" y="124"/>
                    </a:lnTo>
                    <a:lnTo>
                      <a:pt x="475" y="124"/>
                    </a:lnTo>
                    <a:lnTo>
                      <a:pt x="470" y="123"/>
                    </a:lnTo>
                    <a:lnTo>
                      <a:pt x="464" y="123"/>
                    </a:lnTo>
                    <a:lnTo>
                      <a:pt x="458" y="122"/>
                    </a:lnTo>
                    <a:lnTo>
                      <a:pt x="452" y="121"/>
                    </a:lnTo>
                    <a:lnTo>
                      <a:pt x="447" y="119"/>
                    </a:lnTo>
                    <a:lnTo>
                      <a:pt x="441" y="116"/>
                    </a:lnTo>
                    <a:lnTo>
                      <a:pt x="434" y="114"/>
                    </a:lnTo>
                    <a:lnTo>
                      <a:pt x="429" y="113"/>
                    </a:lnTo>
                    <a:lnTo>
                      <a:pt x="425" y="112"/>
                    </a:lnTo>
                    <a:lnTo>
                      <a:pt x="421" y="112"/>
                    </a:lnTo>
                    <a:lnTo>
                      <a:pt x="414" y="114"/>
                    </a:lnTo>
                    <a:lnTo>
                      <a:pt x="405" y="119"/>
                    </a:lnTo>
                    <a:lnTo>
                      <a:pt x="396" y="122"/>
                    </a:lnTo>
                    <a:lnTo>
                      <a:pt x="390" y="123"/>
                    </a:lnTo>
                    <a:lnTo>
                      <a:pt x="387" y="123"/>
                    </a:lnTo>
                    <a:lnTo>
                      <a:pt x="381" y="123"/>
                    </a:lnTo>
                    <a:lnTo>
                      <a:pt x="375" y="123"/>
                    </a:lnTo>
                    <a:lnTo>
                      <a:pt x="368" y="122"/>
                    </a:lnTo>
                    <a:lnTo>
                      <a:pt x="361" y="121"/>
                    </a:lnTo>
                    <a:lnTo>
                      <a:pt x="356" y="120"/>
                    </a:lnTo>
                    <a:lnTo>
                      <a:pt x="350" y="118"/>
                    </a:lnTo>
                    <a:lnTo>
                      <a:pt x="346" y="114"/>
                    </a:lnTo>
                    <a:lnTo>
                      <a:pt x="341" y="107"/>
                    </a:lnTo>
                    <a:lnTo>
                      <a:pt x="335" y="103"/>
                    </a:lnTo>
                    <a:lnTo>
                      <a:pt x="329" y="99"/>
                    </a:lnTo>
                    <a:lnTo>
                      <a:pt x="322" y="97"/>
                    </a:lnTo>
                    <a:lnTo>
                      <a:pt x="315" y="97"/>
                    </a:lnTo>
                    <a:lnTo>
                      <a:pt x="308" y="99"/>
                    </a:lnTo>
                    <a:lnTo>
                      <a:pt x="301" y="103"/>
                    </a:lnTo>
                    <a:lnTo>
                      <a:pt x="296" y="105"/>
                    </a:lnTo>
                    <a:lnTo>
                      <a:pt x="285" y="106"/>
                    </a:lnTo>
                    <a:lnTo>
                      <a:pt x="273" y="103"/>
                    </a:lnTo>
                    <a:lnTo>
                      <a:pt x="260" y="96"/>
                    </a:lnTo>
                    <a:lnTo>
                      <a:pt x="246" y="86"/>
                    </a:lnTo>
                    <a:lnTo>
                      <a:pt x="234" y="76"/>
                    </a:lnTo>
                    <a:lnTo>
                      <a:pt x="223" y="66"/>
                    </a:lnTo>
                    <a:lnTo>
                      <a:pt x="214" y="55"/>
                    </a:lnTo>
                    <a:lnTo>
                      <a:pt x="207" y="47"/>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2" name="Freeform 143">
                <a:extLst>
                  <a:ext uri="{FF2B5EF4-FFF2-40B4-BE49-F238E27FC236}">
                    <a16:creationId xmlns:a16="http://schemas.microsoft.com/office/drawing/2014/main" id="{6B702223-BC27-4EB8-8A2D-26A33BF832A3}"/>
                  </a:ext>
                </a:extLst>
              </p:cNvPr>
              <p:cNvSpPr>
                <a:spLocks/>
              </p:cNvSpPr>
              <p:nvPr/>
            </p:nvSpPr>
            <p:spPr bwMode="auto">
              <a:xfrm>
                <a:off x="3561" y="3104"/>
                <a:ext cx="297" cy="216"/>
              </a:xfrm>
              <a:custGeom>
                <a:avLst/>
                <a:gdLst>
                  <a:gd name="T0" fmla="*/ 152 w 545"/>
                  <a:gd name="T1" fmla="*/ 131 h 395"/>
                  <a:gd name="T2" fmla="*/ 131 w 545"/>
                  <a:gd name="T3" fmla="*/ 157 h 395"/>
                  <a:gd name="T4" fmla="*/ 118 w 545"/>
                  <a:gd name="T5" fmla="*/ 113 h 395"/>
                  <a:gd name="T6" fmla="*/ 100 w 545"/>
                  <a:gd name="T7" fmla="*/ 120 h 395"/>
                  <a:gd name="T8" fmla="*/ 92 w 545"/>
                  <a:gd name="T9" fmla="*/ 143 h 395"/>
                  <a:gd name="T10" fmla="*/ 74 w 545"/>
                  <a:gd name="T11" fmla="*/ 155 h 395"/>
                  <a:gd name="T12" fmla="*/ 53 w 545"/>
                  <a:gd name="T13" fmla="*/ 132 h 395"/>
                  <a:gd name="T14" fmla="*/ 58 w 545"/>
                  <a:gd name="T15" fmla="*/ 104 h 395"/>
                  <a:gd name="T16" fmla="*/ 62 w 545"/>
                  <a:gd name="T17" fmla="*/ 79 h 395"/>
                  <a:gd name="T18" fmla="*/ 50 w 545"/>
                  <a:gd name="T19" fmla="*/ 57 h 395"/>
                  <a:gd name="T20" fmla="*/ 46 w 545"/>
                  <a:gd name="T21" fmla="*/ 87 h 395"/>
                  <a:gd name="T22" fmla="*/ 43 w 545"/>
                  <a:gd name="T23" fmla="*/ 112 h 395"/>
                  <a:gd name="T24" fmla="*/ 41 w 545"/>
                  <a:gd name="T25" fmla="*/ 162 h 395"/>
                  <a:gd name="T26" fmla="*/ 27 w 545"/>
                  <a:gd name="T27" fmla="*/ 132 h 395"/>
                  <a:gd name="T28" fmla="*/ 13 w 545"/>
                  <a:gd name="T29" fmla="*/ 111 h 395"/>
                  <a:gd name="T30" fmla="*/ 21 w 545"/>
                  <a:gd name="T31" fmla="*/ 106 h 395"/>
                  <a:gd name="T32" fmla="*/ 33 w 545"/>
                  <a:gd name="T33" fmla="*/ 119 h 395"/>
                  <a:gd name="T34" fmla="*/ 28 w 545"/>
                  <a:gd name="T35" fmla="*/ 85 h 395"/>
                  <a:gd name="T36" fmla="*/ 21 w 545"/>
                  <a:gd name="T37" fmla="*/ 66 h 395"/>
                  <a:gd name="T38" fmla="*/ 20 w 545"/>
                  <a:gd name="T39" fmla="*/ 51 h 395"/>
                  <a:gd name="T40" fmla="*/ 5 w 545"/>
                  <a:gd name="T41" fmla="*/ 29 h 395"/>
                  <a:gd name="T42" fmla="*/ 1 w 545"/>
                  <a:gd name="T43" fmla="*/ 15 h 395"/>
                  <a:gd name="T44" fmla="*/ 3 w 545"/>
                  <a:gd name="T45" fmla="*/ 4 h 395"/>
                  <a:gd name="T46" fmla="*/ 16 w 545"/>
                  <a:gd name="T47" fmla="*/ 8 h 395"/>
                  <a:gd name="T48" fmla="*/ 28 w 545"/>
                  <a:gd name="T49" fmla="*/ 20 h 395"/>
                  <a:gd name="T50" fmla="*/ 53 w 545"/>
                  <a:gd name="T51" fmla="*/ 33 h 395"/>
                  <a:gd name="T52" fmla="*/ 79 w 545"/>
                  <a:gd name="T53" fmla="*/ 51 h 395"/>
                  <a:gd name="T54" fmla="*/ 98 w 545"/>
                  <a:gd name="T55" fmla="*/ 63 h 395"/>
                  <a:gd name="T56" fmla="*/ 111 w 545"/>
                  <a:gd name="T57" fmla="*/ 78 h 395"/>
                  <a:gd name="T58" fmla="*/ 136 w 545"/>
                  <a:gd name="T59" fmla="*/ 95 h 395"/>
                  <a:gd name="T60" fmla="*/ 174 w 545"/>
                  <a:gd name="T61" fmla="*/ 121 h 395"/>
                  <a:gd name="T62" fmla="*/ 186 w 545"/>
                  <a:gd name="T63" fmla="*/ 130 h 395"/>
                  <a:gd name="T64" fmla="*/ 201 w 545"/>
                  <a:gd name="T65" fmla="*/ 132 h 395"/>
                  <a:gd name="T66" fmla="*/ 225 w 545"/>
                  <a:gd name="T67" fmla="*/ 142 h 395"/>
                  <a:gd name="T68" fmla="*/ 261 w 545"/>
                  <a:gd name="T69" fmla="*/ 158 h 395"/>
                  <a:gd name="T70" fmla="*/ 276 w 545"/>
                  <a:gd name="T71" fmla="*/ 177 h 395"/>
                  <a:gd name="T72" fmla="*/ 288 w 545"/>
                  <a:gd name="T73" fmla="*/ 185 h 395"/>
                  <a:gd name="T74" fmla="*/ 296 w 545"/>
                  <a:gd name="T75" fmla="*/ 190 h 395"/>
                  <a:gd name="T76" fmla="*/ 281 w 545"/>
                  <a:gd name="T77" fmla="*/ 195 h 395"/>
                  <a:gd name="T78" fmla="*/ 260 w 545"/>
                  <a:gd name="T79" fmla="*/ 211 h 395"/>
                  <a:gd name="T80" fmla="*/ 249 w 545"/>
                  <a:gd name="T81" fmla="*/ 210 h 395"/>
                  <a:gd name="T82" fmla="*/ 239 w 545"/>
                  <a:gd name="T83" fmla="*/ 209 h 395"/>
                  <a:gd name="T84" fmla="*/ 228 w 545"/>
                  <a:gd name="T85" fmla="*/ 214 h 395"/>
                  <a:gd name="T86" fmla="*/ 227 w 545"/>
                  <a:gd name="T87" fmla="*/ 198 h 395"/>
                  <a:gd name="T88" fmla="*/ 240 w 545"/>
                  <a:gd name="T89" fmla="*/ 177 h 395"/>
                  <a:gd name="T90" fmla="*/ 239 w 545"/>
                  <a:gd name="T91" fmla="*/ 172 h 395"/>
                  <a:gd name="T92" fmla="*/ 222 w 545"/>
                  <a:gd name="T93" fmla="*/ 187 h 395"/>
                  <a:gd name="T94" fmla="*/ 203 w 545"/>
                  <a:gd name="T95" fmla="*/ 181 h 395"/>
                  <a:gd name="T96" fmla="*/ 193 w 545"/>
                  <a:gd name="T97" fmla="*/ 165 h 395"/>
                  <a:gd name="T98" fmla="*/ 184 w 545"/>
                  <a:gd name="T99" fmla="*/ 164 h 395"/>
                  <a:gd name="T100" fmla="*/ 173 w 545"/>
                  <a:gd name="T101" fmla="*/ 173 h 395"/>
                  <a:gd name="T102" fmla="*/ 163 w 545"/>
                  <a:gd name="T103" fmla="*/ 179 h 395"/>
                  <a:gd name="T104" fmla="*/ 163 w 545"/>
                  <a:gd name="T105" fmla="*/ 164 h 395"/>
                  <a:gd name="T106" fmla="*/ 175 w 545"/>
                  <a:gd name="T107" fmla="*/ 148 h 395"/>
                  <a:gd name="T108" fmla="*/ 165 w 545"/>
                  <a:gd name="T109" fmla="*/ 145 h 395"/>
                  <a:gd name="T110" fmla="*/ 151 w 545"/>
                  <a:gd name="T111" fmla="*/ 159 h 395"/>
                  <a:gd name="T112" fmla="*/ 140 w 545"/>
                  <a:gd name="T113" fmla="*/ 172 h 395"/>
                  <a:gd name="T114" fmla="*/ 140 w 545"/>
                  <a:gd name="T115" fmla="*/ 153 h 395"/>
                  <a:gd name="T116" fmla="*/ 166 w 545"/>
                  <a:gd name="T117" fmla="*/ 129 h 39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45" h="395">
                    <a:moveTo>
                      <a:pt x="328" y="228"/>
                    </a:moveTo>
                    <a:lnTo>
                      <a:pt x="310" y="228"/>
                    </a:lnTo>
                    <a:lnTo>
                      <a:pt x="294" y="232"/>
                    </a:lnTo>
                    <a:lnTo>
                      <a:pt x="279" y="240"/>
                    </a:lnTo>
                    <a:lnTo>
                      <a:pt x="266" y="249"/>
                    </a:lnTo>
                    <a:lnTo>
                      <a:pt x="255" y="261"/>
                    </a:lnTo>
                    <a:lnTo>
                      <a:pt x="247" y="274"/>
                    </a:lnTo>
                    <a:lnTo>
                      <a:pt x="240" y="288"/>
                    </a:lnTo>
                    <a:lnTo>
                      <a:pt x="235" y="302"/>
                    </a:lnTo>
                    <a:lnTo>
                      <a:pt x="231" y="273"/>
                    </a:lnTo>
                    <a:lnTo>
                      <a:pt x="225" y="237"/>
                    </a:lnTo>
                    <a:lnTo>
                      <a:pt x="217" y="207"/>
                    </a:lnTo>
                    <a:lnTo>
                      <a:pt x="203" y="194"/>
                    </a:lnTo>
                    <a:lnTo>
                      <a:pt x="195" y="197"/>
                    </a:lnTo>
                    <a:lnTo>
                      <a:pt x="188" y="206"/>
                    </a:lnTo>
                    <a:lnTo>
                      <a:pt x="183" y="220"/>
                    </a:lnTo>
                    <a:lnTo>
                      <a:pt x="180" y="234"/>
                    </a:lnTo>
                    <a:lnTo>
                      <a:pt x="178" y="242"/>
                    </a:lnTo>
                    <a:lnTo>
                      <a:pt x="174" y="251"/>
                    </a:lnTo>
                    <a:lnTo>
                      <a:pt x="168" y="261"/>
                    </a:lnTo>
                    <a:lnTo>
                      <a:pt x="163" y="271"/>
                    </a:lnTo>
                    <a:lnTo>
                      <a:pt x="155" y="279"/>
                    </a:lnTo>
                    <a:lnTo>
                      <a:pt x="145" y="283"/>
                    </a:lnTo>
                    <a:lnTo>
                      <a:pt x="135" y="283"/>
                    </a:lnTo>
                    <a:lnTo>
                      <a:pt x="122" y="278"/>
                    </a:lnTo>
                    <a:lnTo>
                      <a:pt x="110" y="266"/>
                    </a:lnTo>
                    <a:lnTo>
                      <a:pt x="103" y="255"/>
                    </a:lnTo>
                    <a:lnTo>
                      <a:pt x="98" y="242"/>
                    </a:lnTo>
                    <a:lnTo>
                      <a:pt x="98" y="228"/>
                    </a:lnTo>
                    <a:lnTo>
                      <a:pt x="100" y="214"/>
                    </a:lnTo>
                    <a:lnTo>
                      <a:pt x="104" y="202"/>
                    </a:lnTo>
                    <a:lnTo>
                      <a:pt x="107" y="190"/>
                    </a:lnTo>
                    <a:lnTo>
                      <a:pt x="112" y="179"/>
                    </a:lnTo>
                    <a:lnTo>
                      <a:pt x="114" y="168"/>
                    </a:lnTo>
                    <a:lnTo>
                      <a:pt x="114" y="157"/>
                    </a:lnTo>
                    <a:lnTo>
                      <a:pt x="113" y="145"/>
                    </a:lnTo>
                    <a:lnTo>
                      <a:pt x="110" y="135"/>
                    </a:lnTo>
                    <a:lnTo>
                      <a:pt x="105" y="124"/>
                    </a:lnTo>
                    <a:lnTo>
                      <a:pt x="99" y="114"/>
                    </a:lnTo>
                    <a:lnTo>
                      <a:pt x="92" y="105"/>
                    </a:lnTo>
                    <a:lnTo>
                      <a:pt x="84" y="96"/>
                    </a:lnTo>
                    <a:lnTo>
                      <a:pt x="89" y="116"/>
                    </a:lnTo>
                    <a:lnTo>
                      <a:pt x="89" y="139"/>
                    </a:lnTo>
                    <a:lnTo>
                      <a:pt x="85" y="159"/>
                    </a:lnTo>
                    <a:lnTo>
                      <a:pt x="82" y="173"/>
                    </a:lnTo>
                    <a:lnTo>
                      <a:pt x="80" y="182"/>
                    </a:lnTo>
                    <a:lnTo>
                      <a:pt x="78" y="194"/>
                    </a:lnTo>
                    <a:lnTo>
                      <a:pt x="78" y="205"/>
                    </a:lnTo>
                    <a:lnTo>
                      <a:pt x="80" y="218"/>
                    </a:lnTo>
                    <a:lnTo>
                      <a:pt x="82" y="248"/>
                    </a:lnTo>
                    <a:lnTo>
                      <a:pt x="81" y="273"/>
                    </a:lnTo>
                    <a:lnTo>
                      <a:pt x="75" y="297"/>
                    </a:lnTo>
                    <a:lnTo>
                      <a:pt x="64" y="323"/>
                    </a:lnTo>
                    <a:lnTo>
                      <a:pt x="64" y="290"/>
                    </a:lnTo>
                    <a:lnTo>
                      <a:pt x="58" y="261"/>
                    </a:lnTo>
                    <a:lnTo>
                      <a:pt x="49" y="241"/>
                    </a:lnTo>
                    <a:lnTo>
                      <a:pt x="40" y="229"/>
                    </a:lnTo>
                    <a:lnTo>
                      <a:pt x="32" y="221"/>
                    </a:lnTo>
                    <a:lnTo>
                      <a:pt x="27" y="212"/>
                    </a:lnTo>
                    <a:lnTo>
                      <a:pt x="23" y="203"/>
                    </a:lnTo>
                    <a:lnTo>
                      <a:pt x="27" y="194"/>
                    </a:lnTo>
                    <a:lnTo>
                      <a:pt x="30" y="191"/>
                    </a:lnTo>
                    <a:lnTo>
                      <a:pt x="35" y="191"/>
                    </a:lnTo>
                    <a:lnTo>
                      <a:pt x="39" y="194"/>
                    </a:lnTo>
                    <a:lnTo>
                      <a:pt x="44" y="198"/>
                    </a:lnTo>
                    <a:lnTo>
                      <a:pt x="50" y="204"/>
                    </a:lnTo>
                    <a:lnTo>
                      <a:pt x="54" y="210"/>
                    </a:lnTo>
                    <a:lnTo>
                      <a:pt x="60" y="217"/>
                    </a:lnTo>
                    <a:lnTo>
                      <a:pt x="65" y="223"/>
                    </a:lnTo>
                    <a:lnTo>
                      <a:pt x="65" y="203"/>
                    </a:lnTo>
                    <a:lnTo>
                      <a:pt x="59" y="177"/>
                    </a:lnTo>
                    <a:lnTo>
                      <a:pt x="51" y="156"/>
                    </a:lnTo>
                    <a:lnTo>
                      <a:pt x="44" y="143"/>
                    </a:lnTo>
                    <a:lnTo>
                      <a:pt x="39" y="136"/>
                    </a:lnTo>
                    <a:lnTo>
                      <a:pt x="38" y="128"/>
                    </a:lnTo>
                    <a:lnTo>
                      <a:pt x="38" y="121"/>
                    </a:lnTo>
                    <a:lnTo>
                      <a:pt x="40" y="114"/>
                    </a:lnTo>
                    <a:lnTo>
                      <a:pt x="42" y="109"/>
                    </a:lnTo>
                    <a:lnTo>
                      <a:pt x="39" y="103"/>
                    </a:lnTo>
                    <a:lnTo>
                      <a:pt x="36" y="93"/>
                    </a:lnTo>
                    <a:lnTo>
                      <a:pt x="31" y="84"/>
                    </a:lnTo>
                    <a:lnTo>
                      <a:pt x="24" y="74"/>
                    </a:lnTo>
                    <a:lnTo>
                      <a:pt x="17" y="63"/>
                    </a:lnTo>
                    <a:lnTo>
                      <a:pt x="9" y="53"/>
                    </a:lnTo>
                    <a:lnTo>
                      <a:pt x="0" y="43"/>
                    </a:lnTo>
                    <a:lnTo>
                      <a:pt x="1" y="37"/>
                    </a:lnTo>
                    <a:lnTo>
                      <a:pt x="2" y="31"/>
                    </a:lnTo>
                    <a:lnTo>
                      <a:pt x="2" y="27"/>
                    </a:lnTo>
                    <a:lnTo>
                      <a:pt x="2" y="23"/>
                    </a:lnTo>
                    <a:lnTo>
                      <a:pt x="2" y="18"/>
                    </a:lnTo>
                    <a:lnTo>
                      <a:pt x="5" y="13"/>
                    </a:lnTo>
                    <a:lnTo>
                      <a:pt x="6" y="7"/>
                    </a:lnTo>
                    <a:lnTo>
                      <a:pt x="9" y="0"/>
                    </a:lnTo>
                    <a:lnTo>
                      <a:pt x="19" y="3"/>
                    </a:lnTo>
                    <a:lnTo>
                      <a:pt x="26" y="8"/>
                    </a:lnTo>
                    <a:lnTo>
                      <a:pt x="30" y="14"/>
                    </a:lnTo>
                    <a:lnTo>
                      <a:pt x="35" y="21"/>
                    </a:lnTo>
                    <a:lnTo>
                      <a:pt x="38" y="27"/>
                    </a:lnTo>
                    <a:lnTo>
                      <a:pt x="44" y="32"/>
                    </a:lnTo>
                    <a:lnTo>
                      <a:pt x="51" y="37"/>
                    </a:lnTo>
                    <a:lnTo>
                      <a:pt x="62" y="41"/>
                    </a:lnTo>
                    <a:lnTo>
                      <a:pt x="73" y="45"/>
                    </a:lnTo>
                    <a:lnTo>
                      <a:pt x="84" y="52"/>
                    </a:lnTo>
                    <a:lnTo>
                      <a:pt x="97" y="60"/>
                    </a:lnTo>
                    <a:lnTo>
                      <a:pt x="111" y="69"/>
                    </a:lnTo>
                    <a:lnTo>
                      <a:pt x="123" y="80"/>
                    </a:lnTo>
                    <a:lnTo>
                      <a:pt x="136" y="88"/>
                    </a:lnTo>
                    <a:lnTo>
                      <a:pt x="145" y="94"/>
                    </a:lnTo>
                    <a:lnTo>
                      <a:pt x="153" y="98"/>
                    </a:lnTo>
                    <a:lnTo>
                      <a:pt x="164" y="103"/>
                    </a:lnTo>
                    <a:lnTo>
                      <a:pt x="173" y="109"/>
                    </a:lnTo>
                    <a:lnTo>
                      <a:pt x="180" y="116"/>
                    </a:lnTo>
                    <a:lnTo>
                      <a:pt x="187" y="123"/>
                    </a:lnTo>
                    <a:lnTo>
                      <a:pt x="193" y="130"/>
                    </a:lnTo>
                    <a:lnTo>
                      <a:pt x="198" y="136"/>
                    </a:lnTo>
                    <a:lnTo>
                      <a:pt x="203" y="142"/>
                    </a:lnTo>
                    <a:lnTo>
                      <a:pt x="209" y="146"/>
                    </a:lnTo>
                    <a:lnTo>
                      <a:pt x="217" y="152"/>
                    </a:lnTo>
                    <a:lnTo>
                      <a:pt x="232" y="161"/>
                    </a:lnTo>
                    <a:lnTo>
                      <a:pt x="249" y="174"/>
                    </a:lnTo>
                    <a:lnTo>
                      <a:pt x="269" y="187"/>
                    </a:lnTo>
                    <a:lnTo>
                      <a:pt x="288" y="200"/>
                    </a:lnTo>
                    <a:lnTo>
                      <a:pt x="307" y="213"/>
                    </a:lnTo>
                    <a:lnTo>
                      <a:pt x="320" y="222"/>
                    </a:lnTo>
                    <a:lnTo>
                      <a:pt x="328" y="228"/>
                    </a:lnTo>
                    <a:lnTo>
                      <a:pt x="333" y="232"/>
                    </a:lnTo>
                    <a:lnTo>
                      <a:pt x="338" y="235"/>
                    </a:lnTo>
                    <a:lnTo>
                      <a:pt x="342" y="237"/>
                    </a:lnTo>
                    <a:lnTo>
                      <a:pt x="347" y="238"/>
                    </a:lnTo>
                    <a:lnTo>
                      <a:pt x="356" y="240"/>
                    </a:lnTo>
                    <a:lnTo>
                      <a:pt x="363" y="240"/>
                    </a:lnTo>
                    <a:lnTo>
                      <a:pt x="369" y="241"/>
                    </a:lnTo>
                    <a:lnTo>
                      <a:pt x="373" y="243"/>
                    </a:lnTo>
                    <a:lnTo>
                      <a:pt x="381" y="247"/>
                    </a:lnTo>
                    <a:lnTo>
                      <a:pt x="395" y="252"/>
                    </a:lnTo>
                    <a:lnTo>
                      <a:pt x="413" y="259"/>
                    </a:lnTo>
                    <a:lnTo>
                      <a:pt x="432" y="266"/>
                    </a:lnTo>
                    <a:lnTo>
                      <a:pt x="451" y="274"/>
                    </a:lnTo>
                    <a:lnTo>
                      <a:pt x="467" y="282"/>
                    </a:lnTo>
                    <a:lnTo>
                      <a:pt x="479" y="289"/>
                    </a:lnTo>
                    <a:lnTo>
                      <a:pt x="486" y="296"/>
                    </a:lnTo>
                    <a:lnTo>
                      <a:pt x="493" y="306"/>
                    </a:lnTo>
                    <a:lnTo>
                      <a:pt x="500" y="316"/>
                    </a:lnTo>
                    <a:lnTo>
                      <a:pt x="506" y="323"/>
                    </a:lnTo>
                    <a:lnTo>
                      <a:pt x="510" y="329"/>
                    </a:lnTo>
                    <a:lnTo>
                      <a:pt x="517" y="332"/>
                    </a:lnTo>
                    <a:lnTo>
                      <a:pt x="523" y="335"/>
                    </a:lnTo>
                    <a:lnTo>
                      <a:pt x="529" y="339"/>
                    </a:lnTo>
                    <a:lnTo>
                      <a:pt x="535" y="342"/>
                    </a:lnTo>
                    <a:lnTo>
                      <a:pt x="538" y="344"/>
                    </a:lnTo>
                    <a:lnTo>
                      <a:pt x="540" y="347"/>
                    </a:lnTo>
                    <a:lnTo>
                      <a:pt x="543" y="348"/>
                    </a:lnTo>
                    <a:lnTo>
                      <a:pt x="545" y="350"/>
                    </a:lnTo>
                    <a:lnTo>
                      <a:pt x="536" y="350"/>
                    </a:lnTo>
                    <a:lnTo>
                      <a:pt x="525" y="352"/>
                    </a:lnTo>
                    <a:lnTo>
                      <a:pt x="515" y="356"/>
                    </a:lnTo>
                    <a:lnTo>
                      <a:pt x="505" y="362"/>
                    </a:lnTo>
                    <a:lnTo>
                      <a:pt x="495" y="369"/>
                    </a:lnTo>
                    <a:lnTo>
                      <a:pt x="486" y="377"/>
                    </a:lnTo>
                    <a:lnTo>
                      <a:pt x="478" y="385"/>
                    </a:lnTo>
                    <a:lnTo>
                      <a:pt x="471" y="393"/>
                    </a:lnTo>
                    <a:lnTo>
                      <a:pt x="468" y="389"/>
                    </a:lnTo>
                    <a:lnTo>
                      <a:pt x="463" y="387"/>
                    </a:lnTo>
                    <a:lnTo>
                      <a:pt x="457" y="384"/>
                    </a:lnTo>
                    <a:lnTo>
                      <a:pt x="452" y="381"/>
                    </a:lnTo>
                    <a:lnTo>
                      <a:pt x="448" y="380"/>
                    </a:lnTo>
                    <a:lnTo>
                      <a:pt x="444" y="381"/>
                    </a:lnTo>
                    <a:lnTo>
                      <a:pt x="439" y="382"/>
                    </a:lnTo>
                    <a:lnTo>
                      <a:pt x="434" y="384"/>
                    </a:lnTo>
                    <a:lnTo>
                      <a:pt x="429" y="386"/>
                    </a:lnTo>
                    <a:lnTo>
                      <a:pt x="424" y="389"/>
                    </a:lnTo>
                    <a:lnTo>
                      <a:pt x="419" y="392"/>
                    </a:lnTo>
                    <a:lnTo>
                      <a:pt x="415" y="395"/>
                    </a:lnTo>
                    <a:lnTo>
                      <a:pt x="414" y="384"/>
                    </a:lnTo>
                    <a:lnTo>
                      <a:pt x="415" y="372"/>
                    </a:lnTo>
                    <a:lnTo>
                      <a:pt x="416" y="362"/>
                    </a:lnTo>
                    <a:lnTo>
                      <a:pt x="418" y="351"/>
                    </a:lnTo>
                    <a:lnTo>
                      <a:pt x="424" y="341"/>
                    </a:lnTo>
                    <a:lnTo>
                      <a:pt x="431" y="332"/>
                    </a:lnTo>
                    <a:lnTo>
                      <a:pt x="441" y="323"/>
                    </a:lnTo>
                    <a:lnTo>
                      <a:pt x="455" y="316"/>
                    </a:lnTo>
                    <a:lnTo>
                      <a:pt x="451" y="314"/>
                    </a:lnTo>
                    <a:lnTo>
                      <a:pt x="446" y="313"/>
                    </a:lnTo>
                    <a:lnTo>
                      <a:pt x="439" y="314"/>
                    </a:lnTo>
                    <a:lnTo>
                      <a:pt x="432" y="316"/>
                    </a:lnTo>
                    <a:lnTo>
                      <a:pt x="425" y="321"/>
                    </a:lnTo>
                    <a:lnTo>
                      <a:pt x="417" y="329"/>
                    </a:lnTo>
                    <a:lnTo>
                      <a:pt x="408" y="342"/>
                    </a:lnTo>
                    <a:lnTo>
                      <a:pt x="400" y="361"/>
                    </a:lnTo>
                    <a:lnTo>
                      <a:pt x="390" y="354"/>
                    </a:lnTo>
                    <a:lnTo>
                      <a:pt x="381" y="343"/>
                    </a:lnTo>
                    <a:lnTo>
                      <a:pt x="373" y="331"/>
                    </a:lnTo>
                    <a:lnTo>
                      <a:pt x="366" y="318"/>
                    </a:lnTo>
                    <a:lnTo>
                      <a:pt x="363" y="311"/>
                    </a:lnTo>
                    <a:lnTo>
                      <a:pt x="358" y="306"/>
                    </a:lnTo>
                    <a:lnTo>
                      <a:pt x="354" y="302"/>
                    </a:lnTo>
                    <a:lnTo>
                      <a:pt x="350" y="300"/>
                    </a:lnTo>
                    <a:lnTo>
                      <a:pt x="346" y="298"/>
                    </a:lnTo>
                    <a:lnTo>
                      <a:pt x="341" y="298"/>
                    </a:lnTo>
                    <a:lnTo>
                      <a:pt x="337" y="300"/>
                    </a:lnTo>
                    <a:lnTo>
                      <a:pt x="332" y="303"/>
                    </a:lnTo>
                    <a:lnTo>
                      <a:pt x="327" y="308"/>
                    </a:lnTo>
                    <a:lnTo>
                      <a:pt x="323" y="312"/>
                    </a:lnTo>
                    <a:lnTo>
                      <a:pt x="317" y="317"/>
                    </a:lnTo>
                    <a:lnTo>
                      <a:pt x="312" y="321"/>
                    </a:lnTo>
                    <a:lnTo>
                      <a:pt x="308" y="325"/>
                    </a:lnTo>
                    <a:lnTo>
                      <a:pt x="303" y="327"/>
                    </a:lnTo>
                    <a:lnTo>
                      <a:pt x="300" y="327"/>
                    </a:lnTo>
                    <a:lnTo>
                      <a:pt x="295" y="326"/>
                    </a:lnTo>
                    <a:lnTo>
                      <a:pt x="292" y="318"/>
                    </a:lnTo>
                    <a:lnTo>
                      <a:pt x="294" y="309"/>
                    </a:lnTo>
                    <a:lnTo>
                      <a:pt x="299" y="300"/>
                    </a:lnTo>
                    <a:lnTo>
                      <a:pt x="305" y="293"/>
                    </a:lnTo>
                    <a:lnTo>
                      <a:pt x="312" y="286"/>
                    </a:lnTo>
                    <a:lnTo>
                      <a:pt x="319" y="279"/>
                    </a:lnTo>
                    <a:lnTo>
                      <a:pt x="322" y="271"/>
                    </a:lnTo>
                    <a:lnTo>
                      <a:pt x="318" y="264"/>
                    </a:lnTo>
                    <a:lnTo>
                      <a:pt x="313" y="261"/>
                    </a:lnTo>
                    <a:lnTo>
                      <a:pt x="308" y="263"/>
                    </a:lnTo>
                    <a:lnTo>
                      <a:pt x="302" y="266"/>
                    </a:lnTo>
                    <a:lnTo>
                      <a:pt x="296" y="271"/>
                    </a:lnTo>
                    <a:lnTo>
                      <a:pt x="289" y="278"/>
                    </a:lnTo>
                    <a:lnTo>
                      <a:pt x="284" y="285"/>
                    </a:lnTo>
                    <a:lnTo>
                      <a:pt x="278" y="291"/>
                    </a:lnTo>
                    <a:lnTo>
                      <a:pt x="273" y="298"/>
                    </a:lnTo>
                    <a:lnTo>
                      <a:pt x="266" y="309"/>
                    </a:lnTo>
                    <a:lnTo>
                      <a:pt x="262" y="313"/>
                    </a:lnTo>
                    <a:lnTo>
                      <a:pt x="257" y="314"/>
                    </a:lnTo>
                    <a:lnTo>
                      <a:pt x="252" y="314"/>
                    </a:lnTo>
                    <a:lnTo>
                      <a:pt x="251" y="304"/>
                    </a:lnTo>
                    <a:lnTo>
                      <a:pt x="252" y="293"/>
                    </a:lnTo>
                    <a:lnTo>
                      <a:pt x="256" y="280"/>
                    </a:lnTo>
                    <a:lnTo>
                      <a:pt x="263" y="268"/>
                    </a:lnTo>
                    <a:lnTo>
                      <a:pt x="273" y="257"/>
                    </a:lnTo>
                    <a:lnTo>
                      <a:pt x="287" y="245"/>
                    </a:lnTo>
                    <a:lnTo>
                      <a:pt x="305" y="236"/>
                    </a:lnTo>
                    <a:lnTo>
                      <a:pt x="328" y="228"/>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3" name="Freeform 144">
                <a:extLst>
                  <a:ext uri="{FF2B5EF4-FFF2-40B4-BE49-F238E27FC236}">
                    <a16:creationId xmlns:a16="http://schemas.microsoft.com/office/drawing/2014/main" id="{5F5536AB-A8EF-4FD8-A350-44FDD260ABD6}"/>
                  </a:ext>
                </a:extLst>
              </p:cNvPr>
              <p:cNvSpPr>
                <a:spLocks/>
              </p:cNvSpPr>
              <p:nvPr/>
            </p:nvSpPr>
            <p:spPr bwMode="auto">
              <a:xfrm>
                <a:off x="3637" y="3341"/>
                <a:ext cx="24" cy="13"/>
              </a:xfrm>
              <a:custGeom>
                <a:avLst/>
                <a:gdLst>
                  <a:gd name="T0" fmla="*/ 24 w 44"/>
                  <a:gd name="T1" fmla="*/ 5 h 24"/>
                  <a:gd name="T2" fmla="*/ 22 w 44"/>
                  <a:gd name="T3" fmla="*/ 5 h 24"/>
                  <a:gd name="T4" fmla="*/ 19 w 44"/>
                  <a:gd name="T5" fmla="*/ 5 h 24"/>
                  <a:gd name="T6" fmla="*/ 16 w 44"/>
                  <a:gd name="T7" fmla="*/ 5 h 24"/>
                  <a:gd name="T8" fmla="*/ 12 w 44"/>
                  <a:gd name="T9" fmla="*/ 4 h 24"/>
                  <a:gd name="T10" fmla="*/ 8 w 44"/>
                  <a:gd name="T11" fmla="*/ 4 h 24"/>
                  <a:gd name="T12" fmla="*/ 5 w 44"/>
                  <a:gd name="T13" fmla="*/ 3 h 24"/>
                  <a:gd name="T14" fmla="*/ 2 w 44"/>
                  <a:gd name="T15" fmla="*/ 2 h 24"/>
                  <a:gd name="T16" fmla="*/ 0 w 44"/>
                  <a:gd name="T17" fmla="*/ 0 h 24"/>
                  <a:gd name="T18" fmla="*/ 4 w 44"/>
                  <a:gd name="T19" fmla="*/ 4 h 24"/>
                  <a:gd name="T20" fmla="*/ 9 w 44"/>
                  <a:gd name="T21" fmla="*/ 8 h 24"/>
                  <a:gd name="T22" fmla="*/ 13 w 44"/>
                  <a:gd name="T23" fmla="*/ 11 h 24"/>
                  <a:gd name="T24" fmla="*/ 15 w 44"/>
                  <a:gd name="T25" fmla="*/ 13 h 24"/>
                  <a:gd name="T26" fmla="*/ 17 w 44"/>
                  <a:gd name="T27" fmla="*/ 11 h 24"/>
                  <a:gd name="T28" fmla="*/ 20 w 44"/>
                  <a:gd name="T29" fmla="*/ 8 h 24"/>
                  <a:gd name="T30" fmla="*/ 22 w 44"/>
                  <a:gd name="T31" fmla="*/ 7 h 24"/>
                  <a:gd name="T32" fmla="*/ 24 w 44"/>
                  <a:gd name="T33" fmla="*/ 5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4" h="24">
                    <a:moveTo>
                      <a:pt x="44" y="9"/>
                    </a:moveTo>
                    <a:lnTo>
                      <a:pt x="41" y="9"/>
                    </a:lnTo>
                    <a:lnTo>
                      <a:pt x="35" y="9"/>
                    </a:lnTo>
                    <a:lnTo>
                      <a:pt x="29" y="9"/>
                    </a:lnTo>
                    <a:lnTo>
                      <a:pt x="22" y="8"/>
                    </a:lnTo>
                    <a:lnTo>
                      <a:pt x="15" y="7"/>
                    </a:lnTo>
                    <a:lnTo>
                      <a:pt x="10" y="6"/>
                    </a:lnTo>
                    <a:lnTo>
                      <a:pt x="4" y="4"/>
                    </a:lnTo>
                    <a:lnTo>
                      <a:pt x="0" y="0"/>
                    </a:lnTo>
                    <a:lnTo>
                      <a:pt x="8" y="8"/>
                    </a:lnTo>
                    <a:lnTo>
                      <a:pt x="17" y="15"/>
                    </a:lnTo>
                    <a:lnTo>
                      <a:pt x="23" y="21"/>
                    </a:lnTo>
                    <a:lnTo>
                      <a:pt x="27" y="24"/>
                    </a:lnTo>
                    <a:lnTo>
                      <a:pt x="31" y="20"/>
                    </a:lnTo>
                    <a:lnTo>
                      <a:pt x="36" y="15"/>
                    </a:lnTo>
                    <a:lnTo>
                      <a:pt x="41" y="12"/>
                    </a:lnTo>
                    <a:lnTo>
                      <a:pt x="44" y="9"/>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4" name="Freeform 145">
                <a:extLst>
                  <a:ext uri="{FF2B5EF4-FFF2-40B4-BE49-F238E27FC236}">
                    <a16:creationId xmlns:a16="http://schemas.microsoft.com/office/drawing/2014/main" id="{F0641073-CD30-4108-90DE-7ED17A3804BE}"/>
                  </a:ext>
                </a:extLst>
              </p:cNvPr>
              <p:cNvSpPr>
                <a:spLocks/>
              </p:cNvSpPr>
              <p:nvPr/>
            </p:nvSpPr>
            <p:spPr bwMode="auto">
              <a:xfrm>
                <a:off x="3681" y="3345"/>
                <a:ext cx="47" cy="15"/>
              </a:xfrm>
              <a:custGeom>
                <a:avLst/>
                <a:gdLst>
                  <a:gd name="T0" fmla="*/ 47 w 87"/>
                  <a:gd name="T1" fmla="*/ 0 h 26"/>
                  <a:gd name="T2" fmla="*/ 44 w 87"/>
                  <a:gd name="T3" fmla="*/ 1 h 26"/>
                  <a:gd name="T4" fmla="*/ 41 w 87"/>
                  <a:gd name="T5" fmla="*/ 1 h 26"/>
                  <a:gd name="T6" fmla="*/ 37 w 87"/>
                  <a:gd name="T7" fmla="*/ 1 h 26"/>
                  <a:gd name="T8" fmla="*/ 33 w 87"/>
                  <a:gd name="T9" fmla="*/ 1 h 26"/>
                  <a:gd name="T10" fmla="*/ 29 w 87"/>
                  <a:gd name="T11" fmla="*/ 1 h 26"/>
                  <a:gd name="T12" fmla="*/ 25 w 87"/>
                  <a:gd name="T13" fmla="*/ 1 h 26"/>
                  <a:gd name="T14" fmla="*/ 23 w 87"/>
                  <a:gd name="T15" fmla="*/ 0 h 26"/>
                  <a:gd name="T16" fmla="*/ 19 w 87"/>
                  <a:gd name="T17" fmla="*/ 0 h 26"/>
                  <a:gd name="T18" fmla="*/ 18 w 87"/>
                  <a:gd name="T19" fmla="*/ 2 h 26"/>
                  <a:gd name="T20" fmla="*/ 16 w 87"/>
                  <a:gd name="T21" fmla="*/ 3 h 26"/>
                  <a:gd name="T22" fmla="*/ 13 w 87"/>
                  <a:gd name="T23" fmla="*/ 4 h 26"/>
                  <a:gd name="T24" fmla="*/ 10 w 87"/>
                  <a:gd name="T25" fmla="*/ 6 h 26"/>
                  <a:gd name="T26" fmla="*/ 7 w 87"/>
                  <a:gd name="T27" fmla="*/ 6 h 26"/>
                  <a:gd name="T28" fmla="*/ 4 w 87"/>
                  <a:gd name="T29" fmla="*/ 7 h 26"/>
                  <a:gd name="T30" fmla="*/ 2 w 87"/>
                  <a:gd name="T31" fmla="*/ 8 h 26"/>
                  <a:gd name="T32" fmla="*/ 0 w 87"/>
                  <a:gd name="T33" fmla="*/ 9 h 26"/>
                  <a:gd name="T34" fmla="*/ 0 w 87"/>
                  <a:gd name="T35" fmla="*/ 11 h 26"/>
                  <a:gd name="T36" fmla="*/ 1 w 87"/>
                  <a:gd name="T37" fmla="*/ 12 h 26"/>
                  <a:gd name="T38" fmla="*/ 1 w 87"/>
                  <a:gd name="T39" fmla="*/ 14 h 26"/>
                  <a:gd name="T40" fmla="*/ 3 w 87"/>
                  <a:gd name="T41" fmla="*/ 15 h 26"/>
                  <a:gd name="T42" fmla="*/ 6 w 87"/>
                  <a:gd name="T43" fmla="*/ 13 h 26"/>
                  <a:gd name="T44" fmla="*/ 12 w 87"/>
                  <a:gd name="T45" fmla="*/ 12 h 26"/>
                  <a:gd name="T46" fmla="*/ 18 w 87"/>
                  <a:gd name="T47" fmla="*/ 9 h 26"/>
                  <a:gd name="T48" fmla="*/ 25 w 87"/>
                  <a:gd name="T49" fmla="*/ 7 h 26"/>
                  <a:gd name="T50" fmla="*/ 31 w 87"/>
                  <a:gd name="T51" fmla="*/ 5 h 26"/>
                  <a:gd name="T52" fmla="*/ 37 w 87"/>
                  <a:gd name="T53" fmla="*/ 3 h 26"/>
                  <a:gd name="T54" fmla="*/ 43 w 87"/>
                  <a:gd name="T55" fmla="*/ 2 h 26"/>
                  <a:gd name="T56" fmla="*/ 47 w 87"/>
                  <a:gd name="T57" fmla="*/ 0 h 2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87" h="26">
                    <a:moveTo>
                      <a:pt x="87" y="0"/>
                    </a:moveTo>
                    <a:lnTo>
                      <a:pt x="82" y="1"/>
                    </a:lnTo>
                    <a:lnTo>
                      <a:pt x="75" y="1"/>
                    </a:lnTo>
                    <a:lnTo>
                      <a:pt x="69" y="1"/>
                    </a:lnTo>
                    <a:lnTo>
                      <a:pt x="61" y="1"/>
                    </a:lnTo>
                    <a:lnTo>
                      <a:pt x="54" y="1"/>
                    </a:lnTo>
                    <a:lnTo>
                      <a:pt x="47" y="1"/>
                    </a:lnTo>
                    <a:lnTo>
                      <a:pt x="42" y="0"/>
                    </a:lnTo>
                    <a:lnTo>
                      <a:pt x="36" y="0"/>
                    </a:lnTo>
                    <a:lnTo>
                      <a:pt x="34" y="3"/>
                    </a:lnTo>
                    <a:lnTo>
                      <a:pt x="29" y="5"/>
                    </a:lnTo>
                    <a:lnTo>
                      <a:pt x="24" y="7"/>
                    </a:lnTo>
                    <a:lnTo>
                      <a:pt x="19" y="10"/>
                    </a:lnTo>
                    <a:lnTo>
                      <a:pt x="13" y="11"/>
                    </a:lnTo>
                    <a:lnTo>
                      <a:pt x="7" y="13"/>
                    </a:lnTo>
                    <a:lnTo>
                      <a:pt x="4" y="14"/>
                    </a:lnTo>
                    <a:lnTo>
                      <a:pt x="0" y="15"/>
                    </a:lnTo>
                    <a:lnTo>
                      <a:pt x="0" y="19"/>
                    </a:lnTo>
                    <a:lnTo>
                      <a:pt x="1" y="21"/>
                    </a:lnTo>
                    <a:lnTo>
                      <a:pt x="2" y="25"/>
                    </a:lnTo>
                    <a:lnTo>
                      <a:pt x="5" y="26"/>
                    </a:lnTo>
                    <a:lnTo>
                      <a:pt x="12" y="23"/>
                    </a:lnTo>
                    <a:lnTo>
                      <a:pt x="22" y="20"/>
                    </a:lnTo>
                    <a:lnTo>
                      <a:pt x="34" y="16"/>
                    </a:lnTo>
                    <a:lnTo>
                      <a:pt x="46" y="13"/>
                    </a:lnTo>
                    <a:lnTo>
                      <a:pt x="58" y="8"/>
                    </a:lnTo>
                    <a:lnTo>
                      <a:pt x="69" y="5"/>
                    </a:lnTo>
                    <a:lnTo>
                      <a:pt x="80" y="3"/>
                    </a:lnTo>
                    <a:lnTo>
                      <a:pt x="87"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5" name="Freeform 146">
                <a:extLst>
                  <a:ext uri="{FF2B5EF4-FFF2-40B4-BE49-F238E27FC236}">
                    <a16:creationId xmlns:a16="http://schemas.microsoft.com/office/drawing/2014/main" id="{4EB93812-C9B6-46EF-911F-85EF4A3598E1}"/>
                  </a:ext>
                </a:extLst>
              </p:cNvPr>
              <p:cNvSpPr>
                <a:spLocks/>
              </p:cNvSpPr>
              <p:nvPr/>
            </p:nvSpPr>
            <p:spPr bwMode="auto">
              <a:xfrm>
                <a:off x="3818" y="3291"/>
                <a:ext cx="40" cy="27"/>
              </a:xfrm>
              <a:custGeom>
                <a:avLst/>
                <a:gdLst>
                  <a:gd name="T0" fmla="*/ 35 w 74"/>
                  <a:gd name="T1" fmla="*/ 0 h 51"/>
                  <a:gd name="T2" fmla="*/ 36 w 74"/>
                  <a:gd name="T3" fmla="*/ 1 h 51"/>
                  <a:gd name="T4" fmla="*/ 37 w 74"/>
                  <a:gd name="T5" fmla="*/ 3 h 51"/>
                  <a:gd name="T6" fmla="*/ 39 w 74"/>
                  <a:gd name="T7" fmla="*/ 3 h 51"/>
                  <a:gd name="T8" fmla="*/ 40 w 74"/>
                  <a:gd name="T9" fmla="*/ 4 h 51"/>
                  <a:gd name="T10" fmla="*/ 35 w 74"/>
                  <a:gd name="T11" fmla="*/ 4 h 51"/>
                  <a:gd name="T12" fmla="*/ 29 w 74"/>
                  <a:gd name="T13" fmla="*/ 5 h 51"/>
                  <a:gd name="T14" fmla="*/ 24 w 74"/>
                  <a:gd name="T15" fmla="*/ 7 h 51"/>
                  <a:gd name="T16" fmla="*/ 18 w 74"/>
                  <a:gd name="T17" fmla="*/ 11 h 51"/>
                  <a:gd name="T18" fmla="*/ 13 w 74"/>
                  <a:gd name="T19" fmla="*/ 14 h 51"/>
                  <a:gd name="T20" fmla="*/ 8 w 74"/>
                  <a:gd name="T21" fmla="*/ 19 h 51"/>
                  <a:gd name="T22" fmla="*/ 4 w 74"/>
                  <a:gd name="T23" fmla="*/ 23 h 51"/>
                  <a:gd name="T24" fmla="*/ 0 w 74"/>
                  <a:gd name="T25" fmla="*/ 27 h 51"/>
                  <a:gd name="T26" fmla="*/ 1 w 74"/>
                  <a:gd name="T27" fmla="*/ 23 h 51"/>
                  <a:gd name="T28" fmla="*/ 3 w 74"/>
                  <a:gd name="T29" fmla="*/ 19 h 51"/>
                  <a:gd name="T30" fmla="*/ 6 w 74"/>
                  <a:gd name="T31" fmla="*/ 13 h 51"/>
                  <a:gd name="T32" fmla="*/ 11 w 74"/>
                  <a:gd name="T33" fmla="*/ 10 h 51"/>
                  <a:gd name="T34" fmla="*/ 16 w 74"/>
                  <a:gd name="T35" fmla="*/ 6 h 51"/>
                  <a:gd name="T36" fmla="*/ 21 w 74"/>
                  <a:gd name="T37" fmla="*/ 3 h 51"/>
                  <a:gd name="T38" fmla="*/ 28 w 74"/>
                  <a:gd name="T39" fmla="*/ 1 h 51"/>
                  <a:gd name="T40" fmla="*/ 35 w 74"/>
                  <a:gd name="T41" fmla="*/ 0 h 5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4" h="51">
                    <a:moveTo>
                      <a:pt x="64" y="0"/>
                    </a:moveTo>
                    <a:lnTo>
                      <a:pt x="67" y="2"/>
                    </a:lnTo>
                    <a:lnTo>
                      <a:pt x="69" y="5"/>
                    </a:lnTo>
                    <a:lnTo>
                      <a:pt x="72" y="6"/>
                    </a:lnTo>
                    <a:lnTo>
                      <a:pt x="74" y="8"/>
                    </a:lnTo>
                    <a:lnTo>
                      <a:pt x="65" y="8"/>
                    </a:lnTo>
                    <a:lnTo>
                      <a:pt x="54" y="10"/>
                    </a:lnTo>
                    <a:lnTo>
                      <a:pt x="44" y="14"/>
                    </a:lnTo>
                    <a:lnTo>
                      <a:pt x="34" y="20"/>
                    </a:lnTo>
                    <a:lnTo>
                      <a:pt x="24" y="27"/>
                    </a:lnTo>
                    <a:lnTo>
                      <a:pt x="15" y="35"/>
                    </a:lnTo>
                    <a:lnTo>
                      <a:pt x="7" y="43"/>
                    </a:lnTo>
                    <a:lnTo>
                      <a:pt x="0" y="51"/>
                    </a:lnTo>
                    <a:lnTo>
                      <a:pt x="1" y="43"/>
                    </a:lnTo>
                    <a:lnTo>
                      <a:pt x="6" y="35"/>
                    </a:lnTo>
                    <a:lnTo>
                      <a:pt x="12" y="25"/>
                    </a:lnTo>
                    <a:lnTo>
                      <a:pt x="20" y="19"/>
                    </a:lnTo>
                    <a:lnTo>
                      <a:pt x="29" y="12"/>
                    </a:lnTo>
                    <a:lnTo>
                      <a:pt x="39" y="6"/>
                    </a:lnTo>
                    <a:lnTo>
                      <a:pt x="51" y="1"/>
                    </a:lnTo>
                    <a:lnTo>
                      <a:pt x="64"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6" name="Freeform 147">
                <a:extLst>
                  <a:ext uri="{FF2B5EF4-FFF2-40B4-BE49-F238E27FC236}">
                    <a16:creationId xmlns:a16="http://schemas.microsoft.com/office/drawing/2014/main" id="{16EF8A53-A68C-4DF3-9F4A-EC230A35B3B1}"/>
                  </a:ext>
                </a:extLst>
              </p:cNvPr>
              <p:cNvSpPr>
                <a:spLocks/>
              </p:cNvSpPr>
              <p:nvPr/>
            </p:nvSpPr>
            <p:spPr bwMode="auto">
              <a:xfrm>
                <a:off x="3750" y="3234"/>
                <a:ext cx="32" cy="25"/>
              </a:xfrm>
              <a:custGeom>
                <a:avLst/>
                <a:gdLst>
                  <a:gd name="T0" fmla="*/ 14 w 59"/>
                  <a:gd name="T1" fmla="*/ 3 h 45"/>
                  <a:gd name="T2" fmla="*/ 12 w 59"/>
                  <a:gd name="T3" fmla="*/ 2 h 45"/>
                  <a:gd name="T4" fmla="*/ 9 w 59"/>
                  <a:gd name="T5" fmla="*/ 1 h 45"/>
                  <a:gd name="T6" fmla="*/ 5 w 59"/>
                  <a:gd name="T7" fmla="*/ 1 h 45"/>
                  <a:gd name="T8" fmla="*/ 0 w 59"/>
                  <a:gd name="T9" fmla="*/ 0 h 45"/>
                  <a:gd name="T10" fmla="*/ 4 w 59"/>
                  <a:gd name="T11" fmla="*/ 3 h 45"/>
                  <a:gd name="T12" fmla="*/ 8 w 59"/>
                  <a:gd name="T13" fmla="*/ 6 h 45"/>
                  <a:gd name="T14" fmla="*/ 12 w 59"/>
                  <a:gd name="T15" fmla="*/ 9 h 45"/>
                  <a:gd name="T16" fmla="*/ 16 w 59"/>
                  <a:gd name="T17" fmla="*/ 12 h 45"/>
                  <a:gd name="T18" fmla="*/ 20 w 59"/>
                  <a:gd name="T19" fmla="*/ 16 h 45"/>
                  <a:gd name="T20" fmla="*/ 23 w 59"/>
                  <a:gd name="T21" fmla="*/ 20 h 45"/>
                  <a:gd name="T22" fmla="*/ 25 w 59"/>
                  <a:gd name="T23" fmla="*/ 23 h 45"/>
                  <a:gd name="T24" fmla="*/ 27 w 59"/>
                  <a:gd name="T25" fmla="*/ 25 h 45"/>
                  <a:gd name="T26" fmla="*/ 29 w 59"/>
                  <a:gd name="T27" fmla="*/ 24 h 45"/>
                  <a:gd name="T28" fmla="*/ 31 w 59"/>
                  <a:gd name="T29" fmla="*/ 22 h 45"/>
                  <a:gd name="T30" fmla="*/ 32 w 59"/>
                  <a:gd name="T31" fmla="*/ 19 h 45"/>
                  <a:gd name="T32" fmla="*/ 30 w 59"/>
                  <a:gd name="T33" fmla="*/ 17 h 45"/>
                  <a:gd name="T34" fmla="*/ 25 w 59"/>
                  <a:gd name="T35" fmla="*/ 14 h 45"/>
                  <a:gd name="T36" fmla="*/ 21 w 59"/>
                  <a:gd name="T37" fmla="*/ 10 h 45"/>
                  <a:gd name="T38" fmla="*/ 17 w 59"/>
                  <a:gd name="T39" fmla="*/ 6 h 45"/>
                  <a:gd name="T40" fmla="*/ 14 w 59"/>
                  <a:gd name="T41" fmla="*/ 3 h 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59" h="45">
                    <a:moveTo>
                      <a:pt x="26" y="5"/>
                    </a:moveTo>
                    <a:lnTo>
                      <a:pt x="22" y="3"/>
                    </a:lnTo>
                    <a:lnTo>
                      <a:pt x="16" y="2"/>
                    </a:lnTo>
                    <a:lnTo>
                      <a:pt x="9" y="2"/>
                    </a:lnTo>
                    <a:lnTo>
                      <a:pt x="0" y="0"/>
                    </a:lnTo>
                    <a:lnTo>
                      <a:pt x="7" y="5"/>
                    </a:lnTo>
                    <a:lnTo>
                      <a:pt x="14" y="10"/>
                    </a:lnTo>
                    <a:lnTo>
                      <a:pt x="22" y="17"/>
                    </a:lnTo>
                    <a:lnTo>
                      <a:pt x="30" y="22"/>
                    </a:lnTo>
                    <a:lnTo>
                      <a:pt x="37" y="29"/>
                    </a:lnTo>
                    <a:lnTo>
                      <a:pt x="43" y="36"/>
                    </a:lnTo>
                    <a:lnTo>
                      <a:pt x="47" y="41"/>
                    </a:lnTo>
                    <a:lnTo>
                      <a:pt x="49" y="45"/>
                    </a:lnTo>
                    <a:lnTo>
                      <a:pt x="54" y="43"/>
                    </a:lnTo>
                    <a:lnTo>
                      <a:pt x="57" y="40"/>
                    </a:lnTo>
                    <a:lnTo>
                      <a:pt x="59" y="35"/>
                    </a:lnTo>
                    <a:lnTo>
                      <a:pt x="55" y="30"/>
                    </a:lnTo>
                    <a:lnTo>
                      <a:pt x="47" y="25"/>
                    </a:lnTo>
                    <a:lnTo>
                      <a:pt x="39" y="18"/>
                    </a:lnTo>
                    <a:lnTo>
                      <a:pt x="31" y="11"/>
                    </a:lnTo>
                    <a:lnTo>
                      <a:pt x="26" y="5"/>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7" name="Freeform 148">
                <a:extLst>
                  <a:ext uri="{FF2B5EF4-FFF2-40B4-BE49-F238E27FC236}">
                    <a16:creationId xmlns:a16="http://schemas.microsoft.com/office/drawing/2014/main" id="{D314FD2D-FEC9-456D-A988-1832038E66B5}"/>
                  </a:ext>
                </a:extLst>
              </p:cNvPr>
              <p:cNvSpPr>
                <a:spLocks/>
              </p:cNvSpPr>
              <p:nvPr/>
            </p:nvSpPr>
            <p:spPr bwMode="auto">
              <a:xfrm>
                <a:off x="3644" y="3157"/>
                <a:ext cx="42" cy="43"/>
              </a:xfrm>
              <a:custGeom>
                <a:avLst/>
                <a:gdLst>
                  <a:gd name="T0" fmla="*/ 31 w 75"/>
                  <a:gd name="T1" fmla="*/ 26 h 78"/>
                  <a:gd name="T2" fmla="*/ 28 w 75"/>
                  <a:gd name="T3" fmla="*/ 24 h 78"/>
                  <a:gd name="T4" fmla="*/ 25 w 75"/>
                  <a:gd name="T5" fmla="*/ 21 h 78"/>
                  <a:gd name="T6" fmla="*/ 22 w 75"/>
                  <a:gd name="T7" fmla="*/ 18 h 78"/>
                  <a:gd name="T8" fmla="*/ 19 w 75"/>
                  <a:gd name="T9" fmla="*/ 14 h 78"/>
                  <a:gd name="T10" fmla="*/ 15 w 75"/>
                  <a:gd name="T11" fmla="*/ 10 h 78"/>
                  <a:gd name="T12" fmla="*/ 11 w 75"/>
                  <a:gd name="T13" fmla="*/ 6 h 78"/>
                  <a:gd name="T14" fmla="*/ 6 w 75"/>
                  <a:gd name="T15" fmla="*/ 3 h 78"/>
                  <a:gd name="T16" fmla="*/ 0 w 75"/>
                  <a:gd name="T17" fmla="*/ 0 h 78"/>
                  <a:gd name="T18" fmla="*/ 4 w 75"/>
                  <a:gd name="T19" fmla="*/ 4 h 78"/>
                  <a:gd name="T20" fmla="*/ 8 w 75"/>
                  <a:gd name="T21" fmla="*/ 9 h 78"/>
                  <a:gd name="T22" fmla="*/ 13 w 75"/>
                  <a:gd name="T23" fmla="*/ 14 h 78"/>
                  <a:gd name="T24" fmla="*/ 17 w 75"/>
                  <a:gd name="T25" fmla="*/ 20 h 78"/>
                  <a:gd name="T26" fmla="*/ 21 w 75"/>
                  <a:gd name="T27" fmla="*/ 26 h 78"/>
                  <a:gd name="T28" fmla="*/ 25 w 75"/>
                  <a:gd name="T29" fmla="*/ 30 h 78"/>
                  <a:gd name="T30" fmla="*/ 28 w 75"/>
                  <a:gd name="T31" fmla="*/ 35 h 78"/>
                  <a:gd name="T32" fmla="*/ 30 w 75"/>
                  <a:gd name="T33" fmla="*/ 37 h 78"/>
                  <a:gd name="T34" fmla="*/ 33 w 75"/>
                  <a:gd name="T35" fmla="*/ 39 h 78"/>
                  <a:gd name="T36" fmla="*/ 36 w 75"/>
                  <a:gd name="T37" fmla="*/ 40 h 78"/>
                  <a:gd name="T38" fmla="*/ 40 w 75"/>
                  <a:gd name="T39" fmla="*/ 42 h 78"/>
                  <a:gd name="T40" fmla="*/ 42 w 75"/>
                  <a:gd name="T41" fmla="*/ 43 h 78"/>
                  <a:gd name="T42" fmla="*/ 39 w 75"/>
                  <a:gd name="T43" fmla="*/ 39 h 78"/>
                  <a:gd name="T44" fmla="*/ 36 w 75"/>
                  <a:gd name="T45" fmla="*/ 35 h 78"/>
                  <a:gd name="T46" fmla="*/ 34 w 75"/>
                  <a:gd name="T47" fmla="*/ 30 h 78"/>
                  <a:gd name="T48" fmla="*/ 31 w 75"/>
                  <a:gd name="T49" fmla="*/ 26 h 7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5" h="78">
                    <a:moveTo>
                      <a:pt x="56" y="48"/>
                    </a:moveTo>
                    <a:lnTo>
                      <a:pt x="50" y="44"/>
                    </a:lnTo>
                    <a:lnTo>
                      <a:pt x="45" y="38"/>
                    </a:lnTo>
                    <a:lnTo>
                      <a:pt x="40" y="32"/>
                    </a:lnTo>
                    <a:lnTo>
                      <a:pt x="34" y="25"/>
                    </a:lnTo>
                    <a:lnTo>
                      <a:pt x="27" y="18"/>
                    </a:lnTo>
                    <a:lnTo>
                      <a:pt x="20" y="11"/>
                    </a:lnTo>
                    <a:lnTo>
                      <a:pt x="11" y="5"/>
                    </a:lnTo>
                    <a:lnTo>
                      <a:pt x="0" y="0"/>
                    </a:lnTo>
                    <a:lnTo>
                      <a:pt x="7" y="8"/>
                    </a:lnTo>
                    <a:lnTo>
                      <a:pt x="15" y="17"/>
                    </a:lnTo>
                    <a:lnTo>
                      <a:pt x="23" y="26"/>
                    </a:lnTo>
                    <a:lnTo>
                      <a:pt x="31" y="37"/>
                    </a:lnTo>
                    <a:lnTo>
                      <a:pt x="38" y="47"/>
                    </a:lnTo>
                    <a:lnTo>
                      <a:pt x="45" y="55"/>
                    </a:lnTo>
                    <a:lnTo>
                      <a:pt x="50" y="63"/>
                    </a:lnTo>
                    <a:lnTo>
                      <a:pt x="53" y="68"/>
                    </a:lnTo>
                    <a:lnTo>
                      <a:pt x="59" y="70"/>
                    </a:lnTo>
                    <a:lnTo>
                      <a:pt x="65" y="73"/>
                    </a:lnTo>
                    <a:lnTo>
                      <a:pt x="71" y="76"/>
                    </a:lnTo>
                    <a:lnTo>
                      <a:pt x="75" y="78"/>
                    </a:lnTo>
                    <a:lnTo>
                      <a:pt x="69" y="71"/>
                    </a:lnTo>
                    <a:lnTo>
                      <a:pt x="65" y="63"/>
                    </a:lnTo>
                    <a:lnTo>
                      <a:pt x="60" y="55"/>
                    </a:lnTo>
                    <a:lnTo>
                      <a:pt x="56" y="48"/>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8" name="Freeform 149">
                <a:extLst>
                  <a:ext uri="{FF2B5EF4-FFF2-40B4-BE49-F238E27FC236}">
                    <a16:creationId xmlns:a16="http://schemas.microsoft.com/office/drawing/2014/main" id="{61153BD0-AA35-426E-BC00-FF053F876BE2}"/>
                  </a:ext>
                </a:extLst>
              </p:cNvPr>
              <p:cNvSpPr>
                <a:spLocks/>
              </p:cNvSpPr>
              <p:nvPr/>
            </p:nvSpPr>
            <p:spPr bwMode="auto">
              <a:xfrm>
                <a:off x="3629" y="3167"/>
                <a:ext cx="24" cy="77"/>
              </a:xfrm>
              <a:custGeom>
                <a:avLst/>
                <a:gdLst>
                  <a:gd name="T0" fmla="*/ 0 w 42"/>
                  <a:gd name="T1" fmla="*/ 0 h 140"/>
                  <a:gd name="T2" fmla="*/ 3 w 42"/>
                  <a:gd name="T3" fmla="*/ 14 h 140"/>
                  <a:gd name="T4" fmla="*/ 5 w 42"/>
                  <a:gd name="T5" fmla="*/ 28 h 140"/>
                  <a:gd name="T6" fmla="*/ 5 w 42"/>
                  <a:gd name="T7" fmla="*/ 41 h 140"/>
                  <a:gd name="T8" fmla="*/ 4 w 42"/>
                  <a:gd name="T9" fmla="*/ 51 h 140"/>
                  <a:gd name="T10" fmla="*/ 3 w 42"/>
                  <a:gd name="T11" fmla="*/ 58 h 140"/>
                  <a:gd name="T12" fmla="*/ 4 w 42"/>
                  <a:gd name="T13" fmla="*/ 67 h 140"/>
                  <a:gd name="T14" fmla="*/ 6 w 42"/>
                  <a:gd name="T15" fmla="*/ 74 h 140"/>
                  <a:gd name="T16" fmla="*/ 13 w 42"/>
                  <a:gd name="T17" fmla="*/ 77 h 140"/>
                  <a:gd name="T18" fmla="*/ 19 w 42"/>
                  <a:gd name="T19" fmla="*/ 73 h 140"/>
                  <a:gd name="T20" fmla="*/ 23 w 42"/>
                  <a:gd name="T21" fmla="*/ 64 h 140"/>
                  <a:gd name="T22" fmla="*/ 24 w 42"/>
                  <a:gd name="T23" fmla="*/ 53 h 140"/>
                  <a:gd name="T24" fmla="*/ 22 w 42"/>
                  <a:gd name="T25" fmla="*/ 45 h 140"/>
                  <a:gd name="T26" fmla="*/ 20 w 42"/>
                  <a:gd name="T27" fmla="*/ 41 h 140"/>
                  <a:gd name="T28" fmla="*/ 18 w 42"/>
                  <a:gd name="T29" fmla="*/ 36 h 140"/>
                  <a:gd name="T30" fmla="*/ 15 w 42"/>
                  <a:gd name="T31" fmla="*/ 29 h 140"/>
                  <a:gd name="T32" fmla="*/ 11 w 42"/>
                  <a:gd name="T33" fmla="*/ 23 h 140"/>
                  <a:gd name="T34" fmla="*/ 8 w 42"/>
                  <a:gd name="T35" fmla="*/ 16 h 140"/>
                  <a:gd name="T36" fmla="*/ 5 w 42"/>
                  <a:gd name="T37" fmla="*/ 10 h 140"/>
                  <a:gd name="T38" fmla="*/ 2 w 42"/>
                  <a:gd name="T39" fmla="*/ 4 h 140"/>
                  <a:gd name="T40" fmla="*/ 0 w 42"/>
                  <a:gd name="T41" fmla="*/ 0 h 1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42" h="140">
                    <a:moveTo>
                      <a:pt x="0" y="0"/>
                    </a:moveTo>
                    <a:lnTo>
                      <a:pt x="5" y="25"/>
                    </a:lnTo>
                    <a:lnTo>
                      <a:pt x="9" y="50"/>
                    </a:lnTo>
                    <a:lnTo>
                      <a:pt x="8" y="75"/>
                    </a:lnTo>
                    <a:lnTo>
                      <a:pt x="7" y="93"/>
                    </a:lnTo>
                    <a:lnTo>
                      <a:pt x="5" y="106"/>
                    </a:lnTo>
                    <a:lnTo>
                      <a:pt x="7" y="122"/>
                    </a:lnTo>
                    <a:lnTo>
                      <a:pt x="11" y="135"/>
                    </a:lnTo>
                    <a:lnTo>
                      <a:pt x="23" y="140"/>
                    </a:lnTo>
                    <a:lnTo>
                      <a:pt x="34" y="133"/>
                    </a:lnTo>
                    <a:lnTo>
                      <a:pt x="40" y="116"/>
                    </a:lnTo>
                    <a:lnTo>
                      <a:pt x="42" y="96"/>
                    </a:lnTo>
                    <a:lnTo>
                      <a:pt x="39" y="81"/>
                    </a:lnTo>
                    <a:lnTo>
                      <a:pt x="35" y="74"/>
                    </a:lnTo>
                    <a:lnTo>
                      <a:pt x="31" y="65"/>
                    </a:lnTo>
                    <a:lnTo>
                      <a:pt x="26" y="53"/>
                    </a:lnTo>
                    <a:lnTo>
                      <a:pt x="19" y="42"/>
                    </a:lnTo>
                    <a:lnTo>
                      <a:pt x="14" y="29"/>
                    </a:lnTo>
                    <a:lnTo>
                      <a:pt x="8" y="18"/>
                    </a:lnTo>
                    <a:lnTo>
                      <a:pt x="3" y="8"/>
                    </a:lnTo>
                    <a:lnTo>
                      <a:pt x="0" y="0"/>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59" name="Freeform 150">
                <a:extLst>
                  <a:ext uri="{FF2B5EF4-FFF2-40B4-BE49-F238E27FC236}">
                    <a16:creationId xmlns:a16="http://schemas.microsoft.com/office/drawing/2014/main" id="{10304A62-4255-4CB6-BD31-750257AE4E4F}"/>
                  </a:ext>
                </a:extLst>
              </p:cNvPr>
              <p:cNvSpPr>
                <a:spLocks/>
              </p:cNvSpPr>
              <p:nvPr/>
            </p:nvSpPr>
            <p:spPr bwMode="auto">
              <a:xfrm>
                <a:off x="3818" y="3295"/>
                <a:ext cx="127" cy="96"/>
              </a:xfrm>
              <a:custGeom>
                <a:avLst/>
                <a:gdLst>
                  <a:gd name="T0" fmla="*/ 36 w 232"/>
                  <a:gd name="T1" fmla="*/ 0 h 175"/>
                  <a:gd name="T2" fmla="*/ 24 w 232"/>
                  <a:gd name="T3" fmla="*/ 3 h 175"/>
                  <a:gd name="T4" fmla="*/ 13 w 232"/>
                  <a:gd name="T5" fmla="*/ 10 h 175"/>
                  <a:gd name="T6" fmla="*/ 4 w 232"/>
                  <a:gd name="T7" fmla="*/ 19 h 175"/>
                  <a:gd name="T8" fmla="*/ 5 w 232"/>
                  <a:gd name="T9" fmla="*/ 22 h 175"/>
                  <a:gd name="T10" fmla="*/ 13 w 232"/>
                  <a:gd name="T11" fmla="*/ 23 h 175"/>
                  <a:gd name="T12" fmla="*/ 19 w 232"/>
                  <a:gd name="T13" fmla="*/ 24 h 175"/>
                  <a:gd name="T14" fmla="*/ 25 w 232"/>
                  <a:gd name="T15" fmla="*/ 24 h 175"/>
                  <a:gd name="T16" fmla="*/ 30 w 232"/>
                  <a:gd name="T17" fmla="*/ 28 h 175"/>
                  <a:gd name="T18" fmla="*/ 31 w 232"/>
                  <a:gd name="T19" fmla="*/ 38 h 175"/>
                  <a:gd name="T20" fmla="*/ 36 w 232"/>
                  <a:gd name="T21" fmla="*/ 44 h 175"/>
                  <a:gd name="T22" fmla="*/ 39 w 232"/>
                  <a:gd name="T23" fmla="*/ 50 h 175"/>
                  <a:gd name="T24" fmla="*/ 39 w 232"/>
                  <a:gd name="T25" fmla="*/ 57 h 175"/>
                  <a:gd name="T26" fmla="*/ 39 w 232"/>
                  <a:gd name="T27" fmla="*/ 63 h 175"/>
                  <a:gd name="T28" fmla="*/ 42 w 232"/>
                  <a:gd name="T29" fmla="*/ 67 h 175"/>
                  <a:gd name="T30" fmla="*/ 50 w 232"/>
                  <a:gd name="T31" fmla="*/ 72 h 175"/>
                  <a:gd name="T32" fmla="*/ 57 w 232"/>
                  <a:gd name="T33" fmla="*/ 79 h 175"/>
                  <a:gd name="T34" fmla="*/ 63 w 232"/>
                  <a:gd name="T35" fmla="*/ 85 h 175"/>
                  <a:gd name="T36" fmla="*/ 69 w 232"/>
                  <a:gd name="T37" fmla="*/ 85 h 175"/>
                  <a:gd name="T38" fmla="*/ 73 w 232"/>
                  <a:gd name="T39" fmla="*/ 76 h 175"/>
                  <a:gd name="T40" fmla="*/ 71 w 232"/>
                  <a:gd name="T41" fmla="*/ 70 h 175"/>
                  <a:gd name="T42" fmla="*/ 65 w 232"/>
                  <a:gd name="T43" fmla="*/ 64 h 175"/>
                  <a:gd name="T44" fmla="*/ 60 w 232"/>
                  <a:gd name="T45" fmla="*/ 57 h 175"/>
                  <a:gd name="T46" fmla="*/ 58 w 232"/>
                  <a:gd name="T47" fmla="*/ 49 h 175"/>
                  <a:gd name="T48" fmla="*/ 66 w 232"/>
                  <a:gd name="T49" fmla="*/ 44 h 175"/>
                  <a:gd name="T50" fmla="*/ 78 w 232"/>
                  <a:gd name="T51" fmla="*/ 52 h 175"/>
                  <a:gd name="T52" fmla="*/ 89 w 232"/>
                  <a:gd name="T53" fmla="*/ 69 h 175"/>
                  <a:gd name="T54" fmla="*/ 96 w 232"/>
                  <a:gd name="T55" fmla="*/ 85 h 175"/>
                  <a:gd name="T56" fmla="*/ 99 w 232"/>
                  <a:gd name="T57" fmla="*/ 94 h 175"/>
                  <a:gd name="T58" fmla="*/ 107 w 232"/>
                  <a:gd name="T59" fmla="*/ 96 h 175"/>
                  <a:gd name="T60" fmla="*/ 112 w 232"/>
                  <a:gd name="T61" fmla="*/ 94 h 175"/>
                  <a:gd name="T62" fmla="*/ 112 w 232"/>
                  <a:gd name="T63" fmla="*/ 88 h 175"/>
                  <a:gd name="T64" fmla="*/ 114 w 232"/>
                  <a:gd name="T65" fmla="*/ 85 h 175"/>
                  <a:gd name="T66" fmla="*/ 119 w 232"/>
                  <a:gd name="T67" fmla="*/ 80 h 175"/>
                  <a:gd name="T68" fmla="*/ 124 w 232"/>
                  <a:gd name="T69" fmla="*/ 70 h 175"/>
                  <a:gd name="T70" fmla="*/ 127 w 232"/>
                  <a:gd name="T71" fmla="*/ 55 h 175"/>
                  <a:gd name="T72" fmla="*/ 127 w 232"/>
                  <a:gd name="T73" fmla="*/ 44 h 175"/>
                  <a:gd name="T74" fmla="*/ 126 w 232"/>
                  <a:gd name="T75" fmla="*/ 33 h 175"/>
                  <a:gd name="T76" fmla="*/ 122 w 232"/>
                  <a:gd name="T77" fmla="*/ 27 h 175"/>
                  <a:gd name="T78" fmla="*/ 114 w 232"/>
                  <a:gd name="T79" fmla="*/ 20 h 175"/>
                  <a:gd name="T80" fmla="*/ 107 w 232"/>
                  <a:gd name="T81" fmla="*/ 16 h 175"/>
                  <a:gd name="T82" fmla="*/ 99 w 232"/>
                  <a:gd name="T83" fmla="*/ 14 h 175"/>
                  <a:gd name="T84" fmla="*/ 89 w 232"/>
                  <a:gd name="T85" fmla="*/ 11 h 175"/>
                  <a:gd name="T86" fmla="*/ 78 w 232"/>
                  <a:gd name="T87" fmla="*/ 8 h 175"/>
                  <a:gd name="T88" fmla="*/ 71 w 232"/>
                  <a:gd name="T89" fmla="*/ 7 h 175"/>
                  <a:gd name="T90" fmla="*/ 61 w 232"/>
                  <a:gd name="T91" fmla="*/ 4 h 175"/>
                  <a:gd name="T92" fmla="*/ 52 w 232"/>
                  <a:gd name="T93" fmla="*/ 2 h 175"/>
                  <a:gd name="T94" fmla="*/ 44 w 232"/>
                  <a:gd name="T95" fmla="*/ 0 h 17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32" h="175">
                    <a:moveTo>
                      <a:pt x="74" y="0"/>
                    </a:moveTo>
                    <a:lnTo>
                      <a:pt x="65" y="0"/>
                    </a:lnTo>
                    <a:lnTo>
                      <a:pt x="54" y="2"/>
                    </a:lnTo>
                    <a:lnTo>
                      <a:pt x="44" y="6"/>
                    </a:lnTo>
                    <a:lnTo>
                      <a:pt x="34" y="12"/>
                    </a:lnTo>
                    <a:lnTo>
                      <a:pt x="24" y="19"/>
                    </a:lnTo>
                    <a:lnTo>
                      <a:pt x="15" y="27"/>
                    </a:lnTo>
                    <a:lnTo>
                      <a:pt x="7" y="35"/>
                    </a:lnTo>
                    <a:lnTo>
                      <a:pt x="0" y="43"/>
                    </a:lnTo>
                    <a:lnTo>
                      <a:pt x="10" y="41"/>
                    </a:lnTo>
                    <a:lnTo>
                      <a:pt x="16" y="41"/>
                    </a:lnTo>
                    <a:lnTo>
                      <a:pt x="23" y="42"/>
                    </a:lnTo>
                    <a:lnTo>
                      <a:pt x="30" y="44"/>
                    </a:lnTo>
                    <a:lnTo>
                      <a:pt x="35" y="43"/>
                    </a:lnTo>
                    <a:lnTo>
                      <a:pt x="41" y="43"/>
                    </a:lnTo>
                    <a:lnTo>
                      <a:pt x="46" y="43"/>
                    </a:lnTo>
                    <a:lnTo>
                      <a:pt x="51" y="45"/>
                    </a:lnTo>
                    <a:lnTo>
                      <a:pt x="54" y="51"/>
                    </a:lnTo>
                    <a:lnTo>
                      <a:pt x="57" y="59"/>
                    </a:lnTo>
                    <a:lnTo>
                      <a:pt x="57" y="69"/>
                    </a:lnTo>
                    <a:lnTo>
                      <a:pt x="57" y="82"/>
                    </a:lnTo>
                    <a:lnTo>
                      <a:pt x="65" y="81"/>
                    </a:lnTo>
                    <a:lnTo>
                      <a:pt x="69" y="85"/>
                    </a:lnTo>
                    <a:lnTo>
                      <a:pt x="72" y="92"/>
                    </a:lnTo>
                    <a:lnTo>
                      <a:pt x="72" y="100"/>
                    </a:lnTo>
                    <a:lnTo>
                      <a:pt x="72" y="104"/>
                    </a:lnTo>
                    <a:lnTo>
                      <a:pt x="71" y="108"/>
                    </a:lnTo>
                    <a:lnTo>
                      <a:pt x="71" y="114"/>
                    </a:lnTo>
                    <a:lnTo>
                      <a:pt x="69" y="120"/>
                    </a:lnTo>
                    <a:lnTo>
                      <a:pt x="76" y="122"/>
                    </a:lnTo>
                    <a:lnTo>
                      <a:pt x="83" y="127"/>
                    </a:lnTo>
                    <a:lnTo>
                      <a:pt x="91" y="132"/>
                    </a:lnTo>
                    <a:lnTo>
                      <a:pt x="98" y="137"/>
                    </a:lnTo>
                    <a:lnTo>
                      <a:pt x="105" y="144"/>
                    </a:lnTo>
                    <a:lnTo>
                      <a:pt x="111" y="150"/>
                    </a:lnTo>
                    <a:lnTo>
                      <a:pt x="115" y="155"/>
                    </a:lnTo>
                    <a:lnTo>
                      <a:pt x="118" y="159"/>
                    </a:lnTo>
                    <a:lnTo>
                      <a:pt x="126" y="155"/>
                    </a:lnTo>
                    <a:lnTo>
                      <a:pt x="130" y="146"/>
                    </a:lnTo>
                    <a:lnTo>
                      <a:pt x="133" y="138"/>
                    </a:lnTo>
                    <a:lnTo>
                      <a:pt x="132" y="132"/>
                    </a:lnTo>
                    <a:lnTo>
                      <a:pt x="129" y="128"/>
                    </a:lnTo>
                    <a:lnTo>
                      <a:pt x="125" y="123"/>
                    </a:lnTo>
                    <a:lnTo>
                      <a:pt x="119" y="117"/>
                    </a:lnTo>
                    <a:lnTo>
                      <a:pt x="113" y="110"/>
                    </a:lnTo>
                    <a:lnTo>
                      <a:pt x="109" y="103"/>
                    </a:lnTo>
                    <a:lnTo>
                      <a:pt x="106" y="96"/>
                    </a:lnTo>
                    <a:lnTo>
                      <a:pt x="106" y="89"/>
                    </a:lnTo>
                    <a:lnTo>
                      <a:pt x="111" y="83"/>
                    </a:lnTo>
                    <a:lnTo>
                      <a:pt x="120" y="80"/>
                    </a:lnTo>
                    <a:lnTo>
                      <a:pt x="132" y="84"/>
                    </a:lnTo>
                    <a:lnTo>
                      <a:pt x="142" y="95"/>
                    </a:lnTo>
                    <a:lnTo>
                      <a:pt x="152" y="108"/>
                    </a:lnTo>
                    <a:lnTo>
                      <a:pt x="163" y="125"/>
                    </a:lnTo>
                    <a:lnTo>
                      <a:pt x="170" y="141"/>
                    </a:lnTo>
                    <a:lnTo>
                      <a:pt x="175" y="155"/>
                    </a:lnTo>
                    <a:lnTo>
                      <a:pt x="179" y="165"/>
                    </a:lnTo>
                    <a:lnTo>
                      <a:pt x="181" y="172"/>
                    </a:lnTo>
                    <a:lnTo>
                      <a:pt x="188" y="174"/>
                    </a:lnTo>
                    <a:lnTo>
                      <a:pt x="195" y="175"/>
                    </a:lnTo>
                    <a:lnTo>
                      <a:pt x="203" y="174"/>
                    </a:lnTo>
                    <a:lnTo>
                      <a:pt x="205" y="171"/>
                    </a:lnTo>
                    <a:lnTo>
                      <a:pt x="205" y="165"/>
                    </a:lnTo>
                    <a:lnTo>
                      <a:pt x="204" y="160"/>
                    </a:lnTo>
                    <a:lnTo>
                      <a:pt x="203" y="157"/>
                    </a:lnTo>
                    <a:lnTo>
                      <a:pt x="209" y="155"/>
                    </a:lnTo>
                    <a:lnTo>
                      <a:pt x="215" y="150"/>
                    </a:lnTo>
                    <a:lnTo>
                      <a:pt x="218" y="145"/>
                    </a:lnTo>
                    <a:lnTo>
                      <a:pt x="223" y="140"/>
                    </a:lnTo>
                    <a:lnTo>
                      <a:pt x="227" y="128"/>
                    </a:lnTo>
                    <a:lnTo>
                      <a:pt x="231" y="114"/>
                    </a:lnTo>
                    <a:lnTo>
                      <a:pt x="232" y="100"/>
                    </a:lnTo>
                    <a:lnTo>
                      <a:pt x="232" y="88"/>
                    </a:lnTo>
                    <a:lnTo>
                      <a:pt x="232" y="80"/>
                    </a:lnTo>
                    <a:lnTo>
                      <a:pt x="232" y="69"/>
                    </a:lnTo>
                    <a:lnTo>
                      <a:pt x="230" y="60"/>
                    </a:lnTo>
                    <a:lnTo>
                      <a:pt x="227" y="53"/>
                    </a:lnTo>
                    <a:lnTo>
                      <a:pt x="223" y="49"/>
                    </a:lnTo>
                    <a:lnTo>
                      <a:pt x="217" y="43"/>
                    </a:lnTo>
                    <a:lnTo>
                      <a:pt x="209" y="37"/>
                    </a:lnTo>
                    <a:lnTo>
                      <a:pt x="201" y="32"/>
                    </a:lnTo>
                    <a:lnTo>
                      <a:pt x="195" y="30"/>
                    </a:lnTo>
                    <a:lnTo>
                      <a:pt x="188" y="28"/>
                    </a:lnTo>
                    <a:lnTo>
                      <a:pt x="180" y="26"/>
                    </a:lnTo>
                    <a:lnTo>
                      <a:pt x="171" y="22"/>
                    </a:lnTo>
                    <a:lnTo>
                      <a:pt x="162" y="20"/>
                    </a:lnTo>
                    <a:lnTo>
                      <a:pt x="152" y="16"/>
                    </a:lnTo>
                    <a:lnTo>
                      <a:pt x="143" y="14"/>
                    </a:lnTo>
                    <a:lnTo>
                      <a:pt x="136" y="13"/>
                    </a:lnTo>
                    <a:lnTo>
                      <a:pt x="129" y="12"/>
                    </a:lnTo>
                    <a:lnTo>
                      <a:pt x="121" y="9"/>
                    </a:lnTo>
                    <a:lnTo>
                      <a:pt x="112" y="7"/>
                    </a:lnTo>
                    <a:lnTo>
                      <a:pt x="104" y="5"/>
                    </a:lnTo>
                    <a:lnTo>
                      <a:pt x="95" y="4"/>
                    </a:lnTo>
                    <a:lnTo>
                      <a:pt x="87" y="1"/>
                    </a:lnTo>
                    <a:lnTo>
                      <a:pt x="80" y="0"/>
                    </a:lnTo>
                    <a:lnTo>
                      <a:pt x="74" y="0"/>
                    </a:lnTo>
                    <a:close/>
                  </a:path>
                </a:pathLst>
              </a:cu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0" name="Freeform 151">
                <a:extLst>
                  <a:ext uri="{FF2B5EF4-FFF2-40B4-BE49-F238E27FC236}">
                    <a16:creationId xmlns:a16="http://schemas.microsoft.com/office/drawing/2014/main" id="{D7CA5A2A-BC5C-4E28-8D8D-427CA8CC5F45}"/>
                  </a:ext>
                </a:extLst>
              </p:cNvPr>
              <p:cNvSpPr>
                <a:spLocks/>
              </p:cNvSpPr>
              <p:nvPr/>
            </p:nvSpPr>
            <p:spPr bwMode="auto">
              <a:xfrm>
                <a:off x="3834" y="3302"/>
                <a:ext cx="96" cy="89"/>
              </a:xfrm>
              <a:custGeom>
                <a:avLst/>
                <a:gdLst>
                  <a:gd name="T0" fmla="*/ 95 w 175"/>
                  <a:gd name="T1" fmla="*/ 81 h 162"/>
                  <a:gd name="T2" fmla="*/ 96 w 175"/>
                  <a:gd name="T3" fmla="*/ 87 h 162"/>
                  <a:gd name="T4" fmla="*/ 91 w 175"/>
                  <a:gd name="T5" fmla="*/ 89 h 162"/>
                  <a:gd name="T6" fmla="*/ 83 w 175"/>
                  <a:gd name="T7" fmla="*/ 87 h 162"/>
                  <a:gd name="T8" fmla="*/ 80 w 175"/>
                  <a:gd name="T9" fmla="*/ 78 h 162"/>
                  <a:gd name="T10" fmla="*/ 73 w 175"/>
                  <a:gd name="T11" fmla="*/ 62 h 162"/>
                  <a:gd name="T12" fmla="*/ 61 w 175"/>
                  <a:gd name="T13" fmla="*/ 45 h 162"/>
                  <a:gd name="T14" fmla="*/ 49 w 175"/>
                  <a:gd name="T15" fmla="*/ 37 h 162"/>
                  <a:gd name="T16" fmla="*/ 42 w 175"/>
                  <a:gd name="T17" fmla="*/ 42 h 162"/>
                  <a:gd name="T18" fmla="*/ 43 w 175"/>
                  <a:gd name="T19" fmla="*/ 49 h 162"/>
                  <a:gd name="T20" fmla="*/ 49 w 175"/>
                  <a:gd name="T21" fmla="*/ 57 h 162"/>
                  <a:gd name="T22" fmla="*/ 54 w 175"/>
                  <a:gd name="T23" fmla="*/ 63 h 162"/>
                  <a:gd name="T24" fmla="*/ 57 w 175"/>
                  <a:gd name="T25" fmla="*/ 69 h 162"/>
                  <a:gd name="T26" fmla="*/ 53 w 175"/>
                  <a:gd name="T27" fmla="*/ 78 h 162"/>
                  <a:gd name="T28" fmla="*/ 47 w 175"/>
                  <a:gd name="T29" fmla="*/ 78 h 162"/>
                  <a:gd name="T30" fmla="*/ 41 w 175"/>
                  <a:gd name="T31" fmla="*/ 72 h 162"/>
                  <a:gd name="T32" fmla="*/ 33 w 175"/>
                  <a:gd name="T33" fmla="*/ 65 h 162"/>
                  <a:gd name="T34" fmla="*/ 25 w 175"/>
                  <a:gd name="T35" fmla="*/ 60 h 162"/>
                  <a:gd name="T36" fmla="*/ 22 w 175"/>
                  <a:gd name="T37" fmla="*/ 55 h 162"/>
                  <a:gd name="T38" fmla="*/ 23 w 175"/>
                  <a:gd name="T39" fmla="*/ 50 h 162"/>
                  <a:gd name="T40" fmla="*/ 23 w 175"/>
                  <a:gd name="T41" fmla="*/ 43 h 162"/>
                  <a:gd name="T42" fmla="*/ 19 w 175"/>
                  <a:gd name="T43" fmla="*/ 37 h 162"/>
                  <a:gd name="T44" fmla="*/ 15 w 175"/>
                  <a:gd name="T45" fmla="*/ 31 h 162"/>
                  <a:gd name="T46" fmla="*/ 13 w 175"/>
                  <a:gd name="T47" fmla="*/ 21 h 162"/>
                  <a:gd name="T48" fmla="*/ 9 w 175"/>
                  <a:gd name="T49" fmla="*/ 16 h 162"/>
                  <a:gd name="T50" fmla="*/ 3 w 175"/>
                  <a:gd name="T51" fmla="*/ 16 h 162"/>
                  <a:gd name="T52" fmla="*/ 2 w 175"/>
                  <a:gd name="T53" fmla="*/ 13 h 162"/>
                  <a:gd name="T54" fmla="*/ 8 w 175"/>
                  <a:gd name="T55" fmla="*/ 7 h 162"/>
                  <a:gd name="T56" fmla="*/ 16 w 175"/>
                  <a:gd name="T57" fmla="*/ 2 h 162"/>
                  <a:gd name="T58" fmla="*/ 25 w 175"/>
                  <a:gd name="T59" fmla="*/ 0 h 162"/>
                  <a:gd name="T60" fmla="*/ 36 w 175"/>
                  <a:gd name="T61" fmla="*/ 3 h 162"/>
                  <a:gd name="T62" fmla="*/ 45 w 175"/>
                  <a:gd name="T63" fmla="*/ 8 h 162"/>
                  <a:gd name="T64" fmla="*/ 53 w 175"/>
                  <a:gd name="T65" fmla="*/ 13 h 162"/>
                  <a:gd name="T66" fmla="*/ 60 w 175"/>
                  <a:gd name="T67" fmla="*/ 20 h 162"/>
                  <a:gd name="T68" fmla="*/ 67 w 175"/>
                  <a:gd name="T69" fmla="*/ 31 h 162"/>
                  <a:gd name="T70" fmla="*/ 75 w 175"/>
                  <a:gd name="T71" fmla="*/ 41 h 162"/>
                  <a:gd name="T72" fmla="*/ 81 w 175"/>
                  <a:gd name="T73" fmla="*/ 46 h 162"/>
                  <a:gd name="T74" fmla="*/ 87 w 175"/>
                  <a:gd name="T75" fmla="*/ 57 h 162"/>
                  <a:gd name="T76" fmla="*/ 89 w 175"/>
                  <a:gd name="T77" fmla="*/ 65 h 162"/>
                  <a:gd name="T78" fmla="*/ 92 w 175"/>
                  <a:gd name="T79" fmla="*/ 75 h 1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75" h="162">
                    <a:moveTo>
                      <a:pt x="173" y="144"/>
                    </a:moveTo>
                    <a:lnTo>
                      <a:pt x="174" y="147"/>
                    </a:lnTo>
                    <a:lnTo>
                      <a:pt x="175" y="152"/>
                    </a:lnTo>
                    <a:lnTo>
                      <a:pt x="175" y="158"/>
                    </a:lnTo>
                    <a:lnTo>
                      <a:pt x="173" y="161"/>
                    </a:lnTo>
                    <a:lnTo>
                      <a:pt x="165" y="162"/>
                    </a:lnTo>
                    <a:lnTo>
                      <a:pt x="158" y="161"/>
                    </a:lnTo>
                    <a:lnTo>
                      <a:pt x="151" y="159"/>
                    </a:lnTo>
                    <a:lnTo>
                      <a:pt x="149" y="152"/>
                    </a:lnTo>
                    <a:lnTo>
                      <a:pt x="145" y="142"/>
                    </a:lnTo>
                    <a:lnTo>
                      <a:pt x="140" y="128"/>
                    </a:lnTo>
                    <a:lnTo>
                      <a:pt x="133" y="112"/>
                    </a:lnTo>
                    <a:lnTo>
                      <a:pt x="122" y="95"/>
                    </a:lnTo>
                    <a:lnTo>
                      <a:pt x="112" y="82"/>
                    </a:lnTo>
                    <a:lnTo>
                      <a:pt x="102" y="71"/>
                    </a:lnTo>
                    <a:lnTo>
                      <a:pt x="90" y="67"/>
                    </a:lnTo>
                    <a:lnTo>
                      <a:pt x="81" y="70"/>
                    </a:lnTo>
                    <a:lnTo>
                      <a:pt x="76" y="76"/>
                    </a:lnTo>
                    <a:lnTo>
                      <a:pt x="76" y="83"/>
                    </a:lnTo>
                    <a:lnTo>
                      <a:pt x="79" y="90"/>
                    </a:lnTo>
                    <a:lnTo>
                      <a:pt x="83" y="97"/>
                    </a:lnTo>
                    <a:lnTo>
                      <a:pt x="89" y="104"/>
                    </a:lnTo>
                    <a:lnTo>
                      <a:pt x="95" y="110"/>
                    </a:lnTo>
                    <a:lnTo>
                      <a:pt x="99" y="115"/>
                    </a:lnTo>
                    <a:lnTo>
                      <a:pt x="102" y="119"/>
                    </a:lnTo>
                    <a:lnTo>
                      <a:pt x="103" y="125"/>
                    </a:lnTo>
                    <a:lnTo>
                      <a:pt x="100" y="133"/>
                    </a:lnTo>
                    <a:lnTo>
                      <a:pt x="96" y="142"/>
                    </a:lnTo>
                    <a:lnTo>
                      <a:pt x="88" y="146"/>
                    </a:lnTo>
                    <a:lnTo>
                      <a:pt x="85" y="142"/>
                    </a:lnTo>
                    <a:lnTo>
                      <a:pt x="81" y="137"/>
                    </a:lnTo>
                    <a:lnTo>
                      <a:pt x="75" y="131"/>
                    </a:lnTo>
                    <a:lnTo>
                      <a:pt x="68" y="124"/>
                    </a:lnTo>
                    <a:lnTo>
                      <a:pt x="61" y="119"/>
                    </a:lnTo>
                    <a:lnTo>
                      <a:pt x="53" y="114"/>
                    </a:lnTo>
                    <a:lnTo>
                      <a:pt x="46" y="109"/>
                    </a:lnTo>
                    <a:lnTo>
                      <a:pt x="39" y="107"/>
                    </a:lnTo>
                    <a:lnTo>
                      <a:pt x="41" y="101"/>
                    </a:lnTo>
                    <a:lnTo>
                      <a:pt x="41" y="95"/>
                    </a:lnTo>
                    <a:lnTo>
                      <a:pt x="42" y="91"/>
                    </a:lnTo>
                    <a:lnTo>
                      <a:pt x="42" y="87"/>
                    </a:lnTo>
                    <a:lnTo>
                      <a:pt x="42" y="79"/>
                    </a:lnTo>
                    <a:lnTo>
                      <a:pt x="39" y="72"/>
                    </a:lnTo>
                    <a:lnTo>
                      <a:pt x="35" y="68"/>
                    </a:lnTo>
                    <a:lnTo>
                      <a:pt x="27" y="69"/>
                    </a:lnTo>
                    <a:lnTo>
                      <a:pt x="27" y="56"/>
                    </a:lnTo>
                    <a:lnTo>
                      <a:pt x="27" y="46"/>
                    </a:lnTo>
                    <a:lnTo>
                      <a:pt x="24" y="38"/>
                    </a:lnTo>
                    <a:lnTo>
                      <a:pt x="21" y="32"/>
                    </a:lnTo>
                    <a:lnTo>
                      <a:pt x="16" y="30"/>
                    </a:lnTo>
                    <a:lnTo>
                      <a:pt x="11" y="30"/>
                    </a:lnTo>
                    <a:lnTo>
                      <a:pt x="5" y="30"/>
                    </a:lnTo>
                    <a:lnTo>
                      <a:pt x="0" y="31"/>
                    </a:lnTo>
                    <a:lnTo>
                      <a:pt x="4" y="24"/>
                    </a:lnTo>
                    <a:lnTo>
                      <a:pt x="8" y="18"/>
                    </a:lnTo>
                    <a:lnTo>
                      <a:pt x="15" y="13"/>
                    </a:lnTo>
                    <a:lnTo>
                      <a:pt x="22" y="7"/>
                    </a:lnTo>
                    <a:lnTo>
                      <a:pt x="30" y="3"/>
                    </a:lnTo>
                    <a:lnTo>
                      <a:pt x="38" y="1"/>
                    </a:lnTo>
                    <a:lnTo>
                      <a:pt x="46" y="0"/>
                    </a:lnTo>
                    <a:lnTo>
                      <a:pt x="56" y="2"/>
                    </a:lnTo>
                    <a:lnTo>
                      <a:pt x="65" y="6"/>
                    </a:lnTo>
                    <a:lnTo>
                      <a:pt x="73" y="9"/>
                    </a:lnTo>
                    <a:lnTo>
                      <a:pt x="82" y="14"/>
                    </a:lnTo>
                    <a:lnTo>
                      <a:pt x="90" y="18"/>
                    </a:lnTo>
                    <a:lnTo>
                      <a:pt x="97" y="24"/>
                    </a:lnTo>
                    <a:lnTo>
                      <a:pt x="104" y="30"/>
                    </a:lnTo>
                    <a:lnTo>
                      <a:pt x="110" y="37"/>
                    </a:lnTo>
                    <a:lnTo>
                      <a:pt x="114" y="44"/>
                    </a:lnTo>
                    <a:lnTo>
                      <a:pt x="122" y="56"/>
                    </a:lnTo>
                    <a:lnTo>
                      <a:pt x="130" y="67"/>
                    </a:lnTo>
                    <a:lnTo>
                      <a:pt x="136" y="74"/>
                    </a:lnTo>
                    <a:lnTo>
                      <a:pt x="142" y="78"/>
                    </a:lnTo>
                    <a:lnTo>
                      <a:pt x="148" y="84"/>
                    </a:lnTo>
                    <a:lnTo>
                      <a:pt x="153" y="93"/>
                    </a:lnTo>
                    <a:lnTo>
                      <a:pt x="158" y="104"/>
                    </a:lnTo>
                    <a:lnTo>
                      <a:pt x="160" y="112"/>
                    </a:lnTo>
                    <a:lnTo>
                      <a:pt x="162" y="119"/>
                    </a:lnTo>
                    <a:lnTo>
                      <a:pt x="165" y="128"/>
                    </a:lnTo>
                    <a:lnTo>
                      <a:pt x="168" y="137"/>
                    </a:lnTo>
                    <a:lnTo>
                      <a:pt x="173" y="144"/>
                    </a:lnTo>
                    <a:close/>
                  </a:path>
                </a:pathLst>
              </a:custGeom>
              <a:solidFill>
                <a:srgbClr val="990033"/>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1" name="Freeform 152">
                <a:extLst>
                  <a:ext uri="{FF2B5EF4-FFF2-40B4-BE49-F238E27FC236}">
                    <a16:creationId xmlns:a16="http://schemas.microsoft.com/office/drawing/2014/main" id="{678177BC-F2CF-46DA-B03D-FAAAC73DA83E}"/>
                  </a:ext>
                </a:extLst>
              </p:cNvPr>
              <p:cNvSpPr>
                <a:spLocks/>
              </p:cNvSpPr>
              <p:nvPr/>
            </p:nvSpPr>
            <p:spPr bwMode="auto">
              <a:xfrm>
                <a:off x="3927" y="3313"/>
                <a:ext cx="18" cy="30"/>
              </a:xfrm>
              <a:custGeom>
                <a:avLst/>
                <a:gdLst>
                  <a:gd name="T0" fmla="*/ 18 w 31"/>
                  <a:gd name="T1" fmla="*/ 30 h 56"/>
                  <a:gd name="T2" fmla="*/ 18 w 31"/>
                  <a:gd name="T3" fmla="*/ 26 h 56"/>
                  <a:gd name="T4" fmla="*/ 18 w 31"/>
                  <a:gd name="T5" fmla="*/ 20 h 56"/>
                  <a:gd name="T6" fmla="*/ 17 w 31"/>
                  <a:gd name="T7" fmla="*/ 15 h 56"/>
                  <a:gd name="T8" fmla="*/ 15 w 31"/>
                  <a:gd name="T9" fmla="*/ 11 h 56"/>
                  <a:gd name="T10" fmla="*/ 13 w 31"/>
                  <a:gd name="T11" fmla="*/ 9 h 56"/>
                  <a:gd name="T12" fmla="*/ 9 w 31"/>
                  <a:gd name="T13" fmla="*/ 6 h 56"/>
                  <a:gd name="T14" fmla="*/ 5 w 31"/>
                  <a:gd name="T15" fmla="*/ 3 h 56"/>
                  <a:gd name="T16" fmla="*/ 0 w 31"/>
                  <a:gd name="T17" fmla="*/ 0 h 56"/>
                  <a:gd name="T18" fmla="*/ 2 w 31"/>
                  <a:gd name="T19" fmla="*/ 5 h 56"/>
                  <a:gd name="T20" fmla="*/ 6 w 31"/>
                  <a:gd name="T21" fmla="*/ 11 h 56"/>
                  <a:gd name="T22" fmla="*/ 9 w 31"/>
                  <a:gd name="T23" fmla="*/ 16 h 56"/>
                  <a:gd name="T24" fmla="*/ 11 w 31"/>
                  <a:gd name="T25" fmla="*/ 20 h 56"/>
                  <a:gd name="T26" fmla="*/ 13 w 31"/>
                  <a:gd name="T27" fmla="*/ 23 h 56"/>
                  <a:gd name="T28" fmla="*/ 15 w 31"/>
                  <a:gd name="T29" fmla="*/ 26 h 56"/>
                  <a:gd name="T30" fmla="*/ 17 w 31"/>
                  <a:gd name="T31" fmla="*/ 28 h 56"/>
                  <a:gd name="T32" fmla="*/ 18 w 31"/>
                  <a:gd name="T33" fmla="*/ 30 h 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1" h="56">
                    <a:moveTo>
                      <a:pt x="31" y="56"/>
                    </a:moveTo>
                    <a:lnTo>
                      <a:pt x="31" y="48"/>
                    </a:lnTo>
                    <a:lnTo>
                      <a:pt x="31" y="37"/>
                    </a:lnTo>
                    <a:lnTo>
                      <a:pt x="29" y="28"/>
                    </a:lnTo>
                    <a:lnTo>
                      <a:pt x="26" y="21"/>
                    </a:lnTo>
                    <a:lnTo>
                      <a:pt x="22" y="17"/>
                    </a:lnTo>
                    <a:lnTo>
                      <a:pt x="16" y="11"/>
                    </a:lnTo>
                    <a:lnTo>
                      <a:pt x="8" y="5"/>
                    </a:lnTo>
                    <a:lnTo>
                      <a:pt x="0" y="0"/>
                    </a:lnTo>
                    <a:lnTo>
                      <a:pt x="4" y="10"/>
                    </a:lnTo>
                    <a:lnTo>
                      <a:pt x="10" y="20"/>
                    </a:lnTo>
                    <a:lnTo>
                      <a:pt x="16" y="30"/>
                    </a:lnTo>
                    <a:lnTo>
                      <a:pt x="19" y="37"/>
                    </a:lnTo>
                    <a:lnTo>
                      <a:pt x="23" y="43"/>
                    </a:lnTo>
                    <a:lnTo>
                      <a:pt x="26" y="48"/>
                    </a:lnTo>
                    <a:lnTo>
                      <a:pt x="29" y="52"/>
                    </a:lnTo>
                    <a:lnTo>
                      <a:pt x="31" y="56"/>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7862" name="Freeform 153">
                <a:extLst>
                  <a:ext uri="{FF2B5EF4-FFF2-40B4-BE49-F238E27FC236}">
                    <a16:creationId xmlns:a16="http://schemas.microsoft.com/office/drawing/2014/main" id="{9B7B257A-304D-46D3-A6F1-87BA485CE1D0}"/>
                  </a:ext>
                </a:extLst>
              </p:cNvPr>
              <p:cNvSpPr>
                <a:spLocks/>
              </p:cNvSpPr>
              <p:nvPr/>
            </p:nvSpPr>
            <p:spPr bwMode="auto">
              <a:xfrm>
                <a:off x="3904" y="3319"/>
                <a:ext cx="27" cy="53"/>
              </a:xfrm>
              <a:custGeom>
                <a:avLst/>
                <a:gdLst>
                  <a:gd name="T0" fmla="*/ 0 w 50"/>
                  <a:gd name="T1" fmla="*/ 0 h 96"/>
                  <a:gd name="T2" fmla="*/ 4 w 50"/>
                  <a:gd name="T3" fmla="*/ 2 h 96"/>
                  <a:gd name="T4" fmla="*/ 8 w 50"/>
                  <a:gd name="T5" fmla="*/ 5 h 96"/>
                  <a:gd name="T6" fmla="*/ 12 w 50"/>
                  <a:gd name="T7" fmla="*/ 9 h 96"/>
                  <a:gd name="T8" fmla="*/ 16 w 50"/>
                  <a:gd name="T9" fmla="*/ 14 h 96"/>
                  <a:gd name="T10" fmla="*/ 20 w 50"/>
                  <a:gd name="T11" fmla="*/ 19 h 96"/>
                  <a:gd name="T12" fmla="*/ 24 w 50"/>
                  <a:gd name="T13" fmla="*/ 23 h 96"/>
                  <a:gd name="T14" fmla="*/ 25 w 50"/>
                  <a:gd name="T15" fmla="*/ 26 h 96"/>
                  <a:gd name="T16" fmla="*/ 27 w 50"/>
                  <a:gd name="T17" fmla="*/ 28 h 96"/>
                  <a:gd name="T18" fmla="*/ 27 w 50"/>
                  <a:gd name="T19" fmla="*/ 33 h 96"/>
                  <a:gd name="T20" fmla="*/ 27 w 50"/>
                  <a:gd name="T21" fmla="*/ 39 h 96"/>
                  <a:gd name="T22" fmla="*/ 26 w 50"/>
                  <a:gd name="T23" fmla="*/ 47 h 96"/>
                  <a:gd name="T24" fmla="*/ 25 w 50"/>
                  <a:gd name="T25" fmla="*/ 53 h 96"/>
                  <a:gd name="T26" fmla="*/ 23 w 50"/>
                  <a:gd name="T27" fmla="*/ 45 h 96"/>
                  <a:gd name="T28" fmla="*/ 21 w 50"/>
                  <a:gd name="T29" fmla="*/ 36 h 96"/>
                  <a:gd name="T30" fmla="*/ 17 w 50"/>
                  <a:gd name="T31" fmla="*/ 29 h 96"/>
                  <a:gd name="T32" fmla="*/ 16 w 50"/>
                  <a:gd name="T33" fmla="*/ 25 h 96"/>
                  <a:gd name="T34" fmla="*/ 13 w 50"/>
                  <a:gd name="T35" fmla="*/ 22 h 96"/>
                  <a:gd name="T36" fmla="*/ 9 w 50"/>
                  <a:gd name="T37" fmla="*/ 17 h 96"/>
                  <a:gd name="T38" fmla="*/ 5 w 50"/>
                  <a:gd name="T39" fmla="*/ 13 h 96"/>
                  <a:gd name="T40" fmla="*/ 3 w 50"/>
                  <a:gd name="T41" fmla="*/ 9 h 96"/>
                  <a:gd name="T42" fmla="*/ 3 w 50"/>
                  <a:gd name="T43" fmla="*/ 8 h 96"/>
                  <a:gd name="T44" fmla="*/ 2 w 50"/>
                  <a:gd name="T45" fmla="*/ 6 h 96"/>
                  <a:gd name="T46" fmla="*/ 1 w 50"/>
                  <a:gd name="T47" fmla="*/ 3 h 96"/>
                  <a:gd name="T48" fmla="*/ 0 w 50"/>
                  <a:gd name="T49" fmla="*/ 0 h 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0" h="96">
                    <a:moveTo>
                      <a:pt x="0" y="0"/>
                    </a:moveTo>
                    <a:lnTo>
                      <a:pt x="7" y="3"/>
                    </a:lnTo>
                    <a:lnTo>
                      <a:pt x="14" y="9"/>
                    </a:lnTo>
                    <a:lnTo>
                      <a:pt x="22" y="17"/>
                    </a:lnTo>
                    <a:lnTo>
                      <a:pt x="30" y="25"/>
                    </a:lnTo>
                    <a:lnTo>
                      <a:pt x="37" y="35"/>
                    </a:lnTo>
                    <a:lnTo>
                      <a:pt x="44" y="41"/>
                    </a:lnTo>
                    <a:lnTo>
                      <a:pt x="47" y="47"/>
                    </a:lnTo>
                    <a:lnTo>
                      <a:pt x="50" y="51"/>
                    </a:lnTo>
                    <a:lnTo>
                      <a:pt x="50" y="59"/>
                    </a:lnTo>
                    <a:lnTo>
                      <a:pt x="50" y="71"/>
                    </a:lnTo>
                    <a:lnTo>
                      <a:pt x="48" y="86"/>
                    </a:lnTo>
                    <a:lnTo>
                      <a:pt x="46" y="96"/>
                    </a:lnTo>
                    <a:lnTo>
                      <a:pt x="43" y="81"/>
                    </a:lnTo>
                    <a:lnTo>
                      <a:pt x="38" y="66"/>
                    </a:lnTo>
                    <a:lnTo>
                      <a:pt x="32" y="53"/>
                    </a:lnTo>
                    <a:lnTo>
                      <a:pt x="29" y="46"/>
                    </a:lnTo>
                    <a:lnTo>
                      <a:pt x="24" y="40"/>
                    </a:lnTo>
                    <a:lnTo>
                      <a:pt x="17" y="31"/>
                    </a:lnTo>
                    <a:lnTo>
                      <a:pt x="10" y="23"/>
                    </a:lnTo>
                    <a:lnTo>
                      <a:pt x="6" y="17"/>
                    </a:lnTo>
                    <a:lnTo>
                      <a:pt x="5" y="14"/>
                    </a:lnTo>
                    <a:lnTo>
                      <a:pt x="4" y="10"/>
                    </a:lnTo>
                    <a:lnTo>
                      <a:pt x="2" y="6"/>
                    </a:lnTo>
                    <a:lnTo>
                      <a:pt x="0" y="0"/>
                    </a:lnTo>
                    <a:close/>
                  </a:path>
                </a:pathLst>
              </a:custGeom>
              <a:solidFill>
                <a:srgbClr val="00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27653" name="Group 154">
            <a:extLst>
              <a:ext uri="{FF2B5EF4-FFF2-40B4-BE49-F238E27FC236}">
                <a16:creationId xmlns:a16="http://schemas.microsoft.com/office/drawing/2014/main" id="{F0D19267-577F-473C-A0B2-C3FF98FE46D2}"/>
              </a:ext>
            </a:extLst>
          </p:cNvPr>
          <p:cNvGrpSpPr>
            <a:grpSpLocks/>
          </p:cNvGrpSpPr>
          <p:nvPr/>
        </p:nvGrpSpPr>
        <p:grpSpPr bwMode="auto">
          <a:xfrm>
            <a:off x="1660525" y="5184775"/>
            <a:ext cx="1676400" cy="1117600"/>
            <a:chOff x="1521" y="3414"/>
            <a:chExt cx="1071" cy="714"/>
          </a:xfrm>
        </p:grpSpPr>
        <p:sp>
          <p:nvSpPr>
            <p:cNvPr id="27654" name="Rectangle 155" descr="PP_blue_background">
              <a:extLst>
                <a:ext uri="{FF2B5EF4-FFF2-40B4-BE49-F238E27FC236}">
                  <a16:creationId xmlns:a16="http://schemas.microsoft.com/office/drawing/2014/main" id="{14F7A331-0D72-4DFF-90FF-311322B1347F}"/>
                </a:ext>
              </a:extLst>
            </p:cNvPr>
            <p:cNvSpPr>
              <a:spLocks noChangeArrowheads="1"/>
            </p:cNvSpPr>
            <p:nvPr/>
          </p:nvSpPr>
          <p:spPr bwMode="auto">
            <a:xfrm>
              <a:off x="1521" y="3414"/>
              <a:ext cx="1071" cy="714"/>
            </a:xfrm>
            <a:prstGeom prst="rect">
              <a:avLst/>
            </a:prstGeom>
            <a:blipFill dpi="0" rotWithShape="0">
              <a:blip r:embed="rId3"/>
              <a:srcRect/>
              <a:tile tx="0" ty="0" sx="100000" sy="100000" flip="none" algn="tl"/>
            </a:blipFill>
            <a:ln>
              <a:noFill/>
            </a:ln>
            <a:effectLst>
              <a:outerShdw dist="71842" dir="2700000" algn="ctr" rotWithShape="0">
                <a:srgbClr val="003366"/>
              </a:outerShdw>
            </a:effectLst>
            <a:extLst>
              <a:ext uri="{91240B29-F687-4F45-9708-019B960494DF}">
                <a14:hiddenLine xmlns:a14="http://schemas.microsoft.com/office/drawing/2010/main" w="9525">
                  <a:solidFill>
                    <a:srgbClr val="336699"/>
                  </a:solidFill>
                  <a:miter lim="800000"/>
                  <a:headEnd/>
                  <a:tailEnd/>
                </a14:hiddenLine>
              </a:ext>
            </a:extLst>
          </p:spPr>
          <p:txBody>
            <a:bodyP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5" name="AutoShape 156">
              <a:extLst>
                <a:ext uri="{FF2B5EF4-FFF2-40B4-BE49-F238E27FC236}">
                  <a16:creationId xmlns:a16="http://schemas.microsoft.com/office/drawing/2014/main" id="{F5D70F78-9B44-4CE6-BCD3-DE3D76587960}"/>
                </a:ext>
              </a:extLst>
            </p:cNvPr>
            <p:cNvSpPr>
              <a:spLocks noChangeArrowheads="1"/>
            </p:cNvSpPr>
            <p:nvPr/>
          </p:nvSpPr>
          <p:spPr bwMode="auto">
            <a:xfrm flipH="1">
              <a:off x="2171" y="3677"/>
              <a:ext cx="393" cy="432"/>
            </a:xfrm>
            <a:prstGeom prst="rtTriangle">
              <a:avLst/>
            </a:prstGeom>
            <a:solidFill>
              <a:srgbClr val="3366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6" name="Rectangle 157">
              <a:extLst>
                <a:ext uri="{FF2B5EF4-FFF2-40B4-BE49-F238E27FC236}">
                  <a16:creationId xmlns:a16="http://schemas.microsoft.com/office/drawing/2014/main" id="{D80E6316-835F-46CB-9D1B-0D14B9A155C5}"/>
                </a:ext>
              </a:extLst>
            </p:cNvPr>
            <p:cNvSpPr>
              <a:spLocks noChangeArrowheads="1"/>
            </p:cNvSpPr>
            <p:nvPr/>
          </p:nvSpPr>
          <p:spPr bwMode="auto">
            <a:xfrm>
              <a:off x="1544" y="3429"/>
              <a:ext cx="943"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0" tIns="0" rIns="0" bIns="0"/>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pPr algn="l">
                <a:lnSpc>
                  <a:spcPct val="90000"/>
                </a:lnSpc>
                <a:spcAft>
                  <a:spcPct val="20000"/>
                </a:spcAft>
              </a:pPr>
              <a:r>
                <a:rPr lang="en-US" altLang="en-US" sz="1600">
                  <a:solidFill>
                    <a:srgbClr val="990033"/>
                  </a:solidFill>
                </a:rPr>
                <a:t>Task Demo/Exercise</a:t>
              </a:r>
            </a:p>
          </p:txBody>
        </p:sp>
        <p:grpSp>
          <p:nvGrpSpPr>
            <p:cNvPr id="27657" name="Group 158">
              <a:extLst>
                <a:ext uri="{FF2B5EF4-FFF2-40B4-BE49-F238E27FC236}">
                  <a16:creationId xmlns:a16="http://schemas.microsoft.com/office/drawing/2014/main" id="{A443341A-56A2-4412-8E6F-0F93D10EFA93}"/>
                </a:ext>
              </a:extLst>
            </p:cNvPr>
            <p:cNvGrpSpPr>
              <a:grpSpLocks/>
            </p:cNvGrpSpPr>
            <p:nvPr/>
          </p:nvGrpSpPr>
          <p:grpSpPr bwMode="auto">
            <a:xfrm>
              <a:off x="2228" y="3739"/>
              <a:ext cx="334" cy="348"/>
              <a:chOff x="3456" y="2208"/>
              <a:chExt cx="1331" cy="1392"/>
            </a:xfrm>
          </p:grpSpPr>
          <p:sp>
            <p:nvSpPr>
              <p:cNvPr id="27658" name="Rectangle 159">
                <a:extLst>
                  <a:ext uri="{FF2B5EF4-FFF2-40B4-BE49-F238E27FC236}">
                    <a16:creationId xmlns:a16="http://schemas.microsoft.com/office/drawing/2014/main" id="{2BEF049D-F3D6-44EE-AAB2-750FE6E9C56B}"/>
                  </a:ext>
                </a:extLst>
              </p:cNvPr>
              <p:cNvSpPr>
                <a:spLocks noChangeArrowheads="1"/>
              </p:cNvSpPr>
              <p:nvPr/>
            </p:nvSpPr>
            <p:spPr bwMode="auto">
              <a:xfrm>
                <a:off x="3984" y="2304"/>
                <a:ext cx="576" cy="432"/>
              </a:xfrm>
              <a:prstGeom prst="rect">
                <a:avLst/>
              </a:prstGeom>
              <a:solidFill>
                <a:srgbClr val="990033"/>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59" name="Rectangle 160">
                <a:extLst>
                  <a:ext uri="{FF2B5EF4-FFF2-40B4-BE49-F238E27FC236}">
                    <a16:creationId xmlns:a16="http://schemas.microsoft.com/office/drawing/2014/main" id="{8B7FAA24-F515-4A9A-87C1-939075221561}"/>
                  </a:ext>
                </a:extLst>
              </p:cNvPr>
              <p:cNvSpPr>
                <a:spLocks noChangeArrowheads="1"/>
              </p:cNvSpPr>
              <p:nvPr/>
            </p:nvSpPr>
            <p:spPr bwMode="auto">
              <a:xfrm>
                <a:off x="3552" y="3264"/>
                <a:ext cx="1056" cy="336"/>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sz="1400" b="1">
                    <a:solidFill>
                      <a:schemeClr val="tx1"/>
                    </a:solidFill>
                    <a:latin typeface="Arial" panose="020B0604020202020204" pitchFamily="34" charset="0"/>
                  </a:defRPr>
                </a:lvl1pPr>
                <a:lvl2pPr marL="742950" indent="-285750" algn="ctr">
                  <a:defRPr sz="1400" b="1">
                    <a:solidFill>
                      <a:schemeClr val="tx1"/>
                    </a:solidFill>
                    <a:latin typeface="Arial" panose="020B0604020202020204" pitchFamily="34" charset="0"/>
                  </a:defRPr>
                </a:lvl2pPr>
                <a:lvl3pPr marL="1143000" indent="-228600" algn="ctr">
                  <a:defRPr sz="1400" b="1">
                    <a:solidFill>
                      <a:schemeClr val="tx1"/>
                    </a:solidFill>
                    <a:latin typeface="Arial" panose="020B0604020202020204" pitchFamily="34" charset="0"/>
                  </a:defRPr>
                </a:lvl3pPr>
                <a:lvl4pPr marL="1600200" indent="-228600" algn="ctr">
                  <a:defRPr sz="1400" b="1">
                    <a:solidFill>
                      <a:schemeClr val="tx1"/>
                    </a:solidFill>
                    <a:latin typeface="Arial" panose="020B0604020202020204" pitchFamily="34" charset="0"/>
                  </a:defRPr>
                </a:lvl4pPr>
                <a:lvl5pPr marL="2057400" indent="-228600" algn="ctr">
                  <a:defRPr sz="1400" b="1">
                    <a:solidFill>
                      <a:schemeClr val="tx1"/>
                    </a:solidFill>
                    <a:latin typeface="Arial" panose="020B0604020202020204" pitchFamily="34" charset="0"/>
                  </a:defRPr>
                </a:lvl5pPr>
                <a:lvl6pPr marL="2514600" indent="-228600" algn="ctr" eaLnBrk="0" fontAlgn="base" hangingPunct="0">
                  <a:spcBef>
                    <a:spcPct val="0"/>
                  </a:spcBef>
                  <a:spcAft>
                    <a:spcPct val="0"/>
                  </a:spcAft>
                  <a:defRPr sz="1400" b="1">
                    <a:solidFill>
                      <a:schemeClr val="tx1"/>
                    </a:solidFill>
                    <a:latin typeface="Arial" panose="020B0604020202020204" pitchFamily="34" charset="0"/>
                  </a:defRPr>
                </a:lvl6pPr>
                <a:lvl7pPr marL="2971800" indent="-228600" algn="ctr" eaLnBrk="0" fontAlgn="base" hangingPunct="0">
                  <a:spcBef>
                    <a:spcPct val="0"/>
                  </a:spcBef>
                  <a:spcAft>
                    <a:spcPct val="0"/>
                  </a:spcAft>
                  <a:defRPr sz="1400" b="1">
                    <a:solidFill>
                      <a:schemeClr val="tx1"/>
                    </a:solidFill>
                    <a:latin typeface="Arial" panose="020B0604020202020204" pitchFamily="34" charset="0"/>
                  </a:defRPr>
                </a:lvl7pPr>
                <a:lvl8pPr marL="3429000" indent="-228600" algn="ctr" eaLnBrk="0" fontAlgn="base" hangingPunct="0">
                  <a:spcBef>
                    <a:spcPct val="0"/>
                  </a:spcBef>
                  <a:spcAft>
                    <a:spcPct val="0"/>
                  </a:spcAft>
                  <a:defRPr sz="1400" b="1">
                    <a:solidFill>
                      <a:schemeClr val="tx1"/>
                    </a:solidFill>
                    <a:latin typeface="Arial" panose="020B0604020202020204" pitchFamily="34" charset="0"/>
                  </a:defRPr>
                </a:lvl8pPr>
                <a:lvl9pPr marL="3886200" indent="-228600" algn="ctr" eaLnBrk="0" fontAlgn="base" hangingPunct="0">
                  <a:spcBef>
                    <a:spcPct val="0"/>
                  </a:spcBef>
                  <a:spcAft>
                    <a:spcPct val="0"/>
                  </a:spcAft>
                  <a:defRPr sz="1400" b="1">
                    <a:solidFill>
                      <a:schemeClr val="tx1"/>
                    </a:solidFill>
                    <a:latin typeface="Arial" panose="020B0604020202020204" pitchFamily="34" charset="0"/>
                  </a:defRPr>
                </a:lvl9pPr>
              </a:lstStyle>
              <a:p>
                <a:endParaRPr lang="en-US" altLang="en-US"/>
              </a:p>
            </p:txBody>
          </p:sp>
          <p:sp>
            <p:nvSpPr>
              <p:cNvPr id="27660" name="Freeform 161">
                <a:extLst>
                  <a:ext uri="{FF2B5EF4-FFF2-40B4-BE49-F238E27FC236}">
                    <a16:creationId xmlns:a16="http://schemas.microsoft.com/office/drawing/2014/main" id="{7E728DD5-E3AE-4CA4-87C5-082471B74CD5}"/>
                  </a:ext>
                </a:extLst>
              </p:cNvPr>
              <p:cNvSpPr>
                <a:spLocks/>
              </p:cNvSpPr>
              <p:nvPr/>
            </p:nvSpPr>
            <p:spPr bwMode="auto">
              <a:xfrm>
                <a:off x="3654" y="3073"/>
                <a:ext cx="167" cy="178"/>
              </a:xfrm>
              <a:custGeom>
                <a:avLst/>
                <a:gdLst>
                  <a:gd name="T0" fmla="*/ 155 w 1628"/>
                  <a:gd name="T1" fmla="*/ 0 h 1748"/>
                  <a:gd name="T2" fmla="*/ 107 w 1628"/>
                  <a:gd name="T3" fmla="*/ 44 h 1748"/>
                  <a:gd name="T4" fmla="*/ 54 w 1628"/>
                  <a:gd name="T5" fmla="*/ 86 h 1748"/>
                  <a:gd name="T6" fmla="*/ 18 w 1628"/>
                  <a:gd name="T7" fmla="*/ 126 h 1748"/>
                  <a:gd name="T8" fmla="*/ 0 w 1628"/>
                  <a:gd name="T9" fmla="*/ 176 h 1748"/>
                  <a:gd name="T10" fmla="*/ 30 w 1628"/>
                  <a:gd name="T11" fmla="*/ 178 h 1748"/>
                  <a:gd name="T12" fmla="*/ 67 w 1628"/>
                  <a:gd name="T13" fmla="*/ 114 h 1748"/>
                  <a:gd name="T14" fmla="*/ 167 w 1628"/>
                  <a:gd name="T15" fmla="*/ 28 h 1748"/>
                  <a:gd name="T16" fmla="*/ 155 w 1628"/>
                  <a:gd name="T17" fmla="*/ 0 h 1748"/>
                  <a:gd name="T18" fmla="*/ 155 w 1628"/>
                  <a:gd name="T19" fmla="*/ 0 h 17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28" h="1748">
                    <a:moveTo>
                      <a:pt x="1508" y="0"/>
                    </a:moveTo>
                    <a:lnTo>
                      <a:pt x="1039" y="433"/>
                    </a:lnTo>
                    <a:lnTo>
                      <a:pt x="528" y="847"/>
                    </a:lnTo>
                    <a:lnTo>
                      <a:pt x="174" y="1237"/>
                    </a:lnTo>
                    <a:lnTo>
                      <a:pt x="0" y="1730"/>
                    </a:lnTo>
                    <a:lnTo>
                      <a:pt x="294" y="1748"/>
                    </a:lnTo>
                    <a:lnTo>
                      <a:pt x="649" y="1123"/>
                    </a:lnTo>
                    <a:lnTo>
                      <a:pt x="1628" y="277"/>
                    </a:lnTo>
                    <a:lnTo>
                      <a:pt x="1508" y="0"/>
                    </a:lnTo>
                    <a:close/>
                  </a:path>
                </a:pathLst>
              </a:custGeom>
              <a:solidFill>
                <a:srgbClr val="B9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1" name="Freeform 162">
                <a:extLst>
                  <a:ext uri="{FF2B5EF4-FFF2-40B4-BE49-F238E27FC236}">
                    <a16:creationId xmlns:a16="http://schemas.microsoft.com/office/drawing/2014/main" id="{5ACB9772-8294-495B-B0A1-2D72547AD19E}"/>
                  </a:ext>
                </a:extLst>
              </p:cNvPr>
              <p:cNvSpPr>
                <a:spLocks/>
              </p:cNvSpPr>
              <p:nvPr/>
            </p:nvSpPr>
            <p:spPr bwMode="auto">
              <a:xfrm>
                <a:off x="4049" y="2775"/>
                <a:ext cx="712" cy="504"/>
              </a:xfrm>
              <a:custGeom>
                <a:avLst/>
                <a:gdLst>
                  <a:gd name="T0" fmla="*/ 0 w 6902"/>
                  <a:gd name="T1" fmla="*/ 40 h 4965"/>
                  <a:gd name="T2" fmla="*/ 615 w 6902"/>
                  <a:gd name="T3" fmla="*/ 36 h 4965"/>
                  <a:gd name="T4" fmla="*/ 712 w 6902"/>
                  <a:gd name="T5" fmla="*/ 0 h 4965"/>
                  <a:gd name="T6" fmla="*/ 708 w 6902"/>
                  <a:gd name="T7" fmla="*/ 203 h 4965"/>
                  <a:gd name="T8" fmla="*/ 540 w 6902"/>
                  <a:gd name="T9" fmla="*/ 504 h 4965"/>
                  <a:gd name="T10" fmla="*/ 479 w 6902"/>
                  <a:gd name="T11" fmla="*/ 494 h 4965"/>
                  <a:gd name="T12" fmla="*/ 485 w 6902"/>
                  <a:gd name="T13" fmla="*/ 331 h 4965"/>
                  <a:gd name="T14" fmla="*/ 599 w 6902"/>
                  <a:gd name="T15" fmla="*/ 140 h 4965"/>
                  <a:gd name="T16" fmla="*/ 4 w 6902"/>
                  <a:gd name="T17" fmla="*/ 91 h 4965"/>
                  <a:gd name="T18" fmla="*/ 0 w 6902"/>
                  <a:gd name="T19" fmla="*/ 40 h 4965"/>
                  <a:gd name="T20" fmla="*/ 0 w 6902"/>
                  <a:gd name="T21" fmla="*/ 40 h 49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02" h="4965">
                    <a:moveTo>
                      <a:pt x="0" y="390"/>
                    </a:moveTo>
                    <a:lnTo>
                      <a:pt x="5960" y="354"/>
                    </a:lnTo>
                    <a:lnTo>
                      <a:pt x="6902" y="0"/>
                    </a:lnTo>
                    <a:lnTo>
                      <a:pt x="6861" y="1999"/>
                    </a:lnTo>
                    <a:lnTo>
                      <a:pt x="5233" y="4965"/>
                    </a:lnTo>
                    <a:lnTo>
                      <a:pt x="4643" y="4868"/>
                    </a:lnTo>
                    <a:lnTo>
                      <a:pt x="4704" y="3259"/>
                    </a:lnTo>
                    <a:lnTo>
                      <a:pt x="5803" y="1375"/>
                    </a:lnTo>
                    <a:lnTo>
                      <a:pt x="36" y="901"/>
                    </a:lnTo>
                    <a:lnTo>
                      <a:pt x="0" y="39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2" name="Freeform 163">
                <a:extLst>
                  <a:ext uri="{FF2B5EF4-FFF2-40B4-BE49-F238E27FC236}">
                    <a16:creationId xmlns:a16="http://schemas.microsoft.com/office/drawing/2014/main" id="{A9DF693A-4AE2-440E-9348-A346A46FFCAD}"/>
                  </a:ext>
                </a:extLst>
              </p:cNvPr>
              <p:cNvSpPr>
                <a:spLocks/>
              </p:cNvSpPr>
              <p:nvPr/>
            </p:nvSpPr>
            <p:spPr bwMode="auto">
              <a:xfrm>
                <a:off x="3965" y="2208"/>
                <a:ext cx="689" cy="500"/>
              </a:xfrm>
              <a:custGeom>
                <a:avLst/>
                <a:gdLst>
                  <a:gd name="T0" fmla="*/ 681 w 6692"/>
                  <a:gd name="T1" fmla="*/ 7 h 4929"/>
                  <a:gd name="T2" fmla="*/ 687 w 6692"/>
                  <a:gd name="T3" fmla="*/ 15 h 4929"/>
                  <a:gd name="T4" fmla="*/ 688 w 6692"/>
                  <a:gd name="T5" fmla="*/ 105 h 4929"/>
                  <a:gd name="T6" fmla="*/ 689 w 6692"/>
                  <a:gd name="T7" fmla="*/ 200 h 4929"/>
                  <a:gd name="T8" fmla="*/ 687 w 6692"/>
                  <a:gd name="T9" fmla="*/ 265 h 4929"/>
                  <a:gd name="T10" fmla="*/ 687 w 6692"/>
                  <a:gd name="T11" fmla="*/ 399 h 4929"/>
                  <a:gd name="T12" fmla="*/ 684 w 6692"/>
                  <a:gd name="T13" fmla="*/ 500 h 4929"/>
                  <a:gd name="T14" fmla="*/ 682 w 6692"/>
                  <a:gd name="T15" fmla="*/ 500 h 4929"/>
                  <a:gd name="T16" fmla="*/ 681 w 6692"/>
                  <a:gd name="T17" fmla="*/ 403 h 4929"/>
                  <a:gd name="T18" fmla="*/ 677 w 6692"/>
                  <a:gd name="T19" fmla="*/ 389 h 4929"/>
                  <a:gd name="T20" fmla="*/ 672 w 6692"/>
                  <a:gd name="T21" fmla="*/ 358 h 4929"/>
                  <a:gd name="T22" fmla="*/ 658 w 6692"/>
                  <a:gd name="T23" fmla="*/ 297 h 4929"/>
                  <a:gd name="T24" fmla="*/ 654 w 6692"/>
                  <a:gd name="T25" fmla="*/ 278 h 4929"/>
                  <a:gd name="T26" fmla="*/ 651 w 6692"/>
                  <a:gd name="T27" fmla="*/ 272 h 4929"/>
                  <a:gd name="T28" fmla="*/ 648 w 6692"/>
                  <a:gd name="T29" fmla="*/ 173 h 4929"/>
                  <a:gd name="T30" fmla="*/ 645 w 6692"/>
                  <a:gd name="T31" fmla="*/ 125 h 4929"/>
                  <a:gd name="T32" fmla="*/ 640 w 6692"/>
                  <a:gd name="T33" fmla="*/ 89 h 4929"/>
                  <a:gd name="T34" fmla="*/ 633 w 6692"/>
                  <a:gd name="T35" fmla="*/ 71 h 4929"/>
                  <a:gd name="T36" fmla="*/ 624 w 6692"/>
                  <a:gd name="T37" fmla="*/ 63 h 4929"/>
                  <a:gd name="T38" fmla="*/ 367 w 6692"/>
                  <a:gd name="T39" fmla="*/ 65 h 4929"/>
                  <a:gd name="T40" fmla="*/ 138 w 6692"/>
                  <a:gd name="T41" fmla="*/ 65 h 4929"/>
                  <a:gd name="T42" fmla="*/ 138 w 6692"/>
                  <a:gd name="T43" fmla="*/ 64 h 4929"/>
                  <a:gd name="T44" fmla="*/ 474 w 6692"/>
                  <a:gd name="T45" fmla="*/ 55 h 4929"/>
                  <a:gd name="T46" fmla="*/ 476 w 6692"/>
                  <a:gd name="T47" fmla="*/ 55 h 4929"/>
                  <a:gd name="T48" fmla="*/ 476 w 6692"/>
                  <a:gd name="T49" fmla="*/ 52 h 4929"/>
                  <a:gd name="T50" fmla="*/ 467 w 6692"/>
                  <a:gd name="T51" fmla="*/ 49 h 4929"/>
                  <a:gd name="T52" fmla="*/ 429 w 6692"/>
                  <a:gd name="T53" fmla="*/ 43 h 4929"/>
                  <a:gd name="T54" fmla="*/ 405 w 6692"/>
                  <a:gd name="T55" fmla="*/ 40 h 4929"/>
                  <a:gd name="T56" fmla="*/ 317 w 6692"/>
                  <a:gd name="T57" fmla="*/ 27 h 4929"/>
                  <a:gd name="T58" fmla="*/ 151 w 6692"/>
                  <a:gd name="T59" fmla="*/ 14 h 4929"/>
                  <a:gd name="T60" fmla="*/ 9 w 6692"/>
                  <a:gd name="T61" fmla="*/ 12 h 4929"/>
                  <a:gd name="T62" fmla="*/ 0 w 6692"/>
                  <a:gd name="T63" fmla="*/ 13 h 4929"/>
                  <a:gd name="T64" fmla="*/ 0 w 6692"/>
                  <a:gd name="T65" fmla="*/ 10 h 4929"/>
                  <a:gd name="T66" fmla="*/ 596 w 6692"/>
                  <a:gd name="T67" fmla="*/ 1 h 4929"/>
                  <a:gd name="T68" fmla="*/ 597 w 6692"/>
                  <a:gd name="T69" fmla="*/ 0 h 4929"/>
                  <a:gd name="T70" fmla="*/ 671 w 6692"/>
                  <a:gd name="T71" fmla="*/ 2 h 4929"/>
                  <a:gd name="T72" fmla="*/ 681 w 6692"/>
                  <a:gd name="T73" fmla="*/ 7 h 4929"/>
                  <a:gd name="T74" fmla="*/ 681 w 6692"/>
                  <a:gd name="T75" fmla="*/ 7 h 492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692" h="4929">
                    <a:moveTo>
                      <a:pt x="6615" y="66"/>
                    </a:moveTo>
                    <a:lnTo>
                      <a:pt x="6669" y="150"/>
                    </a:lnTo>
                    <a:lnTo>
                      <a:pt x="6680" y="1033"/>
                    </a:lnTo>
                    <a:lnTo>
                      <a:pt x="6692" y="1970"/>
                    </a:lnTo>
                    <a:lnTo>
                      <a:pt x="6669" y="2612"/>
                    </a:lnTo>
                    <a:lnTo>
                      <a:pt x="6669" y="3933"/>
                    </a:lnTo>
                    <a:lnTo>
                      <a:pt x="6644" y="4929"/>
                    </a:lnTo>
                    <a:lnTo>
                      <a:pt x="6620" y="4929"/>
                    </a:lnTo>
                    <a:lnTo>
                      <a:pt x="6615" y="3969"/>
                    </a:lnTo>
                    <a:lnTo>
                      <a:pt x="6579" y="3830"/>
                    </a:lnTo>
                    <a:lnTo>
                      <a:pt x="6530" y="3530"/>
                    </a:lnTo>
                    <a:lnTo>
                      <a:pt x="6392" y="2924"/>
                    </a:lnTo>
                    <a:lnTo>
                      <a:pt x="6350" y="2737"/>
                    </a:lnTo>
                    <a:lnTo>
                      <a:pt x="6325" y="2684"/>
                    </a:lnTo>
                    <a:lnTo>
                      <a:pt x="6289" y="1705"/>
                    </a:lnTo>
                    <a:lnTo>
                      <a:pt x="6266" y="1236"/>
                    </a:lnTo>
                    <a:lnTo>
                      <a:pt x="6212" y="882"/>
                    </a:lnTo>
                    <a:lnTo>
                      <a:pt x="6152" y="697"/>
                    </a:lnTo>
                    <a:lnTo>
                      <a:pt x="6061" y="618"/>
                    </a:lnTo>
                    <a:lnTo>
                      <a:pt x="3562" y="643"/>
                    </a:lnTo>
                    <a:lnTo>
                      <a:pt x="1339" y="643"/>
                    </a:lnTo>
                    <a:lnTo>
                      <a:pt x="1339" y="630"/>
                    </a:lnTo>
                    <a:lnTo>
                      <a:pt x="4607" y="546"/>
                    </a:lnTo>
                    <a:lnTo>
                      <a:pt x="4620" y="541"/>
                    </a:lnTo>
                    <a:lnTo>
                      <a:pt x="4620" y="517"/>
                    </a:lnTo>
                    <a:lnTo>
                      <a:pt x="4535" y="481"/>
                    </a:lnTo>
                    <a:lnTo>
                      <a:pt x="4169" y="427"/>
                    </a:lnTo>
                    <a:lnTo>
                      <a:pt x="3929" y="391"/>
                    </a:lnTo>
                    <a:lnTo>
                      <a:pt x="3082" y="264"/>
                    </a:lnTo>
                    <a:lnTo>
                      <a:pt x="1465" y="138"/>
                    </a:lnTo>
                    <a:lnTo>
                      <a:pt x="90" y="114"/>
                    </a:lnTo>
                    <a:lnTo>
                      <a:pt x="0" y="127"/>
                    </a:lnTo>
                    <a:lnTo>
                      <a:pt x="0" y="102"/>
                    </a:lnTo>
                    <a:lnTo>
                      <a:pt x="5785" y="12"/>
                    </a:lnTo>
                    <a:lnTo>
                      <a:pt x="5797" y="0"/>
                    </a:lnTo>
                    <a:lnTo>
                      <a:pt x="6518" y="24"/>
                    </a:lnTo>
                    <a:lnTo>
                      <a:pt x="661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3" name="Freeform 164">
                <a:extLst>
                  <a:ext uri="{FF2B5EF4-FFF2-40B4-BE49-F238E27FC236}">
                    <a16:creationId xmlns:a16="http://schemas.microsoft.com/office/drawing/2014/main" id="{C2840720-850A-43AD-A2F8-5196B398CAD7}"/>
                  </a:ext>
                </a:extLst>
              </p:cNvPr>
              <p:cNvSpPr>
                <a:spLocks/>
              </p:cNvSpPr>
              <p:nvPr/>
            </p:nvSpPr>
            <p:spPr bwMode="auto">
              <a:xfrm>
                <a:off x="3963" y="2277"/>
                <a:ext cx="622" cy="459"/>
              </a:xfrm>
              <a:custGeom>
                <a:avLst/>
                <a:gdLst>
                  <a:gd name="T0" fmla="*/ 622 w 6038"/>
                  <a:gd name="T1" fmla="*/ 3 h 4534"/>
                  <a:gd name="T2" fmla="*/ 622 w 6038"/>
                  <a:gd name="T3" fmla="*/ 7 h 4534"/>
                  <a:gd name="T4" fmla="*/ 608 w 6038"/>
                  <a:gd name="T5" fmla="*/ 37 h 4534"/>
                  <a:gd name="T6" fmla="*/ 615 w 6038"/>
                  <a:gd name="T7" fmla="*/ 204 h 4534"/>
                  <a:gd name="T8" fmla="*/ 614 w 6038"/>
                  <a:gd name="T9" fmla="*/ 370 h 4534"/>
                  <a:gd name="T10" fmla="*/ 608 w 6038"/>
                  <a:gd name="T11" fmla="*/ 427 h 4534"/>
                  <a:gd name="T12" fmla="*/ 605 w 6038"/>
                  <a:gd name="T13" fmla="*/ 435 h 4534"/>
                  <a:gd name="T14" fmla="*/ 594 w 6038"/>
                  <a:gd name="T15" fmla="*/ 441 h 4534"/>
                  <a:gd name="T16" fmla="*/ 392 w 6038"/>
                  <a:gd name="T17" fmla="*/ 454 h 4534"/>
                  <a:gd name="T18" fmla="*/ 185 w 6038"/>
                  <a:gd name="T19" fmla="*/ 454 h 4534"/>
                  <a:gd name="T20" fmla="*/ 67 w 6038"/>
                  <a:gd name="T21" fmla="*/ 450 h 4534"/>
                  <a:gd name="T22" fmla="*/ 54 w 6038"/>
                  <a:gd name="T23" fmla="*/ 447 h 4534"/>
                  <a:gd name="T24" fmla="*/ 58 w 6038"/>
                  <a:gd name="T25" fmla="*/ 441 h 4534"/>
                  <a:gd name="T26" fmla="*/ 569 w 6038"/>
                  <a:gd name="T27" fmla="*/ 431 h 4534"/>
                  <a:gd name="T28" fmla="*/ 590 w 6038"/>
                  <a:gd name="T29" fmla="*/ 429 h 4534"/>
                  <a:gd name="T30" fmla="*/ 593 w 6038"/>
                  <a:gd name="T31" fmla="*/ 427 h 4534"/>
                  <a:gd name="T32" fmla="*/ 589 w 6038"/>
                  <a:gd name="T33" fmla="*/ 55 h 4534"/>
                  <a:gd name="T34" fmla="*/ 587 w 6038"/>
                  <a:gd name="T35" fmla="*/ 29 h 4534"/>
                  <a:gd name="T36" fmla="*/ 584 w 6038"/>
                  <a:gd name="T37" fmla="*/ 27 h 4534"/>
                  <a:gd name="T38" fmla="*/ 45 w 6038"/>
                  <a:gd name="T39" fmla="*/ 38 h 4534"/>
                  <a:gd name="T40" fmla="*/ 41 w 6038"/>
                  <a:gd name="T41" fmla="*/ 40 h 4534"/>
                  <a:gd name="T42" fmla="*/ 43 w 6038"/>
                  <a:gd name="T43" fmla="*/ 243 h 4534"/>
                  <a:gd name="T44" fmla="*/ 46 w 6038"/>
                  <a:gd name="T45" fmla="*/ 433 h 4534"/>
                  <a:gd name="T46" fmla="*/ 39 w 6038"/>
                  <a:gd name="T47" fmla="*/ 444 h 4534"/>
                  <a:gd name="T48" fmla="*/ 39 w 6038"/>
                  <a:gd name="T49" fmla="*/ 446 h 4534"/>
                  <a:gd name="T50" fmla="*/ 32 w 6038"/>
                  <a:gd name="T51" fmla="*/ 441 h 4534"/>
                  <a:gd name="T52" fmla="*/ 9 w 6038"/>
                  <a:gd name="T53" fmla="*/ 459 h 4534"/>
                  <a:gd name="T54" fmla="*/ 7 w 6038"/>
                  <a:gd name="T55" fmla="*/ 459 h 4534"/>
                  <a:gd name="T56" fmla="*/ 4 w 6038"/>
                  <a:gd name="T57" fmla="*/ 455 h 4534"/>
                  <a:gd name="T58" fmla="*/ 2 w 6038"/>
                  <a:gd name="T59" fmla="*/ 316 h 4534"/>
                  <a:gd name="T60" fmla="*/ 0 w 6038"/>
                  <a:gd name="T61" fmla="*/ 204 h 4534"/>
                  <a:gd name="T62" fmla="*/ 1 w 6038"/>
                  <a:gd name="T63" fmla="*/ 14 h 4534"/>
                  <a:gd name="T64" fmla="*/ 7 w 6038"/>
                  <a:gd name="T65" fmla="*/ 10 h 4534"/>
                  <a:gd name="T66" fmla="*/ 48 w 6038"/>
                  <a:gd name="T67" fmla="*/ 7 h 4534"/>
                  <a:gd name="T68" fmla="*/ 84 w 6038"/>
                  <a:gd name="T69" fmla="*/ 7 h 4534"/>
                  <a:gd name="T70" fmla="*/ 566 w 6038"/>
                  <a:gd name="T71" fmla="*/ 0 h 4534"/>
                  <a:gd name="T72" fmla="*/ 619 w 6038"/>
                  <a:gd name="T73" fmla="*/ 0 h 4534"/>
                  <a:gd name="T74" fmla="*/ 622 w 6038"/>
                  <a:gd name="T75" fmla="*/ 3 h 4534"/>
                  <a:gd name="T76" fmla="*/ 622 w 6038"/>
                  <a:gd name="T77" fmla="*/ 3 h 453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38" h="4534">
                    <a:moveTo>
                      <a:pt x="6038" y="25"/>
                    </a:moveTo>
                    <a:lnTo>
                      <a:pt x="6038" y="72"/>
                    </a:lnTo>
                    <a:lnTo>
                      <a:pt x="5899" y="361"/>
                    </a:lnTo>
                    <a:lnTo>
                      <a:pt x="5971" y="2012"/>
                    </a:lnTo>
                    <a:lnTo>
                      <a:pt x="5959" y="3651"/>
                    </a:lnTo>
                    <a:lnTo>
                      <a:pt x="5899" y="4221"/>
                    </a:lnTo>
                    <a:lnTo>
                      <a:pt x="5869" y="4293"/>
                    </a:lnTo>
                    <a:lnTo>
                      <a:pt x="5767" y="4360"/>
                    </a:lnTo>
                    <a:lnTo>
                      <a:pt x="3802" y="4485"/>
                    </a:lnTo>
                    <a:lnTo>
                      <a:pt x="1796" y="4485"/>
                    </a:lnTo>
                    <a:lnTo>
                      <a:pt x="654" y="4444"/>
                    </a:lnTo>
                    <a:lnTo>
                      <a:pt x="528" y="4419"/>
                    </a:lnTo>
                    <a:lnTo>
                      <a:pt x="559" y="4360"/>
                    </a:lnTo>
                    <a:lnTo>
                      <a:pt x="5527" y="4257"/>
                    </a:lnTo>
                    <a:lnTo>
                      <a:pt x="5731" y="4234"/>
                    </a:lnTo>
                    <a:lnTo>
                      <a:pt x="5755" y="4216"/>
                    </a:lnTo>
                    <a:lnTo>
                      <a:pt x="5719" y="541"/>
                    </a:lnTo>
                    <a:lnTo>
                      <a:pt x="5695" y="288"/>
                    </a:lnTo>
                    <a:lnTo>
                      <a:pt x="5671" y="265"/>
                    </a:lnTo>
                    <a:lnTo>
                      <a:pt x="433" y="373"/>
                    </a:lnTo>
                    <a:lnTo>
                      <a:pt x="402" y="391"/>
                    </a:lnTo>
                    <a:lnTo>
                      <a:pt x="415" y="2402"/>
                    </a:lnTo>
                    <a:lnTo>
                      <a:pt x="444" y="4281"/>
                    </a:lnTo>
                    <a:lnTo>
                      <a:pt x="379" y="4383"/>
                    </a:lnTo>
                    <a:lnTo>
                      <a:pt x="379" y="4408"/>
                    </a:lnTo>
                    <a:lnTo>
                      <a:pt x="307" y="4360"/>
                    </a:lnTo>
                    <a:lnTo>
                      <a:pt x="90" y="4534"/>
                    </a:lnTo>
                    <a:lnTo>
                      <a:pt x="66" y="4534"/>
                    </a:lnTo>
                    <a:lnTo>
                      <a:pt x="42" y="4498"/>
                    </a:lnTo>
                    <a:lnTo>
                      <a:pt x="24" y="3123"/>
                    </a:lnTo>
                    <a:lnTo>
                      <a:pt x="0" y="2012"/>
                    </a:lnTo>
                    <a:lnTo>
                      <a:pt x="12" y="139"/>
                    </a:lnTo>
                    <a:lnTo>
                      <a:pt x="66" y="97"/>
                    </a:lnTo>
                    <a:lnTo>
                      <a:pt x="469" y="72"/>
                    </a:lnTo>
                    <a:lnTo>
                      <a:pt x="811" y="72"/>
                    </a:lnTo>
                    <a:lnTo>
                      <a:pt x="5491" y="0"/>
                    </a:lnTo>
                    <a:lnTo>
                      <a:pt x="6007" y="0"/>
                    </a:lnTo>
                    <a:lnTo>
                      <a:pt x="603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4" name="Freeform 165">
                <a:extLst>
                  <a:ext uri="{FF2B5EF4-FFF2-40B4-BE49-F238E27FC236}">
                    <a16:creationId xmlns:a16="http://schemas.microsoft.com/office/drawing/2014/main" id="{F650D32F-7FAF-4126-B56E-615C2017561C}"/>
                  </a:ext>
                </a:extLst>
              </p:cNvPr>
              <p:cNvSpPr>
                <a:spLocks/>
              </p:cNvSpPr>
              <p:nvPr/>
            </p:nvSpPr>
            <p:spPr bwMode="auto">
              <a:xfrm>
                <a:off x="3904" y="2764"/>
                <a:ext cx="857" cy="279"/>
              </a:xfrm>
              <a:custGeom>
                <a:avLst/>
                <a:gdLst>
                  <a:gd name="T0" fmla="*/ 857 w 8326"/>
                  <a:gd name="T1" fmla="*/ 12 h 2756"/>
                  <a:gd name="T2" fmla="*/ 710 w 8326"/>
                  <a:gd name="T3" fmla="*/ 219 h 2756"/>
                  <a:gd name="T4" fmla="*/ 579 w 8326"/>
                  <a:gd name="T5" fmla="*/ 227 h 2756"/>
                  <a:gd name="T6" fmla="*/ 492 w 8326"/>
                  <a:gd name="T7" fmla="*/ 279 h 2756"/>
                  <a:gd name="T8" fmla="*/ 66 w 8326"/>
                  <a:gd name="T9" fmla="*/ 222 h 2756"/>
                  <a:gd name="T10" fmla="*/ 61 w 8326"/>
                  <a:gd name="T11" fmla="*/ 209 h 2756"/>
                  <a:gd name="T12" fmla="*/ 64 w 8326"/>
                  <a:gd name="T13" fmla="*/ 208 h 2756"/>
                  <a:gd name="T14" fmla="*/ 86 w 8326"/>
                  <a:gd name="T15" fmla="*/ 218 h 2756"/>
                  <a:gd name="T16" fmla="*/ 514 w 8326"/>
                  <a:gd name="T17" fmla="*/ 270 h 2756"/>
                  <a:gd name="T18" fmla="*/ 545 w 8326"/>
                  <a:gd name="T19" fmla="*/ 233 h 2756"/>
                  <a:gd name="T20" fmla="*/ 537 w 8326"/>
                  <a:gd name="T21" fmla="*/ 236 h 2756"/>
                  <a:gd name="T22" fmla="*/ 511 w 8326"/>
                  <a:gd name="T23" fmla="*/ 252 h 2756"/>
                  <a:gd name="T24" fmla="*/ 543 w 8326"/>
                  <a:gd name="T25" fmla="*/ 205 h 2756"/>
                  <a:gd name="T26" fmla="*/ 539 w 8326"/>
                  <a:gd name="T27" fmla="*/ 199 h 2756"/>
                  <a:gd name="T28" fmla="*/ 172 w 8326"/>
                  <a:gd name="T29" fmla="*/ 199 h 2756"/>
                  <a:gd name="T30" fmla="*/ 105 w 8326"/>
                  <a:gd name="T31" fmla="*/ 176 h 2756"/>
                  <a:gd name="T32" fmla="*/ 96 w 8326"/>
                  <a:gd name="T33" fmla="*/ 154 h 2756"/>
                  <a:gd name="T34" fmla="*/ 179 w 8326"/>
                  <a:gd name="T35" fmla="*/ 92 h 2756"/>
                  <a:gd name="T36" fmla="*/ 261 w 8326"/>
                  <a:gd name="T37" fmla="*/ 98 h 2756"/>
                  <a:gd name="T38" fmla="*/ 412 w 8326"/>
                  <a:gd name="T39" fmla="*/ 108 h 2756"/>
                  <a:gd name="T40" fmla="*/ 482 w 8326"/>
                  <a:gd name="T41" fmla="*/ 100 h 2756"/>
                  <a:gd name="T42" fmla="*/ 505 w 8326"/>
                  <a:gd name="T43" fmla="*/ 87 h 2756"/>
                  <a:gd name="T44" fmla="*/ 562 w 8326"/>
                  <a:gd name="T45" fmla="*/ 83 h 2756"/>
                  <a:gd name="T46" fmla="*/ 736 w 8326"/>
                  <a:gd name="T47" fmla="*/ 75 h 2756"/>
                  <a:gd name="T48" fmla="*/ 738 w 8326"/>
                  <a:gd name="T49" fmla="*/ 72 h 2756"/>
                  <a:gd name="T50" fmla="*/ 57 w 8326"/>
                  <a:gd name="T51" fmla="*/ 84 h 2756"/>
                  <a:gd name="T52" fmla="*/ 52 w 8326"/>
                  <a:gd name="T53" fmla="*/ 78 h 2756"/>
                  <a:gd name="T54" fmla="*/ 9 w 8326"/>
                  <a:gd name="T55" fmla="*/ 75 h 2756"/>
                  <a:gd name="T56" fmla="*/ 0 w 8326"/>
                  <a:gd name="T57" fmla="*/ 55 h 2756"/>
                  <a:gd name="T58" fmla="*/ 2 w 8326"/>
                  <a:gd name="T59" fmla="*/ 52 h 2756"/>
                  <a:gd name="T60" fmla="*/ 12 w 8326"/>
                  <a:gd name="T61" fmla="*/ 67 h 2756"/>
                  <a:gd name="T62" fmla="*/ 607 w 8326"/>
                  <a:gd name="T63" fmla="*/ 56 h 2756"/>
                  <a:gd name="T64" fmla="*/ 702 w 8326"/>
                  <a:gd name="T65" fmla="*/ 58 h 2756"/>
                  <a:gd name="T66" fmla="*/ 747 w 8326"/>
                  <a:gd name="T67" fmla="*/ 47 h 2756"/>
                  <a:gd name="T68" fmla="*/ 751 w 8326"/>
                  <a:gd name="T69" fmla="*/ 0 h 2756"/>
                  <a:gd name="T70" fmla="*/ 854 w 8326"/>
                  <a:gd name="T71" fmla="*/ 8 h 27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326" h="2756">
                    <a:moveTo>
                      <a:pt x="8301" y="78"/>
                    </a:moveTo>
                    <a:lnTo>
                      <a:pt x="8326" y="114"/>
                    </a:lnTo>
                    <a:lnTo>
                      <a:pt x="7809" y="870"/>
                    </a:lnTo>
                    <a:lnTo>
                      <a:pt x="6902" y="2167"/>
                    </a:lnTo>
                    <a:lnTo>
                      <a:pt x="6878" y="2191"/>
                    </a:lnTo>
                    <a:lnTo>
                      <a:pt x="5628" y="2239"/>
                    </a:lnTo>
                    <a:lnTo>
                      <a:pt x="5135" y="2695"/>
                    </a:lnTo>
                    <a:lnTo>
                      <a:pt x="4781" y="2756"/>
                    </a:lnTo>
                    <a:lnTo>
                      <a:pt x="4463" y="2731"/>
                    </a:lnTo>
                    <a:lnTo>
                      <a:pt x="642" y="2191"/>
                    </a:lnTo>
                    <a:lnTo>
                      <a:pt x="588" y="2095"/>
                    </a:lnTo>
                    <a:lnTo>
                      <a:pt x="588" y="2065"/>
                    </a:lnTo>
                    <a:lnTo>
                      <a:pt x="600" y="2053"/>
                    </a:lnTo>
                    <a:lnTo>
                      <a:pt x="618" y="2053"/>
                    </a:lnTo>
                    <a:lnTo>
                      <a:pt x="666" y="2107"/>
                    </a:lnTo>
                    <a:lnTo>
                      <a:pt x="840" y="2155"/>
                    </a:lnTo>
                    <a:lnTo>
                      <a:pt x="4847" y="2695"/>
                    </a:lnTo>
                    <a:lnTo>
                      <a:pt x="4997" y="2671"/>
                    </a:lnTo>
                    <a:lnTo>
                      <a:pt x="5081" y="2623"/>
                    </a:lnTo>
                    <a:lnTo>
                      <a:pt x="5297" y="2305"/>
                    </a:lnTo>
                    <a:lnTo>
                      <a:pt x="5286" y="2294"/>
                    </a:lnTo>
                    <a:lnTo>
                      <a:pt x="5220" y="2330"/>
                    </a:lnTo>
                    <a:lnTo>
                      <a:pt x="4968" y="2546"/>
                    </a:lnTo>
                    <a:lnTo>
                      <a:pt x="4968" y="2485"/>
                    </a:lnTo>
                    <a:lnTo>
                      <a:pt x="5250" y="2089"/>
                    </a:lnTo>
                    <a:lnTo>
                      <a:pt x="5274" y="2029"/>
                    </a:lnTo>
                    <a:lnTo>
                      <a:pt x="5274" y="2005"/>
                    </a:lnTo>
                    <a:lnTo>
                      <a:pt x="5232" y="1963"/>
                    </a:lnTo>
                    <a:lnTo>
                      <a:pt x="3633" y="1976"/>
                    </a:lnTo>
                    <a:lnTo>
                      <a:pt x="1675" y="1963"/>
                    </a:lnTo>
                    <a:lnTo>
                      <a:pt x="1135" y="1938"/>
                    </a:lnTo>
                    <a:lnTo>
                      <a:pt x="1020" y="1741"/>
                    </a:lnTo>
                    <a:lnTo>
                      <a:pt x="930" y="1597"/>
                    </a:lnTo>
                    <a:lnTo>
                      <a:pt x="930" y="1525"/>
                    </a:lnTo>
                    <a:lnTo>
                      <a:pt x="1423" y="930"/>
                    </a:lnTo>
                    <a:lnTo>
                      <a:pt x="1735" y="906"/>
                    </a:lnTo>
                    <a:lnTo>
                      <a:pt x="2421" y="906"/>
                    </a:lnTo>
                    <a:lnTo>
                      <a:pt x="2534" y="966"/>
                    </a:lnTo>
                    <a:lnTo>
                      <a:pt x="3123" y="1045"/>
                    </a:lnTo>
                    <a:lnTo>
                      <a:pt x="4000" y="1068"/>
                    </a:lnTo>
                    <a:lnTo>
                      <a:pt x="4517" y="1032"/>
                    </a:lnTo>
                    <a:lnTo>
                      <a:pt x="4679" y="984"/>
                    </a:lnTo>
                    <a:lnTo>
                      <a:pt x="4793" y="870"/>
                    </a:lnTo>
                    <a:lnTo>
                      <a:pt x="4907" y="858"/>
                    </a:lnTo>
                    <a:lnTo>
                      <a:pt x="4932" y="834"/>
                    </a:lnTo>
                    <a:lnTo>
                      <a:pt x="5459" y="816"/>
                    </a:lnTo>
                    <a:lnTo>
                      <a:pt x="7118" y="768"/>
                    </a:lnTo>
                    <a:lnTo>
                      <a:pt x="7154" y="744"/>
                    </a:lnTo>
                    <a:lnTo>
                      <a:pt x="7166" y="732"/>
                    </a:lnTo>
                    <a:lnTo>
                      <a:pt x="7166" y="708"/>
                    </a:lnTo>
                    <a:lnTo>
                      <a:pt x="7143" y="690"/>
                    </a:lnTo>
                    <a:lnTo>
                      <a:pt x="552" y="829"/>
                    </a:lnTo>
                    <a:lnTo>
                      <a:pt x="527" y="793"/>
                    </a:lnTo>
                    <a:lnTo>
                      <a:pt x="504" y="768"/>
                    </a:lnTo>
                    <a:lnTo>
                      <a:pt x="149" y="768"/>
                    </a:lnTo>
                    <a:lnTo>
                      <a:pt x="83" y="744"/>
                    </a:lnTo>
                    <a:lnTo>
                      <a:pt x="11" y="666"/>
                    </a:lnTo>
                    <a:lnTo>
                      <a:pt x="0" y="540"/>
                    </a:lnTo>
                    <a:lnTo>
                      <a:pt x="0" y="516"/>
                    </a:lnTo>
                    <a:lnTo>
                      <a:pt x="23" y="516"/>
                    </a:lnTo>
                    <a:lnTo>
                      <a:pt x="36" y="594"/>
                    </a:lnTo>
                    <a:lnTo>
                      <a:pt x="113" y="666"/>
                    </a:lnTo>
                    <a:lnTo>
                      <a:pt x="5749" y="576"/>
                    </a:lnTo>
                    <a:lnTo>
                      <a:pt x="5893" y="552"/>
                    </a:lnTo>
                    <a:lnTo>
                      <a:pt x="6331" y="576"/>
                    </a:lnTo>
                    <a:lnTo>
                      <a:pt x="6824" y="576"/>
                    </a:lnTo>
                    <a:lnTo>
                      <a:pt x="7190" y="564"/>
                    </a:lnTo>
                    <a:lnTo>
                      <a:pt x="7256" y="468"/>
                    </a:lnTo>
                    <a:lnTo>
                      <a:pt x="7269" y="24"/>
                    </a:lnTo>
                    <a:lnTo>
                      <a:pt x="7292" y="0"/>
                    </a:lnTo>
                    <a:lnTo>
                      <a:pt x="8037" y="47"/>
                    </a:lnTo>
                    <a:lnTo>
                      <a:pt x="8301"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5" name="Freeform 166">
                <a:extLst>
                  <a:ext uri="{FF2B5EF4-FFF2-40B4-BE49-F238E27FC236}">
                    <a16:creationId xmlns:a16="http://schemas.microsoft.com/office/drawing/2014/main" id="{EF697AAC-1C77-4C2F-9C51-A17985AF7D8B}"/>
                  </a:ext>
                </a:extLst>
              </p:cNvPr>
              <p:cNvSpPr>
                <a:spLocks/>
              </p:cNvSpPr>
              <p:nvPr/>
            </p:nvSpPr>
            <p:spPr bwMode="auto">
              <a:xfrm>
                <a:off x="4002" y="2793"/>
                <a:ext cx="762" cy="462"/>
              </a:xfrm>
              <a:custGeom>
                <a:avLst/>
                <a:gdLst>
                  <a:gd name="T0" fmla="*/ 762 w 7408"/>
                  <a:gd name="T1" fmla="*/ 21 h 4575"/>
                  <a:gd name="T2" fmla="*/ 762 w 7408"/>
                  <a:gd name="T3" fmla="*/ 27 h 4575"/>
                  <a:gd name="T4" fmla="*/ 761 w 7408"/>
                  <a:gd name="T5" fmla="*/ 117 h 4575"/>
                  <a:gd name="T6" fmla="*/ 758 w 7408"/>
                  <a:gd name="T7" fmla="*/ 135 h 4575"/>
                  <a:gd name="T8" fmla="*/ 756 w 7408"/>
                  <a:gd name="T9" fmla="*/ 135 h 4575"/>
                  <a:gd name="T10" fmla="*/ 751 w 7408"/>
                  <a:gd name="T11" fmla="*/ 114 h 4575"/>
                  <a:gd name="T12" fmla="*/ 748 w 7408"/>
                  <a:gd name="T13" fmla="*/ 106 h 4575"/>
                  <a:gd name="T14" fmla="*/ 744 w 7408"/>
                  <a:gd name="T15" fmla="*/ 102 h 4575"/>
                  <a:gd name="T16" fmla="*/ 738 w 7408"/>
                  <a:gd name="T17" fmla="*/ 102 h 4575"/>
                  <a:gd name="T18" fmla="*/ 722 w 7408"/>
                  <a:gd name="T19" fmla="*/ 124 h 4575"/>
                  <a:gd name="T20" fmla="*/ 687 w 7408"/>
                  <a:gd name="T21" fmla="*/ 203 h 4575"/>
                  <a:gd name="T22" fmla="*/ 678 w 7408"/>
                  <a:gd name="T23" fmla="*/ 221 h 4575"/>
                  <a:gd name="T24" fmla="*/ 638 w 7408"/>
                  <a:gd name="T25" fmla="*/ 299 h 4575"/>
                  <a:gd name="T26" fmla="*/ 629 w 7408"/>
                  <a:gd name="T27" fmla="*/ 315 h 4575"/>
                  <a:gd name="T28" fmla="*/ 611 w 7408"/>
                  <a:gd name="T29" fmla="*/ 353 h 4575"/>
                  <a:gd name="T30" fmla="*/ 609 w 7408"/>
                  <a:gd name="T31" fmla="*/ 360 h 4575"/>
                  <a:gd name="T32" fmla="*/ 609 w 7408"/>
                  <a:gd name="T33" fmla="*/ 361 h 4575"/>
                  <a:gd name="T34" fmla="*/ 606 w 7408"/>
                  <a:gd name="T35" fmla="*/ 361 h 4575"/>
                  <a:gd name="T36" fmla="*/ 606 w 7408"/>
                  <a:gd name="T37" fmla="*/ 350 h 4575"/>
                  <a:gd name="T38" fmla="*/ 612 w 7408"/>
                  <a:gd name="T39" fmla="*/ 312 h 4575"/>
                  <a:gd name="T40" fmla="*/ 612 w 7408"/>
                  <a:gd name="T41" fmla="*/ 295 h 4575"/>
                  <a:gd name="T42" fmla="*/ 611 w 7408"/>
                  <a:gd name="T43" fmla="*/ 294 h 4575"/>
                  <a:gd name="T44" fmla="*/ 609 w 7408"/>
                  <a:gd name="T45" fmla="*/ 294 h 4575"/>
                  <a:gd name="T46" fmla="*/ 590 w 7408"/>
                  <a:gd name="T47" fmla="*/ 334 h 4575"/>
                  <a:gd name="T48" fmla="*/ 572 w 7408"/>
                  <a:gd name="T49" fmla="*/ 386 h 4575"/>
                  <a:gd name="T50" fmla="*/ 564 w 7408"/>
                  <a:gd name="T51" fmla="*/ 415 h 4575"/>
                  <a:gd name="T52" fmla="*/ 560 w 7408"/>
                  <a:gd name="T53" fmla="*/ 455 h 4575"/>
                  <a:gd name="T54" fmla="*/ 561 w 7408"/>
                  <a:gd name="T55" fmla="*/ 457 h 4575"/>
                  <a:gd name="T56" fmla="*/ 561 w 7408"/>
                  <a:gd name="T57" fmla="*/ 458 h 4575"/>
                  <a:gd name="T58" fmla="*/ 557 w 7408"/>
                  <a:gd name="T59" fmla="*/ 462 h 4575"/>
                  <a:gd name="T60" fmla="*/ 454 w 7408"/>
                  <a:gd name="T61" fmla="*/ 461 h 4575"/>
                  <a:gd name="T62" fmla="*/ 442 w 7408"/>
                  <a:gd name="T63" fmla="*/ 458 h 4575"/>
                  <a:gd name="T64" fmla="*/ 373 w 7408"/>
                  <a:gd name="T65" fmla="*/ 437 h 4575"/>
                  <a:gd name="T66" fmla="*/ 305 w 7408"/>
                  <a:gd name="T67" fmla="*/ 420 h 4575"/>
                  <a:gd name="T68" fmla="*/ 289 w 7408"/>
                  <a:gd name="T69" fmla="*/ 417 h 4575"/>
                  <a:gd name="T70" fmla="*/ 221 w 7408"/>
                  <a:gd name="T71" fmla="*/ 404 h 4575"/>
                  <a:gd name="T72" fmla="*/ 101 w 7408"/>
                  <a:gd name="T73" fmla="*/ 383 h 4575"/>
                  <a:gd name="T74" fmla="*/ 2 w 7408"/>
                  <a:gd name="T75" fmla="*/ 366 h 4575"/>
                  <a:gd name="T76" fmla="*/ 0 w 7408"/>
                  <a:gd name="T77" fmla="*/ 366 h 4575"/>
                  <a:gd name="T78" fmla="*/ 0 w 7408"/>
                  <a:gd name="T79" fmla="*/ 364 h 4575"/>
                  <a:gd name="T80" fmla="*/ 121 w 7408"/>
                  <a:gd name="T81" fmla="*/ 380 h 4575"/>
                  <a:gd name="T82" fmla="*/ 522 w 7408"/>
                  <a:gd name="T83" fmla="*/ 434 h 4575"/>
                  <a:gd name="T84" fmla="*/ 526 w 7408"/>
                  <a:gd name="T85" fmla="*/ 433 h 4575"/>
                  <a:gd name="T86" fmla="*/ 530 w 7408"/>
                  <a:gd name="T87" fmla="*/ 429 h 4575"/>
                  <a:gd name="T88" fmla="*/ 533 w 7408"/>
                  <a:gd name="T89" fmla="*/ 416 h 4575"/>
                  <a:gd name="T90" fmla="*/ 534 w 7408"/>
                  <a:gd name="T91" fmla="*/ 307 h 4575"/>
                  <a:gd name="T92" fmla="*/ 540 w 7408"/>
                  <a:gd name="T93" fmla="*/ 294 h 4575"/>
                  <a:gd name="T94" fmla="*/ 561 w 7408"/>
                  <a:gd name="T95" fmla="*/ 265 h 4575"/>
                  <a:gd name="T96" fmla="*/ 595 w 7408"/>
                  <a:gd name="T97" fmla="*/ 218 h 4575"/>
                  <a:gd name="T98" fmla="*/ 604 w 7408"/>
                  <a:gd name="T99" fmla="*/ 212 h 4575"/>
                  <a:gd name="T100" fmla="*/ 646 w 7408"/>
                  <a:gd name="T101" fmla="*/ 158 h 4575"/>
                  <a:gd name="T102" fmla="*/ 696 w 7408"/>
                  <a:gd name="T103" fmla="*/ 86 h 4575"/>
                  <a:gd name="T104" fmla="*/ 721 w 7408"/>
                  <a:gd name="T105" fmla="*/ 50 h 4575"/>
                  <a:gd name="T106" fmla="*/ 751 w 7408"/>
                  <a:gd name="T107" fmla="*/ 8 h 4575"/>
                  <a:gd name="T108" fmla="*/ 757 w 7408"/>
                  <a:gd name="T109" fmla="*/ 0 h 4575"/>
                  <a:gd name="T110" fmla="*/ 760 w 7408"/>
                  <a:gd name="T111" fmla="*/ 0 h 4575"/>
                  <a:gd name="T112" fmla="*/ 762 w 7408"/>
                  <a:gd name="T113" fmla="*/ 21 h 4575"/>
                  <a:gd name="T114" fmla="*/ 762 w 7408"/>
                  <a:gd name="T115" fmla="*/ 21 h 457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7408" h="4575">
                    <a:moveTo>
                      <a:pt x="7408" y="205"/>
                    </a:moveTo>
                    <a:lnTo>
                      <a:pt x="7408" y="265"/>
                    </a:lnTo>
                    <a:lnTo>
                      <a:pt x="7395" y="1160"/>
                    </a:lnTo>
                    <a:lnTo>
                      <a:pt x="7372" y="1340"/>
                    </a:lnTo>
                    <a:lnTo>
                      <a:pt x="7348" y="1340"/>
                    </a:lnTo>
                    <a:lnTo>
                      <a:pt x="7300" y="1124"/>
                    </a:lnTo>
                    <a:lnTo>
                      <a:pt x="7269" y="1045"/>
                    </a:lnTo>
                    <a:lnTo>
                      <a:pt x="7233" y="1009"/>
                    </a:lnTo>
                    <a:lnTo>
                      <a:pt x="7174" y="1009"/>
                    </a:lnTo>
                    <a:lnTo>
                      <a:pt x="7023" y="1226"/>
                    </a:lnTo>
                    <a:lnTo>
                      <a:pt x="6681" y="2006"/>
                    </a:lnTo>
                    <a:lnTo>
                      <a:pt x="6591" y="2192"/>
                    </a:lnTo>
                    <a:lnTo>
                      <a:pt x="6201" y="2961"/>
                    </a:lnTo>
                    <a:lnTo>
                      <a:pt x="6111" y="3123"/>
                    </a:lnTo>
                    <a:lnTo>
                      <a:pt x="5936" y="3495"/>
                    </a:lnTo>
                    <a:lnTo>
                      <a:pt x="5924" y="3567"/>
                    </a:lnTo>
                    <a:lnTo>
                      <a:pt x="5918" y="3579"/>
                    </a:lnTo>
                    <a:lnTo>
                      <a:pt x="5893" y="3579"/>
                    </a:lnTo>
                    <a:lnTo>
                      <a:pt x="5893" y="3465"/>
                    </a:lnTo>
                    <a:lnTo>
                      <a:pt x="5947" y="3087"/>
                    </a:lnTo>
                    <a:lnTo>
                      <a:pt x="5947" y="2925"/>
                    </a:lnTo>
                    <a:lnTo>
                      <a:pt x="5936" y="2913"/>
                    </a:lnTo>
                    <a:lnTo>
                      <a:pt x="5918" y="2913"/>
                    </a:lnTo>
                    <a:lnTo>
                      <a:pt x="5731" y="3303"/>
                    </a:lnTo>
                    <a:lnTo>
                      <a:pt x="5557" y="3819"/>
                    </a:lnTo>
                    <a:lnTo>
                      <a:pt x="5479" y="4108"/>
                    </a:lnTo>
                    <a:lnTo>
                      <a:pt x="5443" y="4510"/>
                    </a:lnTo>
                    <a:lnTo>
                      <a:pt x="5455" y="4522"/>
                    </a:lnTo>
                    <a:lnTo>
                      <a:pt x="5455" y="4539"/>
                    </a:lnTo>
                    <a:lnTo>
                      <a:pt x="5419" y="4575"/>
                    </a:lnTo>
                    <a:lnTo>
                      <a:pt x="4416" y="4564"/>
                    </a:lnTo>
                    <a:lnTo>
                      <a:pt x="4296" y="4539"/>
                    </a:lnTo>
                    <a:lnTo>
                      <a:pt x="3623" y="4324"/>
                    </a:lnTo>
                    <a:lnTo>
                      <a:pt x="2968" y="4162"/>
                    </a:lnTo>
                    <a:lnTo>
                      <a:pt x="2806" y="4131"/>
                    </a:lnTo>
                    <a:lnTo>
                      <a:pt x="2145" y="4005"/>
                    </a:lnTo>
                    <a:lnTo>
                      <a:pt x="986" y="3795"/>
                    </a:lnTo>
                    <a:lnTo>
                      <a:pt x="24" y="3628"/>
                    </a:lnTo>
                    <a:lnTo>
                      <a:pt x="0" y="3628"/>
                    </a:lnTo>
                    <a:lnTo>
                      <a:pt x="0" y="3603"/>
                    </a:lnTo>
                    <a:lnTo>
                      <a:pt x="1178" y="3759"/>
                    </a:lnTo>
                    <a:lnTo>
                      <a:pt x="5077" y="4300"/>
                    </a:lnTo>
                    <a:lnTo>
                      <a:pt x="5113" y="4288"/>
                    </a:lnTo>
                    <a:lnTo>
                      <a:pt x="5149" y="4246"/>
                    </a:lnTo>
                    <a:lnTo>
                      <a:pt x="5179" y="4119"/>
                    </a:lnTo>
                    <a:lnTo>
                      <a:pt x="5191" y="3038"/>
                    </a:lnTo>
                    <a:lnTo>
                      <a:pt x="5251" y="2913"/>
                    </a:lnTo>
                    <a:lnTo>
                      <a:pt x="5455" y="2625"/>
                    </a:lnTo>
                    <a:lnTo>
                      <a:pt x="5780" y="2156"/>
                    </a:lnTo>
                    <a:lnTo>
                      <a:pt x="5870" y="2096"/>
                    </a:lnTo>
                    <a:lnTo>
                      <a:pt x="6278" y="1562"/>
                    </a:lnTo>
                    <a:lnTo>
                      <a:pt x="6765" y="847"/>
                    </a:lnTo>
                    <a:lnTo>
                      <a:pt x="7005" y="493"/>
                    </a:lnTo>
                    <a:lnTo>
                      <a:pt x="7300" y="79"/>
                    </a:lnTo>
                    <a:lnTo>
                      <a:pt x="7359" y="0"/>
                    </a:lnTo>
                    <a:lnTo>
                      <a:pt x="7384" y="0"/>
                    </a:lnTo>
                    <a:lnTo>
                      <a:pt x="7408" y="2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6" name="Freeform 167">
                <a:extLst>
                  <a:ext uri="{FF2B5EF4-FFF2-40B4-BE49-F238E27FC236}">
                    <a16:creationId xmlns:a16="http://schemas.microsoft.com/office/drawing/2014/main" id="{9E8D7052-0578-45C1-A5CE-61D7F418E65A}"/>
                  </a:ext>
                </a:extLst>
              </p:cNvPr>
              <p:cNvSpPr>
                <a:spLocks/>
              </p:cNvSpPr>
              <p:nvPr/>
            </p:nvSpPr>
            <p:spPr bwMode="auto">
              <a:xfrm>
                <a:off x="4575" y="2985"/>
                <a:ext cx="212" cy="317"/>
              </a:xfrm>
              <a:custGeom>
                <a:avLst/>
                <a:gdLst>
                  <a:gd name="T0" fmla="*/ 174 w 2067"/>
                  <a:gd name="T1" fmla="*/ 18 h 3134"/>
                  <a:gd name="T2" fmla="*/ 113 w 2067"/>
                  <a:gd name="T3" fmla="*/ 129 h 3134"/>
                  <a:gd name="T4" fmla="*/ 92 w 2067"/>
                  <a:gd name="T5" fmla="*/ 165 h 3134"/>
                  <a:gd name="T6" fmla="*/ 54 w 2067"/>
                  <a:gd name="T7" fmla="*/ 240 h 3134"/>
                  <a:gd name="T8" fmla="*/ 54 w 2067"/>
                  <a:gd name="T9" fmla="*/ 242 h 3134"/>
                  <a:gd name="T10" fmla="*/ 56 w 2067"/>
                  <a:gd name="T11" fmla="*/ 243 h 3134"/>
                  <a:gd name="T12" fmla="*/ 79 w 2067"/>
                  <a:gd name="T13" fmla="*/ 218 h 3134"/>
                  <a:gd name="T14" fmla="*/ 117 w 2067"/>
                  <a:gd name="T15" fmla="*/ 179 h 3134"/>
                  <a:gd name="T16" fmla="*/ 131 w 2067"/>
                  <a:gd name="T17" fmla="*/ 166 h 3134"/>
                  <a:gd name="T18" fmla="*/ 137 w 2067"/>
                  <a:gd name="T19" fmla="*/ 161 h 3134"/>
                  <a:gd name="T20" fmla="*/ 160 w 2067"/>
                  <a:gd name="T21" fmla="*/ 155 h 3134"/>
                  <a:gd name="T22" fmla="*/ 212 w 2067"/>
                  <a:gd name="T23" fmla="*/ 151 h 3134"/>
                  <a:gd name="T24" fmla="*/ 187 w 2067"/>
                  <a:gd name="T25" fmla="*/ 179 h 3134"/>
                  <a:gd name="T26" fmla="*/ 165 w 2067"/>
                  <a:gd name="T27" fmla="*/ 185 h 3134"/>
                  <a:gd name="T28" fmla="*/ 153 w 2067"/>
                  <a:gd name="T29" fmla="*/ 195 h 3134"/>
                  <a:gd name="T30" fmla="*/ 142 w 2067"/>
                  <a:gd name="T31" fmla="*/ 209 h 3134"/>
                  <a:gd name="T32" fmla="*/ 118 w 2067"/>
                  <a:gd name="T33" fmla="*/ 267 h 3134"/>
                  <a:gd name="T34" fmla="*/ 99 w 2067"/>
                  <a:gd name="T35" fmla="*/ 282 h 3134"/>
                  <a:gd name="T36" fmla="*/ 36 w 2067"/>
                  <a:gd name="T37" fmla="*/ 313 h 3134"/>
                  <a:gd name="T38" fmla="*/ 31 w 2067"/>
                  <a:gd name="T39" fmla="*/ 317 h 3134"/>
                  <a:gd name="T40" fmla="*/ 27 w 2067"/>
                  <a:gd name="T41" fmla="*/ 311 h 3134"/>
                  <a:gd name="T42" fmla="*/ 30 w 2067"/>
                  <a:gd name="T43" fmla="*/ 274 h 3134"/>
                  <a:gd name="T44" fmla="*/ 22 w 2067"/>
                  <a:gd name="T45" fmla="*/ 269 h 3134"/>
                  <a:gd name="T46" fmla="*/ 2 w 2067"/>
                  <a:gd name="T47" fmla="*/ 270 h 3134"/>
                  <a:gd name="T48" fmla="*/ 0 w 2067"/>
                  <a:gd name="T49" fmla="*/ 268 h 3134"/>
                  <a:gd name="T50" fmla="*/ 1 w 2067"/>
                  <a:gd name="T51" fmla="*/ 262 h 3134"/>
                  <a:gd name="T52" fmla="*/ 26 w 2067"/>
                  <a:gd name="T53" fmla="*/ 228 h 3134"/>
                  <a:gd name="T54" fmla="*/ 49 w 2067"/>
                  <a:gd name="T55" fmla="*/ 193 h 3134"/>
                  <a:gd name="T56" fmla="*/ 94 w 2067"/>
                  <a:gd name="T57" fmla="*/ 123 h 3134"/>
                  <a:gd name="T58" fmla="*/ 165 w 2067"/>
                  <a:gd name="T59" fmla="*/ 10 h 3134"/>
                  <a:gd name="T60" fmla="*/ 172 w 2067"/>
                  <a:gd name="T61" fmla="*/ 0 h 3134"/>
                  <a:gd name="T62" fmla="*/ 174 w 2067"/>
                  <a:gd name="T63" fmla="*/ 0 h 3134"/>
                  <a:gd name="T64" fmla="*/ 174 w 2067"/>
                  <a:gd name="T65" fmla="*/ 18 h 3134"/>
                  <a:gd name="T66" fmla="*/ 174 w 2067"/>
                  <a:gd name="T67" fmla="*/ 18 h 313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2067" h="3134">
                    <a:moveTo>
                      <a:pt x="1700" y="180"/>
                    </a:moveTo>
                    <a:lnTo>
                      <a:pt x="1100" y="1273"/>
                    </a:lnTo>
                    <a:lnTo>
                      <a:pt x="896" y="1627"/>
                    </a:lnTo>
                    <a:lnTo>
                      <a:pt x="529" y="2371"/>
                    </a:lnTo>
                    <a:lnTo>
                      <a:pt x="529" y="2396"/>
                    </a:lnTo>
                    <a:lnTo>
                      <a:pt x="542" y="2407"/>
                    </a:lnTo>
                    <a:lnTo>
                      <a:pt x="769" y="2155"/>
                    </a:lnTo>
                    <a:lnTo>
                      <a:pt x="1136" y="1765"/>
                    </a:lnTo>
                    <a:lnTo>
                      <a:pt x="1274" y="1639"/>
                    </a:lnTo>
                    <a:lnTo>
                      <a:pt x="1340" y="1591"/>
                    </a:lnTo>
                    <a:lnTo>
                      <a:pt x="1562" y="1537"/>
                    </a:lnTo>
                    <a:lnTo>
                      <a:pt x="2067" y="1489"/>
                    </a:lnTo>
                    <a:lnTo>
                      <a:pt x="1826" y="1765"/>
                    </a:lnTo>
                    <a:lnTo>
                      <a:pt x="1605" y="1825"/>
                    </a:lnTo>
                    <a:lnTo>
                      <a:pt x="1490" y="1927"/>
                    </a:lnTo>
                    <a:lnTo>
                      <a:pt x="1388" y="2065"/>
                    </a:lnTo>
                    <a:lnTo>
                      <a:pt x="1148" y="2635"/>
                    </a:lnTo>
                    <a:lnTo>
                      <a:pt x="968" y="2786"/>
                    </a:lnTo>
                    <a:lnTo>
                      <a:pt x="355" y="3098"/>
                    </a:lnTo>
                    <a:lnTo>
                      <a:pt x="301" y="3134"/>
                    </a:lnTo>
                    <a:lnTo>
                      <a:pt x="265" y="3074"/>
                    </a:lnTo>
                    <a:lnTo>
                      <a:pt x="288" y="2707"/>
                    </a:lnTo>
                    <a:lnTo>
                      <a:pt x="216" y="2660"/>
                    </a:lnTo>
                    <a:lnTo>
                      <a:pt x="24" y="2671"/>
                    </a:lnTo>
                    <a:lnTo>
                      <a:pt x="0" y="2648"/>
                    </a:lnTo>
                    <a:lnTo>
                      <a:pt x="13" y="2594"/>
                    </a:lnTo>
                    <a:lnTo>
                      <a:pt x="252" y="2258"/>
                    </a:lnTo>
                    <a:lnTo>
                      <a:pt x="475" y="1904"/>
                    </a:lnTo>
                    <a:lnTo>
                      <a:pt x="920" y="1219"/>
                    </a:lnTo>
                    <a:lnTo>
                      <a:pt x="1605" y="102"/>
                    </a:lnTo>
                    <a:lnTo>
                      <a:pt x="1677" y="0"/>
                    </a:lnTo>
                    <a:lnTo>
                      <a:pt x="1700" y="0"/>
                    </a:lnTo>
                    <a:lnTo>
                      <a:pt x="1700"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7" name="Freeform 168">
                <a:extLst>
                  <a:ext uri="{FF2B5EF4-FFF2-40B4-BE49-F238E27FC236}">
                    <a16:creationId xmlns:a16="http://schemas.microsoft.com/office/drawing/2014/main" id="{44A3A6C1-B690-487F-8A02-9F375265BA66}"/>
                  </a:ext>
                </a:extLst>
              </p:cNvPr>
              <p:cNvSpPr>
                <a:spLocks/>
              </p:cNvSpPr>
              <p:nvPr/>
            </p:nvSpPr>
            <p:spPr bwMode="auto">
              <a:xfrm>
                <a:off x="3839" y="2995"/>
                <a:ext cx="77" cy="117"/>
              </a:xfrm>
              <a:custGeom>
                <a:avLst/>
                <a:gdLst>
                  <a:gd name="T0" fmla="*/ 77 w 745"/>
                  <a:gd name="T1" fmla="*/ 9 h 1147"/>
                  <a:gd name="T2" fmla="*/ 77 w 745"/>
                  <a:gd name="T3" fmla="*/ 12 h 1147"/>
                  <a:gd name="T4" fmla="*/ 20 w 745"/>
                  <a:gd name="T5" fmla="*/ 5 h 1147"/>
                  <a:gd name="T6" fmla="*/ 16 w 745"/>
                  <a:gd name="T7" fmla="*/ 11 h 1147"/>
                  <a:gd name="T8" fmla="*/ 17 w 745"/>
                  <a:gd name="T9" fmla="*/ 82 h 1147"/>
                  <a:gd name="T10" fmla="*/ 17 w 745"/>
                  <a:gd name="T11" fmla="*/ 103 h 1147"/>
                  <a:gd name="T12" fmla="*/ 9 w 745"/>
                  <a:gd name="T13" fmla="*/ 114 h 1147"/>
                  <a:gd name="T14" fmla="*/ 6 w 745"/>
                  <a:gd name="T15" fmla="*/ 117 h 1147"/>
                  <a:gd name="T16" fmla="*/ 4 w 745"/>
                  <a:gd name="T17" fmla="*/ 114 h 1147"/>
                  <a:gd name="T18" fmla="*/ 1 w 745"/>
                  <a:gd name="T19" fmla="*/ 15 h 1147"/>
                  <a:gd name="T20" fmla="*/ 0 w 745"/>
                  <a:gd name="T21" fmla="*/ 7 h 1147"/>
                  <a:gd name="T22" fmla="*/ 5 w 745"/>
                  <a:gd name="T23" fmla="*/ 0 h 1147"/>
                  <a:gd name="T24" fmla="*/ 22 w 745"/>
                  <a:gd name="T25" fmla="*/ 1 h 1147"/>
                  <a:gd name="T26" fmla="*/ 77 w 745"/>
                  <a:gd name="T27" fmla="*/ 9 h 1147"/>
                  <a:gd name="T28" fmla="*/ 77 w 745"/>
                  <a:gd name="T29" fmla="*/ 9 h 11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745" h="1147">
                    <a:moveTo>
                      <a:pt x="745" y="90"/>
                    </a:moveTo>
                    <a:lnTo>
                      <a:pt x="745" y="114"/>
                    </a:lnTo>
                    <a:lnTo>
                      <a:pt x="198" y="49"/>
                    </a:lnTo>
                    <a:lnTo>
                      <a:pt x="150" y="103"/>
                    </a:lnTo>
                    <a:lnTo>
                      <a:pt x="162" y="804"/>
                    </a:lnTo>
                    <a:lnTo>
                      <a:pt x="162" y="1009"/>
                    </a:lnTo>
                    <a:lnTo>
                      <a:pt x="85" y="1122"/>
                    </a:lnTo>
                    <a:lnTo>
                      <a:pt x="60" y="1147"/>
                    </a:lnTo>
                    <a:lnTo>
                      <a:pt x="36" y="1122"/>
                    </a:lnTo>
                    <a:lnTo>
                      <a:pt x="13" y="150"/>
                    </a:lnTo>
                    <a:lnTo>
                      <a:pt x="0" y="72"/>
                    </a:lnTo>
                    <a:lnTo>
                      <a:pt x="49" y="0"/>
                    </a:lnTo>
                    <a:lnTo>
                      <a:pt x="211" y="13"/>
                    </a:lnTo>
                    <a:lnTo>
                      <a:pt x="74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8" name="Freeform 169">
                <a:extLst>
                  <a:ext uri="{FF2B5EF4-FFF2-40B4-BE49-F238E27FC236}">
                    <a16:creationId xmlns:a16="http://schemas.microsoft.com/office/drawing/2014/main" id="{7B588090-70F5-435F-8020-B36F69740E60}"/>
                  </a:ext>
                </a:extLst>
              </p:cNvPr>
              <p:cNvSpPr>
                <a:spLocks/>
              </p:cNvSpPr>
              <p:nvPr/>
            </p:nvSpPr>
            <p:spPr bwMode="auto">
              <a:xfrm>
                <a:off x="3921" y="3005"/>
                <a:ext cx="2" cy="4"/>
              </a:xfrm>
              <a:custGeom>
                <a:avLst/>
                <a:gdLst>
                  <a:gd name="T0" fmla="*/ 2 w 23"/>
                  <a:gd name="T1" fmla="*/ 4 h 23"/>
                  <a:gd name="T2" fmla="*/ 0 w 23"/>
                  <a:gd name="T3" fmla="*/ 4 h 23"/>
                  <a:gd name="T4" fmla="*/ 0 w 23"/>
                  <a:gd name="T5" fmla="*/ 0 h 23"/>
                  <a:gd name="T6" fmla="*/ 2 w 23"/>
                  <a:gd name="T7" fmla="*/ 0 h 23"/>
                  <a:gd name="T8" fmla="*/ 2 w 23"/>
                  <a:gd name="T9" fmla="*/ 4 h 23"/>
                  <a:gd name="T10" fmla="*/ 2 w 23"/>
                  <a:gd name="T11" fmla="*/ 4 h 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3" h="23">
                    <a:moveTo>
                      <a:pt x="23" y="23"/>
                    </a:moveTo>
                    <a:lnTo>
                      <a:pt x="0" y="23"/>
                    </a:lnTo>
                    <a:lnTo>
                      <a:pt x="0" y="0"/>
                    </a:lnTo>
                    <a:lnTo>
                      <a:pt x="23" y="0"/>
                    </a:lnTo>
                    <a:lnTo>
                      <a:pt x="2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9" name="Freeform 170">
                <a:extLst>
                  <a:ext uri="{FF2B5EF4-FFF2-40B4-BE49-F238E27FC236}">
                    <a16:creationId xmlns:a16="http://schemas.microsoft.com/office/drawing/2014/main" id="{EF803484-F6A5-459D-A0DE-EF677F0532B2}"/>
                  </a:ext>
                </a:extLst>
              </p:cNvPr>
              <p:cNvSpPr>
                <a:spLocks/>
              </p:cNvSpPr>
              <p:nvPr/>
            </p:nvSpPr>
            <p:spPr bwMode="auto">
              <a:xfrm>
                <a:off x="3980" y="3039"/>
                <a:ext cx="195" cy="70"/>
              </a:xfrm>
              <a:custGeom>
                <a:avLst/>
                <a:gdLst>
                  <a:gd name="T0" fmla="*/ 192 w 1911"/>
                  <a:gd name="T1" fmla="*/ 26 h 691"/>
                  <a:gd name="T2" fmla="*/ 195 w 1911"/>
                  <a:gd name="T3" fmla="*/ 32 h 691"/>
                  <a:gd name="T4" fmla="*/ 195 w 1911"/>
                  <a:gd name="T5" fmla="*/ 38 h 691"/>
                  <a:gd name="T6" fmla="*/ 192 w 1911"/>
                  <a:gd name="T7" fmla="*/ 41 h 691"/>
                  <a:gd name="T8" fmla="*/ 134 w 1911"/>
                  <a:gd name="T9" fmla="*/ 32 h 691"/>
                  <a:gd name="T10" fmla="*/ 129 w 1911"/>
                  <a:gd name="T11" fmla="*/ 38 h 691"/>
                  <a:gd name="T12" fmla="*/ 83 w 1911"/>
                  <a:gd name="T13" fmla="*/ 32 h 691"/>
                  <a:gd name="T14" fmla="*/ 76 w 1911"/>
                  <a:gd name="T15" fmla="*/ 41 h 691"/>
                  <a:gd name="T16" fmla="*/ 75 w 1911"/>
                  <a:gd name="T17" fmla="*/ 41 h 691"/>
                  <a:gd name="T18" fmla="*/ 71 w 1911"/>
                  <a:gd name="T19" fmla="*/ 27 h 691"/>
                  <a:gd name="T20" fmla="*/ 66 w 1911"/>
                  <a:gd name="T21" fmla="*/ 23 h 691"/>
                  <a:gd name="T22" fmla="*/ 17 w 1911"/>
                  <a:gd name="T23" fmla="*/ 17 h 691"/>
                  <a:gd name="T24" fmla="*/ 13 w 1911"/>
                  <a:gd name="T25" fmla="*/ 21 h 691"/>
                  <a:gd name="T26" fmla="*/ 15 w 1911"/>
                  <a:gd name="T27" fmla="*/ 37 h 691"/>
                  <a:gd name="T28" fmla="*/ 22 w 1911"/>
                  <a:gd name="T29" fmla="*/ 42 h 691"/>
                  <a:gd name="T30" fmla="*/ 143 w 1911"/>
                  <a:gd name="T31" fmla="*/ 58 h 691"/>
                  <a:gd name="T32" fmla="*/ 147 w 1911"/>
                  <a:gd name="T33" fmla="*/ 56 h 691"/>
                  <a:gd name="T34" fmla="*/ 166 w 1911"/>
                  <a:gd name="T35" fmla="*/ 56 h 691"/>
                  <a:gd name="T36" fmla="*/ 169 w 1911"/>
                  <a:gd name="T37" fmla="*/ 50 h 691"/>
                  <a:gd name="T38" fmla="*/ 170 w 1911"/>
                  <a:gd name="T39" fmla="*/ 50 h 691"/>
                  <a:gd name="T40" fmla="*/ 173 w 1911"/>
                  <a:gd name="T41" fmla="*/ 59 h 691"/>
                  <a:gd name="T42" fmla="*/ 180 w 1911"/>
                  <a:gd name="T43" fmla="*/ 63 h 691"/>
                  <a:gd name="T44" fmla="*/ 194 w 1911"/>
                  <a:gd name="T45" fmla="*/ 64 h 691"/>
                  <a:gd name="T46" fmla="*/ 195 w 1911"/>
                  <a:gd name="T47" fmla="*/ 65 h 691"/>
                  <a:gd name="T48" fmla="*/ 195 w 1911"/>
                  <a:gd name="T49" fmla="*/ 68 h 691"/>
                  <a:gd name="T50" fmla="*/ 192 w 1911"/>
                  <a:gd name="T51" fmla="*/ 70 h 691"/>
                  <a:gd name="T52" fmla="*/ 6 w 1911"/>
                  <a:gd name="T53" fmla="*/ 46 h 691"/>
                  <a:gd name="T54" fmla="*/ 4 w 1911"/>
                  <a:gd name="T55" fmla="*/ 46 h 691"/>
                  <a:gd name="T56" fmla="*/ 2 w 1911"/>
                  <a:gd name="T57" fmla="*/ 46 h 691"/>
                  <a:gd name="T58" fmla="*/ 0 w 1911"/>
                  <a:gd name="T59" fmla="*/ 2 h 691"/>
                  <a:gd name="T60" fmla="*/ 2 w 1911"/>
                  <a:gd name="T61" fmla="*/ 0 h 691"/>
                  <a:gd name="T62" fmla="*/ 56 w 1911"/>
                  <a:gd name="T63" fmla="*/ 6 h 691"/>
                  <a:gd name="T64" fmla="*/ 192 w 1911"/>
                  <a:gd name="T65" fmla="*/ 26 h 691"/>
                  <a:gd name="T66" fmla="*/ 192 w 1911"/>
                  <a:gd name="T67" fmla="*/ 26 h 69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911" h="691">
                    <a:moveTo>
                      <a:pt x="1880" y="252"/>
                    </a:moveTo>
                    <a:lnTo>
                      <a:pt x="1911" y="319"/>
                    </a:lnTo>
                    <a:lnTo>
                      <a:pt x="1911" y="378"/>
                    </a:lnTo>
                    <a:lnTo>
                      <a:pt x="1886" y="403"/>
                    </a:lnTo>
                    <a:lnTo>
                      <a:pt x="1316" y="319"/>
                    </a:lnTo>
                    <a:lnTo>
                      <a:pt x="1267" y="378"/>
                    </a:lnTo>
                    <a:lnTo>
                      <a:pt x="811" y="319"/>
                    </a:lnTo>
                    <a:lnTo>
                      <a:pt x="745" y="403"/>
                    </a:lnTo>
                    <a:lnTo>
                      <a:pt x="733" y="403"/>
                    </a:lnTo>
                    <a:lnTo>
                      <a:pt x="697" y="265"/>
                    </a:lnTo>
                    <a:lnTo>
                      <a:pt x="648" y="229"/>
                    </a:lnTo>
                    <a:lnTo>
                      <a:pt x="168" y="168"/>
                    </a:lnTo>
                    <a:lnTo>
                      <a:pt x="132" y="205"/>
                    </a:lnTo>
                    <a:lnTo>
                      <a:pt x="144" y="367"/>
                    </a:lnTo>
                    <a:lnTo>
                      <a:pt x="216" y="414"/>
                    </a:lnTo>
                    <a:lnTo>
                      <a:pt x="1406" y="571"/>
                    </a:lnTo>
                    <a:lnTo>
                      <a:pt x="1442" y="553"/>
                    </a:lnTo>
                    <a:lnTo>
                      <a:pt x="1628" y="553"/>
                    </a:lnTo>
                    <a:lnTo>
                      <a:pt x="1658" y="493"/>
                    </a:lnTo>
                    <a:lnTo>
                      <a:pt x="1670" y="493"/>
                    </a:lnTo>
                    <a:lnTo>
                      <a:pt x="1695" y="583"/>
                    </a:lnTo>
                    <a:lnTo>
                      <a:pt x="1760" y="619"/>
                    </a:lnTo>
                    <a:lnTo>
                      <a:pt x="1898" y="631"/>
                    </a:lnTo>
                    <a:lnTo>
                      <a:pt x="1911" y="642"/>
                    </a:lnTo>
                    <a:lnTo>
                      <a:pt x="1911" y="667"/>
                    </a:lnTo>
                    <a:lnTo>
                      <a:pt x="1880" y="691"/>
                    </a:lnTo>
                    <a:lnTo>
                      <a:pt x="54" y="450"/>
                    </a:lnTo>
                    <a:lnTo>
                      <a:pt x="42" y="457"/>
                    </a:lnTo>
                    <a:lnTo>
                      <a:pt x="24" y="457"/>
                    </a:lnTo>
                    <a:lnTo>
                      <a:pt x="0" y="24"/>
                    </a:lnTo>
                    <a:lnTo>
                      <a:pt x="24" y="0"/>
                    </a:lnTo>
                    <a:lnTo>
                      <a:pt x="547" y="60"/>
                    </a:lnTo>
                    <a:lnTo>
                      <a:pt x="1880" y="2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171">
                <a:extLst>
                  <a:ext uri="{FF2B5EF4-FFF2-40B4-BE49-F238E27FC236}">
                    <a16:creationId xmlns:a16="http://schemas.microsoft.com/office/drawing/2014/main" id="{6F23B2C0-DE9D-40E5-9042-40CE556EC511}"/>
                  </a:ext>
                </a:extLst>
              </p:cNvPr>
              <p:cNvSpPr>
                <a:spLocks/>
              </p:cNvSpPr>
              <p:nvPr/>
            </p:nvSpPr>
            <p:spPr bwMode="auto">
              <a:xfrm>
                <a:off x="4202" y="3061"/>
                <a:ext cx="299" cy="78"/>
              </a:xfrm>
              <a:custGeom>
                <a:avLst/>
                <a:gdLst>
                  <a:gd name="T0" fmla="*/ 299 w 2901"/>
                  <a:gd name="T1" fmla="*/ 46 h 769"/>
                  <a:gd name="T2" fmla="*/ 298 w 2901"/>
                  <a:gd name="T3" fmla="*/ 50 h 769"/>
                  <a:gd name="T4" fmla="*/ 282 w 2901"/>
                  <a:gd name="T5" fmla="*/ 50 h 769"/>
                  <a:gd name="T6" fmla="*/ 131 w 2901"/>
                  <a:gd name="T7" fmla="*/ 32 h 769"/>
                  <a:gd name="T8" fmla="*/ 13 w 2901"/>
                  <a:gd name="T9" fmla="*/ 16 h 769"/>
                  <a:gd name="T10" fmla="*/ 9 w 2901"/>
                  <a:gd name="T11" fmla="*/ 20 h 769"/>
                  <a:gd name="T12" fmla="*/ 6 w 2901"/>
                  <a:gd name="T13" fmla="*/ 76 h 769"/>
                  <a:gd name="T14" fmla="*/ 4 w 2901"/>
                  <a:gd name="T15" fmla="*/ 78 h 769"/>
                  <a:gd name="T16" fmla="*/ 0 w 2901"/>
                  <a:gd name="T17" fmla="*/ 77 h 769"/>
                  <a:gd name="T18" fmla="*/ 0 w 2901"/>
                  <a:gd name="T19" fmla="*/ 1 h 769"/>
                  <a:gd name="T20" fmla="*/ 1 w 2901"/>
                  <a:gd name="T21" fmla="*/ 0 h 769"/>
                  <a:gd name="T22" fmla="*/ 297 w 2901"/>
                  <a:gd name="T23" fmla="*/ 43 h 769"/>
                  <a:gd name="T24" fmla="*/ 299 w 2901"/>
                  <a:gd name="T25" fmla="*/ 46 h 769"/>
                  <a:gd name="T26" fmla="*/ 299 w 2901"/>
                  <a:gd name="T27" fmla="*/ 46 h 76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01" h="769">
                    <a:moveTo>
                      <a:pt x="2901" y="451"/>
                    </a:moveTo>
                    <a:lnTo>
                      <a:pt x="2889" y="493"/>
                    </a:lnTo>
                    <a:lnTo>
                      <a:pt x="2739" y="493"/>
                    </a:lnTo>
                    <a:lnTo>
                      <a:pt x="1273" y="313"/>
                    </a:lnTo>
                    <a:lnTo>
                      <a:pt x="126" y="162"/>
                    </a:lnTo>
                    <a:lnTo>
                      <a:pt x="90" y="198"/>
                    </a:lnTo>
                    <a:lnTo>
                      <a:pt x="59" y="745"/>
                    </a:lnTo>
                    <a:lnTo>
                      <a:pt x="36" y="769"/>
                    </a:lnTo>
                    <a:lnTo>
                      <a:pt x="0" y="757"/>
                    </a:lnTo>
                    <a:lnTo>
                      <a:pt x="0" y="13"/>
                    </a:lnTo>
                    <a:lnTo>
                      <a:pt x="12" y="0"/>
                    </a:lnTo>
                    <a:lnTo>
                      <a:pt x="2878" y="426"/>
                    </a:lnTo>
                    <a:lnTo>
                      <a:pt x="2901" y="4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172">
                <a:extLst>
                  <a:ext uri="{FF2B5EF4-FFF2-40B4-BE49-F238E27FC236}">
                    <a16:creationId xmlns:a16="http://schemas.microsoft.com/office/drawing/2014/main" id="{A6F8388B-5245-4481-B23D-B5607BCD15BD}"/>
                  </a:ext>
                </a:extLst>
              </p:cNvPr>
              <p:cNvSpPr>
                <a:spLocks/>
              </p:cNvSpPr>
              <p:nvPr/>
            </p:nvSpPr>
            <p:spPr bwMode="auto">
              <a:xfrm>
                <a:off x="3659" y="3079"/>
                <a:ext cx="151" cy="164"/>
              </a:xfrm>
              <a:custGeom>
                <a:avLst/>
                <a:gdLst>
                  <a:gd name="T0" fmla="*/ 149 w 1460"/>
                  <a:gd name="T1" fmla="*/ 44 h 1615"/>
                  <a:gd name="T2" fmla="*/ 107 w 1460"/>
                  <a:gd name="T3" fmla="*/ 79 h 1615"/>
                  <a:gd name="T4" fmla="*/ 74 w 1460"/>
                  <a:gd name="T5" fmla="*/ 111 h 1615"/>
                  <a:gd name="T6" fmla="*/ 38 w 1460"/>
                  <a:gd name="T7" fmla="*/ 159 h 1615"/>
                  <a:gd name="T8" fmla="*/ 1 w 1460"/>
                  <a:gd name="T9" fmla="*/ 152 h 1615"/>
                  <a:gd name="T10" fmla="*/ 10 w 1460"/>
                  <a:gd name="T11" fmla="*/ 150 h 1615"/>
                  <a:gd name="T12" fmla="*/ 18 w 1460"/>
                  <a:gd name="T13" fmla="*/ 157 h 1615"/>
                  <a:gd name="T14" fmla="*/ 14 w 1460"/>
                  <a:gd name="T15" fmla="*/ 142 h 1615"/>
                  <a:gd name="T16" fmla="*/ 13 w 1460"/>
                  <a:gd name="T17" fmla="*/ 136 h 1615"/>
                  <a:gd name="T18" fmla="*/ 34 w 1460"/>
                  <a:gd name="T19" fmla="*/ 148 h 1615"/>
                  <a:gd name="T20" fmla="*/ 22 w 1460"/>
                  <a:gd name="T21" fmla="*/ 128 h 1615"/>
                  <a:gd name="T22" fmla="*/ 21 w 1460"/>
                  <a:gd name="T23" fmla="*/ 122 h 1615"/>
                  <a:gd name="T24" fmla="*/ 34 w 1460"/>
                  <a:gd name="T25" fmla="*/ 127 h 1615"/>
                  <a:gd name="T26" fmla="*/ 27 w 1460"/>
                  <a:gd name="T27" fmla="*/ 113 h 1615"/>
                  <a:gd name="T28" fmla="*/ 23 w 1460"/>
                  <a:gd name="T29" fmla="*/ 110 h 1615"/>
                  <a:gd name="T30" fmla="*/ 38 w 1460"/>
                  <a:gd name="T31" fmla="*/ 113 h 1615"/>
                  <a:gd name="T32" fmla="*/ 43 w 1460"/>
                  <a:gd name="T33" fmla="*/ 107 h 1615"/>
                  <a:gd name="T34" fmla="*/ 34 w 1460"/>
                  <a:gd name="T35" fmla="*/ 97 h 1615"/>
                  <a:gd name="T36" fmla="*/ 50 w 1460"/>
                  <a:gd name="T37" fmla="*/ 105 h 1615"/>
                  <a:gd name="T38" fmla="*/ 44 w 1460"/>
                  <a:gd name="T39" fmla="*/ 88 h 1615"/>
                  <a:gd name="T40" fmla="*/ 60 w 1460"/>
                  <a:gd name="T41" fmla="*/ 96 h 1615"/>
                  <a:gd name="T42" fmla="*/ 52 w 1460"/>
                  <a:gd name="T43" fmla="*/ 81 h 1615"/>
                  <a:gd name="T44" fmla="*/ 60 w 1460"/>
                  <a:gd name="T45" fmla="*/ 81 h 1615"/>
                  <a:gd name="T46" fmla="*/ 71 w 1460"/>
                  <a:gd name="T47" fmla="*/ 81 h 1615"/>
                  <a:gd name="T48" fmla="*/ 61 w 1460"/>
                  <a:gd name="T49" fmla="*/ 73 h 1615"/>
                  <a:gd name="T50" fmla="*/ 83 w 1460"/>
                  <a:gd name="T51" fmla="*/ 81 h 1615"/>
                  <a:gd name="T52" fmla="*/ 76 w 1460"/>
                  <a:gd name="T53" fmla="*/ 63 h 1615"/>
                  <a:gd name="T54" fmla="*/ 83 w 1460"/>
                  <a:gd name="T55" fmla="*/ 60 h 1615"/>
                  <a:gd name="T56" fmla="*/ 96 w 1460"/>
                  <a:gd name="T57" fmla="*/ 62 h 1615"/>
                  <a:gd name="T58" fmla="*/ 83 w 1460"/>
                  <a:gd name="T59" fmla="*/ 51 h 1615"/>
                  <a:gd name="T60" fmla="*/ 101 w 1460"/>
                  <a:gd name="T61" fmla="*/ 55 h 1615"/>
                  <a:gd name="T62" fmla="*/ 95 w 1460"/>
                  <a:gd name="T63" fmla="*/ 44 h 1615"/>
                  <a:gd name="T64" fmla="*/ 111 w 1460"/>
                  <a:gd name="T65" fmla="*/ 50 h 1615"/>
                  <a:gd name="T66" fmla="*/ 116 w 1460"/>
                  <a:gd name="T67" fmla="*/ 45 h 1615"/>
                  <a:gd name="T68" fmla="*/ 104 w 1460"/>
                  <a:gd name="T69" fmla="*/ 33 h 1615"/>
                  <a:gd name="T70" fmla="*/ 122 w 1460"/>
                  <a:gd name="T71" fmla="*/ 43 h 1615"/>
                  <a:gd name="T72" fmla="*/ 116 w 1460"/>
                  <a:gd name="T73" fmla="*/ 27 h 1615"/>
                  <a:gd name="T74" fmla="*/ 131 w 1460"/>
                  <a:gd name="T75" fmla="*/ 26 h 1615"/>
                  <a:gd name="T76" fmla="*/ 134 w 1460"/>
                  <a:gd name="T77" fmla="*/ 21 h 1615"/>
                  <a:gd name="T78" fmla="*/ 134 w 1460"/>
                  <a:gd name="T79" fmla="*/ 13 h 1615"/>
                  <a:gd name="T80" fmla="*/ 142 w 1460"/>
                  <a:gd name="T81" fmla="*/ 14 h 1615"/>
                  <a:gd name="T82" fmla="*/ 144 w 1460"/>
                  <a:gd name="T83" fmla="*/ 0 h 1615"/>
                  <a:gd name="T84" fmla="*/ 151 w 1460"/>
                  <a:gd name="T85" fmla="*/ 9 h 161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460" h="1615">
                    <a:moveTo>
                      <a:pt x="1460" y="90"/>
                    </a:moveTo>
                    <a:lnTo>
                      <a:pt x="1448" y="378"/>
                    </a:lnTo>
                    <a:lnTo>
                      <a:pt x="1436" y="432"/>
                    </a:lnTo>
                    <a:lnTo>
                      <a:pt x="1232" y="642"/>
                    </a:lnTo>
                    <a:lnTo>
                      <a:pt x="1147" y="708"/>
                    </a:lnTo>
                    <a:lnTo>
                      <a:pt x="1034" y="780"/>
                    </a:lnTo>
                    <a:lnTo>
                      <a:pt x="908" y="924"/>
                    </a:lnTo>
                    <a:lnTo>
                      <a:pt x="780" y="1032"/>
                    </a:lnTo>
                    <a:lnTo>
                      <a:pt x="715" y="1098"/>
                    </a:lnTo>
                    <a:lnTo>
                      <a:pt x="564" y="1248"/>
                    </a:lnTo>
                    <a:lnTo>
                      <a:pt x="462" y="1411"/>
                    </a:lnTo>
                    <a:lnTo>
                      <a:pt x="372" y="1566"/>
                    </a:lnTo>
                    <a:lnTo>
                      <a:pt x="312" y="1615"/>
                    </a:lnTo>
                    <a:lnTo>
                      <a:pt x="72" y="1602"/>
                    </a:lnTo>
                    <a:lnTo>
                      <a:pt x="12" y="1501"/>
                    </a:lnTo>
                    <a:lnTo>
                      <a:pt x="0" y="1489"/>
                    </a:lnTo>
                    <a:lnTo>
                      <a:pt x="60" y="1476"/>
                    </a:lnTo>
                    <a:lnTo>
                      <a:pt x="96" y="1476"/>
                    </a:lnTo>
                    <a:lnTo>
                      <a:pt x="138" y="1537"/>
                    </a:lnTo>
                    <a:lnTo>
                      <a:pt x="150" y="1548"/>
                    </a:lnTo>
                    <a:lnTo>
                      <a:pt x="174" y="1548"/>
                    </a:lnTo>
                    <a:lnTo>
                      <a:pt x="222" y="1489"/>
                    </a:lnTo>
                    <a:lnTo>
                      <a:pt x="222" y="1465"/>
                    </a:lnTo>
                    <a:lnTo>
                      <a:pt x="138" y="1399"/>
                    </a:lnTo>
                    <a:lnTo>
                      <a:pt x="114" y="1399"/>
                    </a:lnTo>
                    <a:lnTo>
                      <a:pt x="96" y="1375"/>
                    </a:lnTo>
                    <a:lnTo>
                      <a:pt x="126" y="1339"/>
                    </a:lnTo>
                    <a:lnTo>
                      <a:pt x="186" y="1339"/>
                    </a:lnTo>
                    <a:lnTo>
                      <a:pt x="300" y="1453"/>
                    </a:lnTo>
                    <a:lnTo>
                      <a:pt x="325" y="1453"/>
                    </a:lnTo>
                    <a:lnTo>
                      <a:pt x="325" y="1375"/>
                    </a:lnTo>
                    <a:lnTo>
                      <a:pt x="289" y="1314"/>
                    </a:lnTo>
                    <a:lnTo>
                      <a:pt x="210" y="1260"/>
                    </a:lnTo>
                    <a:lnTo>
                      <a:pt x="186" y="1260"/>
                    </a:lnTo>
                    <a:lnTo>
                      <a:pt x="162" y="1237"/>
                    </a:lnTo>
                    <a:lnTo>
                      <a:pt x="199" y="1201"/>
                    </a:lnTo>
                    <a:lnTo>
                      <a:pt x="289" y="1224"/>
                    </a:lnTo>
                    <a:lnTo>
                      <a:pt x="312" y="1248"/>
                    </a:lnTo>
                    <a:lnTo>
                      <a:pt x="325" y="1248"/>
                    </a:lnTo>
                    <a:lnTo>
                      <a:pt x="348" y="1224"/>
                    </a:lnTo>
                    <a:lnTo>
                      <a:pt x="312" y="1147"/>
                    </a:lnTo>
                    <a:lnTo>
                      <a:pt x="264" y="1111"/>
                    </a:lnTo>
                    <a:lnTo>
                      <a:pt x="235" y="1111"/>
                    </a:lnTo>
                    <a:lnTo>
                      <a:pt x="222" y="1098"/>
                    </a:lnTo>
                    <a:lnTo>
                      <a:pt x="222" y="1086"/>
                    </a:lnTo>
                    <a:lnTo>
                      <a:pt x="246" y="1062"/>
                    </a:lnTo>
                    <a:lnTo>
                      <a:pt x="325" y="1075"/>
                    </a:lnTo>
                    <a:lnTo>
                      <a:pt x="372" y="1111"/>
                    </a:lnTo>
                    <a:lnTo>
                      <a:pt x="402" y="1147"/>
                    </a:lnTo>
                    <a:lnTo>
                      <a:pt x="415" y="1147"/>
                    </a:lnTo>
                    <a:lnTo>
                      <a:pt x="415" y="1050"/>
                    </a:lnTo>
                    <a:lnTo>
                      <a:pt x="390" y="1021"/>
                    </a:lnTo>
                    <a:lnTo>
                      <a:pt x="325" y="973"/>
                    </a:lnTo>
                    <a:lnTo>
                      <a:pt x="325" y="960"/>
                    </a:lnTo>
                    <a:lnTo>
                      <a:pt x="372" y="948"/>
                    </a:lnTo>
                    <a:lnTo>
                      <a:pt x="402" y="948"/>
                    </a:lnTo>
                    <a:lnTo>
                      <a:pt x="487" y="1032"/>
                    </a:lnTo>
                    <a:lnTo>
                      <a:pt x="505" y="1009"/>
                    </a:lnTo>
                    <a:lnTo>
                      <a:pt x="487" y="924"/>
                    </a:lnTo>
                    <a:lnTo>
                      <a:pt x="426" y="870"/>
                    </a:lnTo>
                    <a:lnTo>
                      <a:pt x="426" y="858"/>
                    </a:lnTo>
                    <a:lnTo>
                      <a:pt x="499" y="858"/>
                    </a:lnTo>
                    <a:lnTo>
                      <a:pt x="577" y="948"/>
                    </a:lnTo>
                    <a:lnTo>
                      <a:pt x="600" y="948"/>
                    </a:lnTo>
                    <a:lnTo>
                      <a:pt x="600" y="894"/>
                    </a:lnTo>
                    <a:lnTo>
                      <a:pt x="505" y="798"/>
                    </a:lnTo>
                    <a:lnTo>
                      <a:pt x="499" y="798"/>
                    </a:lnTo>
                    <a:lnTo>
                      <a:pt x="499" y="780"/>
                    </a:lnTo>
                    <a:lnTo>
                      <a:pt x="577" y="793"/>
                    </a:lnTo>
                    <a:lnTo>
                      <a:pt x="679" y="883"/>
                    </a:lnTo>
                    <a:lnTo>
                      <a:pt x="703" y="858"/>
                    </a:lnTo>
                    <a:lnTo>
                      <a:pt x="690" y="798"/>
                    </a:lnTo>
                    <a:lnTo>
                      <a:pt x="625" y="732"/>
                    </a:lnTo>
                    <a:lnTo>
                      <a:pt x="600" y="732"/>
                    </a:lnTo>
                    <a:lnTo>
                      <a:pt x="589" y="721"/>
                    </a:lnTo>
                    <a:lnTo>
                      <a:pt x="589" y="696"/>
                    </a:lnTo>
                    <a:lnTo>
                      <a:pt x="715" y="696"/>
                    </a:lnTo>
                    <a:lnTo>
                      <a:pt x="805" y="793"/>
                    </a:lnTo>
                    <a:lnTo>
                      <a:pt x="818" y="793"/>
                    </a:lnTo>
                    <a:lnTo>
                      <a:pt x="818" y="696"/>
                    </a:lnTo>
                    <a:lnTo>
                      <a:pt x="739" y="618"/>
                    </a:lnTo>
                    <a:lnTo>
                      <a:pt x="726" y="618"/>
                    </a:lnTo>
                    <a:lnTo>
                      <a:pt x="726" y="594"/>
                    </a:lnTo>
                    <a:lnTo>
                      <a:pt x="805" y="594"/>
                    </a:lnTo>
                    <a:lnTo>
                      <a:pt x="919" y="672"/>
                    </a:lnTo>
                    <a:lnTo>
                      <a:pt x="931" y="672"/>
                    </a:lnTo>
                    <a:lnTo>
                      <a:pt x="931" y="606"/>
                    </a:lnTo>
                    <a:lnTo>
                      <a:pt x="854" y="528"/>
                    </a:lnTo>
                    <a:lnTo>
                      <a:pt x="829" y="528"/>
                    </a:lnTo>
                    <a:lnTo>
                      <a:pt x="805" y="504"/>
                    </a:lnTo>
                    <a:lnTo>
                      <a:pt x="919" y="504"/>
                    </a:lnTo>
                    <a:lnTo>
                      <a:pt x="967" y="546"/>
                    </a:lnTo>
                    <a:lnTo>
                      <a:pt x="980" y="546"/>
                    </a:lnTo>
                    <a:lnTo>
                      <a:pt x="991" y="534"/>
                    </a:lnTo>
                    <a:lnTo>
                      <a:pt x="991" y="504"/>
                    </a:lnTo>
                    <a:lnTo>
                      <a:pt x="919" y="432"/>
                    </a:lnTo>
                    <a:lnTo>
                      <a:pt x="919" y="408"/>
                    </a:lnTo>
                    <a:lnTo>
                      <a:pt x="991" y="420"/>
                    </a:lnTo>
                    <a:lnTo>
                      <a:pt x="1070" y="492"/>
                    </a:lnTo>
                    <a:lnTo>
                      <a:pt x="1106" y="528"/>
                    </a:lnTo>
                    <a:lnTo>
                      <a:pt x="1118" y="528"/>
                    </a:lnTo>
                    <a:lnTo>
                      <a:pt x="1118" y="444"/>
                    </a:lnTo>
                    <a:lnTo>
                      <a:pt x="1081" y="390"/>
                    </a:lnTo>
                    <a:lnTo>
                      <a:pt x="1009" y="354"/>
                    </a:lnTo>
                    <a:lnTo>
                      <a:pt x="1009" y="329"/>
                    </a:lnTo>
                    <a:lnTo>
                      <a:pt x="1106" y="329"/>
                    </a:lnTo>
                    <a:lnTo>
                      <a:pt x="1172" y="420"/>
                    </a:lnTo>
                    <a:lnTo>
                      <a:pt x="1183" y="420"/>
                    </a:lnTo>
                    <a:lnTo>
                      <a:pt x="1183" y="342"/>
                    </a:lnTo>
                    <a:lnTo>
                      <a:pt x="1118" y="288"/>
                    </a:lnTo>
                    <a:lnTo>
                      <a:pt x="1118" y="264"/>
                    </a:lnTo>
                    <a:lnTo>
                      <a:pt x="1208" y="275"/>
                    </a:lnTo>
                    <a:lnTo>
                      <a:pt x="1262" y="329"/>
                    </a:lnTo>
                    <a:lnTo>
                      <a:pt x="1262" y="252"/>
                    </a:lnTo>
                    <a:lnTo>
                      <a:pt x="1244" y="228"/>
                    </a:lnTo>
                    <a:lnTo>
                      <a:pt x="1244" y="192"/>
                    </a:lnTo>
                    <a:lnTo>
                      <a:pt x="1298" y="203"/>
                    </a:lnTo>
                    <a:lnTo>
                      <a:pt x="1334" y="239"/>
                    </a:lnTo>
                    <a:lnTo>
                      <a:pt x="1334" y="156"/>
                    </a:lnTo>
                    <a:lnTo>
                      <a:pt x="1298" y="126"/>
                    </a:lnTo>
                    <a:lnTo>
                      <a:pt x="1298" y="114"/>
                    </a:lnTo>
                    <a:lnTo>
                      <a:pt x="1345" y="114"/>
                    </a:lnTo>
                    <a:lnTo>
                      <a:pt x="1376" y="138"/>
                    </a:lnTo>
                    <a:lnTo>
                      <a:pt x="1399" y="114"/>
                    </a:lnTo>
                    <a:lnTo>
                      <a:pt x="1352" y="36"/>
                    </a:lnTo>
                    <a:lnTo>
                      <a:pt x="1388" y="0"/>
                    </a:lnTo>
                    <a:lnTo>
                      <a:pt x="1424" y="11"/>
                    </a:lnTo>
                    <a:lnTo>
                      <a:pt x="146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173">
                <a:extLst>
                  <a:ext uri="{FF2B5EF4-FFF2-40B4-BE49-F238E27FC236}">
                    <a16:creationId xmlns:a16="http://schemas.microsoft.com/office/drawing/2014/main" id="{AB5716FE-4A8F-41E6-85A8-495E68522A04}"/>
                  </a:ext>
                </a:extLst>
              </p:cNvPr>
              <p:cNvSpPr>
                <a:spLocks/>
              </p:cNvSpPr>
              <p:nvPr/>
            </p:nvSpPr>
            <p:spPr bwMode="auto">
              <a:xfrm>
                <a:off x="4215" y="3128"/>
                <a:ext cx="286" cy="58"/>
              </a:xfrm>
              <a:custGeom>
                <a:avLst/>
                <a:gdLst>
                  <a:gd name="T0" fmla="*/ 286 w 2776"/>
                  <a:gd name="T1" fmla="*/ 57 h 558"/>
                  <a:gd name="T2" fmla="*/ 286 w 2776"/>
                  <a:gd name="T3" fmla="*/ 58 h 558"/>
                  <a:gd name="T4" fmla="*/ 275 w 2776"/>
                  <a:gd name="T5" fmla="*/ 58 h 558"/>
                  <a:gd name="T6" fmla="*/ 181 w 2776"/>
                  <a:gd name="T7" fmla="*/ 43 h 558"/>
                  <a:gd name="T8" fmla="*/ 34 w 2776"/>
                  <a:gd name="T9" fmla="*/ 21 h 558"/>
                  <a:gd name="T10" fmla="*/ 0 w 2776"/>
                  <a:gd name="T11" fmla="*/ 14 h 558"/>
                  <a:gd name="T12" fmla="*/ 0 w 2776"/>
                  <a:gd name="T13" fmla="*/ 12 h 558"/>
                  <a:gd name="T14" fmla="*/ 23 w 2776"/>
                  <a:gd name="T15" fmla="*/ 12 h 558"/>
                  <a:gd name="T16" fmla="*/ 199 w 2776"/>
                  <a:gd name="T17" fmla="*/ 37 h 558"/>
                  <a:gd name="T18" fmla="*/ 275 w 2776"/>
                  <a:gd name="T19" fmla="*/ 47 h 558"/>
                  <a:gd name="T20" fmla="*/ 277 w 2776"/>
                  <a:gd name="T21" fmla="*/ 47 h 558"/>
                  <a:gd name="T22" fmla="*/ 279 w 2776"/>
                  <a:gd name="T23" fmla="*/ 44 h 558"/>
                  <a:gd name="T24" fmla="*/ 280 w 2776"/>
                  <a:gd name="T25" fmla="*/ 14 h 558"/>
                  <a:gd name="T26" fmla="*/ 283 w 2776"/>
                  <a:gd name="T27" fmla="*/ 0 h 558"/>
                  <a:gd name="T28" fmla="*/ 286 w 2776"/>
                  <a:gd name="T29" fmla="*/ 0 h 558"/>
                  <a:gd name="T30" fmla="*/ 286 w 2776"/>
                  <a:gd name="T31" fmla="*/ 57 h 558"/>
                  <a:gd name="T32" fmla="*/ 286 w 2776"/>
                  <a:gd name="T33" fmla="*/ 57 h 5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76" h="558">
                    <a:moveTo>
                      <a:pt x="2776" y="552"/>
                    </a:moveTo>
                    <a:lnTo>
                      <a:pt x="2776" y="558"/>
                    </a:lnTo>
                    <a:lnTo>
                      <a:pt x="2673" y="558"/>
                    </a:lnTo>
                    <a:lnTo>
                      <a:pt x="1754" y="414"/>
                    </a:lnTo>
                    <a:lnTo>
                      <a:pt x="331" y="204"/>
                    </a:lnTo>
                    <a:lnTo>
                      <a:pt x="0" y="138"/>
                    </a:lnTo>
                    <a:lnTo>
                      <a:pt x="0" y="114"/>
                    </a:lnTo>
                    <a:lnTo>
                      <a:pt x="228" y="114"/>
                    </a:lnTo>
                    <a:lnTo>
                      <a:pt x="1928" y="355"/>
                    </a:lnTo>
                    <a:lnTo>
                      <a:pt x="2673" y="450"/>
                    </a:lnTo>
                    <a:lnTo>
                      <a:pt x="2686" y="450"/>
                    </a:lnTo>
                    <a:lnTo>
                      <a:pt x="2704" y="427"/>
                    </a:lnTo>
                    <a:lnTo>
                      <a:pt x="2722" y="138"/>
                    </a:lnTo>
                    <a:lnTo>
                      <a:pt x="2751" y="0"/>
                    </a:lnTo>
                    <a:lnTo>
                      <a:pt x="2776" y="0"/>
                    </a:lnTo>
                    <a:lnTo>
                      <a:pt x="2776" y="5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174">
                <a:extLst>
                  <a:ext uri="{FF2B5EF4-FFF2-40B4-BE49-F238E27FC236}">
                    <a16:creationId xmlns:a16="http://schemas.microsoft.com/office/drawing/2014/main" id="{879308FF-78A8-4023-960F-3BE85F47CED2}"/>
                  </a:ext>
                </a:extLst>
              </p:cNvPr>
              <p:cNvSpPr>
                <a:spLocks/>
              </p:cNvSpPr>
              <p:nvPr/>
            </p:nvSpPr>
            <p:spPr bwMode="auto">
              <a:xfrm>
                <a:off x="3812" y="3161"/>
                <a:ext cx="613" cy="93"/>
              </a:xfrm>
              <a:custGeom>
                <a:avLst/>
                <a:gdLst>
                  <a:gd name="T0" fmla="*/ 542 w 5948"/>
                  <a:gd name="T1" fmla="*/ 78 h 918"/>
                  <a:gd name="T2" fmla="*/ 610 w 5948"/>
                  <a:gd name="T3" fmla="*/ 89 h 918"/>
                  <a:gd name="T4" fmla="*/ 613 w 5948"/>
                  <a:gd name="T5" fmla="*/ 90 h 918"/>
                  <a:gd name="T6" fmla="*/ 599 w 5948"/>
                  <a:gd name="T7" fmla="*/ 93 h 918"/>
                  <a:gd name="T8" fmla="*/ 514 w 5948"/>
                  <a:gd name="T9" fmla="*/ 92 h 918"/>
                  <a:gd name="T10" fmla="*/ 496 w 5948"/>
                  <a:gd name="T11" fmla="*/ 89 h 918"/>
                  <a:gd name="T12" fmla="*/ 476 w 5948"/>
                  <a:gd name="T13" fmla="*/ 86 h 918"/>
                  <a:gd name="T14" fmla="*/ 464 w 5948"/>
                  <a:gd name="T15" fmla="*/ 75 h 918"/>
                  <a:gd name="T16" fmla="*/ 452 w 5948"/>
                  <a:gd name="T17" fmla="*/ 75 h 918"/>
                  <a:gd name="T18" fmla="*/ 446 w 5948"/>
                  <a:gd name="T19" fmla="*/ 80 h 918"/>
                  <a:gd name="T20" fmla="*/ 405 w 5948"/>
                  <a:gd name="T21" fmla="*/ 76 h 918"/>
                  <a:gd name="T22" fmla="*/ 402 w 5948"/>
                  <a:gd name="T23" fmla="*/ 78 h 918"/>
                  <a:gd name="T24" fmla="*/ 402 w 5948"/>
                  <a:gd name="T25" fmla="*/ 90 h 918"/>
                  <a:gd name="T26" fmla="*/ 401 w 5948"/>
                  <a:gd name="T27" fmla="*/ 92 h 918"/>
                  <a:gd name="T28" fmla="*/ 397 w 5948"/>
                  <a:gd name="T29" fmla="*/ 92 h 918"/>
                  <a:gd name="T30" fmla="*/ 394 w 5948"/>
                  <a:gd name="T31" fmla="*/ 89 h 918"/>
                  <a:gd name="T32" fmla="*/ 394 w 5948"/>
                  <a:gd name="T33" fmla="*/ 72 h 918"/>
                  <a:gd name="T34" fmla="*/ 388 w 5948"/>
                  <a:gd name="T35" fmla="*/ 67 h 918"/>
                  <a:gd name="T36" fmla="*/ 379 w 5948"/>
                  <a:gd name="T37" fmla="*/ 72 h 918"/>
                  <a:gd name="T38" fmla="*/ 212 w 5948"/>
                  <a:gd name="T39" fmla="*/ 49 h 918"/>
                  <a:gd name="T40" fmla="*/ 210 w 5948"/>
                  <a:gd name="T41" fmla="*/ 51 h 918"/>
                  <a:gd name="T42" fmla="*/ 211 w 5948"/>
                  <a:gd name="T43" fmla="*/ 66 h 918"/>
                  <a:gd name="T44" fmla="*/ 215 w 5948"/>
                  <a:gd name="T45" fmla="*/ 70 h 918"/>
                  <a:gd name="T46" fmla="*/ 285 w 5948"/>
                  <a:gd name="T47" fmla="*/ 80 h 918"/>
                  <a:gd name="T48" fmla="*/ 336 w 5948"/>
                  <a:gd name="T49" fmla="*/ 86 h 918"/>
                  <a:gd name="T50" fmla="*/ 336 w 5948"/>
                  <a:gd name="T51" fmla="*/ 89 h 918"/>
                  <a:gd name="T52" fmla="*/ 220 w 5948"/>
                  <a:gd name="T53" fmla="*/ 89 h 918"/>
                  <a:gd name="T54" fmla="*/ 214 w 5948"/>
                  <a:gd name="T55" fmla="*/ 86 h 918"/>
                  <a:gd name="T56" fmla="*/ 194 w 5948"/>
                  <a:gd name="T57" fmla="*/ 85 h 918"/>
                  <a:gd name="T58" fmla="*/ 36 w 5948"/>
                  <a:gd name="T59" fmla="*/ 63 h 918"/>
                  <a:gd name="T60" fmla="*/ 29 w 5948"/>
                  <a:gd name="T61" fmla="*/ 60 h 918"/>
                  <a:gd name="T62" fmla="*/ 21 w 5948"/>
                  <a:gd name="T63" fmla="*/ 48 h 918"/>
                  <a:gd name="T64" fmla="*/ 16 w 5948"/>
                  <a:gd name="T65" fmla="*/ 47 h 918"/>
                  <a:gd name="T66" fmla="*/ 13 w 5948"/>
                  <a:gd name="T67" fmla="*/ 47 h 918"/>
                  <a:gd name="T68" fmla="*/ 11 w 5948"/>
                  <a:gd name="T69" fmla="*/ 44 h 918"/>
                  <a:gd name="T70" fmla="*/ 13 w 5948"/>
                  <a:gd name="T71" fmla="*/ 42 h 918"/>
                  <a:gd name="T72" fmla="*/ 190 w 5948"/>
                  <a:gd name="T73" fmla="*/ 66 h 918"/>
                  <a:gd name="T74" fmla="*/ 196 w 5948"/>
                  <a:gd name="T75" fmla="*/ 72 h 918"/>
                  <a:gd name="T76" fmla="*/ 201 w 5948"/>
                  <a:gd name="T77" fmla="*/ 72 h 918"/>
                  <a:gd name="T78" fmla="*/ 204 w 5948"/>
                  <a:gd name="T79" fmla="*/ 69 h 918"/>
                  <a:gd name="T80" fmla="*/ 202 w 5948"/>
                  <a:gd name="T81" fmla="*/ 42 h 918"/>
                  <a:gd name="T82" fmla="*/ 198 w 5948"/>
                  <a:gd name="T83" fmla="*/ 39 h 918"/>
                  <a:gd name="T84" fmla="*/ 188 w 5948"/>
                  <a:gd name="T85" fmla="*/ 43 h 918"/>
                  <a:gd name="T86" fmla="*/ 27 w 5948"/>
                  <a:gd name="T87" fmla="*/ 20 h 918"/>
                  <a:gd name="T88" fmla="*/ 11 w 5948"/>
                  <a:gd name="T89" fmla="*/ 15 h 918"/>
                  <a:gd name="T90" fmla="*/ 0 w 5948"/>
                  <a:gd name="T91" fmla="*/ 7 h 918"/>
                  <a:gd name="T92" fmla="*/ 0 w 5948"/>
                  <a:gd name="T93" fmla="*/ 0 h 918"/>
                  <a:gd name="T94" fmla="*/ 220 w 5948"/>
                  <a:gd name="T95" fmla="*/ 30 h 918"/>
                  <a:gd name="T96" fmla="*/ 542 w 5948"/>
                  <a:gd name="T97" fmla="*/ 78 h 918"/>
                  <a:gd name="T98" fmla="*/ 542 w 5948"/>
                  <a:gd name="T99" fmla="*/ 78 h 91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948" h="918">
                    <a:moveTo>
                      <a:pt x="5257" y="768"/>
                    </a:moveTo>
                    <a:lnTo>
                      <a:pt x="5923" y="876"/>
                    </a:lnTo>
                    <a:lnTo>
                      <a:pt x="5948" y="893"/>
                    </a:lnTo>
                    <a:lnTo>
                      <a:pt x="5809" y="918"/>
                    </a:lnTo>
                    <a:lnTo>
                      <a:pt x="4986" y="906"/>
                    </a:lnTo>
                    <a:lnTo>
                      <a:pt x="4812" y="876"/>
                    </a:lnTo>
                    <a:lnTo>
                      <a:pt x="4620" y="852"/>
                    </a:lnTo>
                    <a:lnTo>
                      <a:pt x="4505" y="737"/>
                    </a:lnTo>
                    <a:lnTo>
                      <a:pt x="4385" y="737"/>
                    </a:lnTo>
                    <a:lnTo>
                      <a:pt x="4331" y="791"/>
                    </a:lnTo>
                    <a:lnTo>
                      <a:pt x="3929" y="750"/>
                    </a:lnTo>
                    <a:lnTo>
                      <a:pt x="3905" y="768"/>
                    </a:lnTo>
                    <a:lnTo>
                      <a:pt x="3905" y="893"/>
                    </a:lnTo>
                    <a:lnTo>
                      <a:pt x="3887" y="906"/>
                    </a:lnTo>
                    <a:lnTo>
                      <a:pt x="3851" y="906"/>
                    </a:lnTo>
                    <a:lnTo>
                      <a:pt x="3827" y="882"/>
                    </a:lnTo>
                    <a:lnTo>
                      <a:pt x="3827" y="714"/>
                    </a:lnTo>
                    <a:lnTo>
                      <a:pt x="3766" y="665"/>
                    </a:lnTo>
                    <a:lnTo>
                      <a:pt x="3676" y="714"/>
                    </a:lnTo>
                    <a:lnTo>
                      <a:pt x="2061" y="485"/>
                    </a:lnTo>
                    <a:lnTo>
                      <a:pt x="2036" y="503"/>
                    </a:lnTo>
                    <a:lnTo>
                      <a:pt x="2048" y="654"/>
                    </a:lnTo>
                    <a:lnTo>
                      <a:pt x="2084" y="690"/>
                    </a:lnTo>
                    <a:lnTo>
                      <a:pt x="2770" y="791"/>
                    </a:lnTo>
                    <a:lnTo>
                      <a:pt x="3256" y="852"/>
                    </a:lnTo>
                    <a:lnTo>
                      <a:pt x="3256" y="876"/>
                    </a:lnTo>
                    <a:lnTo>
                      <a:pt x="2133" y="876"/>
                    </a:lnTo>
                    <a:lnTo>
                      <a:pt x="2072" y="852"/>
                    </a:lnTo>
                    <a:lnTo>
                      <a:pt x="1886" y="840"/>
                    </a:lnTo>
                    <a:lnTo>
                      <a:pt x="354" y="624"/>
                    </a:lnTo>
                    <a:lnTo>
                      <a:pt x="282" y="588"/>
                    </a:lnTo>
                    <a:lnTo>
                      <a:pt x="204" y="473"/>
                    </a:lnTo>
                    <a:lnTo>
                      <a:pt x="156" y="462"/>
                    </a:lnTo>
                    <a:lnTo>
                      <a:pt x="126" y="462"/>
                    </a:lnTo>
                    <a:lnTo>
                      <a:pt x="102" y="437"/>
                    </a:lnTo>
                    <a:lnTo>
                      <a:pt x="126" y="413"/>
                    </a:lnTo>
                    <a:lnTo>
                      <a:pt x="1845" y="654"/>
                    </a:lnTo>
                    <a:lnTo>
                      <a:pt x="1899" y="714"/>
                    </a:lnTo>
                    <a:lnTo>
                      <a:pt x="1946" y="714"/>
                    </a:lnTo>
                    <a:lnTo>
                      <a:pt x="1982" y="678"/>
                    </a:lnTo>
                    <a:lnTo>
                      <a:pt x="1958" y="413"/>
                    </a:lnTo>
                    <a:lnTo>
                      <a:pt x="1922" y="383"/>
                    </a:lnTo>
                    <a:lnTo>
                      <a:pt x="1820" y="426"/>
                    </a:lnTo>
                    <a:lnTo>
                      <a:pt x="258" y="198"/>
                    </a:lnTo>
                    <a:lnTo>
                      <a:pt x="102" y="149"/>
                    </a:lnTo>
                    <a:lnTo>
                      <a:pt x="0" y="72"/>
                    </a:lnTo>
                    <a:lnTo>
                      <a:pt x="0" y="0"/>
                    </a:lnTo>
                    <a:lnTo>
                      <a:pt x="2138" y="300"/>
                    </a:lnTo>
                    <a:lnTo>
                      <a:pt x="5257" y="7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175">
                <a:extLst>
                  <a:ext uri="{FF2B5EF4-FFF2-40B4-BE49-F238E27FC236}">
                    <a16:creationId xmlns:a16="http://schemas.microsoft.com/office/drawing/2014/main" id="{547D1C83-A822-4B59-B491-7BAC7B054529}"/>
                  </a:ext>
                </a:extLst>
              </p:cNvPr>
              <p:cNvSpPr>
                <a:spLocks/>
              </p:cNvSpPr>
              <p:nvPr/>
            </p:nvSpPr>
            <p:spPr bwMode="auto">
              <a:xfrm>
                <a:off x="3456" y="3237"/>
                <a:ext cx="98" cy="288"/>
              </a:xfrm>
              <a:custGeom>
                <a:avLst/>
                <a:gdLst>
                  <a:gd name="T0" fmla="*/ 98 w 955"/>
                  <a:gd name="T1" fmla="*/ 1 h 2840"/>
                  <a:gd name="T2" fmla="*/ 98 w 955"/>
                  <a:gd name="T3" fmla="*/ 2 h 2840"/>
                  <a:gd name="T4" fmla="*/ 78 w 955"/>
                  <a:gd name="T5" fmla="*/ 7 h 2840"/>
                  <a:gd name="T6" fmla="*/ 68 w 955"/>
                  <a:gd name="T7" fmla="*/ 19 h 2840"/>
                  <a:gd name="T8" fmla="*/ 56 w 955"/>
                  <a:gd name="T9" fmla="*/ 52 h 2840"/>
                  <a:gd name="T10" fmla="*/ 51 w 955"/>
                  <a:gd name="T11" fmla="*/ 74 h 2840"/>
                  <a:gd name="T12" fmla="*/ 48 w 955"/>
                  <a:gd name="T13" fmla="*/ 86 h 2840"/>
                  <a:gd name="T14" fmla="*/ 44 w 955"/>
                  <a:gd name="T15" fmla="*/ 105 h 2840"/>
                  <a:gd name="T16" fmla="*/ 23 w 955"/>
                  <a:gd name="T17" fmla="*/ 197 h 2840"/>
                  <a:gd name="T18" fmla="*/ 17 w 955"/>
                  <a:gd name="T19" fmla="*/ 224 h 2840"/>
                  <a:gd name="T20" fmla="*/ 10 w 955"/>
                  <a:gd name="T21" fmla="*/ 253 h 2840"/>
                  <a:gd name="T22" fmla="*/ 1 w 955"/>
                  <a:gd name="T23" fmla="*/ 285 h 2840"/>
                  <a:gd name="T24" fmla="*/ 0 w 955"/>
                  <a:gd name="T25" fmla="*/ 287 h 2840"/>
                  <a:gd name="T26" fmla="*/ 1 w 955"/>
                  <a:gd name="T27" fmla="*/ 287 h 2840"/>
                  <a:gd name="T28" fmla="*/ 1 w 955"/>
                  <a:gd name="T29" fmla="*/ 288 h 2840"/>
                  <a:gd name="T30" fmla="*/ 0 w 955"/>
                  <a:gd name="T31" fmla="*/ 288 h 2840"/>
                  <a:gd name="T32" fmla="*/ 0 w 955"/>
                  <a:gd name="T33" fmla="*/ 274 h 2840"/>
                  <a:gd name="T34" fmla="*/ 10 w 955"/>
                  <a:gd name="T35" fmla="*/ 237 h 2840"/>
                  <a:gd name="T36" fmla="*/ 54 w 955"/>
                  <a:gd name="T37" fmla="*/ 46 h 2840"/>
                  <a:gd name="T38" fmla="*/ 66 w 955"/>
                  <a:gd name="T39" fmla="*/ 13 h 2840"/>
                  <a:gd name="T40" fmla="*/ 77 w 955"/>
                  <a:gd name="T41" fmla="*/ 2 h 2840"/>
                  <a:gd name="T42" fmla="*/ 87 w 955"/>
                  <a:gd name="T43" fmla="*/ 0 h 2840"/>
                  <a:gd name="T44" fmla="*/ 97 w 955"/>
                  <a:gd name="T45" fmla="*/ 1 h 2840"/>
                  <a:gd name="T46" fmla="*/ 98 w 955"/>
                  <a:gd name="T47" fmla="*/ 1 h 2840"/>
                  <a:gd name="T48" fmla="*/ 98 w 955"/>
                  <a:gd name="T49" fmla="*/ 1 h 28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55" h="2840">
                    <a:moveTo>
                      <a:pt x="955" y="5"/>
                    </a:moveTo>
                    <a:lnTo>
                      <a:pt x="955" y="18"/>
                    </a:lnTo>
                    <a:lnTo>
                      <a:pt x="763" y="66"/>
                    </a:lnTo>
                    <a:lnTo>
                      <a:pt x="660" y="192"/>
                    </a:lnTo>
                    <a:lnTo>
                      <a:pt x="546" y="516"/>
                    </a:lnTo>
                    <a:lnTo>
                      <a:pt x="498" y="733"/>
                    </a:lnTo>
                    <a:lnTo>
                      <a:pt x="468" y="846"/>
                    </a:lnTo>
                    <a:lnTo>
                      <a:pt x="432" y="1033"/>
                    </a:lnTo>
                    <a:lnTo>
                      <a:pt x="222" y="1945"/>
                    </a:lnTo>
                    <a:lnTo>
                      <a:pt x="168" y="2209"/>
                    </a:lnTo>
                    <a:lnTo>
                      <a:pt x="101" y="2497"/>
                    </a:lnTo>
                    <a:lnTo>
                      <a:pt x="6" y="2815"/>
                    </a:lnTo>
                    <a:lnTo>
                      <a:pt x="0" y="2827"/>
                    </a:lnTo>
                    <a:lnTo>
                      <a:pt x="6" y="2827"/>
                    </a:lnTo>
                    <a:lnTo>
                      <a:pt x="6" y="2840"/>
                    </a:lnTo>
                    <a:lnTo>
                      <a:pt x="0" y="2840"/>
                    </a:lnTo>
                    <a:lnTo>
                      <a:pt x="0" y="2701"/>
                    </a:lnTo>
                    <a:lnTo>
                      <a:pt x="101" y="2335"/>
                    </a:lnTo>
                    <a:lnTo>
                      <a:pt x="522" y="456"/>
                    </a:lnTo>
                    <a:lnTo>
                      <a:pt x="648" y="126"/>
                    </a:lnTo>
                    <a:lnTo>
                      <a:pt x="750" y="18"/>
                    </a:lnTo>
                    <a:lnTo>
                      <a:pt x="846" y="0"/>
                    </a:lnTo>
                    <a:lnTo>
                      <a:pt x="948" y="5"/>
                    </a:lnTo>
                    <a:lnTo>
                      <a:pt x="955"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5" name="Freeform 176">
                <a:extLst>
                  <a:ext uri="{FF2B5EF4-FFF2-40B4-BE49-F238E27FC236}">
                    <a16:creationId xmlns:a16="http://schemas.microsoft.com/office/drawing/2014/main" id="{28986CF3-EF80-42BF-88A8-CCCE78EE0599}"/>
                  </a:ext>
                </a:extLst>
              </p:cNvPr>
              <p:cNvSpPr>
                <a:spLocks/>
              </p:cNvSpPr>
              <p:nvPr/>
            </p:nvSpPr>
            <p:spPr bwMode="auto">
              <a:xfrm>
                <a:off x="3561" y="3292"/>
                <a:ext cx="47" cy="43"/>
              </a:xfrm>
              <a:custGeom>
                <a:avLst/>
                <a:gdLst>
                  <a:gd name="T0" fmla="*/ 45 w 468"/>
                  <a:gd name="T1" fmla="*/ 9 h 414"/>
                  <a:gd name="T2" fmla="*/ 47 w 468"/>
                  <a:gd name="T3" fmla="*/ 11 h 414"/>
                  <a:gd name="T4" fmla="*/ 44 w 468"/>
                  <a:gd name="T5" fmla="*/ 39 h 414"/>
                  <a:gd name="T6" fmla="*/ 40 w 468"/>
                  <a:gd name="T7" fmla="*/ 43 h 414"/>
                  <a:gd name="T8" fmla="*/ 1 w 468"/>
                  <a:gd name="T9" fmla="*/ 43 h 414"/>
                  <a:gd name="T10" fmla="*/ 0 w 468"/>
                  <a:gd name="T11" fmla="*/ 42 h 414"/>
                  <a:gd name="T12" fmla="*/ 5 w 468"/>
                  <a:gd name="T13" fmla="*/ 30 h 414"/>
                  <a:gd name="T14" fmla="*/ 7 w 468"/>
                  <a:gd name="T15" fmla="*/ 21 h 414"/>
                  <a:gd name="T16" fmla="*/ 28 w 468"/>
                  <a:gd name="T17" fmla="*/ 18 h 414"/>
                  <a:gd name="T18" fmla="*/ 31 w 468"/>
                  <a:gd name="T19" fmla="*/ 14 h 414"/>
                  <a:gd name="T20" fmla="*/ 33 w 468"/>
                  <a:gd name="T21" fmla="*/ 2 h 414"/>
                  <a:gd name="T22" fmla="*/ 36 w 468"/>
                  <a:gd name="T23" fmla="*/ 0 h 414"/>
                  <a:gd name="T24" fmla="*/ 44 w 468"/>
                  <a:gd name="T25" fmla="*/ 9 h 414"/>
                  <a:gd name="T26" fmla="*/ 45 w 468"/>
                  <a:gd name="T27" fmla="*/ 9 h 414"/>
                  <a:gd name="T28" fmla="*/ 45 w 468"/>
                  <a:gd name="T29" fmla="*/ 9 h 41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8" h="414">
                    <a:moveTo>
                      <a:pt x="450" y="84"/>
                    </a:moveTo>
                    <a:lnTo>
                      <a:pt x="468" y="102"/>
                    </a:lnTo>
                    <a:lnTo>
                      <a:pt x="439" y="378"/>
                    </a:lnTo>
                    <a:lnTo>
                      <a:pt x="403" y="414"/>
                    </a:lnTo>
                    <a:lnTo>
                      <a:pt x="12" y="414"/>
                    </a:lnTo>
                    <a:lnTo>
                      <a:pt x="0" y="403"/>
                    </a:lnTo>
                    <a:lnTo>
                      <a:pt x="48" y="288"/>
                    </a:lnTo>
                    <a:lnTo>
                      <a:pt x="72" y="198"/>
                    </a:lnTo>
                    <a:lnTo>
                      <a:pt x="277" y="174"/>
                    </a:lnTo>
                    <a:lnTo>
                      <a:pt x="313" y="138"/>
                    </a:lnTo>
                    <a:lnTo>
                      <a:pt x="331" y="24"/>
                    </a:lnTo>
                    <a:lnTo>
                      <a:pt x="354" y="0"/>
                    </a:lnTo>
                    <a:lnTo>
                      <a:pt x="439" y="84"/>
                    </a:lnTo>
                    <a:lnTo>
                      <a:pt x="450"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Freeform 177">
                <a:extLst>
                  <a:ext uri="{FF2B5EF4-FFF2-40B4-BE49-F238E27FC236}">
                    <a16:creationId xmlns:a16="http://schemas.microsoft.com/office/drawing/2014/main" id="{9494B5D5-A251-46B7-B1AA-CB068E66D749}"/>
                  </a:ext>
                </a:extLst>
              </p:cNvPr>
              <p:cNvSpPr>
                <a:spLocks/>
              </p:cNvSpPr>
              <p:nvPr/>
            </p:nvSpPr>
            <p:spPr bwMode="auto">
              <a:xfrm>
                <a:off x="4028" y="3294"/>
                <a:ext cx="178" cy="49"/>
              </a:xfrm>
              <a:custGeom>
                <a:avLst/>
                <a:gdLst>
                  <a:gd name="T0" fmla="*/ 49 w 1743"/>
                  <a:gd name="T1" fmla="*/ 8 h 493"/>
                  <a:gd name="T2" fmla="*/ 45 w 1743"/>
                  <a:gd name="T3" fmla="*/ 35 h 493"/>
                  <a:gd name="T4" fmla="*/ 44 w 1743"/>
                  <a:gd name="T5" fmla="*/ 36 h 493"/>
                  <a:gd name="T6" fmla="*/ 44 w 1743"/>
                  <a:gd name="T7" fmla="*/ 38 h 493"/>
                  <a:gd name="T8" fmla="*/ 48 w 1743"/>
                  <a:gd name="T9" fmla="*/ 41 h 493"/>
                  <a:gd name="T10" fmla="*/ 53 w 1743"/>
                  <a:gd name="T11" fmla="*/ 35 h 493"/>
                  <a:gd name="T12" fmla="*/ 54 w 1743"/>
                  <a:gd name="T13" fmla="*/ 24 h 493"/>
                  <a:gd name="T14" fmla="*/ 61 w 1743"/>
                  <a:gd name="T15" fmla="*/ 21 h 493"/>
                  <a:gd name="T16" fmla="*/ 75 w 1743"/>
                  <a:gd name="T17" fmla="*/ 21 h 493"/>
                  <a:gd name="T18" fmla="*/ 79 w 1743"/>
                  <a:gd name="T19" fmla="*/ 17 h 493"/>
                  <a:gd name="T20" fmla="*/ 81 w 1743"/>
                  <a:gd name="T21" fmla="*/ 5 h 493"/>
                  <a:gd name="T22" fmla="*/ 82 w 1743"/>
                  <a:gd name="T23" fmla="*/ 5 h 493"/>
                  <a:gd name="T24" fmla="*/ 83 w 1743"/>
                  <a:gd name="T25" fmla="*/ 4 h 493"/>
                  <a:gd name="T26" fmla="*/ 93 w 1743"/>
                  <a:gd name="T27" fmla="*/ 10 h 493"/>
                  <a:gd name="T28" fmla="*/ 93 w 1743"/>
                  <a:gd name="T29" fmla="*/ 27 h 493"/>
                  <a:gd name="T30" fmla="*/ 95 w 1743"/>
                  <a:gd name="T31" fmla="*/ 30 h 493"/>
                  <a:gd name="T32" fmla="*/ 103 w 1743"/>
                  <a:gd name="T33" fmla="*/ 22 h 493"/>
                  <a:gd name="T34" fmla="*/ 118 w 1743"/>
                  <a:gd name="T35" fmla="*/ 22 h 493"/>
                  <a:gd name="T36" fmla="*/ 120 w 1743"/>
                  <a:gd name="T37" fmla="*/ 18 h 493"/>
                  <a:gd name="T38" fmla="*/ 123 w 1743"/>
                  <a:gd name="T39" fmla="*/ 5 h 493"/>
                  <a:gd name="T40" fmla="*/ 124 w 1743"/>
                  <a:gd name="T41" fmla="*/ 4 h 493"/>
                  <a:gd name="T42" fmla="*/ 133 w 1743"/>
                  <a:gd name="T43" fmla="*/ 8 h 493"/>
                  <a:gd name="T44" fmla="*/ 133 w 1743"/>
                  <a:gd name="T45" fmla="*/ 21 h 493"/>
                  <a:gd name="T46" fmla="*/ 132 w 1743"/>
                  <a:gd name="T47" fmla="*/ 35 h 493"/>
                  <a:gd name="T48" fmla="*/ 132 w 1743"/>
                  <a:gd name="T49" fmla="*/ 35 h 493"/>
                  <a:gd name="T50" fmla="*/ 133 w 1743"/>
                  <a:gd name="T51" fmla="*/ 36 h 493"/>
                  <a:gd name="T52" fmla="*/ 134 w 1743"/>
                  <a:gd name="T53" fmla="*/ 36 h 493"/>
                  <a:gd name="T54" fmla="*/ 142 w 1743"/>
                  <a:gd name="T55" fmla="*/ 25 h 493"/>
                  <a:gd name="T56" fmla="*/ 161 w 1743"/>
                  <a:gd name="T57" fmla="*/ 23 h 493"/>
                  <a:gd name="T58" fmla="*/ 165 w 1743"/>
                  <a:gd name="T59" fmla="*/ 16 h 493"/>
                  <a:gd name="T60" fmla="*/ 166 w 1743"/>
                  <a:gd name="T61" fmla="*/ 8 h 493"/>
                  <a:gd name="T62" fmla="*/ 166 w 1743"/>
                  <a:gd name="T63" fmla="*/ 6 h 493"/>
                  <a:gd name="T64" fmla="*/ 173 w 1743"/>
                  <a:gd name="T65" fmla="*/ 9 h 493"/>
                  <a:gd name="T66" fmla="*/ 178 w 1743"/>
                  <a:gd name="T67" fmla="*/ 14 h 493"/>
                  <a:gd name="T68" fmla="*/ 175 w 1743"/>
                  <a:gd name="T69" fmla="*/ 47 h 493"/>
                  <a:gd name="T70" fmla="*/ 173 w 1743"/>
                  <a:gd name="T71" fmla="*/ 49 h 493"/>
                  <a:gd name="T72" fmla="*/ 3 w 1743"/>
                  <a:gd name="T73" fmla="*/ 48 h 493"/>
                  <a:gd name="T74" fmla="*/ 0 w 1743"/>
                  <a:gd name="T75" fmla="*/ 46 h 493"/>
                  <a:gd name="T76" fmla="*/ 7 w 1743"/>
                  <a:gd name="T77" fmla="*/ 41 h 493"/>
                  <a:gd name="T78" fmla="*/ 9 w 1743"/>
                  <a:gd name="T79" fmla="*/ 27 h 493"/>
                  <a:gd name="T80" fmla="*/ 12 w 1743"/>
                  <a:gd name="T81" fmla="*/ 23 h 493"/>
                  <a:gd name="T82" fmla="*/ 31 w 1743"/>
                  <a:gd name="T83" fmla="*/ 19 h 493"/>
                  <a:gd name="T84" fmla="*/ 36 w 1743"/>
                  <a:gd name="T85" fmla="*/ 14 h 493"/>
                  <a:gd name="T86" fmla="*/ 36 w 1743"/>
                  <a:gd name="T87" fmla="*/ 2 h 493"/>
                  <a:gd name="T88" fmla="*/ 39 w 1743"/>
                  <a:gd name="T89" fmla="*/ 0 h 493"/>
                  <a:gd name="T90" fmla="*/ 43 w 1743"/>
                  <a:gd name="T91" fmla="*/ 6 h 493"/>
                  <a:gd name="T92" fmla="*/ 49 w 1743"/>
                  <a:gd name="T93" fmla="*/ 8 h 493"/>
                  <a:gd name="T94" fmla="*/ 49 w 1743"/>
                  <a:gd name="T95" fmla="*/ 8 h 49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743" h="493">
                    <a:moveTo>
                      <a:pt x="481" y="84"/>
                    </a:moveTo>
                    <a:lnTo>
                      <a:pt x="445" y="355"/>
                    </a:lnTo>
                    <a:lnTo>
                      <a:pt x="433" y="366"/>
                    </a:lnTo>
                    <a:lnTo>
                      <a:pt x="433" y="378"/>
                    </a:lnTo>
                    <a:lnTo>
                      <a:pt x="469" y="414"/>
                    </a:lnTo>
                    <a:lnTo>
                      <a:pt x="517" y="348"/>
                    </a:lnTo>
                    <a:lnTo>
                      <a:pt x="529" y="240"/>
                    </a:lnTo>
                    <a:lnTo>
                      <a:pt x="595" y="211"/>
                    </a:lnTo>
                    <a:lnTo>
                      <a:pt x="734" y="211"/>
                    </a:lnTo>
                    <a:lnTo>
                      <a:pt x="770" y="175"/>
                    </a:lnTo>
                    <a:lnTo>
                      <a:pt x="794" y="48"/>
                    </a:lnTo>
                    <a:lnTo>
                      <a:pt x="799" y="48"/>
                    </a:lnTo>
                    <a:lnTo>
                      <a:pt x="812" y="36"/>
                    </a:lnTo>
                    <a:lnTo>
                      <a:pt x="907" y="102"/>
                    </a:lnTo>
                    <a:lnTo>
                      <a:pt x="907" y="276"/>
                    </a:lnTo>
                    <a:lnTo>
                      <a:pt x="926" y="301"/>
                    </a:lnTo>
                    <a:lnTo>
                      <a:pt x="1010" y="222"/>
                    </a:lnTo>
                    <a:lnTo>
                      <a:pt x="1160" y="222"/>
                    </a:lnTo>
                    <a:lnTo>
                      <a:pt x="1178" y="186"/>
                    </a:lnTo>
                    <a:lnTo>
                      <a:pt x="1202" y="48"/>
                    </a:lnTo>
                    <a:lnTo>
                      <a:pt x="1214" y="36"/>
                    </a:lnTo>
                    <a:lnTo>
                      <a:pt x="1304" y="84"/>
                    </a:lnTo>
                    <a:lnTo>
                      <a:pt x="1304" y="211"/>
                    </a:lnTo>
                    <a:lnTo>
                      <a:pt x="1292" y="348"/>
                    </a:lnTo>
                    <a:lnTo>
                      <a:pt x="1292" y="355"/>
                    </a:lnTo>
                    <a:lnTo>
                      <a:pt x="1304" y="366"/>
                    </a:lnTo>
                    <a:lnTo>
                      <a:pt x="1317" y="366"/>
                    </a:lnTo>
                    <a:lnTo>
                      <a:pt x="1389" y="252"/>
                    </a:lnTo>
                    <a:lnTo>
                      <a:pt x="1581" y="229"/>
                    </a:lnTo>
                    <a:lnTo>
                      <a:pt x="1617" y="162"/>
                    </a:lnTo>
                    <a:lnTo>
                      <a:pt x="1628" y="84"/>
                    </a:lnTo>
                    <a:lnTo>
                      <a:pt x="1628" y="60"/>
                    </a:lnTo>
                    <a:lnTo>
                      <a:pt x="1695" y="90"/>
                    </a:lnTo>
                    <a:lnTo>
                      <a:pt x="1743" y="139"/>
                    </a:lnTo>
                    <a:lnTo>
                      <a:pt x="1718" y="475"/>
                    </a:lnTo>
                    <a:lnTo>
                      <a:pt x="1695" y="493"/>
                    </a:lnTo>
                    <a:lnTo>
                      <a:pt x="25" y="480"/>
                    </a:lnTo>
                    <a:lnTo>
                      <a:pt x="0" y="462"/>
                    </a:lnTo>
                    <a:lnTo>
                      <a:pt x="67" y="414"/>
                    </a:lnTo>
                    <a:lnTo>
                      <a:pt x="90" y="276"/>
                    </a:lnTo>
                    <a:lnTo>
                      <a:pt x="115" y="229"/>
                    </a:lnTo>
                    <a:lnTo>
                      <a:pt x="307" y="193"/>
                    </a:lnTo>
                    <a:lnTo>
                      <a:pt x="355" y="139"/>
                    </a:lnTo>
                    <a:lnTo>
                      <a:pt x="355" y="24"/>
                    </a:lnTo>
                    <a:lnTo>
                      <a:pt x="379" y="0"/>
                    </a:lnTo>
                    <a:lnTo>
                      <a:pt x="421" y="60"/>
                    </a:lnTo>
                    <a:lnTo>
                      <a:pt x="4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7" name="Freeform 178">
                <a:extLst>
                  <a:ext uri="{FF2B5EF4-FFF2-40B4-BE49-F238E27FC236}">
                    <a16:creationId xmlns:a16="http://schemas.microsoft.com/office/drawing/2014/main" id="{7C8C52B7-9E12-4812-8479-9F075A3C355A}"/>
                  </a:ext>
                </a:extLst>
              </p:cNvPr>
              <p:cNvSpPr>
                <a:spLocks/>
              </p:cNvSpPr>
              <p:nvPr/>
            </p:nvSpPr>
            <p:spPr bwMode="auto">
              <a:xfrm>
                <a:off x="3642" y="3294"/>
                <a:ext cx="178" cy="47"/>
              </a:xfrm>
              <a:custGeom>
                <a:avLst/>
                <a:gdLst>
                  <a:gd name="T0" fmla="*/ 135 w 1730"/>
                  <a:gd name="T1" fmla="*/ 5 h 450"/>
                  <a:gd name="T2" fmla="*/ 135 w 1730"/>
                  <a:gd name="T3" fmla="*/ 13 h 450"/>
                  <a:gd name="T4" fmla="*/ 132 w 1730"/>
                  <a:gd name="T5" fmla="*/ 25 h 450"/>
                  <a:gd name="T6" fmla="*/ 132 w 1730"/>
                  <a:gd name="T7" fmla="*/ 37 h 450"/>
                  <a:gd name="T8" fmla="*/ 134 w 1730"/>
                  <a:gd name="T9" fmla="*/ 40 h 450"/>
                  <a:gd name="T10" fmla="*/ 159 w 1730"/>
                  <a:gd name="T11" fmla="*/ 41 h 450"/>
                  <a:gd name="T12" fmla="*/ 163 w 1730"/>
                  <a:gd name="T13" fmla="*/ 41 h 450"/>
                  <a:gd name="T14" fmla="*/ 166 w 1730"/>
                  <a:gd name="T15" fmla="*/ 37 h 450"/>
                  <a:gd name="T16" fmla="*/ 164 w 1730"/>
                  <a:gd name="T17" fmla="*/ 23 h 450"/>
                  <a:gd name="T18" fmla="*/ 168 w 1730"/>
                  <a:gd name="T19" fmla="*/ 5 h 450"/>
                  <a:gd name="T20" fmla="*/ 178 w 1730"/>
                  <a:gd name="T21" fmla="*/ 8 h 450"/>
                  <a:gd name="T22" fmla="*/ 178 w 1730"/>
                  <a:gd name="T23" fmla="*/ 24 h 450"/>
                  <a:gd name="T24" fmla="*/ 172 w 1730"/>
                  <a:gd name="T25" fmla="*/ 43 h 450"/>
                  <a:gd name="T26" fmla="*/ 169 w 1730"/>
                  <a:gd name="T27" fmla="*/ 47 h 450"/>
                  <a:gd name="T28" fmla="*/ 43 w 1730"/>
                  <a:gd name="T29" fmla="*/ 43 h 450"/>
                  <a:gd name="T30" fmla="*/ 2 w 1730"/>
                  <a:gd name="T31" fmla="*/ 43 h 450"/>
                  <a:gd name="T32" fmla="*/ 0 w 1730"/>
                  <a:gd name="T33" fmla="*/ 41 h 450"/>
                  <a:gd name="T34" fmla="*/ 0 w 1730"/>
                  <a:gd name="T35" fmla="*/ 38 h 450"/>
                  <a:gd name="T36" fmla="*/ 4 w 1730"/>
                  <a:gd name="T37" fmla="*/ 35 h 450"/>
                  <a:gd name="T38" fmla="*/ 29 w 1730"/>
                  <a:gd name="T39" fmla="*/ 37 h 450"/>
                  <a:gd name="T40" fmla="*/ 33 w 1730"/>
                  <a:gd name="T41" fmla="*/ 37 h 450"/>
                  <a:gd name="T42" fmla="*/ 36 w 1730"/>
                  <a:gd name="T43" fmla="*/ 33 h 450"/>
                  <a:gd name="T44" fmla="*/ 34 w 1730"/>
                  <a:gd name="T45" fmla="*/ 21 h 450"/>
                  <a:gd name="T46" fmla="*/ 36 w 1730"/>
                  <a:gd name="T47" fmla="*/ 11 h 450"/>
                  <a:gd name="T48" fmla="*/ 40 w 1730"/>
                  <a:gd name="T49" fmla="*/ 1 h 450"/>
                  <a:gd name="T50" fmla="*/ 49 w 1730"/>
                  <a:gd name="T51" fmla="*/ 5 h 450"/>
                  <a:gd name="T52" fmla="*/ 49 w 1730"/>
                  <a:gd name="T53" fmla="*/ 16 h 450"/>
                  <a:gd name="T54" fmla="*/ 44 w 1730"/>
                  <a:gd name="T55" fmla="*/ 29 h 450"/>
                  <a:gd name="T56" fmla="*/ 44 w 1730"/>
                  <a:gd name="T57" fmla="*/ 33 h 450"/>
                  <a:gd name="T58" fmla="*/ 43 w 1730"/>
                  <a:gd name="T59" fmla="*/ 33 h 450"/>
                  <a:gd name="T60" fmla="*/ 47 w 1730"/>
                  <a:gd name="T61" fmla="*/ 37 h 450"/>
                  <a:gd name="T62" fmla="*/ 73 w 1730"/>
                  <a:gd name="T63" fmla="*/ 38 h 450"/>
                  <a:gd name="T64" fmla="*/ 77 w 1730"/>
                  <a:gd name="T65" fmla="*/ 38 h 450"/>
                  <a:gd name="T66" fmla="*/ 80 w 1730"/>
                  <a:gd name="T67" fmla="*/ 35 h 450"/>
                  <a:gd name="T68" fmla="*/ 77 w 1730"/>
                  <a:gd name="T69" fmla="*/ 25 h 450"/>
                  <a:gd name="T70" fmla="*/ 80 w 1730"/>
                  <a:gd name="T71" fmla="*/ 5 h 450"/>
                  <a:gd name="T72" fmla="*/ 82 w 1730"/>
                  <a:gd name="T73" fmla="*/ 4 h 450"/>
                  <a:gd name="T74" fmla="*/ 82 w 1730"/>
                  <a:gd name="T75" fmla="*/ 3 h 450"/>
                  <a:gd name="T76" fmla="*/ 92 w 1730"/>
                  <a:gd name="T77" fmla="*/ 6 h 450"/>
                  <a:gd name="T78" fmla="*/ 92 w 1730"/>
                  <a:gd name="T79" fmla="*/ 11 h 450"/>
                  <a:gd name="T80" fmla="*/ 90 w 1730"/>
                  <a:gd name="T81" fmla="*/ 14 h 450"/>
                  <a:gd name="T82" fmla="*/ 86 w 1730"/>
                  <a:gd name="T83" fmla="*/ 36 h 450"/>
                  <a:gd name="T84" fmla="*/ 88 w 1730"/>
                  <a:gd name="T85" fmla="*/ 38 h 450"/>
                  <a:gd name="T86" fmla="*/ 121 w 1730"/>
                  <a:gd name="T87" fmla="*/ 38 h 450"/>
                  <a:gd name="T88" fmla="*/ 121 w 1730"/>
                  <a:gd name="T89" fmla="*/ 30 h 450"/>
                  <a:gd name="T90" fmla="*/ 119 w 1730"/>
                  <a:gd name="T91" fmla="*/ 24 h 450"/>
                  <a:gd name="T92" fmla="*/ 120 w 1730"/>
                  <a:gd name="T93" fmla="*/ 14 h 450"/>
                  <a:gd name="T94" fmla="*/ 126 w 1730"/>
                  <a:gd name="T95" fmla="*/ 0 h 450"/>
                  <a:gd name="T96" fmla="*/ 132 w 1730"/>
                  <a:gd name="T97" fmla="*/ 5 h 450"/>
                  <a:gd name="T98" fmla="*/ 135 w 1730"/>
                  <a:gd name="T99" fmla="*/ 5 h 450"/>
                  <a:gd name="T100" fmla="*/ 135 w 1730"/>
                  <a:gd name="T101" fmla="*/ 5 h 45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730" h="450">
                    <a:moveTo>
                      <a:pt x="1315" y="48"/>
                    </a:moveTo>
                    <a:lnTo>
                      <a:pt x="1315" y="127"/>
                    </a:lnTo>
                    <a:lnTo>
                      <a:pt x="1286" y="240"/>
                    </a:lnTo>
                    <a:lnTo>
                      <a:pt x="1286" y="354"/>
                    </a:lnTo>
                    <a:lnTo>
                      <a:pt x="1304" y="379"/>
                    </a:lnTo>
                    <a:lnTo>
                      <a:pt x="1544" y="390"/>
                    </a:lnTo>
                    <a:lnTo>
                      <a:pt x="1580" y="390"/>
                    </a:lnTo>
                    <a:lnTo>
                      <a:pt x="1616" y="354"/>
                    </a:lnTo>
                    <a:lnTo>
                      <a:pt x="1592" y="217"/>
                    </a:lnTo>
                    <a:lnTo>
                      <a:pt x="1628" y="48"/>
                    </a:lnTo>
                    <a:lnTo>
                      <a:pt x="1730" y="78"/>
                    </a:lnTo>
                    <a:lnTo>
                      <a:pt x="1730" y="228"/>
                    </a:lnTo>
                    <a:lnTo>
                      <a:pt x="1676" y="415"/>
                    </a:lnTo>
                    <a:lnTo>
                      <a:pt x="1640" y="450"/>
                    </a:lnTo>
                    <a:lnTo>
                      <a:pt x="414" y="415"/>
                    </a:lnTo>
                    <a:lnTo>
                      <a:pt x="24" y="415"/>
                    </a:lnTo>
                    <a:lnTo>
                      <a:pt x="0" y="390"/>
                    </a:lnTo>
                    <a:lnTo>
                      <a:pt x="0" y="366"/>
                    </a:lnTo>
                    <a:lnTo>
                      <a:pt x="42" y="336"/>
                    </a:lnTo>
                    <a:lnTo>
                      <a:pt x="282" y="354"/>
                    </a:lnTo>
                    <a:lnTo>
                      <a:pt x="318" y="354"/>
                    </a:lnTo>
                    <a:lnTo>
                      <a:pt x="354" y="318"/>
                    </a:lnTo>
                    <a:lnTo>
                      <a:pt x="330" y="199"/>
                    </a:lnTo>
                    <a:lnTo>
                      <a:pt x="354" y="102"/>
                    </a:lnTo>
                    <a:lnTo>
                      <a:pt x="390" y="12"/>
                    </a:lnTo>
                    <a:lnTo>
                      <a:pt x="480" y="48"/>
                    </a:lnTo>
                    <a:lnTo>
                      <a:pt x="480" y="150"/>
                    </a:lnTo>
                    <a:lnTo>
                      <a:pt x="432" y="276"/>
                    </a:lnTo>
                    <a:lnTo>
                      <a:pt x="432" y="312"/>
                    </a:lnTo>
                    <a:lnTo>
                      <a:pt x="421" y="318"/>
                    </a:lnTo>
                    <a:lnTo>
                      <a:pt x="457" y="354"/>
                    </a:lnTo>
                    <a:lnTo>
                      <a:pt x="709" y="366"/>
                    </a:lnTo>
                    <a:lnTo>
                      <a:pt x="745" y="366"/>
                    </a:lnTo>
                    <a:lnTo>
                      <a:pt x="775" y="336"/>
                    </a:lnTo>
                    <a:lnTo>
                      <a:pt x="745" y="240"/>
                    </a:lnTo>
                    <a:lnTo>
                      <a:pt x="775" y="48"/>
                    </a:lnTo>
                    <a:lnTo>
                      <a:pt x="793" y="36"/>
                    </a:lnTo>
                    <a:lnTo>
                      <a:pt x="793" y="24"/>
                    </a:lnTo>
                    <a:lnTo>
                      <a:pt x="894" y="60"/>
                    </a:lnTo>
                    <a:lnTo>
                      <a:pt x="894" y="102"/>
                    </a:lnTo>
                    <a:lnTo>
                      <a:pt x="871" y="138"/>
                    </a:lnTo>
                    <a:lnTo>
                      <a:pt x="835" y="343"/>
                    </a:lnTo>
                    <a:lnTo>
                      <a:pt x="858" y="366"/>
                    </a:lnTo>
                    <a:lnTo>
                      <a:pt x="1177" y="366"/>
                    </a:lnTo>
                    <a:lnTo>
                      <a:pt x="1177" y="289"/>
                    </a:lnTo>
                    <a:lnTo>
                      <a:pt x="1159" y="228"/>
                    </a:lnTo>
                    <a:lnTo>
                      <a:pt x="1166" y="138"/>
                    </a:lnTo>
                    <a:lnTo>
                      <a:pt x="1225" y="0"/>
                    </a:lnTo>
                    <a:lnTo>
                      <a:pt x="1286" y="48"/>
                    </a:lnTo>
                    <a:lnTo>
                      <a:pt x="131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179">
                <a:extLst>
                  <a:ext uri="{FF2B5EF4-FFF2-40B4-BE49-F238E27FC236}">
                    <a16:creationId xmlns:a16="http://schemas.microsoft.com/office/drawing/2014/main" id="{0B054EA2-A5A3-49B9-B9B3-43EB5F3234EC}"/>
                  </a:ext>
                </a:extLst>
              </p:cNvPr>
              <p:cNvSpPr>
                <a:spLocks/>
              </p:cNvSpPr>
              <p:nvPr/>
            </p:nvSpPr>
            <p:spPr bwMode="auto">
              <a:xfrm>
                <a:off x="3839" y="3298"/>
                <a:ext cx="174" cy="44"/>
              </a:xfrm>
              <a:custGeom>
                <a:avLst/>
                <a:gdLst>
                  <a:gd name="T0" fmla="*/ 43 w 1693"/>
                  <a:gd name="T1" fmla="*/ 26 h 444"/>
                  <a:gd name="T2" fmla="*/ 43 w 1693"/>
                  <a:gd name="T3" fmla="*/ 29 h 444"/>
                  <a:gd name="T4" fmla="*/ 44 w 1693"/>
                  <a:gd name="T5" fmla="*/ 29 h 444"/>
                  <a:gd name="T6" fmla="*/ 47 w 1693"/>
                  <a:gd name="T7" fmla="*/ 29 h 444"/>
                  <a:gd name="T8" fmla="*/ 49 w 1693"/>
                  <a:gd name="T9" fmla="*/ 23 h 444"/>
                  <a:gd name="T10" fmla="*/ 59 w 1693"/>
                  <a:gd name="T11" fmla="*/ 17 h 444"/>
                  <a:gd name="T12" fmla="*/ 72 w 1693"/>
                  <a:gd name="T13" fmla="*/ 16 h 444"/>
                  <a:gd name="T14" fmla="*/ 75 w 1693"/>
                  <a:gd name="T15" fmla="*/ 7 h 444"/>
                  <a:gd name="T16" fmla="*/ 75 w 1693"/>
                  <a:gd name="T17" fmla="*/ 2 h 444"/>
                  <a:gd name="T18" fmla="*/ 77 w 1693"/>
                  <a:gd name="T19" fmla="*/ 0 h 444"/>
                  <a:gd name="T20" fmla="*/ 87 w 1693"/>
                  <a:gd name="T21" fmla="*/ 11 h 444"/>
                  <a:gd name="T22" fmla="*/ 87 w 1693"/>
                  <a:gd name="T23" fmla="*/ 23 h 444"/>
                  <a:gd name="T24" fmla="*/ 88 w 1693"/>
                  <a:gd name="T25" fmla="*/ 24 h 444"/>
                  <a:gd name="T26" fmla="*/ 97 w 1693"/>
                  <a:gd name="T27" fmla="*/ 19 h 444"/>
                  <a:gd name="T28" fmla="*/ 112 w 1693"/>
                  <a:gd name="T29" fmla="*/ 19 h 444"/>
                  <a:gd name="T30" fmla="*/ 119 w 1693"/>
                  <a:gd name="T31" fmla="*/ 10 h 444"/>
                  <a:gd name="T32" fmla="*/ 120 w 1693"/>
                  <a:gd name="T33" fmla="*/ 5 h 444"/>
                  <a:gd name="T34" fmla="*/ 120 w 1693"/>
                  <a:gd name="T35" fmla="*/ 2 h 444"/>
                  <a:gd name="T36" fmla="*/ 121 w 1693"/>
                  <a:gd name="T37" fmla="*/ 1 h 444"/>
                  <a:gd name="T38" fmla="*/ 130 w 1693"/>
                  <a:gd name="T39" fmla="*/ 16 h 444"/>
                  <a:gd name="T40" fmla="*/ 128 w 1693"/>
                  <a:gd name="T41" fmla="*/ 29 h 444"/>
                  <a:gd name="T42" fmla="*/ 128 w 1693"/>
                  <a:gd name="T43" fmla="*/ 31 h 444"/>
                  <a:gd name="T44" fmla="*/ 129 w 1693"/>
                  <a:gd name="T45" fmla="*/ 32 h 444"/>
                  <a:gd name="T46" fmla="*/ 135 w 1693"/>
                  <a:gd name="T47" fmla="*/ 25 h 444"/>
                  <a:gd name="T48" fmla="*/ 135 w 1693"/>
                  <a:gd name="T49" fmla="*/ 21 h 444"/>
                  <a:gd name="T50" fmla="*/ 141 w 1693"/>
                  <a:gd name="T51" fmla="*/ 18 h 444"/>
                  <a:gd name="T52" fmla="*/ 156 w 1693"/>
                  <a:gd name="T53" fmla="*/ 18 h 444"/>
                  <a:gd name="T54" fmla="*/ 160 w 1693"/>
                  <a:gd name="T55" fmla="*/ 11 h 444"/>
                  <a:gd name="T56" fmla="*/ 161 w 1693"/>
                  <a:gd name="T57" fmla="*/ 2 h 444"/>
                  <a:gd name="T58" fmla="*/ 165 w 1693"/>
                  <a:gd name="T59" fmla="*/ 0 h 444"/>
                  <a:gd name="T60" fmla="*/ 170 w 1693"/>
                  <a:gd name="T61" fmla="*/ 7 h 444"/>
                  <a:gd name="T62" fmla="*/ 174 w 1693"/>
                  <a:gd name="T63" fmla="*/ 19 h 444"/>
                  <a:gd name="T64" fmla="*/ 169 w 1693"/>
                  <a:gd name="T65" fmla="*/ 42 h 444"/>
                  <a:gd name="T66" fmla="*/ 144 w 1693"/>
                  <a:gd name="T67" fmla="*/ 44 h 444"/>
                  <a:gd name="T68" fmla="*/ 68 w 1693"/>
                  <a:gd name="T69" fmla="*/ 44 h 444"/>
                  <a:gd name="T70" fmla="*/ 1 w 1693"/>
                  <a:gd name="T71" fmla="*/ 41 h 444"/>
                  <a:gd name="T72" fmla="*/ 0 w 1693"/>
                  <a:gd name="T73" fmla="*/ 40 h 444"/>
                  <a:gd name="T74" fmla="*/ 6 w 1693"/>
                  <a:gd name="T75" fmla="*/ 29 h 444"/>
                  <a:gd name="T76" fmla="*/ 7 w 1693"/>
                  <a:gd name="T77" fmla="*/ 23 h 444"/>
                  <a:gd name="T78" fmla="*/ 7 w 1693"/>
                  <a:gd name="T79" fmla="*/ 21 h 444"/>
                  <a:gd name="T80" fmla="*/ 10 w 1693"/>
                  <a:gd name="T81" fmla="*/ 18 h 444"/>
                  <a:gd name="T82" fmla="*/ 28 w 1693"/>
                  <a:gd name="T83" fmla="*/ 18 h 444"/>
                  <a:gd name="T84" fmla="*/ 33 w 1693"/>
                  <a:gd name="T85" fmla="*/ 11 h 444"/>
                  <a:gd name="T86" fmla="*/ 33 w 1693"/>
                  <a:gd name="T87" fmla="*/ 2 h 444"/>
                  <a:gd name="T88" fmla="*/ 35 w 1693"/>
                  <a:gd name="T89" fmla="*/ 0 h 444"/>
                  <a:gd name="T90" fmla="*/ 44 w 1693"/>
                  <a:gd name="T91" fmla="*/ 16 h 444"/>
                  <a:gd name="T92" fmla="*/ 43 w 1693"/>
                  <a:gd name="T93" fmla="*/ 26 h 444"/>
                  <a:gd name="T94" fmla="*/ 43 w 1693"/>
                  <a:gd name="T95" fmla="*/ 26 h 4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693" h="444">
                    <a:moveTo>
                      <a:pt x="419" y="265"/>
                    </a:moveTo>
                    <a:lnTo>
                      <a:pt x="419" y="288"/>
                    </a:lnTo>
                    <a:lnTo>
                      <a:pt x="432" y="294"/>
                    </a:lnTo>
                    <a:lnTo>
                      <a:pt x="455" y="294"/>
                    </a:lnTo>
                    <a:lnTo>
                      <a:pt x="480" y="229"/>
                    </a:lnTo>
                    <a:lnTo>
                      <a:pt x="570" y="175"/>
                    </a:lnTo>
                    <a:lnTo>
                      <a:pt x="696" y="157"/>
                    </a:lnTo>
                    <a:lnTo>
                      <a:pt x="732" y="66"/>
                    </a:lnTo>
                    <a:lnTo>
                      <a:pt x="732" y="24"/>
                    </a:lnTo>
                    <a:lnTo>
                      <a:pt x="750" y="0"/>
                    </a:lnTo>
                    <a:lnTo>
                      <a:pt x="846" y="114"/>
                    </a:lnTo>
                    <a:lnTo>
                      <a:pt x="846" y="229"/>
                    </a:lnTo>
                    <a:lnTo>
                      <a:pt x="858" y="240"/>
                    </a:lnTo>
                    <a:lnTo>
                      <a:pt x="948" y="193"/>
                    </a:lnTo>
                    <a:lnTo>
                      <a:pt x="1087" y="193"/>
                    </a:lnTo>
                    <a:lnTo>
                      <a:pt x="1153" y="103"/>
                    </a:lnTo>
                    <a:lnTo>
                      <a:pt x="1164" y="48"/>
                    </a:lnTo>
                    <a:lnTo>
                      <a:pt x="1164" y="24"/>
                    </a:lnTo>
                    <a:lnTo>
                      <a:pt x="1177" y="12"/>
                    </a:lnTo>
                    <a:lnTo>
                      <a:pt x="1267" y="157"/>
                    </a:lnTo>
                    <a:lnTo>
                      <a:pt x="1243" y="288"/>
                    </a:lnTo>
                    <a:lnTo>
                      <a:pt x="1243" y="312"/>
                    </a:lnTo>
                    <a:lnTo>
                      <a:pt x="1255" y="319"/>
                    </a:lnTo>
                    <a:lnTo>
                      <a:pt x="1315" y="252"/>
                    </a:lnTo>
                    <a:lnTo>
                      <a:pt x="1315" y="216"/>
                    </a:lnTo>
                    <a:lnTo>
                      <a:pt x="1375" y="186"/>
                    </a:lnTo>
                    <a:lnTo>
                      <a:pt x="1520" y="186"/>
                    </a:lnTo>
                    <a:lnTo>
                      <a:pt x="1556" y="114"/>
                    </a:lnTo>
                    <a:lnTo>
                      <a:pt x="1567" y="24"/>
                    </a:lnTo>
                    <a:lnTo>
                      <a:pt x="1603" y="0"/>
                    </a:lnTo>
                    <a:lnTo>
                      <a:pt x="1657" y="66"/>
                    </a:lnTo>
                    <a:lnTo>
                      <a:pt x="1693" y="193"/>
                    </a:lnTo>
                    <a:lnTo>
                      <a:pt x="1646" y="426"/>
                    </a:lnTo>
                    <a:lnTo>
                      <a:pt x="1405" y="444"/>
                    </a:lnTo>
                    <a:lnTo>
                      <a:pt x="660" y="439"/>
                    </a:lnTo>
                    <a:lnTo>
                      <a:pt x="5" y="414"/>
                    </a:lnTo>
                    <a:lnTo>
                      <a:pt x="0" y="403"/>
                    </a:lnTo>
                    <a:lnTo>
                      <a:pt x="54" y="288"/>
                    </a:lnTo>
                    <a:lnTo>
                      <a:pt x="65" y="229"/>
                    </a:lnTo>
                    <a:lnTo>
                      <a:pt x="65" y="216"/>
                    </a:lnTo>
                    <a:lnTo>
                      <a:pt x="101" y="186"/>
                    </a:lnTo>
                    <a:lnTo>
                      <a:pt x="270" y="186"/>
                    </a:lnTo>
                    <a:lnTo>
                      <a:pt x="318" y="114"/>
                    </a:lnTo>
                    <a:lnTo>
                      <a:pt x="318" y="24"/>
                    </a:lnTo>
                    <a:lnTo>
                      <a:pt x="342" y="0"/>
                    </a:lnTo>
                    <a:lnTo>
                      <a:pt x="432" y="157"/>
                    </a:lnTo>
                    <a:lnTo>
                      <a:pt x="419" y="2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180">
                <a:extLst>
                  <a:ext uri="{FF2B5EF4-FFF2-40B4-BE49-F238E27FC236}">
                    <a16:creationId xmlns:a16="http://schemas.microsoft.com/office/drawing/2014/main" id="{CDBA517C-6AC4-4884-B2D0-E381E251B855}"/>
                  </a:ext>
                </a:extLst>
              </p:cNvPr>
              <p:cNvSpPr>
                <a:spLocks/>
              </p:cNvSpPr>
              <p:nvPr/>
            </p:nvSpPr>
            <p:spPr bwMode="auto">
              <a:xfrm>
                <a:off x="4218" y="3299"/>
                <a:ext cx="140" cy="47"/>
              </a:xfrm>
              <a:custGeom>
                <a:avLst/>
                <a:gdLst>
                  <a:gd name="T0" fmla="*/ 52 w 1352"/>
                  <a:gd name="T1" fmla="*/ 24 h 468"/>
                  <a:gd name="T2" fmla="*/ 51 w 1352"/>
                  <a:gd name="T3" fmla="*/ 25 h 468"/>
                  <a:gd name="T4" fmla="*/ 51 w 1352"/>
                  <a:gd name="T5" fmla="*/ 28 h 468"/>
                  <a:gd name="T6" fmla="*/ 53 w 1352"/>
                  <a:gd name="T7" fmla="*/ 30 h 468"/>
                  <a:gd name="T8" fmla="*/ 57 w 1352"/>
                  <a:gd name="T9" fmla="*/ 27 h 468"/>
                  <a:gd name="T10" fmla="*/ 58 w 1352"/>
                  <a:gd name="T11" fmla="*/ 20 h 468"/>
                  <a:gd name="T12" fmla="*/ 73 w 1352"/>
                  <a:gd name="T13" fmla="*/ 19 h 468"/>
                  <a:gd name="T14" fmla="*/ 77 w 1352"/>
                  <a:gd name="T15" fmla="*/ 19 h 468"/>
                  <a:gd name="T16" fmla="*/ 81 w 1352"/>
                  <a:gd name="T17" fmla="*/ 16 h 468"/>
                  <a:gd name="T18" fmla="*/ 80 w 1352"/>
                  <a:gd name="T19" fmla="*/ 1 h 468"/>
                  <a:gd name="T20" fmla="*/ 81 w 1352"/>
                  <a:gd name="T21" fmla="*/ 1 h 468"/>
                  <a:gd name="T22" fmla="*/ 82 w 1352"/>
                  <a:gd name="T23" fmla="*/ 0 h 468"/>
                  <a:gd name="T24" fmla="*/ 88 w 1352"/>
                  <a:gd name="T25" fmla="*/ 5 h 468"/>
                  <a:gd name="T26" fmla="*/ 91 w 1352"/>
                  <a:gd name="T27" fmla="*/ 5 h 468"/>
                  <a:gd name="T28" fmla="*/ 94 w 1352"/>
                  <a:gd name="T29" fmla="*/ 8 h 468"/>
                  <a:gd name="T30" fmla="*/ 93 w 1352"/>
                  <a:gd name="T31" fmla="*/ 37 h 468"/>
                  <a:gd name="T32" fmla="*/ 94 w 1352"/>
                  <a:gd name="T33" fmla="*/ 38 h 468"/>
                  <a:gd name="T34" fmla="*/ 96 w 1352"/>
                  <a:gd name="T35" fmla="*/ 38 h 468"/>
                  <a:gd name="T36" fmla="*/ 101 w 1352"/>
                  <a:gd name="T37" fmla="*/ 27 h 468"/>
                  <a:gd name="T38" fmla="*/ 101 w 1352"/>
                  <a:gd name="T39" fmla="*/ 20 h 468"/>
                  <a:gd name="T40" fmla="*/ 123 w 1352"/>
                  <a:gd name="T41" fmla="*/ 23 h 468"/>
                  <a:gd name="T42" fmla="*/ 127 w 1352"/>
                  <a:gd name="T43" fmla="*/ 18 h 468"/>
                  <a:gd name="T44" fmla="*/ 128 w 1352"/>
                  <a:gd name="T45" fmla="*/ 4 h 468"/>
                  <a:gd name="T46" fmla="*/ 136 w 1352"/>
                  <a:gd name="T47" fmla="*/ 4 h 468"/>
                  <a:gd name="T48" fmla="*/ 140 w 1352"/>
                  <a:gd name="T49" fmla="*/ 9 h 468"/>
                  <a:gd name="T50" fmla="*/ 137 w 1352"/>
                  <a:gd name="T51" fmla="*/ 45 h 468"/>
                  <a:gd name="T52" fmla="*/ 136 w 1352"/>
                  <a:gd name="T53" fmla="*/ 47 h 468"/>
                  <a:gd name="T54" fmla="*/ 2 w 1352"/>
                  <a:gd name="T55" fmla="*/ 45 h 468"/>
                  <a:gd name="T56" fmla="*/ 0 w 1352"/>
                  <a:gd name="T57" fmla="*/ 36 h 468"/>
                  <a:gd name="T58" fmla="*/ 1 w 1352"/>
                  <a:gd name="T59" fmla="*/ 8 h 468"/>
                  <a:gd name="T60" fmla="*/ 4 w 1352"/>
                  <a:gd name="T61" fmla="*/ 4 h 468"/>
                  <a:gd name="T62" fmla="*/ 7 w 1352"/>
                  <a:gd name="T63" fmla="*/ 4 h 468"/>
                  <a:gd name="T64" fmla="*/ 7 w 1352"/>
                  <a:gd name="T65" fmla="*/ 18 h 468"/>
                  <a:gd name="T66" fmla="*/ 5 w 1352"/>
                  <a:gd name="T67" fmla="*/ 31 h 468"/>
                  <a:gd name="T68" fmla="*/ 5 w 1352"/>
                  <a:gd name="T69" fmla="*/ 36 h 468"/>
                  <a:gd name="T70" fmla="*/ 6 w 1352"/>
                  <a:gd name="T71" fmla="*/ 37 h 468"/>
                  <a:gd name="T72" fmla="*/ 8 w 1352"/>
                  <a:gd name="T73" fmla="*/ 37 h 468"/>
                  <a:gd name="T74" fmla="*/ 14 w 1352"/>
                  <a:gd name="T75" fmla="*/ 22 h 468"/>
                  <a:gd name="T76" fmla="*/ 17 w 1352"/>
                  <a:gd name="T77" fmla="*/ 19 h 468"/>
                  <a:gd name="T78" fmla="*/ 27 w 1352"/>
                  <a:gd name="T79" fmla="*/ 20 h 468"/>
                  <a:gd name="T80" fmla="*/ 31 w 1352"/>
                  <a:gd name="T81" fmla="*/ 20 h 468"/>
                  <a:gd name="T82" fmla="*/ 34 w 1352"/>
                  <a:gd name="T83" fmla="*/ 17 h 468"/>
                  <a:gd name="T84" fmla="*/ 37 w 1352"/>
                  <a:gd name="T85" fmla="*/ 1 h 468"/>
                  <a:gd name="T86" fmla="*/ 38 w 1352"/>
                  <a:gd name="T87" fmla="*/ 0 h 468"/>
                  <a:gd name="T88" fmla="*/ 52 w 1352"/>
                  <a:gd name="T89" fmla="*/ 4 h 468"/>
                  <a:gd name="T90" fmla="*/ 52 w 1352"/>
                  <a:gd name="T91" fmla="*/ 24 h 468"/>
                  <a:gd name="T92" fmla="*/ 52 w 1352"/>
                  <a:gd name="T93" fmla="*/ 24 h 46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352" h="468">
                    <a:moveTo>
                      <a:pt x="505" y="240"/>
                    </a:moveTo>
                    <a:lnTo>
                      <a:pt x="492" y="253"/>
                    </a:lnTo>
                    <a:lnTo>
                      <a:pt x="492" y="276"/>
                    </a:lnTo>
                    <a:lnTo>
                      <a:pt x="516" y="300"/>
                    </a:lnTo>
                    <a:lnTo>
                      <a:pt x="552" y="264"/>
                    </a:lnTo>
                    <a:lnTo>
                      <a:pt x="564" y="204"/>
                    </a:lnTo>
                    <a:lnTo>
                      <a:pt x="708" y="192"/>
                    </a:lnTo>
                    <a:lnTo>
                      <a:pt x="744" y="192"/>
                    </a:lnTo>
                    <a:lnTo>
                      <a:pt x="780" y="163"/>
                    </a:lnTo>
                    <a:lnTo>
                      <a:pt x="769" y="12"/>
                    </a:lnTo>
                    <a:lnTo>
                      <a:pt x="780" y="12"/>
                    </a:lnTo>
                    <a:lnTo>
                      <a:pt x="793" y="0"/>
                    </a:lnTo>
                    <a:lnTo>
                      <a:pt x="847" y="54"/>
                    </a:lnTo>
                    <a:lnTo>
                      <a:pt x="883" y="54"/>
                    </a:lnTo>
                    <a:lnTo>
                      <a:pt x="908" y="78"/>
                    </a:lnTo>
                    <a:lnTo>
                      <a:pt x="895" y="366"/>
                    </a:lnTo>
                    <a:lnTo>
                      <a:pt x="908" y="379"/>
                    </a:lnTo>
                    <a:lnTo>
                      <a:pt x="926" y="379"/>
                    </a:lnTo>
                    <a:lnTo>
                      <a:pt x="973" y="264"/>
                    </a:lnTo>
                    <a:lnTo>
                      <a:pt x="973" y="204"/>
                    </a:lnTo>
                    <a:lnTo>
                      <a:pt x="1183" y="228"/>
                    </a:lnTo>
                    <a:lnTo>
                      <a:pt x="1226" y="181"/>
                    </a:lnTo>
                    <a:lnTo>
                      <a:pt x="1237" y="42"/>
                    </a:lnTo>
                    <a:lnTo>
                      <a:pt x="1316" y="42"/>
                    </a:lnTo>
                    <a:lnTo>
                      <a:pt x="1352" y="91"/>
                    </a:lnTo>
                    <a:lnTo>
                      <a:pt x="1327" y="445"/>
                    </a:lnTo>
                    <a:lnTo>
                      <a:pt x="1309" y="468"/>
                    </a:lnTo>
                    <a:lnTo>
                      <a:pt x="24" y="445"/>
                    </a:lnTo>
                    <a:lnTo>
                      <a:pt x="0" y="354"/>
                    </a:lnTo>
                    <a:lnTo>
                      <a:pt x="12" y="78"/>
                    </a:lnTo>
                    <a:lnTo>
                      <a:pt x="36" y="42"/>
                    </a:lnTo>
                    <a:lnTo>
                      <a:pt x="72" y="42"/>
                    </a:lnTo>
                    <a:lnTo>
                      <a:pt x="72" y="181"/>
                    </a:lnTo>
                    <a:lnTo>
                      <a:pt x="48" y="307"/>
                    </a:lnTo>
                    <a:lnTo>
                      <a:pt x="48" y="354"/>
                    </a:lnTo>
                    <a:lnTo>
                      <a:pt x="54" y="366"/>
                    </a:lnTo>
                    <a:lnTo>
                      <a:pt x="78" y="366"/>
                    </a:lnTo>
                    <a:lnTo>
                      <a:pt x="138" y="217"/>
                    </a:lnTo>
                    <a:lnTo>
                      <a:pt x="162" y="192"/>
                    </a:lnTo>
                    <a:lnTo>
                      <a:pt x="264" y="204"/>
                    </a:lnTo>
                    <a:lnTo>
                      <a:pt x="300" y="204"/>
                    </a:lnTo>
                    <a:lnTo>
                      <a:pt x="330" y="174"/>
                    </a:lnTo>
                    <a:lnTo>
                      <a:pt x="354" y="12"/>
                    </a:lnTo>
                    <a:lnTo>
                      <a:pt x="366" y="0"/>
                    </a:lnTo>
                    <a:lnTo>
                      <a:pt x="505" y="36"/>
                    </a:lnTo>
                    <a:lnTo>
                      <a:pt x="505"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181">
                <a:extLst>
                  <a:ext uri="{FF2B5EF4-FFF2-40B4-BE49-F238E27FC236}">
                    <a16:creationId xmlns:a16="http://schemas.microsoft.com/office/drawing/2014/main" id="{234D21F0-7E58-41CF-BF0E-465D129F41D0}"/>
                  </a:ext>
                </a:extLst>
              </p:cNvPr>
              <p:cNvSpPr>
                <a:spLocks/>
              </p:cNvSpPr>
              <p:nvPr/>
            </p:nvSpPr>
            <p:spPr bwMode="auto">
              <a:xfrm>
                <a:off x="4372" y="3306"/>
                <a:ext cx="174" cy="41"/>
              </a:xfrm>
              <a:custGeom>
                <a:avLst/>
                <a:gdLst>
                  <a:gd name="T0" fmla="*/ 174 w 1695"/>
                  <a:gd name="T1" fmla="*/ 39 h 415"/>
                  <a:gd name="T2" fmla="*/ 171 w 1695"/>
                  <a:gd name="T3" fmla="*/ 41 h 415"/>
                  <a:gd name="T4" fmla="*/ 166 w 1695"/>
                  <a:gd name="T5" fmla="*/ 41 h 415"/>
                  <a:gd name="T6" fmla="*/ 167 w 1695"/>
                  <a:gd name="T7" fmla="*/ 32 h 415"/>
                  <a:gd name="T8" fmla="*/ 168 w 1695"/>
                  <a:gd name="T9" fmla="*/ 12 h 415"/>
                  <a:gd name="T10" fmla="*/ 162 w 1695"/>
                  <a:gd name="T11" fmla="*/ 8 h 415"/>
                  <a:gd name="T12" fmla="*/ 160 w 1695"/>
                  <a:gd name="T13" fmla="*/ 8 h 415"/>
                  <a:gd name="T14" fmla="*/ 152 w 1695"/>
                  <a:gd name="T15" fmla="*/ 17 h 415"/>
                  <a:gd name="T16" fmla="*/ 128 w 1695"/>
                  <a:gd name="T17" fmla="*/ 17 h 415"/>
                  <a:gd name="T18" fmla="*/ 126 w 1695"/>
                  <a:gd name="T19" fmla="*/ 20 h 415"/>
                  <a:gd name="T20" fmla="*/ 126 w 1695"/>
                  <a:gd name="T21" fmla="*/ 21 h 415"/>
                  <a:gd name="T22" fmla="*/ 128 w 1695"/>
                  <a:gd name="T23" fmla="*/ 24 h 415"/>
                  <a:gd name="T24" fmla="*/ 148 w 1695"/>
                  <a:gd name="T25" fmla="*/ 25 h 415"/>
                  <a:gd name="T26" fmla="*/ 149 w 1695"/>
                  <a:gd name="T27" fmla="*/ 27 h 415"/>
                  <a:gd name="T28" fmla="*/ 148 w 1695"/>
                  <a:gd name="T29" fmla="*/ 33 h 415"/>
                  <a:gd name="T30" fmla="*/ 152 w 1695"/>
                  <a:gd name="T31" fmla="*/ 37 h 415"/>
                  <a:gd name="T32" fmla="*/ 152 w 1695"/>
                  <a:gd name="T33" fmla="*/ 41 h 415"/>
                  <a:gd name="T34" fmla="*/ 118 w 1695"/>
                  <a:gd name="T35" fmla="*/ 41 h 415"/>
                  <a:gd name="T36" fmla="*/ 114 w 1695"/>
                  <a:gd name="T37" fmla="*/ 39 h 415"/>
                  <a:gd name="T38" fmla="*/ 112 w 1695"/>
                  <a:gd name="T39" fmla="*/ 36 h 415"/>
                  <a:gd name="T40" fmla="*/ 115 w 1695"/>
                  <a:gd name="T41" fmla="*/ 36 h 415"/>
                  <a:gd name="T42" fmla="*/ 118 w 1695"/>
                  <a:gd name="T43" fmla="*/ 33 h 415"/>
                  <a:gd name="T44" fmla="*/ 117 w 1695"/>
                  <a:gd name="T45" fmla="*/ 11 h 415"/>
                  <a:gd name="T46" fmla="*/ 113 w 1695"/>
                  <a:gd name="T47" fmla="*/ 8 h 415"/>
                  <a:gd name="T48" fmla="*/ 102 w 1695"/>
                  <a:gd name="T49" fmla="*/ 8 h 415"/>
                  <a:gd name="T50" fmla="*/ 95 w 1695"/>
                  <a:gd name="T51" fmla="*/ 17 h 415"/>
                  <a:gd name="T52" fmla="*/ 70 w 1695"/>
                  <a:gd name="T53" fmla="*/ 17 h 415"/>
                  <a:gd name="T54" fmla="*/ 67 w 1695"/>
                  <a:gd name="T55" fmla="*/ 20 h 415"/>
                  <a:gd name="T56" fmla="*/ 67 w 1695"/>
                  <a:gd name="T57" fmla="*/ 21 h 415"/>
                  <a:gd name="T58" fmla="*/ 74 w 1695"/>
                  <a:gd name="T59" fmla="*/ 25 h 415"/>
                  <a:gd name="T60" fmla="*/ 88 w 1695"/>
                  <a:gd name="T61" fmla="*/ 25 h 415"/>
                  <a:gd name="T62" fmla="*/ 91 w 1695"/>
                  <a:gd name="T63" fmla="*/ 27 h 415"/>
                  <a:gd name="T64" fmla="*/ 91 w 1695"/>
                  <a:gd name="T65" fmla="*/ 34 h 415"/>
                  <a:gd name="T66" fmla="*/ 97 w 1695"/>
                  <a:gd name="T67" fmla="*/ 39 h 415"/>
                  <a:gd name="T68" fmla="*/ 86 w 1695"/>
                  <a:gd name="T69" fmla="*/ 41 h 415"/>
                  <a:gd name="T70" fmla="*/ 56 w 1695"/>
                  <a:gd name="T71" fmla="*/ 40 h 415"/>
                  <a:gd name="T72" fmla="*/ 56 w 1695"/>
                  <a:gd name="T73" fmla="*/ 39 h 415"/>
                  <a:gd name="T74" fmla="*/ 53 w 1695"/>
                  <a:gd name="T75" fmla="*/ 36 h 415"/>
                  <a:gd name="T76" fmla="*/ 58 w 1695"/>
                  <a:gd name="T77" fmla="*/ 32 h 415"/>
                  <a:gd name="T78" fmla="*/ 58 w 1695"/>
                  <a:gd name="T79" fmla="*/ 11 h 415"/>
                  <a:gd name="T80" fmla="*/ 54 w 1695"/>
                  <a:gd name="T81" fmla="*/ 8 h 415"/>
                  <a:gd name="T82" fmla="*/ 44 w 1695"/>
                  <a:gd name="T83" fmla="*/ 8 h 415"/>
                  <a:gd name="T84" fmla="*/ 39 w 1695"/>
                  <a:gd name="T85" fmla="*/ 12 h 415"/>
                  <a:gd name="T86" fmla="*/ 14 w 1695"/>
                  <a:gd name="T87" fmla="*/ 12 h 415"/>
                  <a:gd name="T88" fmla="*/ 11 w 1695"/>
                  <a:gd name="T89" fmla="*/ 17 h 415"/>
                  <a:gd name="T90" fmla="*/ 12 w 1695"/>
                  <a:gd name="T91" fmla="*/ 21 h 415"/>
                  <a:gd name="T92" fmla="*/ 14 w 1695"/>
                  <a:gd name="T93" fmla="*/ 23 h 415"/>
                  <a:gd name="T94" fmla="*/ 32 w 1695"/>
                  <a:gd name="T95" fmla="*/ 24 h 415"/>
                  <a:gd name="T96" fmla="*/ 34 w 1695"/>
                  <a:gd name="T97" fmla="*/ 24 h 415"/>
                  <a:gd name="T98" fmla="*/ 37 w 1695"/>
                  <a:gd name="T99" fmla="*/ 26 h 415"/>
                  <a:gd name="T100" fmla="*/ 38 w 1695"/>
                  <a:gd name="T101" fmla="*/ 34 h 415"/>
                  <a:gd name="T102" fmla="*/ 43 w 1695"/>
                  <a:gd name="T103" fmla="*/ 37 h 415"/>
                  <a:gd name="T104" fmla="*/ 39 w 1695"/>
                  <a:gd name="T105" fmla="*/ 40 h 415"/>
                  <a:gd name="T106" fmla="*/ 5 w 1695"/>
                  <a:gd name="T107" fmla="*/ 40 h 415"/>
                  <a:gd name="T108" fmla="*/ 0 w 1695"/>
                  <a:gd name="T109" fmla="*/ 33 h 415"/>
                  <a:gd name="T110" fmla="*/ 3 w 1695"/>
                  <a:gd name="T111" fmla="*/ 4 h 415"/>
                  <a:gd name="T112" fmla="*/ 5 w 1695"/>
                  <a:gd name="T113" fmla="*/ 0 h 415"/>
                  <a:gd name="T114" fmla="*/ 174 w 1695"/>
                  <a:gd name="T115" fmla="*/ 2 h 415"/>
                  <a:gd name="T116" fmla="*/ 174 w 1695"/>
                  <a:gd name="T117" fmla="*/ 39 h 415"/>
                  <a:gd name="T118" fmla="*/ 174 w 1695"/>
                  <a:gd name="T119" fmla="*/ 39 h 41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695" h="415">
                    <a:moveTo>
                      <a:pt x="1695" y="390"/>
                    </a:moveTo>
                    <a:lnTo>
                      <a:pt x="1665" y="415"/>
                    </a:lnTo>
                    <a:lnTo>
                      <a:pt x="1617" y="415"/>
                    </a:lnTo>
                    <a:lnTo>
                      <a:pt x="1629" y="325"/>
                    </a:lnTo>
                    <a:lnTo>
                      <a:pt x="1641" y="126"/>
                    </a:lnTo>
                    <a:lnTo>
                      <a:pt x="1581" y="79"/>
                    </a:lnTo>
                    <a:lnTo>
                      <a:pt x="1563" y="79"/>
                    </a:lnTo>
                    <a:lnTo>
                      <a:pt x="1479" y="174"/>
                    </a:lnTo>
                    <a:lnTo>
                      <a:pt x="1250" y="174"/>
                    </a:lnTo>
                    <a:lnTo>
                      <a:pt x="1227" y="198"/>
                    </a:lnTo>
                    <a:lnTo>
                      <a:pt x="1227" y="216"/>
                    </a:lnTo>
                    <a:lnTo>
                      <a:pt x="1250" y="241"/>
                    </a:lnTo>
                    <a:lnTo>
                      <a:pt x="1437" y="252"/>
                    </a:lnTo>
                    <a:lnTo>
                      <a:pt x="1455" y="277"/>
                    </a:lnTo>
                    <a:lnTo>
                      <a:pt x="1443" y="336"/>
                    </a:lnTo>
                    <a:lnTo>
                      <a:pt x="1479" y="379"/>
                    </a:lnTo>
                    <a:lnTo>
                      <a:pt x="1479" y="415"/>
                    </a:lnTo>
                    <a:lnTo>
                      <a:pt x="1148" y="415"/>
                    </a:lnTo>
                    <a:lnTo>
                      <a:pt x="1112" y="390"/>
                    </a:lnTo>
                    <a:lnTo>
                      <a:pt x="1088" y="366"/>
                    </a:lnTo>
                    <a:lnTo>
                      <a:pt x="1124" y="361"/>
                    </a:lnTo>
                    <a:lnTo>
                      <a:pt x="1148" y="336"/>
                    </a:lnTo>
                    <a:lnTo>
                      <a:pt x="1137" y="108"/>
                    </a:lnTo>
                    <a:lnTo>
                      <a:pt x="1101" y="79"/>
                    </a:lnTo>
                    <a:lnTo>
                      <a:pt x="998" y="79"/>
                    </a:lnTo>
                    <a:lnTo>
                      <a:pt x="926" y="174"/>
                    </a:lnTo>
                    <a:lnTo>
                      <a:pt x="680" y="174"/>
                    </a:lnTo>
                    <a:lnTo>
                      <a:pt x="656" y="198"/>
                    </a:lnTo>
                    <a:lnTo>
                      <a:pt x="656" y="210"/>
                    </a:lnTo>
                    <a:lnTo>
                      <a:pt x="721" y="252"/>
                    </a:lnTo>
                    <a:lnTo>
                      <a:pt x="860" y="252"/>
                    </a:lnTo>
                    <a:lnTo>
                      <a:pt x="883" y="277"/>
                    </a:lnTo>
                    <a:lnTo>
                      <a:pt x="883" y="348"/>
                    </a:lnTo>
                    <a:lnTo>
                      <a:pt x="944" y="390"/>
                    </a:lnTo>
                    <a:lnTo>
                      <a:pt x="836" y="415"/>
                    </a:lnTo>
                    <a:lnTo>
                      <a:pt x="541" y="402"/>
                    </a:lnTo>
                    <a:lnTo>
                      <a:pt x="541" y="390"/>
                    </a:lnTo>
                    <a:lnTo>
                      <a:pt x="518" y="366"/>
                    </a:lnTo>
                    <a:lnTo>
                      <a:pt x="565" y="325"/>
                    </a:lnTo>
                    <a:lnTo>
                      <a:pt x="565" y="115"/>
                    </a:lnTo>
                    <a:lnTo>
                      <a:pt x="529" y="79"/>
                    </a:lnTo>
                    <a:lnTo>
                      <a:pt x="428" y="79"/>
                    </a:lnTo>
                    <a:lnTo>
                      <a:pt x="379" y="126"/>
                    </a:lnTo>
                    <a:lnTo>
                      <a:pt x="139" y="126"/>
                    </a:lnTo>
                    <a:lnTo>
                      <a:pt x="103" y="174"/>
                    </a:lnTo>
                    <a:lnTo>
                      <a:pt x="115" y="210"/>
                    </a:lnTo>
                    <a:lnTo>
                      <a:pt x="139" y="234"/>
                    </a:lnTo>
                    <a:lnTo>
                      <a:pt x="307" y="241"/>
                    </a:lnTo>
                    <a:lnTo>
                      <a:pt x="331" y="241"/>
                    </a:lnTo>
                    <a:lnTo>
                      <a:pt x="356" y="264"/>
                    </a:lnTo>
                    <a:lnTo>
                      <a:pt x="367" y="348"/>
                    </a:lnTo>
                    <a:lnTo>
                      <a:pt x="415" y="379"/>
                    </a:lnTo>
                    <a:lnTo>
                      <a:pt x="379" y="402"/>
                    </a:lnTo>
                    <a:lnTo>
                      <a:pt x="49" y="402"/>
                    </a:lnTo>
                    <a:lnTo>
                      <a:pt x="0" y="336"/>
                    </a:lnTo>
                    <a:lnTo>
                      <a:pt x="25" y="36"/>
                    </a:lnTo>
                    <a:lnTo>
                      <a:pt x="49" y="0"/>
                    </a:lnTo>
                    <a:lnTo>
                      <a:pt x="1695" y="25"/>
                    </a:lnTo>
                    <a:lnTo>
                      <a:pt x="1695" y="3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182">
                <a:extLst>
                  <a:ext uri="{FF2B5EF4-FFF2-40B4-BE49-F238E27FC236}">
                    <a16:creationId xmlns:a16="http://schemas.microsoft.com/office/drawing/2014/main" id="{A6B0060F-9325-42AB-9C2D-037A6F9E4164}"/>
                  </a:ext>
                </a:extLst>
              </p:cNvPr>
              <p:cNvSpPr>
                <a:spLocks/>
              </p:cNvSpPr>
              <p:nvPr/>
            </p:nvSpPr>
            <p:spPr bwMode="auto">
              <a:xfrm>
                <a:off x="3493" y="3321"/>
                <a:ext cx="48" cy="185"/>
              </a:xfrm>
              <a:custGeom>
                <a:avLst/>
                <a:gdLst>
                  <a:gd name="T0" fmla="*/ 48 w 462"/>
                  <a:gd name="T1" fmla="*/ 11 h 1824"/>
                  <a:gd name="T2" fmla="*/ 36 w 462"/>
                  <a:gd name="T3" fmla="*/ 91 h 1824"/>
                  <a:gd name="T4" fmla="*/ 17 w 462"/>
                  <a:gd name="T5" fmla="*/ 153 h 1824"/>
                  <a:gd name="T6" fmla="*/ 2 w 462"/>
                  <a:gd name="T7" fmla="*/ 185 h 1824"/>
                  <a:gd name="T8" fmla="*/ 0 w 462"/>
                  <a:gd name="T9" fmla="*/ 185 h 1824"/>
                  <a:gd name="T10" fmla="*/ 5 w 462"/>
                  <a:gd name="T11" fmla="*/ 169 h 1824"/>
                  <a:gd name="T12" fmla="*/ 19 w 462"/>
                  <a:gd name="T13" fmla="*/ 110 h 1824"/>
                  <a:gd name="T14" fmla="*/ 26 w 462"/>
                  <a:gd name="T15" fmla="*/ 80 h 1824"/>
                  <a:gd name="T16" fmla="*/ 31 w 462"/>
                  <a:gd name="T17" fmla="*/ 60 h 1824"/>
                  <a:gd name="T18" fmla="*/ 38 w 462"/>
                  <a:gd name="T19" fmla="*/ 34 h 1824"/>
                  <a:gd name="T20" fmla="*/ 44 w 462"/>
                  <a:gd name="T21" fmla="*/ 5 h 1824"/>
                  <a:gd name="T22" fmla="*/ 47 w 462"/>
                  <a:gd name="T23" fmla="*/ 0 h 1824"/>
                  <a:gd name="T24" fmla="*/ 48 w 462"/>
                  <a:gd name="T25" fmla="*/ 0 h 1824"/>
                  <a:gd name="T26" fmla="*/ 48 w 462"/>
                  <a:gd name="T27" fmla="*/ 11 h 1824"/>
                  <a:gd name="T28" fmla="*/ 48 w 462"/>
                  <a:gd name="T29" fmla="*/ 11 h 182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62" h="1824">
                    <a:moveTo>
                      <a:pt x="462" y="113"/>
                    </a:moveTo>
                    <a:lnTo>
                      <a:pt x="349" y="893"/>
                    </a:lnTo>
                    <a:lnTo>
                      <a:pt x="162" y="1512"/>
                    </a:lnTo>
                    <a:lnTo>
                      <a:pt x="24" y="1824"/>
                    </a:lnTo>
                    <a:lnTo>
                      <a:pt x="0" y="1824"/>
                    </a:lnTo>
                    <a:lnTo>
                      <a:pt x="48" y="1663"/>
                    </a:lnTo>
                    <a:lnTo>
                      <a:pt x="186" y="1080"/>
                    </a:lnTo>
                    <a:lnTo>
                      <a:pt x="252" y="792"/>
                    </a:lnTo>
                    <a:lnTo>
                      <a:pt x="300" y="588"/>
                    </a:lnTo>
                    <a:lnTo>
                      <a:pt x="367" y="336"/>
                    </a:lnTo>
                    <a:lnTo>
                      <a:pt x="426" y="47"/>
                    </a:lnTo>
                    <a:lnTo>
                      <a:pt x="450" y="0"/>
                    </a:lnTo>
                    <a:lnTo>
                      <a:pt x="462" y="0"/>
                    </a:lnTo>
                    <a:lnTo>
                      <a:pt x="462"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183">
                <a:extLst>
                  <a:ext uri="{FF2B5EF4-FFF2-40B4-BE49-F238E27FC236}">
                    <a16:creationId xmlns:a16="http://schemas.microsoft.com/office/drawing/2014/main" id="{989190FB-BC17-4F2D-A80C-7967A2C149E4}"/>
                  </a:ext>
                </a:extLst>
              </p:cNvPr>
              <p:cNvSpPr>
                <a:spLocks/>
              </p:cNvSpPr>
              <p:nvPr/>
            </p:nvSpPr>
            <p:spPr bwMode="auto">
              <a:xfrm>
                <a:off x="3456" y="3343"/>
                <a:ext cx="1213" cy="245"/>
              </a:xfrm>
              <a:custGeom>
                <a:avLst/>
                <a:gdLst>
                  <a:gd name="T0" fmla="*/ 1213 w 11768"/>
                  <a:gd name="T1" fmla="*/ 6 h 2401"/>
                  <a:gd name="T2" fmla="*/ 1212 w 11768"/>
                  <a:gd name="T3" fmla="*/ 24 h 2401"/>
                  <a:gd name="T4" fmla="*/ 1202 w 11768"/>
                  <a:gd name="T5" fmla="*/ 74 h 2401"/>
                  <a:gd name="T6" fmla="*/ 1196 w 11768"/>
                  <a:gd name="T7" fmla="*/ 110 h 2401"/>
                  <a:gd name="T8" fmla="*/ 1186 w 11768"/>
                  <a:gd name="T9" fmla="*/ 187 h 2401"/>
                  <a:gd name="T10" fmla="*/ 1175 w 11768"/>
                  <a:gd name="T11" fmla="*/ 235 h 2401"/>
                  <a:gd name="T12" fmla="*/ 1167 w 11768"/>
                  <a:gd name="T13" fmla="*/ 244 h 2401"/>
                  <a:gd name="T14" fmla="*/ 1090 w 11768"/>
                  <a:gd name="T15" fmla="*/ 245 h 2401"/>
                  <a:gd name="T16" fmla="*/ 814 w 11768"/>
                  <a:gd name="T17" fmla="*/ 244 h 2401"/>
                  <a:gd name="T18" fmla="*/ 94 w 11768"/>
                  <a:gd name="T19" fmla="*/ 230 h 2401"/>
                  <a:gd name="T20" fmla="*/ 12 w 11768"/>
                  <a:gd name="T21" fmla="*/ 228 h 2401"/>
                  <a:gd name="T22" fmla="*/ 3 w 11768"/>
                  <a:gd name="T23" fmla="*/ 225 h 2401"/>
                  <a:gd name="T24" fmla="*/ 0 w 11768"/>
                  <a:gd name="T25" fmla="*/ 221 h 2401"/>
                  <a:gd name="T26" fmla="*/ 1 w 11768"/>
                  <a:gd name="T27" fmla="*/ 216 h 2401"/>
                  <a:gd name="T28" fmla="*/ 3 w 11768"/>
                  <a:gd name="T29" fmla="*/ 213 h 2401"/>
                  <a:gd name="T30" fmla="*/ 896 w 11768"/>
                  <a:gd name="T31" fmla="*/ 227 h 2401"/>
                  <a:gd name="T32" fmla="*/ 1134 w 11768"/>
                  <a:gd name="T33" fmla="*/ 231 h 2401"/>
                  <a:gd name="T34" fmla="*/ 1148 w 11768"/>
                  <a:gd name="T35" fmla="*/ 228 h 2401"/>
                  <a:gd name="T36" fmla="*/ 1152 w 11768"/>
                  <a:gd name="T37" fmla="*/ 221 h 2401"/>
                  <a:gd name="T38" fmla="*/ 1155 w 11768"/>
                  <a:gd name="T39" fmla="*/ 209 h 2401"/>
                  <a:gd name="T40" fmla="*/ 1153 w 11768"/>
                  <a:gd name="T41" fmla="*/ 68 h 2401"/>
                  <a:gd name="T42" fmla="*/ 1151 w 11768"/>
                  <a:gd name="T43" fmla="*/ 13 h 2401"/>
                  <a:gd name="T44" fmla="*/ 1149 w 11768"/>
                  <a:gd name="T45" fmla="*/ 6 h 2401"/>
                  <a:gd name="T46" fmla="*/ 1152 w 11768"/>
                  <a:gd name="T47" fmla="*/ 0 h 2401"/>
                  <a:gd name="T48" fmla="*/ 1211 w 11768"/>
                  <a:gd name="T49" fmla="*/ 4 h 2401"/>
                  <a:gd name="T50" fmla="*/ 1213 w 11768"/>
                  <a:gd name="T51" fmla="*/ 6 h 2401"/>
                  <a:gd name="T52" fmla="*/ 1213 w 11768"/>
                  <a:gd name="T53" fmla="*/ 6 h 240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68" h="2401">
                    <a:moveTo>
                      <a:pt x="11768" y="59"/>
                    </a:moveTo>
                    <a:lnTo>
                      <a:pt x="11757" y="234"/>
                    </a:lnTo>
                    <a:lnTo>
                      <a:pt x="11666" y="726"/>
                    </a:lnTo>
                    <a:lnTo>
                      <a:pt x="11606" y="1080"/>
                    </a:lnTo>
                    <a:lnTo>
                      <a:pt x="11504" y="1837"/>
                    </a:lnTo>
                    <a:lnTo>
                      <a:pt x="11403" y="2305"/>
                    </a:lnTo>
                    <a:lnTo>
                      <a:pt x="11318" y="2389"/>
                    </a:lnTo>
                    <a:lnTo>
                      <a:pt x="10573" y="2401"/>
                    </a:lnTo>
                    <a:lnTo>
                      <a:pt x="7893" y="2389"/>
                    </a:lnTo>
                    <a:lnTo>
                      <a:pt x="912" y="2251"/>
                    </a:lnTo>
                    <a:lnTo>
                      <a:pt x="119" y="2238"/>
                    </a:lnTo>
                    <a:lnTo>
                      <a:pt x="29" y="2202"/>
                    </a:lnTo>
                    <a:lnTo>
                      <a:pt x="0" y="2166"/>
                    </a:lnTo>
                    <a:lnTo>
                      <a:pt x="6" y="2112"/>
                    </a:lnTo>
                    <a:lnTo>
                      <a:pt x="29" y="2089"/>
                    </a:lnTo>
                    <a:lnTo>
                      <a:pt x="8692" y="2227"/>
                    </a:lnTo>
                    <a:lnTo>
                      <a:pt x="11000" y="2263"/>
                    </a:lnTo>
                    <a:lnTo>
                      <a:pt x="11138" y="2238"/>
                    </a:lnTo>
                    <a:lnTo>
                      <a:pt x="11174" y="2166"/>
                    </a:lnTo>
                    <a:lnTo>
                      <a:pt x="11210" y="2053"/>
                    </a:lnTo>
                    <a:lnTo>
                      <a:pt x="11185" y="665"/>
                    </a:lnTo>
                    <a:lnTo>
                      <a:pt x="11162" y="126"/>
                    </a:lnTo>
                    <a:lnTo>
                      <a:pt x="11149" y="59"/>
                    </a:lnTo>
                    <a:lnTo>
                      <a:pt x="11174" y="0"/>
                    </a:lnTo>
                    <a:lnTo>
                      <a:pt x="11745" y="36"/>
                    </a:lnTo>
                    <a:lnTo>
                      <a:pt x="11768"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184">
                <a:extLst>
                  <a:ext uri="{FF2B5EF4-FFF2-40B4-BE49-F238E27FC236}">
                    <a16:creationId xmlns:a16="http://schemas.microsoft.com/office/drawing/2014/main" id="{49E4C2E2-7030-4F92-854C-6B90E9799647}"/>
                  </a:ext>
                </a:extLst>
              </p:cNvPr>
              <p:cNvSpPr>
                <a:spLocks/>
              </p:cNvSpPr>
              <p:nvPr/>
            </p:nvSpPr>
            <p:spPr bwMode="auto">
              <a:xfrm>
                <a:off x="3820" y="3362"/>
                <a:ext cx="32" cy="27"/>
              </a:xfrm>
              <a:custGeom>
                <a:avLst/>
                <a:gdLst>
                  <a:gd name="T0" fmla="*/ 27 w 319"/>
                  <a:gd name="T1" fmla="*/ 5 h 277"/>
                  <a:gd name="T2" fmla="*/ 32 w 319"/>
                  <a:gd name="T3" fmla="*/ 8 h 277"/>
                  <a:gd name="T4" fmla="*/ 32 w 319"/>
                  <a:gd name="T5" fmla="*/ 19 h 277"/>
                  <a:gd name="T6" fmla="*/ 29 w 319"/>
                  <a:gd name="T7" fmla="*/ 25 h 277"/>
                  <a:gd name="T8" fmla="*/ 8 w 319"/>
                  <a:gd name="T9" fmla="*/ 27 h 277"/>
                  <a:gd name="T10" fmla="*/ 1 w 319"/>
                  <a:gd name="T11" fmla="*/ 22 h 277"/>
                  <a:gd name="T12" fmla="*/ 0 w 319"/>
                  <a:gd name="T13" fmla="*/ 21 h 277"/>
                  <a:gd name="T14" fmla="*/ 0 w 319"/>
                  <a:gd name="T15" fmla="*/ 19 h 277"/>
                  <a:gd name="T16" fmla="*/ 19 w 319"/>
                  <a:gd name="T17" fmla="*/ 13 h 277"/>
                  <a:gd name="T18" fmla="*/ 22 w 319"/>
                  <a:gd name="T19" fmla="*/ 11 h 277"/>
                  <a:gd name="T20" fmla="*/ 23 w 319"/>
                  <a:gd name="T21" fmla="*/ 0 h 277"/>
                  <a:gd name="T22" fmla="*/ 25 w 319"/>
                  <a:gd name="T23" fmla="*/ 0 h 277"/>
                  <a:gd name="T24" fmla="*/ 27 w 319"/>
                  <a:gd name="T25" fmla="*/ 5 h 277"/>
                  <a:gd name="T26" fmla="*/ 27 w 319"/>
                  <a:gd name="T27" fmla="*/ 5 h 2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19" h="277">
                    <a:moveTo>
                      <a:pt x="265" y="48"/>
                    </a:moveTo>
                    <a:lnTo>
                      <a:pt x="319" y="79"/>
                    </a:lnTo>
                    <a:lnTo>
                      <a:pt x="319" y="199"/>
                    </a:lnTo>
                    <a:lnTo>
                      <a:pt x="288" y="253"/>
                    </a:lnTo>
                    <a:lnTo>
                      <a:pt x="78" y="277"/>
                    </a:lnTo>
                    <a:lnTo>
                      <a:pt x="12" y="228"/>
                    </a:lnTo>
                    <a:lnTo>
                      <a:pt x="0" y="217"/>
                    </a:lnTo>
                    <a:lnTo>
                      <a:pt x="0" y="199"/>
                    </a:lnTo>
                    <a:lnTo>
                      <a:pt x="193" y="138"/>
                    </a:lnTo>
                    <a:lnTo>
                      <a:pt x="216" y="115"/>
                    </a:lnTo>
                    <a:lnTo>
                      <a:pt x="229" y="0"/>
                    </a:lnTo>
                    <a:lnTo>
                      <a:pt x="252" y="0"/>
                    </a:lnTo>
                    <a:lnTo>
                      <a:pt x="265"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185">
                <a:extLst>
                  <a:ext uri="{FF2B5EF4-FFF2-40B4-BE49-F238E27FC236}">
                    <a16:creationId xmlns:a16="http://schemas.microsoft.com/office/drawing/2014/main" id="{61991047-475B-4693-9A44-0DED673DA5CA}"/>
                  </a:ext>
                </a:extLst>
              </p:cNvPr>
              <p:cNvSpPr>
                <a:spLocks/>
              </p:cNvSpPr>
              <p:nvPr/>
            </p:nvSpPr>
            <p:spPr bwMode="auto">
              <a:xfrm>
                <a:off x="3772" y="3362"/>
                <a:ext cx="169" cy="110"/>
              </a:xfrm>
              <a:custGeom>
                <a:avLst/>
                <a:gdLst>
                  <a:gd name="T0" fmla="*/ 120 w 1641"/>
                  <a:gd name="T1" fmla="*/ 28 h 1093"/>
                  <a:gd name="T2" fmla="*/ 103 w 1641"/>
                  <a:gd name="T3" fmla="*/ 37 h 1093"/>
                  <a:gd name="T4" fmla="*/ 93 w 1641"/>
                  <a:gd name="T5" fmla="*/ 60 h 1093"/>
                  <a:gd name="T6" fmla="*/ 72 w 1641"/>
                  <a:gd name="T7" fmla="*/ 57 h 1093"/>
                  <a:gd name="T8" fmla="*/ 67 w 1641"/>
                  <a:gd name="T9" fmla="*/ 72 h 1093"/>
                  <a:gd name="T10" fmla="*/ 93 w 1641"/>
                  <a:gd name="T11" fmla="*/ 65 h 1093"/>
                  <a:gd name="T12" fmla="*/ 106 w 1641"/>
                  <a:gd name="T13" fmla="*/ 56 h 1093"/>
                  <a:gd name="T14" fmla="*/ 127 w 1641"/>
                  <a:gd name="T15" fmla="*/ 44 h 1093"/>
                  <a:gd name="T16" fmla="*/ 132 w 1641"/>
                  <a:gd name="T17" fmla="*/ 33 h 1093"/>
                  <a:gd name="T18" fmla="*/ 134 w 1641"/>
                  <a:gd name="T19" fmla="*/ 17 h 1093"/>
                  <a:gd name="T20" fmla="*/ 156 w 1641"/>
                  <a:gd name="T21" fmla="*/ 12 h 1093"/>
                  <a:gd name="T22" fmla="*/ 159 w 1641"/>
                  <a:gd name="T23" fmla="*/ 3 h 1093"/>
                  <a:gd name="T24" fmla="*/ 168 w 1641"/>
                  <a:gd name="T25" fmla="*/ 22 h 1093"/>
                  <a:gd name="T26" fmla="*/ 163 w 1641"/>
                  <a:gd name="T27" fmla="*/ 29 h 1093"/>
                  <a:gd name="T28" fmla="*/ 145 w 1641"/>
                  <a:gd name="T29" fmla="*/ 42 h 1093"/>
                  <a:gd name="T30" fmla="*/ 126 w 1641"/>
                  <a:gd name="T31" fmla="*/ 59 h 1093"/>
                  <a:gd name="T32" fmla="*/ 108 w 1641"/>
                  <a:gd name="T33" fmla="*/ 68 h 1093"/>
                  <a:gd name="T34" fmla="*/ 94 w 1641"/>
                  <a:gd name="T35" fmla="*/ 82 h 1093"/>
                  <a:gd name="T36" fmla="*/ 87 w 1641"/>
                  <a:gd name="T37" fmla="*/ 86 h 1093"/>
                  <a:gd name="T38" fmla="*/ 81 w 1641"/>
                  <a:gd name="T39" fmla="*/ 104 h 1093"/>
                  <a:gd name="T40" fmla="*/ 51 w 1641"/>
                  <a:gd name="T41" fmla="*/ 108 h 1093"/>
                  <a:gd name="T42" fmla="*/ 45 w 1641"/>
                  <a:gd name="T43" fmla="*/ 106 h 1093"/>
                  <a:gd name="T44" fmla="*/ 48 w 1641"/>
                  <a:gd name="T45" fmla="*/ 98 h 1093"/>
                  <a:gd name="T46" fmla="*/ 68 w 1641"/>
                  <a:gd name="T47" fmla="*/ 91 h 1093"/>
                  <a:gd name="T48" fmla="*/ 64 w 1641"/>
                  <a:gd name="T49" fmla="*/ 83 h 1093"/>
                  <a:gd name="T50" fmla="*/ 42 w 1641"/>
                  <a:gd name="T51" fmla="*/ 89 h 1093"/>
                  <a:gd name="T52" fmla="*/ 37 w 1641"/>
                  <a:gd name="T53" fmla="*/ 108 h 1093"/>
                  <a:gd name="T54" fmla="*/ 0 w 1641"/>
                  <a:gd name="T55" fmla="*/ 108 h 1093"/>
                  <a:gd name="T56" fmla="*/ 16 w 1641"/>
                  <a:gd name="T57" fmla="*/ 98 h 1093"/>
                  <a:gd name="T58" fmla="*/ 22 w 1641"/>
                  <a:gd name="T59" fmla="*/ 79 h 1093"/>
                  <a:gd name="T60" fmla="*/ 29 w 1641"/>
                  <a:gd name="T61" fmla="*/ 70 h 1093"/>
                  <a:gd name="T62" fmla="*/ 51 w 1641"/>
                  <a:gd name="T63" fmla="*/ 66 h 1093"/>
                  <a:gd name="T64" fmla="*/ 59 w 1641"/>
                  <a:gd name="T65" fmla="*/ 62 h 1093"/>
                  <a:gd name="T66" fmla="*/ 64 w 1641"/>
                  <a:gd name="T67" fmla="*/ 48 h 1093"/>
                  <a:gd name="T68" fmla="*/ 85 w 1641"/>
                  <a:gd name="T69" fmla="*/ 44 h 1093"/>
                  <a:gd name="T70" fmla="*/ 89 w 1641"/>
                  <a:gd name="T71" fmla="*/ 32 h 1093"/>
                  <a:gd name="T72" fmla="*/ 89 w 1641"/>
                  <a:gd name="T73" fmla="*/ 20 h 1093"/>
                  <a:gd name="T74" fmla="*/ 106 w 1641"/>
                  <a:gd name="T75" fmla="*/ 15 h 1093"/>
                  <a:gd name="T76" fmla="*/ 116 w 1641"/>
                  <a:gd name="T77" fmla="*/ 0 h 1093"/>
                  <a:gd name="T78" fmla="*/ 127 w 1641"/>
                  <a:gd name="T79" fmla="*/ 13 h 109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641" h="1093">
                    <a:moveTo>
                      <a:pt x="1238" y="127"/>
                    </a:moveTo>
                    <a:lnTo>
                      <a:pt x="1166" y="277"/>
                    </a:lnTo>
                    <a:lnTo>
                      <a:pt x="1040" y="300"/>
                    </a:lnTo>
                    <a:lnTo>
                      <a:pt x="998" y="367"/>
                    </a:lnTo>
                    <a:lnTo>
                      <a:pt x="950" y="553"/>
                    </a:lnTo>
                    <a:lnTo>
                      <a:pt x="901" y="595"/>
                    </a:lnTo>
                    <a:lnTo>
                      <a:pt x="878" y="571"/>
                    </a:lnTo>
                    <a:lnTo>
                      <a:pt x="698" y="571"/>
                    </a:lnTo>
                    <a:lnTo>
                      <a:pt x="649" y="631"/>
                    </a:lnTo>
                    <a:lnTo>
                      <a:pt x="649" y="715"/>
                    </a:lnTo>
                    <a:lnTo>
                      <a:pt x="847" y="715"/>
                    </a:lnTo>
                    <a:lnTo>
                      <a:pt x="901" y="643"/>
                    </a:lnTo>
                    <a:lnTo>
                      <a:pt x="986" y="643"/>
                    </a:lnTo>
                    <a:lnTo>
                      <a:pt x="1034" y="559"/>
                    </a:lnTo>
                    <a:lnTo>
                      <a:pt x="1052" y="456"/>
                    </a:lnTo>
                    <a:lnTo>
                      <a:pt x="1238" y="438"/>
                    </a:lnTo>
                    <a:lnTo>
                      <a:pt x="1281" y="367"/>
                    </a:lnTo>
                    <a:lnTo>
                      <a:pt x="1281" y="325"/>
                    </a:lnTo>
                    <a:lnTo>
                      <a:pt x="1250" y="289"/>
                    </a:lnTo>
                    <a:lnTo>
                      <a:pt x="1304" y="169"/>
                    </a:lnTo>
                    <a:lnTo>
                      <a:pt x="1490" y="138"/>
                    </a:lnTo>
                    <a:lnTo>
                      <a:pt x="1515" y="115"/>
                    </a:lnTo>
                    <a:lnTo>
                      <a:pt x="1520" y="48"/>
                    </a:lnTo>
                    <a:lnTo>
                      <a:pt x="1545" y="25"/>
                    </a:lnTo>
                    <a:lnTo>
                      <a:pt x="1641" y="115"/>
                    </a:lnTo>
                    <a:lnTo>
                      <a:pt x="1628" y="217"/>
                    </a:lnTo>
                    <a:lnTo>
                      <a:pt x="1605" y="264"/>
                    </a:lnTo>
                    <a:lnTo>
                      <a:pt x="1581" y="289"/>
                    </a:lnTo>
                    <a:lnTo>
                      <a:pt x="1502" y="289"/>
                    </a:lnTo>
                    <a:lnTo>
                      <a:pt x="1407" y="415"/>
                    </a:lnTo>
                    <a:lnTo>
                      <a:pt x="1376" y="541"/>
                    </a:lnTo>
                    <a:lnTo>
                      <a:pt x="1225" y="582"/>
                    </a:lnTo>
                    <a:lnTo>
                      <a:pt x="1135" y="582"/>
                    </a:lnTo>
                    <a:lnTo>
                      <a:pt x="1052" y="679"/>
                    </a:lnTo>
                    <a:lnTo>
                      <a:pt x="1022" y="805"/>
                    </a:lnTo>
                    <a:lnTo>
                      <a:pt x="914" y="817"/>
                    </a:lnTo>
                    <a:lnTo>
                      <a:pt x="878" y="817"/>
                    </a:lnTo>
                    <a:lnTo>
                      <a:pt x="847" y="859"/>
                    </a:lnTo>
                    <a:lnTo>
                      <a:pt x="847" y="907"/>
                    </a:lnTo>
                    <a:lnTo>
                      <a:pt x="788" y="1033"/>
                    </a:lnTo>
                    <a:lnTo>
                      <a:pt x="788" y="1069"/>
                    </a:lnTo>
                    <a:lnTo>
                      <a:pt x="493" y="1075"/>
                    </a:lnTo>
                    <a:lnTo>
                      <a:pt x="457" y="1075"/>
                    </a:lnTo>
                    <a:lnTo>
                      <a:pt x="433" y="1057"/>
                    </a:lnTo>
                    <a:lnTo>
                      <a:pt x="469" y="1021"/>
                    </a:lnTo>
                    <a:lnTo>
                      <a:pt x="469" y="973"/>
                    </a:lnTo>
                    <a:lnTo>
                      <a:pt x="607" y="973"/>
                    </a:lnTo>
                    <a:lnTo>
                      <a:pt x="662" y="907"/>
                    </a:lnTo>
                    <a:lnTo>
                      <a:pt x="649" y="847"/>
                    </a:lnTo>
                    <a:lnTo>
                      <a:pt x="619" y="823"/>
                    </a:lnTo>
                    <a:lnTo>
                      <a:pt x="445" y="823"/>
                    </a:lnTo>
                    <a:lnTo>
                      <a:pt x="403" y="883"/>
                    </a:lnTo>
                    <a:lnTo>
                      <a:pt x="391" y="1010"/>
                    </a:lnTo>
                    <a:lnTo>
                      <a:pt x="355" y="1069"/>
                    </a:lnTo>
                    <a:lnTo>
                      <a:pt x="283" y="1093"/>
                    </a:lnTo>
                    <a:lnTo>
                      <a:pt x="0" y="1069"/>
                    </a:lnTo>
                    <a:lnTo>
                      <a:pt x="25" y="967"/>
                    </a:lnTo>
                    <a:lnTo>
                      <a:pt x="157" y="973"/>
                    </a:lnTo>
                    <a:lnTo>
                      <a:pt x="241" y="883"/>
                    </a:lnTo>
                    <a:lnTo>
                      <a:pt x="216" y="781"/>
                    </a:lnTo>
                    <a:lnTo>
                      <a:pt x="229" y="745"/>
                    </a:lnTo>
                    <a:lnTo>
                      <a:pt x="283" y="697"/>
                    </a:lnTo>
                    <a:lnTo>
                      <a:pt x="445" y="697"/>
                    </a:lnTo>
                    <a:lnTo>
                      <a:pt x="493" y="654"/>
                    </a:lnTo>
                    <a:lnTo>
                      <a:pt x="493" y="631"/>
                    </a:lnTo>
                    <a:lnTo>
                      <a:pt x="571" y="618"/>
                    </a:lnTo>
                    <a:lnTo>
                      <a:pt x="607" y="571"/>
                    </a:lnTo>
                    <a:lnTo>
                      <a:pt x="619" y="481"/>
                    </a:lnTo>
                    <a:lnTo>
                      <a:pt x="644" y="456"/>
                    </a:lnTo>
                    <a:lnTo>
                      <a:pt x="824" y="438"/>
                    </a:lnTo>
                    <a:lnTo>
                      <a:pt x="860" y="391"/>
                    </a:lnTo>
                    <a:lnTo>
                      <a:pt x="860" y="313"/>
                    </a:lnTo>
                    <a:lnTo>
                      <a:pt x="824" y="277"/>
                    </a:lnTo>
                    <a:lnTo>
                      <a:pt x="860" y="199"/>
                    </a:lnTo>
                    <a:lnTo>
                      <a:pt x="914" y="163"/>
                    </a:lnTo>
                    <a:lnTo>
                      <a:pt x="1034" y="151"/>
                    </a:lnTo>
                    <a:lnTo>
                      <a:pt x="1088" y="79"/>
                    </a:lnTo>
                    <a:lnTo>
                      <a:pt x="1124" y="0"/>
                    </a:lnTo>
                    <a:lnTo>
                      <a:pt x="1142" y="0"/>
                    </a:lnTo>
                    <a:lnTo>
                      <a:pt x="1238" y="1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5" name="Freeform 186">
                <a:extLst>
                  <a:ext uri="{FF2B5EF4-FFF2-40B4-BE49-F238E27FC236}">
                    <a16:creationId xmlns:a16="http://schemas.microsoft.com/office/drawing/2014/main" id="{3F9478C1-8DBC-442E-B552-9A9D902E43F6}"/>
                  </a:ext>
                </a:extLst>
              </p:cNvPr>
              <p:cNvSpPr>
                <a:spLocks/>
              </p:cNvSpPr>
              <p:nvPr/>
            </p:nvSpPr>
            <p:spPr bwMode="auto">
              <a:xfrm>
                <a:off x="3560" y="3364"/>
                <a:ext cx="36" cy="21"/>
              </a:xfrm>
              <a:custGeom>
                <a:avLst/>
                <a:gdLst>
                  <a:gd name="T0" fmla="*/ 34 w 362"/>
                  <a:gd name="T1" fmla="*/ 19 h 216"/>
                  <a:gd name="T2" fmla="*/ 31 w 362"/>
                  <a:gd name="T3" fmla="*/ 21 h 216"/>
                  <a:gd name="T4" fmla="*/ 5 w 362"/>
                  <a:gd name="T5" fmla="*/ 20 h 216"/>
                  <a:gd name="T6" fmla="*/ 0 w 362"/>
                  <a:gd name="T7" fmla="*/ 15 h 216"/>
                  <a:gd name="T8" fmla="*/ 6 w 362"/>
                  <a:gd name="T9" fmla="*/ 11 h 216"/>
                  <a:gd name="T10" fmla="*/ 23 w 362"/>
                  <a:gd name="T11" fmla="*/ 11 h 216"/>
                  <a:gd name="T12" fmla="*/ 26 w 362"/>
                  <a:gd name="T13" fmla="*/ 8 h 216"/>
                  <a:gd name="T14" fmla="*/ 26 w 362"/>
                  <a:gd name="T15" fmla="*/ 0 h 216"/>
                  <a:gd name="T16" fmla="*/ 36 w 362"/>
                  <a:gd name="T17" fmla="*/ 8 h 216"/>
                  <a:gd name="T18" fmla="*/ 34 w 362"/>
                  <a:gd name="T19" fmla="*/ 19 h 216"/>
                  <a:gd name="T20" fmla="*/ 34 w 362"/>
                  <a:gd name="T21" fmla="*/ 19 h 2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62" h="216">
                    <a:moveTo>
                      <a:pt x="337" y="193"/>
                    </a:moveTo>
                    <a:lnTo>
                      <a:pt x="313" y="216"/>
                    </a:lnTo>
                    <a:lnTo>
                      <a:pt x="49" y="205"/>
                    </a:lnTo>
                    <a:lnTo>
                      <a:pt x="0" y="157"/>
                    </a:lnTo>
                    <a:lnTo>
                      <a:pt x="61" y="115"/>
                    </a:lnTo>
                    <a:lnTo>
                      <a:pt x="229" y="115"/>
                    </a:lnTo>
                    <a:lnTo>
                      <a:pt x="265" y="79"/>
                    </a:lnTo>
                    <a:lnTo>
                      <a:pt x="265" y="0"/>
                    </a:lnTo>
                    <a:lnTo>
                      <a:pt x="362" y="79"/>
                    </a:lnTo>
                    <a:lnTo>
                      <a:pt x="337" y="1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Freeform 187">
                <a:extLst>
                  <a:ext uri="{FF2B5EF4-FFF2-40B4-BE49-F238E27FC236}">
                    <a16:creationId xmlns:a16="http://schemas.microsoft.com/office/drawing/2014/main" id="{983C17CB-62D5-4B78-A37A-221BB9E255B6}"/>
                  </a:ext>
                </a:extLst>
              </p:cNvPr>
              <p:cNvSpPr>
                <a:spLocks/>
              </p:cNvSpPr>
              <p:nvPr/>
            </p:nvSpPr>
            <p:spPr bwMode="auto">
              <a:xfrm>
                <a:off x="3861" y="3364"/>
                <a:ext cx="256" cy="108"/>
              </a:xfrm>
              <a:custGeom>
                <a:avLst/>
                <a:gdLst>
                  <a:gd name="T0" fmla="*/ 171 w 2486"/>
                  <a:gd name="T1" fmla="*/ 15 h 1088"/>
                  <a:gd name="T2" fmla="*/ 198 w 2486"/>
                  <a:gd name="T3" fmla="*/ 8 h 1088"/>
                  <a:gd name="T4" fmla="*/ 203 w 2486"/>
                  <a:gd name="T5" fmla="*/ 0 h 1088"/>
                  <a:gd name="T6" fmla="*/ 211 w 2486"/>
                  <a:gd name="T7" fmla="*/ 7 h 1088"/>
                  <a:gd name="T8" fmla="*/ 205 w 2486"/>
                  <a:gd name="T9" fmla="*/ 27 h 1088"/>
                  <a:gd name="T10" fmla="*/ 185 w 2486"/>
                  <a:gd name="T11" fmla="*/ 51 h 1088"/>
                  <a:gd name="T12" fmla="*/ 156 w 2486"/>
                  <a:gd name="T13" fmla="*/ 67 h 1088"/>
                  <a:gd name="T14" fmla="*/ 155 w 2486"/>
                  <a:gd name="T15" fmla="*/ 78 h 1088"/>
                  <a:gd name="T16" fmla="*/ 182 w 2486"/>
                  <a:gd name="T17" fmla="*/ 67 h 1088"/>
                  <a:gd name="T18" fmla="*/ 186 w 2486"/>
                  <a:gd name="T19" fmla="*/ 59 h 1088"/>
                  <a:gd name="T20" fmla="*/ 195 w 2486"/>
                  <a:gd name="T21" fmla="*/ 54 h 1088"/>
                  <a:gd name="T22" fmla="*/ 217 w 2486"/>
                  <a:gd name="T23" fmla="*/ 40 h 1088"/>
                  <a:gd name="T24" fmla="*/ 217 w 2486"/>
                  <a:gd name="T25" fmla="*/ 19 h 1088"/>
                  <a:gd name="T26" fmla="*/ 244 w 2486"/>
                  <a:gd name="T27" fmla="*/ 11 h 1088"/>
                  <a:gd name="T28" fmla="*/ 256 w 2486"/>
                  <a:gd name="T29" fmla="*/ 9 h 1088"/>
                  <a:gd name="T30" fmla="*/ 242 w 2486"/>
                  <a:gd name="T31" fmla="*/ 29 h 1088"/>
                  <a:gd name="T32" fmla="*/ 228 w 2486"/>
                  <a:gd name="T33" fmla="*/ 54 h 1088"/>
                  <a:gd name="T34" fmla="*/ 199 w 2486"/>
                  <a:gd name="T35" fmla="*/ 61 h 1088"/>
                  <a:gd name="T36" fmla="*/ 177 w 2486"/>
                  <a:gd name="T37" fmla="*/ 83 h 1088"/>
                  <a:gd name="T38" fmla="*/ 157 w 2486"/>
                  <a:gd name="T39" fmla="*/ 108 h 1088"/>
                  <a:gd name="T40" fmla="*/ 157 w 2486"/>
                  <a:gd name="T41" fmla="*/ 92 h 1088"/>
                  <a:gd name="T42" fmla="*/ 146 w 2486"/>
                  <a:gd name="T43" fmla="*/ 82 h 1088"/>
                  <a:gd name="T44" fmla="*/ 122 w 2486"/>
                  <a:gd name="T45" fmla="*/ 107 h 1088"/>
                  <a:gd name="T46" fmla="*/ 88 w 2486"/>
                  <a:gd name="T47" fmla="*/ 105 h 1088"/>
                  <a:gd name="T48" fmla="*/ 108 w 2486"/>
                  <a:gd name="T49" fmla="*/ 95 h 1088"/>
                  <a:gd name="T50" fmla="*/ 116 w 2486"/>
                  <a:gd name="T51" fmla="*/ 73 h 1088"/>
                  <a:gd name="T52" fmla="*/ 137 w 2486"/>
                  <a:gd name="T53" fmla="*/ 60 h 1088"/>
                  <a:gd name="T54" fmla="*/ 147 w 2486"/>
                  <a:gd name="T55" fmla="*/ 57 h 1088"/>
                  <a:gd name="T56" fmla="*/ 172 w 2486"/>
                  <a:gd name="T57" fmla="*/ 36 h 1088"/>
                  <a:gd name="T58" fmla="*/ 151 w 2486"/>
                  <a:gd name="T59" fmla="*/ 29 h 1088"/>
                  <a:gd name="T60" fmla="*/ 135 w 2486"/>
                  <a:gd name="T61" fmla="*/ 55 h 1088"/>
                  <a:gd name="T62" fmla="*/ 105 w 2486"/>
                  <a:gd name="T63" fmla="*/ 80 h 1088"/>
                  <a:gd name="T64" fmla="*/ 82 w 2486"/>
                  <a:gd name="T65" fmla="*/ 94 h 1088"/>
                  <a:gd name="T66" fmla="*/ 46 w 2486"/>
                  <a:gd name="T67" fmla="*/ 95 h 1088"/>
                  <a:gd name="T68" fmla="*/ 68 w 2486"/>
                  <a:gd name="T69" fmla="*/ 81 h 1088"/>
                  <a:gd name="T70" fmla="*/ 98 w 2486"/>
                  <a:gd name="T71" fmla="*/ 61 h 1088"/>
                  <a:gd name="T72" fmla="*/ 73 w 2486"/>
                  <a:gd name="T73" fmla="*/ 57 h 1088"/>
                  <a:gd name="T74" fmla="*/ 46 w 2486"/>
                  <a:gd name="T75" fmla="*/ 81 h 1088"/>
                  <a:gd name="T76" fmla="*/ 2 w 2486"/>
                  <a:gd name="T77" fmla="*/ 106 h 1088"/>
                  <a:gd name="T78" fmla="*/ 19 w 2486"/>
                  <a:gd name="T79" fmla="*/ 95 h 1088"/>
                  <a:gd name="T80" fmla="*/ 49 w 2486"/>
                  <a:gd name="T81" fmla="*/ 63 h 1088"/>
                  <a:gd name="T82" fmla="*/ 64 w 2486"/>
                  <a:gd name="T83" fmla="*/ 45 h 1088"/>
                  <a:gd name="T84" fmla="*/ 86 w 2486"/>
                  <a:gd name="T85" fmla="*/ 36 h 1088"/>
                  <a:gd name="T86" fmla="*/ 85 w 2486"/>
                  <a:gd name="T87" fmla="*/ 19 h 1088"/>
                  <a:gd name="T88" fmla="*/ 113 w 2486"/>
                  <a:gd name="T89" fmla="*/ 8 h 1088"/>
                  <a:gd name="T90" fmla="*/ 126 w 2486"/>
                  <a:gd name="T91" fmla="*/ 9 h 1088"/>
                  <a:gd name="T92" fmla="*/ 104 w 2486"/>
                  <a:gd name="T93" fmla="*/ 34 h 1088"/>
                  <a:gd name="T94" fmla="*/ 105 w 2486"/>
                  <a:gd name="T95" fmla="*/ 45 h 1088"/>
                  <a:gd name="T96" fmla="*/ 131 w 2486"/>
                  <a:gd name="T97" fmla="*/ 19 h 1088"/>
                  <a:gd name="T98" fmla="*/ 153 w 2486"/>
                  <a:gd name="T99" fmla="*/ 11 h 1088"/>
                  <a:gd name="T100" fmla="*/ 163 w 2486"/>
                  <a:gd name="T101" fmla="*/ 7 h 108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486" h="1088">
                    <a:moveTo>
                      <a:pt x="1579" y="67"/>
                    </a:moveTo>
                    <a:lnTo>
                      <a:pt x="1640" y="90"/>
                    </a:lnTo>
                    <a:lnTo>
                      <a:pt x="1664" y="151"/>
                    </a:lnTo>
                    <a:lnTo>
                      <a:pt x="1682" y="175"/>
                    </a:lnTo>
                    <a:lnTo>
                      <a:pt x="1880" y="151"/>
                    </a:lnTo>
                    <a:lnTo>
                      <a:pt x="1922" y="79"/>
                    </a:lnTo>
                    <a:lnTo>
                      <a:pt x="1934" y="13"/>
                    </a:lnTo>
                    <a:lnTo>
                      <a:pt x="1946" y="0"/>
                    </a:lnTo>
                    <a:lnTo>
                      <a:pt x="1970" y="0"/>
                    </a:lnTo>
                    <a:lnTo>
                      <a:pt x="1982" y="36"/>
                    </a:lnTo>
                    <a:lnTo>
                      <a:pt x="2018" y="67"/>
                    </a:lnTo>
                    <a:lnTo>
                      <a:pt x="2048" y="67"/>
                    </a:lnTo>
                    <a:lnTo>
                      <a:pt x="2072" y="90"/>
                    </a:lnTo>
                    <a:lnTo>
                      <a:pt x="2018" y="252"/>
                    </a:lnTo>
                    <a:lnTo>
                      <a:pt x="1994" y="277"/>
                    </a:lnTo>
                    <a:lnTo>
                      <a:pt x="1892" y="288"/>
                    </a:lnTo>
                    <a:lnTo>
                      <a:pt x="1844" y="355"/>
                    </a:lnTo>
                    <a:lnTo>
                      <a:pt x="1795" y="516"/>
                    </a:lnTo>
                    <a:lnTo>
                      <a:pt x="1741" y="559"/>
                    </a:lnTo>
                    <a:lnTo>
                      <a:pt x="1567" y="583"/>
                    </a:lnTo>
                    <a:lnTo>
                      <a:pt x="1513" y="673"/>
                    </a:lnTo>
                    <a:lnTo>
                      <a:pt x="1489" y="745"/>
                    </a:lnTo>
                    <a:lnTo>
                      <a:pt x="1489" y="769"/>
                    </a:lnTo>
                    <a:lnTo>
                      <a:pt x="1502" y="781"/>
                    </a:lnTo>
                    <a:lnTo>
                      <a:pt x="1556" y="745"/>
                    </a:lnTo>
                    <a:lnTo>
                      <a:pt x="1730" y="733"/>
                    </a:lnTo>
                    <a:lnTo>
                      <a:pt x="1772" y="673"/>
                    </a:lnTo>
                    <a:lnTo>
                      <a:pt x="1784" y="606"/>
                    </a:lnTo>
                    <a:lnTo>
                      <a:pt x="1795" y="606"/>
                    </a:lnTo>
                    <a:lnTo>
                      <a:pt x="1808" y="595"/>
                    </a:lnTo>
                    <a:lnTo>
                      <a:pt x="1844" y="642"/>
                    </a:lnTo>
                    <a:lnTo>
                      <a:pt x="1867" y="642"/>
                    </a:lnTo>
                    <a:lnTo>
                      <a:pt x="1892" y="547"/>
                    </a:lnTo>
                    <a:lnTo>
                      <a:pt x="1898" y="457"/>
                    </a:lnTo>
                    <a:lnTo>
                      <a:pt x="2072" y="444"/>
                    </a:lnTo>
                    <a:lnTo>
                      <a:pt x="2108" y="403"/>
                    </a:lnTo>
                    <a:lnTo>
                      <a:pt x="2108" y="301"/>
                    </a:lnTo>
                    <a:lnTo>
                      <a:pt x="2072" y="265"/>
                    </a:lnTo>
                    <a:lnTo>
                      <a:pt x="2108" y="193"/>
                    </a:lnTo>
                    <a:lnTo>
                      <a:pt x="2144" y="175"/>
                    </a:lnTo>
                    <a:lnTo>
                      <a:pt x="2324" y="157"/>
                    </a:lnTo>
                    <a:lnTo>
                      <a:pt x="2373" y="115"/>
                    </a:lnTo>
                    <a:lnTo>
                      <a:pt x="2373" y="49"/>
                    </a:lnTo>
                    <a:lnTo>
                      <a:pt x="2396" y="24"/>
                    </a:lnTo>
                    <a:lnTo>
                      <a:pt x="2486" y="90"/>
                    </a:lnTo>
                    <a:lnTo>
                      <a:pt x="2486" y="151"/>
                    </a:lnTo>
                    <a:lnTo>
                      <a:pt x="2439" y="265"/>
                    </a:lnTo>
                    <a:lnTo>
                      <a:pt x="2349" y="288"/>
                    </a:lnTo>
                    <a:lnTo>
                      <a:pt x="2313" y="288"/>
                    </a:lnTo>
                    <a:lnTo>
                      <a:pt x="2270" y="342"/>
                    </a:lnTo>
                    <a:lnTo>
                      <a:pt x="2210" y="547"/>
                    </a:lnTo>
                    <a:lnTo>
                      <a:pt x="2186" y="570"/>
                    </a:lnTo>
                    <a:lnTo>
                      <a:pt x="1994" y="559"/>
                    </a:lnTo>
                    <a:lnTo>
                      <a:pt x="1934" y="619"/>
                    </a:lnTo>
                    <a:lnTo>
                      <a:pt x="1916" y="745"/>
                    </a:lnTo>
                    <a:lnTo>
                      <a:pt x="1880" y="823"/>
                    </a:lnTo>
                    <a:lnTo>
                      <a:pt x="1718" y="835"/>
                    </a:lnTo>
                    <a:lnTo>
                      <a:pt x="1669" y="907"/>
                    </a:lnTo>
                    <a:lnTo>
                      <a:pt x="1640" y="1045"/>
                    </a:lnTo>
                    <a:lnTo>
                      <a:pt x="1525" y="1088"/>
                    </a:lnTo>
                    <a:lnTo>
                      <a:pt x="1513" y="1088"/>
                    </a:lnTo>
                    <a:lnTo>
                      <a:pt x="1502" y="998"/>
                    </a:lnTo>
                    <a:lnTo>
                      <a:pt x="1525" y="931"/>
                    </a:lnTo>
                    <a:lnTo>
                      <a:pt x="1525" y="823"/>
                    </a:lnTo>
                    <a:lnTo>
                      <a:pt x="1502" y="793"/>
                    </a:lnTo>
                    <a:lnTo>
                      <a:pt x="1417" y="823"/>
                    </a:lnTo>
                    <a:lnTo>
                      <a:pt x="1291" y="823"/>
                    </a:lnTo>
                    <a:lnTo>
                      <a:pt x="1225" y="931"/>
                    </a:lnTo>
                    <a:lnTo>
                      <a:pt x="1189" y="1081"/>
                    </a:lnTo>
                    <a:lnTo>
                      <a:pt x="919" y="1088"/>
                    </a:lnTo>
                    <a:lnTo>
                      <a:pt x="894" y="1088"/>
                    </a:lnTo>
                    <a:lnTo>
                      <a:pt x="858" y="1057"/>
                    </a:lnTo>
                    <a:lnTo>
                      <a:pt x="871" y="1021"/>
                    </a:lnTo>
                    <a:lnTo>
                      <a:pt x="871" y="998"/>
                    </a:lnTo>
                    <a:lnTo>
                      <a:pt x="1051" y="961"/>
                    </a:lnTo>
                    <a:lnTo>
                      <a:pt x="1123" y="859"/>
                    </a:lnTo>
                    <a:lnTo>
                      <a:pt x="1099" y="811"/>
                    </a:lnTo>
                    <a:lnTo>
                      <a:pt x="1123" y="733"/>
                    </a:lnTo>
                    <a:lnTo>
                      <a:pt x="1291" y="721"/>
                    </a:lnTo>
                    <a:lnTo>
                      <a:pt x="1327" y="685"/>
                    </a:lnTo>
                    <a:lnTo>
                      <a:pt x="1327" y="606"/>
                    </a:lnTo>
                    <a:lnTo>
                      <a:pt x="1351" y="583"/>
                    </a:lnTo>
                    <a:lnTo>
                      <a:pt x="1399" y="606"/>
                    </a:lnTo>
                    <a:lnTo>
                      <a:pt x="1430" y="570"/>
                    </a:lnTo>
                    <a:lnTo>
                      <a:pt x="1466" y="444"/>
                    </a:lnTo>
                    <a:lnTo>
                      <a:pt x="1640" y="433"/>
                    </a:lnTo>
                    <a:lnTo>
                      <a:pt x="1669" y="367"/>
                    </a:lnTo>
                    <a:lnTo>
                      <a:pt x="1682" y="319"/>
                    </a:lnTo>
                    <a:lnTo>
                      <a:pt x="1615" y="265"/>
                    </a:lnTo>
                    <a:lnTo>
                      <a:pt x="1466" y="288"/>
                    </a:lnTo>
                    <a:lnTo>
                      <a:pt x="1399" y="367"/>
                    </a:lnTo>
                    <a:lnTo>
                      <a:pt x="1340" y="541"/>
                    </a:lnTo>
                    <a:lnTo>
                      <a:pt x="1315" y="559"/>
                    </a:lnTo>
                    <a:lnTo>
                      <a:pt x="1111" y="559"/>
                    </a:lnTo>
                    <a:lnTo>
                      <a:pt x="1075" y="595"/>
                    </a:lnTo>
                    <a:lnTo>
                      <a:pt x="1021" y="805"/>
                    </a:lnTo>
                    <a:lnTo>
                      <a:pt x="961" y="835"/>
                    </a:lnTo>
                    <a:lnTo>
                      <a:pt x="847" y="835"/>
                    </a:lnTo>
                    <a:lnTo>
                      <a:pt x="799" y="943"/>
                    </a:lnTo>
                    <a:lnTo>
                      <a:pt x="781" y="1081"/>
                    </a:lnTo>
                    <a:lnTo>
                      <a:pt x="408" y="1057"/>
                    </a:lnTo>
                    <a:lnTo>
                      <a:pt x="444" y="961"/>
                    </a:lnTo>
                    <a:lnTo>
                      <a:pt x="630" y="961"/>
                    </a:lnTo>
                    <a:lnTo>
                      <a:pt x="685" y="871"/>
                    </a:lnTo>
                    <a:lnTo>
                      <a:pt x="660" y="811"/>
                    </a:lnTo>
                    <a:lnTo>
                      <a:pt x="696" y="709"/>
                    </a:lnTo>
                    <a:lnTo>
                      <a:pt x="894" y="685"/>
                    </a:lnTo>
                    <a:lnTo>
                      <a:pt x="948" y="619"/>
                    </a:lnTo>
                    <a:lnTo>
                      <a:pt x="948" y="570"/>
                    </a:lnTo>
                    <a:lnTo>
                      <a:pt x="925" y="547"/>
                    </a:lnTo>
                    <a:lnTo>
                      <a:pt x="709" y="570"/>
                    </a:lnTo>
                    <a:lnTo>
                      <a:pt x="630" y="667"/>
                    </a:lnTo>
                    <a:lnTo>
                      <a:pt x="594" y="805"/>
                    </a:lnTo>
                    <a:lnTo>
                      <a:pt x="444" y="811"/>
                    </a:lnTo>
                    <a:lnTo>
                      <a:pt x="342" y="998"/>
                    </a:lnTo>
                    <a:lnTo>
                      <a:pt x="329" y="1063"/>
                    </a:lnTo>
                    <a:lnTo>
                      <a:pt x="18" y="1063"/>
                    </a:lnTo>
                    <a:lnTo>
                      <a:pt x="0" y="1045"/>
                    </a:lnTo>
                    <a:lnTo>
                      <a:pt x="36" y="961"/>
                    </a:lnTo>
                    <a:lnTo>
                      <a:pt x="180" y="961"/>
                    </a:lnTo>
                    <a:lnTo>
                      <a:pt x="275" y="703"/>
                    </a:lnTo>
                    <a:lnTo>
                      <a:pt x="421" y="685"/>
                    </a:lnTo>
                    <a:lnTo>
                      <a:pt x="480" y="631"/>
                    </a:lnTo>
                    <a:lnTo>
                      <a:pt x="547" y="606"/>
                    </a:lnTo>
                    <a:lnTo>
                      <a:pt x="594" y="541"/>
                    </a:lnTo>
                    <a:lnTo>
                      <a:pt x="619" y="457"/>
                    </a:lnTo>
                    <a:lnTo>
                      <a:pt x="781" y="433"/>
                    </a:lnTo>
                    <a:lnTo>
                      <a:pt x="786" y="433"/>
                    </a:lnTo>
                    <a:lnTo>
                      <a:pt x="835" y="367"/>
                    </a:lnTo>
                    <a:lnTo>
                      <a:pt x="822" y="288"/>
                    </a:lnTo>
                    <a:lnTo>
                      <a:pt x="799" y="265"/>
                    </a:lnTo>
                    <a:lnTo>
                      <a:pt x="822" y="193"/>
                    </a:lnTo>
                    <a:lnTo>
                      <a:pt x="858" y="157"/>
                    </a:lnTo>
                    <a:lnTo>
                      <a:pt x="1039" y="139"/>
                    </a:lnTo>
                    <a:lnTo>
                      <a:pt x="1099" y="79"/>
                    </a:lnTo>
                    <a:lnTo>
                      <a:pt x="1111" y="24"/>
                    </a:lnTo>
                    <a:lnTo>
                      <a:pt x="1123" y="13"/>
                    </a:lnTo>
                    <a:lnTo>
                      <a:pt x="1225" y="90"/>
                    </a:lnTo>
                    <a:lnTo>
                      <a:pt x="1171" y="265"/>
                    </a:lnTo>
                    <a:lnTo>
                      <a:pt x="1051" y="288"/>
                    </a:lnTo>
                    <a:lnTo>
                      <a:pt x="1009" y="342"/>
                    </a:lnTo>
                    <a:lnTo>
                      <a:pt x="997" y="403"/>
                    </a:lnTo>
                    <a:lnTo>
                      <a:pt x="997" y="433"/>
                    </a:lnTo>
                    <a:lnTo>
                      <a:pt x="1021" y="457"/>
                    </a:lnTo>
                    <a:lnTo>
                      <a:pt x="1201" y="426"/>
                    </a:lnTo>
                    <a:lnTo>
                      <a:pt x="1273" y="342"/>
                    </a:lnTo>
                    <a:lnTo>
                      <a:pt x="1273" y="187"/>
                    </a:lnTo>
                    <a:lnTo>
                      <a:pt x="1291" y="151"/>
                    </a:lnTo>
                    <a:lnTo>
                      <a:pt x="1453" y="151"/>
                    </a:lnTo>
                    <a:lnTo>
                      <a:pt x="1489" y="115"/>
                    </a:lnTo>
                    <a:lnTo>
                      <a:pt x="1525" y="0"/>
                    </a:lnTo>
                    <a:lnTo>
                      <a:pt x="1543" y="0"/>
                    </a:lnTo>
                    <a:lnTo>
                      <a:pt x="1579"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7" name="Freeform 188">
                <a:extLst>
                  <a:ext uri="{FF2B5EF4-FFF2-40B4-BE49-F238E27FC236}">
                    <a16:creationId xmlns:a16="http://schemas.microsoft.com/office/drawing/2014/main" id="{4C0925E6-4102-4A8B-A22E-91E1956123FE}"/>
                  </a:ext>
                </a:extLst>
              </p:cNvPr>
              <p:cNvSpPr>
                <a:spLocks/>
              </p:cNvSpPr>
              <p:nvPr/>
            </p:nvSpPr>
            <p:spPr bwMode="auto">
              <a:xfrm>
                <a:off x="3707" y="3365"/>
                <a:ext cx="18" cy="22"/>
              </a:xfrm>
              <a:custGeom>
                <a:avLst/>
                <a:gdLst>
                  <a:gd name="T0" fmla="*/ 18 w 169"/>
                  <a:gd name="T1" fmla="*/ 10 h 228"/>
                  <a:gd name="T2" fmla="*/ 18 w 169"/>
                  <a:gd name="T3" fmla="*/ 17 h 228"/>
                  <a:gd name="T4" fmla="*/ 10 w 169"/>
                  <a:gd name="T5" fmla="*/ 22 h 228"/>
                  <a:gd name="T6" fmla="*/ 6 w 169"/>
                  <a:gd name="T7" fmla="*/ 22 h 228"/>
                  <a:gd name="T8" fmla="*/ 0 w 169"/>
                  <a:gd name="T9" fmla="*/ 17 h 228"/>
                  <a:gd name="T10" fmla="*/ 5 w 169"/>
                  <a:gd name="T11" fmla="*/ 4 h 228"/>
                  <a:gd name="T12" fmla="*/ 8 w 169"/>
                  <a:gd name="T13" fmla="*/ 0 h 228"/>
                  <a:gd name="T14" fmla="*/ 11 w 169"/>
                  <a:gd name="T15" fmla="*/ 0 h 228"/>
                  <a:gd name="T16" fmla="*/ 18 w 169"/>
                  <a:gd name="T17" fmla="*/ 10 h 228"/>
                  <a:gd name="T18" fmla="*/ 18 w 169"/>
                  <a:gd name="T19" fmla="*/ 10 h 2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 h="228">
                    <a:moveTo>
                      <a:pt x="169" y="102"/>
                    </a:moveTo>
                    <a:lnTo>
                      <a:pt x="169" y="180"/>
                    </a:lnTo>
                    <a:lnTo>
                      <a:pt x="91" y="228"/>
                    </a:lnTo>
                    <a:lnTo>
                      <a:pt x="55" y="228"/>
                    </a:lnTo>
                    <a:lnTo>
                      <a:pt x="0" y="174"/>
                    </a:lnTo>
                    <a:lnTo>
                      <a:pt x="43" y="41"/>
                    </a:lnTo>
                    <a:lnTo>
                      <a:pt x="79" y="0"/>
                    </a:lnTo>
                    <a:lnTo>
                      <a:pt x="102" y="0"/>
                    </a:lnTo>
                    <a:lnTo>
                      <a:pt x="169"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189">
                <a:extLst>
                  <a:ext uri="{FF2B5EF4-FFF2-40B4-BE49-F238E27FC236}">
                    <a16:creationId xmlns:a16="http://schemas.microsoft.com/office/drawing/2014/main" id="{A4A78061-A848-42AF-952D-11E71356050C}"/>
                  </a:ext>
                </a:extLst>
              </p:cNvPr>
              <p:cNvSpPr>
                <a:spLocks/>
              </p:cNvSpPr>
              <p:nvPr/>
            </p:nvSpPr>
            <p:spPr bwMode="auto">
              <a:xfrm>
                <a:off x="3623" y="3365"/>
                <a:ext cx="15" cy="21"/>
              </a:xfrm>
              <a:custGeom>
                <a:avLst/>
                <a:gdLst>
                  <a:gd name="T0" fmla="*/ 15 w 138"/>
                  <a:gd name="T1" fmla="*/ 6 h 205"/>
                  <a:gd name="T2" fmla="*/ 14 w 138"/>
                  <a:gd name="T3" fmla="*/ 19 h 205"/>
                  <a:gd name="T4" fmla="*/ 11 w 138"/>
                  <a:gd name="T5" fmla="*/ 21 h 205"/>
                  <a:gd name="T6" fmla="*/ 4 w 138"/>
                  <a:gd name="T7" fmla="*/ 19 h 205"/>
                  <a:gd name="T8" fmla="*/ 0 w 138"/>
                  <a:gd name="T9" fmla="*/ 14 h 205"/>
                  <a:gd name="T10" fmla="*/ 6 w 138"/>
                  <a:gd name="T11" fmla="*/ 0 h 205"/>
                  <a:gd name="T12" fmla="*/ 10 w 138"/>
                  <a:gd name="T13" fmla="*/ 1 h 205"/>
                  <a:gd name="T14" fmla="*/ 15 w 138"/>
                  <a:gd name="T15" fmla="*/ 6 h 205"/>
                  <a:gd name="T16" fmla="*/ 15 w 138"/>
                  <a:gd name="T17" fmla="*/ 6 h 2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205">
                    <a:moveTo>
                      <a:pt x="138" y="55"/>
                    </a:moveTo>
                    <a:lnTo>
                      <a:pt x="126" y="181"/>
                    </a:lnTo>
                    <a:lnTo>
                      <a:pt x="102" y="205"/>
                    </a:lnTo>
                    <a:lnTo>
                      <a:pt x="36" y="181"/>
                    </a:lnTo>
                    <a:lnTo>
                      <a:pt x="0" y="133"/>
                    </a:lnTo>
                    <a:lnTo>
                      <a:pt x="59" y="0"/>
                    </a:lnTo>
                    <a:lnTo>
                      <a:pt x="90" y="12"/>
                    </a:lnTo>
                    <a:lnTo>
                      <a:pt x="138"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190">
                <a:extLst>
                  <a:ext uri="{FF2B5EF4-FFF2-40B4-BE49-F238E27FC236}">
                    <a16:creationId xmlns:a16="http://schemas.microsoft.com/office/drawing/2014/main" id="{A6D1E230-3236-443E-B01A-21F7FF6CE53B}"/>
                  </a:ext>
                </a:extLst>
              </p:cNvPr>
              <p:cNvSpPr>
                <a:spLocks/>
              </p:cNvSpPr>
              <p:nvPr/>
            </p:nvSpPr>
            <p:spPr bwMode="auto">
              <a:xfrm>
                <a:off x="3660" y="3365"/>
                <a:ext cx="20" cy="21"/>
              </a:xfrm>
              <a:custGeom>
                <a:avLst/>
                <a:gdLst>
                  <a:gd name="T0" fmla="*/ 17 w 187"/>
                  <a:gd name="T1" fmla="*/ 19 h 205"/>
                  <a:gd name="T2" fmla="*/ 15 w 187"/>
                  <a:gd name="T3" fmla="*/ 21 h 205"/>
                  <a:gd name="T4" fmla="*/ 8 w 187"/>
                  <a:gd name="T5" fmla="*/ 21 h 205"/>
                  <a:gd name="T6" fmla="*/ 3 w 187"/>
                  <a:gd name="T7" fmla="*/ 13 h 205"/>
                  <a:gd name="T8" fmla="*/ 1 w 187"/>
                  <a:gd name="T9" fmla="*/ 12 h 205"/>
                  <a:gd name="T10" fmla="*/ 0 w 187"/>
                  <a:gd name="T11" fmla="*/ 12 h 205"/>
                  <a:gd name="T12" fmla="*/ 0 w 187"/>
                  <a:gd name="T13" fmla="*/ 9 h 205"/>
                  <a:gd name="T14" fmla="*/ 6 w 187"/>
                  <a:gd name="T15" fmla="*/ 7 h 205"/>
                  <a:gd name="T16" fmla="*/ 13 w 187"/>
                  <a:gd name="T17" fmla="*/ 0 h 205"/>
                  <a:gd name="T18" fmla="*/ 20 w 187"/>
                  <a:gd name="T19" fmla="*/ 7 h 205"/>
                  <a:gd name="T20" fmla="*/ 17 w 187"/>
                  <a:gd name="T21" fmla="*/ 19 h 205"/>
                  <a:gd name="T22" fmla="*/ 17 w 187"/>
                  <a:gd name="T23" fmla="*/ 19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87" h="205">
                    <a:moveTo>
                      <a:pt x="162" y="181"/>
                    </a:moveTo>
                    <a:lnTo>
                      <a:pt x="138" y="205"/>
                    </a:lnTo>
                    <a:lnTo>
                      <a:pt x="72" y="205"/>
                    </a:lnTo>
                    <a:lnTo>
                      <a:pt x="24" y="127"/>
                    </a:lnTo>
                    <a:lnTo>
                      <a:pt x="12" y="115"/>
                    </a:lnTo>
                    <a:lnTo>
                      <a:pt x="0" y="115"/>
                    </a:lnTo>
                    <a:lnTo>
                      <a:pt x="0" y="91"/>
                    </a:lnTo>
                    <a:lnTo>
                      <a:pt x="60" y="66"/>
                    </a:lnTo>
                    <a:lnTo>
                      <a:pt x="126" y="0"/>
                    </a:lnTo>
                    <a:lnTo>
                      <a:pt x="187" y="66"/>
                    </a:lnTo>
                    <a:lnTo>
                      <a:pt x="162" y="1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191">
                <a:extLst>
                  <a:ext uri="{FF2B5EF4-FFF2-40B4-BE49-F238E27FC236}">
                    <a16:creationId xmlns:a16="http://schemas.microsoft.com/office/drawing/2014/main" id="{E26DFA55-4F25-42A8-A81F-590921BC279B}"/>
                  </a:ext>
                </a:extLst>
              </p:cNvPr>
              <p:cNvSpPr>
                <a:spLocks/>
              </p:cNvSpPr>
              <p:nvPr/>
            </p:nvSpPr>
            <p:spPr bwMode="auto">
              <a:xfrm>
                <a:off x="3742" y="3365"/>
                <a:ext cx="28" cy="24"/>
              </a:xfrm>
              <a:custGeom>
                <a:avLst/>
                <a:gdLst>
                  <a:gd name="T0" fmla="*/ 25 w 265"/>
                  <a:gd name="T1" fmla="*/ 5 h 241"/>
                  <a:gd name="T2" fmla="*/ 28 w 265"/>
                  <a:gd name="T3" fmla="*/ 8 h 241"/>
                  <a:gd name="T4" fmla="*/ 27 w 265"/>
                  <a:gd name="T5" fmla="*/ 18 h 241"/>
                  <a:gd name="T6" fmla="*/ 20 w 265"/>
                  <a:gd name="T7" fmla="*/ 24 h 241"/>
                  <a:gd name="T8" fmla="*/ 6 w 265"/>
                  <a:gd name="T9" fmla="*/ 22 h 241"/>
                  <a:gd name="T10" fmla="*/ 0 w 265"/>
                  <a:gd name="T11" fmla="*/ 13 h 241"/>
                  <a:gd name="T12" fmla="*/ 11 w 265"/>
                  <a:gd name="T13" fmla="*/ 8 h 241"/>
                  <a:gd name="T14" fmla="*/ 15 w 265"/>
                  <a:gd name="T15" fmla="*/ 0 h 241"/>
                  <a:gd name="T16" fmla="*/ 20 w 265"/>
                  <a:gd name="T17" fmla="*/ 5 h 241"/>
                  <a:gd name="T18" fmla="*/ 25 w 265"/>
                  <a:gd name="T19" fmla="*/ 5 h 241"/>
                  <a:gd name="T20" fmla="*/ 25 w 265"/>
                  <a:gd name="T21" fmla="*/ 5 h 2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5" h="241">
                    <a:moveTo>
                      <a:pt x="240" y="55"/>
                    </a:moveTo>
                    <a:lnTo>
                      <a:pt x="265" y="79"/>
                    </a:lnTo>
                    <a:lnTo>
                      <a:pt x="252" y="181"/>
                    </a:lnTo>
                    <a:lnTo>
                      <a:pt x="186" y="241"/>
                    </a:lnTo>
                    <a:lnTo>
                      <a:pt x="54" y="217"/>
                    </a:lnTo>
                    <a:lnTo>
                      <a:pt x="0" y="133"/>
                    </a:lnTo>
                    <a:lnTo>
                      <a:pt x="103" y="79"/>
                    </a:lnTo>
                    <a:lnTo>
                      <a:pt x="139" y="0"/>
                    </a:lnTo>
                    <a:lnTo>
                      <a:pt x="193" y="55"/>
                    </a:lnTo>
                    <a:lnTo>
                      <a:pt x="24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192">
                <a:extLst>
                  <a:ext uri="{FF2B5EF4-FFF2-40B4-BE49-F238E27FC236}">
                    <a16:creationId xmlns:a16="http://schemas.microsoft.com/office/drawing/2014/main" id="{8CC76D71-D05B-42E4-9826-4860C3064A56}"/>
                  </a:ext>
                </a:extLst>
              </p:cNvPr>
              <p:cNvSpPr>
                <a:spLocks/>
              </p:cNvSpPr>
              <p:nvPr/>
            </p:nvSpPr>
            <p:spPr bwMode="auto">
              <a:xfrm>
                <a:off x="4013" y="3367"/>
                <a:ext cx="191" cy="147"/>
              </a:xfrm>
              <a:custGeom>
                <a:avLst/>
                <a:gdLst>
                  <a:gd name="T0" fmla="*/ 191 w 1856"/>
                  <a:gd name="T1" fmla="*/ 9 h 1465"/>
                  <a:gd name="T2" fmla="*/ 182 w 1856"/>
                  <a:gd name="T3" fmla="*/ 119 h 1465"/>
                  <a:gd name="T4" fmla="*/ 176 w 1856"/>
                  <a:gd name="T5" fmla="*/ 147 h 1465"/>
                  <a:gd name="T6" fmla="*/ 112 w 1856"/>
                  <a:gd name="T7" fmla="*/ 143 h 1465"/>
                  <a:gd name="T8" fmla="*/ 122 w 1856"/>
                  <a:gd name="T9" fmla="*/ 122 h 1465"/>
                  <a:gd name="T10" fmla="*/ 161 w 1856"/>
                  <a:gd name="T11" fmla="*/ 119 h 1465"/>
                  <a:gd name="T12" fmla="*/ 166 w 1856"/>
                  <a:gd name="T13" fmla="*/ 111 h 1465"/>
                  <a:gd name="T14" fmla="*/ 119 w 1856"/>
                  <a:gd name="T15" fmla="*/ 109 h 1465"/>
                  <a:gd name="T16" fmla="*/ 114 w 1856"/>
                  <a:gd name="T17" fmla="*/ 121 h 1465"/>
                  <a:gd name="T18" fmla="*/ 75 w 1856"/>
                  <a:gd name="T19" fmla="*/ 125 h 1465"/>
                  <a:gd name="T20" fmla="*/ 66 w 1856"/>
                  <a:gd name="T21" fmla="*/ 143 h 1465"/>
                  <a:gd name="T22" fmla="*/ 3 w 1856"/>
                  <a:gd name="T23" fmla="*/ 146 h 1465"/>
                  <a:gd name="T24" fmla="*/ 1 w 1856"/>
                  <a:gd name="T25" fmla="*/ 142 h 1465"/>
                  <a:gd name="T26" fmla="*/ 8 w 1856"/>
                  <a:gd name="T27" fmla="*/ 122 h 1465"/>
                  <a:gd name="T28" fmla="*/ 47 w 1856"/>
                  <a:gd name="T29" fmla="*/ 118 h 1465"/>
                  <a:gd name="T30" fmla="*/ 46 w 1856"/>
                  <a:gd name="T31" fmla="*/ 102 h 1465"/>
                  <a:gd name="T32" fmla="*/ 52 w 1856"/>
                  <a:gd name="T33" fmla="*/ 84 h 1465"/>
                  <a:gd name="T34" fmla="*/ 60 w 1856"/>
                  <a:gd name="T35" fmla="*/ 111 h 1465"/>
                  <a:gd name="T36" fmla="*/ 69 w 1856"/>
                  <a:gd name="T37" fmla="*/ 110 h 1465"/>
                  <a:gd name="T38" fmla="*/ 70 w 1856"/>
                  <a:gd name="T39" fmla="*/ 98 h 1465"/>
                  <a:gd name="T40" fmla="*/ 135 w 1856"/>
                  <a:gd name="T41" fmla="*/ 98 h 1465"/>
                  <a:gd name="T42" fmla="*/ 170 w 1856"/>
                  <a:gd name="T43" fmla="*/ 90 h 1465"/>
                  <a:gd name="T44" fmla="*/ 166 w 1856"/>
                  <a:gd name="T45" fmla="*/ 79 h 1465"/>
                  <a:gd name="T46" fmla="*/ 92 w 1856"/>
                  <a:gd name="T47" fmla="*/ 79 h 1465"/>
                  <a:gd name="T48" fmla="*/ 95 w 1856"/>
                  <a:gd name="T49" fmla="*/ 71 h 1465"/>
                  <a:gd name="T50" fmla="*/ 174 w 1856"/>
                  <a:gd name="T51" fmla="*/ 67 h 1465"/>
                  <a:gd name="T52" fmla="*/ 176 w 1856"/>
                  <a:gd name="T53" fmla="*/ 39 h 1465"/>
                  <a:gd name="T54" fmla="*/ 144 w 1856"/>
                  <a:gd name="T55" fmla="*/ 25 h 1465"/>
                  <a:gd name="T56" fmla="*/ 124 w 1856"/>
                  <a:gd name="T57" fmla="*/ 31 h 1465"/>
                  <a:gd name="T58" fmla="*/ 120 w 1856"/>
                  <a:gd name="T59" fmla="*/ 51 h 1465"/>
                  <a:gd name="T60" fmla="*/ 111 w 1856"/>
                  <a:gd name="T61" fmla="*/ 55 h 1465"/>
                  <a:gd name="T62" fmla="*/ 105 w 1856"/>
                  <a:gd name="T63" fmla="*/ 48 h 1465"/>
                  <a:gd name="T64" fmla="*/ 111 w 1856"/>
                  <a:gd name="T65" fmla="*/ 28 h 1465"/>
                  <a:gd name="T66" fmla="*/ 108 w 1856"/>
                  <a:gd name="T67" fmla="*/ 15 h 1465"/>
                  <a:gd name="T68" fmla="*/ 135 w 1856"/>
                  <a:gd name="T69" fmla="*/ 15 h 1465"/>
                  <a:gd name="T70" fmla="*/ 178 w 1856"/>
                  <a:gd name="T71" fmla="*/ 9 h 1465"/>
                  <a:gd name="T72" fmla="*/ 182 w 1856"/>
                  <a:gd name="T73" fmla="*/ 0 h 1465"/>
                  <a:gd name="T74" fmla="*/ 184 w 1856"/>
                  <a:gd name="T75" fmla="*/ 4 h 146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56" h="1465">
                    <a:moveTo>
                      <a:pt x="1791" y="43"/>
                    </a:moveTo>
                    <a:lnTo>
                      <a:pt x="1856" y="90"/>
                    </a:lnTo>
                    <a:lnTo>
                      <a:pt x="1845" y="433"/>
                    </a:lnTo>
                    <a:lnTo>
                      <a:pt x="1766" y="1189"/>
                    </a:lnTo>
                    <a:lnTo>
                      <a:pt x="1755" y="1388"/>
                    </a:lnTo>
                    <a:lnTo>
                      <a:pt x="1707" y="1465"/>
                    </a:lnTo>
                    <a:lnTo>
                      <a:pt x="1124" y="1465"/>
                    </a:lnTo>
                    <a:lnTo>
                      <a:pt x="1088" y="1429"/>
                    </a:lnTo>
                    <a:lnTo>
                      <a:pt x="1166" y="1273"/>
                    </a:lnTo>
                    <a:lnTo>
                      <a:pt x="1184" y="1214"/>
                    </a:lnTo>
                    <a:lnTo>
                      <a:pt x="1202" y="1189"/>
                    </a:lnTo>
                    <a:lnTo>
                      <a:pt x="1568" y="1189"/>
                    </a:lnTo>
                    <a:lnTo>
                      <a:pt x="1617" y="1135"/>
                    </a:lnTo>
                    <a:lnTo>
                      <a:pt x="1617" y="1111"/>
                    </a:lnTo>
                    <a:lnTo>
                      <a:pt x="1581" y="1075"/>
                    </a:lnTo>
                    <a:lnTo>
                      <a:pt x="1160" y="1088"/>
                    </a:lnTo>
                    <a:lnTo>
                      <a:pt x="1124" y="1135"/>
                    </a:lnTo>
                    <a:lnTo>
                      <a:pt x="1112" y="1201"/>
                    </a:lnTo>
                    <a:lnTo>
                      <a:pt x="1064" y="1249"/>
                    </a:lnTo>
                    <a:lnTo>
                      <a:pt x="733" y="1249"/>
                    </a:lnTo>
                    <a:lnTo>
                      <a:pt x="685" y="1298"/>
                    </a:lnTo>
                    <a:lnTo>
                      <a:pt x="643" y="1429"/>
                    </a:lnTo>
                    <a:lnTo>
                      <a:pt x="619" y="1453"/>
                    </a:lnTo>
                    <a:lnTo>
                      <a:pt x="25" y="1453"/>
                    </a:lnTo>
                    <a:lnTo>
                      <a:pt x="0" y="1417"/>
                    </a:lnTo>
                    <a:lnTo>
                      <a:pt x="12" y="1417"/>
                    </a:lnTo>
                    <a:lnTo>
                      <a:pt x="48" y="1388"/>
                    </a:lnTo>
                    <a:lnTo>
                      <a:pt x="79" y="1214"/>
                    </a:lnTo>
                    <a:lnTo>
                      <a:pt x="115" y="1178"/>
                    </a:lnTo>
                    <a:lnTo>
                      <a:pt x="457" y="1178"/>
                    </a:lnTo>
                    <a:lnTo>
                      <a:pt x="517" y="1099"/>
                    </a:lnTo>
                    <a:lnTo>
                      <a:pt x="445" y="1021"/>
                    </a:lnTo>
                    <a:lnTo>
                      <a:pt x="481" y="883"/>
                    </a:lnTo>
                    <a:lnTo>
                      <a:pt x="505" y="835"/>
                    </a:lnTo>
                    <a:lnTo>
                      <a:pt x="607" y="973"/>
                    </a:lnTo>
                    <a:lnTo>
                      <a:pt x="583" y="1111"/>
                    </a:lnTo>
                    <a:lnTo>
                      <a:pt x="619" y="1147"/>
                    </a:lnTo>
                    <a:lnTo>
                      <a:pt x="667" y="1099"/>
                    </a:lnTo>
                    <a:lnTo>
                      <a:pt x="679" y="1009"/>
                    </a:lnTo>
                    <a:lnTo>
                      <a:pt x="679" y="973"/>
                    </a:lnTo>
                    <a:lnTo>
                      <a:pt x="703" y="949"/>
                    </a:lnTo>
                    <a:lnTo>
                      <a:pt x="1316" y="973"/>
                    </a:lnTo>
                    <a:lnTo>
                      <a:pt x="1604" y="937"/>
                    </a:lnTo>
                    <a:lnTo>
                      <a:pt x="1653" y="895"/>
                    </a:lnTo>
                    <a:lnTo>
                      <a:pt x="1653" y="823"/>
                    </a:lnTo>
                    <a:lnTo>
                      <a:pt x="1617" y="787"/>
                    </a:lnTo>
                    <a:lnTo>
                      <a:pt x="986" y="811"/>
                    </a:lnTo>
                    <a:lnTo>
                      <a:pt x="896" y="787"/>
                    </a:lnTo>
                    <a:lnTo>
                      <a:pt x="896" y="733"/>
                    </a:lnTo>
                    <a:lnTo>
                      <a:pt x="919" y="709"/>
                    </a:lnTo>
                    <a:lnTo>
                      <a:pt x="1653" y="709"/>
                    </a:lnTo>
                    <a:lnTo>
                      <a:pt x="1694" y="667"/>
                    </a:lnTo>
                    <a:lnTo>
                      <a:pt x="1707" y="493"/>
                    </a:lnTo>
                    <a:lnTo>
                      <a:pt x="1707" y="390"/>
                    </a:lnTo>
                    <a:lnTo>
                      <a:pt x="1683" y="265"/>
                    </a:lnTo>
                    <a:lnTo>
                      <a:pt x="1401" y="252"/>
                    </a:lnTo>
                    <a:lnTo>
                      <a:pt x="1250" y="252"/>
                    </a:lnTo>
                    <a:lnTo>
                      <a:pt x="1202" y="306"/>
                    </a:lnTo>
                    <a:lnTo>
                      <a:pt x="1190" y="408"/>
                    </a:lnTo>
                    <a:lnTo>
                      <a:pt x="1166" y="505"/>
                    </a:lnTo>
                    <a:lnTo>
                      <a:pt x="1166" y="523"/>
                    </a:lnTo>
                    <a:lnTo>
                      <a:pt x="1076" y="547"/>
                    </a:lnTo>
                    <a:lnTo>
                      <a:pt x="1058" y="547"/>
                    </a:lnTo>
                    <a:lnTo>
                      <a:pt x="1022" y="480"/>
                    </a:lnTo>
                    <a:lnTo>
                      <a:pt x="1045" y="390"/>
                    </a:lnTo>
                    <a:lnTo>
                      <a:pt x="1076" y="277"/>
                    </a:lnTo>
                    <a:lnTo>
                      <a:pt x="1022" y="193"/>
                    </a:lnTo>
                    <a:lnTo>
                      <a:pt x="1045" y="151"/>
                    </a:lnTo>
                    <a:lnTo>
                      <a:pt x="1064" y="121"/>
                    </a:lnTo>
                    <a:lnTo>
                      <a:pt x="1316" y="151"/>
                    </a:lnTo>
                    <a:lnTo>
                      <a:pt x="1683" y="151"/>
                    </a:lnTo>
                    <a:lnTo>
                      <a:pt x="1730" y="90"/>
                    </a:lnTo>
                    <a:lnTo>
                      <a:pt x="1730" y="0"/>
                    </a:lnTo>
                    <a:lnTo>
                      <a:pt x="1766" y="0"/>
                    </a:lnTo>
                    <a:lnTo>
                      <a:pt x="1791"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193">
                <a:extLst>
                  <a:ext uri="{FF2B5EF4-FFF2-40B4-BE49-F238E27FC236}">
                    <a16:creationId xmlns:a16="http://schemas.microsoft.com/office/drawing/2014/main" id="{15C35633-1952-4FB8-9870-43B859F2AB15}"/>
                  </a:ext>
                </a:extLst>
              </p:cNvPr>
              <p:cNvSpPr>
                <a:spLocks/>
              </p:cNvSpPr>
              <p:nvPr/>
            </p:nvSpPr>
            <p:spPr bwMode="auto">
              <a:xfrm>
                <a:off x="4212" y="3367"/>
                <a:ext cx="55" cy="73"/>
              </a:xfrm>
              <a:custGeom>
                <a:avLst/>
                <a:gdLst>
                  <a:gd name="T0" fmla="*/ 46 w 534"/>
                  <a:gd name="T1" fmla="*/ 5 h 721"/>
                  <a:gd name="T2" fmla="*/ 48 w 534"/>
                  <a:gd name="T3" fmla="*/ 8 h 721"/>
                  <a:gd name="T4" fmla="*/ 53 w 534"/>
                  <a:gd name="T5" fmla="*/ 8 h 721"/>
                  <a:gd name="T6" fmla="*/ 55 w 534"/>
                  <a:gd name="T7" fmla="*/ 10 h 721"/>
                  <a:gd name="T8" fmla="*/ 51 w 534"/>
                  <a:gd name="T9" fmla="*/ 29 h 721"/>
                  <a:gd name="T10" fmla="*/ 51 w 534"/>
                  <a:gd name="T11" fmla="*/ 50 h 721"/>
                  <a:gd name="T12" fmla="*/ 43 w 534"/>
                  <a:gd name="T13" fmla="*/ 73 h 721"/>
                  <a:gd name="T14" fmla="*/ 4 w 534"/>
                  <a:gd name="T15" fmla="*/ 73 h 721"/>
                  <a:gd name="T16" fmla="*/ 0 w 534"/>
                  <a:gd name="T17" fmla="*/ 71 h 721"/>
                  <a:gd name="T18" fmla="*/ 0 w 534"/>
                  <a:gd name="T19" fmla="*/ 53 h 721"/>
                  <a:gd name="T20" fmla="*/ 3 w 534"/>
                  <a:gd name="T21" fmla="*/ 37 h 721"/>
                  <a:gd name="T22" fmla="*/ 3 w 534"/>
                  <a:gd name="T23" fmla="*/ 10 h 721"/>
                  <a:gd name="T24" fmla="*/ 6 w 534"/>
                  <a:gd name="T25" fmla="*/ 8 h 721"/>
                  <a:gd name="T26" fmla="*/ 9 w 534"/>
                  <a:gd name="T27" fmla="*/ 8 h 721"/>
                  <a:gd name="T28" fmla="*/ 9 w 534"/>
                  <a:gd name="T29" fmla="*/ 21 h 721"/>
                  <a:gd name="T30" fmla="*/ 8 w 534"/>
                  <a:gd name="T31" fmla="*/ 23 h 721"/>
                  <a:gd name="T32" fmla="*/ 11 w 534"/>
                  <a:gd name="T33" fmla="*/ 30 h 721"/>
                  <a:gd name="T34" fmla="*/ 8 w 534"/>
                  <a:gd name="T35" fmla="*/ 36 h 721"/>
                  <a:gd name="T36" fmla="*/ 9 w 534"/>
                  <a:gd name="T37" fmla="*/ 39 h 721"/>
                  <a:gd name="T38" fmla="*/ 9 w 534"/>
                  <a:gd name="T39" fmla="*/ 44 h 721"/>
                  <a:gd name="T40" fmla="*/ 3 w 534"/>
                  <a:gd name="T41" fmla="*/ 57 h 721"/>
                  <a:gd name="T42" fmla="*/ 3 w 534"/>
                  <a:gd name="T43" fmla="*/ 60 h 721"/>
                  <a:gd name="T44" fmla="*/ 6 w 534"/>
                  <a:gd name="T45" fmla="*/ 63 h 721"/>
                  <a:gd name="T46" fmla="*/ 8 w 534"/>
                  <a:gd name="T47" fmla="*/ 63 h 721"/>
                  <a:gd name="T48" fmla="*/ 13 w 534"/>
                  <a:gd name="T49" fmla="*/ 55 h 721"/>
                  <a:gd name="T50" fmla="*/ 17 w 534"/>
                  <a:gd name="T51" fmla="*/ 45 h 721"/>
                  <a:gd name="T52" fmla="*/ 34 w 534"/>
                  <a:gd name="T53" fmla="*/ 44 h 721"/>
                  <a:gd name="T54" fmla="*/ 37 w 534"/>
                  <a:gd name="T55" fmla="*/ 40 h 721"/>
                  <a:gd name="T56" fmla="*/ 37 w 534"/>
                  <a:gd name="T57" fmla="*/ 29 h 721"/>
                  <a:gd name="T58" fmla="*/ 35 w 534"/>
                  <a:gd name="T59" fmla="*/ 27 h 721"/>
                  <a:gd name="T60" fmla="*/ 16 w 534"/>
                  <a:gd name="T61" fmla="*/ 27 h 721"/>
                  <a:gd name="T62" fmla="*/ 17 w 534"/>
                  <a:gd name="T63" fmla="*/ 17 h 721"/>
                  <a:gd name="T64" fmla="*/ 23 w 534"/>
                  <a:gd name="T65" fmla="*/ 15 h 721"/>
                  <a:gd name="T66" fmla="*/ 36 w 534"/>
                  <a:gd name="T67" fmla="*/ 14 h 721"/>
                  <a:gd name="T68" fmla="*/ 40 w 534"/>
                  <a:gd name="T69" fmla="*/ 10 h 721"/>
                  <a:gd name="T70" fmla="*/ 41 w 534"/>
                  <a:gd name="T71" fmla="*/ 0 h 721"/>
                  <a:gd name="T72" fmla="*/ 43 w 534"/>
                  <a:gd name="T73" fmla="*/ 0 h 721"/>
                  <a:gd name="T74" fmla="*/ 46 w 534"/>
                  <a:gd name="T75" fmla="*/ 5 h 721"/>
                  <a:gd name="T76" fmla="*/ 46 w 534"/>
                  <a:gd name="T77" fmla="*/ 5 h 7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4" h="721">
                    <a:moveTo>
                      <a:pt x="444" y="54"/>
                    </a:moveTo>
                    <a:lnTo>
                      <a:pt x="469" y="79"/>
                    </a:lnTo>
                    <a:lnTo>
                      <a:pt x="510" y="79"/>
                    </a:lnTo>
                    <a:lnTo>
                      <a:pt x="534" y="103"/>
                    </a:lnTo>
                    <a:lnTo>
                      <a:pt x="498" y="283"/>
                    </a:lnTo>
                    <a:lnTo>
                      <a:pt x="498" y="493"/>
                    </a:lnTo>
                    <a:lnTo>
                      <a:pt x="420" y="721"/>
                    </a:lnTo>
                    <a:lnTo>
                      <a:pt x="42" y="721"/>
                    </a:lnTo>
                    <a:lnTo>
                      <a:pt x="0" y="697"/>
                    </a:lnTo>
                    <a:lnTo>
                      <a:pt x="0" y="523"/>
                    </a:lnTo>
                    <a:lnTo>
                      <a:pt x="30" y="367"/>
                    </a:lnTo>
                    <a:lnTo>
                      <a:pt x="30" y="103"/>
                    </a:lnTo>
                    <a:lnTo>
                      <a:pt x="54" y="79"/>
                    </a:lnTo>
                    <a:lnTo>
                      <a:pt x="90" y="79"/>
                    </a:lnTo>
                    <a:lnTo>
                      <a:pt x="90" y="205"/>
                    </a:lnTo>
                    <a:lnTo>
                      <a:pt x="78" y="229"/>
                    </a:lnTo>
                    <a:lnTo>
                      <a:pt x="102" y="295"/>
                    </a:lnTo>
                    <a:lnTo>
                      <a:pt x="78" y="355"/>
                    </a:lnTo>
                    <a:lnTo>
                      <a:pt x="90" y="390"/>
                    </a:lnTo>
                    <a:lnTo>
                      <a:pt x="90" y="433"/>
                    </a:lnTo>
                    <a:lnTo>
                      <a:pt x="30" y="559"/>
                    </a:lnTo>
                    <a:lnTo>
                      <a:pt x="30" y="595"/>
                    </a:lnTo>
                    <a:lnTo>
                      <a:pt x="54" y="619"/>
                    </a:lnTo>
                    <a:lnTo>
                      <a:pt x="78" y="619"/>
                    </a:lnTo>
                    <a:lnTo>
                      <a:pt x="126" y="547"/>
                    </a:lnTo>
                    <a:lnTo>
                      <a:pt x="168" y="444"/>
                    </a:lnTo>
                    <a:lnTo>
                      <a:pt x="330" y="433"/>
                    </a:lnTo>
                    <a:lnTo>
                      <a:pt x="361" y="397"/>
                    </a:lnTo>
                    <a:lnTo>
                      <a:pt x="361" y="283"/>
                    </a:lnTo>
                    <a:lnTo>
                      <a:pt x="343" y="265"/>
                    </a:lnTo>
                    <a:lnTo>
                      <a:pt x="156" y="265"/>
                    </a:lnTo>
                    <a:lnTo>
                      <a:pt x="168" y="169"/>
                    </a:lnTo>
                    <a:lnTo>
                      <a:pt x="228" y="151"/>
                    </a:lnTo>
                    <a:lnTo>
                      <a:pt x="354" y="139"/>
                    </a:lnTo>
                    <a:lnTo>
                      <a:pt x="384" y="103"/>
                    </a:lnTo>
                    <a:lnTo>
                      <a:pt x="397" y="0"/>
                    </a:lnTo>
                    <a:lnTo>
                      <a:pt x="420" y="0"/>
                    </a:lnTo>
                    <a:lnTo>
                      <a:pt x="444"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194">
                <a:extLst>
                  <a:ext uri="{FF2B5EF4-FFF2-40B4-BE49-F238E27FC236}">
                    <a16:creationId xmlns:a16="http://schemas.microsoft.com/office/drawing/2014/main" id="{AA8756D6-A014-4AFE-9C54-E215ACA5E321}"/>
                  </a:ext>
                </a:extLst>
              </p:cNvPr>
              <p:cNvSpPr>
                <a:spLocks/>
              </p:cNvSpPr>
              <p:nvPr/>
            </p:nvSpPr>
            <p:spPr bwMode="auto">
              <a:xfrm>
                <a:off x="4267" y="3367"/>
                <a:ext cx="87" cy="75"/>
              </a:xfrm>
              <a:custGeom>
                <a:avLst/>
                <a:gdLst>
                  <a:gd name="T0" fmla="*/ 45 w 847"/>
                  <a:gd name="T1" fmla="*/ 11 h 733"/>
                  <a:gd name="T2" fmla="*/ 45 w 847"/>
                  <a:gd name="T3" fmla="*/ 16 h 733"/>
                  <a:gd name="T4" fmla="*/ 41 w 847"/>
                  <a:gd name="T5" fmla="*/ 20 h 733"/>
                  <a:gd name="T6" fmla="*/ 40 w 847"/>
                  <a:gd name="T7" fmla="*/ 34 h 733"/>
                  <a:gd name="T8" fmla="*/ 40 w 847"/>
                  <a:gd name="T9" fmla="*/ 41 h 733"/>
                  <a:gd name="T10" fmla="*/ 43 w 847"/>
                  <a:gd name="T11" fmla="*/ 44 h 733"/>
                  <a:gd name="T12" fmla="*/ 38 w 847"/>
                  <a:gd name="T13" fmla="*/ 65 h 733"/>
                  <a:gd name="T14" fmla="*/ 38 w 847"/>
                  <a:gd name="T15" fmla="*/ 68 h 733"/>
                  <a:gd name="T16" fmla="*/ 39 w 847"/>
                  <a:gd name="T17" fmla="*/ 69 h 733"/>
                  <a:gd name="T18" fmla="*/ 41 w 847"/>
                  <a:gd name="T19" fmla="*/ 69 h 733"/>
                  <a:gd name="T20" fmla="*/ 48 w 847"/>
                  <a:gd name="T21" fmla="*/ 56 h 733"/>
                  <a:gd name="T22" fmla="*/ 49 w 847"/>
                  <a:gd name="T23" fmla="*/ 50 h 733"/>
                  <a:gd name="T24" fmla="*/ 49 w 847"/>
                  <a:gd name="T25" fmla="*/ 49 h 733"/>
                  <a:gd name="T26" fmla="*/ 52 w 847"/>
                  <a:gd name="T27" fmla="*/ 47 h 733"/>
                  <a:gd name="T28" fmla="*/ 71 w 847"/>
                  <a:gd name="T29" fmla="*/ 47 h 733"/>
                  <a:gd name="T30" fmla="*/ 74 w 847"/>
                  <a:gd name="T31" fmla="*/ 41 h 733"/>
                  <a:gd name="T32" fmla="*/ 75 w 847"/>
                  <a:gd name="T33" fmla="*/ 33 h 733"/>
                  <a:gd name="T34" fmla="*/ 72 w 847"/>
                  <a:gd name="T35" fmla="*/ 29 h 733"/>
                  <a:gd name="T36" fmla="*/ 48 w 847"/>
                  <a:gd name="T37" fmla="*/ 28 h 733"/>
                  <a:gd name="T38" fmla="*/ 48 w 847"/>
                  <a:gd name="T39" fmla="*/ 25 h 733"/>
                  <a:gd name="T40" fmla="*/ 53 w 847"/>
                  <a:gd name="T41" fmla="*/ 16 h 733"/>
                  <a:gd name="T42" fmla="*/ 72 w 847"/>
                  <a:gd name="T43" fmla="*/ 15 h 733"/>
                  <a:gd name="T44" fmla="*/ 74 w 847"/>
                  <a:gd name="T45" fmla="*/ 12 h 733"/>
                  <a:gd name="T46" fmla="*/ 74 w 847"/>
                  <a:gd name="T47" fmla="*/ 2 h 733"/>
                  <a:gd name="T48" fmla="*/ 77 w 847"/>
                  <a:gd name="T49" fmla="*/ 0 h 733"/>
                  <a:gd name="T50" fmla="*/ 87 w 847"/>
                  <a:gd name="T51" fmla="*/ 18 h 733"/>
                  <a:gd name="T52" fmla="*/ 86 w 847"/>
                  <a:gd name="T53" fmla="*/ 47 h 733"/>
                  <a:gd name="T54" fmla="*/ 83 w 847"/>
                  <a:gd name="T55" fmla="*/ 73 h 733"/>
                  <a:gd name="T56" fmla="*/ 80 w 847"/>
                  <a:gd name="T57" fmla="*/ 75 h 733"/>
                  <a:gd name="T58" fmla="*/ 14 w 847"/>
                  <a:gd name="T59" fmla="*/ 74 h 733"/>
                  <a:gd name="T60" fmla="*/ 0 w 847"/>
                  <a:gd name="T61" fmla="*/ 71 h 733"/>
                  <a:gd name="T62" fmla="*/ 0 w 847"/>
                  <a:gd name="T63" fmla="*/ 65 h 733"/>
                  <a:gd name="T64" fmla="*/ 5 w 847"/>
                  <a:gd name="T65" fmla="*/ 54 h 733"/>
                  <a:gd name="T66" fmla="*/ 5 w 847"/>
                  <a:gd name="T67" fmla="*/ 47 h 733"/>
                  <a:gd name="T68" fmla="*/ 9 w 847"/>
                  <a:gd name="T69" fmla="*/ 44 h 733"/>
                  <a:gd name="T70" fmla="*/ 18 w 847"/>
                  <a:gd name="T71" fmla="*/ 48 h 733"/>
                  <a:gd name="T72" fmla="*/ 25 w 847"/>
                  <a:gd name="T73" fmla="*/ 47 h 733"/>
                  <a:gd name="T74" fmla="*/ 30 w 847"/>
                  <a:gd name="T75" fmla="*/ 40 h 733"/>
                  <a:gd name="T76" fmla="*/ 30 w 847"/>
                  <a:gd name="T77" fmla="*/ 31 h 733"/>
                  <a:gd name="T78" fmla="*/ 26 w 847"/>
                  <a:gd name="T79" fmla="*/ 28 h 733"/>
                  <a:gd name="T80" fmla="*/ 6 w 847"/>
                  <a:gd name="T81" fmla="*/ 28 h 733"/>
                  <a:gd name="T82" fmla="*/ 10 w 847"/>
                  <a:gd name="T83" fmla="*/ 15 h 733"/>
                  <a:gd name="T84" fmla="*/ 25 w 847"/>
                  <a:gd name="T85" fmla="*/ 15 h 733"/>
                  <a:gd name="T86" fmla="*/ 30 w 847"/>
                  <a:gd name="T87" fmla="*/ 4 h 733"/>
                  <a:gd name="T88" fmla="*/ 31 w 847"/>
                  <a:gd name="T89" fmla="*/ 0 h 733"/>
                  <a:gd name="T90" fmla="*/ 40 w 847"/>
                  <a:gd name="T91" fmla="*/ 9 h 733"/>
                  <a:gd name="T92" fmla="*/ 45 w 847"/>
                  <a:gd name="T93" fmla="*/ 11 h 733"/>
                  <a:gd name="T94" fmla="*/ 45 w 847"/>
                  <a:gd name="T95" fmla="*/ 11 h 73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847" h="733">
                    <a:moveTo>
                      <a:pt x="439" y="103"/>
                    </a:moveTo>
                    <a:lnTo>
                      <a:pt x="439" y="157"/>
                    </a:lnTo>
                    <a:lnTo>
                      <a:pt x="402" y="193"/>
                    </a:lnTo>
                    <a:lnTo>
                      <a:pt x="390" y="331"/>
                    </a:lnTo>
                    <a:lnTo>
                      <a:pt x="390" y="397"/>
                    </a:lnTo>
                    <a:lnTo>
                      <a:pt x="414" y="433"/>
                    </a:lnTo>
                    <a:lnTo>
                      <a:pt x="366" y="637"/>
                    </a:lnTo>
                    <a:lnTo>
                      <a:pt x="366" y="667"/>
                    </a:lnTo>
                    <a:lnTo>
                      <a:pt x="378" y="673"/>
                    </a:lnTo>
                    <a:lnTo>
                      <a:pt x="402" y="673"/>
                    </a:lnTo>
                    <a:lnTo>
                      <a:pt x="468" y="547"/>
                    </a:lnTo>
                    <a:lnTo>
                      <a:pt x="480" y="493"/>
                    </a:lnTo>
                    <a:lnTo>
                      <a:pt x="480" y="480"/>
                    </a:lnTo>
                    <a:lnTo>
                      <a:pt x="504" y="457"/>
                    </a:lnTo>
                    <a:lnTo>
                      <a:pt x="691" y="457"/>
                    </a:lnTo>
                    <a:lnTo>
                      <a:pt x="720" y="397"/>
                    </a:lnTo>
                    <a:lnTo>
                      <a:pt x="732" y="319"/>
                    </a:lnTo>
                    <a:lnTo>
                      <a:pt x="702" y="283"/>
                    </a:lnTo>
                    <a:lnTo>
                      <a:pt x="468" y="277"/>
                    </a:lnTo>
                    <a:lnTo>
                      <a:pt x="468" y="241"/>
                    </a:lnTo>
                    <a:lnTo>
                      <a:pt x="516" y="157"/>
                    </a:lnTo>
                    <a:lnTo>
                      <a:pt x="702" y="151"/>
                    </a:lnTo>
                    <a:lnTo>
                      <a:pt x="720" y="121"/>
                    </a:lnTo>
                    <a:lnTo>
                      <a:pt x="720" y="18"/>
                    </a:lnTo>
                    <a:lnTo>
                      <a:pt x="745" y="0"/>
                    </a:lnTo>
                    <a:lnTo>
                      <a:pt x="847" y="180"/>
                    </a:lnTo>
                    <a:lnTo>
                      <a:pt x="840" y="457"/>
                    </a:lnTo>
                    <a:lnTo>
                      <a:pt x="811" y="709"/>
                    </a:lnTo>
                    <a:lnTo>
                      <a:pt x="781" y="733"/>
                    </a:lnTo>
                    <a:lnTo>
                      <a:pt x="138" y="721"/>
                    </a:lnTo>
                    <a:lnTo>
                      <a:pt x="0" y="697"/>
                    </a:lnTo>
                    <a:lnTo>
                      <a:pt x="0" y="637"/>
                    </a:lnTo>
                    <a:lnTo>
                      <a:pt x="47" y="523"/>
                    </a:lnTo>
                    <a:lnTo>
                      <a:pt x="47" y="457"/>
                    </a:lnTo>
                    <a:lnTo>
                      <a:pt x="83" y="433"/>
                    </a:lnTo>
                    <a:lnTo>
                      <a:pt x="174" y="469"/>
                    </a:lnTo>
                    <a:lnTo>
                      <a:pt x="239" y="457"/>
                    </a:lnTo>
                    <a:lnTo>
                      <a:pt x="288" y="390"/>
                    </a:lnTo>
                    <a:lnTo>
                      <a:pt x="288" y="306"/>
                    </a:lnTo>
                    <a:lnTo>
                      <a:pt x="252" y="277"/>
                    </a:lnTo>
                    <a:lnTo>
                      <a:pt x="59" y="277"/>
                    </a:lnTo>
                    <a:lnTo>
                      <a:pt x="95" y="151"/>
                    </a:lnTo>
                    <a:lnTo>
                      <a:pt x="239" y="151"/>
                    </a:lnTo>
                    <a:lnTo>
                      <a:pt x="288" y="43"/>
                    </a:lnTo>
                    <a:lnTo>
                      <a:pt x="300" y="0"/>
                    </a:lnTo>
                    <a:lnTo>
                      <a:pt x="390" y="90"/>
                    </a:lnTo>
                    <a:lnTo>
                      <a:pt x="439"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195">
                <a:extLst>
                  <a:ext uri="{FF2B5EF4-FFF2-40B4-BE49-F238E27FC236}">
                    <a16:creationId xmlns:a16="http://schemas.microsoft.com/office/drawing/2014/main" id="{6B7A9F71-B7EE-4378-9C20-6CAADC1B1146}"/>
                  </a:ext>
                </a:extLst>
              </p:cNvPr>
              <p:cNvSpPr>
                <a:spLocks/>
              </p:cNvSpPr>
              <p:nvPr/>
            </p:nvSpPr>
            <p:spPr bwMode="auto">
              <a:xfrm>
                <a:off x="4366" y="3368"/>
                <a:ext cx="96" cy="149"/>
              </a:xfrm>
              <a:custGeom>
                <a:avLst/>
                <a:gdLst>
                  <a:gd name="T0" fmla="*/ 90 w 930"/>
                  <a:gd name="T1" fmla="*/ 7 h 1476"/>
                  <a:gd name="T2" fmla="*/ 95 w 930"/>
                  <a:gd name="T3" fmla="*/ 23 h 1476"/>
                  <a:gd name="T4" fmla="*/ 92 w 930"/>
                  <a:gd name="T5" fmla="*/ 111 h 1476"/>
                  <a:gd name="T6" fmla="*/ 92 w 930"/>
                  <a:gd name="T7" fmla="*/ 130 h 1476"/>
                  <a:gd name="T8" fmla="*/ 87 w 930"/>
                  <a:gd name="T9" fmla="*/ 149 h 1476"/>
                  <a:gd name="T10" fmla="*/ 0 w 930"/>
                  <a:gd name="T11" fmla="*/ 145 h 1476"/>
                  <a:gd name="T12" fmla="*/ 2 w 930"/>
                  <a:gd name="T13" fmla="*/ 7 h 1476"/>
                  <a:gd name="T14" fmla="*/ 7 w 930"/>
                  <a:gd name="T15" fmla="*/ 5 h 1476"/>
                  <a:gd name="T16" fmla="*/ 5 w 930"/>
                  <a:gd name="T17" fmla="*/ 27 h 1476"/>
                  <a:gd name="T18" fmla="*/ 4 w 930"/>
                  <a:gd name="T19" fmla="*/ 39 h 1476"/>
                  <a:gd name="T20" fmla="*/ 6 w 930"/>
                  <a:gd name="T21" fmla="*/ 47 h 1476"/>
                  <a:gd name="T22" fmla="*/ 5 w 930"/>
                  <a:gd name="T23" fmla="*/ 73 h 1476"/>
                  <a:gd name="T24" fmla="*/ 7 w 930"/>
                  <a:gd name="T25" fmla="*/ 139 h 1476"/>
                  <a:gd name="T26" fmla="*/ 17 w 930"/>
                  <a:gd name="T27" fmla="*/ 122 h 1476"/>
                  <a:gd name="T28" fmla="*/ 76 w 930"/>
                  <a:gd name="T29" fmla="*/ 122 h 1476"/>
                  <a:gd name="T30" fmla="*/ 81 w 930"/>
                  <a:gd name="T31" fmla="*/ 112 h 1476"/>
                  <a:gd name="T32" fmla="*/ 58 w 930"/>
                  <a:gd name="T33" fmla="*/ 110 h 1476"/>
                  <a:gd name="T34" fmla="*/ 56 w 930"/>
                  <a:gd name="T35" fmla="*/ 102 h 1476"/>
                  <a:gd name="T36" fmla="*/ 58 w 930"/>
                  <a:gd name="T37" fmla="*/ 99 h 1476"/>
                  <a:gd name="T38" fmla="*/ 82 w 930"/>
                  <a:gd name="T39" fmla="*/ 93 h 1476"/>
                  <a:gd name="T40" fmla="*/ 75 w 930"/>
                  <a:gd name="T41" fmla="*/ 87 h 1476"/>
                  <a:gd name="T42" fmla="*/ 55 w 930"/>
                  <a:gd name="T43" fmla="*/ 84 h 1476"/>
                  <a:gd name="T44" fmla="*/ 59 w 930"/>
                  <a:gd name="T45" fmla="*/ 74 h 1476"/>
                  <a:gd name="T46" fmla="*/ 82 w 930"/>
                  <a:gd name="T47" fmla="*/ 69 h 1476"/>
                  <a:gd name="T48" fmla="*/ 78 w 930"/>
                  <a:gd name="T49" fmla="*/ 58 h 1476"/>
                  <a:gd name="T50" fmla="*/ 57 w 930"/>
                  <a:gd name="T51" fmla="*/ 50 h 1476"/>
                  <a:gd name="T52" fmla="*/ 78 w 930"/>
                  <a:gd name="T53" fmla="*/ 46 h 1476"/>
                  <a:gd name="T54" fmla="*/ 83 w 930"/>
                  <a:gd name="T55" fmla="*/ 33 h 1476"/>
                  <a:gd name="T56" fmla="*/ 79 w 930"/>
                  <a:gd name="T57" fmla="*/ 28 h 1476"/>
                  <a:gd name="T58" fmla="*/ 58 w 930"/>
                  <a:gd name="T59" fmla="*/ 19 h 1476"/>
                  <a:gd name="T60" fmla="*/ 77 w 930"/>
                  <a:gd name="T61" fmla="*/ 18 h 1476"/>
                  <a:gd name="T62" fmla="*/ 83 w 930"/>
                  <a:gd name="T63" fmla="*/ 3 h 1476"/>
                  <a:gd name="T64" fmla="*/ 87 w 930"/>
                  <a:gd name="T65" fmla="*/ 0 h 1476"/>
                  <a:gd name="T66" fmla="*/ 90 w 930"/>
                  <a:gd name="T67" fmla="*/ 3 h 14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30" h="1476">
                    <a:moveTo>
                      <a:pt x="871" y="30"/>
                    </a:moveTo>
                    <a:lnTo>
                      <a:pt x="871" y="66"/>
                    </a:lnTo>
                    <a:lnTo>
                      <a:pt x="930" y="126"/>
                    </a:lnTo>
                    <a:lnTo>
                      <a:pt x="919" y="228"/>
                    </a:lnTo>
                    <a:lnTo>
                      <a:pt x="907" y="570"/>
                    </a:lnTo>
                    <a:lnTo>
                      <a:pt x="894" y="1098"/>
                    </a:lnTo>
                    <a:lnTo>
                      <a:pt x="871" y="1176"/>
                    </a:lnTo>
                    <a:lnTo>
                      <a:pt x="894" y="1285"/>
                    </a:lnTo>
                    <a:lnTo>
                      <a:pt x="865" y="1452"/>
                    </a:lnTo>
                    <a:lnTo>
                      <a:pt x="840" y="1476"/>
                    </a:lnTo>
                    <a:lnTo>
                      <a:pt x="60" y="1476"/>
                    </a:lnTo>
                    <a:lnTo>
                      <a:pt x="0" y="1440"/>
                    </a:lnTo>
                    <a:lnTo>
                      <a:pt x="0" y="102"/>
                    </a:lnTo>
                    <a:lnTo>
                      <a:pt x="24" y="66"/>
                    </a:lnTo>
                    <a:lnTo>
                      <a:pt x="36" y="54"/>
                    </a:lnTo>
                    <a:lnTo>
                      <a:pt x="72" y="54"/>
                    </a:lnTo>
                    <a:lnTo>
                      <a:pt x="72" y="264"/>
                    </a:lnTo>
                    <a:lnTo>
                      <a:pt x="47" y="264"/>
                    </a:lnTo>
                    <a:lnTo>
                      <a:pt x="36" y="354"/>
                    </a:lnTo>
                    <a:lnTo>
                      <a:pt x="36" y="384"/>
                    </a:lnTo>
                    <a:lnTo>
                      <a:pt x="60" y="408"/>
                    </a:lnTo>
                    <a:lnTo>
                      <a:pt x="60" y="467"/>
                    </a:lnTo>
                    <a:lnTo>
                      <a:pt x="36" y="534"/>
                    </a:lnTo>
                    <a:lnTo>
                      <a:pt x="47" y="720"/>
                    </a:lnTo>
                    <a:lnTo>
                      <a:pt x="47" y="1303"/>
                    </a:lnTo>
                    <a:lnTo>
                      <a:pt x="72" y="1375"/>
                    </a:lnTo>
                    <a:lnTo>
                      <a:pt x="96" y="1375"/>
                    </a:lnTo>
                    <a:lnTo>
                      <a:pt x="162" y="1212"/>
                    </a:lnTo>
                    <a:lnTo>
                      <a:pt x="186" y="1188"/>
                    </a:lnTo>
                    <a:lnTo>
                      <a:pt x="739" y="1212"/>
                    </a:lnTo>
                    <a:lnTo>
                      <a:pt x="781" y="1152"/>
                    </a:lnTo>
                    <a:lnTo>
                      <a:pt x="781" y="1111"/>
                    </a:lnTo>
                    <a:lnTo>
                      <a:pt x="757" y="1086"/>
                    </a:lnTo>
                    <a:lnTo>
                      <a:pt x="565" y="1086"/>
                    </a:lnTo>
                    <a:lnTo>
                      <a:pt x="529" y="1050"/>
                    </a:lnTo>
                    <a:lnTo>
                      <a:pt x="540" y="1014"/>
                    </a:lnTo>
                    <a:lnTo>
                      <a:pt x="540" y="1008"/>
                    </a:lnTo>
                    <a:lnTo>
                      <a:pt x="565" y="985"/>
                    </a:lnTo>
                    <a:lnTo>
                      <a:pt x="739" y="985"/>
                    </a:lnTo>
                    <a:lnTo>
                      <a:pt x="793" y="924"/>
                    </a:lnTo>
                    <a:lnTo>
                      <a:pt x="793" y="894"/>
                    </a:lnTo>
                    <a:lnTo>
                      <a:pt x="727" y="858"/>
                    </a:lnTo>
                    <a:lnTo>
                      <a:pt x="552" y="858"/>
                    </a:lnTo>
                    <a:lnTo>
                      <a:pt x="529" y="834"/>
                    </a:lnTo>
                    <a:lnTo>
                      <a:pt x="540" y="762"/>
                    </a:lnTo>
                    <a:lnTo>
                      <a:pt x="576" y="732"/>
                    </a:lnTo>
                    <a:lnTo>
                      <a:pt x="768" y="720"/>
                    </a:lnTo>
                    <a:lnTo>
                      <a:pt x="793" y="684"/>
                    </a:lnTo>
                    <a:lnTo>
                      <a:pt x="793" y="593"/>
                    </a:lnTo>
                    <a:lnTo>
                      <a:pt x="757" y="570"/>
                    </a:lnTo>
                    <a:lnTo>
                      <a:pt x="540" y="570"/>
                    </a:lnTo>
                    <a:lnTo>
                      <a:pt x="552" y="492"/>
                    </a:lnTo>
                    <a:lnTo>
                      <a:pt x="588" y="456"/>
                    </a:lnTo>
                    <a:lnTo>
                      <a:pt x="757" y="456"/>
                    </a:lnTo>
                    <a:lnTo>
                      <a:pt x="793" y="408"/>
                    </a:lnTo>
                    <a:lnTo>
                      <a:pt x="804" y="330"/>
                    </a:lnTo>
                    <a:lnTo>
                      <a:pt x="804" y="318"/>
                    </a:lnTo>
                    <a:lnTo>
                      <a:pt x="768" y="282"/>
                    </a:lnTo>
                    <a:lnTo>
                      <a:pt x="565" y="282"/>
                    </a:lnTo>
                    <a:lnTo>
                      <a:pt x="565" y="192"/>
                    </a:lnTo>
                    <a:lnTo>
                      <a:pt x="714" y="180"/>
                    </a:lnTo>
                    <a:lnTo>
                      <a:pt x="745" y="180"/>
                    </a:lnTo>
                    <a:lnTo>
                      <a:pt x="793" y="138"/>
                    </a:lnTo>
                    <a:lnTo>
                      <a:pt x="804" y="30"/>
                    </a:lnTo>
                    <a:lnTo>
                      <a:pt x="829" y="0"/>
                    </a:lnTo>
                    <a:lnTo>
                      <a:pt x="840" y="0"/>
                    </a:lnTo>
                    <a:lnTo>
                      <a:pt x="871"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5" name="Freeform 196">
                <a:extLst>
                  <a:ext uri="{FF2B5EF4-FFF2-40B4-BE49-F238E27FC236}">
                    <a16:creationId xmlns:a16="http://schemas.microsoft.com/office/drawing/2014/main" id="{63DE99DC-EF0F-4745-8672-8F4993960159}"/>
                  </a:ext>
                </a:extLst>
              </p:cNvPr>
              <p:cNvSpPr>
                <a:spLocks/>
              </p:cNvSpPr>
              <p:nvPr/>
            </p:nvSpPr>
            <p:spPr bwMode="auto">
              <a:xfrm>
                <a:off x="3788" y="3368"/>
                <a:ext cx="22" cy="22"/>
              </a:xfrm>
              <a:custGeom>
                <a:avLst/>
                <a:gdLst>
                  <a:gd name="T0" fmla="*/ 22 w 216"/>
                  <a:gd name="T1" fmla="*/ 10 h 223"/>
                  <a:gd name="T2" fmla="*/ 18 w 216"/>
                  <a:gd name="T3" fmla="*/ 17 h 223"/>
                  <a:gd name="T4" fmla="*/ 18 w 216"/>
                  <a:gd name="T5" fmla="*/ 18 h 223"/>
                  <a:gd name="T6" fmla="*/ 15 w 216"/>
                  <a:gd name="T7" fmla="*/ 22 h 223"/>
                  <a:gd name="T8" fmla="*/ 0 w 216"/>
                  <a:gd name="T9" fmla="*/ 17 h 223"/>
                  <a:gd name="T10" fmla="*/ 0 w 216"/>
                  <a:gd name="T11" fmla="*/ 13 h 223"/>
                  <a:gd name="T12" fmla="*/ 10 w 216"/>
                  <a:gd name="T13" fmla="*/ 7 h 223"/>
                  <a:gd name="T14" fmla="*/ 13 w 216"/>
                  <a:gd name="T15" fmla="*/ 0 h 223"/>
                  <a:gd name="T16" fmla="*/ 22 w 216"/>
                  <a:gd name="T17" fmla="*/ 5 h 223"/>
                  <a:gd name="T18" fmla="*/ 22 w 216"/>
                  <a:gd name="T19" fmla="*/ 10 h 223"/>
                  <a:gd name="T20" fmla="*/ 22 w 216"/>
                  <a:gd name="T21" fmla="*/ 10 h 2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6" h="223">
                    <a:moveTo>
                      <a:pt x="216" y="97"/>
                    </a:moveTo>
                    <a:lnTo>
                      <a:pt x="180" y="175"/>
                    </a:lnTo>
                    <a:lnTo>
                      <a:pt x="180" y="187"/>
                    </a:lnTo>
                    <a:lnTo>
                      <a:pt x="144" y="223"/>
                    </a:lnTo>
                    <a:lnTo>
                      <a:pt x="0" y="175"/>
                    </a:lnTo>
                    <a:lnTo>
                      <a:pt x="0" y="133"/>
                    </a:lnTo>
                    <a:lnTo>
                      <a:pt x="101" y="72"/>
                    </a:lnTo>
                    <a:lnTo>
                      <a:pt x="132" y="0"/>
                    </a:lnTo>
                    <a:lnTo>
                      <a:pt x="216" y="49"/>
                    </a:lnTo>
                    <a:lnTo>
                      <a:pt x="216"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6" name="Freeform 197">
                <a:extLst>
                  <a:ext uri="{FF2B5EF4-FFF2-40B4-BE49-F238E27FC236}">
                    <a16:creationId xmlns:a16="http://schemas.microsoft.com/office/drawing/2014/main" id="{CB22CAA3-8BB4-41CD-83FF-049E173B2EE1}"/>
                  </a:ext>
                </a:extLst>
              </p:cNvPr>
              <p:cNvSpPr>
                <a:spLocks/>
              </p:cNvSpPr>
              <p:nvPr/>
            </p:nvSpPr>
            <p:spPr bwMode="auto">
              <a:xfrm>
                <a:off x="4377" y="3368"/>
                <a:ext cx="40" cy="109"/>
              </a:xfrm>
              <a:custGeom>
                <a:avLst/>
                <a:gdLst>
                  <a:gd name="T0" fmla="*/ 33 w 384"/>
                  <a:gd name="T1" fmla="*/ 5 h 1081"/>
                  <a:gd name="T2" fmla="*/ 40 w 384"/>
                  <a:gd name="T3" fmla="*/ 10 h 1081"/>
                  <a:gd name="T4" fmla="*/ 40 w 384"/>
                  <a:gd name="T5" fmla="*/ 42 h 1081"/>
                  <a:gd name="T6" fmla="*/ 38 w 384"/>
                  <a:gd name="T7" fmla="*/ 70 h 1081"/>
                  <a:gd name="T8" fmla="*/ 36 w 384"/>
                  <a:gd name="T9" fmla="*/ 105 h 1081"/>
                  <a:gd name="T10" fmla="*/ 30 w 384"/>
                  <a:gd name="T11" fmla="*/ 109 h 1081"/>
                  <a:gd name="T12" fmla="*/ 1 w 384"/>
                  <a:gd name="T13" fmla="*/ 109 h 1081"/>
                  <a:gd name="T14" fmla="*/ 1 w 384"/>
                  <a:gd name="T15" fmla="*/ 100 h 1081"/>
                  <a:gd name="T16" fmla="*/ 5 w 384"/>
                  <a:gd name="T17" fmla="*/ 96 h 1081"/>
                  <a:gd name="T18" fmla="*/ 21 w 384"/>
                  <a:gd name="T19" fmla="*/ 96 h 1081"/>
                  <a:gd name="T20" fmla="*/ 26 w 384"/>
                  <a:gd name="T21" fmla="*/ 91 h 1081"/>
                  <a:gd name="T22" fmla="*/ 26 w 384"/>
                  <a:gd name="T23" fmla="*/ 90 h 1081"/>
                  <a:gd name="T24" fmla="*/ 22 w 384"/>
                  <a:gd name="T25" fmla="*/ 86 h 1081"/>
                  <a:gd name="T26" fmla="*/ 3 w 384"/>
                  <a:gd name="T27" fmla="*/ 84 h 1081"/>
                  <a:gd name="T28" fmla="*/ 0 w 384"/>
                  <a:gd name="T29" fmla="*/ 81 h 1081"/>
                  <a:gd name="T30" fmla="*/ 3 w 384"/>
                  <a:gd name="T31" fmla="*/ 78 h 1081"/>
                  <a:gd name="T32" fmla="*/ 10 w 384"/>
                  <a:gd name="T33" fmla="*/ 73 h 1081"/>
                  <a:gd name="T34" fmla="*/ 24 w 384"/>
                  <a:gd name="T35" fmla="*/ 72 h 1081"/>
                  <a:gd name="T36" fmla="*/ 26 w 384"/>
                  <a:gd name="T37" fmla="*/ 68 h 1081"/>
                  <a:gd name="T38" fmla="*/ 26 w 384"/>
                  <a:gd name="T39" fmla="*/ 61 h 1081"/>
                  <a:gd name="T40" fmla="*/ 24 w 384"/>
                  <a:gd name="T41" fmla="*/ 58 h 1081"/>
                  <a:gd name="T42" fmla="*/ 6 w 384"/>
                  <a:gd name="T43" fmla="*/ 58 h 1081"/>
                  <a:gd name="T44" fmla="*/ 0 w 384"/>
                  <a:gd name="T45" fmla="*/ 56 h 1081"/>
                  <a:gd name="T46" fmla="*/ 3 w 384"/>
                  <a:gd name="T47" fmla="*/ 49 h 1081"/>
                  <a:gd name="T48" fmla="*/ 6 w 384"/>
                  <a:gd name="T49" fmla="*/ 45 h 1081"/>
                  <a:gd name="T50" fmla="*/ 22 w 384"/>
                  <a:gd name="T51" fmla="*/ 45 h 1081"/>
                  <a:gd name="T52" fmla="*/ 26 w 384"/>
                  <a:gd name="T53" fmla="*/ 41 h 1081"/>
                  <a:gd name="T54" fmla="*/ 26 w 384"/>
                  <a:gd name="T55" fmla="*/ 30 h 1081"/>
                  <a:gd name="T56" fmla="*/ 23 w 384"/>
                  <a:gd name="T57" fmla="*/ 27 h 1081"/>
                  <a:gd name="T58" fmla="*/ 4 w 384"/>
                  <a:gd name="T59" fmla="*/ 27 h 1081"/>
                  <a:gd name="T60" fmla="*/ 5 w 384"/>
                  <a:gd name="T61" fmla="*/ 21 h 1081"/>
                  <a:gd name="T62" fmla="*/ 5 w 384"/>
                  <a:gd name="T63" fmla="*/ 18 h 1081"/>
                  <a:gd name="T64" fmla="*/ 24 w 384"/>
                  <a:gd name="T65" fmla="*/ 14 h 1081"/>
                  <a:gd name="T66" fmla="*/ 26 w 384"/>
                  <a:gd name="T67" fmla="*/ 12 h 1081"/>
                  <a:gd name="T68" fmla="*/ 28 w 384"/>
                  <a:gd name="T69" fmla="*/ 0 h 1081"/>
                  <a:gd name="T70" fmla="*/ 30 w 384"/>
                  <a:gd name="T71" fmla="*/ 0 h 1081"/>
                  <a:gd name="T72" fmla="*/ 33 w 384"/>
                  <a:gd name="T73" fmla="*/ 5 h 1081"/>
                  <a:gd name="T74" fmla="*/ 33 w 384"/>
                  <a:gd name="T75" fmla="*/ 5 h 108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84" h="1081">
                    <a:moveTo>
                      <a:pt x="312" y="49"/>
                    </a:moveTo>
                    <a:lnTo>
                      <a:pt x="384" y="97"/>
                    </a:lnTo>
                    <a:lnTo>
                      <a:pt x="384" y="415"/>
                    </a:lnTo>
                    <a:lnTo>
                      <a:pt x="360" y="691"/>
                    </a:lnTo>
                    <a:lnTo>
                      <a:pt x="348" y="1045"/>
                    </a:lnTo>
                    <a:lnTo>
                      <a:pt x="288" y="1081"/>
                    </a:lnTo>
                    <a:lnTo>
                      <a:pt x="12" y="1081"/>
                    </a:lnTo>
                    <a:lnTo>
                      <a:pt x="12" y="991"/>
                    </a:lnTo>
                    <a:lnTo>
                      <a:pt x="48" y="955"/>
                    </a:lnTo>
                    <a:lnTo>
                      <a:pt x="198" y="955"/>
                    </a:lnTo>
                    <a:lnTo>
                      <a:pt x="246" y="901"/>
                    </a:lnTo>
                    <a:lnTo>
                      <a:pt x="246" y="889"/>
                    </a:lnTo>
                    <a:lnTo>
                      <a:pt x="210" y="853"/>
                    </a:lnTo>
                    <a:lnTo>
                      <a:pt x="24" y="829"/>
                    </a:lnTo>
                    <a:lnTo>
                      <a:pt x="0" y="805"/>
                    </a:lnTo>
                    <a:lnTo>
                      <a:pt x="24" y="769"/>
                    </a:lnTo>
                    <a:lnTo>
                      <a:pt x="96" y="727"/>
                    </a:lnTo>
                    <a:lnTo>
                      <a:pt x="234" y="715"/>
                    </a:lnTo>
                    <a:lnTo>
                      <a:pt x="252" y="679"/>
                    </a:lnTo>
                    <a:lnTo>
                      <a:pt x="252" y="601"/>
                    </a:lnTo>
                    <a:lnTo>
                      <a:pt x="234" y="577"/>
                    </a:lnTo>
                    <a:lnTo>
                      <a:pt x="60" y="577"/>
                    </a:lnTo>
                    <a:lnTo>
                      <a:pt x="0" y="552"/>
                    </a:lnTo>
                    <a:lnTo>
                      <a:pt x="24" y="487"/>
                    </a:lnTo>
                    <a:lnTo>
                      <a:pt x="60" y="451"/>
                    </a:lnTo>
                    <a:lnTo>
                      <a:pt x="210" y="451"/>
                    </a:lnTo>
                    <a:lnTo>
                      <a:pt x="252" y="403"/>
                    </a:lnTo>
                    <a:lnTo>
                      <a:pt x="252" y="301"/>
                    </a:lnTo>
                    <a:lnTo>
                      <a:pt x="222" y="265"/>
                    </a:lnTo>
                    <a:lnTo>
                      <a:pt x="36" y="265"/>
                    </a:lnTo>
                    <a:lnTo>
                      <a:pt x="48" y="211"/>
                    </a:lnTo>
                    <a:lnTo>
                      <a:pt x="48" y="175"/>
                    </a:lnTo>
                    <a:lnTo>
                      <a:pt x="234" y="139"/>
                    </a:lnTo>
                    <a:lnTo>
                      <a:pt x="252" y="121"/>
                    </a:lnTo>
                    <a:lnTo>
                      <a:pt x="264" y="0"/>
                    </a:lnTo>
                    <a:lnTo>
                      <a:pt x="288" y="0"/>
                    </a:lnTo>
                    <a:lnTo>
                      <a:pt x="3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7" name="Freeform 198">
                <a:extLst>
                  <a:ext uri="{FF2B5EF4-FFF2-40B4-BE49-F238E27FC236}">
                    <a16:creationId xmlns:a16="http://schemas.microsoft.com/office/drawing/2014/main" id="{2D27AE06-3AB8-4015-81F4-A5F311359F41}"/>
                  </a:ext>
                </a:extLst>
              </p:cNvPr>
              <p:cNvSpPr>
                <a:spLocks/>
              </p:cNvSpPr>
              <p:nvPr/>
            </p:nvSpPr>
            <p:spPr bwMode="auto">
              <a:xfrm>
                <a:off x="4463" y="3370"/>
                <a:ext cx="93" cy="150"/>
              </a:xfrm>
              <a:custGeom>
                <a:avLst/>
                <a:gdLst>
                  <a:gd name="T0" fmla="*/ 87 w 883"/>
                  <a:gd name="T1" fmla="*/ 12 h 1483"/>
                  <a:gd name="T2" fmla="*/ 90 w 883"/>
                  <a:gd name="T3" fmla="*/ 85 h 1483"/>
                  <a:gd name="T4" fmla="*/ 88 w 883"/>
                  <a:gd name="T5" fmla="*/ 93 h 1483"/>
                  <a:gd name="T6" fmla="*/ 89 w 883"/>
                  <a:gd name="T7" fmla="*/ 146 h 1483"/>
                  <a:gd name="T8" fmla="*/ 51 w 883"/>
                  <a:gd name="T9" fmla="*/ 150 h 1483"/>
                  <a:gd name="T10" fmla="*/ 53 w 883"/>
                  <a:gd name="T11" fmla="*/ 126 h 1483"/>
                  <a:gd name="T12" fmla="*/ 77 w 883"/>
                  <a:gd name="T13" fmla="*/ 121 h 1483"/>
                  <a:gd name="T14" fmla="*/ 72 w 883"/>
                  <a:gd name="T15" fmla="*/ 87 h 1483"/>
                  <a:gd name="T16" fmla="*/ 48 w 883"/>
                  <a:gd name="T17" fmla="*/ 85 h 1483"/>
                  <a:gd name="T18" fmla="*/ 44 w 883"/>
                  <a:gd name="T19" fmla="*/ 134 h 1483"/>
                  <a:gd name="T20" fmla="*/ 40 w 883"/>
                  <a:gd name="T21" fmla="*/ 146 h 1483"/>
                  <a:gd name="T22" fmla="*/ 1 w 883"/>
                  <a:gd name="T23" fmla="*/ 150 h 1483"/>
                  <a:gd name="T24" fmla="*/ 0 w 883"/>
                  <a:gd name="T25" fmla="*/ 141 h 1483"/>
                  <a:gd name="T26" fmla="*/ 27 w 883"/>
                  <a:gd name="T27" fmla="*/ 123 h 1483"/>
                  <a:gd name="T28" fmla="*/ 31 w 883"/>
                  <a:gd name="T29" fmla="*/ 113 h 1483"/>
                  <a:gd name="T30" fmla="*/ 5 w 883"/>
                  <a:gd name="T31" fmla="*/ 108 h 1483"/>
                  <a:gd name="T32" fmla="*/ 27 w 883"/>
                  <a:gd name="T33" fmla="*/ 98 h 1483"/>
                  <a:gd name="T34" fmla="*/ 30 w 883"/>
                  <a:gd name="T35" fmla="*/ 87 h 1483"/>
                  <a:gd name="T36" fmla="*/ 3 w 883"/>
                  <a:gd name="T37" fmla="*/ 84 h 1483"/>
                  <a:gd name="T38" fmla="*/ 7 w 883"/>
                  <a:gd name="T39" fmla="*/ 73 h 1483"/>
                  <a:gd name="T40" fmla="*/ 27 w 883"/>
                  <a:gd name="T41" fmla="*/ 72 h 1483"/>
                  <a:gd name="T42" fmla="*/ 30 w 883"/>
                  <a:gd name="T43" fmla="*/ 59 h 1483"/>
                  <a:gd name="T44" fmla="*/ 7 w 883"/>
                  <a:gd name="T45" fmla="*/ 56 h 1483"/>
                  <a:gd name="T46" fmla="*/ 5 w 883"/>
                  <a:gd name="T47" fmla="*/ 52 h 1483"/>
                  <a:gd name="T48" fmla="*/ 8 w 883"/>
                  <a:gd name="T49" fmla="*/ 45 h 1483"/>
                  <a:gd name="T50" fmla="*/ 30 w 883"/>
                  <a:gd name="T51" fmla="*/ 41 h 1483"/>
                  <a:gd name="T52" fmla="*/ 27 w 883"/>
                  <a:gd name="T53" fmla="*/ 25 h 1483"/>
                  <a:gd name="T54" fmla="*/ 5 w 883"/>
                  <a:gd name="T55" fmla="*/ 22 h 1483"/>
                  <a:gd name="T56" fmla="*/ 27 w 883"/>
                  <a:gd name="T57" fmla="*/ 15 h 1483"/>
                  <a:gd name="T58" fmla="*/ 29 w 883"/>
                  <a:gd name="T59" fmla="*/ 2 h 1483"/>
                  <a:gd name="T60" fmla="*/ 37 w 883"/>
                  <a:gd name="T61" fmla="*/ 8 h 1483"/>
                  <a:gd name="T62" fmla="*/ 44 w 883"/>
                  <a:gd name="T63" fmla="*/ 24 h 1483"/>
                  <a:gd name="T64" fmla="*/ 44 w 883"/>
                  <a:gd name="T65" fmla="*/ 47 h 1483"/>
                  <a:gd name="T66" fmla="*/ 47 w 883"/>
                  <a:gd name="T67" fmla="*/ 79 h 1483"/>
                  <a:gd name="T68" fmla="*/ 68 w 883"/>
                  <a:gd name="T69" fmla="*/ 75 h 1483"/>
                  <a:gd name="T70" fmla="*/ 76 w 883"/>
                  <a:gd name="T71" fmla="*/ 70 h 1483"/>
                  <a:gd name="T72" fmla="*/ 73 w 883"/>
                  <a:gd name="T73" fmla="*/ 47 h 1483"/>
                  <a:gd name="T74" fmla="*/ 75 w 883"/>
                  <a:gd name="T75" fmla="*/ 34 h 1483"/>
                  <a:gd name="T76" fmla="*/ 51 w 883"/>
                  <a:gd name="T77" fmla="*/ 29 h 1483"/>
                  <a:gd name="T78" fmla="*/ 52 w 883"/>
                  <a:gd name="T79" fmla="*/ 16 h 1483"/>
                  <a:gd name="T80" fmla="*/ 73 w 883"/>
                  <a:gd name="T81" fmla="*/ 12 h 1483"/>
                  <a:gd name="T82" fmla="*/ 76 w 883"/>
                  <a:gd name="T83" fmla="*/ 0 h 1483"/>
                  <a:gd name="T84" fmla="*/ 82 w 883"/>
                  <a:gd name="T85" fmla="*/ 8 h 14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883" h="1483">
                    <a:moveTo>
                      <a:pt x="781" y="84"/>
                    </a:moveTo>
                    <a:lnTo>
                      <a:pt x="823" y="120"/>
                    </a:lnTo>
                    <a:lnTo>
                      <a:pt x="847" y="377"/>
                    </a:lnTo>
                    <a:lnTo>
                      <a:pt x="859" y="840"/>
                    </a:lnTo>
                    <a:lnTo>
                      <a:pt x="859" y="888"/>
                    </a:lnTo>
                    <a:lnTo>
                      <a:pt x="835" y="918"/>
                    </a:lnTo>
                    <a:lnTo>
                      <a:pt x="883" y="1380"/>
                    </a:lnTo>
                    <a:lnTo>
                      <a:pt x="847" y="1447"/>
                    </a:lnTo>
                    <a:lnTo>
                      <a:pt x="799" y="1483"/>
                    </a:lnTo>
                    <a:lnTo>
                      <a:pt x="480" y="1483"/>
                    </a:lnTo>
                    <a:lnTo>
                      <a:pt x="457" y="1458"/>
                    </a:lnTo>
                    <a:lnTo>
                      <a:pt x="505" y="1242"/>
                    </a:lnTo>
                    <a:lnTo>
                      <a:pt x="697" y="1231"/>
                    </a:lnTo>
                    <a:lnTo>
                      <a:pt x="733" y="1194"/>
                    </a:lnTo>
                    <a:lnTo>
                      <a:pt x="721" y="894"/>
                    </a:lnTo>
                    <a:lnTo>
                      <a:pt x="685" y="864"/>
                    </a:lnTo>
                    <a:lnTo>
                      <a:pt x="480" y="864"/>
                    </a:lnTo>
                    <a:lnTo>
                      <a:pt x="457" y="840"/>
                    </a:lnTo>
                    <a:lnTo>
                      <a:pt x="415" y="906"/>
                    </a:lnTo>
                    <a:lnTo>
                      <a:pt x="415" y="1321"/>
                    </a:lnTo>
                    <a:lnTo>
                      <a:pt x="390" y="1344"/>
                    </a:lnTo>
                    <a:lnTo>
                      <a:pt x="379" y="1447"/>
                    </a:lnTo>
                    <a:lnTo>
                      <a:pt x="331" y="1483"/>
                    </a:lnTo>
                    <a:lnTo>
                      <a:pt x="12" y="1483"/>
                    </a:lnTo>
                    <a:lnTo>
                      <a:pt x="0" y="1470"/>
                    </a:lnTo>
                    <a:lnTo>
                      <a:pt x="0" y="1398"/>
                    </a:lnTo>
                    <a:lnTo>
                      <a:pt x="61" y="1242"/>
                    </a:lnTo>
                    <a:lnTo>
                      <a:pt x="252" y="1218"/>
                    </a:lnTo>
                    <a:lnTo>
                      <a:pt x="295" y="1129"/>
                    </a:lnTo>
                    <a:lnTo>
                      <a:pt x="295" y="1116"/>
                    </a:lnTo>
                    <a:lnTo>
                      <a:pt x="264" y="1080"/>
                    </a:lnTo>
                    <a:lnTo>
                      <a:pt x="48" y="1068"/>
                    </a:lnTo>
                    <a:lnTo>
                      <a:pt x="66" y="978"/>
                    </a:lnTo>
                    <a:lnTo>
                      <a:pt x="252" y="967"/>
                    </a:lnTo>
                    <a:lnTo>
                      <a:pt x="288" y="931"/>
                    </a:lnTo>
                    <a:lnTo>
                      <a:pt x="288" y="864"/>
                    </a:lnTo>
                    <a:lnTo>
                      <a:pt x="252" y="828"/>
                    </a:lnTo>
                    <a:lnTo>
                      <a:pt x="30" y="828"/>
                    </a:lnTo>
                    <a:lnTo>
                      <a:pt x="30" y="768"/>
                    </a:lnTo>
                    <a:lnTo>
                      <a:pt x="66" y="726"/>
                    </a:lnTo>
                    <a:lnTo>
                      <a:pt x="216" y="714"/>
                    </a:lnTo>
                    <a:lnTo>
                      <a:pt x="252" y="714"/>
                    </a:lnTo>
                    <a:lnTo>
                      <a:pt x="288" y="678"/>
                    </a:lnTo>
                    <a:lnTo>
                      <a:pt x="288" y="588"/>
                    </a:lnTo>
                    <a:lnTo>
                      <a:pt x="228" y="539"/>
                    </a:lnTo>
                    <a:lnTo>
                      <a:pt x="66" y="552"/>
                    </a:lnTo>
                    <a:lnTo>
                      <a:pt x="30" y="552"/>
                    </a:lnTo>
                    <a:lnTo>
                      <a:pt x="48" y="516"/>
                    </a:lnTo>
                    <a:lnTo>
                      <a:pt x="48" y="480"/>
                    </a:lnTo>
                    <a:lnTo>
                      <a:pt x="79" y="449"/>
                    </a:lnTo>
                    <a:lnTo>
                      <a:pt x="252" y="438"/>
                    </a:lnTo>
                    <a:lnTo>
                      <a:pt x="288" y="402"/>
                    </a:lnTo>
                    <a:lnTo>
                      <a:pt x="288" y="288"/>
                    </a:lnTo>
                    <a:lnTo>
                      <a:pt x="252" y="252"/>
                    </a:lnTo>
                    <a:lnTo>
                      <a:pt x="48" y="264"/>
                    </a:lnTo>
                    <a:lnTo>
                      <a:pt x="48" y="221"/>
                    </a:lnTo>
                    <a:lnTo>
                      <a:pt x="66" y="149"/>
                    </a:lnTo>
                    <a:lnTo>
                      <a:pt x="252" y="149"/>
                    </a:lnTo>
                    <a:lnTo>
                      <a:pt x="288" y="120"/>
                    </a:lnTo>
                    <a:lnTo>
                      <a:pt x="277" y="23"/>
                    </a:lnTo>
                    <a:lnTo>
                      <a:pt x="288" y="12"/>
                    </a:lnTo>
                    <a:lnTo>
                      <a:pt x="354" y="84"/>
                    </a:lnTo>
                    <a:lnTo>
                      <a:pt x="390" y="90"/>
                    </a:lnTo>
                    <a:lnTo>
                      <a:pt x="415" y="234"/>
                    </a:lnTo>
                    <a:lnTo>
                      <a:pt x="390" y="324"/>
                    </a:lnTo>
                    <a:lnTo>
                      <a:pt x="415" y="462"/>
                    </a:lnTo>
                    <a:lnTo>
                      <a:pt x="421" y="756"/>
                    </a:lnTo>
                    <a:lnTo>
                      <a:pt x="444" y="780"/>
                    </a:lnTo>
                    <a:lnTo>
                      <a:pt x="480" y="756"/>
                    </a:lnTo>
                    <a:lnTo>
                      <a:pt x="642" y="744"/>
                    </a:lnTo>
                    <a:lnTo>
                      <a:pt x="679" y="738"/>
                    </a:lnTo>
                    <a:lnTo>
                      <a:pt x="721" y="690"/>
                    </a:lnTo>
                    <a:lnTo>
                      <a:pt x="721" y="516"/>
                    </a:lnTo>
                    <a:lnTo>
                      <a:pt x="697" y="462"/>
                    </a:lnTo>
                    <a:lnTo>
                      <a:pt x="709" y="359"/>
                    </a:lnTo>
                    <a:lnTo>
                      <a:pt x="709" y="336"/>
                    </a:lnTo>
                    <a:lnTo>
                      <a:pt x="679" y="300"/>
                    </a:lnTo>
                    <a:lnTo>
                      <a:pt x="480" y="288"/>
                    </a:lnTo>
                    <a:lnTo>
                      <a:pt x="480" y="174"/>
                    </a:lnTo>
                    <a:lnTo>
                      <a:pt x="493" y="162"/>
                    </a:lnTo>
                    <a:lnTo>
                      <a:pt x="679" y="138"/>
                    </a:lnTo>
                    <a:lnTo>
                      <a:pt x="697" y="120"/>
                    </a:lnTo>
                    <a:lnTo>
                      <a:pt x="697" y="23"/>
                    </a:lnTo>
                    <a:lnTo>
                      <a:pt x="721" y="0"/>
                    </a:lnTo>
                    <a:lnTo>
                      <a:pt x="733" y="0"/>
                    </a:lnTo>
                    <a:lnTo>
                      <a:pt x="781"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8" name="Freeform 199">
                <a:extLst>
                  <a:ext uri="{FF2B5EF4-FFF2-40B4-BE49-F238E27FC236}">
                    <a16:creationId xmlns:a16="http://schemas.microsoft.com/office/drawing/2014/main" id="{F1D940B7-735B-4469-B499-421F1290ABE7}"/>
                  </a:ext>
                </a:extLst>
              </p:cNvPr>
              <p:cNvSpPr>
                <a:spLocks/>
              </p:cNvSpPr>
              <p:nvPr/>
            </p:nvSpPr>
            <p:spPr bwMode="auto">
              <a:xfrm>
                <a:off x="3543" y="3390"/>
                <a:ext cx="73" cy="53"/>
              </a:xfrm>
              <a:custGeom>
                <a:avLst/>
                <a:gdLst>
                  <a:gd name="T0" fmla="*/ 73 w 698"/>
                  <a:gd name="T1" fmla="*/ 13 h 504"/>
                  <a:gd name="T2" fmla="*/ 69 w 698"/>
                  <a:gd name="T3" fmla="*/ 28 h 504"/>
                  <a:gd name="T4" fmla="*/ 67 w 698"/>
                  <a:gd name="T5" fmla="*/ 32 h 504"/>
                  <a:gd name="T6" fmla="*/ 58 w 698"/>
                  <a:gd name="T7" fmla="*/ 35 h 504"/>
                  <a:gd name="T8" fmla="*/ 56 w 698"/>
                  <a:gd name="T9" fmla="*/ 37 h 504"/>
                  <a:gd name="T10" fmla="*/ 54 w 698"/>
                  <a:gd name="T11" fmla="*/ 49 h 504"/>
                  <a:gd name="T12" fmla="*/ 50 w 698"/>
                  <a:gd name="T13" fmla="*/ 53 h 504"/>
                  <a:gd name="T14" fmla="*/ 0 w 698"/>
                  <a:gd name="T15" fmla="*/ 53 h 504"/>
                  <a:gd name="T16" fmla="*/ 0 w 698"/>
                  <a:gd name="T17" fmla="*/ 45 h 504"/>
                  <a:gd name="T18" fmla="*/ 2 w 698"/>
                  <a:gd name="T19" fmla="*/ 42 h 504"/>
                  <a:gd name="T20" fmla="*/ 39 w 698"/>
                  <a:gd name="T21" fmla="*/ 40 h 504"/>
                  <a:gd name="T22" fmla="*/ 44 w 698"/>
                  <a:gd name="T23" fmla="*/ 33 h 504"/>
                  <a:gd name="T24" fmla="*/ 44 w 698"/>
                  <a:gd name="T25" fmla="*/ 28 h 504"/>
                  <a:gd name="T26" fmla="*/ 38 w 698"/>
                  <a:gd name="T27" fmla="*/ 25 h 504"/>
                  <a:gd name="T28" fmla="*/ 11 w 698"/>
                  <a:gd name="T29" fmla="*/ 24 h 504"/>
                  <a:gd name="T30" fmla="*/ 8 w 698"/>
                  <a:gd name="T31" fmla="*/ 24 h 504"/>
                  <a:gd name="T32" fmla="*/ 8 w 698"/>
                  <a:gd name="T33" fmla="*/ 15 h 504"/>
                  <a:gd name="T34" fmla="*/ 11 w 698"/>
                  <a:gd name="T35" fmla="*/ 12 h 504"/>
                  <a:gd name="T36" fmla="*/ 43 w 698"/>
                  <a:gd name="T37" fmla="*/ 15 h 504"/>
                  <a:gd name="T38" fmla="*/ 52 w 698"/>
                  <a:gd name="T39" fmla="*/ 12 h 504"/>
                  <a:gd name="T40" fmla="*/ 57 w 698"/>
                  <a:gd name="T41" fmla="*/ 6 h 504"/>
                  <a:gd name="T42" fmla="*/ 58 w 698"/>
                  <a:gd name="T43" fmla="*/ 1 h 504"/>
                  <a:gd name="T44" fmla="*/ 61 w 698"/>
                  <a:gd name="T45" fmla="*/ 0 h 504"/>
                  <a:gd name="T46" fmla="*/ 70 w 698"/>
                  <a:gd name="T47" fmla="*/ 11 h 504"/>
                  <a:gd name="T48" fmla="*/ 73 w 698"/>
                  <a:gd name="T49" fmla="*/ 13 h 504"/>
                  <a:gd name="T50" fmla="*/ 73 w 698"/>
                  <a:gd name="T51" fmla="*/ 13 h 50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98" h="504">
                    <a:moveTo>
                      <a:pt x="698" y="126"/>
                    </a:moveTo>
                    <a:lnTo>
                      <a:pt x="662" y="264"/>
                    </a:lnTo>
                    <a:lnTo>
                      <a:pt x="637" y="306"/>
                    </a:lnTo>
                    <a:lnTo>
                      <a:pt x="559" y="329"/>
                    </a:lnTo>
                    <a:lnTo>
                      <a:pt x="536" y="354"/>
                    </a:lnTo>
                    <a:lnTo>
                      <a:pt x="518" y="468"/>
                    </a:lnTo>
                    <a:lnTo>
                      <a:pt x="482" y="504"/>
                    </a:lnTo>
                    <a:lnTo>
                      <a:pt x="0" y="504"/>
                    </a:lnTo>
                    <a:lnTo>
                      <a:pt x="0" y="432"/>
                    </a:lnTo>
                    <a:lnTo>
                      <a:pt x="18" y="396"/>
                    </a:lnTo>
                    <a:lnTo>
                      <a:pt x="372" y="378"/>
                    </a:lnTo>
                    <a:lnTo>
                      <a:pt x="421" y="318"/>
                    </a:lnTo>
                    <a:lnTo>
                      <a:pt x="421" y="270"/>
                    </a:lnTo>
                    <a:lnTo>
                      <a:pt x="367" y="239"/>
                    </a:lnTo>
                    <a:lnTo>
                      <a:pt x="109" y="228"/>
                    </a:lnTo>
                    <a:lnTo>
                      <a:pt x="79" y="228"/>
                    </a:lnTo>
                    <a:lnTo>
                      <a:pt x="79" y="138"/>
                    </a:lnTo>
                    <a:lnTo>
                      <a:pt x="102" y="114"/>
                    </a:lnTo>
                    <a:lnTo>
                      <a:pt x="410" y="138"/>
                    </a:lnTo>
                    <a:lnTo>
                      <a:pt x="500" y="114"/>
                    </a:lnTo>
                    <a:lnTo>
                      <a:pt x="547" y="54"/>
                    </a:lnTo>
                    <a:lnTo>
                      <a:pt x="559" y="11"/>
                    </a:lnTo>
                    <a:lnTo>
                      <a:pt x="583" y="0"/>
                    </a:lnTo>
                    <a:lnTo>
                      <a:pt x="673" y="102"/>
                    </a:lnTo>
                    <a:lnTo>
                      <a:pt x="698"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9" name="Freeform 200">
                <a:extLst>
                  <a:ext uri="{FF2B5EF4-FFF2-40B4-BE49-F238E27FC236}">
                    <a16:creationId xmlns:a16="http://schemas.microsoft.com/office/drawing/2014/main" id="{2A046EE4-B1BF-4BD8-B003-C6BFEDEFE4AE}"/>
                  </a:ext>
                </a:extLst>
              </p:cNvPr>
              <p:cNvSpPr>
                <a:spLocks/>
              </p:cNvSpPr>
              <p:nvPr/>
            </p:nvSpPr>
            <p:spPr bwMode="auto">
              <a:xfrm>
                <a:off x="3722" y="3393"/>
                <a:ext cx="19" cy="22"/>
              </a:xfrm>
              <a:custGeom>
                <a:avLst/>
                <a:gdLst>
                  <a:gd name="T0" fmla="*/ 15 w 193"/>
                  <a:gd name="T1" fmla="*/ 7 h 215"/>
                  <a:gd name="T2" fmla="*/ 19 w 193"/>
                  <a:gd name="T3" fmla="*/ 12 h 215"/>
                  <a:gd name="T4" fmla="*/ 15 w 193"/>
                  <a:gd name="T5" fmla="*/ 22 h 215"/>
                  <a:gd name="T6" fmla="*/ 7 w 193"/>
                  <a:gd name="T7" fmla="*/ 22 h 215"/>
                  <a:gd name="T8" fmla="*/ 0 w 193"/>
                  <a:gd name="T9" fmla="*/ 15 h 215"/>
                  <a:gd name="T10" fmla="*/ 0 w 193"/>
                  <a:gd name="T11" fmla="*/ 12 h 215"/>
                  <a:gd name="T12" fmla="*/ 4 w 193"/>
                  <a:gd name="T13" fmla="*/ 9 h 215"/>
                  <a:gd name="T14" fmla="*/ 12 w 193"/>
                  <a:gd name="T15" fmla="*/ 0 h 215"/>
                  <a:gd name="T16" fmla="*/ 14 w 193"/>
                  <a:gd name="T17" fmla="*/ 0 h 215"/>
                  <a:gd name="T18" fmla="*/ 15 w 193"/>
                  <a:gd name="T19" fmla="*/ 7 h 215"/>
                  <a:gd name="T20" fmla="*/ 15 w 193"/>
                  <a:gd name="T21" fmla="*/ 7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3" h="215">
                    <a:moveTo>
                      <a:pt x="157" y="66"/>
                    </a:moveTo>
                    <a:lnTo>
                      <a:pt x="193" y="114"/>
                    </a:lnTo>
                    <a:lnTo>
                      <a:pt x="157" y="215"/>
                    </a:lnTo>
                    <a:lnTo>
                      <a:pt x="67" y="215"/>
                    </a:lnTo>
                    <a:lnTo>
                      <a:pt x="0" y="143"/>
                    </a:lnTo>
                    <a:lnTo>
                      <a:pt x="0" y="114"/>
                    </a:lnTo>
                    <a:lnTo>
                      <a:pt x="43" y="90"/>
                    </a:lnTo>
                    <a:lnTo>
                      <a:pt x="126" y="0"/>
                    </a:lnTo>
                    <a:lnTo>
                      <a:pt x="139" y="0"/>
                    </a:lnTo>
                    <a:lnTo>
                      <a:pt x="157"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0" name="Freeform 201">
                <a:extLst>
                  <a:ext uri="{FF2B5EF4-FFF2-40B4-BE49-F238E27FC236}">
                    <a16:creationId xmlns:a16="http://schemas.microsoft.com/office/drawing/2014/main" id="{3862ACFE-56B5-4ECC-BC5A-99478EDF409E}"/>
                  </a:ext>
                </a:extLst>
              </p:cNvPr>
              <p:cNvSpPr>
                <a:spLocks/>
              </p:cNvSpPr>
              <p:nvPr/>
            </p:nvSpPr>
            <p:spPr bwMode="auto">
              <a:xfrm>
                <a:off x="3790" y="3393"/>
                <a:ext cx="38" cy="28"/>
              </a:xfrm>
              <a:custGeom>
                <a:avLst/>
                <a:gdLst>
                  <a:gd name="T0" fmla="*/ 34 w 367"/>
                  <a:gd name="T1" fmla="*/ 7 h 269"/>
                  <a:gd name="T2" fmla="*/ 38 w 367"/>
                  <a:gd name="T3" fmla="*/ 12 h 269"/>
                  <a:gd name="T4" fmla="*/ 36 w 367"/>
                  <a:gd name="T5" fmla="*/ 24 h 269"/>
                  <a:gd name="T6" fmla="*/ 34 w 367"/>
                  <a:gd name="T7" fmla="*/ 26 h 269"/>
                  <a:gd name="T8" fmla="*/ 8 w 367"/>
                  <a:gd name="T9" fmla="*/ 26 h 269"/>
                  <a:gd name="T10" fmla="*/ 6 w 367"/>
                  <a:gd name="T11" fmla="*/ 28 h 269"/>
                  <a:gd name="T12" fmla="*/ 3 w 367"/>
                  <a:gd name="T13" fmla="*/ 28 h 269"/>
                  <a:gd name="T14" fmla="*/ 0 w 367"/>
                  <a:gd name="T15" fmla="*/ 22 h 269"/>
                  <a:gd name="T16" fmla="*/ 0 w 367"/>
                  <a:gd name="T17" fmla="*/ 17 h 269"/>
                  <a:gd name="T18" fmla="*/ 4 w 367"/>
                  <a:gd name="T19" fmla="*/ 15 h 269"/>
                  <a:gd name="T20" fmla="*/ 22 w 367"/>
                  <a:gd name="T21" fmla="*/ 13 h 269"/>
                  <a:gd name="T22" fmla="*/ 27 w 367"/>
                  <a:gd name="T23" fmla="*/ 3 h 269"/>
                  <a:gd name="T24" fmla="*/ 30 w 367"/>
                  <a:gd name="T25" fmla="*/ 0 h 269"/>
                  <a:gd name="T26" fmla="*/ 31 w 367"/>
                  <a:gd name="T27" fmla="*/ 0 h 269"/>
                  <a:gd name="T28" fmla="*/ 34 w 367"/>
                  <a:gd name="T29" fmla="*/ 7 h 269"/>
                  <a:gd name="T30" fmla="*/ 34 w 367"/>
                  <a:gd name="T31" fmla="*/ 7 h 2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367" h="269">
                    <a:moveTo>
                      <a:pt x="325" y="66"/>
                    </a:moveTo>
                    <a:lnTo>
                      <a:pt x="367" y="114"/>
                    </a:lnTo>
                    <a:lnTo>
                      <a:pt x="343" y="228"/>
                    </a:lnTo>
                    <a:lnTo>
                      <a:pt x="325" y="246"/>
                    </a:lnTo>
                    <a:lnTo>
                      <a:pt x="79" y="246"/>
                    </a:lnTo>
                    <a:lnTo>
                      <a:pt x="61" y="269"/>
                    </a:lnTo>
                    <a:lnTo>
                      <a:pt x="25" y="269"/>
                    </a:lnTo>
                    <a:lnTo>
                      <a:pt x="0" y="215"/>
                    </a:lnTo>
                    <a:lnTo>
                      <a:pt x="0" y="168"/>
                    </a:lnTo>
                    <a:lnTo>
                      <a:pt x="36" y="143"/>
                    </a:lnTo>
                    <a:lnTo>
                      <a:pt x="211" y="125"/>
                    </a:lnTo>
                    <a:lnTo>
                      <a:pt x="265" y="30"/>
                    </a:lnTo>
                    <a:lnTo>
                      <a:pt x="289" y="0"/>
                    </a:lnTo>
                    <a:lnTo>
                      <a:pt x="301" y="0"/>
                    </a:lnTo>
                    <a:lnTo>
                      <a:pt x="325"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1" name="Freeform 202">
                <a:extLst>
                  <a:ext uri="{FF2B5EF4-FFF2-40B4-BE49-F238E27FC236}">
                    <a16:creationId xmlns:a16="http://schemas.microsoft.com/office/drawing/2014/main" id="{38F741C7-A42D-493C-A1AF-91FB93AD99BF}"/>
                  </a:ext>
                </a:extLst>
              </p:cNvPr>
              <p:cNvSpPr>
                <a:spLocks/>
              </p:cNvSpPr>
              <p:nvPr/>
            </p:nvSpPr>
            <p:spPr bwMode="auto">
              <a:xfrm>
                <a:off x="3760" y="3396"/>
                <a:ext cx="27" cy="21"/>
              </a:xfrm>
              <a:custGeom>
                <a:avLst/>
                <a:gdLst>
                  <a:gd name="T0" fmla="*/ 25 w 265"/>
                  <a:gd name="T1" fmla="*/ 18 h 216"/>
                  <a:gd name="T2" fmla="*/ 21 w 265"/>
                  <a:gd name="T3" fmla="*/ 21 h 216"/>
                  <a:gd name="T4" fmla="*/ 2 w 265"/>
                  <a:gd name="T5" fmla="*/ 21 h 216"/>
                  <a:gd name="T6" fmla="*/ 0 w 265"/>
                  <a:gd name="T7" fmla="*/ 18 h 216"/>
                  <a:gd name="T8" fmla="*/ 2 w 265"/>
                  <a:gd name="T9" fmla="*/ 14 h 216"/>
                  <a:gd name="T10" fmla="*/ 4 w 265"/>
                  <a:gd name="T11" fmla="*/ 12 h 216"/>
                  <a:gd name="T12" fmla="*/ 9 w 265"/>
                  <a:gd name="T13" fmla="*/ 12 h 216"/>
                  <a:gd name="T14" fmla="*/ 15 w 265"/>
                  <a:gd name="T15" fmla="*/ 4 h 216"/>
                  <a:gd name="T16" fmla="*/ 16 w 265"/>
                  <a:gd name="T17" fmla="*/ 0 h 216"/>
                  <a:gd name="T18" fmla="*/ 27 w 265"/>
                  <a:gd name="T19" fmla="*/ 10 h 216"/>
                  <a:gd name="T20" fmla="*/ 25 w 265"/>
                  <a:gd name="T21" fmla="*/ 18 h 216"/>
                  <a:gd name="T22" fmla="*/ 25 w 265"/>
                  <a:gd name="T23" fmla="*/ 18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65" h="216">
                    <a:moveTo>
                      <a:pt x="241" y="180"/>
                    </a:moveTo>
                    <a:lnTo>
                      <a:pt x="205" y="216"/>
                    </a:lnTo>
                    <a:lnTo>
                      <a:pt x="24" y="216"/>
                    </a:lnTo>
                    <a:lnTo>
                      <a:pt x="0" y="180"/>
                    </a:lnTo>
                    <a:lnTo>
                      <a:pt x="24" y="144"/>
                    </a:lnTo>
                    <a:lnTo>
                      <a:pt x="42" y="120"/>
                    </a:lnTo>
                    <a:lnTo>
                      <a:pt x="90" y="120"/>
                    </a:lnTo>
                    <a:lnTo>
                      <a:pt x="151" y="42"/>
                    </a:lnTo>
                    <a:lnTo>
                      <a:pt x="157" y="0"/>
                    </a:lnTo>
                    <a:lnTo>
                      <a:pt x="265" y="102"/>
                    </a:lnTo>
                    <a:lnTo>
                      <a:pt x="241" y="1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2" name="Freeform 203">
                <a:extLst>
                  <a:ext uri="{FF2B5EF4-FFF2-40B4-BE49-F238E27FC236}">
                    <a16:creationId xmlns:a16="http://schemas.microsoft.com/office/drawing/2014/main" id="{D180BA6C-378B-4021-B45B-17C0D295A5F9}"/>
                  </a:ext>
                </a:extLst>
              </p:cNvPr>
              <p:cNvSpPr>
                <a:spLocks/>
              </p:cNvSpPr>
              <p:nvPr/>
            </p:nvSpPr>
            <p:spPr bwMode="auto">
              <a:xfrm>
                <a:off x="3632" y="3396"/>
                <a:ext cx="22" cy="21"/>
              </a:xfrm>
              <a:custGeom>
                <a:avLst/>
                <a:gdLst>
                  <a:gd name="T0" fmla="*/ 19 w 204"/>
                  <a:gd name="T1" fmla="*/ 6 h 210"/>
                  <a:gd name="T2" fmla="*/ 22 w 204"/>
                  <a:gd name="T3" fmla="*/ 8 h 210"/>
                  <a:gd name="T4" fmla="*/ 19 w 204"/>
                  <a:gd name="T5" fmla="*/ 21 h 210"/>
                  <a:gd name="T6" fmla="*/ 10 w 204"/>
                  <a:gd name="T7" fmla="*/ 21 h 210"/>
                  <a:gd name="T8" fmla="*/ 2 w 204"/>
                  <a:gd name="T9" fmla="*/ 17 h 210"/>
                  <a:gd name="T10" fmla="*/ 0 w 204"/>
                  <a:gd name="T11" fmla="*/ 15 h 210"/>
                  <a:gd name="T12" fmla="*/ 2 w 204"/>
                  <a:gd name="T13" fmla="*/ 10 h 210"/>
                  <a:gd name="T14" fmla="*/ 8 w 204"/>
                  <a:gd name="T15" fmla="*/ 6 h 210"/>
                  <a:gd name="T16" fmla="*/ 12 w 204"/>
                  <a:gd name="T17" fmla="*/ 0 h 210"/>
                  <a:gd name="T18" fmla="*/ 14 w 204"/>
                  <a:gd name="T19" fmla="*/ 0 h 210"/>
                  <a:gd name="T20" fmla="*/ 19 w 204"/>
                  <a:gd name="T21" fmla="*/ 6 h 210"/>
                  <a:gd name="T22" fmla="*/ 19 w 204"/>
                  <a:gd name="T23" fmla="*/ 6 h 2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4" h="210">
                    <a:moveTo>
                      <a:pt x="180" y="60"/>
                    </a:moveTo>
                    <a:lnTo>
                      <a:pt x="204" y="84"/>
                    </a:lnTo>
                    <a:lnTo>
                      <a:pt x="180" y="210"/>
                    </a:lnTo>
                    <a:lnTo>
                      <a:pt x="90" y="210"/>
                    </a:lnTo>
                    <a:lnTo>
                      <a:pt x="18" y="174"/>
                    </a:lnTo>
                    <a:lnTo>
                      <a:pt x="0" y="150"/>
                    </a:lnTo>
                    <a:lnTo>
                      <a:pt x="18" y="96"/>
                    </a:lnTo>
                    <a:lnTo>
                      <a:pt x="78" y="60"/>
                    </a:lnTo>
                    <a:lnTo>
                      <a:pt x="114" y="0"/>
                    </a:lnTo>
                    <a:lnTo>
                      <a:pt x="132" y="0"/>
                    </a:lnTo>
                    <a:lnTo>
                      <a:pt x="18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3" name="Freeform 204">
                <a:extLst>
                  <a:ext uri="{FF2B5EF4-FFF2-40B4-BE49-F238E27FC236}">
                    <a16:creationId xmlns:a16="http://schemas.microsoft.com/office/drawing/2014/main" id="{51D99BA8-405D-462B-A920-00AFF97C2C3C}"/>
                  </a:ext>
                </a:extLst>
              </p:cNvPr>
              <p:cNvSpPr>
                <a:spLocks/>
              </p:cNvSpPr>
              <p:nvPr/>
            </p:nvSpPr>
            <p:spPr bwMode="auto">
              <a:xfrm>
                <a:off x="3680" y="3398"/>
                <a:ext cx="21" cy="19"/>
              </a:xfrm>
              <a:custGeom>
                <a:avLst/>
                <a:gdLst>
                  <a:gd name="T0" fmla="*/ 19 w 203"/>
                  <a:gd name="T1" fmla="*/ 6 h 199"/>
                  <a:gd name="T2" fmla="*/ 21 w 203"/>
                  <a:gd name="T3" fmla="*/ 8 h 199"/>
                  <a:gd name="T4" fmla="*/ 21 w 203"/>
                  <a:gd name="T5" fmla="*/ 16 h 199"/>
                  <a:gd name="T6" fmla="*/ 18 w 203"/>
                  <a:gd name="T7" fmla="*/ 19 h 199"/>
                  <a:gd name="T8" fmla="*/ 6 w 203"/>
                  <a:gd name="T9" fmla="*/ 18 h 199"/>
                  <a:gd name="T10" fmla="*/ 0 w 203"/>
                  <a:gd name="T11" fmla="*/ 13 h 199"/>
                  <a:gd name="T12" fmla="*/ 0 w 203"/>
                  <a:gd name="T13" fmla="*/ 10 h 199"/>
                  <a:gd name="T14" fmla="*/ 2 w 203"/>
                  <a:gd name="T15" fmla="*/ 9 h 199"/>
                  <a:gd name="T16" fmla="*/ 8 w 203"/>
                  <a:gd name="T17" fmla="*/ 0 h 199"/>
                  <a:gd name="T18" fmla="*/ 15 w 203"/>
                  <a:gd name="T19" fmla="*/ 6 h 199"/>
                  <a:gd name="T20" fmla="*/ 19 w 203"/>
                  <a:gd name="T21" fmla="*/ 6 h 199"/>
                  <a:gd name="T22" fmla="*/ 19 w 203"/>
                  <a:gd name="T23" fmla="*/ 6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03" h="199">
                    <a:moveTo>
                      <a:pt x="180" y="61"/>
                    </a:moveTo>
                    <a:lnTo>
                      <a:pt x="203" y="84"/>
                    </a:lnTo>
                    <a:lnTo>
                      <a:pt x="203" y="163"/>
                    </a:lnTo>
                    <a:lnTo>
                      <a:pt x="173" y="199"/>
                    </a:lnTo>
                    <a:lnTo>
                      <a:pt x="54" y="187"/>
                    </a:lnTo>
                    <a:lnTo>
                      <a:pt x="0" y="138"/>
                    </a:lnTo>
                    <a:lnTo>
                      <a:pt x="0" y="102"/>
                    </a:lnTo>
                    <a:lnTo>
                      <a:pt x="23" y="91"/>
                    </a:lnTo>
                    <a:lnTo>
                      <a:pt x="77" y="0"/>
                    </a:lnTo>
                    <a:lnTo>
                      <a:pt x="149" y="61"/>
                    </a:lnTo>
                    <a:lnTo>
                      <a:pt x="180"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4" name="Freeform 205">
                <a:extLst>
                  <a:ext uri="{FF2B5EF4-FFF2-40B4-BE49-F238E27FC236}">
                    <a16:creationId xmlns:a16="http://schemas.microsoft.com/office/drawing/2014/main" id="{D8B64AA0-283A-4A7A-9CB4-78323E7646AA}"/>
                  </a:ext>
                </a:extLst>
              </p:cNvPr>
              <p:cNvSpPr>
                <a:spLocks/>
              </p:cNvSpPr>
              <p:nvPr/>
            </p:nvSpPr>
            <p:spPr bwMode="auto">
              <a:xfrm>
                <a:off x="3725" y="3421"/>
                <a:ext cx="65" cy="49"/>
              </a:xfrm>
              <a:custGeom>
                <a:avLst/>
                <a:gdLst>
                  <a:gd name="T0" fmla="*/ 61 w 642"/>
                  <a:gd name="T1" fmla="*/ 9 h 487"/>
                  <a:gd name="T2" fmla="*/ 65 w 642"/>
                  <a:gd name="T3" fmla="*/ 13 h 487"/>
                  <a:gd name="T4" fmla="*/ 63 w 642"/>
                  <a:gd name="T5" fmla="*/ 21 h 487"/>
                  <a:gd name="T6" fmla="*/ 60 w 642"/>
                  <a:gd name="T7" fmla="*/ 24 h 487"/>
                  <a:gd name="T8" fmla="*/ 49 w 642"/>
                  <a:gd name="T9" fmla="*/ 24 h 487"/>
                  <a:gd name="T10" fmla="*/ 43 w 642"/>
                  <a:gd name="T11" fmla="*/ 30 h 487"/>
                  <a:gd name="T12" fmla="*/ 38 w 642"/>
                  <a:gd name="T13" fmla="*/ 47 h 487"/>
                  <a:gd name="T14" fmla="*/ 35 w 642"/>
                  <a:gd name="T15" fmla="*/ 49 h 487"/>
                  <a:gd name="T16" fmla="*/ 5 w 642"/>
                  <a:gd name="T17" fmla="*/ 48 h 487"/>
                  <a:gd name="T18" fmla="*/ 1 w 642"/>
                  <a:gd name="T19" fmla="*/ 48 h 487"/>
                  <a:gd name="T20" fmla="*/ 0 w 642"/>
                  <a:gd name="T21" fmla="*/ 47 h 487"/>
                  <a:gd name="T22" fmla="*/ 0 w 642"/>
                  <a:gd name="T23" fmla="*/ 44 h 487"/>
                  <a:gd name="T24" fmla="*/ 7 w 642"/>
                  <a:gd name="T25" fmla="*/ 39 h 487"/>
                  <a:gd name="T26" fmla="*/ 21 w 642"/>
                  <a:gd name="T27" fmla="*/ 39 h 487"/>
                  <a:gd name="T28" fmla="*/ 26 w 642"/>
                  <a:gd name="T29" fmla="*/ 31 h 487"/>
                  <a:gd name="T30" fmla="*/ 26 w 642"/>
                  <a:gd name="T31" fmla="*/ 28 h 487"/>
                  <a:gd name="T32" fmla="*/ 29 w 642"/>
                  <a:gd name="T33" fmla="*/ 24 h 487"/>
                  <a:gd name="T34" fmla="*/ 36 w 642"/>
                  <a:gd name="T35" fmla="*/ 28 h 487"/>
                  <a:gd name="T36" fmla="*/ 38 w 642"/>
                  <a:gd name="T37" fmla="*/ 25 h 487"/>
                  <a:gd name="T38" fmla="*/ 38 w 642"/>
                  <a:gd name="T39" fmla="*/ 24 h 487"/>
                  <a:gd name="T40" fmla="*/ 30 w 642"/>
                  <a:gd name="T41" fmla="*/ 15 h 487"/>
                  <a:gd name="T42" fmla="*/ 33 w 642"/>
                  <a:gd name="T43" fmla="*/ 13 h 487"/>
                  <a:gd name="T44" fmla="*/ 51 w 642"/>
                  <a:gd name="T45" fmla="*/ 13 h 487"/>
                  <a:gd name="T46" fmla="*/ 55 w 642"/>
                  <a:gd name="T47" fmla="*/ 10 h 487"/>
                  <a:gd name="T48" fmla="*/ 55 w 642"/>
                  <a:gd name="T49" fmla="*/ 3 h 487"/>
                  <a:gd name="T50" fmla="*/ 57 w 642"/>
                  <a:gd name="T51" fmla="*/ 0 h 487"/>
                  <a:gd name="T52" fmla="*/ 61 w 642"/>
                  <a:gd name="T53" fmla="*/ 4 h 487"/>
                  <a:gd name="T54" fmla="*/ 61 w 642"/>
                  <a:gd name="T55" fmla="*/ 9 h 487"/>
                  <a:gd name="T56" fmla="*/ 61 w 642"/>
                  <a:gd name="T57" fmla="*/ 9 h 48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642" h="487">
                    <a:moveTo>
                      <a:pt x="601" y="85"/>
                    </a:moveTo>
                    <a:lnTo>
                      <a:pt x="642" y="133"/>
                    </a:lnTo>
                    <a:lnTo>
                      <a:pt x="619" y="211"/>
                    </a:lnTo>
                    <a:lnTo>
                      <a:pt x="588" y="241"/>
                    </a:lnTo>
                    <a:lnTo>
                      <a:pt x="487" y="241"/>
                    </a:lnTo>
                    <a:lnTo>
                      <a:pt x="426" y="301"/>
                    </a:lnTo>
                    <a:lnTo>
                      <a:pt x="378" y="464"/>
                    </a:lnTo>
                    <a:lnTo>
                      <a:pt x="349" y="487"/>
                    </a:lnTo>
                    <a:lnTo>
                      <a:pt x="48" y="475"/>
                    </a:lnTo>
                    <a:lnTo>
                      <a:pt x="12" y="475"/>
                    </a:lnTo>
                    <a:lnTo>
                      <a:pt x="0" y="464"/>
                    </a:lnTo>
                    <a:lnTo>
                      <a:pt x="0" y="439"/>
                    </a:lnTo>
                    <a:lnTo>
                      <a:pt x="72" y="385"/>
                    </a:lnTo>
                    <a:lnTo>
                      <a:pt x="210" y="385"/>
                    </a:lnTo>
                    <a:lnTo>
                      <a:pt x="259" y="313"/>
                    </a:lnTo>
                    <a:lnTo>
                      <a:pt x="259" y="277"/>
                    </a:lnTo>
                    <a:lnTo>
                      <a:pt x="288" y="241"/>
                    </a:lnTo>
                    <a:lnTo>
                      <a:pt x="360" y="277"/>
                    </a:lnTo>
                    <a:lnTo>
                      <a:pt x="378" y="253"/>
                    </a:lnTo>
                    <a:lnTo>
                      <a:pt x="378" y="235"/>
                    </a:lnTo>
                    <a:lnTo>
                      <a:pt x="300" y="151"/>
                    </a:lnTo>
                    <a:lnTo>
                      <a:pt x="324" y="133"/>
                    </a:lnTo>
                    <a:lnTo>
                      <a:pt x="505" y="133"/>
                    </a:lnTo>
                    <a:lnTo>
                      <a:pt x="541" y="97"/>
                    </a:lnTo>
                    <a:lnTo>
                      <a:pt x="541" y="25"/>
                    </a:lnTo>
                    <a:lnTo>
                      <a:pt x="565" y="0"/>
                    </a:lnTo>
                    <a:lnTo>
                      <a:pt x="601" y="36"/>
                    </a:lnTo>
                    <a:lnTo>
                      <a:pt x="601"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5" name="Freeform 206">
                <a:extLst>
                  <a:ext uri="{FF2B5EF4-FFF2-40B4-BE49-F238E27FC236}">
                    <a16:creationId xmlns:a16="http://schemas.microsoft.com/office/drawing/2014/main" id="{D1806993-98FC-4EF7-A37D-451E05B23F7F}"/>
                  </a:ext>
                </a:extLst>
              </p:cNvPr>
              <p:cNvSpPr>
                <a:spLocks/>
              </p:cNvSpPr>
              <p:nvPr/>
            </p:nvSpPr>
            <p:spPr bwMode="auto">
              <a:xfrm>
                <a:off x="3642" y="3424"/>
                <a:ext cx="18" cy="22"/>
              </a:xfrm>
              <a:custGeom>
                <a:avLst/>
                <a:gdLst>
                  <a:gd name="T0" fmla="*/ 17 w 180"/>
                  <a:gd name="T1" fmla="*/ 19 h 217"/>
                  <a:gd name="T2" fmla="*/ 14 w 180"/>
                  <a:gd name="T3" fmla="*/ 22 h 217"/>
                  <a:gd name="T4" fmla="*/ 0 w 180"/>
                  <a:gd name="T5" fmla="*/ 18 h 217"/>
                  <a:gd name="T6" fmla="*/ 0 w 180"/>
                  <a:gd name="T7" fmla="*/ 10 h 217"/>
                  <a:gd name="T8" fmla="*/ 4 w 180"/>
                  <a:gd name="T9" fmla="*/ 7 h 217"/>
                  <a:gd name="T10" fmla="*/ 9 w 180"/>
                  <a:gd name="T11" fmla="*/ 0 h 217"/>
                  <a:gd name="T12" fmla="*/ 18 w 180"/>
                  <a:gd name="T13" fmla="*/ 12 h 217"/>
                  <a:gd name="T14" fmla="*/ 17 w 180"/>
                  <a:gd name="T15" fmla="*/ 19 h 217"/>
                  <a:gd name="T16" fmla="*/ 17 w 180"/>
                  <a:gd name="T17" fmla="*/ 19 h 2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217">
                    <a:moveTo>
                      <a:pt x="168" y="187"/>
                    </a:moveTo>
                    <a:lnTo>
                      <a:pt x="138" y="217"/>
                    </a:lnTo>
                    <a:lnTo>
                      <a:pt x="0" y="175"/>
                    </a:lnTo>
                    <a:lnTo>
                      <a:pt x="0" y="97"/>
                    </a:lnTo>
                    <a:lnTo>
                      <a:pt x="42" y="67"/>
                    </a:lnTo>
                    <a:lnTo>
                      <a:pt x="90" y="0"/>
                    </a:lnTo>
                    <a:lnTo>
                      <a:pt x="180" y="115"/>
                    </a:lnTo>
                    <a:lnTo>
                      <a:pt x="168" y="1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6" name="Freeform 207">
                <a:extLst>
                  <a:ext uri="{FF2B5EF4-FFF2-40B4-BE49-F238E27FC236}">
                    <a16:creationId xmlns:a16="http://schemas.microsoft.com/office/drawing/2014/main" id="{E756342F-7B5B-413A-AB0B-41E0AFC2FCE8}"/>
                  </a:ext>
                </a:extLst>
              </p:cNvPr>
              <p:cNvSpPr>
                <a:spLocks/>
              </p:cNvSpPr>
              <p:nvPr/>
            </p:nvSpPr>
            <p:spPr bwMode="auto">
              <a:xfrm>
                <a:off x="3683" y="3425"/>
                <a:ext cx="18" cy="23"/>
              </a:xfrm>
              <a:custGeom>
                <a:avLst/>
                <a:gdLst>
                  <a:gd name="T0" fmla="*/ 16 w 155"/>
                  <a:gd name="T1" fmla="*/ 6 h 216"/>
                  <a:gd name="T2" fmla="*/ 18 w 155"/>
                  <a:gd name="T3" fmla="*/ 10 h 216"/>
                  <a:gd name="T4" fmla="*/ 18 w 155"/>
                  <a:gd name="T5" fmla="*/ 19 h 216"/>
                  <a:gd name="T6" fmla="*/ 15 w 155"/>
                  <a:gd name="T7" fmla="*/ 22 h 216"/>
                  <a:gd name="T8" fmla="*/ 2 w 155"/>
                  <a:gd name="T9" fmla="*/ 23 h 216"/>
                  <a:gd name="T10" fmla="*/ 0 w 155"/>
                  <a:gd name="T11" fmla="*/ 20 h 216"/>
                  <a:gd name="T12" fmla="*/ 0 w 155"/>
                  <a:gd name="T13" fmla="*/ 12 h 216"/>
                  <a:gd name="T14" fmla="*/ 10 w 155"/>
                  <a:gd name="T15" fmla="*/ 2 h 216"/>
                  <a:gd name="T16" fmla="*/ 12 w 155"/>
                  <a:gd name="T17" fmla="*/ 0 h 216"/>
                  <a:gd name="T18" fmla="*/ 15 w 155"/>
                  <a:gd name="T19" fmla="*/ 0 h 216"/>
                  <a:gd name="T20" fmla="*/ 16 w 155"/>
                  <a:gd name="T21" fmla="*/ 6 h 216"/>
                  <a:gd name="T22" fmla="*/ 16 w 155"/>
                  <a:gd name="T23" fmla="*/ 6 h 2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5" h="216">
                    <a:moveTo>
                      <a:pt x="137" y="54"/>
                    </a:moveTo>
                    <a:lnTo>
                      <a:pt x="155" y="90"/>
                    </a:lnTo>
                    <a:lnTo>
                      <a:pt x="155" y="174"/>
                    </a:lnTo>
                    <a:lnTo>
                      <a:pt x="126" y="204"/>
                    </a:lnTo>
                    <a:lnTo>
                      <a:pt x="18" y="216"/>
                    </a:lnTo>
                    <a:lnTo>
                      <a:pt x="0" y="186"/>
                    </a:lnTo>
                    <a:lnTo>
                      <a:pt x="0" y="114"/>
                    </a:lnTo>
                    <a:lnTo>
                      <a:pt x="90" y="23"/>
                    </a:lnTo>
                    <a:lnTo>
                      <a:pt x="101" y="0"/>
                    </a:lnTo>
                    <a:lnTo>
                      <a:pt x="126" y="0"/>
                    </a:lnTo>
                    <a:lnTo>
                      <a:pt x="137"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7" name="Freeform 208">
                <a:extLst>
                  <a:ext uri="{FF2B5EF4-FFF2-40B4-BE49-F238E27FC236}">
                    <a16:creationId xmlns:a16="http://schemas.microsoft.com/office/drawing/2014/main" id="{5C09B8FB-366E-41F6-A590-437CB87E0E77}"/>
                  </a:ext>
                </a:extLst>
              </p:cNvPr>
              <p:cNvSpPr>
                <a:spLocks/>
              </p:cNvSpPr>
              <p:nvPr/>
            </p:nvSpPr>
            <p:spPr bwMode="auto">
              <a:xfrm>
                <a:off x="3724" y="3426"/>
                <a:ext cx="21" cy="19"/>
              </a:xfrm>
              <a:custGeom>
                <a:avLst/>
                <a:gdLst>
                  <a:gd name="T0" fmla="*/ 21 w 204"/>
                  <a:gd name="T1" fmla="*/ 15 h 174"/>
                  <a:gd name="T2" fmla="*/ 17 w 204"/>
                  <a:gd name="T3" fmla="*/ 19 h 174"/>
                  <a:gd name="T4" fmla="*/ 3 w 204"/>
                  <a:gd name="T5" fmla="*/ 18 h 174"/>
                  <a:gd name="T6" fmla="*/ 0 w 204"/>
                  <a:gd name="T7" fmla="*/ 14 h 174"/>
                  <a:gd name="T8" fmla="*/ 14 w 204"/>
                  <a:gd name="T9" fmla="*/ 0 h 174"/>
                  <a:gd name="T10" fmla="*/ 21 w 204"/>
                  <a:gd name="T11" fmla="*/ 9 h 174"/>
                  <a:gd name="T12" fmla="*/ 21 w 204"/>
                  <a:gd name="T13" fmla="*/ 15 h 174"/>
                  <a:gd name="T14" fmla="*/ 21 w 204"/>
                  <a:gd name="T15" fmla="*/ 15 h 1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4" h="174">
                    <a:moveTo>
                      <a:pt x="204" y="138"/>
                    </a:moveTo>
                    <a:lnTo>
                      <a:pt x="168" y="174"/>
                    </a:lnTo>
                    <a:lnTo>
                      <a:pt x="29" y="162"/>
                    </a:lnTo>
                    <a:lnTo>
                      <a:pt x="0" y="126"/>
                    </a:lnTo>
                    <a:lnTo>
                      <a:pt x="132" y="0"/>
                    </a:lnTo>
                    <a:lnTo>
                      <a:pt x="204" y="78"/>
                    </a:lnTo>
                    <a:lnTo>
                      <a:pt x="204" y="1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8" name="Freeform 209">
                <a:extLst>
                  <a:ext uri="{FF2B5EF4-FFF2-40B4-BE49-F238E27FC236}">
                    <a16:creationId xmlns:a16="http://schemas.microsoft.com/office/drawing/2014/main" id="{BBAD7E7F-F213-4304-9489-5EDAA33AEC10}"/>
                  </a:ext>
                </a:extLst>
              </p:cNvPr>
              <p:cNvSpPr>
                <a:spLocks/>
              </p:cNvSpPr>
              <p:nvPr/>
            </p:nvSpPr>
            <p:spPr bwMode="auto">
              <a:xfrm>
                <a:off x="3520" y="3446"/>
                <a:ext cx="115" cy="60"/>
              </a:xfrm>
              <a:custGeom>
                <a:avLst/>
                <a:gdLst>
                  <a:gd name="T0" fmla="*/ 115 w 1123"/>
                  <a:gd name="T1" fmla="*/ 13 h 601"/>
                  <a:gd name="T2" fmla="*/ 107 w 1123"/>
                  <a:gd name="T3" fmla="*/ 36 h 601"/>
                  <a:gd name="T4" fmla="*/ 102 w 1123"/>
                  <a:gd name="T5" fmla="*/ 39 h 601"/>
                  <a:gd name="T6" fmla="*/ 79 w 1123"/>
                  <a:gd name="T7" fmla="*/ 38 h 601"/>
                  <a:gd name="T8" fmla="*/ 72 w 1123"/>
                  <a:gd name="T9" fmla="*/ 45 h 601"/>
                  <a:gd name="T10" fmla="*/ 66 w 1123"/>
                  <a:gd name="T11" fmla="*/ 58 h 601"/>
                  <a:gd name="T12" fmla="*/ 62 w 1123"/>
                  <a:gd name="T13" fmla="*/ 60 h 601"/>
                  <a:gd name="T14" fmla="*/ 0 w 1123"/>
                  <a:gd name="T15" fmla="*/ 59 h 601"/>
                  <a:gd name="T16" fmla="*/ 0 w 1123"/>
                  <a:gd name="T17" fmla="*/ 54 h 601"/>
                  <a:gd name="T18" fmla="*/ 11 w 1123"/>
                  <a:gd name="T19" fmla="*/ 38 h 601"/>
                  <a:gd name="T20" fmla="*/ 12 w 1123"/>
                  <a:gd name="T21" fmla="*/ 32 h 601"/>
                  <a:gd name="T22" fmla="*/ 15 w 1123"/>
                  <a:gd name="T23" fmla="*/ 30 h 601"/>
                  <a:gd name="T24" fmla="*/ 55 w 1123"/>
                  <a:gd name="T25" fmla="*/ 30 h 601"/>
                  <a:gd name="T26" fmla="*/ 59 w 1123"/>
                  <a:gd name="T27" fmla="*/ 26 h 601"/>
                  <a:gd name="T28" fmla="*/ 55 w 1123"/>
                  <a:gd name="T29" fmla="*/ 22 h 601"/>
                  <a:gd name="T30" fmla="*/ 25 w 1123"/>
                  <a:gd name="T31" fmla="*/ 19 h 601"/>
                  <a:gd name="T32" fmla="*/ 19 w 1123"/>
                  <a:gd name="T33" fmla="*/ 16 h 601"/>
                  <a:gd name="T34" fmla="*/ 17 w 1123"/>
                  <a:gd name="T35" fmla="*/ 14 h 601"/>
                  <a:gd name="T36" fmla="*/ 20 w 1123"/>
                  <a:gd name="T37" fmla="*/ 11 h 601"/>
                  <a:gd name="T38" fmla="*/ 92 w 1123"/>
                  <a:gd name="T39" fmla="*/ 11 h 601"/>
                  <a:gd name="T40" fmla="*/ 100 w 1123"/>
                  <a:gd name="T41" fmla="*/ 2 h 601"/>
                  <a:gd name="T42" fmla="*/ 101 w 1123"/>
                  <a:gd name="T43" fmla="*/ 0 h 601"/>
                  <a:gd name="T44" fmla="*/ 105 w 1123"/>
                  <a:gd name="T45" fmla="*/ 1 h 601"/>
                  <a:gd name="T46" fmla="*/ 115 w 1123"/>
                  <a:gd name="T47" fmla="*/ 13 h 601"/>
                  <a:gd name="T48" fmla="*/ 115 w 1123"/>
                  <a:gd name="T49" fmla="*/ 13 h 6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23" h="601">
                    <a:moveTo>
                      <a:pt x="1123" y="132"/>
                    </a:moveTo>
                    <a:lnTo>
                      <a:pt x="1046" y="360"/>
                    </a:lnTo>
                    <a:lnTo>
                      <a:pt x="997" y="391"/>
                    </a:lnTo>
                    <a:lnTo>
                      <a:pt x="769" y="378"/>
                    </a:lnTo>
                    <a:lnTo>
                      <a:pt x="704" y="450"/>
                    </a:lnTo>
                    <a:lnTo>
                      <a:pt x="643" y="576"/>
                    </a:lnTo>
                    <a:lnTo>
                      <a:pt x="607" y="601"/>
                    </a:lnTo>
                    <a:lnTo>
                      <a:pt x="0" y="588"/>
                    </a:lnTo>
                    <a:lnTo>
                      <a:pt x="0" y="540"/>
                    </a:lnTo>
                    <a:lnTo>
                      <a:pt x="103" y="378"/>
                    </a:lnTo>
                    <a:lnTo>
                      <a:pt x="114" y="324"/>
                    </a:lnTo>
                    <a:lnTo>
                      <a:pt x="150" y="301"/>
                    </a:lnTo>
                    <a:lnTo>
                      <a:pt x="540" y="301"/>
                    </a:lnTo>
                    <a:lnTo>
                      <a:pt x="576" y="258"/>
                    </a:lnTo>
                    <a:lnTo>
                      <a:pt x="540" y="222"/>
                    </a:lnTo>
                    <a:lnTo>
                      <a:pt x="240" y="186"/>
                    </a:lnTo>
                    <a:lnTo>
                      <a:pt x="186" y="162"/>
                    </a:lnTo>
                    <a:lnTo>
                      <a:pt x="162" y="138"/>
                    </a:lnTo>
                    <a:lnTo>
                      <a:pt x="198" y="108"/>
                    </a:lnTo>
                    <a:lnTo>
                      <a:pt x="895" y="108"/>
                    </a:lnTo>
                    <a:lnTo>
                      <a:pt x="979" y="24"/>
                    </a:lnTo>
                    <a:lnTo>
                      <a:pt x="986" y="0"/>
                    </a:lnTo>
                    <a:lnTo>
                      <a:pt x="1022" y="12"/>
                    </a:lnTo>
                    <a:lnTo>
                      <a:pt x="1123" y="1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09" name="Freeform 210">
                <a:extLst>
                  <a:ext uri="{FF2B5EF4-FFF2-40B4-BE49-F238E27FC236}">
                    <a16:creationId xmlns:a16="http://schemas.microsoft.com/office/drawing/2014/main" id="{98262284-8FD9-46CB-9C6B-6CD1F0D0ADD7}"/>
                  </a:ext>
                </a:extLst>
              </p:cNvPr>
              <p:cNvSpPr>
                <a:spLocks/>
              </p:cNvSpPr>
              <p:nvPr/>
            </p:nvSpPr>
            <p:spPr bwMode="auto">
              <a:xfrm>
                <a:off x="3696" y="3448"/>
                <a:ext cx="20" cy="22"/>
              </a:xfrm>
              <a:custGeom>
                <a:avLst/>
                <a:gdLst>
                  <a:gd name="T0" fmla="*/ 16 w 205"/>
                  <a:gd name="T1" fmla="*/ 5 h 210"/>
                  <a:gd name="T2" fmla="*/ 20 w 205"/>
                  <a:gd name="T3" fmla="*/ 8 h 210"/>
                  <a:gd name="T4" fmla="*/ 20 w 205"/>
                  <a:gd name="T5" fmla="*/ 17 h 210"/>
                  <a:gd name="T6" fmla="*/ 15 w 205"/>
                  <a:gd name="T7" fmla="*/ 22 h 210"/>
                  <a:gd name="T8" fmla="*/ 3 w 205"/>
                  <a:gd name="T9" fmla="*/ 20 h 210"/>
                  <a:gd name="T10" fmla="*/ 0 w 205"/>
                  <a:gd name="T11" fmla="*/ 14 h 210"/>
                  <a:gd name="T12" fmla="*/ 0 w 205"/>
                  <a:gd name="T13" fmla="*/ 13 h 210"/>
                  <a:gd name="T14" fmla="*/ 2 w 205"/>
                  <a:gd name="T15" fmla="*/ 11 h 210"/>
                  <a:gd name="T16" fmla="*/ 7 w 205"/>
                  <a:gd name="T17" fmla="*/ 11 h 210"/>
                  <a:gd name="T18" fmla="*/ 12 w 205"/>
                  <a:gd name="T19" fmla="*/ 1 h 210"/>
                  <a:gd name="T20" fmla="*/ 12 w 205"/>
                  <a:gd name="T21" fmla="*/ 0 h 210"/>
                  <a:gd name="T22" fmla="*/ 15 w 205"/>
                  <a:gd name="T23" fmla="*/ 0 h 210"/>
                  <a:gd name="T24" fmla="*/ 16 w 205"/>
                  <a:gd name="T25" fmla="*/ 5 h 210"/>
                  <a:gd name="T26" fmla="*/ 16 w 205"/>
                  <a:gd name="T27" fmla="*/ 5 h 2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05" h="210">
                    <a:moveTo>
                      <a:pt x="169" y="48"/>
                    </a:moveTo>
                    <a:lnTo>
                      <a:pt x="205" y="72"/>
                    </a:lnTo>
                    <a:lnTo>
                      <a:pt x="205" y="162"/>
                    </a:lnTo>
                    <a:lnTo>
                      <a:pt x="157" y="210"/>
                    </a:lnTo>
                    <a:lnTo>
                      <a:pt x="31" y="187"/>
                    </a:lnTo>
                    <a:lnTo>
                      <a:pt x="0" y="138"/>
                    </a:lnTo>
                    <a:lnTo>
                      <a:pt x="0" y="126"/>
                    </a:lnTo>
                    <a:lnTo>
                      <a:pt x="24" y="108"/>
                    </a:lnTo>
                    <a:lnTo>
                      <a:pt x="67" y="108"/>
                    </a:lnTo>
                    <a:lnTo>
                      <a:pt x="126" y="12"/>
                    </a:lnTo>
                    <a:lnTo>
                      <a:pt x="126" y="0"/>
                    </a:lnTo>
                    <a:lnTo>
                      <a:pt x="151" y="0"/>
                    </a:lnTo>
                    <a:lnTo>
                      <a:pt x="169"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0" name="Freeform 211">
                <a:extLst>
                  <a:ext uri="{FF2B5EF4-FFF2-40B4-BE49-F238E27FC236}">
                    <a16:creationId xmlns:a16="http://schemas.microsoft.com/office/drawing/2014/main" id="{18CA8CEB-81D7-497A-AC38-464B039971EC}"/>
                  </a:ext>
                </a:extLst>
              </p:cNvPr>
              <p:cNvSpPr>
                <a:spLocks/>
              </p:cNvSpPr>
              <p:nvPr/>
            </p:nvSpPr>
            <p:spPr bwMode="auto">
              <a:xfrm>
                <a:off x="3654" y="3451"/>
                <a:ext cx="20" cy="18"/>
              </a:xfrm>
              <a:custGeom>
                <a:avLst/>
                <a:gdLst>
                  <a:gd name="T0" fmla="*/ 20 w 192"/>
                  <a:gd name="T1" fmla="*/ 12 h 186"/>
                  <a:gd name="T2" fmla="*/ 19 w 192"/>
                  <a:gd name="T3" fmla="*/ 16 h 186"/>
                  <a:gd name="T4" fmla="*/ 16 w 192"/>
                  <a:gd name="T5" fmla="*/ 18 h 186"/>
                  <a:gd name="T6" fmla="*/ 3 w 192"/>
                  <a:gd name="T7" fmla="*/ 16 h 186"/>
                  <a:gd name="T8" fmla="*/ 0 w 192"/>
                  <a:gd name="T9" fmla="*/ 10 h 186"/>
                  <a:gd name="T10" fmla="*/ 4 w 192"/>
                  <a:gd name="T11" fmla="*/ 7 h 186"/>
                  <a:gd name="T12" fmla="*/ 8 w 192"/>
                  <a:gd name="T13" fmla="*/ 7 h 186"/>
                  <a:gd name="T14" fmla="*/ 14 w 192"/>
                  <a:gd name="T15" fmla="*/ 0 h 186"/>
                  <a:gd name="T16" fmla="*/ 16 w 192"/>
                  <a:gd name="T17" fmla="*/ 0 h 186"/>
                  <a:gd name="T18" fmla="*/ 20 w 192"/>
                  <a:gd name="T19" fmla="*/ 12 h 186"/>
                  <a:gd name="T20" fmla="*/ 20 w 192"/>
                  <a:gd name="T21" fmla="*/ 12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186">
                    <a:moveTo>
                      <a:pt x="192" y="126"/>
                    </a:moveTo>
                    <a:lnTo>
                      <a:pt x="180" y="162"/>
                    </a:lnTo>
                    <a:lnTo>
                      <a:pt x="150" y="186"/>
                    </a:lnTo>
                    <a:lnTo>
                      <a:pt x="24" y="162"/>
                    </a:lnTo>
                    <a:lnTo>
                      <a:pt x="0" y="102"/>
                    </a:lnTo>
                    <a:lnTo>
                      <a:pt x="42" y="72"/>
                    </a:lnTo>
                    <a:lnTo>
                      <a:pt x="78" y="72"/>
                    </a:lnTo>
                    <a:lnTo>
                      <a:pt x="138" y="0"/>
                    </a:lnTo>
                    <a:lnTo>
                      <a:pt x="150" y="0"/>
                    </a:lnTo>
                    <a:lnTo>
                      <a:pt x="192" y="1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1" name="Freeform 212">
                <a:extLst>
                  <a:ext uri="{FF2B5EF4-FFF2-40B4-BE49-F238E27FC236}">
                    <a16:creationId xmlns:a16="http://schemas.microsoft.com/office/drawing/2014/main" id="{60218430-3B0F-40DC-9652-AB53CDE210C0}"/>
                  </a:ext>
                </a:extLst>
              </p:cNvPr>
              <p:cNvSpPr>
                <a:spLocks/>
              </p:cNvSpPr>
              <p:nvPr/>
            </p:nvSpPr>
            <p:spPr bwMode="auto">
              <a:xfrm>
                <a:off x="4207" y="3454"/>
                <a:ext cx="149" cy="65"/>
              </a:xfrm>
              <a:custGeom>
                <a:avLst/>
                <a:gdLst>
                  <a:gd name="T0" fmla="*/ 93 w 1443"/>
                  <a:gd name="T1" fmla="*/ 9 h 642"/>
                  <a:gd name="T2" fmla="*/ 101 w 1443"/>
                  <a:gd name="T3" fmla="*/ 16 h 642"/>
                  <a:gd name="T4" fmla="*/ 101 w 1443"/>
                  <a:gd name="T5" fmla="*/ 31 h 642"/>
                  <a:gd name="T6" fmla="*/ 97 w 1443"/>
                  <a:gd name="T7" fmla="*/ 36 h 642"/>
                  <a:gd name="T8" fmla="*/ 96 w 1443"/>
                  <a:gd name="T9" fmla="*/ 51 h 642"/>
                  <a:gd name="T10" fmla="*/ 96 w 1443"/>
                  <a:gd name="T11" fmla="*/ 52 h 642"/>
                  <a:gd name="T12" fmla="*/ 98 w 1443"/>
                  <a:gd name="T13" fmla="*/ 55 h 642"/>
                  <a:gd name="T14" fmla="*/ 99 w 1443"/>
                  <a:gd name="T15" fmla="*/ 55 h 642"/>
                  <a:gd name="T16" fmla="*/ 109 w 1443"/>
                  <a:gd name="T17" fmla="*/ 35 h 642"/>
                  <a:gd name="T18" fmla="*/ 127 w 1443"/>
                  <a:gd name="T19" fmla="*/ 35 h 642"/>
                  <a:gd name="T20" fmla="*/ 132 w 1443"/>
                  <a:gd name="T21" fmla="*/ 28 h 642"/>
                  <a:gd name="T22" fmla="*/ 133 w 1443"/>
                  <a:gd name="T23" fmla="*/ 28 h 642"/>
                  <a:gd name="T24" fmla="*/ 135 w 1443"/>
                  <a:gd name="T25" fmla="*/ 35 h 642"/>
                  <a:gd name="T26" fmla="*/ 137 w 1443"/>
                  <a:gd name="T27" fmla="*/ 37 h 642"/>
                  <a:gd name="T28" fmla="*/ 147 w 1443"/>
                  <a:gd name="T29" fmla="*/ 38 h 642"/>
                  <a:gd name="T30" fmla="*/ 149 w 1443"/>
                  <a:gd name="T31" fmla="*/ 46 h 642"/>
                  <a:gd name="T32" fmla="*/ 144 w 1443"/>
                  <a:gd name="T33" fmla="*/ 63 h 642"/>
                  <a:gd name="T34" fmla="*/ 142 w 1443"/>
                  <a:gd name="T35" fmla="*/ 65 h 642"/>
                  <a:gd name="T36" fmla="*/ 2 w 1443"/>
                  <a:gd name="T37" fmla="*/ 64 h 642"/>
                  <a:gd name="T38" fmla="*/ 0 w 1443"/>
                  <a:gd name="T39" fmla="*/ 61 h 642"/>
                  <a:gd name="T40" fmla="*/ 1 w 1443"/>
                  <a:gd name="T41" fmla="*/ 41 h 642"/>
                  <a:gd name="T42" fmla="*/ 1 w 1443"/>
                  <a:gd name="T43" fmla="*/ 39 h 642"/>
                  <a:gd name="T44" fmla="*/ 3 w 1443"/>
                  <a:gd name="T45" fmla="*/ 37 h 642"/>
                  <a:gd name="T46" fmla="*/ 8 w 1443"/>
                  <a:gd name="T47" fmla="*/ 45 h 642"/>
                  <a:gd name="T48" fmla="*/ 11 w 1443"/>
                  <a:gd name="T49" fmla="*/ 45 h 642"/>
                  <a:gd name="T50" fmla="*/ 14 w 1443"/>
                  <a:gd name="T51" fmla="*/ 35 h 642"/>
                  <a:gd name="T52" fmla="*/ 32 w 1443"/>
                  <a:gd name="T53" fmla="*/ 32 h 642"/>
                  <a:gd name="T54" fmla="*/ 34 w 1443"/>
                  <a:gd name="T55" fmla="*/ 32 h 642"/>
                  <a:gd name="T56" fmla="*/ 40 w 1443"/>
                  <a:gd name="T57" fmla="*/ 24 h 642"/>
                  <a:gd name="T58" fmla="*/ 45 w 1443"/>
                  <a:gd name="T59" fmla="*/ 26 h 642"/>
                  <a:gd name="T60" fmla="*/ 48 w 1443"/>
                  <a:gd name="T61" fmla="*/ 22 h 642"/>
                  <a:gd name="T62" fmla="*/ 50 w 1443"/>
                  <a:gd name="T63" fmla="*/ 15 h 642"/>
                  <a:gd name="T64" fmla="*/ 52 w 1443"/>
                  <a:gd name="T65" fmla="*/ 15 h 642"/>
                  <a:gd name="T66" fmla="*/ 52 w 1443"/>
                  <a:gd name="T67" fmla="*/ 37 h 642"/>
                  <a:gd name="T68" fmla="*/ 47 w 1443"/>
                  <a:gd name="T69" fmla="*/ 47 h 642"/>
                  <a:gd name="T70" fmla="*/ 47 w 1443"/>
                  <a:gd name="T71" fmla="*/ 52 h 642"/>
                  <a:gd name="T72" fmla="*/ 46 w 1443"/>
                  <a:gd name="T73" fmla="*/ 54 h 642"/>
                  <a:gd name="T74" fmla="*/ 50 w 1443"/>
                  <a:gd name="T75" fmla="*/ 56 h 642"/>
                  <a:gd name="T76" fmla="*/ 55 w 1443"/>
                  <a:gd name="T77" fmla="*/ 49 h 642"/>
                  <a:gd name="T78" fmla="*/ 58 w 1443"/>
                  <a:gd name="T79" fmla="*/ 39 h 642"/>
                  <a:gd name="T80" fmla="*/ 58 w 1443"/>
                  <a:gd name="T81" fmla="*/ 37 h 642"/>
                  <a:gd name="T82" fmla="*/ 61 w 1443"/>
                  <a:gd name="T83" fmla="*/ 33 h 642"/>
                  <a:gd name="T84" fmla="*/ 81 w 1443"/>
                  <a:gd name="T85" fmla="*/ 32 h 642"/>
                  <a:gd name="T86" fmla="*/ 85 w 1443"/>
                  <a:gd name="T87" fmla="*/ 28 h 642"/>
                  <a:gd name="T88" fmla="*/ 85 w 1443"/>
                  <a:gd name="T89" fmla="*/ 27 h 642"/>
                  <a:gd name="T90" fmla="*/ 82 w 1443"/>
                  <a:gd name="T91" fmla="*/ 23 h 642"/>
                  <a:gd name="T92" fmla="*/ 64 w 1443"/>
                  <a:gd name="T93" fmla="*/ 21 h 642"/>
                  <a:gd name="T94" fmla="*/ 61 w 1443"/>
                  <a:gd name="T95" fmla="*/ 21 h 642"/>
                  <a:gd name="T96" fmla="*/ 59 w 1443"/>
                  <a:gd name="T97" fmla="*/ 19 h 642"/>
                  <a:gd name="T98" fmla="*/ 61 w 1443"/>
                  <a:gd name="T99" fmla="*/ 13 h 642"/>
                  <a:gd name="T100" fmla="*/ 83 w 1443"/>
                  <a:gd name="T101" fmla="*/ 10 h 642"/>
                  <a:gd name="T102" fmla="*/ 86 w 1443"/>
                  <a:gd name="T103" fmla="*/ 7 h 642"/>
                  <a:gd name="T104" fmla="*/ 87 w 1443"/>
                  <a:gd name="T105" fmla="*/ 0 h 642"/>
                  <a:gd name="T106" fmla="*/ 90 w 1443"/>
                  <a:gd name="T107" fmla="*/ 0 h 642"/>
                  <a:gd name="T108" fmla="*/ 93 w 1443"/>
                  <a:gd name="T109" fmla="*/ 9 h 642"/>
                  <a:gd name="T110" fmla="*/ 93 w 1443"/>
                  <a:gd name="T111" fmla="*/ 9 h 64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443" h="642">
                    <a:moveTo>
                      <a:pt x="896" y="90"/>
                    </a:moveTo>
                    <a:lnTo>
                      <a:pt x="974" y="162"/>
                    </a:lnTo>
                    <a:lnTo>
                      <a:pt x="974" y="306"/>
                    </a:lnTo>
                    <a:lnTo>
                      <a:pt x="938" y="355"/>
                    </a:lnTo>
                    <a:lnTo>
                      <a:pt x="926" y="504"/>
                    </a:lnTo>
                    <a:lnTo>
                      <a:pt x="926" y="516"/>
                    </a:lnTo>
                    <a:lnTo>
                      <a:pt x="950" y="540"/>
                    </a:lnTo>
                    <a:lnTo>
                      <a:pt x="962" y="540"/>
                    </a:lnTo>
                    <a:lnTo>
                      <a:pt x="1052" y="342"/>
                    </a:lnTo>
                    <a:lnTo>
                      <a:pt x="1227" y="342"/>
                    </a:lnTo>
                    <a:lnTo>
                      <a:pt x="1274" y="276"/>
                    </a:lnTo>
                    <a:lnTo>
                      <a:pt x="1286" y="276"/>
                    </a:lnTo>
                    <a:lnTo>
                      <a:pt x="1304" y="342"/>
                    </a:lnTo>
                    <a:lnTo>
                      <a:pt x="1329" y="366"/>
                    </a:lnTo>
                    <a:lnTo>
                      <a:pt x="1419" y="378"/>
                    </a:lnTo>
                    <a:lnTo>
                      <a:pt x="1443" y="457"/>
                    </a:lnTo>
                    <a:lnTo>
                      <a:pt x="1394" y="619"/>
                    </a:lnTo>
                    <a:lnTo>
                      <a:pt x="1376" y="642"/>
                    </a:lnTo>
                    <a:lnTo>
                      <a:pt x="18" y="630"/>
                    </a:lnTo>
                    <a:lnTo>
                      <a:pt x="0" y="606"/>
                    </a:lnTo>
                    <a:lnTo>
                      <a:pt x="13" y="403"/>
                    </a:lnTo>
                    <a:lnTo>
                      <a:pt x="13" y="390"/>
                    </a:lnTo>
                    <a:lnTo>
                      <a:pt x="31" y="366"/>
                    </a:lnTo>
                    <a:lnTo>
                      <a:pt x="79" y="444"/>
                    </a:lnTo>
                    <a:lnTo>
                      <a:pt x="103" y="444"/>
                    </a:lnTo>
                    <a:lnTo>
                      <a:pt x="139" y="342"/>
                    </a:lnTo>
                    <a:lnTo>
                      <a:pt x="307" y="319"/>
                    </a:lnTo>
                    <a:lnTo>
                      <a:pt x="331" y="319"/>
                    </a:lnTo>
                    <a:lnTo>
                      <a:pt x="392" y="240"/>
                    </a:lnTo>
                    <a:lnTo>
                      <a:pt x="433" y="252"/>
                    </a:lnTo>
                    <a:lnTo>
                      <a:pt x="469" y="216"/>
                    </a:lnTo>
                    <a:lnTo>
                      <a:pt x="482" y="150"/>
                    </a:lnTo>
                    <a:lnTo>
                      <a:pt x="505" y="150"/>
                    </a:lnTo>
                    <a:lnTo>
                      <a:pt x="505" y="366"/>
                    </a:lnTo>
                    <a:lnTo>
                      <a:pt x="457" y="468"/>
                    </a:lnTo>
                    <a:lnTo>
                      <a:pt x="457" y="516"/>
                    </a:lnTo>
                    <a:lnTo>
                      <a:pt x="446" y="529"/>
                    </a:lnTo>
                    <a:lnTo>
                      <a:pt x="482" y="558"/>
                    </a:lnTo>
                    <a:lnTo>
                      <a:pt x="536" y="480"/>
                    </a:lnTo>
                    <a:lnTo>
                      <a:pt x="559" y="390"/>
                    </a:lnTo>
                    <a:lnTo>
                      <a:pt x="559" y="366"/>
                    </a:lnTo>
                    <a:lnTo>
                      <a:pt x="595" y="330"/>
                    </a:lnTo>
                    <a:lnTo>
                      <a:pt x="782" y="319"/>
                    </a:lnTo>
                    <a:lnTo>
                      <a:pt x="824" y="276"/>
                    </a:lnTo>
                    <a:lnTo>
                      <a:pt x="824" y="265"/>
                    </a:lnTo>
                    <a:lnTo>
                      <a:pt x="793" y="229"/>
                    </a:lnTo>
                    <a:lnTo>
                      <a:pt x="619" y="204"/>
                    </a:lnTo>
                    <a:lnTo>
                      <a:pt x="595" y="204"/>
                    </a:lnTo>
                    <a:lnTo>
                      <a:pt x="572" y="186"/>
                    </a:lnTo>
                    <a:lnTo>
                      <a:pt x="595" y="126"/>
                    </a:lnTo>
                    <a:lnTo>
                      <a:pt x="800" y="103"/>
                    </a:lnTo>
                    <a:lnTo>
                      <a:pt x="836" y="66"/>
                    </a:lnTo>
                    <a:lnTo>
                      <a:pt x="847" y="0"/>
                    </a:lnTo>
                    <a:lnTo>
                      <a:pt x="872" y="0"/>
                    </a:lnTo>
                    <a:lnTo>
                      <a:pt x="896"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2" name="Freeform 213">
                <a:extLst>
                  <a:ext uri="{FF2B5EF4-FFF2-40B4-BE49-F238E27FC236}">
                    <a16:creationId xmlns:a16="http://schemas.microsoft.com/office/drawing/2014/main" id="{D4AB7C36-2037-47D2-AB96-ECC4D445D5FE}"/>
                  </a:ext>
                </a:extLst>
              </p:cNvPr>
              <p:cNvSpPr>
                <a:spLocks/>
              </p:cNvSpPr>
              <p:nvPr/>
            </p:nvSpPr>
            <p:spPr bwMode="auto">
              <a:xfrm>
                <a:off x="3623" y="3470"/>
                <a:ext cx="80" cy="40"/>
              </a:xfrm>
              <a:custGeom>
                <a:avLst/>
                <a:gdLst>
                  <a:gd name="T0" fmla="*/ 80 w 768"/>
                  <a:gd name="T1" fmla="*/ 11 h 390"/>
                  <a:gd name="T2" fmla="*/ 76 w 768"/>
                  <a:gd name="T3" fmla="*/ 28 h 390"/>
                  <a:gd name="T4" fmla="*/ 73 w 768"/>
                  <a:gd name="T5" fmla="*/ 38 h 390"/>
                  <a:gd name="T6" fmla="*/ 13 w 768"/>
                  <a:gd name="T7" fmla="*/ 39 h 390"/>
                  <a:gd name="T8" fmla="*/ 6 w 768"/>
                  <a:gd name="T9" fmla="*/ 40 h 390"/>
                  <a:gd name="T10" fmla="*/ 2 w 768"/>
                  <a:gd name="T11" fmla="*/ 40 h 390"/>
                  <a:gd name="T12" fmla="*/ 0 w 768"/>
                  <a:gd name="T13" fmla="*/ 38 h 390"/>
                  <a:gd name="T14" fmla="*/ 8 w 768"/>
                  <a:gd name="T15" fmla="*/ 18 h 390"/>
                  <a:gd name="T16" fmla="*/ 9 w 768"/>
                  <a:gd name="T17" fmla="*/ 18 h 390"/>
                  <a:gd name="T18" fmla="*/ 9 w 768"/>
                  <a:gd name="T19" fmla="*/ 17 h 390"/>
                  <a:gd name="T20" fmla="*/ 13 w 768"/>
                  <a:gd name="T21" fmla="*/ 20 h 390"/>
                  <a:gd name="T22" fmla="*/ 16 w 768"/>
                  <a:gd name="T23" fmla="*/ 20 h 390"/>
                  <a:gd name="T24" fmla="*/ 19 w 768"/>
                  <a:gd name="T25" fmla="*/ 11 h 390"/>
                  <a:gd name="T26" fmla="*/ 63 w 768"/>
                  <a:gd name="T27" fmla="*/ 7 h 390"/>
                  <a:gd name="T28" fmla="*/ 68 w 768"/>
                  <a:gd name="T29" fmla="*/ 0 h 390"/>
                  <a:gd name="T30" fmla="*/ 71 w 768"/>
                  <a:gd name="T31" fmla="*/ 0 h 390"/>
                  <a:gd name="T32" fmla="*/ 80 w 768"/>
                  <a:gd name="T33" fmla="*/ 11 h 390"/>
                  <a:gd name="T34" fmla="*/ 80 w 768"/>
                  <a:gd name="T35" fmla="*/ 11 h 3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8" h="390">
                    <a:moveTo>
                      <a:pt x="768" y="108"/>
                    </a:moveTo>
                    <a:lnTo>
                      <a:pt x="732" y="271"/>
                    </a:lnTo>
                    <a:lnTo>
                      <a:pt x="703" y="372"/>
                    </a:lnTo>
                    <a:lnTo>
                      <a:pt x="126" y="384"/>
                    </a:lnTo>
                    <a:lnTo>
                      <a:pt x="59" y="390"/>
                    </a:lnTo>
                    <a:lnTo>
                      <a:pt x="23" y="390"/>
                    </a:lnTo>
                    <a:lnTo>
                      <a:pt x="0" y="372"/>
                    </a:lnTo>
                    <a:lnTo>
                      <a:pt x="72" y="174"/>
                    </a:lnTo>
                    <a:lnTo>
                      <a:pt x="84" y="174"/>
                    </a:lnTo>
                    <a:lnTo>
                      <a:pt x="90" y="162"/>
                    </a:lnTo>
                    <a:lnTo>
                      <a:pt x="126" y="198"/>
                    </a:lnTo>
                    <a:lnTo>
                      <a:pt x="149" y="198"/>
                    </a:lnTo>
                    <a:lnTo>
                      <a:pt x="185" y="108"/>
                    </a:lnTo>
                    <a:lnTo>
                      <a:pt x="606" y="72"/>
                    </a:lnTo>
                    <a:lnTo>
                      <a:pt x="654" y="0"/>
                    </a:lnTo>
                    <a:lnTo>
                      <a:pt x="678" y="0"/>
                    </a:lnTo>
                    <a:lnTo>
                      <a:pt x="768"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13" name="Freeform 214">
                <a:extLst>
                  <a:ext uri="{FF2B5EF4-FFF2-40B4-BE49-F238E27FC236}">
                    <a16:creationId xmlns:a16="http://schemas.microsoft.com/office/drawing/2014/main" id="{53D1F990-DE7B-4BFE-B363-42792288F289}"/>
                  </a:ext>
                </a:extLst>
              </p:cNvPr>
              <p:cNvSpPr>
                <a:spLocks/>
              </p:cNvSpPr>
              <p:nvPr/>
            </p:nvSpPr>
            <p:spPr bwMode="auto">
              <a:xfrm>
                <a:off x="3703" y="3475"/>
                <a:ext cx="310" cy="37"/>
              </a:xfrm>
              <a:custGeom>
                <a:avLst/>
                <a:gdLst>
                  <a:gd name="T0" fmla="*/ 304 w 3016"/>
                  <a:gd name="T1" fmla="*/ 6 h 367"/>
                  <a:gd name="T2" fmla="*/ 310 w 3016"/>
                  <a:gd name="T3" fmla="*/ 10 h 367"/>
                  <a:gd name="T4" fmla="*/ 305 w 3016"/>
                  <a:gd name="T5" fmla="*/ 30 h 367"/>
                  <a:gd name="T6" fmla="*/ 305 w 3016"/>
                  <a:gd name="T7" fmla="*/ 33 h 367"/>
                  <a:gd name="T8" fmla="*/ 306 w 3016"/>
                  <a:gd name="T9" fmla="*/ 34 h 367"/>
                  <a:gd name="T10" fmla="*/ 297 w 3016"/>
                  <a:gd name="T11" fmla="*/ 37 h 367"/>
                  <a:gd name="T12" fmla="*/ 1 w 3016"/>
                  <a:gd name="T13" fmla="*/ 34 h 367"/>
                  <a:gd name="T14" fmla="*/ 0 w 3016"/>
                  <a:gd name="T15" fmla="*/ 34 h 367"/>
                  <a:gd name="T16" fmla="*/ 4 w 3016"/>
                  <a:gd name="T17" fmla="*/ 29 h 367"/>
                  <a:gd name="T18" fmla="*/ 5 w 3016"/>
                  <a:gd name="T19" fmla="*/ 19 h 367"/>
                  <a:gd name="T20" fmla="*/ 8 w 3016"/>
                  <a:gd name="T21" fmla="*/ 9 h 367"/>
                  <a:gd name="T22" fmla="*/ 14 w 3016"/>
                  <a:gd name="T23" fmla="*/ 6 h 367"/>
                  <a:gd name="T24" fmla="*/ 226 w 3016"/>
                  <a:gd name="T25" fmla="*/ 10 h 367"/>
                  <a:gd name="T26" fmla="*/ 284 w 3016"/>
                  <a:gd name="T27" fmla="*/ 13 h 367"/>
                  <a:gd name="T28" fmla="*/ 291 w 3016"/>
                  <a:gd name="T29" fmla="*/ 13 h 367"/>
                  <a:gd name="T30" fmla="*/ 301 w 3016"/>
                  <a:gd name="T31" fmla="*/ 0 h 367"/>
                  <a:gd name="T32" fmla="*/ 302 w 3016"/>
                  <a:gd name="T33" fmla="*/ 0 h 367"/>
                  <a:gd name="T34" fmla="*/ 304 w 3016"/>
                  <a:gd name="T35" fmla="*/ 6 h 367"/>
                  <a:gd name="T36" fmla="*/ 304 w 3016"/>
                  <a:gd name="T37" fmla="*/ 6 h 3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3016" h="367">
                    <a:moveTo>
                      <a:pt x="2957" y="60"/>
                    </a:moveTo>
                    <a:lnTo>
                      <a:pt x="3016" y="103"/>
                    </a:lnTo>
                    <a:lnTo>
                      <a:pt x="2968" y="300"/>
                    </a:lnTo>
                    <a:lnTo>
                      <a:pt x="2968" y="324"/>
                    </a:lnTo>
                    <a:lnTo>
                      <a:pt x="2980" y="336"/>
                    </a:lnTo>
                    <a:lnTo>
                      <a:pt x="2890" y="367"/>
                    </a:lnTo>
                    <a:lnTo>
                      <a:pt x="12" y="342"/>
                    </a:lnTo>
                    <a:lnTo>
                      <a:pt x="0" y="336"/>
                    </a:lnTo>
                    <a:lnTo>
                      <a:pt x="36" y="288"/>
                    </a:lnTo>
                    <a:lnTo>
                      <a:pt x="48" y="187"/>
                    </a:lnTo>
                    <a:lnTo>
                      <a:pt x="79" y="90"/>
                    </a:lnTo>
                    <a:lnTo>
                      <a:pt x="138" y="60"/>
                    </a:lnTo>
                    <a:lnTo>
                      <a:pt x="2200" y="103"/>
                    </a:lnTo>
                    <a:lnTo>
                      <a:pt x="2764" y="126"/>
                    </a:lnTo>
                    <a:lnTo>
                      <a:pt x="2831" y="126"/>
                    </a:lnTo>
                    <a:lnTo>
                      <a:pt x="2926" y="0"/>
                    </a:lnTo>
                    <a:lnTo>
                      <a:pt x="2939" y="0"/>
                    </a:lnTo>
                    <a:lnTo>
                      <a:pt x="2957"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1590953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US" sz="4800" dirty="0">
                <a:solidFill>
                  <a:schemeClr val="accent2"/>
                </a:solidFill>
              </a:rPr>
              <a:t>Knowledge Check – True/False Question</a:t>
            </a:r>
          </a:p>
        </p:txBody>
      </p:sp>
      <p:graphicFrame>
        <p:nvGraphicFramePr>
          <p:cNvPr id="5" name="Diagram 4">
            <a:extLst>
              <a:ext uri="{FF2B5EF4-FFF2-40B4-BE49-F238E27FC236}">
                <a16:creationId xmlns:a16="http://schemas.microsoft.com/office/drawing/2014/main" id="{69D5772C-2353-486D-8737-01610D673351}"/>
              </a:ext>
            </a:extLst>
          </p:cNvPr>
          <p:cNvGraphicFramePr/>
          <p:nvPr>
            <p:extLst>
              <p:ext uri="{D42A27DB-BD31-4B8C-83A1-F6EECF244321}">
                <p14:modId xmlns:p14="http://schemas.microsoft.com/office/powerpoint/2010/main" val="725962987"/>
              </p:ext>
            </p:extLst>
          </p:nvPr>
        </p:nvGraphicFramePr>
        <p:xfrm>
          <a:off x="2024709" y="1383474"/>
          <a:ext cx="8102257" cy="4342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Shape 228">
            <a:extLst>
              <a:ext uri="{FF2B5EF4-FFF2-40B4-BE49-F238E27FC236}">
                <a16:creationId xmlns:a16="http://schemas.microsoft.com/office/drawing/2014/main" id="{32C9892D-D4E6-4903-A8F7-EDF0A224E355}"/>
              </a:ext>
            </a:extLst>
          </p:cNvPr>
          <p:cNvPicPr preferRelativeResize="0"/>
          <p:nvPr/>
        </p:nvPicPr>
        <p:blipFill rotWithShape="1">
          <a:blip r:embed="rId7">
            <a:alphaModFix/>
          </a:blip>
          <a:srcRect/>
          <a:stretch/>
        </p:blipFill>
        <p:spPr>
          <a:xfrm>
            <a:off x="10544218" y="5371210"/>
            <a:ext cx="1184940" cy="1169193"/>
          </a:xfrm>
          <a:prstGeom prst="rect">
            <a:avLst/>
          </a:prstGeom>
          <a:noFill/>
          <a:ln>
            <a:noFill/>
          </a:ln>
        </p:spPr>
      </p:pic>
    </p:spTree>
    <p:extLst>
      <p:ext uri="{BB962C8B-B14F-4D97-AF65-F5344CB8AC3E}">
        <p14:creationId xmlns:p14="http://schemas.microsoft.com/office/powerpoint/2010/main" val="1817647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a:bodyPr>
          <a:lstStyle/>
          <a:p>
            <a:r>
              <a:rPr lang="en-US" sz="4800" dirty="0">
                <a:solidFill>
                  <a:schemeClr val="accent2"/>
                </a:solidFill>
              </a:rPr>
              <a:t>Knowledge Check – True/False Answer</a:t>
            </a:r>
          </a:p>
        </p:txBody>
      </p:sp>
      <p:graphicFrame>
        <p:nvGraphicFramePr>
          <p:cNvPr id="5" name="Diagram 4">
            <a:extLst>
              <a:ext uri="{FF2B5EF4-FFF2-40B4-BE49-F238E27FC236}">
                <a16:creationId xmlns:a16="http://schemas.microsoft.com/office/drawing/2014/main" id="{69D5772C-2353-486D-8737-01610D673351}"/>
              </a:ext>
            </a:extLst>
          </p:cNvPr>
          <p:cNvGraphicFramePr/>
          <p:nvPr>
            <p:extLst>
              <p:ext uri="{D42A27DB-BD31-4B8C-83A1-F6EECF244321}">
                <p14:modId xmlns:p14="http://schemas.microsoft.com/office/powerpoint/2010/main" val="917115991"/>
              </p:ext>
            </p:extLst>
          </p:nvPr>
        </p:nvGraphicFramePr>
        <p:xfrm>
          <a:off x="2024709" y="1383474"/>
          <a:ext cx="8102257" cy="4342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Shape 228">
            <a:extLst>
              <a:ext uri="{FF2B5EF4-FFF2-40B4-BE49-F238E27FC236}">
                <a16:creationId xmlns:a16="http://schemas.microsoft.com/office/drawing/2014/main" id="{32C9892D-D4E6-4903-A8F7-EDF0A224E355}"/>
              </a:ext>
            </a:extLst>
          </p:cNvPr>
          <p:cNvPicPr preferRelativeResize="0"/>
          <p:nvPr/>
        </p:nvPicPr>
        <p:blipFill rotWithShape="1">
          <a:blip r:embed="rId7">
            <a:alphaModFix/>
          </a:blip>
          <a:srcRect/>
          <a:stretch/>
        </p:blipFill>
        <p:spPr>
          <a:xfrm>
            <a:off x="10544218" y="5371210"/>
            <a:ext cx="1184940" cy="1169193"/>
          </a:xfrm>
          <a:prstGeom prst="rect">
            <a:avLst/>
          </a:prstGeom>
          <a:noFill/>
          <a:ln>
            <a:noFill/>
          </a:ln>
        </p:spPr>
      </p:pic>
    </p:spTree>
    <p:extLst>
      <p:ext uri="{BB962C8B-B14F-4D97-AF65-F5344CB8AC3E}">
        <p14:creationId xmlns:p14="http://schemas.microsoft.com/office/powerpoint/2010/main" val="3345582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Autofit/>
          </a:bodyPr>
          <a:lstStyle/>
          <a:p>
            <a:r>
              <a:rPr lang="en-US" sz="4400" dirty="0">
                <a:solidFill>
                  <a:schemeClr val="accent2"/>
                </a:solidFill>
              </a:rPr>
              <a:t>Knowledge Check – Question</a:t>
            </a:r>
          </a:p>
        </p:txBody>
      </p:sp>
      <p:graphicFrame>
        <p:nvGraphicFramePr>
          <p:cNvPr id="6" name="Diagram 5">
            <a:extLst>
              <a:ext uri="{FF2B5EF4-FFF2-40B4-BE49-F238E27FC236}">
                <a16:creationId xmlns:a16="http://schemas.microsoft.com/office/drawing/2014/main" id="{8778E849-E5E2-4E23-8BD8-F327D09A347C}"/>
              </a:ext>
            </a:extLst>
          </p:cNvPr>
          <p:cNvGraphicFramePr/>
          <p:nvPr>
            <p:extLst>
              <p:ext uri="{D42A27DB-BD31-4B8C-83A1-F6EECF244321}">
                <p14:modId xmlns:p14="http://schemas.microsoft.com/office/powerpoint/2010/main" val="115146356"/>
              </p:ext>
            </p:extLst>
          </p:nvPr>
        </p:nvGraphicFramePr>
        <p:xfrm>
          <a:off x="2024709" y="1383474"/>
          <a:ext cx="8102257" cy="4342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Shape 228">
            <a:extLst>
              <a:ext uri="{FF2B5EF4-FFF2-40B4-BE49-F238E27FC236}">
                <a16:creationId xmlns:a16="http://schemas.microsoft.com/office/drawing/2014/main" id="{0346E5FA-C29A-4CE1-93C4-E05B721AF6C7}"/>
              </a:ext>
            </a:extLst>
          </p:cNvPr>
          <p:cNvPicPr preferRelativeResize="0"/>
          <p:nvPr/>
        </p:nvPicPr>
        <p:blipFill rotWithShape="1">
          <a:blip r:embed="rId7">
            <a:alphaModFix/>
          </a:blip>
          <a:srcRect/>
          <a:stretch/>
        </p:blipFill>
        <p:spPr>
          <a:xfrm>
            <a:off x="10544218" y="5398505"/>
            <a:ext cx="1184940" cy="1169193"/>
          </a:xfrm>
          <a:prstGeom prst="rect">
            <a:avLst/>
          </a:prstGeom>
          <a:noFill/>
          <a:ln>
            <a:noFill/>
          </a:ln>
        </p:spPr>
      </p:pic>
    </p:spTree>
    <p:extLst>
      <p:ext uri="{BB962C8B-B14F-4D97-AF65-F5344CB8AC3E}">
        <p14:creationId xmlns:p14="http://schemas.microsoft.com/office/powerpoint/2010/main" val="1407204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Autofit/>
          </a:bodyPr>
          <a:lstStyle/>
          <a:p>
            <a:r>
              <a:rPr lang="en-US" sz="4400" dirty="0">
                <a:solidFill>
                  <a:schemeClr val="accent2"/>
                </a:solidFill>
              </a:rPr>
              <a:t>Knowledge Check – Answer</a:t>
            </a:r>
          </a:p>
        </p:txBody>
      </p:sp>
      <p:graphicFrame>
        <p:nvGraphicFramePr>
          <p:cNvPr id="6" name="Diagram 5">
            <a:extLst>
              <a:ext uri="{FF2B5EF4-FFF2-40B4-BE49-F238E27FC236}">
                <a16:creationId xmlns:a16="http://schemas.microsoft.com/office/drawing/2014/main" id="{8778E849-E5E2-4E23-8BD8-F327D09A347C}"/>
              </a:ext>
            </a:extLst>
          </p:cNvPr>
          <p:cNvGraphicFramePr/>
          <p:nvPr>
            <p:extLst>
              <p:ext uri="{D42A27DB-BD31-4B8C-83A1-F6EECF244321}">
                <p14:modId xmlns:p14="http://schemas.microsoft.com/office/powerpoint/2010/main" val="3530636227"/>
              </p:ext>
            </p:extLst>
          </p:nvPr>
        </p:nvGraphicFramePr>
        <p:xfrm>
          <a:off x="2024709" y="1383474"/>
          <a:ext cx="8102257" cy="4342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Shape 228">
            <a:extLst>
              <a:ext uri="{FF2B5EF4-FFF2-40B4-BE49-F238E27FC236}">
                <a16:creationId xmlns:a16="http://schemas.microsoft.com/office/drawing/2014/main" id="{0346E5FA-C29A-4CE1-93C4-E05B721AF6C7}"/>
              </a:ext>
            </a:extLst>
          </p:cNvPr>
          <p:cNvPicPr preferRelativeResize="0"/>
          <p:nvPr/>
        </p:nvPicPr>
        <p:blipFill rotWithShape="1">
          <a:blip r:embed="rId7">
            <a:alphaModFix/>
          </a:blip>
          <a:srcRect/>
          <a:stretch/>
        </p:blipFill>
        <p:spPr>
          <a:xfrm>
            <a:off x="10544218" y="5398505"/>
            <a:ext cx="1184940" cy="1169193"/>
          </a:xfrm>
          <a:prstGeom prst="rect">
            <a:avLst/>
          </a:prstGeom>
          <a:noFill/>
          <a:ln>
            <a:noFill/>
          </a:ln>
        </p:spPr>
      </p:pic>
    </p:spTree>
    <p:extLst>
      <p:ext uri="{BB962C8B-B14F-4D97-AF65-F5344CB8AC3E}">
        <p14:creationId xmlns:p14="http://schemas.microsoft.com/office/powerpoint/2010/main" val="971085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2FC855-046F-0D48-A04E-A3DF12FCFF85}"/>
              </a:ext>
            </a:extLst>
          </p:cNvPr>
          <p:cNvPicPr>
            <a:picLocks noChangeAspect="1"/>
          </p:cNvPicPr>
          <p:nvPr/>
        </p:nvPicPr>
        <p:blipFill rotWithShape="1">
          <a:blip r:embed="rId2">
            <a:extLst>
              <a:ext uri="{28A0092B-C50C-407E-A947-70E740481C1C}">
                <a14:useLocalDpi xmlns:a14="http://schemas.microsoft.com/office/drawing/2010/main" val="0"/>
              </a:ext>
            </a:extLst>
          </a:blip>
          <a:srcRect r="37919"/>
          <a:stretch/>
        </p:blipFill>
        <p:spPr>
          <a:xfrm>
            <a:off x="0" y="0"/>
            <a:ext cx="6386286" cy="6858000"/>
          </a:xfrm>
          <a:prstGeom prst="rect">
            <a:avLst/>
          </a:prstGeom>
        </p:spPr>
      </p:pic>
      <p:sp>
        <p:nvSpPr>
          <p:cNvPr id="3" name="Title 2"/>
          <p:cNvSpPr>
            <a:spLocks noGrp="1"/>
          </p:cNvSpPr>
          <p:nvPr>
            <p:ph type="title"/>
          </p:nvPr>
        </p:nvSpPr>
        <p:spPr>
          <a:xfrm>
            <a:off x="6833937" y="906011"/>
            <a:ext cx="4663211" cy="1636892"/>
          </a:xfrm>
          <a:noFill/>
          <a:ln>
            <a:noFill/>
          </a:ln>
        </p:spPr>
        <p:txBody>
          <a:bodyPr vert="horz" lIns="91440" tIns="45720" rIns="91440" bIns="45720" rtlCol="0" anchor="ctr">
            <a:noAutofit/>
          </a:bodyPr>
          <a:lstStyle/>
          <a:p>
            <a:r>
              <a:rPr lang="en-US" b="1" dirty="0"/>
              <a:t>Course Summary</a:t>
            </a:r>
          </a:p>
        </p:txBody>
      </p:sp>
      <p:sp>
        <p:nvSpPr>
          <p:cNvPr id="4" name="Title 2">
            <a:extLst>
              <a:ext uri="{FF2B5EF4-FFF2-40B4-BE49-F238E27FC236}">
                <a16:creationId xmlns:a16="http://schemas.microsoft.com/office/drawing/2014/main" id="{8A6FF72E-EA2F-2C43-A940-E06C406358D9}"/>
              </a:ext>
            </a:extLst>
          </p:cNvPr>
          <p:cNvSpPr txBox="1">
            <a:spLocks/>
          </p:cNvSpPr>
          <p:nvPr/>
        </p:nvSpPr>
        <p:spPr>
          <a:xfrm>
            <a:off x="6833937" y="2922532"/>
            <a:ext cx="4263990" cy="1012936"/>
          </a:xfrm>
          <a:prstGeom prst="rect">
            <a:avLst/>
          </a:prstGeom>
          <a:noFill/>
          <a:ln>
            <a:noFill/>
          </a:ln>
        </p:spPr>
        <p:txBody>
          <a:bodyPr vert="horz" lIns="91440" tIns="45720" rIns="91440" bIns="45720" rtlCol="0" anchor="ctr">
            <a:normAutofit/>
          </a:bodyPr>
          <a:lstStyle>
            <a:defPPr>
              <a:defRPr lang="en-US"/>
            </a:defPPr>
            <a:lvl1pPr>
              <a:lnSpc>
                <a:spcPct val="90000"/>
              </a:lnSpc>
              <a:spcBef>
                <a:spcPct val="0"/>
              </a:spcBef>
              <a:buNone/>
              <a:defRPr sz="2400" b="0" i="0" spc="300" baseline="0">
                <a:solidFill>
                  <a:schemeClr val="bg1"/>
                </a:solidFill>
                <a:latin typeface="Effra" panose="02000506080000020004" pitchFamily="2" charset="77"/>
                <a:ea typeface="Effra Light" charset="0"/>
                <a:cs typeface="Effra Light" charset="0"/>
              </a:defRPr>
            </a:lvl1pPr>
          </a:lstStyle>
          <a:p>
            <a:r>
              <a:rPr lang="en-US" dirty="0"/>
              <a:t>Module Two</a:t>
            </a:r>
          </a:p>
        </p:txBody>
      </p:sp>
      <p:pic>
        <p:nvPicPr>
          <p:cNvPr id="5" name="Picture 4">
            <a:extLst>
              <a:ext uri="{FF2B5EF4-FFF2-40B4-BE49-F238E27FC236}">
                <a16:creationId xmlns:a16="http://schemas.microsoft.com/office/drawing/2014/main" id="{91721609-4435-1143-A313-6ABCD0DE9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1370" y="5972767"/>
            <a:ext cx="2680830" cy="406535"/>
          </a:xfrm>
          <a:prstGeom prst="rect">
            <a:avLst/>
          </a:prstGeom>
        </p:spPr>
      </p:pic>
    </p:spTree>
    <p:extLst>
      <p:ext uri="{BB962C8B-B14F-4D97-AF65-F5344CB8AC3E}">
        <p14:creationId xmlns:p14="http://schemas.microsoft.com/office/powerpoint/2010/main" val="2168011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422517" y="1513490"/>
            <a:ext cx="11064240" cy="4678303"/>
          </a:xfrm>
        </p:spPr>
        <p:txBody>
          <a:bodyPr vert="horz" lIns="91440" tIns="45720" rIns="91440" bIns="45720" rtlCol="0">
            <a:noAutofit/>
          </a:bodyPr>
          <a:lstStyle/>
          <a:p>
            <a:pPr marL="461963" indent="-461963">
              <a:lnSpc>
                <a:spcPct val="100000"/>
              </a:lnSpc>
              <a:spcAft>
                <a:spcPts val="300"/>
              </a:spcAft>
              <a:buClr>
                <a:schemeClr val="accent1">
                  <a:lumMod val="50000"/>
                </a:schemeClr>
              </a:buClr>
              <a:buFont typeface="Wingdings" panose="05000000000000000000" pitchFamily="2" charset="2"/>
            </a:pPr>
            <a:r>
              <a:rPr lang="en-US" dirty="0"/>
              <a:t>Having completed this course, you should be able to explain the processes involved with managing receipts, which includes:</a:t>
            </a:r>
          </a:p>
          <a:p>
            <a:pPr marL="1027113" lvl="1" indent="-565150" eaLnBrk="0" hangingPunct="0">
              <a:lnSpc>
                <a:spcPct val="100000"/>
              </a:lnSpc>
              <a:spcAft>
                <a:spcPts val="300"/>
              </a:spcAft>
              <a:buClr>
                <a:schemeClr val="accent2"/>
              </a:buClr>
              <a:buFont typeface="Wingdings" panose="05000000000000000000" pitchFamily="2" charset="2"/>
              <a:buChar char="ü"/>
              <a:tabLst>
                <a:tab pos="228600" algn="l"/>
              </a:tabLst>
            </a:pPr>
            <a:r>
              <a:rPr lang="en-US" dirty="0"/>
              <a:t>Receiving a requisition line</a:t>
            </a:r>
          </a:p>
          <a:p>
            <a:pPr marL="1027113" lvl="1" indent="-565150" eaLnBrk="0" hangingPunct="0">
              <a:lnSpc>
                <a:spcPct val="100000"/>
              </a:lnSpc>
              <a:spcAft>
                <a:spcPts val="300"/>
              </a:spcAft>
              <a:buClr>
                <a:schemeClr val="accent2"/>
              </a:buClr>
              <a:buFont typeface="Wingdings" panose="05000000000000000000" pitchFamily="2" charset="2"/>
              <a:buChar char="ü"/>
              <a:tabLst>
                <a:tab pos="228600" algn="l"/>
              </a:tabLst>
            </a:pPr>
            <a:r>
              <a:rPr lang="en-US" dirty="0"/>
              <a:t>Viewing a receipt</a:t>
            </a:r>
          </a:p>
          <a:p>
            <a:pPr marL="1027113" lvl="1" indent="-565150" eaLnBrk="0" hangingPunct="0">
              <a:lnSpc>
                <a:spcPct val="100000"/>
              </a:lnSpc>
              <a:spcAft>
                <a:spcPts val="300"/>
              </a:spcAft>
              <a:buClr>
                <a:schemeClr val="accent2"/>
              </a:buClr>
              <a:buFont typeface="Wingdings" panose="05000000000000000000" pitchFamily="2" charset="2"/>
              <a:buChar char="ü"/>
              <a:tabLst>
                <a:tab pos="228600" algn="l"/>
              </a:tabLst>
            </a:pPr>
            <a:r>
              <a:rPr lang="en-US" dirty="0"/>
              <a:t>Correcting a receipt</a:t>
            </a:r>
          </a:p>
          <a:p>
            <a:pPr marL="1027113" lvl="1" indent="-565150" eaLnBrk="0" hangingPunct="0">
              <a:lnSpc>
                <a:spcPct val="100000"/>
              </a:lnSpc>
              <a:spcAft>
                <a:spcPts val="300"/>
              </a:spcAft>
              <a:buClr>
                <a:schemeClr val="accent2"/>
              </a:buClr>
              <a:buFont typeface="Wingdings" panose="05000000000000000000" pitchFamily="2" charset="2"/>
              <a:buChar char="ü"/>
              <a:tabLst>
                <a:tab pos="228600" algn="l"/>
              </a:tabLst>
            </a:pPr>
            <a:r>
              <a:rPr lang="en-US" dirty="0"/>
              <a:t>Returning a receipt</a:t>
            </a:r>
          </a:p>
        </p:txBody>
      </p:sp>
      <p:sp>
        <p:nvSpPr>
          <p:cNvPr id="3" name="Title 2"/>
          <p:cNvSpPr>
            <a:spLocks noGrp="1"/>
          </p:cNvSpPr>
          <p:nvPr>
            <p:ph type="title"/>
          </p:nvPr>
        </p:nvSpPr>
        <p:spPr/>
        <p:txBody>
          <a:bodyPr vert="horz" lIns="91440" tIns="45720" rIns="91440" bIns="45720" rtlCol="0" anchor="ctr">
            <a:normAutofit/>
          </a:bodyPr>
          <a:lstStyle/>
          <a:p>
            <a:r>
              <a:rPr lang="en-US" dirty="0">
                <a:solidFill>
                  <a:schemeClr val="accent2"/>
                </a:solidFill>
              </a:rPr>
              <a:t>Course Summary</a:t>
            </a:r>
          </a:p>
        </p:txBody>
      </p:sp>
    </p:spTree>
    <p:extLst>
      <p:ext uri="{BB962C8B-B14F-4D97-AF65-F5344CB8AC3E}">
        <p14:creationId xmlns:p14="http://schemas.microsoft.com/office/powerpoint/2010/main" val="4274572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vert="horz" lIns="91440" tIns="45720" rIns="91440" bIns="45720" rtlCol="0">
            <a:noAutofit/>
          </a:bodyPr>
          <a:lstStyle/>
          <a:p>
            <a:pPr marL="461963" indent="-461963">
              <a:lnSpc>
                <a:spcPct val="100000"/>
              </a:lnSpc>
              <a:spcAft>
                <a:spcPts val="300"/>
              </a:spcAft>
              <a:buClr>
                <a:schemeClr val="accent2"/>
              </a:buClr>
            </a:pPr>
            <a:r>
              <a:rPr lang="en-US" dirty="0"/>
              <a:t>Additional Help Resources available for use:</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Training courses, Job aids, and additional support materials are available on SharePoint: </a:t>
            </a:r>
            <a:r>
              <a:rPr lang="en-US" b="1" dirty="0">
                <a:solidFill>
                  <a:srgbClr val="C00000"/>
                </a:solidFill>
              </a:rPr>
              <a:t>[Enter ESO SharePoint URL]</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Oracle Help Desk: </a:t>
            </a:r>
            <a:r>
              <a:rPr lang="en-US" b="1" dirty="0">
                <a:solidFill>
                  <a:srgbClr val="C00000"/>
                </a:solidFill>
              </a:rPr>
              <a:t>[Enter contact details]</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All other Cable One Processes: </a:t>
            </a:r>
            <a:r>
              <a:rPr lang="en-US" b="1" dirty="0">
                <a:solidFill>
                  <a:srgbClr val="C00000"/>
                </a:solidFill>
              </a:rPr>
              <a:t>[Enter contact details]</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dirty="0"/>
              <a:t>IT Help Desk: </a:t>
            </a:r>
            <a:r>
              <a:rPr lang="en-US" b="1" dirty="0">
                <a:solidFill>
                  <a:srgbClr val="C00000"/>
                </a:solidFill>
              </a:rPr>
              <a:t>[Enter contact details]</a:t>
            </a:r>
          </a:p>
          <a:p>
            <a:pPr marL="1027113" lvl="1" indent="-565150" eaLnBrk="0" hangingPunct="0">
              <a:lnSpc>
                <a:spcPct val="100000"/>
              </a:lnSpc>
              <a:spcAft>
                <a:spcPts val="300"/>
              </a:spcAft>
              <a:buClr>
                <a:schemeClr val="accent2"/>
              </a:buClr>
              <a:buFont typeface="Arial" panose="020B0604020202020204" pitchFamily="34" charset="0"/>
              <a:buChar char="•"/>
              <a:tabLst>
                <a:tab pos="228600" algn="l"/>
              </a:tabLst>
            </a:pPr>
            <a:r>
              <a:rPr lang="en-US" b="1" dirty="0">
                <a:solidFill>
                  <a:srgbClr val="C00000"/>
                </a:solidFill>
              </a:rPr>
              <a:t>[Remedy ticketing tool]</a:t>
            </a:r>
          </a:p>
          <a:p>
            <a:pPr marL="461963" indent="-461963">
              <a:lnSpc>
                <a:spcPct val="100000"/>
              </a:lnSpc>
              <a:spcBef>
                <a:spcPts val="500"/>
              </a:spcBef>
              <a:spcAft>
                <a:spcPts val="300"/>
              </a:spcAft>
              <a:buClr>
                <a:schemeClr val="accent1">
                  <a:lumMod val="50000"/>
                </a:schemeClr>
              </a:buClr>
            </a:pPr>
            <a:endParaRPr lang="en-US" dirty="0"/>
          </a:p>
          <a:p>
            <a:pPr marL="461963" indent="-461963">
              <a:lnSpc>
                <a:spcPct val="100000"/>
              </a:lnSpc>
              <a:spcBef>
                <a:spcPts val="500"/>
              </a:spcBef>
              <a:spcAft>
                <a:spcPts val="300"/>
              </a:spcAft>
              <a:buClr>
                <a:schemeClr val="accent1">
                  <a:lumMod val="50000"/>
                </a:schemeClr>
              </a:buClr>
            </a:pPr>
            <a:endParaRPr lang="en-US" dirty="0"/>
          </a:p>
        </p:txBody>
      </p:sp>
      <p:sp>
        <p:nvSpPr>
          <p:cNvPr id="3" name="Title 2"/>
          <p:cNvSpPr>
            <a:spLocks noGrp="1"/>
          </p:cNvSpPr>
          <p:nvPr>
            <p:ph type="title"/>
          </p:nvPr>
        </p:nvSpPr>
        <p:spPr/>
        <p:txBody>
          <a:bodyPr vert="horz" lIns="91440" tIns="45720" rIns="91440" bIns="45720" rtlCol="0" anchor="ctr">
            <a:normAutofit/>
          </a:bodyPr>
          <a:lstStyle/>
          <a:p>
            <a:r>
              <a:rPr lang="en-US" dirty="0">
                <a:solidFill>
                  <a:schemeClr val="accent2"/>
                </a:solidFill>
              </a:rPr>
              <a:t>Additional Help Resources</a:t>
            </a:r>
          </a:p>
        </p:txBody>
      </p:sp>
      <p:grpSp>
        <p:nvGrpSpPr>
          <p:cNvPr id="5" name="Group 4">
            <a:extLst>
              <a:ext uri="{FF2B5EF4-FFF2-40B4-BE49-F238E27FC236}">
                <a16:creationId xmlns:a16="http://schemas.microsoft.com/office/drawing/2014/main" id="{9C9E816B-3456-4D33-8C5C-4887013A27CC}"/>
              </a:ext>
            </a:extLst>
          </p:cNvPr>
          <p:cNvGrpSpPr>
            <a:grpSpLocks/>
          </p:cNvGrpSpPr>
          <p:nvPr/>
        </p:nvGrpSpPr>
        <p:grpSpPr bwMode="auto">
          <a:xfrm>
            <a:off x="9926242" y="4417419"/>
            <a:ext cx="1843241" cy="1854180"/>
            <a:chOff x="3060" y="541"/>
            <a:chExt cx="2540" cy="2606"/>
          </a:xfrm>
        </p:grpSpPr>
        <p:pic>
          <p:nvPicPr>
            <p:cNvPr id="6" name="Picture 6" descr="MPj04223900000[1]">
              <a:extLst>
                <a:ext uri="{FF2B5EF4-FFF2-40B4-BE49-F238E27FC236}">
                  <a16:creationId xmlns:a16="http://schemas.microsoft.com/office/drawing/2014/main" id="{A701E081-3E4D-4B09-A79B-C7D0D399152E}"/>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b="27422"/>
            <a:stretch>
              <a:fillRect/>
            </a:stretch>
          </p:blipFill>
          <p:spPr bwMode="auto">
            <a:xfrm>
              <a:off x="3060" y="541"/>
              <a:ext cx="1350" cy="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descr="MPj04388650000[1]">
              <a:extLst>
                <a:ext uri="{FF2B5EF4-FFF2-40B4-BE49-F238E27FC236}">
                  <a16:creationId xmlns:a16="http://schemas.microsoft.com/office/drawing/2014/main" id="{DD1CDAF6-0D5C-42D6-AABA-798D19858CB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b="17883"/>
            <a:stretch>
              <a:fillRect/>
            </a:stretch>
          </p:blipFill>
          <p:spPr bwMode="auto">
            <a:xfrm>
              <a:off x="3926" y="1774"/>
              <a:ext cx="1674" cy="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24630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vert="horz" lIns="91440" tIns="45720" rIns="91440" bIns="45720" rtlCol="0">
            <a:noAutofit/>
          </a:bodyPr>
          <a:lstStyle/>
          <a:p>
            <a:pPr marL="461963" indent="-461963">
              <a:lnSpc>
                <a:spcPct val="100000"/>
              </a:lnSpc>
              <a:spcBef>
                <a:spcPts val="500"/>
              </a:spcBef>
              <a:buClr>
                <a:schemeClr val="accent1">
                  <a:lumMod val="50000"/>
                </a:schemeClr>
              </a:buClr>
            </a:pPr>
            <a:r>
              <a:rPr lang="en-US" dirty="0"/>
              <a:t>Your responses provide the Cable One Training Team with feedback that is used to continuously improve the training program</a:t>
            </a:r>
          </a:p>
          <a:p>
            <a:pPr marL="461963" indent="-461963">
              <a:lnSpc>
                <a:spcPct val="100000"/>
              </a:lnSpc>
              <a:spcBef>
                <a:spcPts val="500"/>
              </a:spcBef>
              <a:buClr>
                <a:schemeClr val="accent1">
                  <a:lumMod val="50000"/>
                </a:schemeClr>
              </a:buClr>
            </a:pPr>
            <a:r>
              <a:rPr lang="en-US" dirty="0"/>
              <a:t>Instructor will provide access to the class evaluation</a:t>
            </a:r>
          </a:p>
          <a:p>
            <a:pPr marL="0" indent="0">
              <a:lnSpc>
                <a:spcPct val="100000"/>
              </a:lnSpc>
              <a:spcBef>
                <a:spcPts val="500"/>
              </a:spcBef>
              <a:buClr>
                <a:schemeClr val="accent1">
                  <a:lumMod val="50000"/>
                </a:schemeClr>
              </a:buClr>
              <a:buNone/>
            </a:pPr>
            <a:endParaRPr lang="en-US" dirty="0"/>
          </a:p>
        </p:txBody>
      </p:sp>
      <p:sp>
        <p:nvSpPr>
          <p:cNvPr id="3" name="Title 2"/>
          <p:cNvSpPr>
            <a:spLocks noGrp="1"/>
          </p:cNvSpPr>
          <p:nvPr>
            <p:ph type="title"/>
          </p:nvPr>
        </p:nvSpPr>
        <p:spPr/>
        <p:txBody>
          <a:bodyPr vert="horz" lIns="91440" tIns="45720" rIns="91440" bIns="45720" rtlCol="0" anchor="ctr">
            <a:normAutofit/>
          </a:bodyPr>
          <a:lstStyle/>
          <a:p>
            <a:r>
              <a:rPr lang="en-US" dirty="0">
                <a:solidFill>
                  <a:schemeClr val="accent2"/>
                </a:solidFill>
              </a:rPr>
              <a:t>Course Evaluation</a:t>
            </a:r>
          </a:p>
        </p:txBody>
      </p:sp>
      <p:pic>
        <p:nvPicPr>
          <p:cNvPr id="5" name="Shape 221">
            <a:extLst>
              <a:ext uri="{FF2B5EF4-FFF2-40B4-BE49-F238E27FC236}">
                <a16:creationId xmlns:a16="http://schemas.microsoft.com/office/drawing/2014/main" id="{755CE31E-3A68-4530-933B-8309B52F801D}"/>
              </a:ext>
            </a:extLst>
          </p:cNvPr>
          <p:cNvPicPr preferRelativeResize="0"/>
          <p:nvPr/>
        </p:nvPicPr>
        <p:blipFill rotWithShape="1">
          <a:blip r:embed="rId2">
            <a:alphaModFix/>
          </a:blip>
          <a:srcRect/>
          <a:stretch/>
        </p:blipFill>
        <p:spPr>
          <a:xfrm>
            <a:off x="9727503" y="4760583"/>
            <a:ext cx="1611482" cy="1167851"/>
          </a:xfrm>
          <a:prstGeom prst="rect">
            <a:avLst/>
          </a:prstGeom>
          <a:noFill/>
          <a:ln>
            <a:noFill/>
          </a:ln>
        </p:spPr>
      </p:pic>
    </p:spTree>
    <p:extLst>
      <p:ext uri="{BB962C8B-B14F-4D97-AF65-F5344CB8AC3E}">
        <p14:creationId xmlns:p14="http://schemas.microsoft.com/office/powerpoint/2010/main" val="699036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vert="horz" lIns="91440" tIns="45720" rIns="91440" bIns="45720" rtlCol="0">
            <a:noAutofit/>
          </a:bodyPr>
          <a:lstStyle/>
          <a:p>
            <a:pPr marL="461963" indent="-461963">
              <a:lnSpc>
                <a:spcPct val="100000"/>
              </a:lnSpc>
              <a:spcAft>
                <a:spcPts val="300"/>
              </a:spcAft>
              <a:buClr>
                <a:schemeClr val="accent2"/>
              </a:buClr>
            </a:pPr>
            <a:r>
              <a:rPr lang="en-US" dirty="0"/>
              <a:t>You have completed the Oracle Cloud ERP Managing My Receipts Course </a:t>
            </a:r>
          </a:p>
          <a:p>
            <a:pPr marL="461963" indent="-461963">
              <a:lnSpc>
                <a:spcPct val="100000"/>
              </a:lnSpc>
              <a:spcAft>
                <a:spcPts val="300"/>
              </a:spcAft>
              <a:buClr>
                <a:schemeClr val="accent2"/>
              </a:buClr>
            </a:pPr>
            <a:endParaRPr lang="en-US" dirty="0"/>
          </a:p>
        </p:txBody>
      </p:sp>
      <p:sp>
        <p:nvSpPr>
          <p:cNvPr id="3" name="Title 2"/>
          <p:cNvSpPr>
            <a:spLocks noGrp="1"/>
          </p:cNvSpPr>
          <p:nvPr>
            <p:ph type="title"/>
          </p:nvPr>
        </p:nvSpPr>
        <p:spPr/>
        <p:txBody>
          <a:bodyPr/>
          <a:lstStyle/>
          <a:p>
            <a:r>
              <a:rPr lang="en-US" dirty="0">
                <a:solidFill>
                  <a:schemeClr val="accent2"/>
                </a:solidFill>
              </a:rPr>
              <a:t>Congratulations</a:t>
            </a:r>
          </a:p>
        </p:txBody>
      </p:sp>
      <p:pic>
        <p:nvPicPr>
          <p:cNvPr id="5" name="Picture 4">
            <a:extLst>
              <a:ext uri="{FF2B5EF4-FFF2-40B4-BE49-F238E27FC236}">
                <a16:creationId xmlns:a16="http://schemas.microsoft.com/office/drawing/2014/main" id="{7BE78BEE-9586-45BC-A0D3-97EB58CC3B20}"/>
              </a:ext>
            </a:extLst>
          </p:cNvPr>
          <p:cNvPicPr>
            <a:picLocks noChangeAspect="1"/>
          </p:cNvPicPr>
          <p:nvPr/>
        </p:nvPicPr>
        <p:blipFill>
          <a:blip r:embed="rId2"/>
          <a:stretch>
            <a:fillRect/>
          </a:stretch>
        </p:blipFill>
        <p:spPr>
          <a:xfrm>
            <a:off x="10457692" y="5163704"/>
            <a:ext cx="1311791" cy="1325563"/>
          </a:xfrm>
          <a:prstGeom prst="rect">
            <a:avLst/>
          </a:prstGeom>
        </p:spPr>
      </p:pic>
    </p:spTree>
    <p:extLst>
      <p:ext uri="{BB962C8B-B14F-4D97-AF65-F5344CB8AC3E}">
        <p14:creationId xmlns:p14="http://schemas.microsoft.com/office/powerpoint/2010/main" val="3420933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409C9A-5E36-2040-8920-897741403E27}"/>
              </a:ext>
            </a:extLst>
          </p:cNvPr>
          <p:cNvPicPr>
            <a:picLocks noChangeAspect="1"/>
          </p:cNvPicPr>
          <p:nvPr/>
        </p:nvPicPr>
        <p:blipFill rotWithShape="1">
          <a:blip r:embed="rId2">
            <a:extLst>
              <a:ext uri="{28A0092B-C50C-407E-A947-70E740481C1C}">
                <a14:useLocalDpi xmlns:a14="http://schemas.microsoft.com/office/drawing/2010/main" val="0"/>
              </a:ext>
            </a:extLst>
          </a:blip>
          <a:srcRect l="-1" t="7813" r="-1" b="7813"/>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A09F6D3-429D-114F-BAA5-589802129BD8}"/>
              </a:ext>
            </a:extLst>
          </p:cNvPr>
          <p:cNvSpPr/>
          <p:nvPr/>
        </p:nvSpPr>
        <p:spPr>
          <a:xfrm>
            <a:off x="0" y="0"/>
            <a:ext cx="12192000" cy="6858000"/>
          </a:xfrm>
          <a:prstGeom prst="rect">
            <a:avLst/>
          </a:prstGeom>
          <a:solidFill>
            <a:schemeClr val="accent2">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04799" y="348069"/>
            <a:ext cx="4194630" cy="1325563"/>
          </a:xfrm>
        </p:spPr>
        <p:txBody>
          <a:bodyPr>
            <a:normAutofit/>
          </a:bodyPr>
          <a:lstStyle/>
          <a:p>
            <a:r>
              <a:rPr lang="en-US" sz="6600" dirty="0">
                <a:solidFill>
                  <a:schemeClr val="bg1"/>
                </a:solidFill>
              </a:rPr>
              <a:t>Thank You</a:t>
            </a:r>
          </a:p>
        </p:txBody>
      </p:sp>
      <p:pic>
        <p:nvPicPr>
          <p:cNvPr id="10" name="Picture 9">
            <a:extLst>
              <a:ext uri="{FF2B5EF4-FFF2-40B4-BE49-F238E27FC236}">
                <a16:creationId xmlns:a16="http://schemas.microsoft.com/office/drawing/2014/main" id="{5871B2E3-4563-A746-A387-B1194A2398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81370" y="5972767"/>
            <a:ext cx="2680830" cy="406535"/>
          </a:xfrm>
          <a:prstGeom prst="rect">
            <a:avLst/>
          </a:prstGeom>
        </p:spPr>
      </p:pic>
    </p:spTree>
    <p:extLst>
      <p:ext uri="{BB962C8B-B14F-4D97-AF65-F5344CB8AC3E}">
        <p14:creationId xmlns:p14="http://schemas.microsoft.com/office/powerpoint/2010/main" val="596247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GUID" val="5eb33501-79cd-4a89-a243-912f074e9d26"/>
</p:tagLst>
</file>

<file path=ppt/tags/tag2.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L619i2EZ_files\slide0001_image001.png"/>
</p:tagLst>
</file>

<file path=ppt/tags/tag3.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DNwYUK3V_files\slide0001_image001.png"/>
</p:tagLst>
</file>

<file path=ppt/tags/tag4.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cxoByonn_files\slide0001_image001.png"/>
</p:tagLst>
</file>

<file path=ppt/tags/tag5.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klQkSCZ9_files\slide0001_image001.emz"/>
</p:tagLst>
</file>

<file path=ppt/tags/tag6.xml><?xml version="1.0" encoding="utf-8"?>
<p:tagLst xmlns:a="http://schemas.openxmlformats.org/drawingml/2006/main" xmlns:r="http://schemas.openxmlformats.org/officeDocument/2006/relationships" xmlns:p="http://schemas.openxmlformats.org/presentationml/2006/main">
  <p:tag name="ARTICULATE_SLIDE_GUID" val="d7f62427-8879-49f5-92bd-4d3b3a9194a2"/>
</p:tagLst>
</file>

<file path=ppt/tags/tag7.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3YugZFOp_files\slide0001_image001.png"/>
</p:tagLst>
</file>

<file path=ppt/tags/tag8.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4u0KEt2c_files\slide0001_image001.png"/>
</p:tagLst>
</file>

<file path=ppt/tags/tag9.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kyWyHUo_files\slide0001_image001.png"/>
</p:tagLst>
</file>

<file path=ppt/tags/tag10.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1ltw8R42_files\slide0001_image001.emz"/>
</p:tagLst>
</file>

<file path=ppt/tags/tag11.xml><?xml version="1.0" encoding="utf-8"?>
<p:tagLst xmlns:a="http://schemas.openxmlformats.org/drawingml/2006/main" xmlns:r="http://schemas.openxmlformats.org/officeDocument/2006/relationships" xmlns:p="http://schemas.openxmlformats.org/presentationml/2006/main">
  <p:tag name="ARTICULATE_PUBLISH_MODE" val="2"/>
  <p:tag name="ARTICULATE_SOURCE_IMAGE" val="C:\Users\CDICKE~1\AppData\Local\Temp\articulate\presenter\imgtemp\xDmaLT01_files\slide0001_image001.png"/>
</p:tagLst>
</file>

<file path=ppt/tags/tag12.xml><?xml version="1.0" encoding="utf-8"?>
<p:tagLst xmlns:a="http://schemas.openxmlformats.org/drawingml/2006/main" xmlns:r="http://schemas.openxmlformats.org/officeDocument/2006/relationships" xmlns:p="http://schemas.openxmlformats.org/presentationml/2006/main">
  <p:tag name="ARTICULATE_SLIDE_GUID" val="67744973-cea3-43b9-8f0c-af9caea4d6e1"/>
</p:tagLst>
</file>

<file path=ppt/theme/theme1.xml><?xml version="1.0" encoding="utf-8"?>
<a:theme xmlns:a="http://schemas.openxmlformats.org/drawingml/2006/main" name="Bottom Bar">
  <a:themeElements>
    <a:clrScheme name="CABO-Sparklight">
      <a:dk1>
        <a:srgbClr val="A6ABB1"/>
      </a:dk1>
      <a:lt1>
        <a:srgbClr val="FFFFFF"/>
      </a:lt1>
      <a:dk2>
        <a:srgbClr val="352F91"/>
      </a:dk2>
      <a:lt2>
        <a:srgbClr val="8E3A80"/>
      </a:lt2>
      <a:accent1>
        <a:srgbClr val="00B5E2"/>
      </a:accent1>
      <a:accent2>
        <a:srgbClr val="0061AF"/>
      </a:accent2>
      <a:accent3>
        <a:srgbClr val="FFCE51"/>
      </a:accent3>
      <a:accent4>
        <a:srgbClr val="85C341"/>
      </a:accent4>
      <a:accent5>
        <a:srgbClr val="2CA948"/>
      </a:accent5>
      <a:accent6>
        <a:srgbClr val="F04E3E"/>
      </a:accent6>
      <a:hlink>
        <a:srgbClr val="474846"/>
      </a:hlink>
      <a:folHlink>
        <a:srgbClr val="5C6F7C"/>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bo-sparklight-ppt-template" id="{D7DFA628-50C5-0D45-BAAA-DDC7B90E6DAF}" vid="{C423DF7F-0689-E44F-B68A-22121BBF85EC}"/>
    </a:ext>
  </a:extLst>
</a:theme>
</file>

<file path=ppt/theme/theme2.xml><?xml version="1.0" encoding="utf-8"?>
<a:theme xmlns:a="http://schemas.openxmlformats.org/drawingml/2006/main" name="Content Slides">
  <a:themeElements>
    <a:clrScheme name="CABO-Sparklight">
      <a:dk1>
        <a:srgbClr val="A6ABB1"/>
      </a:dk1>
      <a:lt1>
        <a:srgbClr val="FFFFFF"/>
      </a:lt1>
      <a:dk2>
        <a:srgbClr val="352F91"/>
      </a:dk2>
      <a:lt2>
        <a:srgbClr val="8E3A80"/>
      </a:lt2>
      <a:accent1>
        <a:srgbClr val="00B5E2"/>
      </a:accent1>
      <a:accent2>
        <a:srgbClr val="0061AF"/>
      </a:accent2>
      <a:accent3>
        <a:srgbClr val="FFCE51"/>
      </a:accent3>
      <a:accent4>
        <a:srgbClr val="85C341"/>
      </a:accent4>
      <a:accent5>
        <a:srgbClr val="2CA948"/>
      </a:accent5>
      <a:accent6>
        <a:srgbClr val="F04E3E"/>
      </a:accent6>
      <a:hlink>
        <a:srgbClr val="474846"/>
      </a:hlink>
      <a:folHlink>
        <a:srgbClr val="5C6F7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smtClean="0"/>
        </a:defPPr>
      </a:lstStyle>
    </a:txDef>
  </a:objectDefaults>
  <a:extraClrSchemeLst/>
  <a:extLst>
    <a:ext uri="{05A4C25C-085E-4340-85A3-A5531E510DB2}">
      <thm15:themeFamily xmlns:thm15="http://schemas.microsoft.com/office/thememl/2012/main" name="cabo-sparklight-ppt-template" id="{D7DFA628-50C5-0D45-BAAA-DDC7B90E6DAF}" vid="{707C99B2-F368-9249-AD1C-A900866A9E55}"/>
    </a:ext>
  </a:extLst>
</a:theme>
</file>

<file path=ppt/theme/theme3.xml><?xml version="1.0" encoding="utf-8"?>
<a:theme xmlns:a="http://schemas.openxmlformats.org/drawingml/2006/main" name="Background slides">
  <a:themeElements>
    <a:clrScheme name="CABO-Sparklight">
      <a:dk1>
        <a:srgbClr val="A6ABB1"/>
      </a:dk1>
      <a:lt1>
        <a:srgbClr val="FFFFFF"/>
      </a:lt1>
      <a:dk2>
        <a:srgbClr val="352F91"/>
      </a:dk2>
      <a:lt2>
        <a:srgbClr val="8E3A80"/>
      </a:lt2>
      <a:accent1>
        <a:srgbClr val="00B5E2"/>
      </a:accent1>
      <a:accent2>
        <a:srgbClr val="0061AF"/>
      </a:accent2>
      <a:accent3>
        <a:srgbClr val="FFCE51"/>
      </a:accent3>
      <a:accent4>
        <a:srgbClr val="85C341"/>
      </a:accent4>
      <a:accent5>
        <a:srgbClr val="2CA948"/>
      </a:accent5>
      <a:accent6>
        <a:srgbClr val="F04E3E"/>
      </a:accent6>
      <a:hlink>
        <a:srgbClr val="474846"/>
      </a:hlink>
      <a:folHlink>
        <a:srgbClr val="5C6F7C"/>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bo-sparklight-ppt-template" id="{D7DFA628-50C5-0D45-BAAA-DDC7B90E6DAF}" vid="{8F17A1F6-6D3A-6F47-930E-9A1B2FADC78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A7D2C04D91F8A45836AD7B6A2F9EBDF" ma:contentTypeVersion="10" ma:contentTypeDescription="Create a new document." ma:contentTypeScope="" ma:versionID="e3e56c7d887046939813138ebd66ea29">
  <xsd:schema xmlns:xsd="http://www.w3.org/2001/XMLSchema" xmlns:xs="http://www.w3.org/2001/XMLSchema" xmlns:p="http://schemas.microsoft.com/office/2006/metadata/properties" xmlns:ns2="e1b40539-9d1d-4f72-abcb-370ff5e58c55" targetNamespace="http://schemas.microsoft.com/office/2006/metadata/properties" ma:root="true" ma:fieldsID="62a5c2dcff9007e445ecd7606b73e330" ns2:_="">
    <xsd:import namespace="e1b40539-9d1d-4f72-abcb-370ff5e58c5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GenerationTime" minOccurs="0"/>
                <xsd:element ref="ns2:MediaServiceEventHashCode" minOccurs="0"/>
                <xsd:element ref="ns2:MediaServiceDateTaken"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40539-9d1d-4f72-abcb-370ff5e58c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8776273-96BD-4D24-AACF-F62C3A04C2C2}">
  <ds:schemaRefs>
    <ds:schemaRef ds:uri="http://purl.org/dc/terms/"/>
    <ds:schemaRef ds:uri="http://purl.org/dc/elements/1.1/"/>
    <ds:schemaRef ds:uri="http://purl.org/dc/dcmitype/"/>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e1b40539-9d1d-4f72-abcb-370ff5e58c55"/>
    <ds:schemaRef ds:uri="http://schemas.microsoft.com/office/2006/metadata/properties"/>
  </ds:schemaRefs>
</ds:datastoreItem>
</file>

<file path=customXml/itemProps2.xml><?xml version="1.0" encoding="utf-8"?>
<ds:datastoreItem xmlns:ds="http://schemas.openxmlformats.org/officeDocument/2006/customXml" ds:itemID="{E833A3E0-6AE6-49A5-A59A-308FD7F5A4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b40539-9d1d-4f72-abcb-370ff5e58c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1E08C1-6E31-49FB-B3D4-CD6B1E23DF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Title Slides</Template>
  <TotalTime>21095</TotalTime>
  <Words>1935</Words>
  <Application>Microsoft Office PowerPoint</Application>
  <PresentationFormat>Widescreen</PresentationFormat>
  <Paragraphs>218</Paragraphs>
  <Slides>31</Slides>
  <Notes>14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Arial</vt:lpstr>
      <vt:lpstr>Calibri</vt:lpstr>
      <vt:lpstr>Effra</vt:lpstr>
      <vt:lpstr>Effra Light</vt:lpstr>
      <vt:lpstr>Times New Roman</vt:lpstr>
      <vt:lpstr>Verdana</vt:lpstr>
      <vt:lpstr>Wingdings</vt:lpstr>
      <vt:lpstr>Bottom Bar</vt:lpstr>
      <vt:lpstr>Content Slides</vt:lpstr>
      <vt:lpstr>Background slides</vt:lpstr>
      <vt:lpstr>Oracle Cloud ERP   Managing My Receipts</vt:lpstr>
      <vt:lpstr>Welcome</vt:lpstr>
      <vt:lpstr>Housekeeping</vt:lpstr>
      <vt:lpstr>Ground Rules</vt:lpstr>
      <vt:lpstr>Course Prerequisites</vt:lpstr>
      <vt:lpstr>Course Objectives</vt:lpstr>
      <vt:lpstr>Course Components</vt:lpstr>
      <vt:lpstr>Course Modules</vt:lpstr>
      <vt:lpstr>Key Receipt Terms </vt:lpstr>
      <vt:lpstr>Managing My Receipts</vt:lpstr>
      <vt:lpstr>Learning Objectives</vt:lpstr>
      <vt:lpstr>What Is Changing?</vt:lpstr>
      <vt:lpstr>When Is A Receipt Performed?</vt:lpstr>
      <vt:lpstr>Receiving a Requisition Line</vt:lpstr>
      <vt:lpstr>Demo/Exercise</vt:lpstr>
      <vt:lpstr>Viewing a Receipt</vt:lpstr>
      <vt:lpstr>Demo/Exercise</vt:lpstr>
      <vt:lpstr>Correcting a Receipt</vt:lpstr>
      <vt:lpstr>Demo/Exercise</vt:lpstr>
      <vt:lpstr>Returning a Receipt</vt:lpstr>
      <vt:lpstr>Demo/Exercise</vt:lpstr>
      <vt:lpstr>Knowledge Check – True/False Question</vt:lpstr>
      <vt:lpstr>Knowledge Check – True/False Answer</vt:lpstr>
      <vt:lpstr>Knowledge Check – Question</vt:lpstr>
      <vt:lpstr>Knowledge Check – Answer</vt:lpstr>
      <vt:lpstr>Course Summary</vt:lpstr>
      <vt:lpstr>Course Summary</vt:lpstr>
      <vt:lpstr>Additional Help Resources</vt:lpstr>
      <vt:lpstr>Course Evaluation</vt:lpstr>
      <vt:lpstr>Congratulations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Deloatch, Eugene (MSS Technology)</cp:lastModifiedBy>
  <cp:revision>194</cp:revision>
  <cp:lastPrinted>2019-12-03T15:33:30Z</cp:lastPrinted>
  <dcterms:created xsi:type="dcterms:W3CDTF">2019-01-29T16:34:48Z</dcterms:created>
  <dcterms:modified xsi:type="dcterms:W3CDTF">2020-12-15T20:23:25Z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0x0101007A7D2C04D91F8A45836AD7B6A2F9EBDF</vt:lpwstr>
  </property>
</Properties>
</file>