
<file path=[Content_Types].xml><?xml version="1.0" encoding="utf-8"?>
<Types xmlns="http://schemas.openxmlformats.org/package/2006/content-types">
  <Override PartName="/ppt/slideMasters/slideMaster3.xml" ContentType="application/vnd.openxmlformats-officedocument.presentationml.slideMaster+xml"/>
  <Override PartName="/ppt/slides/slide29.xml" ContentType="application/vnd.openxmlformats-officedocument.presentationml.slide+xml"/>
  <Override PartName="/ppt/slideLayouts/slideLayout39.xml" ContentType="application/vnd.openxmlformats-officedocument.presentationml.slideLayout+xml"/>
  <Override PartName="/ppt/theme/theme5.xml" ContentType="application/vnd.openxmlformats-officedocument.them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slideLayouts/slideLayout46.xml" ContentType="application/vnd.openxmlformats-officedocument.presentationml.slideLayout+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5.xml" ContentType="application/vnd.openxmlformats-officedocument.presentationml.slideLayout+xml"/>
  <Override PartName="/ppt/slideLayouts/slideLayout53.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4.xml" ContentType="application/vnd.openxmlformats-officedocument.presentationml.slideLayout+xml"/>
  <Override PartName="/ppt/slideLayouts/slideLayout42.xml" ContentType="application/vnd.openxmlformats-officedocument.presentationml.slideLayout+xml"/>
  <Override PartName="/ppt/notesSlides/notesSlide16.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20.xml" ContentType="application/vnd.openxmlformats-officedocument.presentationml.slideLayout+xml"/>
  <Override PartName="/ppt/slideLayouts/slideLayout31.xml" ContentType="application/vnd.openxmlformats-officedocument.presentationml.slideLayout+xml"/>
  <Override PartName="/ppt/notesSlides/notesSlide23.xml" ContentType="application/vnd.openxmlformats-officedocument.presentationml.notesSlide+xml"/>
  <Override PartName="/ppt/notesSlides/notesSlide12.xml" ContentType="application/vnd.openxmlformats-officedocument.presentationml.notesSlide+xml"/>
  <Override PartName="/ppt/notesSlides/notesSlide7.xml" ContentType="application/vnd.openxmlformats-officedocument.presentationml.notesSlide+xml"/>
  <Override PartName="/ppt/diagrams/layout1.xml" ContentType="application/vnd.openxmlformats-officedocument.drawingml.diagramLayout+xml"/>
  <Override PartName="/ppt/slideMasters/slideMaster4.xml" ContentType="application/vnd.openxmlformats-officedocument.presentationml.slideMaster+xml"/>
  <Override PartName="/ppt/slides/slide9.xml" ContentType="application/vnd.openxmlformats-officedocument.presentationml.slide+xml"/>
  <Override PartName="/ppt/viewProps.xml" ContentType="application/vnd.openxmlformats-officedocument.presentationml.viewProps+xml"/>
  <Override PartName="/ppt/theme/theme6.xml" ContentType="application/vnd.openxmlformats-officedocument.theme+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29.xml" ContentType="application/vnd.openxmlformats-officedocument.presentationml.slideLayout+xml"/>
  <Override PartName="/ppt/notesSlides/notesSlide3.xml" ContentType="application/vnd.openxmlformats-officedocument.presentationml.notesSlide+xml"/>
  <Default Extension="png" ContentType="image/png"/>
  <Default Extension="bin" ContentType="application/vnd.openxmlformats-officedocument.oleObject"/>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36.xml" ContentType="application/vnd.openxmlformats-officedocument.presentationml.slideLayout+xml"/>
  <Override PartName="/ppt/slideLayouts/slideLayout45.xml" ContentType="application/vnd.openxmlformats-officedocument.presentationml.slideLayout+xml"/>
  <Override PartName="/ppt/slideLayouts/slideLayout47.xml" ContentType="application/vnd.openxmlformats-officedocument.presentationml.slideLayout+xml"/>
  <Override PartName="/ppt/slideLayouts/slideLayout56.xml" ContentType="application/vnd.openxmlformats-officedocument.presentationml.slideLayout+xml"/>
  <Override PartName="/ppt/diagrams/drawing1.xml" ContentType="application/vnd.ms-office.drawingml.diagramDrawing+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Layouts/slideLayout3.xml" ContentType="application/vnd.openxmlformats-officedocument.presentationml.slideLayout+xml"/>
  <Default Extension="jpeg" ContentType="image/jpeg"/>
  <Override PartName="/ppt/slideLayouts/slideLayout16.xml" ContentType="application/vnd.openxmlformats-officedocument.presentationml.slideLayout+xml"/>
  <Override PartName="/ppt/slideLayouts/slideLayout25.xml" ContentType="application/vnd.openxmlformats-officedocument.presentationml.slideLayout+xml"/>
  <Override PartName="/ppt/slideLayouts/slideLayout34.xml" ContentType="application/vnd.openxmlformats-officedocument.presentationml.slideLayout+xml"/>
  <Override PartName="/ppt/slideLayouts/slideLayout43.xml" ContentType="application/vnd.openxmlformats-officedocument.presentationml.slideLayout+xml"/>
  <Override PartName="/ppt/slideLayouts/slideLayout54.xml" ContentType="application/vnd.openxmlformats-officedocument.presentationml.slideLayout+xml"/>
  <Override PartName="/ppt/diagrams/quickStyle1.xml" ContentType="application/vnd.openxmlformats-officedocument.drawingml.diagramStyle+xml"/>
  <Default Extension="emf" ContentType="image/x-emf"/>
  <Override PartName="/ppt/notesSlides/notesSlide1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slideLayouts/slideLayout32.xml" ContentType="application/vnd.openxmlformats-officedocument.presentationml.slideLayout+xml"/>
  <Override PartName="/ppt/slideLayouts/slideLayout41.xml" ContentType="application/vnd.openxmlformats-officedocument.presentationml.slideLayout+xml"/>
  <Override PartName="/ppt/slideLayouts/slideLayout52.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slideLayouts/slideLayout30.xml" ContentType="application/vnd.openxmlformats-officedocument.presentationml.slideLayout+xml"/>
  <Override PartName="/ppt/slideLayouts/slideLayout50.xml" ContentType="application/vnd.openxmlformats-officedocument.presentationml.slideLayout+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Default Extension="vml" ContentType="application/vnd.openxmlformats-officedocument.vmlDrawing"/>
  <Override PartName="/ppt/notesSlides/notesSlide6.xml" ContentType="application/vnd.openxmlformats-officedocument.presentationml.notesSlide+xml"/>
  <Override PartName="/ppt/slideMasters/slideMaster5.xml" ContentType="application/vnd.openxmlformats-officedocument.presentationml.slideMaster+xml"/>
  <Override PartName="/ppt/slides/slide8.xml" ContentType="application/vnd.openxmlformats-officedocument.presentationml.slide+xml"/>
  <Override PartName="/ppt/handoutMasters/handoutMaster1.xml" ContentType="application/vnd.openxmlformats-officedocument.presentationml.handoutMaster+xml"/>
  <Override PartName="/ppt/theme/theme7.xml" ContentType="application/vnd.openxmlformats-officedocument.theme+xml"/>
  <Override PartName="/ppt/notesSlides/notesSlide4.xml" ContentType="application/vnd.openxmlformats-officedocument.presentationml.notesSlide+xml"/>
  <Override PartName="/ppt/diagrams/data1.xml" ContentType="application/vnd.openxmlformats-officedocument.drawingml.diagramData+xml"/>
  <Override PartName="/docProps/core.xml" ContentType="application/vnd.openxmlformats-package.core-properties+xml"/>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Layouts/slideLayout48.xml" ContentType="application/vnd.openxmlformats-officedocument.presentationml.slideLayout+xml"/>
  <Override PartName="/ppt/diagrams/colors1.xml" ContentType="application/vnd.openxmlformats-officedocument.drawingml.diagramColors+xml"/>
  <Override PartName="/ppt/slideMasters/slideMaster1.xml" ContentType="application/vnd.openxmlformats-officedocument.presentationml.slideMaster+xml"/>
  <Override PartName="/ppt/slides/slide27.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55.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Layouts/slideLayout15.xml" ContentType="application/vnd.openxmlformats-officedocument.presentationml.slideLayout+xml"/>
  <Override PartName="/ppt/slideLayouts/slideLayout26.xml" ContentType="application/vnd.openxmlformats-officedocument.presentationml.slideLayout+xml"/>
  <Override PartName="/ppt/slideLayouts/slideLayout44.xml" ContentType="application/vnd.openxmlformats-officedocument.presentationml.slideLayout+xml"/>
  <Override PartName="/ppt/notesSlides/notesSlide18.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Layouts/slideLayout22.xml" ContentType="application/vnd.openxmlformats-officedocument.presentationml.slideLayout+xml"/>
  <Override PartName="/ppt/slideLayouts/slideLayout33.xml" ContentType="application/vnd.openxmlformats-officedocument.presentationml.slideLayout+xml"/>
  <Override PartName="/ppt/slideLayouts/slideLayout51.xml" ContentType="application/vnd.openxmlformats-officedocument.presentationml.slideLayout+xml"/>
  <Override PartName="/ppt/notesSlides/notesSlide25.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slideLayouts/slideLayout40.xml" ContentType="application/vnd.openxmlformats-officedocument.presentationml.slideLayout+xml"/>
  <Override PartName="/ppt/notesSlides/notesSlide14.xml" ContentType="application/vnd.openxmlformats-officedocument.presentationml.notesSlide+xml"/>
  <Override PartName="/ppt/notesSlides/notesSlide9.xml" ContentType="application/vnd.openxmlformats-officedocument.presentationml.notesSlide+xml"/>
  <Override PartName="/ppt/notesSlides/notesSlide21.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Masters/slideMaster2.xml" ContentType="application/vnd.openxmlformats-officedocument.presentationml.slideMaster+xml"/>
  <Override PartName="/ppt/slides/slide28.xml" ContentType="application/vnd.openxmlformats-officedocument.presentationml.slide+xml"/>
  <Override PartName="/ppt/slideLayouts/slideLayout38.xml" ContentType="application/vnd.openxmlformats-officedocument.presentationml.slideLayout+xml"/>
  <Override PartName="/ppt/theme/theme4.xml" ContentType="application/vnd.openxmlformats-officedocument.theme+xml"/>
  <Override PartName="/ppt/slideLayouts/slideLayout49.xml" ContentType="application/vnd.openxmlformats-officedocument.presentationml.slideLayout+xml"/>
  <Override PartName="/ppt/notesSlides/notesSlide1.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9" r:id="rId1"/>
    <p:sldMasterId id="2147483656" r:id="rId2"/>
    <p:sldMasterId id="2147483654" r:id="rId3"/>
    <p:sldMasterId id="2147483651" r:id="rId4"/>
    <p:sldMasterId id="2147483653" r:id="rId5"/>
  </p:sldMasterIdLst>
  <p:notesMasterIdLst>
    <p:notesMasterId r:id="rId40"/>
  </p:notesMasterIdLst>
  <p:handoutMasterIdLst>
    <p:handoutMasterId r:id="rId41"/>
  </p:handoutMasterIdLst>
  <p:sldIdLst>
    <p:sldId id="318" r:id="rId6"/>
    <p:sldId id="620" r:id="rId7"/>
    <p:sldId id="683" r:id="rId8"/>
    <p:sldId id="684" r:id="rId9"/>
    <p:sldId id="622" r:id="rId10"/>
    <p:sldId id="723" r:id="rId11"/>
    <p:sldId id="706" r:id="rId12"/>
    <p:sldId id="703" r:id="rId13"/>
    <p:sldId id="685" r:id="rId14"/>
    <p:sldId id="653" r:id="rId15"/>
    <p:sldId id="687" r:id="rId16"/>
    <p:sldId id="691" r:id="rId17"/>
    <p:sldId id="688" r:id="rId18"/>
    <p:sldId id="707" r:id="rId19"/>
    <p:sldId id="695" r:id="rId20"/>
    <p:sldId id="708" r:id="rId21"/>
    <p:sldId id="716" r:id="rId22"/>
    <p:sldId id="717" r:id="rId23"/>
    <p:sldId id="709" r:id="rId24"/>
    <p:sldId id="710" r:id="rId25"/>
    <p:sldId id="711" r:id="rId26"/>
    <p:sldId id="712" r:id="rId27"/>
    <p:sldId id="696" r:id="rId28"/>
    <p:sldId id="724" r:id="rId29"/>
    <p:sldId id="702" r:id="rId30"/>
    <p:sldId id="697" r:id="rId31"/>
    <p:sldId id="700" r:id="rId32"/>
    <p:sldId id="718" r:id="rId33"/>
    <p:sldId id="719" r:id="rId34"/>
    <p:sldId id="720" r:id="rId35"/>
    <p:sldId id="721" r:id="rId36"/>
    <p:sldId id="722" r:id="rId37"/>
    <p:sldId id="699" r:id="rId38"/>
    <p:sldId id="617" r:id="rId39"/>
  </p:sldIdLst>
  <p:sldSz cx="9144000" cy="6858000" type="screen4x3"/>
  <p:notesSz cx="7099300" cy="10234613"/>
  <p:defaultTex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 uri="{2D200454-40CA-4A62-9FC3-DE9A4176ACB9}">
      <p15:notesGuideLst xmlns:p15="http://schemas.microsoft.com/office/powerpoint/2012/main" xmlns="">
        <p15:guide id="1" orient="horz" pos="3224">
          <p15:clr>
            <a:srgbClr val="A4A3A4"/>
          </p15:clr>
        </p15:guide>
        <p15:guide id="2" pos="223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C1D82F"/>
    <a:srgbClr val="FF9933"/>
    <a:srgbClr val="004B91"/>
    <a:srgbClr val="00AEEF"/>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41" autoAdjust="0"/>
    <p:restoredTop sz="92131" autoAdjust="0"/>
  </p:normalViewPr>
  <p:slideViewPr>
    <p:cSldViewPr snapToObjects="1">
      <p:cViewPr>
        <p:scale>
          <a:sx n="70" d="100"/>
          <a:sy n="70" d="100"/>
        </p:scale>
        <p:origin x="-1206" y="-78"/>
      </p:cViewPr>
      <p:guideLst>
        <p:guide orient="horz" pos="2160"/>
        <p:guide pos="2880"/>
      </p:guideLst>
    </p:cSldViewPr>
  </p:slideViewPr>
  <p:outlineViewPr>
    <p:cViewPr>
      <p:scale>
        <a:sx n="33" d="100"/>
        <a:sy n="33" d="100"/>
      </p:scale>
      <p:origin x="0" y="8172"/>
    </p:cViewPr>
  </p:outlineViewPr>
  <p:notesTextViewPr>
    <p:cViewPr>
      <p:scale>
        <a:sx n="100" d="100"/>
        <a:sy n="100" d="100"/>
      </p:scale>
      <p:origin x="0" y="0"/>
    </p:cViewPr>
  </p:notesTextViewPr>
  <p:sorterViewPr>
    <p:cViewPr>
      <p:scale>
        <a:sx n="100" d="100"/>
        <a:sy n="100" d="100"/>
      </p:scale>
      <p:origin x="0" y="-2706"/>
    </p:cViewPr>
  </p:sorterViewPr>
  <p:notesViewPr>
    <p:cSldViewPr snapToObjects="1">
      <p:cViewPr varScale="1">
        <p:scale>
          <a:sx n="76" d="100"/>
          <a:sy n="76" d="100"/>
        </p:scale>
        <p:origin x="-3960" y="-90"/>
      </p:cViewPr>
      <p:guideLst>
        <p:guide orient="horz" pos="3224"/>
        <p:guide pos="2236"/>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3" Type="http://schemas.openxmlformats.org/officeDocument/2006/relationships/slideMaster" Target="slideMasters/slideMaster3.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presProps" Target="pres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4BD9679-9F3F-4606-A596-064A070D8713}" type="doc">
      <dgm:prSet loTypeId="urn:microsoft.com/office/officeart/2005/8/layout/arrow2" loCatId="process" qsTypeId="urn:microsoft.com/office/officeart/2005/8/quickstyle/simple1" qsCatId="simple" csTypeId="urn:microsoft.com/office/officeart/2005/8/colors/accent1_2" csCatId="accent1" phldr="1"/>
      <dgm:spPr/>
    </dgm:pt>
    <dgm:pt modelId="{A169E8CC-CFE1-47A4-B90A-532DC6024DAA}">
      <dgm:prSet phldrT="[Text]" custT="1"/>
      <dgm:spPr/>
      <dgm:t>
        <a:bodyPr/>
        <a:lstStyle/>
        <a:p>
          <a:endParaRPr lang="en-US" sz="1400" dirty="0" smtClean="0"/>
        </a:p>
        <a:p>
          <a:r>
            <a:rPr lang="en-US" sz="1400" dirty="0" smtClean="0">
              <a:solidFill>
                <a:srgbClr val="000000"/>
              </a:solidFill>
            </a:rPr>
            <a:t>Awareness</a:t>
          </a:r>
          <a:endParaRPr lang="en-US" sz="1400" dirty="0">
            <a:solidFill>
              <a:srgbClr val="000000"/>
            </a:solidFill>
          </a:endParaRPr>
        </a:p>
      </dgm:t>
    </dgm:pt>
    <dgm:pt modelId="{24BB334D-EDBB-4E83-B12B-EA205D5E8855}" type="parTrans" cxnId="{DE749A36-2EA2-4818-B95B-323D91ACD981}">
      <dgm:prSet/>
      <dgm:spPr/>
      <dgm:t>
        <a:bodyPr/>
        <a:lstStyle/>
        <a:p>
          <a:endParaRPr lang="en-US" sz="1400"/>
        </a:p>
      </dgm:t>
    </dgm:pt>
    <dgm:pt modelId="{2C0A83F2-2C2F-45C6-BB3A-63DDF48B7DE0}" type="sibTrans" cxnId="{DE749A36-2EA2-4818-B95B-323D91ACD981}">
      <dgm:prSet/>
      <dgm:spPr/>
      <dgm:t>
        <a:bodyPr/>
        <a:lstStyle/>
        <a:p>
          <a:endParaRPr lang="en-US" sz="1400"/>
        </a:p>
      </dgm:t>
    </dgm:pt>
    <dgm:pt modelId="{B0A914AE-A76D-4DAC-B25B-FAE0CC5BD822}">
      <dgm:prSet phldrT="[Text]" custT="1"/>
      <dgm:spPr/>
      <dgm:t>
        <a:bodyPr/>
        <a:lstStyle/>
        <a:p>
          <a:r>
            <a:rPr lang="en-US" sz="1400" dirty="0" smtClean="0">
              <a:solidFill>
                <a:srgbClr val="000000"/>
              </a:solidFill>
            </a:rPr>
            <a:t>Desire</a:t>
          </a:r>
          <a:endParaRPr lang="en-US" sz="1400" dirty="0">
            <a:solidFill>
              <a:srgbClr val="000000"/>
            </a:solidFill>
          </a:endParaRPr>
        </a:p>
      </dgm:t>
    </dgm:pt>
    <dgm:pt modelId="{6EE20A13-4CA3-42FA-8841-40AF1CED2493}" type="parTrans" cxnId="{B894505A-D646-4E77-A79A-AD0706D02BF6}">
      <dgm:prSet/>
      <dgm:spPr/>
      <dgm:t>
        <a:bodyPr/>
        <a:lstStyle/>
        <a:p>
          <a:endParaRPr lang="en-US" sz="1400"/>
        </a:p>
      </dgm:t>
    </dgm:pt>
    <dgm:pt modelId="{03D5B485-7C68-41FB-9F4B-C5C0FA2F9306}" type="sibTrans" cxnId="{B894505A-D646-4E77-A79A-AD0706D02BF6}">
      <dgm:prSet/>
      <dgm:spPr/>
      <dgm:t>
        <a:bodyPr/>
        <a:lstStyle/>
        <a:p>
          <a:endParaRPr lang="en-US" sz="1400"/>
        </a:p>
      </dgm:t>
    </dgm:pt>
    <dgm:pt modelId="{797C5859-A05A-45F4-AD94-CC6431DC791C}">
      <dgm:prSet phldrT="[Text]" custT="1"/>
      <dgm:spPr/>
      <dgm:t>
        <a:bodyPr/>
        <a:lstStyle/>
        <a:p>
          <a:endParaRPr lang="en-US" sz="1400" dirty="0" smtClean="0"/>
        </a:p>
        <a:p>
          <a:r>
            <a:rPr lang="en-US" sz="1400" dirty="0" smtClean="0">
              <a:solidFill>
                <a:srgbClr val="000000"/>
              </a:solidFill>
            </a:rPr>
            <a:t>Confidence &amp; Competence</a:t>
          </a:r>
          <a:endParaRPr lang="en-US" sz="1400" dirty="0">
            <a:solidFill>
              <a:srgbClr val="000000"/>
            </a:solidFill>
          </a:endParaRPr>
        </a:p>
      </dgm:t>
    </dgm:pt>
    <dgm:pt modelId="{6F812545-8A57-4837-B544-C7F332FB1193}" type="parTrans" cxnId="{90AB509D-4CB6-4DB4-BCBA-CCF7BEDC673C}">
      <dgm:prSet/>
      <dgm:spPr/>
      <dgm:t>
        <a:bodyPr/>
        <a:lstStyle/>
        <a:p>
          <a:endParaRPr lang="en-US" sz="1400"/>
        </a:p>
      </dgm:t>
    </dgm:pt>
    <dgm:pt modelId="{CB509F63-B42B-4467-8C97-BE83AC48A806}" type="sibTrans" cxnId="{90AB509D-4CB6-4DB4-BCBA-CCF7BEDC673C}">
      <dgm:prSet/>
      <dgm:spPr/>
      <dgm:t>
        <a:bodyPr/>
        <a:lstStyle/>
        <a:p>
          <a:endParaRPr lang="en-US" sz="1400"/>
        </a:p>
      </dgm:t>
    </dgm:pt>
    <dgm:pt modelId="{3D0D3013-332D-43FD-8C08-88C54814C159}">
      <dgm:prSet phldrT="[Text]" custT="1"/>
      <dgm:spPr/>
      <dgm:t>
        <a:bodyPr/>
        <a:lstStyle/>
        <a:p>
          <a:endParaRPr lang="en-US" sz="1400" dirty="0" smtClean="0"/>
        </a:p>
        <a:p>
          <a:r>
            <a:rPr lang="en-US" sz="1400" dirty="0" smtClean="0">
              <a:solidFill>
                <a:srgbClr val="000000"/>
              </a:solidFill>
            </a:rPr>
            <a:t>Understanding</a:t>
          </a:r>
          <a:endParaRPr lang="en-US" sz="1400" dirty="0">
            <a:solidFill>
              <a:srgbClr val="000000"/>
            </a:solidFill>
          </a:endParaRPr>
        </a:p>
      </dgm:t>
    </dgm:pt>
    <dgm:pt modelId="{482484F0-21A9-4357-9133-0387FD700C89}" type="parTrans" cxnId="{58CB6295-CD08-419A-ACEC-9F0F58642469}">
      <dgm:prSet/>
      <dgm:spPr/>
      <dgm:t>
        <a:bodyPr/>
        <a:lstStyle/>
        <a:p>
          <a:endParaRPr lang="en-US" sz="1400"/>
        </a:p>
      </dgm:t>
    </dgm:pt>
    <dgm:pt modelId="{5CB1C2D1-D528-4337-A1D0-CFD431611D79}" type="sibTrans" cxnId="{58CB6295-CD08-419A-ACEC-9F0F58642469}">
      <dgm:prSet/>
      <dgm:spPr/>
      <dgm:t>
        <a:bodyPr/>
        <a:lstStyle/>
        <a:p>
          <a:endParaRPr lang="en-US" sz="1400"/>
        </a:p>
      </dgm:t>
    </dgm:pt>
    <dgm:pt modelId="{8D5D155E-E4AD-4C74-9816-B536B958B349}">
      <dgm:prSet phldrT="[Text]" custT="1"/>
      <dgm:spPr/>
      <dgm:t>
        <a:bodyPr/>
        <a:lstStyle/>
        <a:p>
          <a:r>
            <a:rPr lang="en-US" sz="1400" dirty="0" smtClean="0"/>
            <a:t/>
          </a:r>
          <a:br>
            <a:rPr lang="en-US" sz="1400" dirty="0" smtClean="0"/>
          </a:br>
          <a:r>
            <a:rPr lang="en-US" sz="1400" dirty="0" smtClean="0">
              <a:solidFill>
                <a:srgbClr val="000000"/>
              </a:solidFill>
            </a:rPr>
            <a:t>Knowledge &amp; Experience</a:t>
          </a:r>
          <a:endParaRPr lang="en-US" sz="1400" dirty="0">
            <a:solidFill>
              <a:srgbClr val="000000"/>
            </a:solidFill>
          </a:endParaRPr>
        </a:p>
      </dgm:t>
    </dgm:pt>
    <dgm:pt modelId="{8370B2D9-F160-44AA-92E6-B09F5166E890}" type="parTrans" cxnId="{45EF76ED-09CE-41FE-808A-2A98627AB89E}">
      <dgm:prSet/>
      <dgm:spPr/>
      <dgm:t>
        <a:bodyPr/>
        <a:lstStyle/>
        <a:p>
          <a:endParaRPr lang="en-US" sz="1400"/>
        </a:p>
      </dgm:t>
    </dgm:pt>
    <dgm:pt modelId="{F2012D83-0006-468D-8C3A-BA88A25AA9D5}" type="sibTrans" cxnId="{45EF76ED-09CE-41FE-808A-2A98627AB89E}">
      <dgm:prSet/>
      <dgm:spPr/>
      <dgm:t>
        <a:bodyPr/>
        <a:lstStyle/>
        <a:p>
          <a:endParaRPr lang="en-US" sz="1400"/>
        </a:p>
      </dgm:t>
    </dgm:pt>
    <dgm:pt modelId="{5540C74F-E0FD-4F9D-9F2F-33D472C91B75}" type="pres">
      <dgm:prSet presAssocID="{A4BD9679-9F3F-4606-A596-064A070D8713}" presName="arrowDiagram" presStyleCnt="0">
        <dgm:presLayoutVars>
          <dgm:chMax val="5"/>
          <dgm:dir/>
          <dgm:resizeHandles val="exact"/>
        </dgm:presLayoutVars>
      </dgm:prSet>
      <dgm:spPr/>
    </dgm:pt>
    <dgm:pt modelId="{6805F201-B27F-456E-99C9-5A2FF68B8B4D}" type="pres">
      <dgm:prSet presAssocID="{A4BD9679-9F3F-4606-A596-064A070D8713}" presName="arrow" presStyleLbl="bgShp" presStyleIdx="0" presStyleCnt="1"/>
      <dgm:spPr/>
    </dgm:pt>
    <dgm:pt modelId="{34501D3E-976D-44C5-8B6F-E4E8C56E0E24}" type="pres">
      <dgm:prSet presAssocID="{A4BD9679-9F3F-4606-A596-064A070D8713}" presName="arrowDiagram5" presStyleCnt="0"/>
      <dgm:spPr/>
    </dgm:pt>
    <dgm:pt modelId="{258C3D99-C720-4150-967C-428CB8B64A2F}" type="pres">
      <dgm:prSet presAssocID="{A169E8CC-CFE1-47A4-B90A-532DC6024DAA}" presName="bullet5a" presStyleLbl="node1" presStyleIdx="0" presStyleCnt="5"/>
      <dgm:spPr/>
    </dgm:pt>
    <dgm:pt modelId="{5F598560-E4AD-4990-B5FE-EB6B20A35AEE}" type="pres">
      <dgm:prSet presAssocID="{A169E8CC-CFE1-47A4-B90A-532DC6024DAA}" presName="textBox5a" presStyleLbl="revTx" presStyleIdx="0" presStyleCnt="5" custScaleX="151515">
        <dgm:presLayoutVars>
          <dgm:bulletEnabled val="1"/>
        </dgm:presLayoutVars>
      </dgm:prSet>
      <dgm:spPr/>
      <dgm:t>
        <a:bodyPr/>
        <a:lstStyle/>
        <a:p>
          <a:endParaRPr lang="en-US"/>
        </a:p>
      </dgm:t>
    </dgm:pt>
    <dgm:pt modelId="{8ECD93E9-2DC0-42CC-9E03-7A99DBB5E813}" type="pres">
      <dgm:prSet presAssocID="{3D0D3013-332D-43FD-8C08-88C54814C159}" presName="bullet5b" presStyleLbl="node1" presStyleIdx="1" presStyleCnt="5"/>
      <dgm:spPr/>
    </dgm:pt>
    <dgm:pt modelId="{C49F4226-6F38-4E00-9309-2B30CAEDC4A4}" type="pres">
      <dgm:prSet presAssocID="{3D0D3013-332D-43FD-8C08-88C54814C159}" presName="textBox5b" presStyleLbl="revTx" presStyleIdx="1" presStyleCnt="5" custScaleX="129978">
        <dgm:presLayoutVars>
          <dgm:bulletEnabled val="1"/>
        </dgm:presLayoutVars>
      </dgm:prSet>
      <dgm:spPr/>
      <dgm:t>
        <a:bodyPr/>
        <a:lstStyle/>
        <a:p>
          <a:endParaRPr lang="en-US"/>
        </a:p>
      </dgm:t>
    </dgm:pt>
    <dgm:pt modelId="{BA66BF50-D86A-4CF8-800E-7A75E6346578}" type="pres">
      <dgm:prSet presAssocID="{B0A914AE-A76D-4DAC-B25B-FAE0CC5BD822}" presName="bullet5c" presStyleLbl="node1" presStyleIdx="2" presStyleCnt="5"/>
      <dgm:spPr/>
    </dgm:pt>
    <dgm:pt modelId="{3EE05817-01EB-4F71-9B45-EA0E974995B9}" type="pres">
      <dgm:prSet presAssocID="{B0A914AE-A76D-4DAC-B25B-FAE0CC5BD822}" presName="textBox5c" presStyleLbl="revTx" presStyleIdx="2" presStyleCnt="5">
        <dgm:presLayoutVars>
          <dgm:bulletEnabled val="1"/>
        </dgm:presLayoutVars>
      </dgm:prSet>
      <dgm:spPr/>
      <dgm:t>
        <a:bodyPr/>
        <a:lstStyle/>
        <a:p>
          <a:endParaRPr lang="en-US"/>
        </a:p>
      </dgm:t>
    </dgm:pt>
    <dgm:pt modelId="{35CF35B8-E26E-4760-8CAF-09E7B8AA249D}" type="pres">
      <dgm:prSet presAssocID="{8D5D155E-E4AD-4C74-9816-B536B958B349}" presName="bullet5d" presStyleLbl="node1" presStyleIdx="3" presStyleCnt="5"/>
      <dgm:spPr/>
    </dgm:pt>
    <dgm:pt modelId="{D38AF372-C9C2-4F48-814A-B26CEFBD2812}" type="pres">
      <dgm:prSet presAssocID="{8D5D155E-E4AD-4C74-9816-B536B958B349}" presName="textBox5d" presStyleLbl="revTx" presStyleIdx="3" presStyleCnt="5" custLinFactNeighborX="-17578" custLinFactNeighborY="4424">
        <dgm:presLayoutVars>
          <dgm:bulletEnabled val="1"/>
        </dgm:presLayoutVars>
      </dgm:prSet>
      <dgm:spPr/>
      <dgm:t>
        <a:bodyPr/>
        <a:lstStyle/>
        <a:p>
          <a:endParaRPr lang="en-US"/>
        </a:p>
      </dgm:t>
    </dgm:pt>
    <dgm:pt modelId="{C785D51E-18C1-4B85-9C51-6DE9C21BC917}" type="pres">
      <dgm:prSet presAssocID="{797C5859-A05A-45F4-AD94-CC6431DC791C}" presName="bullet5e" presStyleLbl="node1" presStyleIdx="4" presStyleCnt="5"/>
      <dgm:spPr/>
    </dgm:pt>
    <dgm:pt modelId="{D435DBE2-6E4F-4DAB-928F-2F16A55B0F1E}" type="pres">
      <dgm:prSet presAssocID="{797C5859-A05A-45F4-AD94-CC6431DC791C}" presName="textBox5e" presStyleLbl="revTx" presStyleIdx="4" presStyleCnt="5" custScaleX="124175">
        <dgm:presLayoutVars>
          <dgm:bulletEnabled val="1"/>
        </dgm:presLayoutVars>
      </dgm:prSet>
      <dgm:spPr/>
      <dgm:t>
        <a:bodyPr/>
        <a:lstStyle/>
        <a:p>
          <a:endParaRPr lang="en-US"/>
        </a:p>
      </dgm:t>
    </dgm:pt>
  </dgm:ptLst>
  <dgm:cxnLst>
    <dgm:cxn modelId="{58CB6295-CD08-419A-ACEC-9F0F58642469}" srcId="{A4BD9679-9F3F-4606-A596-064A070D8713}" destId="{3D0D3013-332D-43FD-8C08-88C54814C159}" srcOrd="1" destOrd="0" parTransId="{482484F0-21A9-4357-9133-0387FD700C89}" sibTransId="{5CB1C2D1-D528-4337-A1D0-CFD431611D79}"/>
    <dgm:cxn modelId="{6AB849FA-779E-439F-A917-C55B9C5D5FF1}" type="presOf" srcId="{A4BD9679-9F3F-4606-A596-064A070D8713}" destId="{5540C74F-E0FD-4F9D-9F2F-33D472C91B75}" srcOrd="0" destOrd="0" presId="urn:microsoft.com/office/officeart/2005/8/layout/arrow2"/>
    <dgm:cxn modelId="{D5B34306-7DD5-449C-9109-41BE994963F2}" type="presOf" srcId="{797C5859-A05A-45F4-AD94-CC6431DC791C}" destId="{D435DBE2-6E4F-4DAB-928F-2F16A55B0F1E}" srcOrd="0" destOrd="0" presId="urn:microsoft.com/office/officeart/2005/8/layout/arrow2"/>
    <dgm:cxn modelId="{EA0EA3CE-C34B-499F-BCC4-80FF1167A429}" type="presOf" srcId="{B0A914AE-A76D-4DAC-B25B-FAE0CC5BD822}" destId="{3EE05817-01EB-4F71-9B45-EA0E974995B9}" srcOrd="0" destOrd="0" presId="urn:microsoft.com/office/officeart/2005/8/layout/arrow2"/>
    <dgm:cxn modelId="{45EF76ED-09CE-41FE-808A-2A98627AB89E}" srcId="{A4BD9679-9F3F-4606-A596-064A070D8713}" destId="{8D5D155E-E4AD-4C74-9816-B536B958B349}" srcOrd="3" destOrd="0" parTransId="{8370B2D9-F160-44AA-92E6-B09F5166E890}" sibTransId="{F2012D83-0006-468D-8C3A-BA88A25AA9D5}"/>
    <dgm:cxn modelId="{DE749A36-2EA2-4818-B95B-323D91ACD981}" srcId="{A4BD9679-9F3F-4606-A596-064A070D8713}" destId="{A169E8CC-CFE1-47A4-B90A-532DC6024DAA}" srcOrd="0" destOrd="0" parTransId="{24BB334D-EDBB-4E83-B12B-EA205D5E8855}" sibTransId="{2C0A83F2-2C2F-45C6-BB3A-63DDF48B7DE0}"/>
    <dgm:cxn modelId="{9121E5E2-51C3-4283-8610-ADAC190E819C}" type="presOf" srcId="{8D5D155E-E4AD-4C74-9816-B536B958B349}" destId="{D38AF372-C9C2-4F48-814A-B26CEFBD2812}" srcOrd="0" destOrd="0" presId="urn:microsoft.com/office/officeart/2005/8/layout/arrow2"/>
    <dgm:cxn modelId="{A16956BB-ACAC-4570-939E-2EDC8212F9E8}" type="presOf" srcId="{A169E8CC-CFE1-47A4-B90A-532DC6024DAA}" destId="{5F598560-E4AD-4990-B5FE-EB6B20A35AEE}" srcOrd="0" destOrd="0" presId="urn:microsoft.com/office/officeart/2005/8/layout/arrow2"/>
    <dgm:cxn modelId="{B894505A-D646-4E77-A79A-AD0706D02BF6}" srcId="{A4BD9679-9F3F-4606-A596-064A070D8713}" destId="{B0A914AE-A76D-4DAC-B25B-FAE0CC5BD822}" srcOrd="2" destOrd="0" parTransId="{6EE20A13-4CA3-42FA-8841-40AF1CED2493}" sibTransId="{03D5B485-7C68-41FB-9F4B-C5C0FA2F9306}"/>
    <dgm:cxn modelId="{90AB509D-4CB6-4DB4-BCBA-CCF7BEDC673C}" srcId="{A4BD9679-9F3F-4606-A596-064A070D8713}" destId="{797C5859-A05A-45F4-AD94-CC6431DC791C}" srcOrd="4" destOrd="0" parTransId="{6F812545-8A57-4837-B544-C7F332FB1193}" sibTransId="{CB509F63-B42B-4467-8C97-BE83AC48A806}"/>
    <dgm:cxn modelId="{8D31BD34-DFEA-4A7A-A17E-5EE984367E8B}" type="presOf" srcId="{3D0D3013-332D-43FD-8C08-88C54814C159}" destId="{C49F4226-6F38-4E00-9309-2B30CAEDC4A4}" srcOrd="0" destOrd="0" presId="urn:microsoft.com/office/officeart/2005/8/layout/arrow2"/>
    <dgm:cxn modelId="{91BE8CC9-27B1-4DFC-B6AF-BF89B885A2F5}" type="presParOf" srcId="{5540C74F-E0FD-4F9D-9F2F-33D472C91B75}" destId="{6805F201-B27F-456E-99C9-5A2FF68B8B4D}" srcOrd="0" destOrd="0" presId="urn:microsoft.com/office/officeart/2005/8/layout/arrow2"/>
    <dgm:cxn modelId="{9A4604D6-4D12-4B56-996F-4F6BA125D9A3}" type="presParOf" srcId="{5540C74F-E0FD-4F9D-9F2F-33D472C91B75}" destId="{34501D3E-976D-44C5-8B6F-E4E8C56E0E24}" srcOrd="1" destOrd="0" presId="urn:microsoft.com/office/officeart/2005/8/layout/arrow2"/>
    <dgm:cxn modelId="{53D90DAB-89C4-480A-95F1-9EF3257476B4}" type="presParOf" srcId="{34501D3E-976D-44C5-8B6F-E4E8C56E0E24}" destId="{258C3D99-C720-4150-967C-428CB8B64A2F}" srcOrd="0" destOrd="0" presId="urn:microsoft.com/office/officeart/2005/8/layout/arrow2"/>
    <dgm:cxn modelId="{A6FA8EDE-835A-424D-83C1-8DA0A6422E71}" type="presParOf" srcId="{34501D3E-976D-44C5-8B6F-E4E8C56E0E24}" destId="{5F598560-E4AD-4990-B5FE-EB6B20A35AEE}" srcOrd="1" destOrd="0" presId="urn:microsoft.com/office/officeart/2005/8/layout/arrow2"/>
    <dgm:cxn modelId="{4C222134-96E9-4F0A-B9AC-17973BF6120E}" type="presParOf" srcId="{34501D3E-976D-44C5-8B6F-E4E8C56E0E24}" destId="{8ECD93E9-2DC0-42CC-9E03-7A99DBB5E813}" srcOrd="2" destOrd="0" presId="urn:microsoft.com/office/officeart/2005/8/layout/arrow2"/>
    <dgm:cxn modelId="{C0D8693E-F590-4C01-8CE0-82042699DF7F}" type="presParOf" srcId="{34501D3E-976D-44C5-8B6F-E4E8C56E0E24}" destId="{C49F4226-6F38-4E00-9309-2B30CAEDC4A4}" srcOrd="3" destOrd="0" presId="urn:microsoft.com/office/officeart/2005/8/layout/arrow2"/>
    <dgm:cxn modelId="{2F5BBEA1-8A6F-43DA-9CA9-D823A0EE3C7A}" type="presParOf" srcId="{34501D3E-976D-44C5-8B6F-E4E8C56E0E24}" destId="{BA66BF50-D86A-4CF8-800E-7A75E6346578}" srcOrd="4" destOrd="0" presId="urn:microsoft.com/office/officeart/2005/8/layout/arrow2"/>
    <dgm:cxn modelId="{A8FCFE68-2002-44B5-BA42-2621C73BB4A0}" type="presParOf" srcId="{34501D3E-976D-44C5-8B6F-E4E8C56E0E24}" destId="{3EE05817-01EB-4F71-9B45-EA0E974995B9}" srcOrd="5" destOrd="0" presId="urn:microsoft.com/office/officeart/2005/8/layout/arrow2"/>
    <dgm:cxn modelId="{7CB8ED64-069E-46F5-9118-0FD2431CE4C8}" type="presParOf" srcId="{34501D3E-976D-44C5-8B6F-E4E8C56E0E24}" destId="{35CF35B8-E26E-4760-8CAF-09E7B8AA249D}" srcOrd="6" destOrd="0" presId="urn:microsoft.com/office/officeart/2005/8/layout/arrow2"/>
    <dgm:cxn modelId="{06EEA2D3-B99B-404A-917F-761AEC9247CB}" type="presParOf" srcId="{34501D3E-976D-44C5-8B6F-E4E8C56E0E24}" destId="{D38AF372-C9C2-4F48-814A-B26CEFBD2812}" srcOrd="7" destOrd="0" presId="urn:microsoft.com/office/officeart/2005/8/layout/arrow2"/>
    <dgm:cxn modelId="{D623C540-2A1F-4F78-86DC-03F76507CB5D}" type="presParOf" srcId="{34501D3E-976D-44C5-8B6F-E4E8C56E0E24}" destId="{C785D51E-18C1-4B85-9C51-6DE9C21BC917}" srcOrd="8" destOrd="0" presId="urn:microsoft.com/office/officeart/2005/8/layout/arrow2"/>
    <dgm:cxn modelId="{7D098106-9A88-4917-BC93-252928D66BFF}" type="presParOf" srcId="{34501D3E-976D-44C5-8B6F-E4E8C56E0E24}" destId="{D435DBE2-6E4F-4DAB-928F-2F16A55B0F1E}" srcOrd="9" destOrd="0" presId="urn:microsoft.com/office/officeart/2005/8/layout/arrow2"/>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rawing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6805F201-B27F-456E-99C9-5A2FF68B8B4D}">
      <dsp:nvSpPr>
        <dsp:cNvPr id="0" name=""/>
        <dsp:cNvSpPr/>
      </dsp:nvSpPr>
      <dsp:spPr>
        <a:xfrm>
          <a:off x="-76199" y="442218"/>
          <a:ext cx="6303963" cy="3939976"/>
        </a:xfrm>
        <a:prstGeom prst="swooshArrow">
          <a:avLst>
            <a:gd name="adj1" fmla="val 25000"/>
            <a:gd name="adj2" fmla="val 25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58C3D99-C720-4150-967C-428CB8B64A2F}">
      <dsp:nvSpPr>
        <dsp:cNvPr id="0" name=""/>
        <dsp:cNvSpPr/>
      </dsp:nvSpPr>
      <dsp:spPr>
        <a:xfrm>
          <a:off x="544741" y="3371984"/>
          <a:ext cx="144991" cy="144991"/>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F598560-E4AD-4990-B5FE-EB6B20A35AEE}">
      <dsp:nvSpPr>
        <dsp:cNvPr id="0" name=""/>
        <dsp:cNvSpPr/>
      </dsp:nvSpPr>
      <dsp:spPr>
        <a:xfrm>
          <a:off x="404526" y="3444480"/>
          <a:ext cx="1251239" cy="9377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828" tIns="0" rIns="0" bIns="0" numCol="1" spcCol="1270" anchor="t" anchorCtr="0">
          <a:noAutofit/>
        </a:bodyPr>
        <a:lstStyle/>
        <a:p>
          <a:pPr lvl="0" algn="l" defTabSz="622300">
            <a:lnSpc>
              <a:spcPct val="90000"/>
            </a:lnSpc>
            <a:spcBef>
              <a:spcPct val="0"/>
            </a:spcBef>
            <a:spcAft>
              <a:spcPct val="35000"/>
            </a:spcAft>
          </a:pPr>
          <a:endParaRPr lang="en-US" sz="1400" kern="1200" dirty="0" smtClean="0"/>
        </a:p>
        <a:p>
          <a:pPr lvl="0" algn="l" defTabSz="622300">
            <a:lnSpc>
              <a:spcPct val="90000"/>
            </a:lnSpc>
            <a:spcBef>
              <a:spcPct val="0"/>
            </a:spcBef>
            <a:spcAft>
              <a:spcPct val="35000"/>
            </a:spcAft>
          </a:pPr>
          <a:r>
            <a:rPr lang="en-US" sz="1400" kern="1200" dirty="0" smtClean="0">
              <a:solidFill>
                <a:srgbClr val="000000"/>
              </a:solidFill>
            </a:rPr>
            <a:t>Awareness</a:t>
          </a:r>
          <a:endParaRPr lang="en-US" sz="1400" kern="1200" dirty="0">
            <a:solidFill>
              <a:srgbClr val="000000"/>
            </a:solidFill>
          </a:endParaRPr>
        </a:p>
      </dsp:txBody>
      <dsp:txXfrm>
        <a:off x="404526" y="3444480"/>
        <a:ext cx="1251239" cy="937714"/>
      </dsp:txXfrm>
    </dsp:sp>
    <dsp:sp modelId="{8ECD93E9-2DC0-42CC-9E03-7A99DBB5E813}">
      <dsp:nvSpPr>
        <dsp:cNvPr id="0" name=""/>
        <dsp:cNvSpPr/>
      </dsp:nvSpPr>
      <dsp:spPr>
        <a:xfrm>
          <a:off x="1329584" y="2617873"/>
          <a:ext cx="226942" cy="226942"/>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49F4226-6F38-4E00-9309-2B30CAEDC4A4}">
      <dsp:nvSpPr>
        <dsp:cNvPr id="0" name=""/>
        <dsp:cNvSpPr/>
      </dsp:nvSpPr>
      <dsp:spPr>
        <a:xfrm>
          <a:off x="1286202" y="2731344"/>
          <a:ext cx="1360164" cy="16508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0252" tIns="0" rIns="0" bIns="0" numCol="1" spcCol="1270" anchor="t" anchorCtr="0">
          <a:noAutofit/>
        </a:bodyPr>
        <a:lstStyle/>
        <a:p>
          <a:pPr lvl="0" algn="l" defTabSz="622300">
            <a:lnSpc>
              <a:spcPct val="90000"/>
            </a:lnSpc>
            <a:spcBef>
              <a:spcPct val="0"/>
            </a:spcBef>
            <a:spcAft>
              <a:spcPct val="35000"/>
            </a:spcAft>
          </a:pPr>
          <a:endParaRPr lang="en-US" sz="1400" kern="1200" dirty="0" smtClean="0"/>
        </a:p>
        <a:p>
          <a:pPr lvl="0" algn="l" defTabSz="622300">
            <a:lnSpc>
              <a:spcPct val="90000"/>
            </a:lnSpc>
            <a:spcBef>
              <a:spcPct val="0"/>
            </a:spcBef>
            <a:spcAft>
              <a:spcPct val="35000"/>
            </a:spcAft>
          </a:pPr>
          <a:r>
            <a:rPr lang="en-US" sz="1400" kern="1200" dirty="0" smtClean="0">
              <a:solidFill>
                <a:srgbClr val="000000"/>
              </a:solidFill>
            </a:rPr>
            <a:t>Understanding</a:t>
          </a:r>
          <a:endParaRPr lang="en-US" sz="1400" kern="1200" dirty="0">
            <a:solidFill>
              <a:srgbClr val="000000"/>
            </a:solidFill>
          </a:endParaRPr>
        </a:p>
      </dsp:txBody>
      <dsp:txXfrm>
        <a:off x="1286202" y="2731344"/>
        <a:ext cx="1360164" cy="1650850"/>
      </dsp:txXfrm>
    </dsp:sp>
    <dsp:sp modelId="{BA66BF50-D86A-4CF8-800E-7A75E6346578}">
      <dsp:nvSpPr>
        <dsp:cNvPr id="0" name=""/>
        <dsp:cNvSpPr/>
      </dsp:nvSpPr>
      <dsp:spPr>
        <a:xfrm>
          <a:off x="2338218" y="2016632"/>
          <a:ext cx="302590" cy="30259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EE05817-01EB-4F71-9B45-EA0E974995B9}">
      <dsp:nvSpPr>
        <dsp:cNvPr id="0" name=""/>
        <dsp:cNvSpPr/>
      </dsp:nvSpPr>
      <dsp:spPr>
        <a:xfrm>
          <a:off x="2489513" y="2167927"/>
          <a:ext cx="1216664" cy="22142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0336" tIns="0" rIns="0" bIns="0" numCol="1" spcCol="1270" anchor="t" anchorCtr="0">
          <a:noAutofit/>
        </a:bodyPr>
        <a:lstStyle/>
        <a:p>
          <a:pPr lvl="0" algn="l" defTabSz="622300">
            <a:lnSpc>
              <a:spcPct val="90000"/>
            </a:lnSpc>
            <a:spcBef>
              <a:spcPct val="0"/>
            </a:spcBef>
            <a:spcAft>
              <a:spcPct val="35000"/>
            </a:spcAft>
          </a:pPr>
          <a:r>
            <a:rPr lang="en-US" sz="1400" kern="1200" dirty="0" smtClean="0">
              <a:solidFill>
                <a:srgbClr val="000000"/>
              </a:solidFill>
            </a:rPr>
            <a:t>Desire</a:t>
          </a:r>
          <a:endParaRPr lang="en-US" sz="1400" kern="1200" dirty="0">
            <a:solidFill>
              <a:srgbClr val="000000"/>
            </a:solidFill>
          </a:endParaRPr>
        </a:p>
      </dsp:txBody>
      <dsp:txXfrm>
        <a:off x="2489513" y="2167927"/>
        <a:ext cx="1216664" cy="2214267"/>
      </dsp:txXfrm>
    </dsp:sp>
    <dsp:sp modelId="{35CF35B8-E26E-4760-8CAF-09E7B8AA249D}">
      <dsp:nvSpPr>
        <dsp:cNvPr id="0" name=""/>
        <dsp:cNvSpPr/>
      </dsp:nvSpPr>
      <dsp:spPr>
        <a:xfrm>
          <a:off x="3510755" y="1546987"/>
          <a:ext cx="390845" cy="390845"/>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38AF372-C9C2-4F48-814A-B26CEFBD2812}">
      <dsp:nvSpPr>
        <dsp:cNvPr id="0" name=""/>
        <dsp:cNvSpPr/>
      </dsp:nvSpPr>
      <dsp:spPr>
        <a:xfrm>
          <a:off x="3484556" y="1859194"/>
          <a:ext cx="1260792" cy="26397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7101" tIns="0" rIns="0" bIns="0" numCol="1" spcCol="1270" anchor="t" anchorCtr="0">
          <a:noAutofit/>
        </a:bodyPr>
        <a:lstStyle/>
        <a:p>
          <a:pPr lvl="0" algn="l" defTabSz="622300">
            <a:lnSpc>
              <a:spcPct val="90000"/>
            </a:lnSpc>
            <a:spcBef>
              <a:spcPct val="0"/>
            </a:spcBef>
            <a:spcAft>
              <a:spcPct val="35000"/>
            </a:spcAft>
          </a:pPr>
          <a:r>
            <a:rPr lang="en-US" sz="1400" kern="1200" dirty="0" smtClean="0"/>
            <a:t/>
          </a:r>
          <a:br>
            <a:rPr lang="en-US" sz="1400" kern="1200" dirty="0" smtClean="0"/>
          </a:br>
          <a:r>
            <a:rPr lang="en-US" sz="1400" kern="1200" dirty="0" smtClean="0">
              <a:solidFill>
                <a:srgbClr val="000000"/>
              </a:solidFill>
            </a:rPr>
            <a:t>Knowledge &amp; Experience</a:t>
          </a:r>
          <a:endParaRPr lang="en-US" sz="1400" kern="1200" dirty="0">
            <a:solidFill>
              <a:srgbClr val="000000"/>
            </a:solidFill>
          </a:endParaRPr>
        </a:p>
      </dsp:txBody>
      <dsp:txXfrm>
        <a:off x="3484556" y="1859194"/>
        <a:ext cx="1260792" cy="2639784"/>
      </dsp:txXfrm>
    </dsp:sp>
    <dsp:sp modelId="{C785D51E-18C1-4B85-9C51-6DE9C21BC917}">
      <dsp:nvSpPr>
        <dsp:cNvPr id="0" name=""/>
        <dsp:cNvSpPr/>
      </dsp:nvSpPr>
      <dsp:spPr>
        <a:xfrm>
          <a:off x="4717964" y="1233365"/>
          <a:ext cx="498013" cy="498013"/>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435DBE2-6E4F-4DAB-928F-2F16A55B0F1E}">
      <dsp:nvSpPr>
        <dsp:cNvPr id="0" name=""/>
        <dsp:cNvSpPr/>
      </dsp:nvSpPr>
      <dsp:spPr>
        <a:xfrm>
          <a:off x="4814572" y="1482371"/>
          <a:ext cx="1565589" cy="28998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3887" tIns="0" rIns="0" bIns="0" numCol="1" spcCol="1270" anchor="t" anchorCtr="0">
          <a:noAutofit/>
        </a:bodyPr>
        <a:lstStyle/>
        <a:p>
          <a:pPr lvl="0" algn="l" defTabSz="622300">
            <a:lnSpc>
              <a:spcPct val="90000"/>
            </a:lnSpc>
            <a:spcBef>
              <a:spcPct val="0"/>
            </a:spcBef>
            <a:spcAft>
              <a:spcPct val="35000"/>
            </a:spcAft>
          </a:pPr>
          <a:endParaRPr lang="en-US" sz="1400" kern="1200" dirty="0" smtClean="0"/>
        </a:p>
        <a:p>
          <a:pPr lvl="0" algn="l" defTabSz="622300">
            <a:lnSpc>
              <a:spcPct val="90000"/>
            </a:lnSpc>
            <a:spcBef>
              <a:spcPct val="0"/>
            </a:spcBef>
            <a:spcAft>
              <a:spcPct val="35000"/>
            </a:spcAft>
          </a:pPr>
          <a:r>
            <a:rPr lang="en-US" sz="1400" kern="1200" dirty="0" smtClean="0">
              <a:solidFill>
                <a:srgbClr val="000000"/>
              </a:solidFill>
            </a:rPr>
            <a:t>Confidence &amp; Competence</a:t>
          </a:r>
          <a:endParaRPr lang="en-US" sz="1400" kern="1200" dirty="0">
            <a:solidFill>
              <a:srgbClr val="000000"/>
            </a:solidFill>
          </a:endParaRPr>
        </a:p>
      </dsp:txBody>
      <dsp:txXfrm>
        <a:off x="4814572" y="1482371"/>
        <a:ext cx="1565589" cy="2899822"/>
      </dsp:txXfrm>
    </dsp:sp>
  </dsp:spTree>
</dsp:drawing>
</file>

<file path=ppt/diagrams/layout1.xml><?xml version="1.0" encoding="utf-8"?>
<dgm:layoutDef xmlns:dgm="http://schemas.openxmlformats.org/drawingml/2006/diagram" xmlns:a="http://schemas.openxmlformats.org/drawingml/2006/main" uniqueId="urn:microsoft.com/office/officeart/2005/8/layout/arrow2">
  <dgm:title val=""/>
  <dgm:desc val=""/>
  <dgm:catLst>
    <dgm:cat type="process" pri="2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arrowDiagram">
    <dgm:varLst>
      <dgm:chMax val="5"/>
      <dgm:dir/>
      <dgm:resizeHandles val="exact"/>
    </dgm:varLst>
    <dgm:alg type="composite">
      <dgm:param type="ar" val="1.6"/>
    </dgm:alg>
    <dgm:shape xmlns:r="http://schemas.openxmlformats.org/officeDocument/2006/relationships" r:blip="">
      <dgm:adjLst/>
    </dgm:shape>
    <dgm:presOf/>
    <dgm:constrLst>
      <dgm:constr type="l" for="ch" forName="arrow"/>
      <dgm:constr type="t" for="ch" forName="arrow"/>
      <dgm:constr type="w" for="ch" forName="arrow" refType="w"/>
      <dgm:constr type="h" for="ch" forName="arrow" refType="h"/>
      <dgm:constr type="ctrX" for="ch" forName="arrowDiagram1" refType="w" fact="0.5"/>
      <dgm:constr type="ctrY" for="ch" forName="arrowDiagram1" refType="h" fact="0.5"/>
      <dgm:constr type="w" for="ch" forName="arrowDiagram1" refType="w"/>
      <dgm:constr type="h" for="ch" forName="arrowDiagram1" refType="h"/>
      <dgm:constr type="ctrX" for="ch" forName="arrowDiagram2" refType="w" fact="0.5"/>
      <dgm:constr type="ctrY" for="ch" forName="arrowDiagram2" refType="h" fact="0.5"/>
      <dgm:constr type="w" for="ch" forName="arrowDiagram2" refType="w"/>
      <dgm:constr type="h" for="ch" forName="arrowDiagram2" refType="h"/>
      <dgm:constr type="ctrX" for="ch" forName="arrowDiagram3" refType="w" fact="0.5"/>
      <dgm:constr type="ctrY" for="ch" forName="arrowDiagram3" refType="h" fact="0.5"/>
      <dgm:constr type="w" for="ch" forName="arrowDiagram3" refType="w"/>
      <dgm:constr type="h" for="ch" forName="arrowDiagram3" refType="h"/>
      <dgm:constr type="ctrX" for="ch" forName="arrowDiagram4" refType="w" fact="0.5"/>
      <dgm:constr type="ctrY" for="ch" forName="arrowDiagram4" refType="h" fact="0.5"/>
      <dgm:constr type="w" for="ch" forName="arrowDiagram4" refType="w"/>
      <dgm:constr type="h" for="ch" forName="arrowDiagram4" refType="h"/>
      <dgm:constr type="ctrX" for="ch" forName="arrowDiagram5" refType="w" fact="0.5"/>
      <dgm:constr type="ctrY" for="ch" forName="arrowDiagram5" refType="h" fact="0.5"/>
      <dgm:constr type="w" for="ch" forName="arrowDiagram5" refType="w"/>
      <dgm:constr type="h" for="ch" forName="arrowDiagram5" refType="h"/>
    </dgm:constrLst>
    <dgm:ruleLst/>
    <dgm:choose name="Name0">
      <dgm:if name="Name1" axis="ch" ptType="node" func="cnt" op="gte" val="1">
        <dgm:layoutNode name="arrow" styleLbl="bgShp">
          <dgm:alg type="sp"/>
          <dgm:shape xmlns:r="http://schemas.openxmlformats.org/officeDocument/2006/relationships" type="swooshArrow" r:blip="">
            <dgm:adjLst>
              <dgm:adj idx="2" val="0.25"/>
            </dgm:adjLst>
          </dgm:shape>
          <dgm:presOf/>
          <dgm:constrLst/>
          <dgm:ruleLst/>
        </dgm:layoutNode>
        <dgm:choose name="Name2">
          <dgm:if name="Name3" axis="ch" ptType="node" func="cnt" op="lt" val="1"/>
          <dgm:if name="Name4" axis="ch" ptType="node" func="cnt" op="equ" val="1">
            <dgm:layoutNode name="arrowDiagram1">
              <dgm:varLst>
                <dgm:bulletEnabled val="1"/>
              </dgm:varLst>
              <dgm:alg type="composite">
                <dgm:param type="vertAlign" val="none"/>
                <dgm:param type="horzAlign" val="none"/>
              </dgm:alg>
              <dgm:shape xmlns:r="http://schemas.openxmlformats.org/officeDocument/2006/relationships" r:blip="">
                <dgm:adjLst/>
              </dgm:shape>
              <dgm:presOf/>
              <dgm:constrLst>
                <dgm:constr type="ctrX" for="ch" forName="bullet1" refType="w" fact="0.8"/>
                <dgm:constr type="ctrY" for="ch" forName="bullet1" refType="h" fact="0.262"/>
                <dgm:constr type="w" for="ch" forName="bullet1" refType="w" fact="0.074"/>
                <dgm:constr type="h" for="ch" forName="bullet1" refType="w" refFor="ch" refForName="bullet1"/>
                <dgm:constr type="r" for="ch" forName="textBox1" refType="ctrX" refFor="ch" refForName="bullet1"/>
                <dgm:constr type="t" for="ch" forName="textBox1" refType="ctrY" refFor="ch" refForName="bullet1"/>
                <dgm:constr type="w" for="ch" forName="textBox1" refType="w" fact="0.4"/>
                <dgm:constr type="h" for="ch" forName="textBox1" refType="h" fact="0.738"/>
                <dgm:constr type="userA" refType="h" refFor="ch" refForName="bullet1" fact="0.53"/>
                <dgm:constr type="rMarg" for="ch" forName="textBox1" refType="userA" fact="2.834"/>
                <dgm:constr type="primFontSz" for="ch" ptType="node" op="equ" val="65"/>
              </dgm:constrLst>
              <dgm:ruleLst/>
              <dgm:forEach name="Name5" axis="ch" ptType="node" cnt="1">
                <dgm:layoutNode name="bullet1" styleLbl="node1">
                  <dgm:alg type="sp"/>
                  <dgm:shape xmlns:r="http://schemas.openxmlformats.org/officeDocument/2006/relationships" type="ellipse" r:blip="">
                    <dgm:adjLst/>
                  </dgm:shape>
                  <dgm:presOf/>
                  <dgm:constrLst/>
                  <dgm:ruleLst/>
                </dgm:layoutNode>
                <dgm:layoutNode name="textBox1" styleLbl="revTx">
                  <dgm:varLst>
                    <dgm:bulletEnabled val="1"/>
                  </dgm:varLst>
                  <dgm:alg type="tx">
                    <dgm:param type="txAnchorVert" val="t"/>
                    <dgm:param type="parTxLTRAlign" val="r"/>
                    <dgm:param type="parTxRTLAlign" val="r"/>
                  </dgm:alg>
                  <dgm:shape xmlns:r="http://schemas.openxmlformats.org/officeDocument/2006/relationships" type="round2DiagRect" r:blip="">
                    <dgm:adjLst/>
                  </dgm:shape>
                  <dgm:presOf axis="desOrSelf" ptType="node"/>
                  <dgm:constrLst>
                    <dgm:constr type="lMarg"/>
                    <dgm:constr type="tMarg"/>
                    <dgm:constr type="bMarg"/>
                  </dgm:constrLst>
                  <dgm:ruleLst>
                    <dgm:rule type="primFontSz" val="5" fact="NaN" max="NaN"/>
                  </dgm:ruleLst>
                </dgm:layoutNode>
              </dgm:forEach>
            </dgm:layoutNode>
          </dgm:if>
          <dgm:if name="Name6" axis="ch" ptType="node" func="cnt" op="equ" val="2">
            <dgm:layoutNode name="arrowDiagram2">
              <dgm:alg type="composite">
                <dgm:param type="vertAlign" val="none"/>
                <dgm:param type="horzAlign" val="none"/>
              </dgm:alg>
              <dgm:shape xmlns:r="http://schemas.openxmlformats.org/officeDocument/2006/relationships" r:blip="">
                <dgm:adjLst/>
              </dgm:shape>
              <dgm:presOf/>
              <dgm:choose name="Name7">
                <dgm:if name="Name8" func="var" arg="dir" op="equ" val="norm">
                  <dgm:constrLst>
                    <dgm:constr type="ctrX" for="ch" forName="bullet2a" refType="w" fact="0.25"/>
                    <dgm:constr type="ctrY" for="ch" forName="bullet2a" refType="h" fact="0.573"/>
                    <dgm:constr type="w" for="ch" forName="bullet2a" refType="w" fact="0.035"/>
                    <dgm:constr type="h" for="ch" forName="bullet2a" refType="w" refFor="ch" refForName="bullet2a"/>
                    <dgm:constr type="l" for="ch" forName="textBox2a" refType="ctrX" refFor="ch" refForName="bullet2a"/>
                    <dgm:constr type="t" for="ch" forName="textBox2a" refType="ctrY" refFor="ch" refForName="bullet2a"/>
                    <dgm:constr type="w" for="ch" forName="textBox2a" refType="w" fact="0.325"/>
                    <dgm:constr type="h" for="ch" forName="textBox2a" refType="h" fact="0.427"/>
                    <dgm:constr type="userA" refType="h" refFor="ch" refForName="bullet2a" fact="0.53"/>
                    <dgm:constr type="l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l" for="ch" forName="textBox2b" refType="ctrX" refFor="ch" refForName="bullet2b"/>
                    <dgm:constr type="t" for="ch" forName="textBox2b" refType="ctrY" refFor="ch" refForName="bullet2b"/>
                    <dgm:constr type="w" for="ch" forName="textBox2b" refType="w" fact="0.325"/>
                    <dgm:constr type="h" for="ch" forName="textBox2b" refType="h" fact="0.662"/>
                    <dgm:constr type="userB" refType="h" refFor="ch" refForName="bullet2b" fact="0.53"/>
                    <dgm:constr type="lMarg" for="ch" forName="textBox2b" refType="userB" fact="2.834"/>
                    <dgm:constr type="primFontSz" for="ch" ptType="node" op="equ" val="65"/>
                  </dgm:constrLst>
                </dgm:if>
                <dgm:else name="Name9">
                  <dgm:constrLst>
                    <dgm:constr type="ctrX" for="ch" forName="bullet2a" refType="w" fact="0.25"/>
                    <dgm:constr type="ctrY" for="ch" forName="bullet2a" refType="h" fact="0.573"/>
                    <dgm:constr type="w" for="ch" forName="bullet2a" refType="w" fact="0.035"/>
                    <dgm:constr type="h" for="ch" forName="bullet2a" refType="w" refFor="ch" refForName="bullet2a"/>
                    <dgm:constr type="r" for="ch" forName="textBox2a" refType="ctrX" refFor="ch" refForName="bullet2a"/>
                    <dgm:constr type="b" for="ch" forName="textBox2a" refType="ctrY" refFor="ch" refForName="bullet2a"/>
                    <dgm:constr type="w" for="ch" forName="textBox2a" refType="w" fact="0.25"/>
                    <dgm:constr type="h" for="ch" forName="textBox2a" refType="h" fact="0.573"/>
                    <dgm:constr type="userA" refType="h" refFor="ch" refForName="bullet2a" fact="0.53"/>
                    <dgm:constr type="r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r" for="ch" forName="textBox2b" refType="ctrX" refFor="ch" refForName="bullet2b"/>
                    <dgm:constr type="b" for="ch" forName="textBox2b" refType="ctrY" refFor="ch" refForName="bullet2b"/>
                    <dgm:constr type="w" for="ch" forName="textBox2b" refType="w" fact="0.28"/>
                    <dgm:constr type="h" for="ch" forName="textBox2b" refType="h" fact="0.338"/>
                    <dgm:constr type="userB" refType="h" refFor="ch" refForName="bullet2b" fact="0.53"/>
                    <dgm:constr type="rMarg" for="ch" forName="textBox2b" refType="userB" fact="2.834"/>
                    <dgm:constr type="primFontSz" for="ch" ptType="node" op="equ" val="65"/>
                  </dgm:constrLst>
                </dgm:else>
              </dgm:choose>
              <dgm:ruleLst/>
              <dgm:forEach name="Name10" axis="ch" ptType="node" cnt="1">
                <dgm:layoutNode name="bullet2a" styleLbl="node1">
                  <dgm:alg type="sp"/>
                  <dgm:shape xmlns:r="http://schemas.openxmlformats.org/officeDocument/2006/relationships" type="ellipse" r:blip="">
                    <dgm:adjLst/>
                  </dgm:shape>
                  <dgm:presOf/>
                  <dgm:constrLst/>
                  <dgm:ruleLst/>
                </dgm:layoutNode>
                <dgm:layoutNode name="textBox2a" styleLbl="revTx">
                  <dgm:varLst>
                    <dgm:bulletEnabled val="1"/>
                  </dgm:varLst>
                  <dgm:choose name="Name11">
                    <dgm:if name="Name12" func="var" arg="dir" op="equ" val="norm">
                      <dgm:choose name="Name13">
                        <dgm:if name="Name14" axis="root des" ptType="all node" func="maxDepth" op="gt" val="1">
                          <dgm:alg type="tx">
                            <dgm:param type="txAnchorVert" val="t"/>
                            <dgm:param type="parTxLTRAlign" val="l"/>
                            <dgm:param type="parTxRTLAlign" val="r"/>
                          </dgm:alg>
                        </dgm:if>
                        <dgm:else name="Name15">
                          <dgm:alg type="tx">
                            <dgm:param type="txAnchorVert" val="t"/>
                            <dgm:param type="parTxLTRAlign" val="l"/>
                            <dgm:param type="parTxRTLAlign" val="l"/>
                          </dgm:alg>
                        </dgm:else>
                      </dgm:choose>
                    </dgm:if>
                    <dgm:else name="Name16">
                      <dgm:choose name="Name17">
                        <dgm:if name="Name18" axis="root des" ptType="all node" func="maxDepth" op="gt" val="1">
                          <dgm:alg type="tx">
                            <dgm:param type="txAnchorVert" val="b"/>
                            <dgm:param type="txAnchorVertCh" val="b"/>
                            <dgm:param type="parTxLTRAlign" val="l"/>
                            <dgm:param type="parTxRTLAlign" val="r"/>
                          </dgm:alg>
                        </dgm:if>
                        <dgm:else name="Name1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
                    <dgm:if name="Name21" func="var" arg="dir" op="equ" val="norm">
                      <dgm:constrLst>
                        <dgm:constr type="rMarg"/>
                        <dgm:constr type="tMarg"/>
                        <dgm:constr type="bMarg"/>
                      </dgm:constrLst>
                    </dgm:if>
                    <dgm:else name="Name22">
                      <dgm:constrLst>
                        <dgm:constr type="lMarg"/>
                        <dgm:constr type="tMarg"/>
                        <dgm:constr type="bMarg"/>
                      </dgm:constrLst>
                    </dgm:else>
                  </dgm:choose>
                  <dgm:ruleLst>
                    <dgm:rule type="primFontSz" val="5" fact="NaN" max="NaN"/>
                  </dgm:ruleLst>
                </dgm:layoutNode>
              </dgm:forEach>
              <dgm:forEach name="Name23" axis="ch" ptType="node" st="2" cnt="1">
                <dgm:layoutNode name="bullet2b" styleLbl="node1">
                  <dgm:alg type="sp"/>
                  <dgm:shape xmlns:r="http://schemas.openxmlformats.org/officeDocument/2006/relationships" type="ellipse" r:blip="">
                    <dgm:adjLst/>
                  </dgm:shape>
                  <dgm:presOf/>
                  <dgm:constrLst/>
                  <dgm:ruleLst/>
                </dgm:layoutNode>
                <dgm:layoutNode name="textBox2b" styleLbl="revTx">
                  <dgm:varLst>
                    <dgm:bulletEnabled val="1"/>
                  </dgm:varLst>
                  <dgm:choose name="Name24">
                    <dgm:if name="Name25" func="var" arg="dir" op="equ" val="norm">
                      <dgm:choose name="Name26">
                        <dgm:if name="Name27" axis="root des" ptType="all node" func="maxDepth" op="gt" val="1">
                          <dgm:alg type="tx">
                            <dgm:param type="txAnchorVert" val="t"/>
                            <dgm:param type="parTxLTRAlign" val="l"/>
                            <dgm:param type="parTxRTLAlign" val="r"/>
                          </dgm:alg>
                        </dgm:if>
                        <dgm:else name="Name28">
                          <dgm:alg type="tx">
                            <dgm:param type="txAnchorVert" val="t"/>
                            <dgm:param type="parTxLTRAlign" val="l"/>
                            <dgm:param type="parTxRTLAlign" val="l"/>
                          </dgm:alg>
                        </dgm:else>
                      </dgm:choose>
                    </dgm:if>
                    <dgm:else name="Name29">
                      <dgm:choose name="Name30">
                        <dgm:if name="Name31" axis="root des" ptType="all node" func="maxDepth" op="gt" val="1">
                          <dgm:alg type="tx">
                            <dgm:param type="txAnchorVert" val="b"/>
                            <dgm:param type="txAnchorVertCh" val="b"/>
                            <dgm:param type="parTxLTRAlign" val="l"/>
                            <dgm:param type="parTxRTLAlign" val="r"/>
                          </dgm:alg>
                        </dgm:if>
                        <dgm:else name="Name3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33">
                    <dgm:if name="Name34" func="var" arg="dir" op="equ" val="norm">
                      <dgm:constrLst>
                        <dgm:constr type="rMarg"/>
                        <dgm:constr type="tMarg"/>
                        <dgm:constr type="bMarg"/>
                      </dgm:constrLst>
                    </dgm:if>
                    <dgm:else name="Name35">
                      <dgm:constrLst>
                        <dgm:constr type="lMarg"/>
                        <dgm:constr type="tMarg"/>
                        <dgm:constr type="bMarg"/>
                      </dgm:constrLst>
                    </dgm:else>
                  </dgm:choose>
                  <dgm:ruleLst>
                    <dgm:rule type="primFontSz" val="5" fact="NaN" max="NaN"/>
                  </dgm:ruleLst>
                </dgm:layoutNode>
              </dgm:forEach>
            </dgm:layoutNode>
          </dgm:if>
          <dgm:if name="Name36" axis="ch" ptType="node" func="cnt" op="equ" val="3">
            <dgm:layoutNode name="arrowDiagram3">
              <dgm:alg type="composite">
                <dgm:param type="vertAlign" val="none"/>
                <dgm:param type="horzAlign" val="none"/>
              </dgm:alg>
              <dgm:shape xmlns:r="http://schemas.openxmlformats.org/officeDocument/2006/relationships" r:blip="">
                <dgm:adjLst/>
              </dgm:shape>
              <dgm:presOf/>
              <dgm:choose name="Name37">
                <dgm:if name="Name38" func="var" arg="dir" op="equ" val="norm">
                  <dgm:constrLst>
                    <dgm:constr type="ctrX" for="ch" forName="bullet3a" refType="w" fact="0.14"/>
                    <dgm:constr type="ctrY" for="ch" forName="bullet3a" refType="h" fact="0.711"/>
                    <dgm:constr type="w" for="ch" forName="bullet3a" refType="w" fact="0.026"/>
                    <dgm:constr type="h" for="ch" forName="bullet3a" refType="w" refFor="ch" refForName="bullet3a"/>
                    <dgm:constr type="l" for="ch" forName="textBox3a" refType="ctrX" refFor="ch" refForName="bullet3a"/>
                    <dgm:constr type="t" for="ch" forName="textBox3a" refType="ctrY" refFor="ch" refForName="bullet3a"/>
                    <dgm:constr type="w" for="ch" forName="textBox3a" refType="w" fact="0.233"/>
                    <dgm:constr type="h" for="ch" forName="textBox3a" refType="h" fact="0.289"/>
                    <dgm:constr type="userA" refType="h" refFor="ch" refForName="bullet3a" fact="0.53"/>
                    <dgm:constr type="l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l" for="ch" forName="textBox3b" refType="ctrX" refFor="ch" refForName="bullet3b"/>
                    <dgm:constr type="t" for="ch" forName="textBox3b" refType="ctrY" refFor="ch" refForName="bullet3b"/>
                    <dgm:constr type="w" for="ch" forName="textBox3b" refType="w" fact="0.24"/>
                    <dgm:constr type="h" for="ch" forName="textBox3b" refType="h" fact="0.544"/>
                    <dgm:constr type="userB" refType="h" refFor="ch" refForName="bullet3b" fact="0.53"/>
                    <dgm:constr type="l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l" for="ch" forName="textBox3c" refType="ctrX" refFor="ch" refForName="bullet3c"/>
                    <dgm:constr type="t" for="ch" forName="textBox3c" refType="ctrY" refFor="ch" refForName="bullet3c"/>
                    <dgm:constr type="w" for="ch" forName="textBox3c" refType="w" fact="0.24"/>
                    <dgm:constr type="h" for="ch" forName="textBox3c" refType="h" fact="0.695"/>
                    <dgm:constr type="userC" refType="h" refFor="ch" refForName="bullet3c" fact="0.53"/>
                    <dgm:constr type="lMarg" for="ch" forName="textBox3c" refType="userC" fact="2.834"/>
                    <dgm:constr type="primFontSz" for="ch" ptType="node" op="equ" val="65"/>
                  </dgm:constrLst>
                </dgm:if>
                <dgm:else name="Name39">
                  <dgm:constrLst>
                    <dgm:constr type="ctrX" for="ch" forName="bullet3a" refType="w" fact="0.14"/>
                    <dgm:constr type="ctrY" for="ch" forName="bullet3a" refType="h" fact="0.711"/>
                    <dgm:constr type="w" for="ch" forName="bullet3a" refType="w" fact="0.026"/>
                    <dgm:constr type="h" for="ch" forName="bullet3a" refType="w" refFor="ch" refForName="bullet3a"/>
                    <dgm:constr type="r" for="ch" forName="textBox3a" refType="ctrX" refFor="ch" refForName="bullet3a"/>
                    <dgm:constr type="b" for="ch" forName="textBox3a" refType="ctrY" refFor="ch" refForName="bullet3a"/>
                    <dgm:constr type="w" for="ch" forName="textBox3a" refType="w" fact="0.14"/>
                    <dgm:constr type="h" for="ch" forName="textBox3a" refType="h" fact="0.711"/>
                    <dgm:constr type="userA" refType="h" refFor="ch" refForName="bullet3a" fact="0.53"/>
                    <dgm:constr type="r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r" for="ch" forName="textBox3b" refType="ctrX" refFor="ch" refForName="bullet3b"/>
                    <dgm:constr type="b" for="ch" forName="textBox3b" refType="ctrY" refFor="ch" refForName="bullet3b"/>
                    <dgm:constr type="w" for="ch" forName="textBox3b" refType="w" fact="0.24"/>
                    <dgm:constr type="h" for="ch" forName="textBox3b" refType="h" fact="0.456"/>
                    <dgm:constr type="userB" refType="h" refFor="ch" refForName="bullet3b" fact="0.53"/>
                    <dgm:constr type="r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r" for="ch" forName="textBox3c" refType="ctrX" refFor="ch" refForName="bullet3c"/>
                    <dgm:constr type="b" for="ch" forName="textBox3c" refType="ctrY" refFor="ch" refForName="bullet3c"/>
                    <dgm:constr type="w" for="ch" forName="textBox3c" refType="w" fact="0.24"/>
                    <dgm:constr type="h" for="ch" forName="textBox3c" refType="h" fact="0.305"/>
                    <dgm:constr type="userC" refType="h" refFor="ch" refForName="bullet3c" fact="0.53"/>
                    <dgm:constr type="rMarg" for="ch" forName="textBox3c" refType="userC" fact="2.834"/>
                    <dgm:constr type="primFontSz" for="ch" ptType="node" op="equ" val="65"/>
                  </dgm:constrLst>
                </dgm:else>
              </dgm:choose>
              <dgm:ruleLst/>
              <dgm:forEach name="Name40" axis="ch" ptType="node" cnt="1">
                <dgm:layoutNode name="bullet3a" styleLbl="node1">
                  <dgm:alg type="sp"/>
                  <dgm:shape xmlns:r="http://schemas.openxmlformats.org/officeDocument/2006/relationships" type="ellipse" r:blip="">
                    <dgm:adjLst/>
                  </dgm:shape>
                  <dgm:presOf/>
                  <dgm:constrLst/>
                  <dgm:ruleLst/>
                </dgm:layoutNode>
                <dgm:layoutNode name="textBox3a" styleLbl="revTx">
                  <dgm:varLst>
                    <dgm:bulletEnabled val="1"/>
                  </dgm:varLst>
                  <dgm:choose name="Name41">
                    <dgm:if name="Name42" func="var" arg="dir" op="equ" val="norm">
                      <dgm:choose name="Name43">
                        <dgm:if name="Name44" axis="root des" ptType="all node" func="maxDepth" op="gt" val="1">
                          <dgm:alg type="tx">
                            <dgm:param type="txAnchorVert" val="t"/>
                            <dgm:param type="parTxLTRAlign" val="l"/>
                            <dgm:param type="parTxRTLAlign" val="r"/>
                          </dgm:alg>
                        </dgm:if>
                        <dgm:else name="Name45">
                          <dgm:alg type="tx">
                            <dgm:param type="txAnchorVert" val="t"/>
                            <dgm:param type="parTxLTRAlign" val="l"/>
                            <dgm:param type="parTxRTLAlign" val="l"/>
                          </dgm:alg>
                        </dgm:else>
                      </dgm:choose>
                    </dgm:if>
                    <dgm:else name="Name46">
                      <dgm:choose name="Name47">
                        <dgm:if name="Name48" axis="root des" ptType="all node" func="maxDepth" op="gt" val="1">
                          <dgm:alg type="tx">
                            <dgm:param type="txAnchorVert" val="b"/>
                            <dgm:param type="txAnchorVertCh" val="b"/>
                            <dgm:param type="parTxLTRAlign" val="l"/>
                            <dgm:param type="parTxRTLAlign" val="r"/>
                          </dgm:alg>
                        </dgm:if>
                        <dgm:else name="Name4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50">
                    <dgm:if name="Name51" func="var" arg="dir" op="equ" val="norm">
                      <dgm:constrLst>
                        <dgm:constr type="rMarg"/>
                        <dgm:constr type="tMarg"/>
                        <dgm:constr type="bMarg"/>
                      </dgm:constrLst>
                    </dgm:if>
                    <dgm:else name="Name52">
                      <dgm:constrLst>
                        <dgm:constr type="lMarg"/>
                        <dgm:constr type="tMarg"/>
                        <dgm:constr type="bMarg"/>
                      </dgm:constrLst>
                    </dgm:else>
                  </dgm:choose>
                  <dgm:ruleLst>
                    <dgm:rule type="primFontSz" val="5" fact="NaN" max="NaN"/>
                  </dgm:ruleLst>
                </dgm:layoutNode>
              </dgm:forEach>
              <dgm:forEach name="Name53" axis="ch" ptType="node" st="2" cnt="1">
                <dgm:layoutNode name="bullet3b" styleLbl="node1">
                  <dgm:alg type="sp"/>
                  <dgm:shape xmlns:r="http://schemas.openxmlformats.org/officeDocument/2006/relationships" type="ellipse" r:blip="">
                    <dgm:adjLst/>
                  </dgm:shape>
                  <dgm:presOf/>
                  <dgm:constrLst/>
                  <dgm:ruleLst/>
                </dgm:layoutNode>
                <dgm:layoutNode name="textBox3b" styleLbl="revTx">
                  <dgm:varLst>
                    <dgm:bulletEnabled val="1"/>
                  </dgm:varLst>
                  <dgm:choose name="Name54">
                    <dgm:if name="Name55" func="var" arg="dir" op="equ" val="norm">
                      <dgm:choose name="Name56">
                        <dgm:if name="Name57" axis="root des" ptType="all node" func="maxDepth" op="gt" val="1">
                          <dgm:alg type="tx">
                            <dgm:param type="txAnchorVert" val="t"/>
                            <dgm:param type="parTxLTRAlign" val="l"/>
                            <dgm:param type="parTxRTLAlign" val="r"/>
                          </dgm:alg>
                        </dgm:if>
                        <dgm:else name="Name58">
                          <dgm:alg type="tx">
                            <dgm:param type="txAnchorVert" val="t"/>
                            <dgm:param type="parTxLTRAlign" val="l"/>
                            <dgm:param type="parTxRTLAlign" val="l"/>
                          </dgm:alg>
                        </dgm:else>
                      </dgm:choose>
                    </dgm:if>
                    <dgm:else name="Name59">
                      <dgm:choose name="Name60">
                        <dgm:if name="Name61" axis="root des" ptType="all node" func="maxDepth" op="gt" val="1">
                          <dgm:alg type="tx">
                            <dgm:param type="txAnchorVert" val="b"/>
                            <dgm:param type="txAnchorVertCh" val="b"/>
                            <dgm:param type="parTxLTRAlign" val="l"/>
                            <dgm:param type="parTxRTLAlign" val="r"/>
                          </dgm:alg>
                        </dgm:if>
                        <dgm:else name="Name6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63">
                    <dgm:if name="Name64" func="var" arg="dir" op="equ" val="norm">
                      <dgm:constrLst>
                        <dgm:constr type="rMarg"/>
                        <dgm:constr type="tMarg"/>
                        <dgm:constr type="bMarg"/>
                      </dgm:constrLst>
                    </dgm:if>
                    <dgm:else name="Name65">
                      <dgm:constrLst>
                        <dgm:constr type="lMarg"/>
                        <dgm:constr type="tMarg"/>
                        <dgm:constr type="bMarg"/>
                      </dgm:constrLst>
                    </dgm:else>
                  </dgm:choose>
                  <dgm:ruleLst>
                    <dgm:rule type="primFontSz" val="5" fact="NaN" max="NaN"/>
                  </dgm:ruleLst>
                </dgm:layoutNode>
              </dgm:forEach>
              <dgm:forEach name="Name66" axis="ch" ptType="node" st="3" cnt="1">
                <dgm:layoutNode name="bullet3c" styleLbl="node1">
                  <dgm:alg type="sp"/>
                  <dgm:shape xmlns:r="http://schemas.openxmlformats.org/officeDocument/2006/relationships" type="ellipse" r:blip="">
                    <dgm:adjLst/>
                  </dgm:shape>
                  <dgm:presOf/>
                  <dgm:constrLst/>
                  <dgm:ruleLst/>
                </dgm:layoutNode>
                <dgm:layoutNode name="textBox3c" styleLbl="revTx">
                  <dgm:varLst>
                    <dgm:bulletEnabled val="1"/>
                  </dgm:varLst>
                  <dgm:choose name="Name67">
                    <dgm:if name="Name68" func="var" arg="dir" op="equ" val="norm">
                      <dgm:choose name="Name69">
                        <dgm:if name="Name70" axis="root des" ptType="all node" func="maxDepth" op="gt" val="1">
                          <dgm:alg type="tx">
                            <dgm:param type="txAnchorVert" val="t"/>
                            <dgm:param type="parTxLTRAlign" val="l"/>
                            <dgm:param type="parTxRTLAlign" val="r"/>
                          </dgm:alg>
                        </dgm:if>
                        <dgm:else name="Name71">
                          <dgm:alg type="tx">
                            <dgm:param type="txAnchorVert" val="t"/>
                            <dgm:param type="parTxLTRAlign" val="l"/>
                            <dgm:param type="parTxRTLAlign" val="l"/>
                          </dgm:alg>
                        </dgm:else>
                      </dgm:choose>
                    </dgm:if>
                    <dgm:else name="Name72">
                      <dgm:choose name="Name73">
                        <dgm:if name="Name74" axis="root des" ptType="all node" func="maxDepth" op="gt" val="1">
                          <dgm:alg type="tx">
                            <dgm:param type="txAnchorVert" val="b"/>
                            <dgm:param type="txAnchorVertCh" val="b"/>
                            <dgm:param type="parTxLTRAlign" val="l"/>
                            <dgm:param type="parTxRTLAlign" val="r"/>
                          </dgm:alg>
                        </dgm:if>
                        <dgm:else name="Name7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76">
                    <dgm:if name="Name77" func="var" arg="dir" op="equ" val="norm">
                      <dgm:constrLst>
                        <dgm:constr type="rMarg"/>
                        <dgm:constr type="tMarg"/>
                        <dgm:constr type="bMarg"/>
                      </dgm:constrLst>
                    </dgm:if>
                    <dgm:else name="Name78">
                      <dgm:constrLst>
                        <dgm:constr type="lMarg"/>
                        <dgm:constr type="tMarg"/>
                        <dgm:constr type="bMarg"/>
                      </dgm:constrLst>
                    </dgm:else>
                  </dgm:choose>
                  <dgm:ruleLst>
                    <dgm:rule type="primFontSz" val="5" fact="NaN" max="NaN"/>
                  </dgm:ruleLst>
                </dgm:layoutNode>
              </dgm:forEach>
            </dgm:layoutNode>
          </dgm:if>
          <dgm:if name="Name79" axis="ch" ptType="node" func="cnt" op="equ" val="4">
            <dgm:layoutNode name="arrowDiagram4">
              <dgm:alg type="composite">
                <dgm:param type="vertAlign" val="none"/>
                <dgm:param type="horzAlign" val="none"/>
              </dgm:alg>
              <dgm:shape xmlns:r="http://schemas.openxmlformats.org/officeDocument/2006/relationships" r:blip="">
                <dgm:adjLst/>
              </dgm:shape>
              <dgm:presOf/>
              <dgm:choose name="Name80">
                <dgm:if name="Name81" func="var" arg="dir" op="equ" val="norm">
                  <dgm:constrLst>
                    <dgm:constr type="ctrX" for="ch" forName="bullet4a" refType="w" fact="0.11"/>
                    <dgm:constr type="ctrY" for="ch" forName="bullet4a" refType="h" fact="0.762"/>
                    <dgm:constr type="w" for="ch" forName="bullet4a" refType="w" fact="0.023"/>
                    <dgm:constr type="h" for="ch" forName="bullet4a" refType="w" refFor="ch" refForName="bullet4a"/>
                    <dgm:constr type="l" for="ch" forName="textBox4a" refType="ctrX" refFor="ch" refForName="bullet4a"/>
                    <dgm:constr type="t" for="ch" forName="textBox4a" refType="ctrY" refFor="ch" refForName="bullet4a"/>
                    <dgm:constr type="w" for="ch" forName="textBox4a" refType="w" fact="0.171"/>
                    <dgm:constr type="h" for="ch" forName="textBox4a" refType="h" fact="0.238"/>
                    <dgm:constr type="userA" refType="h" refFor="ch" refForName="bullet4a" fact="0.53"/>
                    <dgm:constr type="l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l" for="ch" forName="textBox4b" refType="ctrX" refFor="ch" refForName="bullet4b"/>
                    <dgm:constr type="t" for="ch" forName="textBox4b" refType="ctrY" refFor="ch" refForName="bullet4b"/>
                    <dgm:constr type="w" for="ch" forName="textBox4b" refType="w" fact="0.21"/>
                    <dgm:constr type="h" for="ch" forName="textBox4b" refType="h" fact="0.457"/>
                    <dgm:constr type="userB" refType="h" refFor="ch" refForName="bullet4b" fact="0.53"/>
                    <dgm:constr type="l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l" for="ch" forName="textBox4c" refType="ctrX" refFor="ch" refForName="bullet4c"/>
                    <dgm:constr type="t" for="ch" forName="textBox4c" refType="ctrY" refFor="ch" refForName="bullet4c"/>
                    <dgm:constr type="w" for="ch" forName="textBox4c" refType="w" fact="0.21"/>
                    <dgm:constr type="h" for="ch" forName="textBox4c" refType="h" fact="0.618"/>
                    <dgm:constr type="userC" refType="h" refFor="ch" refForName="bullet4c" fact="0.53"/>
                    <dgm:constr type="l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l" for="ch" forName="textBox4d" refType="ctrX" refFor="ch" refForName="bullet4d"/>
                    <dgm:constr type="t" for="ch" forName="textBox4d" refType="ctrY" refFor="ch" refForName="bullet4d"/>
                    <dgm:constr type="w" for="ch" forName="textBox4d" refType="w" fact="0.21"/>
                    <dgm:constr type="h" for="ch" forName="textBox4d" refType="h" fact="0.717"/>
                    <dgm:constr type="userD" refType="h" refFor="ch" refForName="bullet4d" fact="0.53"/>
                    <dgm:constr type="lMarg" for="ch" forName="textBox4d" refType="userD" fact="2.834"/>
                    <dgm:constr type="primFontSz" for="ch" ptType="node" op="equ" val="65"/>
                  </dgm:constrLst>
                </dgm:if>
                <dgm:else name="Name82">
                  <dgm:constrLst>
                    <dgm:constr type="ctrX" for="ch" forName="bullet4a" refType="w" fact="0.11"/>
                    <dgm:constr type="ctrY" for="ch" forName="bullet4a" refType="h" fact="0.762"/>
                    <dgm:constr type="w" for="ch" forName="bullet4a" refType="w" fact="0.023"/>
                    <dgm:constr type="h" for="ch" forName="bullet4a" refType="w" refFor="ch" refForName="bullet4a"/>
                    <dgm:constr type="r" for="ch" forName="textBox4a" refType="ctrX" refFor="ch" refForName="bullet4a"/>
                    <dgm:constr type="b" for="ch" forName="textBox4a" refType="ctrY" refFor="ch" refForName="bullet4a"/>
                    <dgm:constr type="w" for="ch" forName="textBox4a" refType="w" fact="0.11"/>
                    <dgm:constr type="h" for="ch" forName="textBox4a" refType="h" fact="0.762"/>
                    <dgm:constr type="userA" refType="h" refFor="ch" refForName="bullet4a" fact="0.53"/>
                    <dgm:constr type="r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r" for="ch" forName="textBox4b" refType="ctrX" refFor="ch" refForName="bullet4b"/>
                    <dgm:constr type="b" for="ch" forName="textBox4b" refType="ctrY" refFor="ch" refForName="bullet4b"/>
                    <dgm:constr type="w" for="ch" forName="textBox4b" refType="w" fact="0.171"/>
                    <dgm:constr type="h" for="ch" forName="textBox4b" refType="h" fact="0.543"/>
                    <dgm:constr type="userB" refType="h" refFor="ch" refForName="bullet4b" fact="0.53"/>
                    <dgm:constr type="r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r" for="ch" forName="textBox4c" refType="ctrX" refFor="ch" refForName="bullet4c"/>
                    <dgm:constr type="b" for="ch" forName="textBox4c" refType="ctrY" refFor="ch" refForName="bullet4c"/>
                    <dgm:constr type="w" for="ch" forName="textBox4c" refType="w" fact="0.21"/>
                    <dgm:constr type="h" for="ch" forName="textBox4c" refType="h" fact="0.382"/>
                    <dgm:constr type="userC" refType="h" refFor="ch" refForName="bullet4c" fact="0.53"/>
                    <dgm:constr type="r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r" for="ch" forName="textBox4d" refType="ctrX" refFor="ch" refForName="bullet4d"/>
                    <dgm:constr type="b" for="ch" forName="textBox4d" refType="ctrY" refFor="ch" refForName="bullet4d"/>
                    <dgm:constr type="w" for="ch" forName="textBox4d" refType="w" fact="0.21"/>
                    <dgm:constr type="h" for="ch" forName="textBox4d" refType="h" fact="0.283"/>
                    <dgm:constr type="userD" refType="h" refFor="ch" refForName="bullet4d" fact="0.53"/>
                    <dgm:constr type="rMarg" for="ch" forName="textBox4d" refType="userD" fact="2.834"/>
                    <dgm:constr type="primFontSz" for="ch" ptType="node" op="equ" val="65"/>
                  </dgm:constrLst>
                </dgm:else>
              </dgm:choose>
              <dgm:ruleLst/>
              <dgm:forEach name="Name83" axis="ch" ptType="node" cnt="1">
                <dgm:layoutNode name="bullet4a" styleLbl="node1">
                  <dgm:alg type="sp"/>
                  <dgm:shape xmlns:r="http://schemas.openxmlformats.org/officeDocument/2006/relationships" type="ellipse" r:blip="">
                    <dgm:adjLst/>
                  </dgm:shape>
                  <dgm:presOf/>
                  <dgm:constrLst/>
                  <dgm:ruleLst/>
                </dgm:layoutNode>
                <dgm:layoutNode name="textBox4a" styleLbl="revTx">
                  <dgm:varLst>
                    <dgm:bulletEnabled val="1"/>
                  </dgm:varLst>
                  <dgm:choose name="Name84">
                    <dgm:if name="Name85" func="var" arg="dir" op="equ" val="norm">
                      <dgm:choose name="Name86">
                        <dgm:if name="Name87" axis="root des" ptType="all node" func="maxDepth" op="gt" val="1">
                          <dgm:alg type="tx">
                            <dgm:param type="txAnchorVert" val="t"/>
                            <dgm:param type="parTxLTRAlign" val="l"/>
                            <dgm:param type="parTxRTLAlign" val="r"/>
                          </dgm:alg>
                        </dgm:if>
                        <dgm:else name="Name88">
                          <dgm:alg type="tx">
                            <dgm:param type="txAnchorVert" val="t"/>
                            <dgm:param type="parTxLTRAlign" val="l"/>
                            <dgm:param type="parTxRTLAlign" val="l"/>
                          </dgm:alg>
                        </dgm:else>
                      </dgm:choose>
                    </dgm:if>
                    <dgm:else name="Name89">
                      <dgm:choose name="Name90">
                        <dgm:if name="Name91" axis="root des" ptType="all node" func="maxDepth" op="gt" val="1">
                          <dgm:alg type="tx">
                            <dgm:param type="txAnchorVert" val="b"/>
                            <dgm:param type="txAnchorVertCh" val="b"/>
                            <dgm:param type="parTxLTRAlign" val="l"/>
                            <dgm:param type="parTxRTLAlign" val="r"/>
                          </dgm:alg>
                        </dgm:if>
                        <dgm:else name="Name9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rMarg"/>
                        <dgm:constr type="tMarg"/>
                        <dgm:constr type="bMarg"/>
                      </dgm:constrLst>
                    </dgm:if>
                    <dgm:else name="Name95">
                      <dgm:constrLst>
                        <dgm:constr type="lMarg"/>
                        <dgm:constr type="tMarg"/>
                        <dgm:constr type="bMarg"/>
                      </dgm:constrLst>
                    </dgm:else>
                  </dgm:choose>
                  <dgm:ruleLst>
                    <dgm:rule type="primFontSz" val="5" fact="NaN" max="NaN"/>
                  </dgm:ruleLst>
                </dgm:layoutNode>
              </dgm:forEach>
              <dgm:forEach name="Name96" axis="ch" ptType="node" st="2" cnt="1">
                <dgm:layoutNode name="bullet4b" styleLbl="node1">
                  <dgm:alg type="sp"/>
                  <dgm:shape xmlns:r="http://schemas.openxmlformats.org/officeDocument/2006/relationships" type="ellipse" r:blip="">
                    <dgm:adjLst/>
                  </dgm:shape>
                  <dgm:presOf/>
                  <dgm:constrLst/>
                  <dgm:ruleLst/>
                </dgm:layoutNode>
                <dgm:layoutNode name="textBox4b" styleLbl="revTx">
                  <dgm:varLst>
                    <dgm:bulletEnabled val="1"/>
                  </dgm:varLst>
                  <dgm:choose name="Name97">
                    <dgm:if name="Name98" func="var" arg="dir" op="equ" val="norm">
                      <dgm:choose name="Name99">
                        <dgm:if name="Name100" axis="root des" ptType="all node" func="maxDepth" op="gt" val="1">
                          <dgm:alg type="tx">
                            <dgm:param type="txAnchorVert" val="t"/>
                            <dgm:param type="parTxLTRAlign" val="l"/>
                            <dgm:param type="parTxRTLAlign" val="r"/>
                          </dgm:alg>
                        </dgm:if>
                        <dgm:else name="Name101">
                          <dgm:alg type="tx">
                            <dgm:param type="txAnchorVert" val="t"/>
                            <dgm:param type="parTxLTRAlign" val="l"/>
                            <dgm:param type="parTxRTLAlign" val="l"/>
                          </dgm:alg>
                        </dgm:else>
                      </dgm:choose>
                    </dgm:if>
                    <dgm:else name="Name102">
                      <dgm:choose name="Name103">
                        <dgm:if name="Name104" axis="root des" ptType="all node" func="maxDepth" op="gt" val="1">
                          <dgm:alg type="tx">
                            <dgm:param type="txAnchorVert" val="b"/>
                            <dgm:param type="txAnchorVertCh" val="b"/>
                            <dgm:param type="parTxLTRAlign" val="l"/>
                            <dgm:param type="parTxRTLAlign" val="r"/>
                          </dgm:alg>
                        </dgm:if>
                        <dgm:else name="Name10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06">
                    <dgm:if name="Name107" func="var" arg="dir" op="equ" val="norm">
                      <dgm:constrLst>
                        <dgm:constr type="rMarg"/>
                        <dgm:constr type="tMarg"/>
                        <dgm:constr type="bMarg"/>
                      </dgm:constrLst>
                    </dgm:if>
                    <dgm:else name="Name108">
                      <dgm:constrLst>
                        <dgm:constr type="lMarg"/>
                        <dgm:constr type="tMarg"/>
                        <dgm:constr type="bMarg"/>
                      </dgm:constrLst>
                    </dgm:else>
                  </dgm:choose>
                  <dgm:ruleLst>
                    <dgm:rule type="primFontSz" val="5" fact="NaN" max="NaN"/>
                  </dgm:ruleLst>
                </dgm:layoutNode>
              </dgm:forEach>
              <dgm:forEach name="Name109" axis="ch" ptType="node" st="3" cnt="1">
                <dgm:layoutNode name="bullet4c" styleLbl="node1">
                  <dgm:alg type="sp"/>
                  <dgm:shape xmlns:r="http://schemas.openxmlformats.org/officeDocument/2006/relationships" type="ellipse" r:blip="">
                    <dgm:adjLst/>
                  </dgm:shape>
                  <dgm:presOf/>
                  <dgm:constrLst/>
                  <dgm:ruleLst/>
                </dgm:layoutNode>
                <dgm:layoutNode name="textBox4c" styleLbl="revTx">
                  <dgm:varLst>
                    <dgm:bulletEnabled val="1"/>
                  </dgm:varLst>
                  <dgm:choose name="Name110">
                    <dgm:if name="Name111" func="var" arg="dir" op="equ" val="norm">
                      <dgm:choose name="Name112">
                        <dgm:if name="Name113" axis="root des" ptType="all node" func="maxDepth" op="gt" val="1">
                          <dgm:alg type="tx">
                            <dgm:param type="txAnchorVert" val="t"/>
                            <dgm:param type="parTxLTRAlign" val="l"/>
                            <dgm:param type="parTxRTLAlign" val="r"/>
                          </dgm:alg>
                        </dgm:if>
                        <dgm:else name="Name114">
                          <dgm:alg type="tx">
                            <dgm:param type="txAnchorVert" val="t"/>
                            <dgm:param type="parTxLTRAlign" val="l"/>
                            <dgm:param type="parTxRTLAlign" val="l"/>
                          </dgm:alg>
                        </dgm:else>
                      </dgm:choose>
                    </dgm:if>
                    <dgm:else name="Name115">
                      <dgm:choose name="Name116">
                        <dgm:if name="Name117" axis="root des" ptType="all node" func="maxDepth" op="gt" val="1">
                          <dgm:alg type="tx">
                            <dgm:param type="txAnchorVert" val="b"/>
                            <dgm:param type="txAnchorVertCh" val="b"/>
                            <dgm:param type="parTxLTRAlign" val="l"/>
                            <dgm:param type="parTxRTLAlign" val="r"/>
                          </dgm:alg>
                        </dgm:if>
                        <dgm:else name="Name11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19">
                    <dgm:if name="Name120" func="var" arg="dir" op="equ" val="norm">
                      <dgm:constrLst>
                        <dgm:constr type="rMarg"/>
                        <dgm:constr type="tMarg"/>
                        <dgm:constr type="bMarg"/>
                      </dgm:constrLst>
                    </dgm:if>
                    <dgm:else name="Name121">
                      <dgm:constrLst>
                        <dgm:constr type="lMarg"/>
                        <dgm:constr type="tMarg"/>
                        <dgm:constr type="bMarg"/>
                      </dgm:constrLst>
                    </dgm:else>
                  </dgm:choose>
                  <dgm:ruleLst>
                    <dgm:rule type="primFontSz" val="5" fact="NaN" max="NaN"/>
                  </dgm:ruleLst>
                </dgm:layoutNode>
              </dgm:forEach>
              <dgm:forEach name="Name122" axis="ch" ptType="node" st="4" cnt="1">
                <dgm:layoutNode name="bullet4d" styleLbl="node1">
                  <dgm:alg type="sp"/>
                  <dgm:shape xmlns:r="http://schemas.openxmlformats.org/officeDocument/2006/relationships" type="ellipse" r:blip="">
                    <dgm:adjLst/>
                  </dgm:shape>
                  <dgm:presOf/>
                  <dgm:constrLst/>
                  <dgm:ruleLst/>
                </dgm:layoutNode>
                <dgm:layoutNode name="textBox4d" styleLbl="revTx">
                  <dgm:varLst>
                    <dgm:bulletEnabled val="1"/>
                  </dgm:varLst>
                  <dgm:choose name="Name123">
                    <dgm:if name="Name124" func="var" arg="dir" op="equ" val="norm">
                      <dgm:choose name="Name125">
                        <dgm:if name="Name126" axis="root des" ptType="all node" func="maxDepth" op="gt" val="1">
                          <dgm:alg type="tx">
                            <dgm:param type="txAnchorVert" val="t"/>
                            <dgm:param type="parTxLTRAlign" val="l"/>
                            <dgm:param type="parTxRTLAlign" val="r"/>
                          </dgm:alg>
                        </dgm:if>
                        <dgm:else name="Name127">
                          <dgm:alg type="tx">
                            <dgm:param type="txAnchorVert" val="t"/>
                            <dgm:param type="parTxLTRAlign" val="l"/>
                            <dgm:param type="parTxRTLAlign" val="l"/>
                          </dgm:alg>
                        </dgm:else>
                      </dgm:choose>
                    </dgm:if>
                    <dgm:else name="Name128">
                      <dgm:choose name="Name129">
                        <dgm:if name="Name130" axis="root des" ptType="all node" func="maxDepth" op="gt" val="1">
                          <dgm:alg type="tx">
                            <dgm:param type="txAnchorVert" val="b"/>
                            <dgm:param type="txAnchorVertCh" val="b"/>
                            <dgm:param type="parTxLTRAlign" val="l"/>
                            <dgm:param type="parTxRTLAlign" val="r"/>
                          </dgm:alg>
                        </dgm:if>
                        <dgm:else name="Name13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32">
                    <dgm:if name="Name133" func="var" arg="dir" op="equ" val="norm">
                      <dgm:constrLst>
                        <dgm:constr type="rMarg"/>
                        <dgm:constr type="tMarg"/>
                        <dgm:constr type="bMarg"/>
                      </dgm:constrLst>
                    </dgm:if>
                    <dgm:else name="Name134">
                      <dgm:constrLst>
                        <dgm:constr type="lMarg"/>
                        <dgm:constr type="tMarg"/>
                        <dgm:constr type="bMarg"/>
                      </dgm:constrLst>
                    </dgm:else>
                  </dgm:choose>
                  <dgm:ruleLst>
                    <dgm:rule type="primFontSz" val="5" fact="NaN" max="NaN"/>
                  </dgm:ruleLst>
                </dgm:layoutNode>
              </dgm:forEach>
            </dgm:layoutNode>
          </dgm:if>
          <dgm:else name="Name135">
            <dgm:layoutNode name="arrowDiagram5">
              <dgm:alg type="composite">
                <dgm:param type="vertAlign" val="none"/>
                <dgm:param type="horzAlign" val="none"/>
              </dgm:alg>
              <dgm:shape xmlns:r="http://schemas.openxmlformats.org/officeDocument/2006/relationships" r:blip="">
                <dgm:adjLst/>
              </dgm:shape>
              <dgm:presOf/>
              <dgm:choose name="Name136">
                <dgm:if name="Name137" func="var" arg="dir" op="equ" val="norm">
                  <dgm:constrLst>
                    <dgm:constr type="ctrX" for="ch" forName="bullet5a" refType="w" fact="0.11"/>
                    <dgm:constr type="ctrY" for="ch" forName="bullet5a" refType="h" fact="0.762"/>
                    <dgm:constr type="w" for="ch" forName="bullet5a" refType="w" fact="0.023"/>
                    <dgm:constr type="h" for="ch" forName="bullet5a" refType="w" refFor="ch" refForName="bullet5a"/>
                    <dgm:constr type="l" for="ch" forName="textBox5a" refType="ctrX" refFor="ch" refForName="bullet5a"/>
                    <dgm:constr type="t" for="ch" forName="textBox5a" refType="ctrY" refFor="ch" refForName="bullet5a"/>
                    <dgm:constr type="w" for="ch" forName="textBox5a" refType="w" fact="0.131"/>
                    <dgm:constr type="h" for="ch" forName="textBox5a" refType="h" fact="0.238"/>
                    <dgm:constr type="userA" refType="h" refFor="ch" refForName="bullet5a" fact="0.53"/>
                    <dgm:constr type="l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l" for="ch" forName="textBox5b" refType="ctrX" refFor="ch" refForName="bullet5b"/>
                    <dgm:constr type="t" for="ch" forName="textBox5b" refType="ctrY" refFor="ch" refForName="bullet5b"/>
                    <dgm:constr type="w" for="ch" forName="textBox5b" refType="w" fact="0.166"/>
                    <dgm:constr type="h" for="ch" forName="textBox5b" refType="h" fact="0.419"/>
                    <dgm:constr type="userB" refType="h" refFor="ch" refForName="bullet5b" fact="0.53"/>
                    <dgm:constr type="l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l" for="ch" forName="textBox5c" refType="ctrX" refFor="ch" refForName="bullet5c"/>
                    <dgm:constr type="t" for="ch" forName="textBox5c" refType="ctrY" refFor="ch" refForName="bullet5c"/>
                    <dgm:constr type="w" for="ch" forName="textBox5c" refType="w" fact="0.193"/>
                    <dgm:constr type="h" for="ch" forName="textBox5c" refType="h" fact="0.562"/>
                    <dgm:constr type="userC" refType="h" refFor="ch" refForName="bullet5c" fact="0.53"/>
                    <dgm:constr type="l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l" for="ch" forName="textBox5d" refType="ctrX" refFor="ch" refForName="bullet5d"/>
                    <dgm:constr type="t" for="ch" forName="textBox5d" refType="ctrY" refFor="ch" refForName="bullet5d"/>
                    <dgm:constr type="w" for="ch" forName="textBox5d" refType="w" fact="0.2"/>
                    <dgm:constr type="h" for="ch" forName="textBox5d" refType="h" fact="0.67"/>
                    <dgm:constr type="userD" refType="h" refFor="ch" refForName="bullet5d" fact="0.53"/>
                    <dgm:constr type="l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l" for="ch" forName="textBox5e" refType="ctrX" refFor="ch" refForName="bullet5e"/>
                    <dgm:constr type="t" for="ch" forName="textBox5e" refType="ctrY" refFor="ch" refForName="bullet5e"/>
                    <dgm:constr type="w" for="ch" forName="textBox5e" refType="w" fact="0.2"/>
                    <dgm:constr type="h" for="ch" forName="textBox5e" refType="h" fact="0.736"/>
                    <dgm:constr type="userE" refType="h" refFor="ch" refForName="bullet5e" fact="0.53"/>
                    <dgm:constr type="lMarg" for="ch" forName="textBox5e" refType="userE" fact="2.834"/>
                    <dgm:constr type="primFontSz" for="ch" ptType="node" op="equ" val="65"/>
                  </dgm:constrLst>
                </dgm:if>
                <dgm:else name="Name138">
                  <dgm:constrLst>
                    <dgm:constr type="ctrX" for="ch" forName="bullet5a" refType="w" fact="0.11"/>
                    <dgm:constr type="ctrY" for="ch" forName="bullet5a" refType="h" fact="0.762"/>
                    <dgm:constr type="w" for="ch" forName="bullet5a" refType="w" fact="0.023"/>
                    <dgm:constr type="h" for="ch" forName="bullet5a" refType="w" refFor="ch" refForName="bullet5a"/>
                    <dgm:constr type="r" for="ch" forName="textBox5a" refType="ctrX" refFor="ch" refForName="bullet5a"/>
                    <dgm:constr type="b" for="ch" forName="textBox5a" refType="ctrY" refFor="ch" refForName="bullet5a"/>
                    <dgm:constr type="w" for="ch" forName="textBox5a" refType="w" fact="0.11"/>
                    <dgm:constr type="h" for="ch" forName="textBox5a" refType="h" fact="0.762"/>
                    <dgm:constr type="userA" refType="h" refFor="ch" refForName="bullet5a" fact="0.53"/>
                    <dgm:constr type="r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r" for="ch" forName="textBox5b" refType="ctrX" refFor="ch" refForName="bullet5b"/>
                    <dgm:constr type="b" for="ch" forName="textBox5b" refType="ctrY" refFor="ch" refForName="bullet5b"/>
                    <dgm:constr type="w" for="ch" forName="textBox5b" refType="w" fact="0.131"/>
                    <dgm:constr type="h" for="ch" forName="textBox5b" refType="h" fact="0.581"/>
                    <dgm:constr type="userB" refType="h" refFor="ch" refForName="bullet5b" fact="0.53"/>
                    <dgm:constr type="r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r" for="ch" forName="textBox5c" refType="ctrX" refFor="ch" refForName="bullet5c"/>
                    <dgm:constr type="b" for="ch" forName="textBox5c" refType="ctrY" refFor="ch" refForName="bullet5c"/>
                    <dgm:constr type="w" for="ch" forName="textBox5c" refType="w" fact="0.166"/>
                    <dgm:constr type="h" for="ch" forName="textBox5c" refType="h" fact="0.438"/>
                    <dgm:constr type="userC" refType="h" refFor="ch" refForName="bullet5c" fact="0.53"/>
                    <dgm:constr type="r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r" for="ch" forName="textBox5d" refType="ctrX" refFor="ch" refForName="bullet5d"/>
                    <dgm:constr type="b" for="ch" forName="textBox5d" refType="ctrY" refFor="ch" refForName="bullet5d"/>
                    <dgm:constr type="w" for="ch" forName="textBox5d" refType="w" fact="0.193"/>
                    <dgm:constr type="h" for="ch" forName="textBox5d" refType="h" fact="0.33"/>
                    <dgm:constr type="userD" refType="h" refFor="ch" refForName="bullet5d" fact="0.53"/>
                    <dgm:constr type="r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r" for="ch" forName="textBox5e" refType="ctrX" refFor="ch" refForName="bullet5e"/>
                    <dgm:constr type="b" for="ch" forName="textBox5e" refType="ctrY" refFor="ch" refForName="bullet5e"/>
                    <dgm:constr type="w" for="ch" forName="textBox5e" refType="w" fact="0.2"/>
                    <dgm:constr type="h" for="ch" forName="textBox5e" refType="h" fact="0.264"/>
                    <dgm:constr type="userE" refType="h" refFor="ch" refForName="bullet5e" fact="0.53"/>
                    <dgm:constr type="rMarg" for="ch" forName="textBox5e" refType="userE" fact="2.834"/>
                    <dgm:constr type="primFontSz" for="ch" ptType="node" op="equ" val="65"/>
                  </dgm:constrLst>
                </dgm:else>
              </dgm:choose>
              <dgm:ruleLst/>
              <dgm:forEach name="Name139" axis="ch" ptType="node" cnt="1">
                <dgm:layoutNode name="bullet5a" styleLbl="node1">
                  <dgm:alg type="sp"/>
                  <dgm:shape xmlns:r="http://schemas.openxmlformats.org/officeDocument/2006/relationships" type="ellipse" r:blip="">
                    <dgm:adjLst/>
                  </dgm:shape>
                  <dgm:presOf/>
                  <dgm:constrLst/>
                  <dgm:ruleLst/>
                </dgm:layoutNode>
                <dgm:layoutNode name="textBox5a" styleLbl="revTx">
                  <dgm:varLst>
                    <dgm:bulletEnabled val="1"/>
                  </dgm:varLst>
                  <dgm:choose name="Name140">
                    <dgm:if name="Name141" func="var" arg="dir" op="equ" val="norm">
                      <dgm:choose name="Name142">
                        <dgm:if name="Name143" axis="root des" ptType="all node" func="maxDepth" op="gt" val="1">
                          <dgm:alg type="tx">
                            <dgm:param type="txAnchorVert" val="t"/>
                            <dgm:param type="parTxLTRAlign" val="l"/>
                            <dgm:param type="parTxRTLAlign" val="r"/>
                          </dgm:alg>
                        </dgm:if>
                        <dgm:else name="Name144">
                          <dgm:alg type="tx">
                            <dgm:param type="txAnchorVert" val="t"/>
                            <dgm:param type="parTxLTRAlign" val="l"/>
                            <dgm:param type="parTxRTLAlign" val="l"/>
                          </dgm:alg>
                        </dgm:else>
                      </dgm:choose>
                    </dgm:if>
                    <dgm:else name="Name145">
                      <dgm:choose name="Name146">
                        <dgm:if name="Name147" axis="root des" ptType="all node" func="maxDepth" op="gt" val="1">
                          <dgm:alg type="tx">
                            <dgm:param type="txAnchorVert" val="b"/>
                            <dgm:param type="txAnchorVertCh" val="b"/>
                            <dgm:param type="parTxLTRAlign" val="l"/>
                            <dgm:param type="parTxRTLAlign" val="r"/>
                          </dgm:alg>
                        </dgm:if>
                        <dgm:else name="Name14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49">
                    <dgm:if name="Name150" func="var" arg="dir" op="equ" val="norm">
                      <dgm:constrLst>
                        <dgm:constr type="rMarg"/>
                        <dgm:constr type="tMarg"/>
                        <dgm:constr type="bMarg"/>
                      </dgm:constrLst>
                    </dgm:if>
                    <dgm:else name="Name151">
                      <dgm:constrLst>
                        <dgm:constr type="lMarg"/>
                        <dgm:constr type="tMarg"/>
                        <dgm:constr type="bMarg"/>
                      </dgm:constrLst>
                    </dgm:else>
                  </dgm:choose>
                  <dgm:ruleLst>
                    <dgm:rule type="primFontSz" val="5" fact="NaN" max="NaN"/>
                  </dgm:ruleLst>
                </dgm:layoutNode>
              </dgm:forEach>
              <dgm:forEach name="Name152" axis="ch" ptType="node" st="2" cnt="1">
                <dgm:layoutNode name="bullet5b" styleLbl="node1">
                  <dgm:alg type="sp"/>
                  <dgm:shape xmlns:r="http://schemas.openxmlformats.org/officeDocument/2006/relationships" type="ellipse" r:blip="">
                    <dgm:adjLst/>
                  </dgm:shape>
                  <dgm:presOf/>
                  <dgm:constrLst/>
                  <dgm:ruleLst/>
                </dgm:layoutNode>
                <dgm:layoutNode name="textBox5b" styleLbl="revTx">
                  <dgm:varLst>
                    <dgm:bulletEnabled val="1"/>
                  </dgm:varLst>
                  <dgm:choose name="Name153">
                    <dgm:if name="Name154" func="var" arg="dir" op="equ" val="norm">
                      <dgm:choose name="Name155">
                        <dgm:if name="Name156" axis="root des" ptType="all node" func="maxDepth" op="gt" val="1">
                          <dgm:alg type="tx">
                            <dgm:param type="txAnchorVert" val="t"/>
                            <dgm:param type="parTxLTRAlign" val="l"/>
                            <dgm:param type="parTxRTLAlign" val="r"/>
                          </dgm:alg>
                        </dgm:if>
                        <dgm:else name="Name157">
                          <dgm:alg type="tx">
                            <dgm:param type="txAnchorVert" val="t"/>
                            <dgm:param type="parTxLTRAlign" val="l"/>
                            <dgm:param type="parTxRTLAlign" val="l"/>
                          </dgm:alg>
                        </dgm:else>
                      </dgm:choose>
                    </dgm:if>
                    <dgm:else name="Name158">
                      <dgm:choose name="Name159">
                        <dgm:if name="Name160" axis="root des" ptType="all node" func="maxDepth" op="gt" val="1">
                          <dgm:alg type="tx">
                            <dgm:param type="txAnchorVert" val="b"/>
                            <dgm:param type="txAnchorVertCh" val="b"/>
                            <dgm:param type="parTxLTRAlign" val="l"/>
                            <dgm:param type="parTxRTLAlign" val="r"/>
                          </dgm:alg>
                        </dgm:if>
                        <dgm:else name="Name16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62">
                    <dgm:if name="Name163" func="var" arg="dir" op="equ" val="norm">
                      <dgm:constrLst>
                        <dgm:constr type="rMarg"/>
                        <dgm:constr type="tMarg"/>
                        <dgm:constr type="bMarg"/>
                      </dgm:constrLst>
                    </dgm:if>
                    <dgm:else name="Name164">
                      <dgm:constrLst>
                        <dgm:constr type="lMarg"/>
                        <dgm:constr type="tMarg"/>
                        <dgm:constr type="bMarg"/>
                      </dgm:constrLst>
                    </dgm:else>
                  </dgm:choose>
                  <dgm:ruleLst>
                    <dgm:rule type="primFontSz" val="5" fact="NaN" max="NaN"/>
                  </dgm:ruleLst>
                </dgm:layoutNode>
              </dgm:forEach>
              <dgm:forEach name="Name165" axis="ch" ptType="node" st="3" cnt="1">
                <dgm:layoutNode name="bullet5c" styleLbl="node1">
                  <dgm:alg type="sp"/>
                  <dgm:shape xmlns:r="http://schemas.openxmlformats.org/officeDocument/2006/relationships" type="ellipse" r:blip="">
                    <dgm:adjLst/>
                  </dgm:shape>
                  <dgm:presOf/>
                  <dgm:constrLst/>
                  <dgm:ruleLst/>
                </dgm:layoutNode>
                <dgm:layoutNode name="textBox5c" styleLbl="revTx">
                  <dgm:varLst>
                    <dgm:bulletEnabled val="1"/>
                  </dgm:varLst>
                  <dgm:choose name="Name166">
                    <dgm:if name="Name167" func="var" arg="dir" op="equ" val="norm">
                      <dgm:choose name="Name168">
                        <dgm:if name="Name169" axis="root des" ptType="all node" func="maxDepth" op="gt" val="1">
                          <dgm:alg type="tx">
                            <dgm:param type="txAnchorVert" val="t"/>
                            <dgm:param type="parTxLTRAlign" val="l"/>
                            <dgm:param type="parTxRTLAlign" val="r"/>
                          </dgm:alg>
                        </dgm:if>
                        <dgm:else name="Name170">
                          <dgm:alg type="tx">
                            <dgm:param type="txAnchorVert" val="t"/>
                            <dgm:param type="parTxLTRAlign" val="l"/>
                            <dgm:param type="parTxRTLAlign" val="l"/>
                          </dgm:alg>
                        </dgm:else>
                      </dgm:choose>
                    </dgm:if>
                    <dgm:else name="Name171">
                      <dgm:choose name="Name172">
                        <dgm:if name="Name173" axis="root des" ptType="all node" func="maxDepth" op="gt" val="1">
                          <dgm:alg type="tx">
                            <dgm:param type="txAnchorVert" val="b"/>
                            <dgm:param type="txAnchorVertCh" val="b"/>
                            <dgm:param type="parTxLTRAlign" val="l"/>
                            <dgm:param type="parTxRTLAlign" val="r"/>
                          </dgm:alg>
                        </dgm:if>
                        <dgm:else name="Name174">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75">
                    <dgm:if name="Name176" func="var" arg="dir" op="equ" val="norm">
                      <dgm:constrLst>
                        <dgm:constr type="rMarg"/>
                        <dgm:constr type="tMarg"/>
                        <dgm:constr type="bMarg"/>
                      </dgm:constrLst>
                    </dgm:if>
                    <dgm:else name="Name177">
                      <dgm:constrLst>
                        <dgm:constr type="lMarg"/>
                        <dgm:constr type="tMarg"/>
                        <dgm:constr type="bMarg"/>
                      </dgm:constrLst>
                    </dgm:else>
                  </dgm:choose>
                  <dgm:ruleLst>
                    <dgm:rule type="primFontSz" val="5" fact="NaN" max="NaN"/>
                  </dgm:ruleLst>
                </dgm:layoutNode>
              </dgm:forEach>
              <dgm:forEach name="Name178" axis="ch" ptType="node" st="4" cnt="1">
                <dgm:layoutNode name="bullet5d" styleLbl="node1">
                  <dgm:alg type="sp"/>
                  <dgm:shape xmlns:r="http://schemas.openxmlformats.org/officeDocument/2006/relationships" type="ellipse" r:blip="">
                    <dgm:adjLst/>
                  </dgm:shape>
                  <dgm:presOf/>
                  <dgm:constrLst/>
                  <dgm:ruleLst/>
                </dgm:layoutNode>
                <dgm:layoutNode name="textBox5d" styleLbl="revTx">
                  <dgm:varLst>
                    <dgm:bulletEnabled val="1"/>
                  </dgm:varLst>
                  <dgm:choose name="Name179">
                    <dgm:if name="Name180" func="var" arg="dir" op="equ" val="norm">
                      <dgm:choose name="Name181">
                        <dgm:if name="Name182" axis="root des" ptType="all node" func="maxDepth" op="gt" val="1">
                          <dgm:alg type="tx">
                            <dgm:param type="txAnchorVert" val="t"/>
                            <dgm:param type="parTxLTRAlign" val="l"/>
                            <dgm:param type="parTxRTLAlign" val="r"/>
                          </dgm:alg>
                        </dgm:if>
                        <dgm:else name="Name183">
                          <dgm:alg type="tx">
                            <dgm:param type="txAnchorVert" val="t"/>
                            <dgm:param type="parTxLTRAlign" val="l"/>
                            <dgm:param type="parTxRTLAlign" val="l"/>
                          </dgm:alg>
                        </dgm:else>
                      </dgm:choose>
                    </dgm:if>
                    <dgm:else name="Name184">
                      <dgm:choose name="Name185">
                        <dgm:if name="Name186" axis="root des" ptType="all node" func="maxDepth" op="gt" val="1">
                          <dgm:alg type="tx">
                            <dgm:param type="txAnchorVert" val="b"/>
                            <dgm:param type="txAnchorVertCh" val="b"/>
                            <dgm:param type="parTxLTRAlign" val="l"/>
                            <dgm:param type="parTxRTLAlign" val="r"/>
                          </dgm:alg>
                        </dgm:if>
                        <dgm:else name="Name187">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88">
                    <dgm:if name="Name189" func="var" arg="dir" op="equ" val="norm">
                      <dgm:constrLst>
                        <dgm:constr type="rMarg"/>
                        <dgm:constr type="tMarg"/>
                        <dgm:constr type="bMarg"/>
                      </dgm:constrLst>
                    </dgm:if>
                    <dgm:else name="Name190">
                      <dgm:constrLst>
                        <dgm:constr type="lMarg"/>
                        <dgm:constr type="tMarg"/>
                        <dgm:constr type="bMarg"/>
                      </dgm:constrLst>
                    </dgm:else>
                  </dgm:choose>
                  <dgm:ruleLst>
                    <dgm:rule type="primFontSz" val="5" fact="NaN" max="NaN"/>
                  </dgm:ruleLst>
                </dgm:layoutNode>
              </dgm:forEach>
              <dgm:forEach name="Name191" axis="ch" ptType="node" st="5" cnt="1">
                <dgm:layoutNode name="bullet5e" styleLbl="node1">
                  <dgm:alg type="sp"/>
                  <dgm:shape xmlns:r="http://schemas.openxmlformats.org/officeDocument/2006/relationships" type="ellipse" r:blip="">
                    <dgm:adjLst/>
                  </dgm:shape>
                  <dgm:presOf/>
                  <dgm:constrLst/>
                  <dgm:ruleLst/>
                </dgm:layoutNode>
                <dgm:layoutNode name="textBox5e" styleLbl="revTx">
                  <dgm:varLst>
                    <dgm:bulletEnabled val="1"/>
                  </dgm:varLst>
                  <dgm:choose name="Name192">
                    <dgm:if name="Name193" func="var" arg="dir" op="equ" val="norm">
                      <dgm:choose name="Name194">
                        <dgm:if name="Name195" axis="root des" ptType="all node" func="maxDepth" op="gt" val="1">
                          <dgm:alg type="tx">
                            <dgm:param type="txAnchorVert" val="t"/>
                            <dgm:param type="parTxLTRAlign" val="l"/>
                            <dgm:param type="parTxRTLAlign" val="r"/>
                          </dgm:alg>
                        </dgm:if>
                        <dgm:else name="Name196">
                          <dgm:alg type="tx">
                            <dgm:param type="txAnchorVert" val="t"/>
                            <dgm:param type="parTxLTRAlign" val="l"/>
                            <dgm:param type="parTxRTLAlign" val="l"/>
                          </dgm:alg>
                        </dgm:else>
                      </dgm:choose>
                    </dgm:if>
                    <dgm:else name="Name197">
                      <dgm:choose name="Name198">
                        <dgm:if name="Name199" axis="root des" ptType="all node" func="maxDepth" op="gt" val="1">
                          <dgm:alg type="tx">
                            <dgm:param type="txAnchorVert" val="b"/>
                            <dgm:param type="txAnchorVertCh" val="b"/>
                            <dgm:param type="parTxLTRAlign" val="l"/>
                            <dgm:param type="parTxRTLAlign" val="r"/>
                          </dgm:alg>
                        </dgm:if>
                        <dgm:else name="Name200">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1">
                    <dgm:if name="Name202" func="var" arg="dir" op="equ" val="norm">
                      <dgm:constrLst>
                        <dgm:constr type="rMarg"/>
                        <dgm:constr type="tMarg"/>
                        <dgm:constr type="bMarg"/>
                      </dgm:constrLst>
                    </dgm:if>
                    <dgm:else name="Name203">
                      <dgm:constrLst>
                        <dgm:constr type="lMarg"/>
                        <dgm:constr type="tMarg"/>
                        <dgm:constr type="bMarg"/>
                      </dgm:constrLst>
                    </dgm:else>
                  </dgm:choose>
                  <dgm:ruleLst>
                    <dgm:rule type="primFontSz" val="5" fact="NaN" max="NaN"/>
                  </dgm:ruleLst>
                </dgm:layoutNode>
              </dgm:forEach>
            </dgm:layoutNode>
          </dgm:else>
        </dgm:choose>
      </dgm:if>
      <dgm:else name="Name204"/>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15.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3"/>
            <a:ext cx="3076363" cy="511731"/>
          </a:xfrm>
          <a:prstGeom prst="rect">
            <a:avLst/>
          </a:prstGeom>
        </p:spPr>
        <p:txBody>
          <a:bodyPr vert="horz" lIns="96646" tIns="48323" rIns="96646" bIns="48323" rtlCol="0"/>
          <a:lstStyle>
            <a:lvl1pPr algn="l">
              <a:defRPr sz="1200"/>
            </a:lvl1pPr>
          </a:lstStyle>
          <a:p>
            <a:endParaRPr lang="en-US" dirty="0"/>
          </a:p>
        </p:txBody>
      </p:sp>
      <p:sp>
        <p:nvSpPr>
          <p:cNvPr id="3" name="Date Placeholder 2"/>
          <p:cNvSpPr>
            <a:spLocks noGrp="1"/>
          </p:cNvSpPr>
          <p:nvPr>
            <p:ph type="dt" sz="quarter" idx="1"/>
          </p:nvPr>
        </p:nvSpPr>
        <p:spPr>
          <a:xfrm>
            <a:off x="4021296" y="3"/>
            <a:ext cx="3076363" cy="511731"/>
          </a:xfrm>
          <a:prstGeom prst="rect">
            <a:avLst/>
          </a:prstGeom>
        </p:spPr>
        <p:txBody>
          <a:bodyPr vert="horz" lIns="96646" tIns="48323" rIns="96646" bIns="48323" rtlCol="0"/>
          <a:lstStyle>
            <a:lvl1pPr algn="r">
              <a:defRPr sz="1200"/>
            </a:lvl1pPr>
          </a:lstStyle>
          <a:p>
            <a:fld id="{3C9351BE-E0BF-4C19-A5D8-38B27481E6E1}" type="datetimeFigureOut">
              <a:rPr lang="en-US" smtClean="0"/>
              <a:pPr/>
              <a:t>2/27/2014</a:t>
            </a:fld>
            <a:endParaRPr lang="en-US" dirty="0"/>
          </a:p>
        </p:txBody>
      </p:sp>
      <p:sp>
        <p:nvSpPr>
          <p:cNvPr id="4" name="Footer Placeholder 3"/>
          <p:cNvSpPr>
            <a:spLocks noGrp="1"/>
          </p:cNvSpPr>
          <p:nvPr>
            <p:ph type="ftr" sz="quarter" idx="2"/>
          </p:nvPr>
        </p:nvSpPr>
        <p:spPr>
          <a:xfrm>
            <a:off x="2" y="9721108"/>
            <a:ext cx="3076363" cy="511731"/>
          </a:xfrm>
          <a:prstGeom prst="rect">
            <a:avLst/>
          </a:prstGeom>
        </p:spPr>
        <p:txBody>
          <a:bodyPr vert="horz" lIns="96646" tIns="48323" rIns="96646" bIns="48323" rtlCol="0" anchor="b"/>
          <a:lstStyle>
            <a:lvl1pPr algn="l">
              <a:defRPr sz="1200"/>
            </a:lvl1pPr>
          </a:lstStyle>
          <a:p>
            <a:endParaRPr lang="en-US" dirty="0"/>
          </a:p>
        </p:txBody>
      </p:sp>
      <p:sp>
        <p:nvSpPr>
          <p:cNvPr id="5" name="Slide Number Placeholder 4"/>
          <p:cNvSpPr>
            <a:spLocks noGrp="1"/>
          </p:cNvSpPr>
          <p:nvPr>
            <p:ph type="sldNum" sz="quarter" idx="3"/>
          </p:nvPr>
        </p:nvSpPr>
        <p:spPr>
          <a:xfrm>
            <a:off x="4021296" y="9721108"/>
            <a:ext cx="3076363" cy="511731"/>
          </a:xfrm>
          <a:prstGeom prst="rect">
            <a:avLst/>
          </a:prstGeom>
        </p:spPr>
        <p:txBody>
          <a:bodyPr vert="horz" lIns="96646" tIns="48323" rIns="96646" bIns="48323" rtlCol="0" anchor="b"/>
          <a:lstStyle>
            <a:lvl1pPr algn="r">
              <a:defRPr sz="1200"/>
            </a:lvl1pPr>
          </a:lstStyle>
          <a:p>
            <a:fld id="{A9B51BDB-8127-4448-B9CD-C9342F799397}" type="slidenum">
              <a:rPr lang="en-US" smtClean="0"/>
              <a:pPr/>
              <a:t>‹#›</a:t>
            </a:fld>
            <a:endParaRPr lang="en-US" dirty="0"/>
          </a:p>
        </p:txBody>
      </p:sp>
    </p:spTree>
    <p:extLst>
      <p:ext uri="{BB962C8B-B14F-4D97-AF65-F5344CB8AC3E}">
        <p14:creationId xmlns:p14="http://schemas.microsoft.com/office/powerpoint/2010/main" xmlns="" val="300408412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2946" name="Rectangle 2"/>
          <p:cNvSpPr>
            <a:spLocks noGrp="1" noChangeArrowheads="1"/>
          </p:cNvSpPr>
          <p:nvPr>
            <p:ph type="hdr" sz="quarter"/>
          </p:nvPr>
        </p:nvSpPr>
        <p:spPr bwMode="auto">
          <a:xfrm>
            <a:off x="2" y="3"/>
            <a:ext cx="3076363" cy="511731"/>
          </a:xfrm>
          <a:prstGeom prst="rect">
            <a:avLst/>
          </a:prstGeom>
          <a:noFill/>
          <a:ln w="9525">
            <a:noFill/>
            <a:miter lim="800000"/>
            <a:headEnd/>
            <a:tailEnd/>
          </a:ln>
          <a:effectLst/>
        </p:spPr>
        <p:txBody>
          <a:bodyPr vert="horz" wrap="square" lIns="96646" tIns="48323" rIns="96646" bIns="48323" numCol="1" anchor="t" anchorCtr="0" compatLnSpc="1">
            <a:prstTxWarp prst="textNoShape">
              <a:avLst/>
            </a:prstTxWarp>
          </a:bodyPr>
          <a:lstStyle>
            <a:lvl1pPr eaLnBrk="1" hangingPunct="1">
              <a:defRPr sz="1200"/>
            </a:lvl1pPr>
          </a:lstStyle>
          <a:p>
            <a:pPr>
              <a:defRPr/>
            </a:pPr>
            <a:endParaRPr lang="en-US" dirty="0"/>
          </a:p>
        </p:txBody>
      </p:sp>
      <p:sp>
        <p:nvSpPr>
          <p:cNvPr id="82947" name="Rectangle 3"/>
          <p:cNvSpPr>
            <a:spLocks noGrp="1" noChangeArrowheads="1"/>
          </p:cNvSpPr>
          <p:nvPr>
            <p:ph type="dt" idx="1"/>
          </p:nvPr>
        </p:nvSpPr>
        <p:spPr bwMode="auto">
          <a:xfrm>
            <a:off x="4021296" y="3"/>
            <a:ext cx="3076363" cy="511731"/>
          </a:xfrm>
          <a:prstGeom prst="rect">
            <a:avLst/>
          </a:prstGeom>
          <a:noFill/>
          <a:ln w="9525">
            <a:noFill/>
            <a:miter lim="800000"/>
            <a:headEnd/>
            <a:tailEnd/>
          </a:ln>
          <a:effectLst/>
        </p:spPr>
        <p:txBody>
          <a:bodyPr vert="horz" wrap="square" lIns="96646" tIns="48323" rIns="96646" bIns="48323" numCol="1" anchor="t" anchorCtr="0" compatLnSpc="1">
            <a:prstTxWarp prst="textNoShape">
              <a:avLst/>
            </a:prstTxWarp>
          </a:bodyPr>
          <a:lstStyle>
            <a:lvl1pPr algn="r" eaLnBrk="1" hangingPunct="1">
              <a:defRPr sz="1200"/>
            </a:lvl1pPr>
          </a:lstStyle>
          <a:p>
            <a:pPr>
              <a:defRPr/>
            </a:pPr>
            <a:endParaRPr lang="en-US" dirty="0"/>
          </a:p>
        </p:txBody>
      </p:sp>
      <p:sp>
        <p:nvSpPr>
          <p:cNvPr id="52228" name="Rectangle 4"/>
          <p:cNvSpPr>
            <a:spLocks noGrp="1" noRot="1" noChangeAspect="1" noChangeArrowheads="1" noTextEdit="1"/>
          </p:cNvSpPr>
          <p:nvPr>
            <p:ph type="sldImg" idx="2"/>
          </p:nvPr>
        </p:nvSpPr>
        <p:spPr bwMode="auto">
          <a:xfrm>
            <a:off x="990600" y="768350"/>
            <a:ext cx="5118100" cy="3838575"/>
          </a:xfrm>
          <a:prstGeom prst="rect">
            <a:avLst/>
          </a:prstGeom>
          <a:noFill/>
          <a:ln w="9525">
            <a:solidFill>
              <a:srgbClr val="000000"/>
            </a:solidFill>
            <a:miter lim="800000"/>
            <a:headEnd/>
            <a:tailEnd/>
          </a:ln>
        </p:spPr>
      </p:sp>
      <p:sp>
        <p:nvSpPr>
          <p:cNvPr id="82949" name="Rectangle 5"/>
          <p:cNvSpPr>
            <a:spLocks noGrp="1" noChangeArrowheads="1"/>
          </p:cNvSpPr>
          <p:nvPr>
            <p:ph type="body" sz="quarter" idx="3"/>
          </p:nvPr>
        </p:nvSpPr>
        <p:spPr bwMode="auto">
          <a:xfrm>
            <a:off x="709931" y="4861442"/>
            <a:ext cx="5679440" cy="4605576"/>
          </a:xfrm>
          <a:prstGeom prst="rect">
            <a:avLst/>
          </a:prstGeom>
          <a:noFill/>
          <a:ln w="9525">
            <a:noFill/>
            <a:miter lim="800000"/>
            <a:headEnd/>
            <a:tailEnd/>
          </a:ln>
          <a:effectLst/>
        </p:spPr>
        <p:txBody>
          <a:bodyPr vert="horz" wrap="square" lIns="96646" tIns="48323" rIns="96646" bIns="48323"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82950" name="Rectangle 6"/>
          <p:cNvSpPr>
            <a:spLocks noGrp="1" noChangeArrowheads="1"/>
          </p:cNvSpPr>
          <p:nvPr>
            <p:ph type="ftr" sz="quarter" idx="4"/>
          </p:nvPr>
        </p:nvSpPr>
        <p:spPr bwMode="auto">
          <a:xfrm>
            <a:off x="2" y="9721108"/>
            <a:ext cx="3076363" cy="511731"/>
          </a:xfrm>
          <a:prstGeom prst="rect">
            <a:avLst/>
          </a:prstGeom>
          <a:noFill/>
          <a:ln w="9525">
            <a:noFill/>
            <a:miter lim="800000"/>
            <a:headEnd/>
            <a:tailEnd/>
          </a:ln>
          <a:effectLst/>
        </p:spPr>
        <p:txBody>
          <a:bodyPr vert="horz" wrap="square" lIns="96646" tIns="48323" rIns="96646" bIns="48323" numCol="1" anchor="b" anchorCtr="0" compatLnSpc="1">
            <a:prstTxWarp prst="textNoShape">
              <a:avLst/>
            </a:prstTxWarp>
          </a:bodyPr>
          <a:lstStyle>
            <a:lvl1pPr eaLnBrk="1" hangingPunct="1">
              <a:defRPr sz="1200"/>
            </a:lvl1pPr>
          </a:lstStyle>
          <a:p>
            <a:pPr>
              <a:defRPr/>
            </a:pPr>
            <a:endParaRPr lang="en-US" dirty="0"/>
          </a:p>
        </p:txBody>
      </p:sp>
      <p:sp>
        <p:nvSpPr>
          <p:cNvPr id="82951" name="Rectangle 7"/>
          <p:cNvSpPr>
            <a:spLocks noGrp="1" noChangeArrowheads="1"/>
          </p:cNvSpPr>
          <p:nvPr>
            <p:ph type="sldNum" sz="quarter" idx="5"/>
          </p:nvPr>
        </p:nvSpPr>
        <p:spPr bwMode="auto">
          <a:xfrm>
            <a:off x="4021296" y="9721108"/>
            <a:ext cx="3076363" cy="511731"/>
          </a:xfrm>
          <a:prstGeom prst="rect">
            <a:avLst/>
          </a:prstGeom>
          <a:noFill/>
          <a:ln w="9525">
            <a:noFill/>
            <a:miter lim="800000"/>
            <a:headEnd/>
            <a:tailEnd/>
          </a:ln>
          <a:effectLst/>
        </p:spPr>
        <p:txBody>
          <a:bodyPr vert="horz" wrap="square" lIns="96646" tIns="48323" rIns="96646" bIns="48323" numCol="1" anchor="b" anchorCtr="0" compatLnSpc="1">
            <a:prstTxWarp prst="textNoShape">
              <a:avLst/>
            </a:prstTxWarp>
          </a:bodyPr>
          <a:lstStyle>
            <a:lvl1pPr algn="r" eaLnBrk="1" hangingPunct="1">
              <a:defRPr sz="1200"/>
            </a:lvl1pPr>
          </a:lstStyle>
          <a:p>
            <a:pPr>
              <a:defRPr/>
            </a:pPr>
            <a:fld id="{CF55503B-3A08-41C5-92E0-9030B915F1B8}" type="slidenum">
              <a:rPr lang="en-US"/>
              <a:pPr>
                <a:defRPr/>
              </a:pPr>
              <a:t>‹#›</a:t>
            </a:fld>
            <a:endParaRPr lang="en-US" dirty="0"/>
          </a:p>
        </p:txBody>
      </p:sp>
    </p:spTree>
    <p:extLst>
      <p:ext uri="{BB962C8B-B14F-4D97-AF65-F5344CB8AC3E}">
        <p14:creationId xmlns:p14="http://schemas.microsoft.com/office/powerpoint/2010/main" xmlns="" val="55522118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CF55503B-3A08-41C5-92E0-9030B915F1B8}" type="slidenum">
              <a:rPr lang="en-US" smtClean="0"/>
              <a:pPr>
                <a:defRPr/>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CF55503B-3A08-41C5-92E0-9030B915F1B8}" type="slidenum">
              <a:rPr lang="en-US" smtClean="0"/>
              <a:pPr>
                <a:defRPr/>
              </a:pPr>
              <a:t>2</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CF55503B-3A08-41C5-92E0-9030B915F1B8}" type="slidenum">
              <a:rPr lang="en-US" smtClean="0"/>
              <a:pPr>
                <a:defRPr/>
              </a:pPr>
              <a:t>3</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smtClean="0"/>
          </a:p>
        </p:txBody>
      </p:sp>
    </p:spTree>
    <p:extLst>
      <p:ext uri="{BB962C8B-B14F-4D97-AF65-F5344CB8AC3E}">
        <p14:creationId xmlns:p14="http://schemas.microsoft.com/office/powerpoint/2010/main" xmlns="" val="7647074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CF55503B-3A08-41C5-92E0-9030B915F1B8}" type="slidenum">
              <a:rPr lang="en-US" smtClean="0"/>
              <a:pPr>
                <a:defRPr/>
              </a:pPr>
              <a:t>5</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smtClean="0"/>
          </a:p>
        </p:txBody>
      </p:sp>
    </p:spTree>
    <p:extLst>
      <p:ext uri="{BB962C8B-B14F-4D97-AF65-F5344CB8AC3E}">
        <p14:creationId xmlns:p14="http://schemas.microsoft.com/office/powerpoint/2010/main" xmlns="" val="7647074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Rot="1" noChangeAspect="1" noChangeArrowheads="1" noTextEdit="1"/>
          </p:cNvSpPr>
          <p:nvPr>
            <p:ph type="sldImg"/>
          </p:nvPr>
        </p:nvSpPr>
        <p:spPr>
          <a:xfrm>
            <a:off x="841375" y="511175"/>
            <a:ext cx="5384800" cy="4038600"/>
          </a:xfrm>
          <a:ln/>
        </p:spPr>
      </p:sp>
      <p:sp>
        <p:nvSpPr>
          <p:cNvPr id="45059" name="Rectangle 3"/>
          <p:cNvSpPr>
            <a:spLocks noGrp="1" noChangeArrowheads="1"/>
          </p:cNvSpPr>
          <p:nvPr>
            <p:ph type="body" idx="1"/>
          </p:nvPr>
        </p:nvSpPr>
        <p:spPr>
          <a:xfrm>
            <a:off x="568602" y="4736681"/>
            <a:ext cx="5914440" cy="4065411"/>
          </a:xfrm>
          <a:noFill/>
        </p:spPr>
        <p:txBody>
          <a:bodyPr/>
          <a:lstStyle/>
          <a:p>
            <a:r>
              <a:rPr lang="en-CA" dirty="0" smtClean="0"/>
              <a:t>There are 4 components that contribute to building organizational readiness. The Roadmap provides accelerators for all of these elements.</a:t>
            </a:r>
          </a:p>
          <a:p>
            <a:pPr lvl="1"/>
            <a:r>
              <a:rPr lang="en-CA" b="1" dirty="0" smtClean="0"/>
              <a:t>Communications/Leadership</a:t>
            </a:r>
            <a:r>
              <a:rPr lang="en-CA" dirty="0" smtClean="0"/>
              <a:t>: what, why, when, how, told by people who have credibility in the organization.</a:t>
            </a:r>
          </a:p>
          <a:p>
            <a:pPr lvl="1"/>
            <a:r>
              <a:rPr lang="en-CA" b="1" dirty="0" smtClean="0"/>
              <a:t>Impact Mapping</a:t>
            </a:r>
            <a:r>
              <a:rPr lang="en-CA" dirty="0" smtClean="0"/>
              <a:t>: You can’t manage or communicate change if you don’t know exactly what the change will be. Impact Mapping identifies what will change. It is a central because it feeds all of the other aspects of OCM, as well as end-user training requirements</a:t>
            </a:r>
          </a:p>
          <a:p>
            <a:pPr lvl="1"/>
            <a:r>
              <a:rPr lang="en-CA" b="1" dirty="0" smtClean="0"/>
              <a:t>Transition Planning</a:t>
            </a:r>
            <a:r>
              <a:rPr lang="en-CA" dirty="0" smtClean="0"/>
              <a:t> : How do we ensure a smooth transition from the old systems and processes to the new. Addresses transition in business operations as well as individual workloads, roles and responsibilities.</a:t>
            </a:r>
          </a:p>
          <a:p>
            <a:r>
              <a:rPr lang="en-CA" dirty="0" smtClean="0"/>
              <a:t>OCM processes interact with end-user training in the following ways:</a:t>
            </a:r>
          </a:p>
          <a:p>
            <a:pPr lvl="1"/>
            <a:r>
              <a:rPr lang="en-CA" dirty="0" smtClean="0"/>
              <a:t>Impact mapping and transition planning determine who should attend what training and when</a:t>
            </a:r>
          </a:p>
          <a:p>
            <a:pPr lvl="1"/>
            <a:r>
              <a:rPr lang="en-CA" dirty="0" smtClean="0"/>
              <a:t>Communications from the leadership of the organization messages ensure that adequate training is planned and that employees are encouraged to take it.</a:t>
            </a:r>
          </a:p>
          <a:p>
            <a:r>
              <a:rPr lang="en-CA" b="1" dirty="0" smtClean="0"/>
              <a:t>Readiness Monitoring</a:t>
            </a:r>
            <a:r>
              <a:rPr lang="en-CA" dirty="0" smtClean="0"/>
              <a:t> is about making sure that OCM &amp; End User Training are carried out and are effective</a:t>
            </a:r>
          </a:p>
          <a:p>
            <a:r>
              <a:rPr lang="en-CA" dirty="0" smtClean="0"/>
              <a:t>The focus of OCM in the SAP Focus methodology is on building readiness for the new system. Cultural change interventions, business process reengineering or organizational development activities may be used in parallel but are not addressed by the methodology.</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CF55503B-3A08-41C5-92E0-9030B915F1B8}" type="slidenum">
              <a:rPr lang="en-US" smtClean="0"/>
              <a:pPr>
                <a:defRPr/>
              </a:pPr>
              <a:t>8</a:t>
            </a:fld>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CF55503B-3A08-41C5-92E0-9030B915F1B8}" type="slidenum">
              <a:rPr lang="en-US" smtClean="0"/>
              <a:pPr>
                <a:defRPr/>
              </a:pPr>
              <a:t>9</a:t>
            </a:fld>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CF55503B-3A08-41C5-92E0-9030B915F1B8}" type="slidenum">
              <a:rPr lang="en-US" smtClean="0"/>
              <a:pPr>
                <a:defRPr/>
              </a:pPr>
              <a:t>10</a:t>
            </a:fld>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F55503B-3A08-41C5-92E0-9030B915F1B8}" type="slidenum">
              <a:rPr lang="en-US" smtClean="0"/>
              <a:pPr>
                <a:defRPr/>
              </a:pPr>
              <a:t>11</a:t>
            </a:fld>
            <a:endParaRPr lang="en-US" dirty="0"/>
          </a:p>
        </p:txBody>
      </p:sp>
    </p:spTree>
    <p:extLst>
      <p:ext uri="{BB962C8B-B14F-4D97-AF65-F5344CB8AC3E}">
        <p14:creationId xmlns:p14="http://schemas.microsoft.com/office/powerpoint/2010/main" xmlns="" val="16332945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CF55503B-3A08-41C5-92E0-9030B915F1B8}" type="slidenum">
              <a:rPr lang="en-US" smtClean="0"/>
              <a:pPr>
                <a:defRPr/>
              </a:pPr>
              <a:t>12</a:t>
            </a:fld>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Rot="1" noChangeAspect="1" noChangeArrowheads="1" noTextEdit="1"/>
          </p:cNvSpPr>
          <p:nvPr>
            <p:ph type="sldImg"/>
          </p:nvPr>
        </p:nvSpPr>
        <p:spPr>
          <a:ln/>
        </p:spPr>
      </p:sp>
      <p:sp>
        <p:nvSpPr>
          <p:cNvPr id="46083" name="Rectangle 3"/>
          <p:cNvSpPr>
            <a:spLocks noGrp="1" noChangeArrowheads="1"/>
          </p:cNvSpPr>
          <p:nvPr>
            <p:ph type="body" idx="1"/>
          </p:nvPr>
        </p:nvSpPr>
        <p:spPr>
          <a:noFill/>
        </p:spPr>
        <p:txBody>
          <a:bodyPr/>
          <a:lstStyle/>
          <a:p>
            <a:r>
              <a:rPr lang="en-US" dirty="0" smtClean="0"/>
              <a:t>Information is one-way, communication is two-way</a:t>
            </a:r>
          </a:p>
          <a:p>
            <a:r>
              <a:rPr lang="en-US" dirty="0" smtClean="0"/>
              <a:t>Hearing something from a manager you respect is a lot more credible than from a junior employee or an external consultant</a:t>
            </a:r>
          </a:p>
          <a:p>
            <a:r>
              <a:rPr lang="en-US" dirty="0" smtClean="0"/>
              <a:t>Important information needs to be repeated, saying it once is not enough. You are much more likely to undercommuncate than overcommunicate</a:t>
            </a:r>
          </a:p>
          <a:p>
            <a:r>
              <a:rPr lang="en-US" dirty="0" smtClean="0"/>
              <a:t>In the absence of information, people usually assume the worst. This is how rumors get started.</a:t>
            </a:r>
          </a:p>
          <a:p>
            <a:r>
              <a:rPr lang="en-US" dirty="0" smtClean="0"/>
              <a:t>Analogies and metaphors are powerful tools, especially for communicating about intangibles such as business processes (ex. Moving into a high end manufactured home, with the compromises and stress it involves)</a:t>
            </a:r>
          </a:p>
          <a:p>
            <a:r>
              <a:rPr lang="en-US" dirty="0" smtClean="0"/>
              <a:t>Be honest and truthful in your communications: it sets the right expectations. Don</a:t>
            </a:r>
            <a:r>
              <a:rPr lang="en-CA" dirty="0" smtClean="0"/>
              <a:t>’</a:t>
            </a:r>
            <a:r>
              <a:rPr lang="en-US" dirty="0" smtClean="0"/>
              <a:t>t be afraid of saying that projects such as this can be difficult at times</a:t>
            </a:r>
            <a:endParaRPr lang="en-CA" dirty="0"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1026"/>
          <p:cNvSpPr>
            <a:spLocks noGrp="1" noRot="1" noChangeAspect="1" noChangeArrowheads="1" noTextEdit="1"/>
          </p:cNvSpPr>
          <p:nvPr>
            <p:ph type="sldImg"/>
          </p:nvPr>
        </p:nvSpPr>
        <p:spPr>
          <a:ln/>
        </p:spPr>
      </p:sp>
      <p:sp>
        <p:nvSpPr>
          <p:cNvPr id="48131" name="Rectangle 1027"/>
          <p:cNvSpPr>
            <a:spLocks noGrp="1" noChangeArrowheads="1"/>
          </p:cNvSpPr>
          <p:nvPr>
            <p:ph type="body" idx="1"/>
          </p:nvPr>
        </p:nvSpPr>
        <p:spPr>
          <a:noFill/>
        </p:spPr>
        <p:txBody>
          <a:bodyPr/>
          <a:lstStyle/>
          <a:p>
            <a:r>
              <a:rPr lang="en-CA" dirty="0" smtClean="0"/>
              <a:t>Even though macro impact mapping (Cycle 1) is positioned during the Realization phase,  it can be initiated earlier, even during pre-project activities. The main goal is to identify the areas of the business which will have to undergo the greatest amount of change. These areas tend to be where benefits expectations are the greatest, thus requiring the highest degree of management attention.</a:t>
            </a:r>
          </a:p>
          <a:p>
            <a:pPr>
              <a:buFont typeface="Wingdings" pitchFamily="2" charset="2"/>
              <a:buNone/>
            </a:pPr>
            <a:endParaRPr lang="en-CA" dirty="0"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Rot="1" noChangeAspect="1" noChangeArrowheads="1" noTextEdit="1"/>
          </p:cNvSpPr>
          <p:nvPr>
            <p:ph type="sldImg"/>
          </p:nvPr>
        </p:nvSpPr>
        <p:spPr>
          <a:xfrm>
            <a:off x="1174750" y="776288"/>
            <a:ext cx="4757738" cy="3568700"/>
          </a:xfrm>
          <a:ln/>
        </p:spPr>
      </p:sp>
      <p:sp>
        <p:nvSpPr>
          <p:cNvPr id="58371" name="Rectangle 3"/>
          <p:cNvSpPr>
            <a:spLocks noGrp="1" noChangeArrowheads="1"/>
          </p:cNvSpPr>
          <p:nvPr>
            <p:ph type="body" idx="1"/>
          </p:nvPr>
        </p:nvSpPr>
        <p:spPr>
          <a:xfrm>
            <a:off x="963007" y="4880653"/>
            <a:ext cx="5214371" cy="4567513"/>
          </a:xfrm>
          <a:noFill/>
        </p:spPr>
        <p:txBody>
          <a:bodyPr/>
          <a:lstStyle/>
          <a:p>
            <a:endParaRPr lang="en-CA" dirty="0"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Rot="1" noChangeAspect="1" noChangeArrowheads="1" noTextEdit="1"/>
          </p:cNvSpPr>
          <p:nvPr>
            <p:ph type="sldImg"/>
          </p:nvPr>
        </p:nvSpPr>
        <p:spPr>
          <a:xfrm>
            <a:off x="1174750" y="776288"/>
            <a:ext cx="4757738" cy="3568700"/>
          </a:xfrm>
          <a:ln/>
        </p:spPr>
      </p:sp>
      <p:sp>
        <p:nvSpPr>
          <p:cNvPr id="59395" name="Rectangle 3"/>
          <p:cNvSpPr>
            <a:spLocks noGrp="1" noChangeArrowheads="1"/>
          </p:cNvSpPr>
          <p:nvPr>
            <p:ph type="body" idx="1"/>
          </p:nvPr>
        </p:nvSpPr>
        <p:spPr>
          <a:xfrm>
            <a:off x="963007" y="4880653"/>
            <a:ext cx="5214371" cy="4567513"/>
          </a:xfrm>
          <a:noFill/>
        </p:spPr>
        <p:txBody>
          <a:bodyPr/>
          <a:lstStyle/>
          <a:p>
            <a:endParaRPr lang="en-CA" dirty="0"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xfrm>
            <a:off x="1174750" y="776288"/>
            <a:ext cx="4757738" cy="3568700"/>
          </a:xfrm>
          <a:ln/>
        </p:spPr>
      </p:sp>
      <p:sp>
        <p:nvSpPr>
          <p:cNvPr id="60419" name="Rectangle 3"/>
          <p:cNvSpPr>
            <a:spLocks noGrp="1" noChangeArrowheads="1"/>
          </p:cNvSpPr>
          <p:nvPr>
            <p:ph type="body" idx="1"/>
          </p:nvPr>
        </p:nvSpPr>
        <p:spPr>
          <a:xfrm>
            <a:off x="963007" y="4880653"/>
            <a:ext cx="5214371" cy="4567513"/>
          </a:xfrm>
          <a:noFill/>
        </p:spPr>
        <p:txBody>
          <a:bodyPr/>
          <a:lstStyle/>
          <a:p>
            <a:endParaRPr lang="en-CA" dirty="0"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Rot="1" noChangeAspect="1" noChangeArrowheads="1" noTextEdit="1"/>
          </p:cNvSpPr>
          <p:nvPr>
            <p:ph type="sldImg"/>
          </p:nvPr>
        </p:nvSpPr>
        <p:spPr>
          <a:xfrm>
            <a:off x="1174750" y="776288"/>
            <a:ext cx="4757738" cy="3568700"/>
          </a:xfrm>
          <a:ln/>
        </p:spPr>
      </p:sp>
      <p:sp>
        <p:nvSpPr>
          <p:cNvPr id="61443" name="Rectangle 3"/>
          <p:cNvSpPr>
            <a:spLocks noGrp="1" noChangeArrowheads="1"/>
          </p:cNvSpPr>
          <p:nvPr>
            <p:ph type="body" idx="1"/>
          </p:nvPr>
        </p:nvSpPr>
        <p:spPr>
          <a:xfrm>
            <a:off x="963007" y="4880653"/>
            <a:ext cx="5214371" cy="4567513"/>
          </a:xfrm>
          <a:noFill/>
        </p:spPr>
        <p:txBody>
          <a:bodyPr/>
          <a:lstStyle/>
          <a:p>
            <a:endParaRPr lang="en-CA" dirty="0"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smtClean="0"/>
          </a:p>
        </p:txBody>
      </p:sp>
    </p:spTree>
    <p:extLst>
      <p:ext uri="{BB962C8B-B14F-4D97-AF65-F5344CB8AC3E}">
        <p14:creationId xmlns:p14="http://schemas.microsoft.com/office/powerpoint/2010/main" xmlns="" val="76470747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7CE5E16-83E3-4127-913F-ABC6D77C9DE4}" type="slidenum">
              <a:rPr lang="en-US" smtClean="0"/>
              <a:pPr/>
              <a:t>25</a:t>
            </a:fld>
            <a:endParaRPr lang="en-US" dirty="0"/>
          </a:p>
        </p:txBody>
      </p:sp>
    </p:spTree>
    <p:extLst>
      <p:ext uri="{BB962C8B-B14F-4D97-AF65-F5344CB8AC3E}">
        <p14:creationId xmlns:p14="http://schemas.microsoft.com/office/powerpoint/2010/main" xmlns="" val="25271062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Rot="1" noChangeAspect="1" noChangeArrowheads="1" noTextEdit="1"/>
          </p:cNvSpPr>
          <p:nvPr>
            <p:ph type="sldImg"/>
          </p:nvPr>
        </p:nvSpPr>
        <p:spPr>
          <a:ln/>
        </p:spPr>
      </p:sp>
      <p:sp>
        <p:nvSpPr>
          <p:cNvPr id="46083" name="Rectangle 3"/>
          <p:cNvSpPr>
            <a:spLocks noGrp="1" noChangeArrowheads="1"/>
          </p:cNvSpPr>
          <p:nvPr>
            <p:ph type="body" idx="1"/>
          </p:nvPr>
        </p:nvSpPr>
        <p:spPr>
          <a:noFill/>
        </p:spPr>
        <p:txBody>
          <a:bodyPr/>
          <a:lstStyle/>
          <a:p>
            <a:endParaRPr lang="en-CA" dirty="0"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Rot="1" noChangeAspect="1" noChangeArrowheads="1" noTextEdit="1"/>
          </p:cNvSpPr>
          <p:nvPr>
            <p:ph type="sldImg"/>
          </p:nvPr>
        </p:nvSpPr>
        <p:spPr>
          <a:ln/>
        </p:spPr>
      </p:sp>
      <p:sp>
        <p:nvSpPr>
          <p:cNvPr id="46083" name="Rectangle 3"/>
          <p:cNvSpPr>
            <a:spLocks noGrp="1" noChangeArrowheads="1"/>
          </p:cNvSpPr>
          <p:nvPr>
            <p:ph type="body" idx="1"/>
          </p:nvPr>
        </p:nvSpPr>
        <p:spPr>
          <a:noFill/>
        </p:spPr>
        <p:txBody>
          <a:bodyPr/>
          <a:lstStyle/>
          <a:p>
            <a:endParaRPr lang="en-CA" dirty="0"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Rot="1" noChangeAspect="1" noChangeArrowheads="1" noTextEdit="1"/>
          </p:cNvSpPr>
          <p:nvPr>
            <p:ph type="sldImg"/>
          </p:nvPr>
        </p:nvSpPr>
        <p:spPr>
          <a:ln/>
        </p:spPr>
      </p:sp>
      <p:sp>
        <p:nvSpPr>
          <p:cNvPr id="46083" name="Rectangle 3"/>
          <p:cNvSpPr>
            <a:spLocks noGrp="1" noChangeArrowheads="1"/>
          </p:cNvSpPr>
          <p:nvPr>
            <p:ph type="body" idx="1"/>
          </p:nvPr>
        </p:nvSpPr>
        <p:spPr>
          <a:noFill/>
        </p:spPr>
        <p:txBody>
          <a:bodyPr/>
          <a:lstStyle/>
          <a:p>
            <a:endParaRPr lang="en-CA" dirty="0"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Rot="1" noChangeAspect="1" noChangeArrowheads="1" noTextEdit="1"/>
          </p:cNvSpPr>
          <p:nvPr>
            <p:ph type="sldImg"/>
          </p:nvPr>
        </p:nvSpPr>
        <p:spPr>
          <a:ln/>
        </p:spPr>
      </p:sp>
      <p:sp>
        <p:nvSpPr>
          <p:cNvPr id="46083" name="Rectangle 3"/>
          <p:cNvSpPr>
            <a:spLocks noGrp="1" noChangeArrowheads="1"/>
          </p:cNvSpPr>
          <p:nvPr>
            <p:ph type="body" idx="1"/>
          </p:nvPr>
        </p:nvSpPr>
        <p:spPr>
          <a:noFill/>
        </p:spPr>
        <p:txBody>
          <a:bodyPr/>
          <a:lstStyle/>
          <a:p>
            <a:endParaRPr lang="en-CA" dirty="0"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Rot="1" noChangeAspect="1" noChangeArrowheads="1" noTextEdit="1"/>
          </p:cNvSpPr>
          <p:nvPr>
            <p:ph type="sldImg"/>
          </p:nvPr>
        </p:nvSpPr>
        <p:spPr>
          <a:ln/>
        </p:spPr>
      </p:sp>
      <p:sp>
        <p:nvSpPr>
          <p:cNvPr id="46083" name="Rectangle 3"/>
          <p:cNvSpPr>
            <a:spLocks noGrp="1" noChangeArrowheads="1"/>
          </p:cNvSpPr>
          <p:nvPr>
            <p:ph type="body" idx="1"/>
          </p:nvPr>
        </p:nvSpPr>
        <p:spPr>
          <a:noFill/>
        </p:spPr>
        <p:txBody>
          <a:bodyPr/>
          <a:lstStyle/>
          <a:p>
            <a:endParaRPr lang="en-CA" dirty="0"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CF55503B-3A08-41C5-92E0-9030B915F1B8}" type="slidenum">
              <a:rPr lang="en-US" smtClean="0"/>
              <a:pPr>
                <a:defRPr/>
              </a:pPr>
              <a:t>33</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14" descr="puritybar_logo"/>
          <p:cNvPicPr>
            <a:picLocks noChangeAspect="1" noChangeArrowheads="1"/>
          </p:cNvPicPr>
          <p:nvPr userDrawn="1"/>
        </p:nvPicPr>
        <p:blipFill>
          <a:blip r:embed="rId2" cstate="print">
            <a:clrChange>
              <a:clrFrom>
                <a:srgbClr val="FFFFFF"/>
              </a:clrFrom>
              <a:clrTo>
                <a:srgbClr val="FFFFFF">
                  <a:alpha val="0"/>
                </a:srgbClr>
              </a:clrTo>
            </a:clrChange>
          </a:blip>
          <a:srcRect/>
          <a:stretch>
            <a:fillRect/>
          </a:stretch>
        </p:blipFill>
        <p:spPr bwMode="auto">
          <a:xfrm>
            <a:off x="0" y="5211763"/>
            <a:ext cx="9144000" cy="1646237"/>
          </a:xfrm>
          <a:prstGeom prst="rect">
            <a:avLst/>
          </a:prstGeom>
          <a:noFill/>
          <a:ln w="9525">
            <a:noFill/>
            <a:miter lim="800000"/>
            <a:headEnd/>
            <a:tailEnd/>
          </a:ln>
        </p:spPr>
      </p:pic>
      <p:sp>
        <p:nvSpPr>
          <p:cNvPr id="5" name="Rectangle 16"/>
          <p:cNvSpPr>
            <a:spLocks noChangeArrowheads="1"/>
          </p:cNvSpPr>
          <p:nvPr userDrawn="1"/>
        </p:nvSpPr>
        <p:spPr bwMode="auto">
          <a:xfrm>
            <a:off x="0" y="0"/>
            <a:ext cx="1498600" cy="6858000"/>
          </a:xfrm>
          <a:prstGeom prst="rect">
            <a:avLst/>
          </a:prstGeom>
          <a:solidFill>
            <a:srgbClr val="C1D82F">
              <a:alpha val="50000"/>
            </a:srgbClr>
          </a:solidFill>
          <a:ln w="9525">
            <a:noFill/>
            <a:miter lim="800000"/>
            <a:headEnd/>
            <a:tailEnd/>
          </a:ln>
          <a:effectLst/>
        </p:spPr>
        <p:txBody>
          <a:bodyPr wrap="none" anchor="ctr"/>
          <a:lstStyle/>
          <a:p>
            <a:pPr>
              <a:defRPr/>
            </a:pPr>
            <a:endParaRPr lang="en-US" dirty="0"/>
          </a:p>
        </p:txBody>
      </p:sp>
      <p:sp>
        <p:nvSpPr>
          <p:cNvPr id="5122" name="Rectangle 2"/>
          <p:cNvSpPr>
            <a:spLocks noGrp="1" noRot="1" noChangeArrowheads="1"/>
          </p:cNvSpPr>
          <p:nvPr>
            <p:ph type="ctrTitle"/>
          </p:nvPr>
        </p:nvSpPr>
        <p:spPr>
          <a:xfrm>
            <a:off x="1676400" y="1981200"/>
            <a:ext cx="6781800" cy="1600200"/>
          </a:xfrm>
        </p:spPr>
        <p:txBody>
          <a:bodyPr/>
          <a:lstStyle>
            <a:lvl1pPr>
              <a:defRPr>
                <a:solidFill>
                  <a:srgbClr val="000000"/>
                </a:solidFill>
                <a:effectLst>
                  <a:outerShdw blurRad="38100" dist="38100" dir="2700000" algn="tl">
                    <a:srgbClr val="FFFFFF"/>
                  </a:outerShdw>
                </a:effectLst>
              </a:defRPr>
            </a:lvl1pPr>
          </a:lstStyle>
          <a:p>
            <a:r>
              <a:rPr lang="en-US"/>
              <a:t>Title of Presentation</a:t>
            </a:r>
          </a:p>
        </p:txBody>
      </p:sp>
      <p:sp>
        <p:nvSpPr>
          <p:cNvPr id="5123" name="Rectangle 3"/>
          <p:cNvSpPr>
            <a:spLocks noGrp="1" noRot="1" noChangeArrowheads="1"/>
          </p:cNvSpPr>
          <p:nvPr>
            <p:ph type="subTitle" idx="1"/>
          </p:nvPr>
        </p:nvSpPr>
        <p:spPr>
          <a:xfrm>
            <a:off x="2057400" y="4419600"/>
            <a:ext cx="6019800" cy="1371600"/>
          </a:xfrm>
        </p:spPr>
        <p:txBody>
          <a:bodyPr/>
          <a:lstStyle>
            <a:lvl1pPr marL="0" indent="0" algn="ctr">
              <a:defRPr sz="2000"/>
            </a:lvl1pPr>
          </a:lstStyle>
          <a:p>
            <a:r>
              <a:rPr lang="en-US"/>
              <a:t>Presented to</a:t>
            </a:r>
          </a:p>
          <a:p>
            <a:r>
              <a:rPr lang="en-US"/>
              <a:t>Date</a:t>
            </a:r>
          </a:p>
          <a:p>
            <a:r>
              <a:rPr lang="en-US"/>
              <a:t>Presented by</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6"/>
          <p:cNvSpPr>
            <a:spLocks noGrp="1" noChangeArrowheads="1"/>
          </p:cNvSpPr>
          <p:nvPr>
            <p:ph type="sldNum" sz="quarter" idx="10"/>
          </p:nvPr>
        </p:nvSpPr>
        <p:spPr>
          <a:xfrm>
            <a:off x="0" y="6534150"/>
            <a:ext cx="609600" cy="323850"/>
          </a:xfrm>
          <a:ln/>
        </p:spPr>
        <p:txBody>
          <a:bodyPr/>
          <a:lstStyle>
            <a:lvl1pPr>
              <a:defRPr/>
            </a:lvl1pPr>
          </a:lstStyle>
          <a:p>
            <a:pPr>
              <a:defRPr/>
            </a:pPr>
            <a:fld id="{7DD40CAC-ECAA-4FA9-8917-7919529E6BDA}" type="slidenum">
              <a:rPr lang="en-US"/>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6"/>
          <p:cNvSpPr>
            <a:spLocks noGrp="1" noChangeArrowheads="1"/>
          </p:cNvSpPr>
          <p:nvPr>
            <p:ph type="sldNum" sz="quarter" idx="10"/>
          </p:nvPr>
        </p:nvSpPr>
        <p:spPr>
          <a:ln/>
        </p:spPr>
        <p:txBody>
          <a:bodyPr/>
          <a:lstStyle>
            <a:lvl1pPr>
              <a:defRPr/>
            </a:lvl1pPr>
          </a:lstStyle>
          <a:p>
            <a:pPr>
              <a:defRPr/>
            </a:pPr>
            <a:fld id="{86C45DCD-D915-41E0-A133-69628F17C9F3}" type="slidenum">
              <a:rPr lang="en-US"/>
              <a:pPr>
                <a:defRPr/>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301625" y="1676400"/>
            <a:ext cx="4194175" cy="44227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76400"/>
            <a:ext cx="4194175" cy="44227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6"/>
          <p:cNvSpPr>
            <a:spLocks noGrp="1" noChangeArrowheads="1"/>
          </p:cNvSpPr>
          <p:nvPr>
            <p:ph type="sldNum" sz="quarter" idx="10"/>
          </p:nvPr>
        </p:nvSpPr>
        <p:spPr>
          <a:ln/>
        </p:spPr>
        <p:txBody>
          <a:bodyPr/>
          <a:lstStyle>
            <a:lvl1pPr>
              <a:defRPr/>
            </a:lvl1pPr>
          </a:lstStyle>
          <a:p>
            <a:pPr>
              <a:defRPr/>
            </a:pPr>
            <a:fld id="{3675C8A5-0E47-4116-8D00-45A15CC0FD2F}" type="slidenum">
              <a:rPr lang="en-US"/>
              <a:pPr>
                <a:defRPr/>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6"/>
          <p:cNvSpPr>
            <a:spLocks noGrp="1" noChangeArrowheads="1"/>
          </p:cNvSpPr>
          <p:nvPr>
            <p:ph type="sldNum" sz="quarter" idx="10"/>
          </p:nvPr>
        </p:nvSpPr>
        <p:spPr>
          <a:ln/>
        </p:spPr>
        <p:txBody>
          <a:bodyPr/>
          <a:lstStyle>
            <a:lvl1pPr>
              <a:defRPr/>
            </a:lvl1pPr>
          </a:lstStyle>
          <a:p>
            <a:pPr>
              <a:defRPr/>
            </a:pPr>
            <a:fld id="{4530B12D-D1FB-40CE-8478-9248864C2E69}" type="slidenum">
              <a:rPr lang="en-US"/>
              <a:pPr>
                <a:defRPr/>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6"/>
          <p:cNvSpPr>
            <a:spLocks noGrp="1" noChangeArrowheads="1"/>
          </p:cNvSpPr>
          <p:nvPr>
            <p:ph type="sldNum" sz="quarter" idx="10"/>
          </p:nvPr>
        </p:nvSpPr>
        <p:spPr>
          <a:xfrm>
            <a:off x="0" y="6477000"/>
            <a:ext cx="301625" cy="381000"/>
          </a:xfrm>
          <a:ln/>
        </p:spPr>
        <p:txBody>
          <a:bodyPr/>
          <a:lstStyle>
            <a:lvl1pPr>
              <a:defRPr/>
            </a:lvl1pPr>
          </a:lstStyle>
          <a:p>
            <a:pPr>
              <a:defRPr/>
            </a:pPr>
            <a:fld id="{96F4AFA1-EF40-46D8-B075-53C97C623789}" type="slidenum">
              <a:rPr lang="en-US"/>
              <a:pPr>
                <a:defRPr/>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lvl1pPr>
          </a:lstStyle>
          <a:p>
            <a:pPr>
              <a:defRPr/>
            </a:pPr>
            <a:fld id="{2E49F839-1038-41ED-A05C-14138EFD0277}" type="slidenum">
              <a:rPr lang="en-US"/>
              <a:pPr>
                <a:defRPr/>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6"/>
          <p:cNvSpPr>
            <a:spLocks noGrp="1" noChangeArrowheads="1"/>
          </p:cNvSpPr>
          <p:nvPr>
            <p:ph type="sldNum" sz="quarter" idx="10"/>
          </p:nvPr>
        </p:nvSpPr>
        <p:spPr>
          <a:ln/>
        </p:spPr>
        <p:txBody>
          <a:bodyPr/>
          <a:lstStyle>
            <a:lvl1pPr>
              <a:defRPr/>
            </a:lvl1pPr>
          </a:lstStyle>
          <a:p>
            <a:pPr>
              <a:defRPr/>
            </a:pPr>
            <a:fld id="{505D055C-0DF6-450B-8DC9-37FFDC7C198C}" type="slidenum">
              <a:rPr lang="en-US"/>
              <a:pPr>
                <a:defRPr/>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6"/>
          <p:cNvSpPr>
            <a:spLocks noGrp="1" noChangeArrowheads="1"/>
          </p:cNvSpPr>
          <p:nvPr>
            <p:ph type="sldNum" sz="quarter" idx="10"/>
          </p:nvPr>
        </p:nvSpPr>
        <p:spPr>
          <a:ln/>
        </p:spPr>
        <p:txBody>
          <a:bodyPr/>
          <a:lstStyle>
            <a:lvl1pPr>
              <a:defRPr/>
            </a:lvl1pPr>
          </a:lstStyle>
          <a:p>
            <a:pPr>
              <a:defRPr/>
            </a:pPr>
            <a:fld id="{E06C6913-27AD-4E8F-9DB1-F13CF5F2A496}" type="slidenum">
              <a:rPr lang="en-US"/>
              <a:pPr>
                <a:defRPr/>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6"/>
          <p:cNvSpPr>
            <a:spLocks noGrp="1" noChangeArrowheads="1"/>
          </p:cNvSpPr>
          <p:nvPr>
            <p:ph type="sldNum" sz="quarter" idx="10"/>
          </p:nvPr>
        </p:nvSpPr>
        <p:spPr>
          <a:ln/>
        </p:spPr>
        <p:txBody>
          <a:bodyPr/>
          <a:lstStyle>
            <a:lvl1pPr>
              <a:defRPr/>
            </a:lvl1pPr>
          </a:lstStyle>
          <a:p>
            <a:pPr>
              <a:defRPr/>
            </a:pPr>
            <a:fld id="{B2CB94E3-6572-418C-A5DF-B9720EEBD150}" type="slidenum">
              <a:rPr lang="en-US"/>
              <a:pPr>
                <a:defRPr/>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07188" y="228600"/>
            <a:ext cx="2135187" cy="587057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301625" y="228600"/>
            <a:ext cx="6253163" cy="587057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6"/>
          <p:cNvSpPr>
            <a:spLocks noGrp="1" noChangeArrowheads="1"/>
          </p:cNvSpPr>
          <p:nvPr>
            <p:ph type="sldNum" sz="quarter" idx="10"/>
          </p:nvPr>
        </p:nvSpPr>
        <p:spPr>
          <a:ln/>
        </p:spPr>
        <p:txBody>
          <a:bodyPr/>
          <a:lstStyle>
            <a:lvl1pPr>
              <a:defRPr/>
            </a:lvl1pPr>
          </a:lstStyle>
          <a:p>
            <a:pPr>
              <a:defRPr/>
            </a:pPr>
            <a:fld id="{E92EBFB6-4DF2-4B74-AEE7-9BEB8B02B8EC}" type="slidenum">
              <a:rPr lang="en-US"/>
              <a:pPr>
                <a:defRPr/>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301625" y="228600"/>
            <a:ext cx="8510588" cy="1325563"/>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301625" y="1676400"/>
            <a:ext cx="8540750" cy="4422775"/>
          </a:xfrm>
        </p:spPr>
        <p:txBody>
          <a:bodyPr/>
          <a:lstStyle/>
          <a:p>
            <a:pPr lvl="0"/>
            <a:endParaRPr lang="en-US" noProof="0" dirty="0" smtClean="0"/>
          </a:p>
        </p:txBody>
      </p:sp>
      <p:sp>
        <p:nvSpPr>
          <p:cNvPr id="4" name="Rectangle 6"/>
          <p:cNvSpPr>
            <a:spLocks noGrp="1" noChangeArrowheads="1"/>
          </p:cNvSpPr>
          <p:nvPr>
            <p:ph type="sldNum" sz="quarter" idx="10"/>
          </p:nvPr>
        </p:nvSpPr>
        <p:spPr>
          <a:ln/>
        </p:spPr>
        <p:txBody>
          <a:bodyPr/>
          <a:lstStyle>
            <a:lvl1pPr>
              <a:defRPr/>
            </a:lvl1pPr>
          </a:lstStyle>
          <a:p>
            <a:pPr>
              <a:defRPr/>
            </a:pPr>
            <a:fld id="{A5C0899F-2D53-4A5C-B51D-CC6AEC35CBEA}" type="slidenum">
              <a:rPr lang="en-US"/>
              <a:pPr>
                <a:defRPr/>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2" descr="puritybar_logo"/>
          <p:cNvPicPr>
            <a:picLocks noChangeAspect="1" noChangeArrowheads="1"/>
          </p:cNvPicPr>
          <p:nvPr userDrawn="1"/>
        </p:nvPicPr>
        <p:blipFill>
          <a:blip r:embed="rId2" cstate="print">
            <a:clrChange>
              <a:clrFrom>
                <a:srgbClr val="FFFFFF"/>
              </a:clrFrom>
              <a:clrTo>
                <a:srgbClr val="FFFFFF">
                  <a:alpha val="0"/>
                </a:srgbClr>
              </a:clrTo>
            </a:clrChange>
          </a:blip>
          <a:srcRect/>
          <a:stretch>
            <a:fillRect/>
          </a:stretch>
        </p:blipFill>
        <p:spPr bwMode="auto">
          <a:xfrm>
            <a:off x="0" y="5211763"/>
            <a:ext cx="9144000" cy="1646237"/>
          </a:xfrm>
          <a:prstGeom prst="rect">
            <a:avLst/>
          </a:prstGeom>
          <a:noFill/>
          <a:ln w="9525">
            <a:noFill/>
            <a:miter lim="800000"/>
            <a:headEnd/>
            <a:tailEnd/>
          </a:ln>
        </p:spPr>
      </p:pic>
      <p:sp>
        <p:nvSpPr>
          <p:cNvPr id="5" name="Rectangle 10"/>
          <p:cNvSpPr>
            <a:spLocks noChangeArrowheads="1"/>
          </p:cNvSpPr>
          <p:nvPr userDrawn="1"/>
        </p:nvSpPr>
        <p:spPr bwMode="auto">
          <a:xfrm>
            <a:off x="0" y="0"/>
            <a:ext cx="1498600" cy="6858000"/>
          </a:xfrm>
          <a:prstGeom prst="rect">
            <a:avLst/>
          </a:prstGeom>
          <a:solidFill>
            <a:srgbClr val="C1D82F">
              <a:alpha val="50000"/>
            </a:srgbClr>
          </a:solidFill>
          <a:ln w="9525">
            <a:noFill/>
            <a:miter lim="800000"/>
            <a:headEnd/>
            <a:tailEnd/>
          </a:ln>
          <a:effectLst/>
        </p:spPr>
        <p:txBody>
          <a:bodyPr wrap="none" anchor="ctr"/>
          <a:lstStyle/>
          <a:p>
            <a:pPr>
              <a:defRPr/>
            </a:pPr>
            <a:endParaRPr lang="en-US" dirty="0"/>
          </a:p>
        </p:txBody>
      </p:sp>
      <p:sp>
        <p:nvSpPr>
          <p:cNvPr id="58371" name="Rectangle 3"/>
          <p:cNvSpPr>
            <a:spLocks noGrp="1" noRot="1" noChangeArrowheads="1"/>
          </p:cNvSpPr>
          <p:nvPr>
            <p:ph type="ctrTitle"/>
          </p:nvPr>
        </p:nvSpPr>
        <p:spPr>
          <a:xfrm>
            <a:off x="1676400" y="1981200"/>
            <a:ext cx="6781800" cy="1600200"/>
          </a:xfrm>
        </p:spPr>
        <p:txBody>
          <a:bodyPr/>
          <a:lstStyle>
            <a:lvl1pPr>
              <a:defRPr>
                <a:solidFill>
                  <a:srgbClr val="000000"/>
                </a:solidFill>
                <a:effectLst>
                  <a:outerShdw blurRad="38100" dist="38100" dir="2700000" algn="tl">
                    <a:srgbClr val="FFFFFF"/>
                  </a:outerShdw>
                </a:effectLst>
              </a:defRPr>
            </a:lvl1pPr>
          </a:lstStyle>
          <a:p>
            <a:r>
              <a:rPr lang="en-US"/>
              <a:t>Title of Presentation</a:t>
            </a:r>
          </a:p>
        </p:txBody>
      </p:sp>
      <p:sp>
        <p:nvSpPr>
          <p:cNvPr id="58372" name="Rectangle 4"/>
          <p:cNvSpPr>
            <a:spLocks noGrp="1" noRot="1" noChangeArrowheads="1"/>
          </p:cNvSpPr>
          <p:nvPr>
            <p:ph type="subTitle" idx="1"/>
          </p:nvPr>
        </p:nvSpPr>
        <p:spPr>
          <a:xfrm>
            <a:off x="2057400" y="4419600"/>
            <a:ext cx="6019800" cy="1371600"/>
          </a:xfrm>
        </p:spPr>
        <p:txBody>
          <a:bodyPr/>
          <a:lstStyle>
            <a:lvl1pPr marL="0" indent="0" algn="ctr">
              <a:defRPr sz="2000"/>
            </a:lvl1pPr>
          </a:lstStyle>
          <a:p>
            <a:r>
              <a:rPr lang="en-US"/>
              <a:t>Presented to</a:t>
            </a:r>
          </a:p>
          <a:p>
            <a:r>
              <a:rPr lang="en-US"/>
              <a:t>Date</a:t>
            </a:r>
          </a:p>
          <a:p>
            <a:r>
              <a:rPr lang="en-US"/>
              <a:t>Presented by</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Slide Number Placeholder 3"/>
          <p:cNvSpPr>
            <a:spLocks noGrp="1"/>
          </p:cNvSpPr>
          <p:nvPr>
            <p:ph type="sldNum" sz="quarter" idx="10"/>
          </p:nvPr>
        </p:nvSpPr>
        <p:spPr/>
        <p:txBody>
          <a:bodyPr/>
          <a:lstStyle>
            <a:lvl1pPr>
              <a:defRPr sz="1400">
                <a:latin typeface="Arial" charset="0"/>
              </a:defRPr>
            </a:lvl1pPr>
          </a:lstStyle>
          <a:p>
            <a:pPr>
              <a:defRPr/>
            </a:pPr>
            <a:endParaRPr lang="en-US" dirty="0"/>
          </a:p>
          <a:p>
            <a:pPr>
              <a:defRPr/>
            </a:pPr>
            <a:fld id="{A5F0D4B2-BE44-4182-8FEA-E460C9E3A9FA}" type="slidenum">
              <a:rPr lang="en-US"/>
              <a:pPr>
                <a:defRPr/>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Slide Number Placeholder 3"/>
          <p:cNvSpPr>
            <a:spLocks noGrp="1"/>
          </p:cNvSpPr>
          <p:nvPr>
            <p:ph type="sldNum" sz="quarter" idx="10"/>
          </p:nvPr>
        </p:nvSpPr>
        <p:spPr/>
        <p:txBody>
          <a:bodyPr/>
          <a:lstStyle>
            <a:lvl1pPr>
              <a:defRPr sz="1400">
                <a:latin typeface="Arial" charset="0"/>
              </a:defRPr>
            </a:lvl1pPr>
          </a:lstStyle>
          <a:p>
            <a:pPr>
              <a:defRPr/>
            </a:pPr>
            <a:endParaRPr lang="en-US" dirty="0"/>
          </a:p>
          <a:p>
            <a:pPr>
              <a:defRPr/>
            </a:pPr>
            <a:fld id="{7CD60BE4-A133-42B5-AB2C-FDF9C057641B}" type="slidenum">
              <a:rPr lang="en-US"/>
              <a:pPr>
                <a:defRPr/>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301625" y="1676400"/>
            <a:ext cx="4194175" cy="44227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76400"/>
            <a:ext cx="4194175" cy="44227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Slide Number Placeholder 4"/>
          <p:cNvSpPr>
            <a:spLocks noGrp="1"/>
          </p:cNvSpPr>
          <p:nvPr>
            <p:ph type="sldNum" sz="quarter" idx="10"/>
          </p:nvPr>
        </p:nvSpPr>
        <p:spPr/>
        <p:txBody>
          <a:bodyPr/>
          <a:lstStyle>
            <a:lvl1pPr>
              <a:defRPr sz="1400">
                <a:latin typeface="Arial" charset="0"/>
              </a:defRPr>
            </a:lvl1pPr>
          </a:lstStyle>
          <a:p>
            <a:pPr>
              <a:defRPr/>
            </a:pPr>
            <a:endParaRPr lang="en-US" dirty="0"/>
          </a:p>
          <a:p>
            <a:pPr>
              <a:defRPr/>
            </a:pPr>
            <a:fld id="{54F2F570-B13F-4F39-879F-DEDDE73C7AB3}" type="slidenum">
              <a:rPr lang="en-US"/>
              <a:pPr>
                <a:defRPr/>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Slide Number Placeholder 6"/>
          <p:cNvSpPr>
            <a:spLocks noGrp="1"/>
          </p:cNvSpPr>
          <p:nvPr>
            <p:ph type="sldNum" sz="quarter" idx="10"/>
          </p:nvPr>
        </p:nvSpPr>
        <p:spPr/>
        <p:txBody>
          <a:bodyPr/>
          <a:lstStyle>
            <a:lvl1pPr>
              <a:defRPr sz="1400">
                <a:latin typeface="Arial" charset="0"/>
              </a:defRPr>
            </a:lvl1pPr>
          </a:lstStyle>
          <a:p>
            <a:pPr>
              <a:defRPr/>
            </a:pPr>
            <a:endParaRPr lang="en-US" dirty="0"/>
          </a:p>
          <a:p>
            <a:pPr>
              <a:defRPr/>
            </a:pPr>
            <a:fld id="{D5511C8D-C473-40AF-88F7-D377125E589F}" type="slidenum">
              <a:rPr lang="en-US"/>
              <a:pPr>
                <a:defRPr/>
              </a:pPr>
              <a:t>‹#›</a:t>
            </a:fld>
            <a:endParaRPr 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Slide Number Placeholder 2"/>
          <p:cNvSpPr>
            <a:spLocks noGrp="1"/>
          </p:cNvSpPr>
          <p:nvPr>
            <p:ph type="sldNum" sz="quarter" idx="10"/>
          </p:nvPr>
        </p:nvSpPr>
        <p:spPr/>
        <p:txBody>
          <a:bodyPr/>
          <a:lstStyle>
            <a:lvl1pPr>
              <a:defRPr sz="1400">
                <a:latin typeface="Arial" charset="0"/>
              </a:defRPr>
            </a:lvl1pPr>
          </a:lstStyle>
          <a:p>
            <a:pPr>
              <a:defRPr/>
            </a:pPr>
            <a:endParaRPr lang="en-US" dirty="0"/>
          </a:p>
          <a:p>
            <a:pPr>
              <a:defRPr/>
            </a:pPr>
            <a:fld id="{8F58DA2A-BE2D-41E9-832E-2770A36B83F3}" type="slidenum">
              <a:rPr lang="en-US"/>
              <a:pPr>
                <a:defRPr/>
              </a:pPr>
              <a:t>‹#›</a:t>
            </a:fld>
            <a:endParaRPr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lvl1pPr>
              <a:defRPr sz="1400">
                <a:latin typeface="Arial" charset="0"/>
              </a:defRPr>
            </a:lvl1pPr>
          </a:lstStyle>
          <a:p>
            <a:pPr>
              <a:defRPr/>
            </a:pPr>
            <a:endParaRPr lang="en-US" dirty="0"/>
          </a:p>
          <a:p>
            <a:pPr>
              <a:defRPr/>
            </a:pPr>
            <a:fld id="{D683FC64-420C-4D66-A83A-5B1A5C76958C}" type="slidenum">
              <a:rPr lang="en-US"/>
              <a:pPr>
                <a:defRPr/>
              </a:pPr>
              <a:t>‹#›</a:t>
            </a:fld>
            <a:endParaRPr 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Slide Number Placeholder 4"/>
          <p:cNvSpPr>
            <a:spLocks noGrp="1"/>
          </p:cNvSpPr>
          <p:nvPr>
            <p:ph type="sldNum" sz="quarter" idx="10"/>
          </p:nvPr>
        </p:nvSpPr>
        <p:spPr/>
        <p:txBody>
          <a:bodyPr/>
          <a:lstStyle>
            <a:lvl1pPr>
              <a:defRPr sz="1400">
                <a:latin typeface="Arial" charset="0"/>
              </a:defRPr>
            </a:lvl1pPr>
          </a:lstStyle>
          <a:p>
            <a:pPr>
              <a:defRPr/>
            </a:pPr>
            <a:endParaRPr lang="en-US" dirty="0"/>
          </a:p>
          <a:p>
            <a:pPr>
              <a:defRPr/>
            </a:pPr>
            <a:fld id="{DFD4C144-38BC-4B51-9925-AD598C18687E}" type="slidenum">
              <a:rPr lang="en-US"/>
              <a:pPr>
                <a:defRPr/>
              </a:pPr>
              <a:t>‹#›</a:t>
            </a:fld>
            <a:endParaRPr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Slide Number Placeholder 4"/>
          <p:cNvSpPr>
            <a:spLocks noGrp="1"/>
          </p:cNvSpPr>
          <p:nvPr>
            <p:ph type="sldNum" sz="quarter" idx="10"/>
          </p:nvPr>
        </p:nvSpPr>
        <p:spPr/>
        <p:txBody>
          <a:bodyPr/>
          <a:lstStyle>
            <a:lvl1pPr>
              <a:defRPr sz="1400">
                <a:latin typeface="Arial" charset="0"/>
              </a:defRPr>
            </a:lvl1pPr>
          </a:lstStyle>
          <a:p>
            <a:pPr>
              <a:defRPr/>
            </a:pPr>
            <a:endParaRPr lang="en-US" dirty="0"/>
          </a:p>
          <a:p>
            <a:pPr>
              <a:defRPr/>
            </a:pPr>
            <a:fld id="{7FD6CBC2-E019-47BB-9811-A1C6FA95C23F}" type="slidenum">
              <a:rPr lang="en-US"/>
              <a:pPr>
                <a:defRPr/>
              </a:pPr>
              <a:t>‹#›</a:t>
            </a:fld>
            <a:endParaRPr 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Slide Number Placeholder 3"/>
          <p:cNvSpPr>
            <a:spLocks noGrp="1"/>
          </p:cNvSpPr>
          <p:nvPr>
            <p:ph type="sldNum" sz="quarter" idx="10"/>
          </p:nvPr>
        </p:nvSpPr>
        <p:spPr/>
        <p:txBody>
          <a:bodyPr/>
          <a:lstStyle>
            <a:lvl1pPr>
              <a:defRPr sz="1400">
                <a:latin typeface="Arial" charset="0"/>
              </a:defRPr>
            </a:lvl1pPr>
          </a:lstStyle>
          <a:p>
            <a:pPr>
              <a:defRPr/>
            </a:pPr>
            <a:endParaRPr lang="en-US" dirty="0"/>
          </a:p>
          <a:p>
            <a:pPr>
              <a:defRPr/>
            </a:pPr>
            <a:fld id="{BC1D5BE8-7A23-4C37-B872-9E5B8E2D4B5B}" type="slidenum">
              <a:rPr lang="en-US"/>
              <a:pPr>
                <a:defRPr/>
              </a:pPr>
              <a:t>‹#›</a:t>
            </a:fld>
            <a:endParaRPr 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07188" y="228600"/>
            <a:ext cx="2135187" cy="587057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301625" y="228600"/>
            <a:ext cx="6253163" cy="587057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Slide Number Placeholder 3"/>
          <p:cNvSpPr>
            <a:spLocks noGrp="1"/>
          </p:cNvSpPr>
          <p:nvPr>
            <p:ph type="sldNum" sz="quarter" idx="10"/>
          </p:nvPr>
        </p:nvSpPr>
        <p:spPr/>
        <p:txBody>
          <a:bodyPr/>
          <a:lstStyle>
            <a:lvl1pPr>
              <a:defRPr sz="1400">
                <a:latin typeface="Arial" charset="0"/>
              </a:defRPr>
            </a:lvl1pPr>
          </a:lstStyle>
          <a:p>
            <a:pPr>
              <a:defRPr/>
            </a:pPr>
            <a:endParaRPr lang="en-US" dirty="0"/>
          </a:p>
          <a:p>
            <a:pPr>
              <a:defRPr/>
            </a:pPr>
            <a:fld id="{0CB0734F-A8F3-46B1-BDCE-2F6829BA59B1}" type="slidenum">
              <a:rPr lang="en-US"/>
              <a:pPr>
                <a:defRPr/>
              </a:pPr>
              <a:t>‹#›</a:t>
            </a:fld>
            <a:endParaRPr 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gradFill rotWithShape="0">
          <a:gsLst>
            <a:gs pos="0">
              <a:srgbClr val="00AEEF"/>
            </a:gs>
            <a:gs pos="100000">
              <a:schemeClr val="tx1"/>
            </a:gs>
          </a:gsLst>
          <a:lin ang="5400000" scaled="1"/>
        </a:gradFill>
        <a:effectLst/>
      </p:bgPr>
    </p:bg>
    <p:spTree>
      <p:nvGrpSpPr>
        <p:cNvPr id="1" name=""/>
        <p:cNvGrpSpPr/>
        <p:nvPr/>
      </p:nvGrpSpPr>
      <p:grpSpPr>
        <a:xfrm>
          <a:off x="0" y="0"/>
          <a:ext cx="0" cy="0"/>
          <a:chOff x="0" y="0"/>
          <a:chExt cx="0" cy="0"/>
        </a:xfrm>
      </p:grpSpPr>
      <p:pic>
        <p:nvPicPr>
          <p:cNvPr id="4" name="Picture 2" descr="puritybar_logo"/>
          <p:cNvPicPr>
            <a:picLocks noChangeAspect="1" noChangeArrowheads="1"/>
          </p:cNvPicPr>
          <p:nvPr userDrawn="1"/>
        </p:nvPicPr>
        <p:blipFill>
          <a:blip r:embed="rId2" cstate="print">
            <a:clrChange>
              <a:clrFrom>
                <a:srgbClr val="FFFFFF"/>
              </a:clrFrom>
              <a:clrTo>
                <a:srgbClr val="FFFFFF">
                  <a:alpha val="0"/>
                </a:srgbClr>
              </a:clrTo>
            </a:clrChange>
          </a:blip>
          <a:srcRect/>
          <a:stretch>
            <a:fillRect/>
          </a:stretch>
        </p:blipFill>
        <p:spPr bwMode="auto">
          <a:xfrm>
            <a:off x="0" y="5211763"/>
            <a:ext cx="9144000" cy="1646237"/>
          </a:xfrm>
          <a:prstGeom prst="rect">
            <a:avLst/>
          </a:prstGeom>
          <a:noFill/>
          <a:ln w="9525">
            <a:noFill/>
            <a:miter lim="800000"/>
            <a:headEnd/>
            <a:tailEnd/>
          </a:ln>
        </p:spPr>
      </p:pic>
      <p:sp>
        <p:nvSpPr>
          <p:cNvPr id="5" name="Rectangle 10"/>
          <p:cNvSpPr>
            <a:spLocks noChangeArrowheads="1"/>
          </p:cNvSpPr>
          <p:nvPr userDrawn="1"/>
        </p:nvSpPr>
        <p:spPr bwMode="auto">
          <a:xfrm>
            <a:off x="0" y="0"/>
            <a:ext cx="1498600" cy="6858000"/>
          </a:xfrm>
          <a:prstGeom prst="rect">
            <a:avLst/>
          </a:prstGeom>
          <a:solidFill>
            <a:srgbClr val="C1D82F">
              <a:alpha val="50000"/>
            </a:srgbClr>
          </a:solidFill>
          <a:ln w="9525">
            <a:noFill/>
            <a:miter lim="800000"/>
            <a:headEnd/>
            <a:tailEnd/>
          </a:ln>
          <a:effectLst/>
        </p:spPr>
        <p:txBody>
          <a:bodyPr wrap="none" anchor="ctr"/>
          <a:lstStyle/>
          <a:p>
            <a:pPr>
              <a:defRPr/>
            </a:pPr>
            <a:endParaRPr lang="en-US" dirty="0"/>
          </a:p>
        </p:txBody>
      </p:sp>
      <p:sp>
        <p:nvSpPr>
          <p:cNvPr id="49155" name="Rectangle 3"/>
          <p:cNvSpPr>
            <a:spLocks noGrp="1" noRot="1" noChangeArrowheads="1"/>
          </p:cNvSpPr>
          <p:nvPr>
            <p:ph type="ctrTitle"/>
          </p:nvPr>
        </p:nvSpPr>
        <p:spPr>
          <a:xfrm>
            <a:off x="1676400" y="1981200"/>
            <a:ext cx="6781800" cy="1600200"/>
          </a:xfrm>
        </p:spPr>
        <p:txBody>
          <a:bodyPr/>
          <a:lstStyle>
            <a:lvl1pPr>
              <a:defRPr>
                <a:solidFill>
                  <a:srgbClr val="000000"/>
                </a:solidFill>
                <a:effectLst>
                  <a:outerShdw blurRad="38100" dist="38100" dir="2700000" algn="tl">
                    <a:srgbClr val="FFFFFF"/>
                  </a:outerShdw>
                </a:effectLst>
              </a:defRPr>
            </a:lvl1pPr>
          </a:lstStyle>
          <a:p>
            <a:r>
              <a:rPr lang="en-US"/>
              <a:t>Title of Presentation</a:t>
            </a:r>
          </a:p>
        </p:txBody>
      </p:sp>
      <p:sp>
        <p:nvSpPr>
          <p:cNvPr id="49156" name="Rectangle 4"/>
          <p:cNvSpPr>
            <a:spLocks noGrp="1" noRot="1" noChangeArrowheads="1"/>
          </p:cNvSpPr>
          <p:nvPr>
            <p:ph type="subTitle" idx="1"/>
          </p:nvPr>
        </p:nvSpPr>
        <p:spPr>
          <a:xfrm>
            <a:off x="2057400" y="4419600"/>
            <a:ext cx="6019800" cy="1371600"/>
          </a:xfrm>
        </p:spPr>
        <p:txBody>
          <a:bodyPr/>
          <a:lstStyle>
            <a:lvl1pPr marL="0" indent="0" algn="ctr">
              <a:defRPr sz="2000"/>
            </a:lvl1pPr>
          </a:lstStyle>
          <a:p>
            <a:r>
              <a:rPr lang="en-US"/>
              <a:t>Presented to</a:t>
            </a:r>
          </a:p>
          <a:p>
            <a:r>
              <a:rPr lang="en-US"/>
              <a:t>Date</a:t>
            </a:r>
          </a:p>
          <a:p>
            <a:r>
              <a:rPr lang="en-US"/>
              <a:t>Presented by</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sldNum" sz="quarter" idx="10"/>
          </p:nvPr>
        </p:nvSpPr>
        <p:spPr>
          <a:ln/>
        </p:spPr>
        <p:txBody>
          <a:bodyPr/>
          <a:lstStyle>
            <a:lvl1pPr>
              <a:defRPr/>
            </a:lvl1pPr>
          </a:lstStyle>
          <a:p>
            <a:pPr>
              <a:defRPr/>
            </a:pPr>
            <a:fld id="{8404E178-5CC0-462A-90F5-32D73A83581E}" type="slidenum">
              <a:rPr lang="en-US"/>
              <a:pPr>
                <a:defRPr/>
              </a:pPr>
              <a:t>‹#›</a:t>
            </a:fld>
            <a:endParaRPr lang="en-US"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sldNum" sz="quarter" idx="10"/>
          </p:nvPr>
        </p:nvSpPr>
        <p:spPr>
          <a:ln/>
        </p:spPr>
        <p:txBody>
          <a:bodyPr/>
          <a:lstStyle>
            <a:lvl1pPr>
              <a:defRPr/>
            </a:lvl1pPr>
          </a:lstStyle>
          <a:p>
            <a:pPr>
              <a:defRPr/>
            </a:pPr>
            <a:fld id="{2F8159E1-8167-4956-AE33-FA59012DD8D4}" type="slidenum">
              <a:rPr lang="en-US"/>
              <a:pPr>
                <a:defRPr/>
              </a:pPr>
              <a:t>‹#›</a:t>
            </a:fld>
            <a:endParaRPr lang="en-US"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301625" y="1676400"/>
            <a:ext cx="4194175" cy="44227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76400"/>
            <a:ext cx="4194175" cy="44227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sldNum" sz="quarter" idx="10"/>
          </p:nvPr>
        </p:nvSpPr>
        <p:spPr>
          <a:ln/>
        </p:spPr>
        <p:txBody>
          <a:bodyPr/>
          <a:lstStyle>
            <a:lvl1pPr>
              <a:defRPr/>
            </a:lvl1pPr>
          </a:lstStyle>
          <a:p>
            <a:pPr>
              <a:defRPr/>
            </a:pPr>
            <a:fld id="{ECED92E2-C0D3-40A2-BFD7-6F1BCA7CE797}" type="slidenum">
              <a:rPr lang="en-US"/>
              <a:pPr>
                <a:defRPr/>
              </a:pPr>
              <a:t>‹#›</a:t>
            </a:fld>
            <a:endParaRPr lang="en-US"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sldNum" sz="quarter" idx="10"/>
          </p:nvPr>
        </p:nvSpPr>
        <p:spPr>
          <a:ln/>
        </p:spPr>
        <p:txBody>
          <a:bodyPr/>
          <a:lstStyle>
            <a:lvl1pPr>
              <a:defRPr/>
            </a:lvl1pPr>
          </a:lstStyle>
          <a:p>
            <a:pPr>
              <a:defRPr/>
            </a:pPr>
            <a:fld id="{D10F5DF5-E59B-49B2-8390-2A63750644B6}" type="slidenum">
              <a:rPr lang="en-US"/>
              <a:pPr>
                <a:defRPr/>
              </a:pPr>
              <a:t>‹#›</a:t>
            </a:fld>
            <a:endParaRPr lang="en-US"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sldNum" sz="quarter" idx="10"/>
          </p:nvPr>
        </p:nvSpPr>
        <p:spPr>
          <a:ln/>
        </p:spPr>
        <p:txBody>
          <a:bodyPr/>
          <a:lstStyle>
            <a:lvl1pPr>
              <a:defRPr/>
            </a:lvl1pPr>
          </a:lstStyle>
          <a:p>
            <a:pPr>
              <a:defRPr/>
            </a:pPr>
            <a:fld id="{3E28C838-413B-4C6C-95BF-4BCA782B8CAC}" type="slidenum">
              <a:rPr lang="en-US"/>
              <a:pPr>
                <a:defRPr/>
              </a:pPr>
              <a:t>‹#›</a:t>
            </a:fld>
            <a:endParaRPr lang="en-US" dirty="0"/>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sldNum" sz="quarter" idx="10"/>
          </p:nvPr>
        </p:nvSpPr>
        <p:spPr>
          <a:ln/>
        </p:spPr>
        <p:txBody>
          <a:bodyPr/>
          <a:lstStyle>
            <a:lvl1pPr>
              <a:defRPr/>
            </a:lvl1pPr>
          </a:lstStyle>
          <a:p>
            <a:pPr>
              <a:defRPr/>
            </a:pPr>
            <a:fld id="{63549519-76FF-45E1-B3A7-0FAF86C598CA}" type="slidenum">
              <a:rPr lang="en-US"/>
              <a:pPr>
                <a:defRPr/>
              </a:pPr>
              <a:t>‹#›</a:t>
            </a:fld>
            <a:endParaRPr lang="en-US" dirty="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sldNum" sz="quarter" idx="10"/>
          </p:nvPr>
        </p:nvSpPr>
        <p:spPr>
          <a:ln/>
        </p:spPr>
        <p:txBody>
          <a:bodyPr/>
          <a:lstStyle>
            <a:lvl1pPr>
              <a:defRPr/>
            </a:lvl1pPr>
          </a:lstStyle>
          <a:p>
            <a:pPr>
              <a:defRPr/>
            </a:pPr>
            <a:fld id="{6CC05A18-C340-4FA7-9FED-AA12DCD2AA05}" type="slidenum">
              <a:rPr lang="en-US"/>
              <a:pPr>
                <a:defRPr/>
              </a:pPr>
              <a:t>‹#›</a:t>
            </a:fld>
            <a:endParaRPr lang="en-US" dirty="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sldNum" sz="quarter" idx="10"/>
          </p:nvPr>
        </p:nvSpPr>
        <p:spPr>
          <a:ln/>
        </p:spPr>
        <p:txBody>
          <a:bodyPr/>
          <a:lstStyle>
            <a:lvl1pPr>
              <a:defRPr/>
            </a:lvl1pPr>
          </a:lstStyle>
          <a:p>
            <a:pPr>
              <a:defRPr/>
            </a:pPr>
            <a:fld id="{2BFCFB66-29CC-446A-B9C9-EF88BE4C3700}" type="slidenum">
              <a:rPr lang="en-US"/>
              <a:pPr>
                <a:defRPr/>
              </a:pPr>
              <a:t>‹#›</a:t>
            </a:fld>
            <a:endParaRPr lang="en-US" dirty="0"/>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sldNum" sz="quarter" idx="10"/>
          </p:nvPr>
        </p:nvSpPr>
        <p:spPr>
          <a:ln/>
        </p:spPr>
        <p:txBody>
          <a:bodyPr/>
          <a:lstStyle>
            <a:lvl1pPr>
              <a:defRPr/>
            </a:lvl1pPr>
          </a:lstStyle>
          <a:p>
            <a:pPr>
              <a:defRPr/>
            </a:pPr>
            <a:fld id="{8B29448A-8263-4967-8AAC-F9EB0FBB7481}" type="slidenum">
              <a:rPr lang="en-US"/>
              <a:pPr>
                <a:defRPr/>
              </a:pPr>
              <a:t>‹#›</a:t>
            </a:fld>
            <a:endParaRPr lang="en-US" dirty="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07188" y="228600"/>
            <a:ext cx="2135187" cy="587057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301625" y="228600"/>
            <a:ext cx="6253163" cy="587057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sldNum" sz="quarter" idx="10"/>
          </p:nvPr>
        </p:nvSpPr>
        <p:spPr>
          <a:ln/>
        </p:spPr>
        <p:txBody>
          <a:bodyPr/>
          <a:lstStyle>
            <a:lvl1pPr>
              <a:defRPr/>
            </a:lvl1pPr>
          </a:lstStyle>
          <a:p>
            <a:pPr>
              <a:defRPr/>
            </a:pPr>
            <a:fld id="{6B9A3123-8612-4DBC-909B-24D2FE230BCB}" type="slidenum">
              <a:rPr lang="en-US"/>
              <a:pPr>
                <a:defRPr/>
              </a:pPr>
              <a:t>‹#›</a:t>
            </a:fld>
            <a:endParaRPr lang="en-US" dirty="0"/>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Slide Number Placeholder 3"/>
          <p:cNvSpPr>
            <a:spLocks noGrp="1"/>
          </p:cNvSpPr>
          <p:nvPr>
            <p:ph type="sldNum" sz="quarter" idx="10"/>
          </p:nvPr>
        </p:nvSpPr>
        <p:spPr/>
        <p:txBody>
          <a:bodyPr/>
          <a:lstStyle>
            <a:lvl1pPr>
              <a:defRPr sz="1400">
                <a:solidFill>
                  <a:schemeClr val="tx1"/>
                </a:solidFill>
                <a:latin typeface="Arial" charset="0"/>
              </a:defRPr>
            </a:lvl1pPr>
          </a:lstStyle>
          <a:p>
            <a:pPr>
              <a:defRPr/>
            </a:pPr>
            <a:endParaRPr lang="en-US" dirty="0"/>
          </a:p>
          <a:p>
            <a:pPr>
              <a:defRPr/>
            </a:pPr>
            <a:fld id="{622E6D8F-01EE-4A82-99F4-80079D36CDF5}" type="slidenum">
              <a:rPr lang="en-US"/>
              <a:pPr>
                <a:defRPr/>
              </a:pPr>
              <a:t>‹#›</a:t>
            </a:fld>
            <a:endParaRPr lang="en-US" dirty="0"/>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Slide Number Placeholder 3"/>
          <p:cNvSpPr>
            <a:spLocks noGrp="1"/>
          </p:cNvSpPr>
          <p:nvPr>
            <p:ph type="sldNum" sz="quarter" idx="10"/>
          </p:nvPr>
        </p:nvSpPr>
        <p:spPr/>
        <p:txBody>
          <a:bodyPr/>
          <a:lstStyle>
            <a:lvl1pPr>
              <a:defRPr sz="1400">
                <a:solidFill>
                  <a:schemeClr val="tx1"/>
                </a:solidFill>
                <a:latin typeface="Arial" charset="0"/>
              </a:defRPr>
            </a:lvl1pPr>
          </a:lstStyle>
          <a:p>
            <a:pPr>
              <a:defRPr/>
            </a:pPr>
            <a:endParaRPr lang="en-US" dirty="0"/>
          </a:p>
          <a:p>
            <a:pPr>
              <a:defRPr/>
            </a:pPr>
            <a:fld id="{86DADEAD-2AAD-4860-8478-0AD277522D3C}" type="slidenum">
              <a:rPr lang="en-US"/>
              <a:pPr>
                <a:defRPr/>
              </a:pPr>
              <a:t>‹#›</a:t>
            </a:fld>
            <a:endParaRPr lang="en-US" dirty="0"/>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Slide Number Placeholder 3"/>
          <p:cNvSpPr>
            <a:spLocks noGrp="1"/>
          </p:cNvSpPr>
          <p:nvPr>
            <p:ph type="sldNum" sz="quarter" idx="10"/>
          </p:nvPr>
        </p:nvSpPr>
        <p:spPr/>
        <p:txBody>
          <a:bodyPr/>
          <a:lstStyle>
            <a:lvl1pPr>
              <a:defRPr sz="1400">
                <a:solidFill>
                  <a:schemeClr val="tx1"/>
                </a:solidFill>
                <a:latin typeface="Arial" charset="0"/>
              </a:defRPr>
            </a:lvl1pPr>
          </a:lstStyle>
          <a:p>
            <a:pPr>
              <a:defRPr/>
            </a:pPr>
            <a:endParaRPr lang="en-US" dirty="0"/>
          </a:p>
          <a:p>
            <a:pPr>
              <a:defRPr/>
            </a:pPr>
            <a:fld id="{562484E2-4DFD-4D7A-A639-E77A625A495C}" type="slidenum">
              <a:rPr lang="en-US"/>
              <a:pPr>
                <a:defRPr/>
              </a:pPr>
              <a:t>‹#›</a:t>
            </a:fld>
            <a:endParaRPr lang="en-US" dirty="0"/>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301625" y="1600200"/>
            <a:ext cx="4192588"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6613" y="1600200"/>
            <a:ext cx="4192587"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Slide Number Placeholder 4"/>
          <p:cNvSpPr>
            <a:spLocks noGrp="1"/>
          </p:cNvSpPr>
          <p:nvPr>
            <p:ph type="sldNum" sz="quarter" idx="10"/>
          </p:nvPr>
        </p:nvSpPr>
        <p:spPr/>
        <p:txBody>
          <a:bodyPr/>
          <a:lstStyle>
            <a:lvl1pPr>
              <a:defRPr sz="1400">
                <a:solidFill>
                  <a:schemeClr val="tx1"/>
                </a:solidFill>
                <a:latin typeface="Arial" charset="0"/>
              </a:defRPr>
            </a:lvl1pPr>
          </a:lstStyle>
          <a:p>
            <a:pPr>
              <a:defRPr/>
            </a:pPr>
            <a:endParaRPr lang="en-US" dirty="0"/>
          </a:p>
          <a:p>
            <a:pPr>
              <a:defRPr/>
            </a:pPr>
            <a:fld id="{D4076A9B-493E-47BA-9181-C83B984AD6C1}" type="slidenum">
              <a:rPr lang="en-US"/>
              <a:pPr>
                <a:defRPr/>
              </a:pPr>
              <a:t>‹#›</a:t>
            </a:fld>
            <a:endParaRPr lang="en-US" dirty="0"/>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Slide Number Placeholder 6"/>
          <p:cNvSpPr>
            <a:spLocks noGrp="1"/>
          </p:cNvSpPr>
          <p:nvPr>
            <p:ph type="sldNum" sz="quarter" idx="10"/>
          </p:nvPr>
        </p:nvSpPr>
        <p:spPr/>
        <p:txBody>
          <a:bodyPr/>
          <a:lstStyle>
            <a:lvl1pPr>
              <a:defRPr sz="1400">
                <a:solidFill>
                  <a:schemeClr val="tx1"/>
                </a:solidFill>
                <a:latin typeface="Arial" charset="0"/>
              </a:defRPr>
            </a:lvl1pPr>
          </a:lstStyle>
          <a:p>
            <a:pPr>
              <a:defRPr/>
            </a:pPr>
            <a:endParaRPr lang="en-US" dirty="0"/>
          </a:p>
          <a:p>
            <a:pPr>
              <a:defRPr/>
            </a:pPr>
            <a:fld id="{41BB50EF-2D57-4B79-AE9F-879661BA3D95}" type="slidenum">
              <a:rPr lang="en-US"/>
              <a:pPr>
                <a:defRPr/>
              </a:pPr>
              <a:t>‹#›</a:t>
            </a:fld>
            <a:endParaRPr lang="en-US" dirty="0"/>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Slide Number Placeholder 2"/>
          <p:cNvSpPr>
            <a:spLocks noGrp="1"/>
          </p:cNvSpPr>
          <p:nvPr>
            <p:ph type="sldNum" sz="quarter" idx="10"/>
          </p:nvPr>
        </p:nvSpPr>
        <p:spPr/>
        <p:txBody>
          <a:bodyPr/>
          <a:lstStyle>
            <a:lvl1pPr>
              <a:defRPr sz="1400">
                <a:solidFill>
                  <a:schemeClr val="tx1"/>
                </a:solidFill>
                <a:latin typeface="Arial" charset="0"/>
              </a:defRPr>
            </a:lvl1pPr>
          </a:lstStyle>
          <a:p>
            <a:pPr>
              <a:defRPr/>
            </a:pPr>
            <a:endParaRPr lang="en-US" dirty="0"/>
          </a:p>
          <a:p>
            <a:pPr>
              <a:defRPr/>
            </a:pPr>
            <a:fld id="{BC01A1F7-C323-4A3A-8021-218200104C0D}" type="slidenum">
              <a:rPr lang="en-US"/>
              <a:pPr>
                <a:defRPr/>
              </a:pPr>
              <a:t>‹#›</a:t>
            </a:fld>
            <a:endParaRPr lang="en-US" dirty="0"/>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lvl1pPr>
              <a:defRPr sz="1400">
                <a:solidFill>
                  <a:schemeClr val="tx1"/>
                </a:solidFill>
                <a:latin typeface="Arial" charset="0"/>
              </a:defRPr>
            </a:lvl1pPr>
          </a:lstStyle>
          <a:p>
            <a:pPr>
              <a:defRPr/>
            </a:pPr>
            <a:endParaRPr lang="en-US" dirty="0"/>
          </a:p>
          <a:p>
            <a:pPr>
              <a:defRPr/>
            </a:pPr>
            <a:fld id="{5C9C3114-50B3-4E08-BC45-52BFAC7843BF}" type="slidenum">
              <a:rPr lang="en-US"/>
              <a:pPr>
                <a:defRPr/>
              </a:pPr>
              <a:t>‹#›</a:t>
            </a:fld>
            <a:endParaRPr lang="en-US" dirty="0"/>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Slide Number Placeholder 4"/>
          <p:cNvSpPr>
            <a:spLocks noGrp="1"/>
          </p:cNvSpPr>
          <p:nvPr>
            <p:ph type="sldNum" sz="quarter" idx="10"/>
          </p:nvPr>
        </p:nvSpPr>
        <p:spPr/>
        <p:txBody>
          <a:bodyPr/>
          <a:lstStyle>
            <a:lvl1pPr>
              <a:defRPr sz="1400">
                <a:solidFill>
                  <a:schemeClr val="tx1"/>
                </a:solidFill>
                <a:latin typeface="Arial" charset="0"/>
              </a:defRPr>
            </a:lvl1pPr>
          </a:lstStyle>
          <a:p>
            <a:pPr>
              <a:defRPr/>
            </a:pPr>
            <a:endParaRPr lang="en-US" dirty="0"/>
          </a:p>
          <a:p>
            <a:pPr>
              <a:defRPr/>
            </a:pPr>
            <a:fld id="{2678F232-8E0C-44DD-811A-BDE377EB90FE}" type="slidenum">
              <a:rPr lang="en-US"/>
              <a:pPr>
                <a:defRPr/>
              </a:pPr>
              <a:t>‹#›</a:t>
            </a:fld>
            <a:endParaRPr lang="en-US" dirty="0"/>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Slide Number Placeholder 4"/>
          <p:cNvSpPr>
            <a:spLocks noGrp="1"/>
          </p:cNvSpPr>
          <p:nvPr>
            <p:ph type="sldNum" sz="quarter" idx="10"/>
          </p:nvPr>
        </p:nvSpPr>
        <p:spPr/>
        <p:txBody>
          <a:bodyPr/>
          <a:lstStyle>
            <a:lvl1pPr>
              <a:defRPr sz="1400">
                <a:solidFill>
                  <a:schemeClr val="tx1"/>
                </a:solidFill>
                <a:latin typeface="Arial" charset="0"/>
              </a:defRPr>
            </a:lvl1pPr>
          </a:lstStyle>
          <a:p>
            <a:pPr>
              <a:defRPr/>
            </a:pPr>
            <a:endParaRPr lang="en-US" dirty="0"/>
          </a:p>
          <a:p>
            <a:pPr>
              <a:defRPr/>
            </a:pPr>
            <a:fld id="{43368914-A0E3-4089-8B5A-F96EC89F1BB6}" type="slidenum">
              <a:rPr lang="en-US"/>
              <a:pPr>
                <a:defRPr/>
              </a:pPr>
              <a:t>‹#›</a:t>
            </a:fld>
            <a:endParaRPr lang="en-US" dirty="0"/>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Slide Number Placeholder 3"/>
          <p:cNvSpPr>
            <a:spLocks noGrp="1"/>
          </p:cNvSpPr>
          <p:nvPr>
            <p:ph type="sldNum" sz="quarter" idx="10"/>
          </p:nvPr>
        </p:nvSpPr>
        <p:spPr/>
        <p:txBody>
          <a:bodyPr/>
          <a:lstStyle>
            <a:lvl1pPr>
              <a:defRPr sz="1400">
                <a:solidFill>
                  <a:schemeClr val="tx1"/>
                </a:solidFill>
                <a:latin typeface="Arial" charset="0"/>
              </a:defRPr>
            </a:lvl1pPr>
          </a:lstStyle>
          <a:p>
            <a:pPr>
              <a:defRPr/>
            </a:pPr>
            <a:endParaRPr lang="en-US" dirty="0"/>
          </a:p>
          <a:p>
            <a:pPr>
              <a:defRPr/>
            </a:pPr>
            <a:fld id="{81DAE55E-5112-4B10-9A88-39D0A6962286}" type="slidenum">
              <a:rPr lang="en-US"/>
              <a:pPr>
                <a:defRPr/>
              </a:pPr>
              <a:t>‹#›</a:t>
            </a:fld>
            <a:endParaRPr lang="en-US" dirty="0"/>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05600" y="274638"/>
            <a:ext cx="21336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301625" y="274638"/>
            <a:ext cx="6251575"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Slide Number Placeholder 3"/>
          <p:cNvSpPr>
            <a:spLocks noGrp="1"/>
          </p:cNvSpPr>
          <p:nvPr>
            <p:ph type="sldNum" sz="quarter" idx="10"/>
          </p:nvPr>
        </p:nvSpPr>
        <p:spPr/>
        <p:txBody>
          <a:bodyPr/>
          <a:lstStyle>
            <a:lvl1pPr>
              <a:defRPr sz="1400">
                <a:solidFill>
                  <a:schemeClr val="tx1"/>
                </a:solidFill>
                <a:latin typeface="Arial" charset="0"/>
              </a:defRPr>
            </a:lvl1pPr>
          </a:lstStyle>
          <a:p>
            <a:pPr>
              <a:defRPr/>
            </a:pPr>
            <a:endParaRPr lang="en-US" dirty="0"/>
          </a:p>
          <a:p>
            <a:pPr>
              <a:defRPr/>
            </a:pPr>
            <a:fld id="{3EAEADD4-FD44-440B-8DD1-CD5BD81C8970}" type="slidenum">
              <a:rPr lang="en-US"/>
              <a:pPr>
                <a:defRPr/>
              </a:pPr>
              <a:t>‹#›</a:t>
            </a:fld>
            <a:endParaRPr lang="en-US" dirty="0"/>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Slide Number Placeholder 3"/>
          <p:cNvSpPr>
            <a:spLocks noGrp="1"/>
          </p:cNvSpPr>
          <p:nvPr>
            <p:ph type="sldNum" sz="quarter" idx="10"/>
          </p:nvPr>
        </p:nvSpPr>
        <p:spPr/>
        <p:txBody>
          <a:bodyPr/>
          <a:lstStyle>
            <a:lvl1pPr>
              <a:defRPr sz="1400">
                <a:latin typeface="Arial" charset="0"/>
              </a:defRPr>
            </a:lvl1pPr>
          </a:lstStyle>
          <a:p>
            <a:pPr>
              <a:defRPr/>
            </a:pPr>
            <a:endParaRPr lang="en-US" dirty="0"/>
          </a:p>
          <a:p>
            <a:pPr>
              <a:defRPr/>
            </a:pPr>
            <a:fld id="{F3A8ECEB-D6D6-4DD7-AA5D-AE1CB8EFEFF2}" type="slidenum">
              <a:rPr lang="en-US"/>
              <a:pPr>
                <a:defRPr/>
              </a:pPr>
              <a:t>‹#›</a:t>
            </a:fld>
            <a:endParaRPr lang="en-US" dirty="0"/>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Slide Number Placeholder 3"/>
          <p:cNvSpPr>
            <a:spLocks noGrp="1"/>
          </p:cNvSpPr>
          <p:nvPr>
            <p:ph type="sldNum" sz="quarter" idx="10"/>
          </p:nvPr>
        </p:nvSpPr>
        <p:spPr/>
        <p:txBody>
          <a:bodyPr/>
          <a:lstStyle>
            <a:lvl1pPr>
              <a:defRPr sz="1400">
                <a:latin typeface="Arial" charset="0"/>
              </a:defRPr>
            </a:lvl1pPr>
          </a:lstStyle>
          <a:p>
            <a:pPr>
              <a:defRPr/>
            </a:pPr>
            <a:endParaRPr lang="en-US" dirty="0"/>
          </a:p>
          <a:p>
            <a:pPr>
              <a:defRPr/>
            </a:pPr>
            <a:fld id="{90734A5C-02A8-4DC9-817C-56FD53329410}" type="slidenum">
              <a:rPr lang="en-US"/>
              <a:pPr>
                <a:defRPr/>
              </a:pPr>
              <a:t>‹#›</a:t>
            </a:fld>
            <a:endParaRPr lang="en-US" dirty="0"/>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Slide Number Placeholder 3"/>
          <p:cNvSpPr>
            <a:spLocks noGrp="1"/>
          </p:cNvSpPr>
          <p:nvPr>
            <p:ph type="sldNum" sz="quarter" idx="10"/>
          </p:nvPr>
        </p:nvSpPr>
        <p:spPr/>
        <p:txBody>
          <a:bodyPr/>
          <a:lstStyle>
            <a:lvl1pPr>
              <a:defRPr sz="1400">
                <a:latin typeface="Arial" charset="0"/>
              </a:defRPr>
            </a:lvl1pPr>
          </a:lstStyle>
          <a:p>
            <a:pPr>
              <a:defRPr/>
            </a:pPr>
            <a:endParaRPr lang="en-US" dirty="0"/>
          </a:p>
          <a:p>
            <a:pPr>
              <a:defRPr/>
            </a:pPr>
            <a:fld id="{6C0ECABE-2EA3-4A78-86A1-79C72639F80B}" type="slidenum">
              <a:rPr lang="en-US"/>
              <a:pPr>
                <a:defRPr/>
              </a:pPr>
              <a:t>‹#›</a:t>
            </a:fld>
            <a:endParaRPr lang="en-US" dirty="0"/>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301625" y="1600200"/>
            <a:ext cx="4192588"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6613" y="1600200"/>
            <a:ext cx="4192587"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Slide Number Placeholder 4"/>
          <p:cNvSpPr>
            <a:spLocks noGrp="1"/>
          </p:cNvSpPr>
          <p:nvPr>
            <p:ph type="sldNum" sz="quarter" idx="10"/>
          </p:nvPr>
        </p:nvSpPr>
        <p:spPr/>
        <p:txBody>
          <a:bodyPr/>
          <a:lstStyle>
            <a:lvl1pPr>
              <a:defRPr sz="1400">
                <a:latin typeface="Arial" charset="0"/>
              </a:defRPr>
            </a:lvl1pPr>
          </a:lstStyle>
          <a:p>
            <a:pPr>
              <a:defRPr/>
            </a:pPr>
            <a:endParaRPr lang="en-US" dirty="0"/>
          </a:p>
          <a:p>
            <a:pPr>
              <a:defRPr/>
            </a:pPr>
            <a:fld id="{C5063C75-6F12-4D1A-BCD5-6D713EB63F74}" type="slidenum">
              <a:rPr lang="en-US"/>
              <a:pPr>
                <a:defRPr/>
              </a:pPr>
              <a:t>‹#›</a:t>
            </a:fld>
            <a:endParaRPr lang="en-US" dirty="0"/>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Slide Number Placeholder 6"/>
          <p:cNvSpPr>
            <a:spLocks noGrp="1"/>
          </p:cNvSpPr>
          <p:nvPr>
            <p:ph type="sldNum" sz="quarter" idx="10"/>
          </p:nvPr>
        </p:nvSpPr>
        <p:spPr/>
        <p:txBody>
          <a:bodyPr/>
          <a:lstStyle>
            <a:lvl1pPr>
              <a:defRPr sz="1400">
                <a:latin typeface="Arial" charset="0"/>
              </a:defRPr>
            </a:lvl1pPr>
          </a:lstStyle>
          <a:p>
            <a:pPr>
              <a:defRPr/>
            </a:pPr>
            <a:endParaRPr lang="en-US" dirty="0"/>
          </a:p>
          <a:p>
            <a:pPr>
              <a:defRPr/>
            </a:pPr>
            <a:fld id="{9D88ADEA-4D7D-4AB0-BBD3-492461A9A42D}" type="slidenum">
              <a:rPr lang="en-US"/>
              <a:pPr>
                <a:defRPr/>
              </a:pPr>
              <a:t>‹#›</a:t>
            </a:fld>
            <a:endParaRPr lang="en-US" dirty="0"/>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Slide Number Placeholder 2"/>
          <p:cNvSpPr>
            <a:spLocks noGrp="1"/>
          </p:cNvSpPr>
          <p:nvPr>
            <p:ph type="sldNum" sz="quarter" idx="10"/>
          </p:nvPr>
        </p:nvSpPr>
        <p:spPr/>
        <p:txBody>
          <a:bodyPr/>
          <a:lstStyle>
            <a:lvl1pPr>
              <a:defRPr sz="1400">
                <a:latin typeface="Arial" charset="0"/>
              </a:defRPr>
            </a:lvl1pPr>
          </a:lstStyle>
          <a:p>
            <a:pPr>
              <a:defRPr/>
            </a:pPr>
            <a:endParaRPr lang="en-US" dirty="0"/>
          </a:p>
          <a:p>
            <a:pPr>
              <a:defRPr/>
            </a:pPr>
            <a:fld id="{24B54E38-4C91-4240-939A-13483E36DDC2}" type="slidenum">
              <a:rPr lang="en-US"/>
              <a:pPr>
                <a:defRPr/>
              </a:pPr>
              <a:t>‹#›</a:t>
            </a:fld>
            <a:endParaRPr lang="en-US" dirty="0"/>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lvl1pPr>
              <a:defRPr sz="1400">
                <a:latin typeface="Arial" charset="0"/>
              </a:defRPr>
            </a:lvl1pPr>
          </a:lstStyle>
          <a:p>
            <a:pPr>
              <a:defRPr/>
            </a:pPr>
            <a:endParaRPr lang="en-US" dirty="0"/>
          </a:p>
          <a:p>
            <a:pPr>
              <a:defRPr/>
            </a:pPr>
            <a:fld id="{6A5426EA-D922-493F-B025-2C8C19EC91FA}" type="slidenum">
              <a:rPr lang="en-US"/>
              <a:pPr>
                <a:defRPr/>
              </a:pPr>
              <a:t>‹#›</a:t>
            </a:fld>
            <a:endParaRPr lang="en-US" dirty="0"/>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Slide Number Placeholder 4"/>
          <p:cNvSpPr>
            <a:spLocks noGrp="1"/>
          </p:cNvSpPr>
          <p:nvPr>
            <p:ph type="sldNum" sz="quarter" idx="10"/>
          </p:nvPr>
        </p:nvSpPr>
        <p:spPr/>
        <p:txBody>
          <a:bodyPr/>
          <a:lstStyle>
            <a:lvl1pPr>
              <a:defRPr sz="1400">
                <a:latin typeface="Arial" charset="0"/>
              </a:defRPr>
            </a:lvl1pPr>
          </a:lstStyle>
          <a:p>
            <a:pPr>
              <a:defRPr/>
            </a:pPr>
            <a:endParaRPr lang="en-US" dirty="0"/>
          </a:p>
          <a:p>
            <a:pPr>
              <a:defRPr/>
            </a:pPr>
            <a:fld id="{885BC0EB-3D55-4290-8E54-845B4CEADCC6}" type="slidenum">
              <a:rPr lang="en-US"/>
              <a:pPr>
                <a:defRPr/>
              </a:pPr>
              <a:t>‹#›</a:t>
            </a:fld>
            <a:endParaRPr lang="en-US" dirty="0"/>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Slide Number Placeholder 4"/>
          <p:cNvSpPr>
            <a:spLocks noGrp="1"/>
          </p:cNvSpPr>
          <p:nvPr>
            <p:ph type="sldNum" sz="quarter" idx="10"/>
          </p:nvPr>
        </p:nvSpPr>
        <p:spPr/>
        <p:txBody>
          <a:bodyPr/>
          <a:lstStyle>
            <a:lvl1pPr>
              <a:defRPr sz="1400">
                <a:latin typeface="Arial" charset="0"/>
              </a:defRPr>
            </a:lvl1pPr>
          </a:lstStyle>
          <a:p>
            <a:pPr>
              <a:defRPr/>
            </a:pPr>
            <a:endParaRPr lang="en-US" dirty="0"/>
          </a:p>
          <a:p>
            <a:pPr>
              <a:defRPr/>
            </a:pPr>
            <a:fld id="{6FCD0AB8-110F-42E4-88FF-7E2C9086D657}" type="slidenum">
              <a:rPr lang="en-US"/>
              <a:pPr>
                <a:defRPr/>
              </a:pPr>
              <a:t>‹#›</a:t>
            </a:fld>
            <a:endParaRPr lang="en-US" dirty="0"/>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Slide Number Placeholder 3"/>
          <p:cNvSpPr>
            <a:spLocks noGrp="1"/>
          </p:cNvSpPr>
          <p:nvPr>
            <p:ph type="sldNum" sz="quarter" idx="10"/>
          </p:nvPr>
        </p:nvSpPr>
        <p:spPr/>
        <p:txBody>
          <a:bodyPr/>
          <a:lstStyle>
            <a:lvl1pPr>
              <a:defRPr sz="1400">
                <a:latin typeface="Arial" charset="0"/>
              </a:defRPr>
            </a:lvl1pPr>
          </a:lstStyle>
          <a:p>
            <a:pPr>
              <a:defRPr/>
            </a:pPr>
            <a:endParaRPr lang="en-US" dirty="0"/>
          </a:p>
          <a:p>
            <a:pPr>
              <a:defRPr/>
            </a:pPr>
            <a:fld id="{7F4D3E36-3B2C-4FC5-A524-A95092AEDA3D}" type="slidenum">
              <a:rPr lang="en-US"/>
              <a:pPr>
                <a:defRPr/>
              </a:pPr>
              <a:t>‹#›</a:t>
            </a:fld>
            <a:endParaRPr lang="en-US" dirty="0"/>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05600" y="274638"/>
            <a:ext cx="21336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301625" y="274638"/>
            <a:ext cx="6251575"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Slide Number Placeholder 3"/>
          <p:cNvSpPr>
            <a:spLocks noGrp="1"/>
          </p:cNvSpPr>
          <p:nvPr>
            <p:ph type="sldNum" sz="quarter" idx="10"/>
          </p:nvPr>
        </p:nvSpPr>
        <p:spPr/>
        <p:txBody>
          <a:bodyPr/>
          <a:lstStyle>
            <a:lvl1pPr>
              <a:defRPr sz="1400">
                <a:latin typeface="Arial" charset="0"/>
              </a:defRPr>
            </a:lvl1pPr>
          </a:lstStyle>
          <a:p>
            <a:pPr>
              <a:defRPr/>
            </a:pPr>
            <a:endParaRPr lang="en-US" dirty="0"/>
          </a:p>
          <a:p>
            <a:pPr>
              <a:defRPr/>
            </a:pPr>
            <a:fld id="{D6CDBD38-D76A-4899-B3DF-29D1C04F4213}" type="slidenum">
              <a:rPr lang="en-US"/>
              <a:pPr>
                <a:defRPr/>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image" Target="../media/image3.jpe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image" Target="../media/image1.jpeg"/><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2.xml"/><Relationship Id="rId13" Type="http://schemas.openxmlformats.org/officeDocument/2006/relationships/image" Target="../media/image4.jpeg"/><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theme" Target="../theme/theme4.xml"/><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3.xml"/><Relationship Id="rId13" Type="http://schemas.openxmlformats.org/officeDocument/2006/relationships/image" Target="../media/image4.jpeg"/><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theme" Target="../theme/theme5.xml"/><Relationship Id="rId2" Type="http://schemas.openxmlformats.org/officeDocument/2006/relationships/slideLayout" Target="../slideLayouts/slideLayout47.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0">
              <a:srgbClr val="00AEEF"/>
            </a:gs>
            <a:gs pos="100000">
              <a:schemeClr val="tx1"/>
            </a:gs>
          </a:gsLst>
          <a:lin ang="5400000" scaled="1"/>
        </a:gradFill>
        <a:effectLst/>
      </p:bgPr>
    </p:bg>
    <p:spTree>
      <p:nvGrpSpPr>
        <p:cNvPr id="1" name=""/>
        <p:cNvGrpSpPr/>
        <p:nvPr/>
      </p:nvGrpSpPr>
      <p:grpSpPr>
        <a:xfrm>
          <a:off x="0" y="0"/>
          <a:ext cx="0" cy="0"/>
          <a:chOff x="0" y="0"/>
          <a:chExt cx="0" cy="0"/>
        </a:xfrm>
      </p:grpSpPr>
      <p:sp>
        <p:nvSpPr>
          <p:cNvPr id="2050" name="Rectangle 2"/>
          <p:cNvSpPr>
            <a:spLocks noGrp="1" noRot="1" noChangeArrowheads="1"/>
          </p:cNvSpPr>
          <p:nvPr>
            <p:ph type="title"/>
          </p:nvPr>
        </p:nvSpPr>
        <p:spPr bwMode="auto">
          <a:xfrm>
            <a:off x="301625" y="228600"/>
            <a:ext cx="8510588" cy="1325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4099" name="Rectangle 3"/>
          <p:cNvSpPr>
            <a:spLocks noGrp="1" noRot="1" noChangeArrowheads="1"/>
          </p:cNvSpPr>
          <p:nvPr>
            <p:ph type="body" idx="1"/>
          </p:nvPr>
        </p:nvSpPr>
        <p:spPr bwMode="auto">
          <a:xfrm>
            <a:off x="301625" y="1676400"/>
            <a:ext cx="8540750" cy="44227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endParaRPr lang="en-US" smtClean="0"/>
          </a:p>
        </p:txBody>
      </p:sp>
      <p:sp>
        <p:nvSpPr>
          <p:cNvPr id="4102" name="Rectangle 6"/>
          <p:cNvSpPr>
            <a:spLocks noGrp="1" noChangeArrowheads="1"/>
          </p:cNvSpPr>
          <p:nvPr>
            <p:ph type="sldNum" sz="quarter" idx="4"/>
          </p:nvPr>
        </p:nvSpPr>
        <p:spPr bwMode="auto">
          <a:xfrm>
            <a:off x="304800" y="6248400"/>
            <a:ext cx="22860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000">
                <a:solidFill>
                  <a:srgbClr val="000000"/>
                </a:solidFill>
                <a:effectLst>
                  <a:outerShdw blurRad="38100" dist="38100" dir="2700000" algn="tl">
                    <a:srgbClr val="FFFFFF"/>
                  </a:outerShdw>
                </a:effectLst>
                <a:latin typeface="+mj-lt"/>
              </a:defRPr>
            </a:lvl1pPr>
          </a:lstStyle>
          <a:p>
            <a:pPr>
              <a:defRPr/>
            </a:pPr>
            <a:fld id="{099FCE42-DD92-4B8A-9FF2-8A0E2E87C19D}" type="slidenum">
              <a:rPr lang="en-US"/>
              <a:pPr>
                <a:defRPr/>
              </a:pPr>
              <a:t>‹#›</a:t>
            </a:fld>
            <a:endParaRPr lang="en-US" dirty="0"/>
          </a:p>
        </p:txBody>
      </p:sp>
      <p:pic>
        <p:nvPicPr>
          <p:cNvPr id="2053" name="Picture 12" descr="half dropleaf"/>
          <p:cNvPicPr>
            <a:picLocks noChangeAspect="1" noChangeArrowheads="1"/>
          </p:cNvPicPr>
          <p:nvPr userDrawn="1"/>
        </p:nvPicPr>
        <p:blipFill>
          <a:blip r:embed="rId14" cstate="print">
            <a:clrChange>
              <a:clrFrom>
                <a:srgbClr val="FFFFFF"/>
              </a:clrFrom>
              <a:clrTo>
                <a:srgbClr val="FFFFFF">
                  <a:alpha val="0"/>
                </a:srgbClr>
              </a:clrTo>
            </a:clrChange>
          </a:blip>
          <a:srcRect/>
          <a:stretch>
            <a:fillRect/>
          </a:stretch>
        </p:blipFill>
        <p:spPr bwMode="auto">
          <a:xfrm>
            <a:off x="8139113" y="4041775"/>
            <a:ext cx="1004887" cy="2816225"/>
          </a:xfrm>
          <a:prstGeom prst="rect">
            <a:avLst/>
          </a:prstGeom>
          <a:noFill/>
          <a:ln w="9525">
            <a:noFill/>
            <a:miter lim="800000"/>
            <a:headEnd/>
            <a:tailEnd/>
          </a:ln>
        </p:spPr>
      </p:pic>
    </p:spTree>
  </p:cSld>
  <p:clrMap bg1="dk2" tx1="lt1" bg2="dk1" tx2="lt2" accent1="accent1" accent2="accent2" accent3="accent3" accent4="accent4" accent5="accent5" accent6="accent6" hlink="hlink" folHlink="folHlink"/>
  <p:sldLayoutIdLst>
    <p:sldLayoutId id="2147484495" r:id="rId1"/>
    <p:sldLayoutId id="2147484474" r:id="rId2"/>
    <p:sldLayoutId id="2147484475" r:id="rId3"/>
    <p:sldLayoutId id="2147484476" r:id="rId4"/>
    <p:sldLayoutId id="2147484477" r:id="rId5"/>
    <p:sldLayoutId id="2147484478" r:id="rId6"/>
    <p:sldLayoutId id="2147484479" r:id="rId7"/>
    <p:sldLayoutId id="2147484480" r:id="rId8"/>
    <p:sldLayoutId id="2147484481" r:id="rId9"/>
    <p:sldLayoutId id="2147484482" r:id="rId10"/>
    <p:sldLayoutId id="2147484483" r:id="rId11"/>
    <p:sldLayoutId id="2147484484" r:id="rId12"/>
  </p:sldLayoutIdLst>
  <p:hf hdr="0" ftr="0" dt="0"/>
  <p:txStyles>
    <p:titleStyle>
      <a:lvl1pPr algn="ctr" rtl="0" eaLnBrk="0" fontAlgn="base" hangingPunct="0">
        <a:spcBef>
          <a:spcPct val="0"/>
        </a:spcBef>
        <a:spcAft>
          <a:spcPct val="0"/>
        </a:spcAft>
        <a:defRPr sz="4400">
          <a:solidFill>
            <a:srgbClr val="004B91"/>
          </a:solidFill>
          <a:latin typeface="+mj-lt"/>
          <a:ea typeface="+mj-ea"/>
          <a:cs typeface="+mj-cs"/>
        </a:defRPr>
      </a:lvl1pPr>
      <a:lvl2pPr algn="ctr" rtl="0" eaLnBrk="0" fontAlgn="base" hangingPunct="0">
        <a:spcBef>
          <a:spcPct val="0"/>
        </a:spcBef>
        <a:spcAft>
          <a:spcPct val="0"/>
        </a:spcAft>
        <a:defRPr sz="4400">
          <a:solidFill>
            <a:srgbClr val="004B91"/>
          </a:solidFill>
          <a:latin typeface="Tahoma" pitchFamily="34" charset="0"/>
        </a:defRPr>
      </a:lvl2pPr>
      <a:lvl3pPr algn="ctr" rtl="0" eaLnBrk="0" fontAlgn="base" hangingPunct="0">
        <a:spcBef>
          <a:spcPct val="0"/>
        </a:spcBef>
        <a:spcAft>
          <a:spcPct val="0"/>
        </a:spcAft>
        <a:defRPr sz="4400">
          <a:solidFill>
            <a:srgbClr val="004B91"/>
          </a:solidFill>
          <a:latin typeface="Tahoma" pitchFamily="34" charset="0"/>
        </a:defRPr>
      </a:lvl3pPr>
      <a:lvl4pPr algn="ctr" rtl="0" eaLnBrk="0" fontAlgn="base" hangingPunct="0">
        <a:spcBef>
          <a:spcPct val="0"/>
        </a:spcBef>
        <a:spcAft>
          <a:spcPct val="0"/>
        </a:spcAft>
        <a:defRPr sz="4400">
          <a:solidFill>
            <a:srgbClr val="004B91"/>
          </a:solidFill>
          <a:latin typeface="Tahoma" pitchFamily="34" charset="0"/>
        </a:defRPr>
      </a:lvl4pPr>
      <a:lvl5pPr algn="ctr" rtl="0" eaLnBrk="0" fontAlgn="base" hangingPunct="0">
        <a:spcBef>
          <a:spcPct val="0"/>
        </a:spcBef>
        <a:spcAft>
          <a:spcPct val="0"/>
        </a:spcAft>
        <a:defRPr sz="4400">
          <a:solidFill>
            <a:srgbClr val="004B91"/>
          </a:solidFill>
          <a:latin typeface="Tahoma" pitchFamily="34" charset="0"/>
        </a:defRPr>
      </a:lvl5pPr>
      <a:lvl6pPr marL="457200" algn="ctr" rtl="0" fontAlgn="base">
        <a:spcBef>
          <a:spcPct val="0"/>
        </a:spcBef>
        <a:spcAft>
          <a:spcPct val="0"/>
        </a:spcAft>
        <a:defRPr sz="4400">
          <a:solidFill>
            <a:srgbClr val="004B91"/>
          </a:solidFill>
          <a:latin typeface="Tahoma" pitchFamily="34" charset="0"/>
        </a:defRPr>
      </a:lvl6pPr>
      <a:lvl7pPr marL="914400" algn="ctr" rtl="0" fontAlgn="base">
        <a:spcBef>
          <a:spcPct val="0"/>
        </a:spcBef>
        <a:spcAft>
          <a:spcPct val="0"/>
        </a:spcAft>
        <a:defRPr sz="4400">
          <a:solidFill>
            <a:srgbClr val="004B91"/>
          </a:solidFill>
          <a:latin typeface="Tahoma" pitchFamily="34" charset="0"/>
        </a:defRPr>
      </a:lvl7pPr>
      <a:lvl8pPr marL="1371600" algn="ctr" rtl="0" fontAlgn="base">
        <a:spcBef>
          <a:spcPct val="0"/>
        </a:spcBef>
        <a:spcAft>
          <a:spcPct val="0"/>
        </a:spcAft>
        <a:defRPr sz="4400">
          <a:solidFill>
            <a:srgbClr val="004B91"/>
          </a:solidFill>
          <a:latin typeface="Tahoma" pitchFamily="34" charset="0"/>
        </a:defRPr>
      </a:lvl8pPr>
      <a:lvl9pPr marL="1828800" algn="ctr" rtl="0" fontAlgn="base">
        <a:spcBef>
          <a:spcPct val="0"/>
        </a:spcBef>
        <a:spcAft>
          <a:spcPct val="0"/>
        </a:spcAft>
        <a:defRPr sz="4400">
          <a:solidFill>
            <a:srgbClr val="004B91"/>
          </a:solidFill>
          <a:latin typeface="Tahoma" pitchFamily="34" charset="0"/>
        </a:defRPr>
      </a:lvl9pPr>
    </p:titleStyle>
    <p:bodyStyle>
      <a:lvl1pPr marL="342900" indent="-342900" algn="l" rtl="0" eaLnBrk="0" fontAlgn="base" hangingPunct="0">
        <a:spcBef>
          <a:spcPct val="20000"/>
        </a:spcBef>
        <a:spcAft>
          <a:spcPct val="0"/>
        </a:spcAft>
        <a:buClr>
          <a:srgbClr val="004B91"/>
        </a:buClr>
        <a:buFont typeface="Wingdings" pitchFamily="2" charset="2"/>
        <a:buChar char="§"/>
        <a:defRPr sz="3200">
          <a:solidFill>
            <a:srgbClr val="000000"/>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a:solidFill>
            <a:srgbClr val="000000"/>
          </a:solidFill>
          <a:effectLst>
            <a:outerShdw blurRad="38100" dist="38100" dir="2700000" algn="tl">
              <a:srgbClr val="FFFFFF"/>
            </a:outerShdw>
          </a:effectLst>
          <a:latin typeface="+mn-lt"/>
        </a:defRPr>
      </a:lvl2pPr>
      <a:lvl3pPr marL="1143000" indent="-228600" algn="l" rtl="0" eaLnBrk="0" fontAlgn="base" hangingPunct="0">
        <a:spcBef>
          <a:spcPct val="20000"/>
        </a:spcBef>
        <a:spcAft>
          <a:spcPct val="0"/>
        </a:spcAft>
        <a:buClr>
          <a:srgbClr val="004B91"/>
        </a:buClr>
        <a:buFont typeface="Wingdings" pitchFamily="2" charset="2"/>
        <a:buChar char="§"/>
        <a:defRPr sz="2400">
          <a:solidFill>
            <a:srgbClr val="000000"/>
          </a:solidFill>
          <a:effectLst>
            <a:outerShdw blurRad="38100" dist="38100" dir="2700000" algn="tl">
              <a:srgbClr val="FFFFFF"/>
            </a:outerShdw>
          </a:effectLst>
          <a:latin typeface="+mn-lt"/>
        </a:defRPr>
      </a:lvl3pPr>
      <a:lvl4pPr marL="1600200" indent="-228600" algn="l" rtl="0" eaLnBrk="0" fontAlgn="base" hangingPunct="0">
        <a:spcBef>
          <a:spcPct val="20000"/>
        </a:spcBef>
        <a:spcAft>
          <a:spcPct val="0"/>
        </a:spcAft>
        <a:buChar char="–"/>
        <a:defRPr sz="2000">
          <a:solidFill>
            <a:srgbClr val="000000"/>
          </a:solidFill>
          <a:effectLst>
            <a:outerShdw blurRad="38100" dist="38100" dir="2700000" algn="tl">
              <a:srgbClr val="FFFFFF"/>
            </a:outerShdw>
          </a:effectLst>
          <a:latin typeface="+mn-lt"/>
        </a:defRPr>
      </a:lvl4pPr>
      <a:lvl5pPr marL="2057400" indent="-228600" algn="l" rtl="0" eaLnBrk="0" fontAlgn="base" hangingPunct="0">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5pPr>
      <a:lvl6pPr marL="25146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6pPr>
      <a:lvl7pPr marL="29718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7pPr>
      <a:lvl8pPr marL="34290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8pPr>
      <a:lvl9pPr marL="38862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0">
              <a:srgbClr val="00AEEF"/>
            </a:gs>
            <a:gs pos="100000">
              <a:schemeClr val="tx1"/>
            </a:gs>
          </a:gsLst>
          <a:lin ang="5400000" scaled="1"/>
        </a:gradFill>
        <a:effectLst/>
      </p:bgPr>
    </p:bg>
    <p:spTree>
      <p:nvGrpSpPr>
        <p:cNvPr id="1" name=""/>
        <p:cNvGrpSpPr/>
        <p:nvPr/>
      </p:nvGrpSpPr>
      <p:grpSpPr>
        <a:xfrm>
          <a:off x="0" y="0"/>
          <a:ext cx="0" cy="0"/>
          <a:chOff x="0" y="0"/>
          <a:chExt cx="0" cy="0"/>
        </a:xfrm>
      </p:grpSpPr>
      <p:sp>
        <p:nvSpPr>
          <p:cNvPr id="3074" name="Rectangle 2"/>
          <p:cNvSpPr>
            <a:spLocks noGrp="1" noRot="1" noChangeArrowheads="1"/>
          </p:cNvSpPr>
          <p:nvPr>
            <p:ph type="title"/>
          </p:nvPr>
        </p:nvSpPr>
        <p:spPr bwMode="auto">
          <a:xfrm>
            <a:off x="301625" y="228600"/>
            <a:ext cx="8510588" cy="1325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3075" name="Rectangle 3"/>
          <p:cNvSpPr>
            <a:spLocks noGrp="1" noRot="1" noChangeArrowheads="1"/>
          </p:cNvSpPr>
          <p:nvPr>
            <p:ph type="body" idx="1"/>
          </p:nvPr>
        </p:nvSpPr>
        <p:spPr bwMode="auto">
          <a:xfrm>
            <a:off x="301625" y="1676400"/>
            <a:ext cx="8540750" cy="44227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p:txBody>
      </p:sp>
      <p:pic>
        <p:nvPicPr>
          <p:cNvPr id="3076" name="Picture 6" descr="puritybar_blue"/>
          <p:cNvPicPr>
            <a:picLocks noChangeAspect="1" noChangeArrowheads="1"/>
          </p:cNvPicPr>
          <p:nvPr userDrawn="1"/>
        </p:nvPicPr>
        <p:blipFill>
          <a:blip r:embed="rId13" cstate="print">
            <a:clrChange>
              <a:clrFrom>
                <a:srgbClr val="FFFFFF"/>
              </a:clrFrom>
              <a:clrTo>
                <a:srgbClr val="FFFFFF">
                  <a:alpha val="0"/>
                </a:srgbClr>
              </a:clrTo>
            </a:clrChange>
          </a:blip>
          <a:srcRect/>
          <a:stretch>
            <a:fillRect/>
          </a:stretch>
        </p:blipFill>
        <p:spPr bwMode="auto">
          <a:xfrm>
            <a:off x="0" y="5486400"/>
            <a:ext cx="9144000" cy="1371600"/>
          </a:xfrm>
          <a:prstGeom prst="rect">
            <a:avLst/>
          </a:prstGeom>
          <a:noFill/>
          <a:ln w="9525">
            <a:noFill/>
            <a:miter lim="800000"/>
            <a:headEnd/>
            <a:tailEnd/>
          </a:ln>
        </p:spPr>
      </p:pic>
      <p:sp>
        <p:nvSpPr>
          <p:cNvPr id="57351" name="Rectangle 7"/>
          <p:cNvSpPr>
            <a:spLocks noGrp="1" noChangeArrowheads="1"/>
          </p:cNvSpPr>
          <p:nvPr>
            <p:ph type="sldNum" sz="quarter" idx="4"/>
          </p:nvPr>
        </p:nvSpPr>
        <p:spPr bwMode="auto">
          <a:xfrm>
            <a:off x="301625" y="6248400"/>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latin typeface="+mj-lt"/>
              </a:defRPr>
            </a:lvl1pPr>
          </a:lstStyle>
          <a:p>
            <a:pPr>
              <a:defRPr/>
            </a:pPr>
            <a:endParaRPr lang="en-US" dirty="0"/>
          </a:p>
          <a:p>
            <a:pPr>
              <a:defRPr/>
            </a:pPr>
            <a:fld id="{81D295AD-1B46-4CDD-ABD9-29FA8E1B129E}" type="slidenum">
              <a:rPr lang="en-US"/>
              <a:pPr>
                <a:defRPr/>
              </a:pPr>
              <a:t>‹#›</a:t>
            </a:fld>
            <a:endParaRPr lang="en-US" dirty="0"/>
          </a:p>
        </p:txBody>
      </p:sp>
    </p:spTree>
  </p:cSld>
  <p:clrMap bg1="dk2" tx1="lt1" bg2="dk1" tx2="lt2" accent1="accent1" accent2="accent2" accent3="accent3" accent4="accent4" accent5="accent5" accent6="accent6" hlink="hlink" folHlink="folHlink"/>
  <p:sldLayoutIdLst>
    <p:sldLayoutId id="2147484496" r:id="rId1"/>
    <p:sldLayoutId id="2147484497" r:id="rId2"/>
    <p:sldLayoutId id="2147484498" r:id="rId3"/>
    <p:sldLayoutId id="2147484499" r:id="rId4"/>
    <p:sldLayoutId id="2147484500" r:id="rId5"/>
    <p:sldLayoutId id="2147484501" r:id="rId6"/>
    <p:sldLayoutId id="2147484502" r:id="rId7"/>
    <p:sldLayoutId id="2147484503" r:id="rId8"/>
    <p:sldLayoutId id="2147484504" r:id="rId9"/>
    <p:sldLayoutId id="2147484505" r:id="rId10"/>
    <p:sldLayoutId id="2147484506" r:id="rId11"/>
  </p:sldLayoutIdLst>
  <p:hf hdr="0" ftr="0" dt="0"/>
  <p:txStyles>
    <p:titleStyle>
      <a:lvl1pPr algn="ctr" rtl="0" eaLnBrk="0" fontAlgn="base" hangingPunct="0">
        <a:spcBef>
          <a:spcPct val="0"/>
        </a:spcBef>
        <a:spcAft>
          <a:spcPct val="0"/>
        </a:spcAft>
        <a:defRPr sz="4400">
          <a:solidFill>
            <a:srgbClr val="004B91"/>
          </a:solidFill>
          <a:latin typeface="+mj-lt"/>
          <a:ea typeface="+mj-ea"/>
          <a:cs typeface="+mj-cs"/>
        </a:defRPr>
      </a:lvl1pPr>
      <a:lvl2pPr algn="ctr" rtl="0" eaLnBrk="0" fontAlgn="base" hangingPunct="0">
        <a:spcBef>
          <a:spcPct val="0"/>
        </a:spcBef>
        <a:spcAft>
          <a:spcPct val="0"/>
        </a:spcAft>
        <a:defRPr sz="4400">
          <a:solidFill>
            <a:srgbClr val="004B91"/>
          </a:solidFill>
          <a:latin typeface="Tahoma" pitchFamily="34" charset="0"/>
        </a:defRPr>
      </a:lvl2pPr>
      <a:lvl3pPr algn="ctr" rtl="0" eaLnBrk="0" fontAlgn="base" hangingPunct="0">
        <a:spcBef>
          <a:spcPct val="0"/>
        </a:spcBef>
        <a:spcAft>
          <a:spcPct val="0"/>
        </a:spcAft>
        <a:defRPr sz="4400">
          <a:solidFill>
            <a:srgbClr val="004B91"/>
          </a:solidFill>
          <a:latin typeface="Tahoma" pitchFamily="34" charset="0"/>
        </a:defRPr>
      </a:lvl3pPr>
      <a:lvl4pPr algn="ctr" rtl="0" eaLnBrk="0" fontAlgn="base" hangingPunct="0">
        <a:spcBef>
          <a:spcPct val="0"/>
        </a:spcBef>
        <a:spcAft>
          <a:spcPct val="0"/>
        </a:spcAft>
        <a:defRPr sz="4400">
          <a:solidFill>
            <a:srgbClr val="004B91"/>
          </a:solidFill>
          <a:latin typeface="Tahoma" pitchFamily="34" charset="0"/>
        </a:defRPr>
      </a:lvl4pPr>
      <a:lvl5pPr algn="ctr" rtl="0" eaLnBrk="0" fontAlgn="base" hangingPunct="0">
        <a:spcBef>
          <a:spcPct val="0"/>
        </a:spcBef>
        <a:spcAft>
          <a:spcPct val="0"/>
        </a:spcAft>
        <a:defRPr sz="4400">
          <a:solidFill>
            <a:srgbClr val="004B91"/>
          </a:solidFill>
          <a:latin typeface="Tahoma" pitchFamily="34" charset="0"/>
        </a:defRPr>
      </a:lvl5pPr>
      <a:lvl6pPr marL="457200" algn="ctr" rtl="0" fontAlgn="base">
        <a:spcBef>
          <a:spcPct val="0"/>
        </a:spcBef>
        <a:spcAft>
          <a:spcPct val="0"/>
        </a:spcAft>
        <a:defRPr sz="4400">
          <a:solidFill>
            <a:srgbClr val="004B91"/>
          </a:solidFill>
          <a:latin typeface="Tahoma" pitchFamily="34" charset="0"/>
        </a:defRPr>
      </a:lvl6pPr>
      <a:lvl7pPr marL="914400" algn="ctr" rtl="0" fontAlgn="base">
        <a:spcBef>
          <a:spcPct val="0"/>
        </a:spcBef>
        <a:spcAft>
          <a:spcPct val="0"/>
        </a:spcAft>
        <a:defRPr sz="4400">
          <a:solidFill>
            <a:srgbClr val="004B91"/>
          </a:solidFill>
          <a:latin typeface="Tahoma" pitchFamily="34" charset="0"/>
        </a:defRPr>
      </a:lvl7pPr>
      <a:lvl8pPr marL="1371600" algn="ctr" rtl="0" fontAlgn="base">
        <a:spcBef>
          <a:spcPct val="0"/>
        </a:spcBef>
        <a:spcAft>
          <a:spcPct val="0"/>
        </a:spcAft>
        <a:defRPr sz="4400">
          <a:solidFill>
            <a:srgbClr val="004B91"/>
          </a:solidFill>
          <a:latin typeface="Tahoma" pitchFamily="34" charset="0"/>
        </a:defRPr>
      </a:lvl8pPr>
      <a:lvl9pPr marL="1828800" algn="ctr" rtl="0" fontAlgn="base">
        <a:spcBef>
          <a:spcPct val="0"/>
        </a:spcBef>
        <a:spcAft>
          <a:spcPct val="0"/>
        </a:spcAft>
        <a:defRPr sz="4400">
          <a:solidFill>
            <a:srgbClr val="004B91"/>
          </a:solidFill>
          <a:latin typeface="Tahoma" pitchFamily="34" charset="0"/>
        </a:defRPr>
      </a:lvl9pPr>
    </p:titleStyle>
    <p:bodyStyle>
      <a:lvl1pPr marL="342900" indent="-342900" algn="l" rtl="0" eaLnBrk="0" fontAlgn="base" hangingPunct="0">
        <a:spcBef>
          <a:spcPct val="20000"/>
        </a:spcBef>
        <a:spcAft>
          <a:spcPct val="0"/>
        </a:spcAft>
        <a:buClr>
          <a:srgbClr val="004B91"/>
        </a:buClr>
        <a:buFont typeface="Wingdings" pitchFamily="2" charset="2"/>
        <a:defRPr sz="3200">
          <a:solidFill>
            <a:srgbClr val="000000"/>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a:solidFill>
            <a:srgbClr val="000000"/>
          </a:solidFill>
          <a:effectLst>
            <a:outerShdw blurRad="38100" dist="38100" dir="2700000" algn="tl">
              <a:srgbClr val="FFFFFF"/>
            </a:outerShdw>
          </a:effectLst>
          <a:latin typeface="+mn-lt"/>
        </a:defRPr>
      </a:lvl2pPr>
      <a:lvl3pPr marL="1143000" indent="-228600" algn="l" rtl="0" eaLnBrk="0" fontAlgn="base" hangingPunct="0">
        <a:spcBef>
          <a:spcPct val="20000"/>
        </a:spcBef>
        <a:spcAft>
          <a:spcPct val="0"/>
        </a:spcAft>
        <a:buClr>
          <a:srgbClr val="004B91"/>
        </a:buClr>
        <a:buFont typeface="Wingdings" pitchFamily="2" charset="2"/>
        <a:buChar char="§"/>
        <a:defRPr sz="2400">
          <a:solidFill>
            <a:srgbClr val="000000"/>
          </a:solidFill>
          <a:effectLst>
            <a:outerShdw blurRad="38100" dist="38100" dir="2700000" algn="tl">
              <a:srgbClr val="FFFFFF"/>
            </a:outerShdw>
          </a:effectLst>
          <a:latin typeface="+mn-lt"/>
        </a:defRPr>
      </a:lvl3pPr>
      <a:lvl4pPr marL="1600200" indent="-228600" algn="l" rtl="0" eaLnBrk="0" fontAlgn="base" hangingPunct="0">
        <a:spcBef>
          <a:spcPct val="20000"/>
        </a:spcBef>
        <a:spcAft>
          <a:spcPct val="0"/>
        </a:spcAft>
        <a:buChar char="–"/>
        <a:defRPr sz="2000">
          <a:solidFill>
            <a:srgbClr val="000000"/>
          </a:solidFill>
          <a:effectLst>
            <a:outerShdw blurRad="38100" dist="38100" dir="2700000" algn="tl">
              <a:srgbClr val="FFFFFF"/>
            </a:outerShdw>
          </a:effectLst>
          <a:latin typeface="+mn-lt"/>
        </a:defRPr>
      </a:lvl4pPr>
      <a:lvl5pPr marL="2057400" indent="-228600" algn="l" rtl="0" eaLnBrk="0" fontAlgn="base" hangingPunct="0">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5pPr>
      <a:lvl6pPr marL="25146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6pPr>
      <a:lvl7pPr marL="29718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7pPr>
      <a:lvl8pPr marL="34290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8pPr>
      <a:lvl9pPr marL="38862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0">
              <a:srgbClr val="C1D82F"/>
            </a:gs>
            <a:gs pos="100000">
              <a:schemeClr val="tx1"/>
            </a:gs>
          </a:gsLst>
          <a:lin ang="5400000" scaled="1"/>
        </a:gradFill>
        <a:effectLst/>
      </p:bgPr>
    </p:bg>
    <p:spTree>
      <p:nvGrpSpPr>
        <p:cNvPr id="1" name=""/>
        <p:cNvGrpSpPr/>
        <p:nvPr/>
      </p:nvGrpSpPr>
      <p:grpSpPr>
        <a:xfrm>
          <a:off x="0" y="0"/>
          <a:ext cx="0" cy="0"/>
          <a:chOff x="0" y="0"/>
          <a:chExt cx="0" cy="0"/>
        </a:xfrm>
      </p:grpSpPr>
      <p:sp>
        <p:nvSpPr>
          <p:cNvPr id="4098" name="Rectangle 2"/>
          <p:cNvSpPr>
            <a:spLocks noGrp="1" noRot="1" noChangeArrowheads="1"/>
          </p:cNvSpPr>
          <p:nvPr>
            <p:ph type="title"/>
          </p:nvPr>
        </p:nvSpPr>
        <p:spPr bwMode="auto">
          <a:xfrm>
            <a:off x="301625" y="228600"/>
            <a:ext cx="8510588" cy="1325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4099" name="Rectangle 3"/>
          <p:cNvSpPr>
            <a:spLocks noGrp="1" noRot="1" noChangeArrowheads="1"/>
          </p:cNvSpPr>
          <p:nvPr>
            <p:ph type="body" idx="1"/>
          </p:nvPr>
        </p:nvSpPr>
        <p:spPr bwMode="auto">
          <a:xfrm>
            <a:off x="301625" y="1676400"/>
            <a:ext cx="8540750" cy="44227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p:txBody>
      </p:sp>
      <p:sp>
        <p:nvSpPr>
          <p:cNvPr id="48132" name="Rectangle 4"/>
          <p:cNvSpPr>
            <a:spLocks noGrp="1" noChangeArrowheads="1"/>
          </p:cNvSpPr>
          <p:nvPr>
            <p:ph type="sldNum" sz="quarter" idx="4"/>
          </p:nvPr>
        </p:nvSpPr>
        <p:spPr bwMode="auto">
          <a:xfrm>
            <a:off x="304800" y="6248400"/>
            <a:ext cx="22860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000">
                <a:solidFill>
                  <a:srgbClr val="000000"/>
                </a:solidFill>
                <a:effectLst>
                  <a:outerShdw blurRad="38100" dist="38100" dir="2700000" algn="tl">
                    <a:srgbClr val="FFFFFF"/>
                  </a:outerShdw>
                </a:effectLst>
                <a:latin typeface="+mj-lt"/>
              </a:defRPr>
            </a:lvl1pPr>
          </a:lstStyle>
          <a:p>
            <a:pPr>
              <a:defRPr/>
            </a:pPr>
            <a:fld id="{5C45B842-8035-41E5-8D6B-CAB9FAC33155}" type="slidenum">
              <a:rPr lang="en-US"/>
              <a:pPr>
                <a:defRPr/>
              </a:pPr>
              <a:t>‹#›</a:t>
            </a:fld>
            <a:endParaRPr lang="en-US" dirty="0"/>
          </a:p>
        </p:txBody>
      </p:sp>
      <p:pic>
        <p:nvPicPr>
          <p:cNvPr id="4101" name="Picture 5" descr="half dropleaf"/>
          <p:cNvPicPr>
            <a:picLocks noChangeAspect="1" noChangeArrowheads="1"/>
          </p:cNvPicPr>
          <p:nvPr userDrawn="1"/>
        </p:nvPicPr>
        <p:blipFill>
          <a:blip r:embed="rId13" cstate="print">
            <a:clrChange>
              <a:clrFrom>
                <a:srgbClr val="FFFFFF"/>
              </a:clrFrom>
              <a:clrTo>
                <a:srgbClr val="FFFFFF">
                  <a:alpha val="0"/>
                </a:srgbClr>
              </a:clrTo>
            </a:clrChange>
          </a:blip>
          <a:srcRect/>
          <a:stretch>
            <a:fillRect/>
          </a:stretch>
        </p:blipFill>
        <p:spPr bwMode="auto">
          <a:xfrm>
            <a:off x="8139113" y="4041775"/>
            <a:ext cx="1004887" cy="2816225"/>
          </a:xfrm>
          <a:prstGeom prst="rect">
            <a:avLst/>
          </a:prstGeom>
          <a:noFill/>
          <a:ln w="9525">
            <a:noFill/>
            <a:miter lim="800000"/>
            <a:headEnd/>
            <a:tailEnd/>
          </a:ln>
        </p:spPr>
      </p:pic>
    </p:spTree>
  </p:cSld>
  <p:clrMap bg1="dk2" tx1="lt1" bg2="dk1" tx2="lt2" accent1="accent1" accent2="accent2" accent3="accent3" accent4="accent4" accent5="accent5" accent6="accent6" hlink="hlink" folHlink="folHlink"/>
  <p:sldLayoutIdLst>
    <p:sldLayoutId id="2147484507" r:id="rId1"/>
    <p:sldLayoutId id="2147484485" r:id="rId2"/>
    <p:sldLayoutId id="2147484486" r:id="rId3"/>
    <p:sldLayoutId id="2147484487" r:id="rId4"/>
    <p:sldLayoutId id="2147484488" r:id="rId5"/>
    <p:sldLayoutId id="2147484489" r:id="rId6"/>
    <p:sldLayoutId id="2147484490" r:id="rId7"/>
    <p:sldLayoutId id="2147484491" r:id="rId8"/>
    <p:sldLayoutId id="2147484492" r:id="rId9"/>
    <p:sldLayoutId id="2147484493" r:id="rId10"/>
    <p:sldLayoutId id="2147484494" r:id="rId11"/>
  </p:sldLayoutIdLst>
  <p:hf hdr="0" ftr="0" dt="0"/>
  <p:txStyles>
    <p:titleStyle>
      <a:lvl1pPr algn="ctr" rtl="0" eaLnBrk="0" fontAlgn="base" hangingPunct="0">
        <a:spcBef>
          <a:spcPct val="0"/>
        </a:spcBef>
        <a:spcAft>
          <a:spcPct val="0"/>
        </a:spcAft>
        <a:defRPr sz="4400">
          <a:solidFill>
            <a:srgbClr val="004B91"/>
          </a:solidFill>
          <a:latin typeface="+mj-lt"/>
          <a:ea typeface="+mj-ea"/>
          <a:cs typeface="+mj-cs"/>
        </a:defRPr>
      </a:lvl1pPr>
      <a:lvl2pPr algn="ctr" rtl="0" eaLnBrk="0" fontAlgn="base" hangingPunct="0">
        <a:spcBef>
          <a:spcPct val="0"/>
        </a:spcBef>
        <a:spcAft>
          <a:spcPct val="0"/>
        </a:spcAft>
        <a:defRPr sz="4400">
          <a:solidFill>
            <a:srgbClr val="004B91"/>
          </a:solidFill>
          <a:latin typeface="Tahoma" pitchFamily="34" charset="0"/>
        </a:defRPr>
      </a:lvl2pPr>
      <a:lvl3pPr algn="ctr" rtl="0" eaLnBrk="0" fontAlgn="base" hangingPunct="0">
        <a:spcBef>
          <a:spcPct val="0"/>
        </a:spcBef>
        <a:spcAft>
          <a:spcPct val="0"/>
        </a:spcAft>
        <a:defRPr sz="4400">
          <a:solidFill>
            <a:srgbClr val="004B91"/>
          </a:solidFill>
          <a:latin typeface="Tahoma" pitchFamily="34" charset="0"/>
        </a:defRPr>
      </a:lvl3pPr>
      <a:lvl4pPr algn="ctr" rtl="0" eaLnBrk="0" fontAlgn="base" hangingPunct="0">
        <a:spcBef>
          <a:spcPct val="0"/>
        </a:spcBef>
        <a:spcAft>
          <a:spcPct val="0"/>
        </a:spcAft>
        <a:defRPr sz="4400">
          <a:solidFill>
            <a:srgbClr val="004B91"/>
          </a:solidFill>
          <a:latin typeface="Tahoma" pitchFamily="34" charset="0"/>
        </a:defRPr>
      </a:lvl4pPr>
      <a:lvl5pPr algn="ctr" rtl="0" eaLnBrk="0" fontAlgn="base" hangingPunct="0">
        <a:spcBef>
          <a:spcPct val="0"/>
        </a:spcBef>
        <a:spcAft>
          <a:spcPct val="0"/>
        </a:spcAft>
        <a:defRPr sz="4400">
          <a:solidFill>
            <a:srgbClr val="004B91"/>
          </a:solidFill>
          <a:latin typeface="Tahoma" pitchFamily="34" charset="0"/>
        </a:defRPr>
      </a:lvl5pPr>
      <a:lvl6pPr marL="457200" algn="ctr" rtl="0" fontAlgn="base">
        <a:spcBef>
          <a:spcPct val="0"/>
        </a:spcBef>
        <a:spcAft>
          <a:spcPct val="0"/>
        </a:spcAft>
        <a:defRPr sz="4400">
          <a:solidFill>
            <a:srgbClr val="004B91"/>
          </a:solidFill>
          <a:latin typeface="Tahoma" pitchFamily="34" charset="0"/>
        </a:defRPr>
      </a:lvl6pPr>
      <a:lvl7pPr marL="914400" algn="ctr" rtl="0" fontAlgn="base">
        <a:spcBef>
          <a:spcPct val="0"/>
        </a:spcBef>
        <a:spcAft>
          <a:spcPct val="0"/>
        </a:spcAft>
        <a:defRPr sz="4400">
          <a:solidFill>
            <a:srgbClr val="004B91"/>
          </a:solidFill>
          <a:latin typeface="Tahoma" pitchFamily="34" charset="0"/>
        </a:defRPr>
      </a:lvl7pPr>
      <a:lvl8pPr marL="1371600" algn="ctr" rtl="0" fontAlgn="base">
        <a:spcBef>
          <a:spcPct val="0"/>
        </a:spcBef>
        <a:spcAft>
          <a:spcPct val="0"/>
        </a:spcAft>
        <a:defRPr sz="4400">
          <a:solidFill>
            <a:srgbClr val="004B91"/>
          </a:solidFill>
          <a:latin typeface="Tahoma" pitchFamily="34" charset="0"/>
        </a:defRPr>
      </a:lvl8pPr>
      <a:lvl9pPr marL="1828800" algn="ctr" rtl="0" fontAlgn="base">
        <a:spcBef>
          <a:spcPct val="0"/>
        </a:spcBef>
        <a:spcAft>
          <a:spcPct val="0"/>
        </a:spcAft>
        <a:defRPr sz="4400">
          <a:solidFill>
            <a:srgbClr val="004B91"/>
          </a:solidFill>
          <a:latin typeface="Tahoma" pitchFamily="34" charset="0"/>
        </a:defRPr>
      </a:lvl9pPr>
    </p:titleStyle>
    <p:bodyStyle>
      <a:lvl1pPr marL="342900" indent="-342900" algn="l" rtl="0" eaLnBrk="0" fontAlgn="base" hangingPunct="0">
        <a:spcBef>
          <a:spcPct val="20000"/>
        </a:spcBef>
        <a:spcAft>
          <a:spcPct val="0"/>
        </a:spcAft>
        <a:buClr>
          <a:srgbClr val="004B91"/>
        </a:buClr>
        <a:buFont typeface="Wingdings" pitchFamily="2" charset="2"/>
        <a:defRPr sz="3200">
          <a:solidFill>
            <a:srgbClr val="000000"/>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a:solidFill>
            <a:srgbClr val="000000"/>
          </a:solidFill>
          <a:effectLst>
            <a:outerShdw blurRad="38100" dist="38100" dir="2700000" algn="tl">
              <a:srgbClr val="FFFFFF"/>
            </a:outerShdw>
          </a:effectLst>
          <a:latin typeface="+mn-lt"/>
        </a:defRPr>
      </a:lvl2pPr>
      <a:lvl3pPr marL="1143000" indent="-228600" algn="l" rtl="0" eaLnBrk="0" fontAlgn="base" hangingPunct="0">
        <a:spcBef>
          <a:spcPct val="20000"/>
        </a:spcBef>
        <a:spcAft>
          <a:spcPct val="0"/>
        </a:spcAft>
        <a:buClr>
          <a:srgbClr val="004B91"/>
        </a:buClr>
        <a:buFont typeface="Wingdings" pitchFamily="2" charset="2"/>
        <a:buChar char="§"/>
        <a:defRPr sz="2400">
          <a:solidFill>
            <a:srgbClr val="000000"/>
          </a:solidFill>
          <a:effectLst>
            <a:outerShdw blurRad="38100" dist="38100" dir="2700000" algn="tl">
              <a:srgbClr val="FFFFFF"/>
            </a:outerShdw>
          </a:effectLst>
          <a:latin typeface="+mn-lt"/>
        </a:defRPr>
      </a:lvl3pPr>
      <a:lvl4pPr marL="1600200" indent="-228600" algn="l" rtl="0" eaLnBrk="0" fontAlgn="base" hangingPunct="0">
        <a:spcBef>
          <a:spcPct val="20000"/>
        </a:spcBef>
        <a:spcAft>
          <a:spcPct val="0"/>
        </a:spcAft>
        <a:buChar char="–"/>
        <a:defRPr sz="2000">
          <a:solidFill>
            <a:srgbClr val="000000"/>
          </a:solidFill>
          <a:effectLst>
            <a:outerShdw blurRad="38100" dist="38100" dir="2700000" algn="tl">
              <a:srgbClr val="FFFFFF"/>
            </a:outerShdw>
          </a:effectLst>
          <a:latin typeface="+mn-lt"/>
        </a:defRPr>
      </a:lvl4pPr>
      <a:lvl5pPr marL="2057400" indent="-228600" algn="l" rtl="0" eaLnBrk="0" fontAlgn="base" hangingPunct="0">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5pPr>
      <a:lvl6pPr marL="25146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6pPr>
      <a:lvl7pPr marL="29718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7pPr>
      <a:lvl8pPr marL="34290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8pPr>
      <a:lvl9pPr marL="38862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0">
              <a:srgbClr val="00AEEF"/>
            </a:gs>
            <a:gs pos="100000">
              <a:schemeClr val="bg1"/>
            </a:gs>
          </a:gsLst>
          <a:lin ang="5400000" scaled="1"/>
        </a:gra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bwMode="auto">
          <a:xfrm>
            <a:off x="301625" y="274638"/>
            <a:ext cx="8510588"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5123" name="Rectangle 3"/>
          <p:cNvSpPr>
            <a:spLocks noGrp="1" noChangeArrowheads="1"/>
          </p:cNvSpPr>
          <p:nvPr>
            <p:ph type="body" idx="1"/>
          </p:nvPr>
        </p:nvSpPr>
        <p:spPr bwMode="auto">
          <a:xfrm>
            <a:off x="301625" y="1600200"/>
            <a:ext cx="8537575"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39942" name="Rectangle 6"/>
          <p:cNvSpPr>
            <a:spLocks noGrp="1" noChangeArrowheads="1"/>
          </p:cNvSpPr>
          <p:nvPr>
            <p:ph type="sldNum" sz="quarter" idx="4"/>
          </p:nvPr>
        </p:nvSpPr>
        <p:spPr bwMode="auto">
          <a:xfrm>
            <a:off x="301625" y="6248400"/>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solidFill>
                  <a:srgbClr val="000000"/>
                </a:solidFill>
                <a:latin typeface="+mj-lt"/>
              </a:defRPr>
            </a:lvl1pPr>
          </a:lstStyle>
          <a:p>
            <a:pPr>
              <a:defRPr/>
            </a:pPr>
            <a:endParaRPr lang="en-US" dirty="0"/>
          </a:p>
          <a:p>
            <a:pPr>
              <a:defRPr/>
            </a:pPr>
            <a:fld id="{0F63AD39-EC44-49BA-8477-646FE97F0F4E}" type="slidenum">
              <a:rPr lang="en-US"/>
              <a:pPr>
                <a:defRPr/>
              </a:pPr>
              <a:t>‹#›</a:t>
            </a:fld>
            <a:endParaRPr lang="en-US" dirty="0"/>
          </a:p>
        </p:txBody>
      </p:sp>
      <p:pic>
        <p:nvPicPr>
          <p:cNvPr id="5125" name="Picture 9" descr="LoudounWater_RGB"/>
          <p:cNvPicPr>
            <a:picLocks noChangeAspect="1" noChangeArrowheads="1"/>
          </p:cNvPicPr>
          <p:nvPr userDrawn="1"/>
        </p:nvPicPr>
        <p:blipFill>
          <a:blip r:embed="rId13" cstate="print"/>
          <a:srcRect/>
          <a:stretch>
            <a:fillRect/>
          </a:stretch>
        </p:blipFill>
        <p:spPr bwMode="auto">
          <a:xfrm>
            <a:off x="6172200" y="6251575"/>
            <a:ext cx="2663825" cy="412750"/>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4508" r:id="rId1"/>
    <p:sldLayoutId id="2147484509" r:id="rId2"/>
    <p:sldLayoutId id="2147484510" r:id="rId3"/>
    <p:sldLayoutId id="2147484511" r:id="rId4"/>
    <p:sldLayoutId id="2147484512" r:id="rId5"/>
    <p:sldLayoutId id="2147484513" r:id="rId6"/>
    <p:sldLayoutId id="2147484514" r:id="rId7"/>
    <p:sldLayoutId id="2147484515" r:id="rId8"/>
    <p:sldLayoutId id="2147484516" r:id="rId9"/>
    <p:sldLayoutId id="2147484517" r:id="rId10"/>
    <p:sldLayoutId id="2147484518" r:id="rId11"/>
  </p:sldLayoutIdLst>
  <p:hf hdr="0" ftr="0" dt="0"/>
  <p:txStyles>
    <p:titleStyle>
      <a:lvl1pPr algn="ctr" rtl="0" eaLnBrk="0" fontAlgn="base" hangingPunct="0">
        <a:spcBef>
          <a:spcPct val="0"/>
        </a:spcBef>
        <a:spcAft>
          <a:spcPct val="0"/>
        </a:spcAft>
        <a:defRPr sz="4400">
          <a:solidFill>
            <a:srgbClr val="004B91"/>
          </a:solidFill>
          <a:latin typeface="+mj-lt"/>
          <a:ea typeface="+mj-ea"/>
          <a:cs typeface="+mj-cs"/>
        </a:defRPr>
      </a:lvl1pPr>
      <a:lvl2pPr algn="ctr" rtl="0" eaLnBrk="0" fontAlgn="base" hangingPunct="0">
        <a:spcBef>
          <a:spcPct val="0"/>
        </a:spcBef>
        <a:spcAft>
          <a:spcPct val="0"/>
        </a:spcAft>
        <a:defRPr sz="4400">
          <a:solidFill>
            <a:srgbClr val="004B91"/>
          </a:solidFill>
          <a:latin typeface="Tahoma" pitchFamily="34" charset="0"/>
        </a:defRPr>
      </a:lvl2pPr>
      <a:lvl3pPr algn="ctr" rtl="0" eaLnBrk="0" fontAlgn="base" hangingPunct="0">
        <a:spcBef>
          <a:spcPct val="0"/>
        </a:spcBef>
        <a:spcAft>
          <a:spcPct val="0"/>
        </a:spcAft>
        <a:defRPr sz="4400">
          <a:solidFill>
            <a:srgbClr val="004B91"/>
          </a:solidFill>
          <a:latin typeface="Tahoma" pitchFamily="34" charset="0"/>
        </a:defRPr>
      </a:lvl3pPr>
      <a:lvl4pPr algn="ctr" rtl="0" eaLnBrk="0" fontAlgn="base" hangingPunct="0">
        <a:spcBef>
          <a:spcPct val="0"/>
        </a:spcBef>
        <a:spcAft>
          <a:spcPct val="0"/>
        </a:spcAft>
        <a:defRPr sz="4400">
          <a:solidFill>
            <a:srgbClr val="004B91"/>
          </a:solidFill>
          <a:latin typeface="Tahoma" pitchFamily="34" charset="0"/>
        </a:defRPr>
      </a:lvl4pPr>
      <a:lvl5pPr algn="ctr" rtl="0" eaLnBrk="0" fontAlgn="base" hangingPunct="0">
        <a:spcBef>
          <a:spcPct val="0"/>
        </a:spcBef>
        <a:spcAft>
          <a:spcPct val="0"/>
        </a:spcAft>
        <a:defRPr sz="4400">
          <a:solidFill>
            <a:srgbClr val="004B91"/>
          </a:solidFill>
          <a:latin typeface="Tahoma" pitchFamily="34" charset="0"/>
        </a:defRPr>
      </a:lvl5pPr>
      <a:lvl6pPr marL="457200" algn="ctr" rtl="0" fontAlgn="base">
        <a:spcBef>
          <a:spcPct val="0"/>
        </a:spcBef>
        <a:spcAft>
          <a:spcPct val="0"/>
        </a:spcAft>
        <a:defRPr sz="4400">
          <a:solidFill>
            <a:srgbClr val="004B91"/>
          </a:solidFill>
          <a:latin typeface="Tahoma" pitchFamily="34" charset="0"/>
        </a:defRPr>
      </a:lvl6pPr>
      <a:lvl7pPr marL="914400" algn="ctr" rtl="0" fontAlgn="base">
        <a:spcBef>
          <a:spcPct val="0"/>
        </a:spcBef>
        <a:spcAft>
          <a:spcPct val="0"/>
        </a:spcAft>
        <a:defRPr sz="4400">
          <a:solidFill>
            <a:srgbClr val="004B91"/>
          </a:solidFill>
          <a:latin typeface="Tahoma" pitchFamily="34" charset="0"/>
        </a:defRPr>
      </a:lvl7pPr>
      <a:lvl8pPr marL="1371600" algn="ctr" rtl="0" fontAlgn="base">
        <a:spcBef>
          <a:spcPct val="0"/>
        </a:spcBef>
        <a:spcAft>
          <a:spcPct val="0"/>
        </a:spcAft>
        <a:defRPr sz="4400">
          <a:solidFill>
            <a:srgbClr val="004B91"/>
          </a:solidFill>
          <a:latin typeface="Tahoma" pitchFamily="34" charset="0"/>
        </a:defRPr>
      </a:lvl8pPr>
      <a:lvl9pPr marL="1828800" algn="ctr" rtl="0" fontAlgn="base">
        <a:spcBef>
          <a:spcPct val="0"/>
        </a:spcBef>
        <a:spcAft>
          <a:spcPct val="0"/>
        </a:spcAft>
        <a:defRPr sz="4400">
          <a:solidFill>
            <a:srgbClr val="004B91"/>
          </a:solidFill>
          <a:latin typeface="Tahoma" pitchFamily="34" charset="0"/>
        </a:defRPr>
      </a:lvl9pPr>
    </p:titleStyle>
    <p:bodyStyle>
      <a:lvl1pPr marL="342900" indent="-342900" algn="l" rtl="0" eaLnBrk="0" fontAlgn="base" hangingPunct="0">
        <a:spcBef>
          <a:spcPct val="20000"/>
        </a:spcBef>
        <a:spcAft>
          <a:spcPct val="0"/>
        </a:spcAft>
        <a:buClr>
          <a:srgbClr val="004B91"/>
        </a:buClr>
        <a:buFont typeface="Wingdings"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lr>
          <a:srgbClr val="004B91"/>
        </a:buClr>
        <a:buFont typeface="Wingdings" pitchFamily="2" charset="2"/>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lr>
          <a:srgbClr val="004B91"/>
        </a:buClr>
        <a:buFont typeface="Wingdings" pitchFamily="2" charset="2"/>
        <a:buChar char="§"/>
        <a:defRPr sz="2000">
          <a:solidFill>
            <a:schemeClr val="tx1"/>
          </a:solidFill>
          <a:latin typeface="+mn-lt"/>
        </a:defRPr>
      </a:lvl5pPr>
      <a:lvl6pPr marL="2514600" indent="-228600" algn="l" rtl="0" fontAlgn="base">
        <a:spcBef>
          <a:spcPct val="20000"/>
        </a:spcBef>
        <a:spcAft>
          <a:spcPct val="0"/>
        </a:spcAft>
        <a:buClr>
          <a:srgbClr val="004B91"/>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rgbClr val="004B91"/>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rgbClr val="004B91"/>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rgbClr val="004B91"/>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0">
              <a:srgbClr val="C1D82F"/>
            </a:gs>
            <a:gs pos="100000">
              <a:schemeClr val="bg1"/>
            </a:gs>
          </a:gsLst>
          <a:lin ang="5400000" scaled="1"/>
        </a:gra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bwMode="auto">
          <a:xfrm>
            <a:off x="301625" y="274638"/>
            <a:ext cx="8510588"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6147" name="Rectangle 3"/>
          <p:cNvSpPr>
            <a:spLocks noGrp="1" noChangeArrowheads="1"/>
          </p:cNvSpPr>
          <p:nvPr>
            <p:ph type="body" idx="1"/>
          </p:nvPr>
        </p:nvSpPr>
        <p:spPr bwMode="auto">
          <a:xfrm>
            <a:off x="301625" y="1600200"/>
            <a:ext cx="8537575"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7108" name="Rectangle 4"/>
          <p:cNvSpPr>
            <a:spLocks noGrp="1" noChangeArrowheads="1"/>
          </p:cNvSpPr>
          <p:nvPr>
            <p:ph type="sldNum" sz="quarter" idx="4"/>
          </p:nvPr>
        </p:nvSpPr>
        <p:spPr bwMode="auto">
          <a:xfrm>
            <a:off x="301625" y="6248400"/>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latin typeface="+mj-lt"/>
              </a:defRPr>
            </a:lvl1pPr>
          </a:lstStyle>
          <a:p>
            <a:pPr>
              <a:defRPr/>
            </a:pPr>
            <a:endParaRPr lang="en-US" dirty="0"/>
          </a:p>
          <a:p>
            <a:pPr>
              <a:defRPr/>
            </a:pPr>
            <a:fld id="{A07D285A-EE5F-4824-BF0A-DBAED0B83E7C}" type="slidenum">
              <a:rPr lang="en-US"/>
              <a:pPr>
                <a:defRPr/>
              </a:pPr>
              <a:t>‹#›</a:t>
            </a:fld>
            <a:endParaRPr lang="en-US" dirty="0"/>
          </a:p>
        </p:txBody>
      </p:sp>
      <p:pic>
        <p:nvPicPr>
          <p:cNvPr id="6149" name="Picture 5" descr="LoudounWater_RGB"/>
          <p:cNvPicPr>
            <a:picLocks noChangeAspect="1" noChangeArrowheads="1"/>
          </p:cNvPicPr>
          <p:nvPr userDrawn="1"/>
        </p:nvPicPr>
        <p:blipFill>
          <a:blip r:embed="rId13" cstate="print"/>
          <a:srcRect/>
          <a:stretch>
            <a:fillRect/>
          </a:stretch>
        </p:blipFill>
        <p:spPr bwMode="auto">
          <a:xfrm>
            <a:off x="6172200" y="6251575"/>
            <a:ext cx="2663825" cy="412750"/>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4519" r:id="rId1"/>
    <p:sldLayoutId id="2147484520" r:id="rId2"/>
    <p:sldLayoutId id="2147484521" r:id="rId3"/>
    <p:sldLayoutId id="2147484522" r:id="rId4"/>
    <p:sldLayoutId id="2147484523" r:id="rId5"/>
    <p:sldLayoutId id="2147484524" r:id="rId6"/>
    <p:sldLayoutId id="2147484525" r:id="rId7"/>
    <p:sldLayoutId id="2147484526" r:id="rId8"/>
    <p:sldLayoutId id="2147484527" r:id="rId9"/>
    <p:sldLayoutId id="2147484528" r:id="rId10"/>
    <p:sldLayoutId id="2147484529" r:id="rId11"/>
  </p:sldLayoutIdLst>
  <p:hf hdr="0" ftr="0" dt="0"/>
  <p:txStyles>
    <p:titleStyle>
      <a:lvl1pPr algn="ctr" rtl="0" eaLnBrk="0" fontAlgn="base" hangingPunct="0">
        <a:spcBef>
          <a:spcPct val="0"/>
        </a:spcBef>
        <a:spcAft>
          <a:spcPct val="0"/>
        </a:spcAft>
        <a:defRPr sz="4400">
          <a:solidFill>
            <a:srgbClr val="004B91"/>
          </a:solidFill>
          <a:latin typeface="+mj-lt"/>
          <a:ea typeface="+mj-ea"/>
          <a:cs typeface="+mj-cs"/>
        </a:defRPr>
      </a:lvl1pPr>
      <a:lvl2pPr algn="ctr" rtl="0" eaLnBrk="0" fontAlgn="base" hangingPunct="0">
        <a:spcBef>
          <a:spcPct val="0"/>
        </a:spcBef>
        <a:spcAft>
          <a:spcPct val="0"/>
        </a:spcAft>
        <a:defRPr sz="4400">
          <a:solidFill>
            <a:srgbClr val="004B91"/>
          </a:solidFill>
          <a:latin typeface="Tahoma" pitchFamily="34" charset="0"/>
        </a:defRPr>
      </a:lvl2pPr>
      <a:lvl3pPr algn="ctr" rtl="0" eaLnBrk="0" fontAlgn="base" hangingPunct="0">
        <a:spcBef>
          <a:spcPct val="0"/>
        </a:spcBef>
        <a:spcAft>
          <a:spcPct val="0"/>
        </a:spcAft>
        <a:defRPr sz="4400">
          <a:solidFill>
            <a:srgbClr val="004B91"/>
          </a:solidFill>
          <a:latin typeface="Tahoma" pitchFamily="34" charset="0"/>
        </a:defRPr>
      </a:lvl3pPr>
      <a:lvl4pPr algn="ctr" rtl="0" eaLnBrk="0" fontAlgn="base" hangingPunct="0">
        <a:spcBef>
          <a:spcPct val="0"/>
        </a:spcBef>
        <a:spcAft>
          <a:spcPct val="0"/>
        </a:spcAft>
        <a:defRPr sz="4400">
          <a:solidFill>
            <a:srgbClr val="004B91"/>
          </a:solidFill>
          <a:latin typeface="Tahoma" pitchFamily="34" charset="0"/>
        </a:defRPr>
      </a:lvl4pPr>
      <a:lvl5pPr algn="ctr" rtl="0" eaLnBrk="0" fontAlgn="base" hangingPunct="0">
        <a:spcBef>
          <a:spcPct val="0"/>
        </a:spcBef>
        <a:spcAft>
          <a:spcPct val="0"/>
        </a:spcAft>
        <a:defRPr sz="4400">
          <a:solidFill>
            <a:srgbClr val="004B91"/>
          </a:solidFill>
          <a:latin typeface="Tahoma" pitchFamily="34" charset="0"/>
        </a:defRPr>
      </a:lvl5pPr>
      <a:lvl6pPr marL="457200" algn="ctr" rtl="0" fontAlgn="base">
        <a:spcBef>
          <a:spcPct val="0"/>
        </a:spcBef>
        <a:spcAft>
          <a:spcPct val="0"/>
        </a:spcAft>
        <a:defRPr sz="4400">
          <a:solidFill>
            <a:srgbClr val="004B91"/>
          </a:solidFill>
          <a:latin typeface="Tahoma" pitchFamily="34" charset="0"/>
        </a:defRPr>
      </a:lvl6pPr>
      <a:lvl7pPr marL="914400" algn="ctr" rtl="0" fontAlgn="base">
        <a:spcBef>
          <a:spcPct val="0"/>
        </a:spcBef>
        <a:spcAft>
          <a:spcPct val="0"/>
        </a:spcAft>
        <a:defRPr sz="4400">
          <a:solidFill>
            <a:srgbClr val="004B91"/>
          </a:solidFill>
          <a:latin typeface="Tahoma" pitchFamily="34" charset="0"/>
        </a:defRPr>
      </a:lvl7pPr>
      <a:lvl8pPr marL="1371600" algn="ctr" rtl="0" fontAlgn="base">
        <a:spcBef>
          <a:spcPct val="0"/>
        </a:spcBef>
        <a:spcAft>
          <a:spcPct val="0"/>
        </a:spcAft>
        <a:defRPr sz="4400">
          <a:solidFill>
            <a:srgbClr val="004B91"/>
          </a:solidFill>
          <a:latin typeface="Tahoma" pitchFamily="34" charset="0"/>
        </a:defRPr>
      </a:lvl8pPr>
      <a:lvl9pPr marL="1828800" algn="ctr" rtl="0" fontAlgn="base">
        <a:spcBef>
          <a:spcPct val="0"/>
        </a:spcBef>
        <a:spcAft>
          <a:spcPct val="0"/>
        </a:spcAft>
        <a:defRPr sz="4400">
          <a:solidFill>
            <a:srgbClr val="004B91"/>
          </a:solidFill>
          <a:latin typeface="Tahoma" pitchFamily="34" charset="0"/>
        </a:defRPr>
      </a:lvl9pPr>
    </p:titleStyle>
    <p:bodyStyle>
      <a:lvl1pPr marL="342900" indent="-342900" algn="l" rtl="0" eaLnBrk="0" fontAlgn="base" hangingPunct="0">
        <a:spcBef>
          <a:spcPct val="20000"/>
        </a:spcBef>
        <a:spcAft>
          <a:spcPct val="0"/>
        </a:spcAft>
        <a:buClr>
          <a:srgbClr val="004B91"/>
        </a:buClr>
        <a:buFont typeface="Wingdings"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lr>
          <a:srgbClr val="004B91"/>
        </a:buClr>
        <a:buFont typeface="Wingdings" pitchFamily="2" charset="2"/>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lr>
          <a:srgbClr val="004B91"/>
        </a:buClr>
        <a:buFont typeface="Wingdings" pitchFamily="2" charset="2"/>
        <a:buChar char="§"/>
        <a:defRPr sz="2000">
          <a:solidFill>
            <a:schemeClr val="tx1"/>
          </a:solidFill>
          <a:latin typeface="+mn-lt"/>
        </a:defRPr>
      </a:lvl5pPr>
      <a:lvl6pPr marL="2514600" indent="-228600" algn="l" rtl="0" fontAlgn="base">
        <a:spcBef>
          <a:spcPct val="20000"/>
        </a:spcBef>
        <a:spcAft>
          <a:spcPct val="0"/>
        </a:spcAft>
        <a:buClr>
          <a:srgbClr val="004B91"/>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rgbClr val="004B91"/>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rgbClr val="004B91"/>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rgbClr val="004B91"/>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8.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5.xml"/><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6.xml"/><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image" Target="../media/image14.jpeg"/><Relationship Id="rId3" Type="http://schemas.openxmlformats.org/officeDocument/2006/relationships/image" Target="../media/image9.jpeg"/><Relationship Id="rId7"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14.xml"/><Relationship Id="rId6" Type="http://schemas.openxmlformats.org/officeDocument/2006/relationships/image" Target="../media/image12.jpeg"/><Relationship Id="rId5" Type="http://schemas.openxmlformats.org/officeDocument/2006/relationships/image" Target="../media/image11.png"/><Relationship Id="rId4" Type="http://schemas.openxmlformats.org/officeDocument/2006/relationships/image" Target="../media/image10.jpeg"/></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4.xml"/><Relationship Id="rId1" Type="http://schemas.openxmlformats.org/officeDocument/2006/relationships/vmlDrawing" Target="../drawings/vmlDrawing1.v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381000" y="1143000"/>
            <a:ext cx="9906000" cy="3886200"/>
          </a:xfrm>
        </p:spPr>
        <p:txBody>
          <a:bodyPr/>
          <a:lstStyle/>
          <a:p>
            <a:r>
              <a:rPr lang="en-US" sz="3900" dirty="0" smtClean="0"/>
              <a:t>Systems Modernization Project</a:t>
            </a:r>
            <a:br>
              <a:rPr lang="en-US" sz="3900" dirty="0" smtClean="0"/>
            </a:br>
            <a:r>
              <a:rPr lang="en-US" sz="3900" dirty="0" smtClean="0"/>
              <a:t>OCM and Training Plan</a:t>
            </a:r>
            <a:r>
              <a:rPr lang="en-US" sz="4000" dirty="0" smtClean="0"/>
              <a:t/>
            </a:r>
            <a:br>
              <a:rPr lang="en-US" sz="4000" dirty="0" smtClean="0"/>
            </a:br>
            <a:r>
              <a:rPr lang="en-US" sz="4000" dirty="0" smtClean="0"/>
              <a:t/>
            </a:r>
            <a:br>
              <a:rPr lang="en-US" sz="4000" dirty="0" smtClean="0"/>
            </a:br>
            <a:r>
              <a:rPr lang="en-US" sz="4000" dirty="0" smtClean="0"/>
              <a:t/>
            </a:r>
            <a:br>
              <a:rPr lang="en-US" sz="4000" dirty="0" smtClean="0"/>
            </a:br>
            <a:r>
              <a:rPr lang="en-US" sz="4000" dirty="0" smtClean="0"/>
              <a:t/>
            </a:r>
            <a:br>
              <a:rPr lang="en-US" sz="4000" dirty="0" smtClean="0"/>
            </a:br>
            <a:r>
              <a:rPr lang="en-US" sz="1200" dirty="0" smtClean="0"/>
              <a:t/>
            </a:r>
            <a:br>
              <a:rPr lang="en-US" sz="1200" dirty="0" smtClean="0"/>
            </a:br>
            <a:r>
              <a:rPr lang="en-US" sz="1400" b="1" dirty="0" smtClean="0"/>
              <a:t>Eugene Deloatch</a:t>
            </a:r>
            <a:br>
              <a:rPr lang="en-US" sz="1400" b="1" dirty="0" smtClean="0"/>
            </a:br>
            <a:r>
              <a:rPr lang="en-US" sz="1400" b="1" dirty="0" smtClean="0"/>
              <a:t>OCM Workstream Lead</a:t>
            </a:r>
            <a:endParaRPr lang="en-US" sz="1200" b="1" dirty="0"/>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OCM &amp; Training Objective</a:t>
            </a:r>
            <a:endParaRPr lang="en-US" dirty="0"/>
          </a:p>
        </p:txBody>
      </p:sp>
      <p:sp>
        <p:nvSpPr>
          <p:cNvPr id="3" name="Content Placeholder 2"/>
          <p:cNvSpPr>
            <a:spLocks noGrp="1"/>
          </p:cNvSpPr>
          <p:nvPr>
            <p:ph idx="1"/>
          </p:nvPr>
        </p:nvSpPr>
        <p:spPr>
          <a:xfrm>
            <a:off x="301625" y="2111375"/>
            <a:ext cx="8540750" cy="4422775"/>
          </a:xfrm>
        </p:spPr>
        <p:txBody>
          <a:bodyPr/>
          <a:lstStyle/>
          <a:p>
            <a:pPr lvl="0"/>
            <a:r>
              <a:rPr lang="en-US" sz="2800" dirty="0" smtClean="0"/>
              <a:t>Prepare Loudoun Water for the implementation of SAP in alignment with objectives and expectations</a:t>
            </a:r>
          </a:p>
          <a:p>
            <a:pPr lvl="0"/>
            <a:endParaRPr lang="en-US" sz="2800" dirty="0" smtClean="0"/>
          </a:p>
          <a:p>
            <a:pPr marL="0" indent="0">
              <a:buNone/>
            </a:pPr>
            <a:endParaRPr lang="en-US" sz="2800" dirty="0"/>
          </a:p>
        </p:txBody>
      </p:sp>
      <p:sp>
        <p:nvSpPr>
          <p:cNvPr id="4" name="Slide Number Placeholder 3"/>
          <p:cNvSpPr>
            <a:spLocks noGrp="1"/>
          </p:cNvSpPr>
          <p:nvPr>
            <p:ph type="sldNum" sz="quarter" idx="10"/>
          </p:nvPr>
        </p:nvSpPr>
        <p:spPr/>
        <p:txBody>
          <a:bodyPr/>
          <a:lstStyle/>
          <a:p>
            <a:pPr>
              <a:defRPr/>
            </a:pPr>
            <a:fld id="{7DD40CAC-ECAA-4FA9-8917-7919529E6BDA}" type="slidenum">
              <a:rPr lang="en-US" smtClean="0"/>
              <a:pPr>
                <a:defRPr/>
              </a:pPr>
              <a:t>2</a:t>
            </a:fld>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1625" y="-152400"/>
            <a:ext cx="8510588" cy="1325563"/>
          </a:xfrm>
        </p:spPr>
        <p:txBody>
          <a:bodyPr/>
          <a:lstStyle/>
          <a:p>
            <a:r>
              <a:rPr lang="en-US" dirty="0" smtClean="0"/>
              <a:t>Executive Objectives</a:t>
            </a:r>
            <a:endParaRPr lang="en-US" dirty="0"/>
          </a:p>
        </p:txBody>
      </p:sp>
      <p:pic>
        <p:nvPicPr>
          <p:cNvPr id="1033" name="Picture 9" descr="C:\Users\lBrendemuehl\AppData\Local\Microsoft\Windows\Temporary Internet Files\Content.IE5\67LIMEFO\MP900255380[1].jpg"/>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96671" y="1371600"/>
            <a:ext cx="3941929" cy="534797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xmlns="">
                <a:solidFill>
                  <a:srgbClr val="FFFFFF"/>
                </a:solidFill>
              </a14:hiddenFill>
            </a:ext>
          </a:extLst>
        </p:spPr>
      </p:pic>
      <p:sp>
        <p:nvSpPr>
          <p:cNvPr id="12" name="Rectangle 3"/>
          <p:cNvSpPr>
            <a:spLocks noChangeArrowheads="1"/>
          </p:cNvSpPr>
          <p:nvPr/>
        </p:nvSpPr>
        <p:spPr bwMode="auto">
          <a:xfrm>
            <a:off x="4876800" y="1098550"/>
            <a:ext cx="3762375" cy="882650"/>
          </a:xfrm>
          <a:prstGeom prst="rect">
            <a:avLst/>
          </a:prstGeom>
          <a:noFill/>
          <a:ln>
            <a:noFill/>
          </a:ln>
          <a:effectLst>
            <a:outerShdw dist="17961" dir="2700000" algn="ctr" rotWithShape="0">
              <a:srgbClr val="808080"/>
            </a:outerShdw>
          </a:effectLst>
        </p:spPr>
        <p:txBody>
          <a:bodyPr tIns="91440" bIns="91440" anchor="ctr"/>
          <a:lstStyle/>
          <a:p>
            <a:pPr marL="285750" indent="-285750" eaLnBrk="0" hangingPunct="0">
              <a:spcBef>
                <a:spcPts val="600"/>
              </a:spcBef>
              <a:spcAft>
                <a:spcPts val="600"/>
              </a:spcAft>
              <a:buFont typeface="Arial" pitchFamily="34" charset="0"/>
              <a:buChar char="•"/>
            </a:pPr>
            <a:r>
              <a:rPr lang="en-GB" dirty="0" smtClean="0">
                <a:solidFill>
                  <a:srgbClr val="000000"/>
                </a:solidFill>
                <a:latin typeface="Tahoma" pitchFamily="34" charset="0"/>
                <a:ea typeface="Tahoma" pitchFamily="34" charset="0"/>
                <a:cs typeface="Tahoma" pitchFamily="34" charset="0"/>
              </a:rPr>
              <a:t>Leverage technology to optimize Loudoun Water’s business practices</a:t>
            </a:r>
            <a:endParaRPr lang="en-GB" dirty="0">
              <a:solidFill>
                <a:srgbClr val="000000"/>
              </a:solidFill>
              <a:latin typeface="Tahoma" pitchFamily="34" charset="0"/>
              <a:ea typeface="Tahoma" pitchFamily="34" charset="0"/>
              <a:cs typeface="Tahoma" pitchFamily="34" charset="0"/>
            </a:endParaRPr>
          </a:p>
        </p:txBody>
      </p:sp>
      <p:sp>
        <p:nvSpPr>
          <p:cNvPr id="13" name="Rectangle 4"/>
          <p:cNvSpPr>
            <a:spLocks noChangeArrowheads="1"/>
          </p:cNvSpPr>
          <p:nvPr/>
        </p:nvSpPr>
        <p:spPr bwMode="auto">
          <a:xfrm>
            <a:off x="3648430" y="1219200"/>
            <a:ext cx="1195388" cy="882650"/>
          </a:xfrm>
          <a:prstGeom prst="rect">
            <a:avLst/>
          </a:prstGeom>
          <a:solidFill>
            <a:schemeClr val="tx2">
              <a:lumMod val="50000"/>
            </a:schemeClr>
          </a:solidFill>
          <a:ln w="28575">
            <a:solidFill>
              <a:schemeClr val="accent1">
                <a:lumMod val="60000"/>
                <a:lumOff val="40000"/>
              </a:schemeClr>
            </a:solidFill>
          </a:ln>
          <a:effectLst>
            <a:outerShdw dist="17961" dir="2700000" algn="ctr" rotWithShape="0">
              <a:srgbClr val="808080"/>
            </a:outerShdw>
          </a:effectLst>
        </p:spPr>
        <p:txBody>
          <a:bodyPr tIns="91440" bIns="91440" anchor="ctr"/>
          <a:lstStyle/>
          <a:p>
            <a:pPr marL="12700" indent="-12700" algn="ctr" eaLnBrk="0" hangingPunct="0">
              <a:lnSpc>
                <a:spcPct val="110000"/>
              </a:lnSpc>
            </a:pPr>
            <a:r>
              <a:rPr lang="en-GB" sz="1600" dirty="0" smtClean="0">
                <a:solidFill>
                  <a:srgbClr val="FFFFFF"/>
                </a:solidFill>
                <a:latin typeface="Tahoma" pitchFamily="34" charset="0"/>
                <a:ea typeface="Tahoma" pitchFamily="34" charset="0"/>
                <a:cs typeface="Tahoma" pitchFamily="34" charset="0"/>
              </a:rPr>
              <a:t>The Challenge</a:t>
            </a:r>
            <a:endParaRPr lang="en-GB" sz="1600" dirty="0">
              <a:solidFill>
                <a:srgbClr val="FFFFFF"/>
              </a:solidFill>
              <a:latin typeface="Tahoma" pitchFamily="34" charset="0"/>
              <a:ea typeface="Tahoma" pitchFamily="34" charset="0"/>
              <a:cs typeface="Tahoma" pitchFamily="34" charset="0"/>
            </a:endParaRPr>
          </a:p>
        </p:txBody>
      </p:sp>
      <p:sp>
        <p:nvSpPr>
          <p:cNvPr id="15" name="Rectangle 6"/>
          <p:cNvSpPr>
            <a:spLocks noChangeArrowheads="1"/>
          </p:cNvSpPr>
          <p:nvPr/>
        </p:nvSpPr>
        <p:spPr bwMode="auto">
          <a:xfrm>
            <a:off x="3648430" y="2970166"/>
            <a:ext cx="1195388" cy="882650"/>
          </a:xfrm>
          <a:prstGeom prst="rect">
            <a:avLst/>
          </a:prstGeom>
          <a:solidFill>
            <a:schemeClr val="tx2">
              <a:lumMod val="50000"/>
            </a:schemeClr>
          </a:solidFill>
          <a:ln w="28575">
            <a:solidFill>
              <a:schemeClr val="accent1">
                <a:lumMod val="60000"/>
                <a:lumOff val="40000"/>
              </a:schemeClr>
            </a:solidFill>
          </a:ln>
          <a:effectLst>
            <a:outerShdw dist="17961" dir="2700000" algn="ctr" rotWithShape="0">
              <a:srgbClr val="808080"/>
            </a:outerShdw>
          </a:effectLst>
        </p:spPr>
        <p:txBody>
          <a:bodyPr tIns="91440" bIns="91440" anchor="ctr"/>
          <a:lstStyle/>
          <a:p>
            <a:pPr algn="ctr" eaLnBrk="0" hangingPunct="0"/>
            <a:r>
              <a:rPr lang="en-GB" sz="1600" dirty="0" smtClean="0">
                <a:solidFill>
                  <a:srgbClr val="FFFFFF"/>
                </a:solidFill>
                <a:latin typeface="Tahoma" pitchFamily="34" charset="0"/>
                <a:ea typeface="Tahoma" pitchFamily="34" charset="0"/>
                <a:cs typeface="Tahoma" pitchFamily="34" charset="0"/>
              </a:rPr>
              <a:t>Our Immediate Objectives</a:t>
            </a:r>
            <a:endParaRPr lang="en-GB" sz="1600" dirty="0">
              <a:solidFill>
                <a:srgbClr val="FFFFFF"/>
              </a:solidFill>
              <a:latin typeface="Tahoma" pitchFamily="34" charset="0"/>
              <a:ea typeface="Tahoma" pitchFamily="34" charset="0"/>
              <a:cs typeface="Tahoma" pitchFamily="34" charset="0"/>
            </a:endParaRPr>
          </a:p>
        </p:txBody>
      </p:sp>
      <p:sp>
        <p:nvSpPr>
          <p:cNvPr id="16" name="Rectangle 9"/>
          <p:cNvSpPr>
            <a:spLocks noChangeArrowheads="1"/>
          </p:cNvSpPr>
          <p:nvPr/>
        </p:nvSpPr>
        <p:spPr bwMode="auto">
          <a:xfrm>
            <a:off x="4920343" y="4632325"/>
            <a:ext cx="3762375" cy="882650"/>
          </a:xfrm>
          <a:prstGeom prst="rect">
            <a:avLst/>
          </a:prstGeom>
          <a:noFill/>
          <a:ln>
            <a:noFill/>
          </a:ln>
          <a:effectLst>
            <a:outerShdw dist="17961" dir="2700000" algn="ctr" rotWithShape="0">
              <a:srgbClr val="808080"/>
            </a:outerShdw>
          </a:effectLst>
        </p:spPr>
        <p:txBody>
          <a:bodyPr tIns="91440" bIns="91440" anchor="ctr"/>
          <a:lstStyle/>
          <a:p>
            <a:pPr marL="285750" indent="-285750">
              <a:spcBef>
                <a:spcPts val="600"/>
              </a:spcBef>
              <a:buFont typeface="Arial" pitchFamily="34" charset="0"/>
              <a:buChar char="•"/>
            </a:pPr>
            <a:r>
              <a:rPr lang="en-US" dirty="0">
                <a:solidFill>
                  <a:srgbClr val="000000"/>
                </a:solidFill>
              </a:rPr>
              <a:t>Replace MUNIS and Hansen with a flexible, expandable, integrated enterprise software </a:t>
            </a:r>
            <a:r>
              <a:rPr lang="en-US" dirty="0" smtClean="0">
                <a:solidFill>
                  <a:srgbClr val="000000"/>
                </a:solidFill>
              </a:rPr>
              <a:t>application</a:t>
            </a:r>
          </a:p>
          <a:p>
            <a:pPr marL="285750" indent="-285750">
              <a:spcBef>
                <a:spcPts val="600"/>
              </a:spcBef>
              <a:buFont typeface="Arial" pitchFamily="34" charset="0"/>
              <a:buChar char="•"/>
            </a:pPr>
            <a:r>
              <a:rPr lang="en-US" dirty="0">
                <a:solidFill>
                  <a:srgbClr val="000000"/>
                </a:solidFill>
              </a:rPr>
              <a:t>Re-engineer core business </a:t>
            </a:r>
            <a:r>
              <a:rPr lang="en-US" dirty="0" smtClean="0">
                <a:solidFill>
                  <a:srgbClr val="000000"/>
                </a:solidFill>
              </a:rPr>
              <a:t>processes</a:t>
            </a:r>
          </a:p>
          <a:p>
            <a:pPr marL="285750" indent="-285750">
              <a:spcBef>
                <a:spcPts val="600"/>
              </a:spcBef>
              <a:buFont typeface="Arial" pitchFamily="34" charset="0"/>
              <a:buChar char="•"/>
            </a:pPr>
            <a:r>
              <a:rPr lang="en-US" dirty="0">
                <a:solidFill>
                  <a:srgbClr val="000000"/>
                </a:solidFill>
              </a:rPr>
              <a:t>Integrate with other business systems (e.g., AMI</a:t>
            </a:r>
            <a:r>
              <a:rPr lang="en-US" dirty="0" smtClean="0">
                <a:solidFill>
                  <a:srgbClr val="000000"/>
                </a:solidFill>
              </a:rPr>
              <a:t>)</a:t>
            </a:r>
          </a:p>
          <a:p>
            <a:pPr marL="285750" indent="-285750">
              <a:spcBef>
                <a:spcPts val="600"/>
              </a:spcBef>
              <a:buFont typeface="Arial" pitchFamily="34" charset="0"/>
              <a:buChar char="•"/>
            </a:pPr>
            <a:r>
              <a:rPr lang="en-US" dirty="0">
                <a:solidFill>
                  <a:srgbClr val="000000"/>
                </a:solidFill>
              </a:rPr>
              <a:t>Facilitate other Strategic Plan initiatives such as Mobile Work Management, Business Intelligence, Asset Management, E-Commerce, etc.</a:t>
            </a:r>
          </a:p>
          <a:p>
            <a:pPr marL="285750" indent="-285750">
              <a:spcBef>
                <a:spcPts val="600"/>
              </a:spcBef>
              <a:buFont typeface="Arial" pitchFamily="34" charset="0"/>
              <a:buChar char="•"/>
            </a:pPr>
            <a:endParaRPr lang="en-US" dirty="0"/>
          </a:p>
          <a:p>
            <a:pPr marL="285750" indent="-285750">
              <a:spcBef>
                <a:spcPts val="600"/>
              </a:spcBef>
              <a:buFont typeface="Arial" pitchFamily="34" charset="0"/>
              <a:buChar char="•"/>
            </a:pPr>
            <a:endParaRPr lang="en-US" dirty="0"/>
          </a:p>
          <a:p>
            <a:pPr marL="285750" indent="-285750">
              <a:spcBef>
                <a:spcPts val="600"/>
              </a:spcBef>
              <a:buFont typeface="Arial" pitchFamily="34" charset="0"/>
              <a:buChar char="•"/>
            </a:pPr>
            <a:endParaRPr lang="en-US" dirty="0"/>
          </a:p>
          <a:p>
            <a:pPr marL="285750" indent="-285750" eaLnBrk="0" hangingPunct="0">
              <a:spcBef>
                <a:spcPts val="600"/>
              </a:spcBef>
              <a:buFont typeface="Arial" pitchFamily="34" charset="0"/>
              <a:buChar char="•"/>
            </a:pPr>
            <a:endParaRPr lang="en-GB" dirty="0">
              <a:latin typeface="Tahoma" pitchFamily="34" charset="0"/>
              <a:ea typeface="Tahoma" pitchFamily="34" charset="0"/>
              <a:cs typeface="Tahoma" pitchFamily="34" charset="0"/>
            </a:endParaRPr>
          </a:p>
        </p:txBody>
      </p:sp>
    </p:spTree>
    <p:extLst>
      <p:ext uri="{BB962C8B-B14F-4D97-AF65-F5344CB8AC3E}">
        <p14:creationId xmlns:p14="http://schemas.microsoft.com/office/powerpoint/2010/main" xmlns="" val="8681598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Executive Expectations</a:t>
            </a:r>
            <a:endParaRPr lang="en-US" dirty="0"/>
          </a:p>
        </p:txBody>
      </p:sp>
      <p:sp>
        <p:nvSpPr>
          <p:cNvPr id="5" name="Content Placeholder 4"/>
          <p:cNvSpPr>
            <a:spLocks noGrp="1"/>
          </p:cNvSpPr>
          <p:nvPr>
            <p:ph idx="1"/>
          </p:nvPr>
        </p:nvSpPr>
        <p:spPr/>
        <p:txBody>
          <a:bodyPr numCol="1"/>
          <a:lstStyle/>
          <a:p>
            <a:pPr marL="0" lvl="1" indent="-11113">
              <a:spcBef>
                <a:spcPts val="200"/>
              </a:spcBef>
              <a:buNone/>
            </a:pPr>
            <a:r>
              <a:rPr lang="en-US" sz="2400" b="1" dirty="0" smtClean="0"/>
              <a:t>Expectations</a:t>
            </a:r>
          </a:p>
          <a:p>
            <a:pPr marL="0" lvl="1" indent="-11113">
              <a:spcBef>
                <a:spcPts val="200"/>
              </a:spcBef>
              <a:buNone/>
            </a:pPr>
            <a:endParaRPr lang="en-US" dirty="0" smtClean="0"/>
          </a:p>
        </p:txBody>
      </p:sp>
      <p:sp>
        <p:nvSpPr>
          <p:cNvPr id="6" name="Rectangle 12"/>
          <p:cNvSpPr>
            <a:spLocks noChangeArrowheads="1"/>
          </p:cNvSpPr>
          <p:nvPr/>
        </p:nvSpPr>
        <p:spPr bwMode="auto">
          <a:xfrm>
            <a:off x="4372862" y="6629400"/>
            <a:ext cx="392113" cy="122238"/>
          </a:xfrm>
          <a:prstGeom prst="rect">
            <a:avLst/>
          </a:prstGeom>
          <a:noFill/>
          <a:ln w="9525">
            <a:noFill/>
            <a:miter lim="800000"/>
            <a:headEnd/>
            <a:tailEnd/>
          </a:ln>
          <a:effectLst/>
        </p:spPr>
        <p:txBody>
          <a:bodyPr wrap="none" lIns="0" tIns="0" rIns="0" bIns="0" anchor="ctr">
            <a:spAutoFit/>
          </a:bodyPr>
          <a:lstStyle/>
          <a:p>
            <a:pPr algn="r" eaLnBrk="0" hangingPunct="0">
              <a:defRPr/>
            </a:pPr>
            <a:r>
              <a:rPr lang="en-US" sz="800" dirty="0">
                <a:solidFill>
                  <a:srgbClr val="000000"/>
                </a:solidFill>
                <a:cs typeface="Arial" charset="0"/>
              </a:rPr>
              <a:t>Page </a:t>
            </a:r>
            <a:fld id="{929B933E-E64E-48F0-8B23-F7E1CD7B9B67}" type="slidenum">
              <a:rPr lang="en-US" sz="800">
                <a:solidFill>
                  <a:srgbClr val="000000"/>
                </a:solidFill>
                <a:cs typeface="Arial" charset="0"/>
              </a:rPr>
              <a:pPr algn="r" eaLnBrk="0" hangingPunct="0">
                <a:defRPr/>
              </a:pPr>
              <a:t>4</a:t>
            </a:fld>
            <a:endParaRPr lang="en-US" sz="800" dirty="0">
              <a:solidFill>
                <a:srgbClr val="000000"/>
              </a:solidFill>
              <a:cs typeface="Arial" charset="0"/>
            </a:endParaRPr>
          </a:p>
        </p:txBody>
      </p:sp>
      <p:sp>
        <p:nvSpPr>
          <p:cNvPr id="3" name="TextBox 2"/>
          <p:cNvSpPr txBox="1"/>
          <p:nvPr/>
        </p:nvSpPr>
        <p:spPr>
          <a:xfrm>
            <a:off x="389984" y="2279445"/>
            <a:ext cx="8153400" cy="1225755"/>
          </a:xfrm>
          <a:prstGeom prst="rect">
            <a:avLst/>
          </a:prstGeom>
          <a:noFill/>
        </p:spPr>
        <p:txBody>
          <a:bodyPr wrap="square" numCol="2" rtlCol="0">
            <a:noAutofit/>
          </a:bodyPr>
          <a:lstStyle/>
          <a:p>
            <a:pPr marL="285750" indent="-285750">
              <a:spcBef>
                <a:spcPts val="600"/>
              </a:spcBef>
              <a:buFont typeface="Wingdings" pitchFamily="2" charset="2"/>
              <a:buChar char="§"/>
            </a:pPr>
            <a:r>
              <a:rPr lang="en-US" dirty="0" smtClean="0">
                <a:solidFill>
                  <a:srgbClr val="000000"/>
                </a:solidFill>
              </a:rPr>
              <a:t>Go-live </a:t>
            </a:r>
            <a:r>
              <a:rPr lang="en-US" b="1" dirty="0" smtClean="0">
                <a:solidFill>
                  <a:srgbClr val="000000"/>
                </a:solidFill>
              </a:rPr>
              <a:t>On </a:t>
            </a:r>
            <a:r>
              <a:rPr lang="en-US" b="1" dirty="0">
                <a:solidFill>
                  <a:srgbClr val="000000"/>
                </a:solidFill>
              </a:rPr>
              <a:t>Time</a:t>
            </a:r>
          </a:p>
          <a:p>
            <a:pPr marL="285750" indent="-285750">
              <a:spcBef>
                <a:spcPts val="600"/>
              </a:spcBef>
              <a:buFont typeface="Wingdings" pitchFamily="2" charset="2"/>
              <a:buChar char="§"/>
            </a:pPr>
            <a:r>
              <a:rPr lang="en-US" dirty="0" smtClean="0">
                <a:solidFill>
                  <a:srgbClr val="000000"/>
                </a:solidFill>
              </a:rPr>
              <a:t>Close the project </a:t>
            </a:r>
            <a:r>
              <a:rPr lang="en-US" b="1" dirty="0" smtClean="0">
                <a:solidFill>
                  <a:srgbClr val="000000"/>
                </a:solidFill>
              </a:rPr>
              <a:t>On </a:t>
            </a:r>
            <a:r>
              <a:rPr lang="en-US" b="1" dirty="0">
                <a:solidFill>
                  <a:srgbClr val="000000"/>
                </a:solidFill>
              </a:rPr>
              <a:t>Budget</a:t>
            </a:r>
          </a:p>
          <a:p>
            <a:pPr marL="285750" indent="-285750">
              <a:spcBef>
                <a:spcPts val="600"/>
              </a:spcBef>
              <a:buFont typeface="Wingdings" pitchFamily="2" charset="2"/>
              <a:buChar char="§"/>
            </a:pPr>
            <a:r>
              <a:rPr lang="en-US" dirty="0" smtClean="0">
                <a:solidFill>
                  <a:srgbClr val="000000"/>
                </a:solidFill>
              </a:rPr>
              <a:t>Go-live &amp; prospects create </a:t>
            </a:r>
            <a:r>
              <a:rPr lang="en-US" b="1" dirty="0" smtClean="0">
                <a:solidFill>
                  <a:srgbClr val="000000"/>
                </a:solidFill>
              </a:rPr>
              <a:t>Excitement</a:t>
            </a:r>
            <a:endParaRPr lang="en-US" b="1" dirty="0">
              <a:solidFill>
                <a:srgbClr val="000000"/>
              </a:solidFill>
            </a:endParaRPr>
          </a:p>
          <a:p>
            <a:pPr marL="285750" indent="-285750">
              <a:spcBef>
                <a:spcPts val="600"/>
              </a:spcBef>
              <a:buFont typeface="Wingdings" pitchFamily="2" charset="2"/>
              <a:buChar char="§"/>
            </a:pPr>
            <a:r>
              <a:rPr lang="en-US" dirty="0" smtClean="0">
                <a:solidFill>
                  <a:srgbClr val="000000"/>
                </a:solidFill>
              </a:rPr>
              <a:t>System is </a:t>
            </a:r>
            <a:r>
              <a:rPr lang="en-US" b="1" dirty="0" smtClean="0">
                <a:solidFill>
                  <a:srgbClr val="000000"/>
                </a:solidFill>
              </a:rPr>
              <a:t>Utilized </a:t>
            </a:r>
            <a:r>
              <a:rPr lang="en-US" dirty="0" smtClean="0">
                <a:solidFill>
                  <a:srgbClr val="000000"/>
                </a:solidFill>
              </a:rPr>
              <a:t>and</a:t>
            </a:r>
            <a:r>
              <a:rPr lang="en-US" b="1" dirty="0" smtClean="0">
                <a:solidFill>
                  <a:srgbClr val="000000"/>
                </a:solidFill>
              </a:rPr>
              <a:t> Maximized (long term)</a:t>
            </a:r>
            <a:r>
              <a:rPr lang="en-US" dirty="0" smtClean="0">
                <a:solidFill>
                  <a:srgbClr val="000000"/>
                </a:solidFill>
              </a:rPr>
              <a:t> and not bypassed</a:t>
            </a:r>
            <a:endParaRPr lang="en-US" dirty="0">
              <a:solidFill>
                <a:srgbClr val="000000"/>
              </a:solidFill>
            </a:endParaRPr>
          </a:p>
          <a:p>
            <a:pPr marL="285750" indent="-285750">
              <a:spcBef>
                <a:spcPts val="600"/>
              </a:spcBef>
              <a:buFont typeface="Wingdings" pitchFamily="2" charset="2"/>
              <a:buChar char="§"/>
            </a:pPr>
            <a:r>
              <a:rPr lang="en-US" dirty="0" smtClean="0">
                <a:solidFill>
                  <a:srgbClr val="000000"/>
                </a:solidFill>
              </a:rPr>
              <a:t>Preparation and Go-live cause </a:t>
            </a:r>
            <a:r>
              <a:rPr lang="en-US" b="1" dirty="0" smtClean="0">
                <a:solidFill>
                  <a:srgbClr val="000000"/>
                </a:solidFill>
              </a:rPr>
              <a:t>No </a:t>
            </a:r>
            <a:r>
              <a:rPr lang="en-US" b="1" dirty="0">
                <a:solidFill>
                  <a:srgbClr val="000000"/>
                </a:solidFill>
              </a:rPr>
              <a:t>Frustration</a:t>
            </a:r>
          </a:p>
          <a:p>
            <a:pPr marL="285750" indent="-285750">
              <a:spcBef>
                <a:spcPts val="600"/>
              </a:spcBef>
              <a:buFont typeface="Wingdings" pitchFamily="2" charset="2"/>
              <a:buChar char="§"/>
            </a:pPr>
            <a:r>
              <a:rPr lang="en-US" dirty="0" smtClean="0">
                <a:solidFill>
                  <a:srgbClr val="000000"/>
                </a:solidFill>
              </a:rPr>
              <a:t>There is </a:t>
            </a:r>
            <a:r>
              <a:rPr lang="en-US" b="1" dirty="0" smtClean="0">
                <a:solidFill>
                  <a:srgbClr val="000000"/>
                </a:solidFill>
              </a:rPr>
              <a:t>No Disappointment </a:t>
            </a:r>
            <a:r>
              <a:rPr lang="en-US" dirty="0" smtClean="0">
                <a:solidFill>
                  <a:srgbClr val="000000"/>
                </a:solidFill>
              </a:rPr>
              <a:t>post Go-live</a:t>
            </a:r>
            <a:endParaRPr lang="en-US" dirty="0">
              <a:solidFill>
                <a:srgbClr val="000000"/>
              </a:solidFill>
            </a:endParaRPr>
          </a:p>
          <a:p>
            <a:pPr marL="285750" indent="-285750">
              <a:spcBef>
                <a:spcPts val="600"/>
              </a:spcBef>
              <a:buFont typeface="Wingdings" pitchFamily="2" charset="2"/>
              <a:buChar char="§"/>
            </a:pPr>
            <a:r>
              <a:rPr lang="en-US" b="1" dirty="0">
                <a:solidFill>
                  <a:srgbClr val="000000"/>
                </a:solidFill>
              </a:rPr>
              <a:t>Minimize Surprise Factor</a:t>
            </a:r>
          </a:p>
          <a:p>
            <a:pPr marL="285750" indent="-285750">
              <a:spcBef>
                <a:spcPts val="600"/>
              </a:spcBef>
              <a:buFont typeface="Wingdings" pitchFamily="2" charset="2"/>
              <a:buChar char="§"/>
            </a:pPr>
            <a:r>
              <a:rPr lang="en-US" dirty="0" smtClean="0">
                <a:solidFill>
                  <a:srgbClr val="000000"/>
                </a:solidFill>
              </a:rPr>
              <a:t>Positive </a:t>
            </a:r>
            <a:r>
              <a:rPr lang="en-US" b="1" dirty="0">
                <a:solidFill>
                  <a:srgbClr val="000000"/>
                </a:solidFill>
              </a:rPr>
              <a:t>Impact for </a:t>
            </a:r>
            <a:r>
              <a:rPr lang="en-US" b="1" dirty="0" smtClean="0">
                <a:solidFill>
                  <a:srgbClr val="000000"/>
                </a:solidFill>
              </a:rPr>
              <a:t>Customers</a:t>
            </a:r>
            <a:endParaRPr lang="en-US" b="1" dirty="0">
              <a:solidFill>
                <a:srgbClr val="000000"/>
              </a:solidFill>
            </a:endParaRPr>
          </a:p>
        </p:txBody>
      </p:sp>
      <p:sp>
        <p:nvSpPr>
          <p:cNvPr id="4" name="TextBox 3"/>
          <p:cNvSpPr txBox="1"/>
          <p:nvPr/>
        </p:nvSpPr>
        <p:spPr>
          <a:xfrm>
            <a:off x="389984" y="4747989"/>
            <a:ext cx="7687216" cy="2085186"/>
          </a:xfrm>
          <a:prstGeom prst="rect">
            <a:avLst/>
          </a:prstGeom>
          <a:noFill/>
        </p:spPr>
        <p:txBody>
          <a:bodyPr wrap="square" rtlCol="0">
            <a:spAutoFit/>
          </a:bodyPr>
          <a:lstStyle/>
          <a:p>
            <a:pPr>
              <a:spcBef>
                <a:spcPts val="600"/>
              </a:spcBef>
            </a:pPr>
            <a:r>
              <a:rPr lang="en-US" sz="2000" b="1" dirty="0" smtClean="0">
                <a:solidFill>
                  <a:srgbClr val="000000"/>
                </a:solidFill>
              </a:rPr>
              <a:t>Essential and Immediate Focus</a:t>
            </a:r>
            <a:r>
              <a:rPr lang="en-US" b="1" dirty="0" smtClean="0">
                <a:solidFill>
                  <a:srgbClr val="000000"/>
                </a:solidFill>
              </a:rPr>
              <a:t>… </a:t>
            </a:r>
            <a:r>
              <a:rPr lang="en-US" dirty="0" smtClean="0">
                <a:solidFill>
                  <a:srgbClr val="000000"/>
                </a:solidFill>
              </a:rPr>
              <a:t>Employees </a:t>
            </a:r>
            <a:r>
              <a:rPr lang="en-US" dirty="0">
                <a:solidFill>
                  <a:srgbClr val="000000"/>
                </a:solidFill>
              </a:rPr>
              <a:t>who are engaged, </a:t>
            </a:r>
            <a:r>
              <a:rPr lang="en-US" dirty="0" smtClean="0">
                <a:solidFill>
                  <a:srgbClr val="000000"/>
                </a:solidFill>
              </a:rPr>
              <a:t>can get their </a:t>
            </a:r>
            <a:r>
              <a:rPr lang="en-US" dirty="0">
                <a:solidFill>
                  <a:srgbClr val="000000"/>
                </a:solidFill>
              </a:rPr>
              <a:t>work done, and have help available during and after </a:t>
            </a:r>
            <a:r>
              <a:rPr lang="en-US" dirty="0" smtClean="0">
                <a:solidFill>
                  <a:srgbClr val="000000"/>
                </a:solidFill>
              </a:rPr>
              <a:t>Go-live</a:t>
            </a:r>
          </a:p>
          <a:p>
            <a:pPr>
              <a:spcBef>
                <a:spcPts val="600"/>
              </a:spcBef>
            </a:pPr>
            <a:r>
              <a:rPr lang="en-US" sz="2000" b="1" dirty="0" smtClean="0">
                <a:solidFill>
                  <a:srgbClr val="000000"/>
                </a:solidFill>
              </a:rPr>
              <a:t>In the long term…</a:t>
            </a:r>
            <a:r>
              <a:rPr lang="en-US" sz="2000" dirty="0">
                <a:solidFill>
                  <a:srgbClr val="000000"/>
                </a:solidFill>
              </a:rPr>
              <a:t> </a:t>
            </a:r>
            <a:r>
              <a:rPr lang="en-US" dirty="0" smtClean="0">
                <a:solidFill>
                  <a:srgbClr val="000000"/>
                </a:solidFill>
              </a:rPr>
              <a:t>Grow with the system and become more efficient and effective</a:t>
            </a:r>
            <a:endParaRPr lang="en-US" b="1" i="1" dirty="0" smtClean="0">
              <a:solidFill>
                <a:srgbClr val="000000"/>
              </a:solidFill>
            </a:endParaRPr>
          </a:p>
          <a:p>
            <a:pPr algn="ctr">
              <a:spcBef>
                <a:spcPts val="1500"/>
              </a:spcBef>
            </a:pPr>
            <a:endParaRPr lang="en-US" dirty="0"/>
          </a:p>
          <a:p>
            <a:pPr algn="ctr"/>
            <a:endParaRPr lang="en-US" dirty="0"/>
          </a:p>
        </p:txBody>
      </p:sp>
    </p:spTree>
    <p:extLst>
      <p:ext uri="{BB962C8B-B14F-4D97-AF65-F5344CB8AC3E}">
        <p14:creationId xmlns:p14="http://schemas.microsoft.com/office/powerpoint/2010/main" xmlns="" val="3497838223"/>
      </p:ext>
    </p:extLst>
  </p:cSld>
  <p:clrMapOvr>
    <a:masterClrMapping/>
  </p:clrMapOvr>
  <mc:AlternateContent xmlns:mc="http://schemas.openxmlformats.org/markup-compatibility/2006">
    <mc:Choice xmlns:p14="http://schemas.microsoft.com/office/powerpoint/2010/main" xmlns="" Requires="p14">
      <p:transition spd="slow" p14:dur="800">
        <p:circle/>
      </p:transition>
    </mc:Choice>
    <mc:Fallback>
      <p:transition spd="slow">
        <p:circl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752725"/>
            <a:ext cx="7772400" cy="1362075"/>
          </a:xfrm>
        </p:spPr>
        <p:txBody>
          <a:bodyPr/>
          <a:lstStyle/>
          <a:p>
            <a:pPr algn="ctr"/>
            <a:r>
              <a:rPr lang="en-US" cap="none" dirty="0" smtClean="0"/>
              <a:t>Approach to OCM</a:t>
            </a:r>
            <a:endParaRPr lang="en-US" cap="none" dirty="0"/>
          </a:p>
        </p:txBody>
      </p:sp>
      <p:sp>
        <p:nvSpPr>
          <p:cNvPr id="4" name="Slide Number Placeholder 3"/>
          <p:cNvSpPr>
            <a:spLocks noGrp="1"/>
          </p:cNvSpPr>
          <p:nvPr>
            <p:ph type="sldNum" sz="quarter" idx="10"/>
          </p:nvPr>
        </p:nvSpPr>
        <p:spPr/>
        <p:txBody>
          <a:bodyPr/>
          <a:lstStyle/>
          <a:p>
            <a:pPr>
              <a:defRPr/>
            </a:pPr>
            <a:fld id="{86C45DCD-D915-41E0-A133-69628F17C9F3}" type="slidenum">
              <a:rPr lang="en-US" smtClean="0"/>
              <a:pPr>
                <a:defRPr/>
              </a:pPr>
              <a:t>5</a:t>
            </a:fld>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1625" y="0"/>
            <a:ext cx="8510588" cy="1325563"/>
          </a:xfrm>
        </p:spPr>
        <p:txBody>
          <a:bodyPr/>
          <a:lstStyle/>
          <a:p>
            <a:r>
              <a:rPr lang="en-US" dirty="0" smtClean="0"/>
              <a:t>OCM Summary</a:t>
            </a:r>
            <a:endParaRPr lang="en-US" dirty="0"/>
          </a:p>
        </p:txBody>
      </p:sp>
      <p:sp>
        <p:nvSpPr>
          <p:cNvPr id="5" name="Content Placeholder 4"/>
          <p:cNvSpPr>
            <a:spLocks noGrp="1"/>
          </p:cNvSpPr>
          <p:nvPr>
            <p:ph idx="1"/>
          </p:nvPr>
        </p:nvSpPr>
        <p:spPr>
          <a:xfrm>
            <a:off x="301625" y="1524000"/>
            <a:ext cx="8540750" cy="4422775"/>
          </a:xfrm>
        </p:spPr>
        <p:txBody>
          <a:bodyPr numCol="1"/>
          <a:lstStyle/>
          <a:p>
            <a:pPr marL="0" lvl="1" indent="-11113">
              <a:spcBef>
                <a:spcPts val="200"/>
              </a:spcBef>
              <a:buNone/>
            </a:pPr>
            <a:r>
              <a:rPr lang="en-US" sz="2400" b="1" dirty="0" smtClean="0"/>
              <a:t>Summarized OCM Approach</a:t>
            </a:r>
          </a:p>
          <a:p>
            <a:pPr marL="0" lvl="1" indent="-11113">
              <a:spcBef>
                <a:spcPts val="200"/>
              </a:spcBef>
              <a:buNone/>
            </a:pPr>
            <a:endParaRPr lang="en-US" dirty="0" smtClean="0"/>
          </a:p>
        </p:txBody>
      </p:sp>
      <p:sp>
        <p:nvSpPr>
          <p:cNvPr id="6" name="Rectangle 12"/>
          <p:cNvSpPr>
            <a:spLocks noChangeArrowheads="1"/>
          </p:cNvSpPr>
          <p:nvPr/>
        </p:nvSpPr>
        <p:spPr bwMode="auto">
          <a:xfrm>
            <a:off x="4372862" y="6629400"/>
            <a:ext cx="392113" cy="122238"/>
          </a:xfrm>
          <a:prstGeom prst="rect">
            <a:avLst/>
          </a:prstGeom>
          <a:noFill/>
          <a:ln w="9525">
            <a:noFill/>
            <a:miter lim="800000"/>
            <a:headEnd/>
            <a:tailEnd/>
          </a:ln>
          <a:effectLst/>
        </p:spPr>
        <p:txBody>
          <a:bodyPr wrap="none" lIns="0" tIns="0" rIns="0" bIns="0" anchor="ctr">
            <a:spAutoFit/>
          </a:bodyPr>
          <a:lstStyle/>
          <a:p>
            <a:pPr algn="r" eaLnBrk="0" hangingPunct="0">
              <a:defRPr/>
            </a:pPr>
            <a:r>
              <a:rPr lang="en-US" sz="800" dirty="0">
                <a:solidFill>
                  <a:srgbClr val="000000"/>
                </a:solidFill>
                <a:cs typeface="Arial" charset="0"/>
              </a:rPr>
              <a:t>Page </a:t>
            </a:r>
            <a:fld id="{929B933E-E64E-48F0-8B23-F7E1CD7B9B67}" type="slidenum">
              <a:rPr lang="en-US" sz="800">
                <a:solidFill>
                  <a:srgbClr val="000000"/>
                </a:solidFill>
                <a:cs typeface="Arial" charset="0"/>
              </a:rPr>
              <a:pPr algn="r" eaLnBrk="0" hangingPunct="0">
                <a:defRPr/>
              </a:pPr>
              <a:t>6</a:t>
            </a:fld>
            <a:endParaRPr lang="en-US" sz="800" dirty="0">
              <a:solidFill>
                <a:srgbClr val="000000"/>
              </a:solidFill>
              <a:cs typeface="Arial" charset="0"/>
            </a:endParaRPr>
          </a:p>
        </p:txBody>
      </p:sp>
      <p:sp>
        <p:nvSpPr>
          <p:cNvPr id="3" name="TextBox 2"/>
          <p:cNvSpPr txBox="1"/>
          <p:nvPr/>
        </p:nvSpPr>
        <p:spPr>
          <a:xfrm>
            <a:off x="389984" y="2362200"/>
            <a:ext cx="7763416" cy="1225755"/>
          </a:xfrm>
          <a:prstGeom prst="rect">
            <a:avLst/>
          </a:prstGeom>
          <a:noFill/>
        </p:spPr>
        <p:txBody>
          <a:bodyPr wrap="square" numCol="2" rtlCol="0">
            <a:noAutofit/>
          </a:bodyPr>
          <a:lstStyle/>
          <a:p>
            <a:pPr marL="285750" indent="-285750">
              <a:spcBef>
                <a:spcPts val="600"/>
              </a:spcBef>
              <a:spcAft>
                <a:spcPts val="600"/>
              </a:spcAft>
              <a:buFont typeface="Wingdings" pitchFamily="2" charset="2"/>
              <a:buChar char="§"/>
            </a:pPr>
            <a:r>
              <a:rPr lang="en-US" sz="2000" dirty="0" smtClean="0">
                <a:solidFill>
                  <a:srgbClr val="000000"/>
                </a:solidFill>
              </a:rPr>
              <a:t>Achieve Organizational readiness</a:t>
            </a:r>
            <a:endParaRPr lang="en-US" sz="2000" b="1" dirty="0">
              <a:solidFill>
                <a:srgbClr val="000000"/>
              </a:solidFill>
            </a:endParaRPr>
          </a:p>
          <a:p>
            <a:pPr marL="285750" indent="-285750">
              <a:spcBef>
                <a:spcPts val="600"/>
              </a:spcBef>
              <a:spcAft>
                <a:spcPts val="600"/>
              </a:spcAft>
              <a:buFont typeface="Wingdings" pitchFamily="2" charset="2"/>
              <a:buChar char="§"/>
            </a:pPr>
            <a:r>
              <a:rPr lang="en-US" sz="2000" dirty="0" smtClean="0">
                <a:solidFill>
                  <a:srgbClr val="000000"/>
                </a:solidFill>
              </a:rPr>
              <a:t>Activate Business Readiness Team</a:t>
            </a:r>
            <a:endParaRPr lang="en-US" sz="2000" b="1" dirty="0">
              <a:solidFill>
                <a:srgbClr val="000000"/>
              </a:solidFill>
            </a:endParaRPr>
          </a:p>
          <a:p>
            <a:pPr marL="285750" indent="-285750">
              <a:spcBef>
                <a:spcPts val="600"/>
              </a:spcBef>
              <a:spcAft>
                <a:spcPts val="600"/>
              </a:spcAft>
              <a:buFont typeface="Wingdings" pitchFamily="2" charset="2"/>
              <a:buChar char="§"/>
            </a:pPr>
            <a:r>
              <a:rPr lang="en-US" sz="2000" dirty="0" smtClean="0">
                <a:solidFill>
                  <a:srgbClr val="000000"/>
                </a:solidFill>
              </a:rPr>
              <a:t>Select Super Users for each process area</a:t>
            </a:r>
            <a:endParaRPr lang="en-US" sz="2000" b="1" dirty="0">
              <a:solidFill>
                <a:srgbClr val="000000"/>
              </a:solidFill>
            </a:endParaRPr>
          </a:p>
          <a:p>
            <a:pPr marL="285750" indent="-285750">
              <a:spcBef>
                <a:spcPts val="600"/>
              </a:spcBef>
              <a:spcAft>
                <a:spcPts val="600"/>
              </a:spcAft>
              <a:buFont typeface="Wingdings" pitchFamily="2" charset="2"/>
              <a:buChar char="§"/>
            </a:pPr>
            <a:r>
              <a:rPr lang="en-US" sz="2000" dirty="0" smtClean="0">
                <a:solidFill>
                  <a:srgbClr val="000000"/>
                </a:solidFill>
              </a:rPr>
              <a:t>OCM activities led by OCM </a:t>
            </a:r>
            <a:r>
              <a:rPr lang="en-US" sz="2000" dirty="0" err="1" smtClean="0">
                <a:solidFill>
                  <a:srgbClr val="000000"/>
                </a:solidFill>
              </a:rPr>
              <a:t>workstream</a:t>
            </a:r>
            <a:r>
              <a:rPr lang="en-US" sz="2000" dirty="0" smtClean="0">
                <a:solidFill>
                  <a:srgbClr val="000000"/>
                </a:solidFill>
              </a:rPr>
              <a:t> lead</a:t>
            </a:r>
          </a:p>
          <a:p>
            <a:pPr marL="285750" indent="-285750">
              <a:spcBef>
                <a:spcPts val="600"/>
              </a:spcBef>
              <a:buFont typeface="Wingdings" pitchFamily="2" charset="2"/>
              <a:buChar char="§"/>
            </a:pPr>
            <a:endParaRPr lang="en-US" sz="2000" dirty="0" smtClean="0">
              <a:solidFill>
                <a:srgbClr val="000000"/>
              </a:solidFill>
            </a:endParaRPr>
          </a:p>
          <a:p>
            <a:pPr marL="285750" indent="-285750">
              <a:spcBef>
                <a:spcPts val="600"/>
              </a:spcBef>
              <a:buFont typeface="Wingdings" pitchFamily="2" charset="2"/>
              <a:buChar char="§"/>
            </a:pPr>
            <a:endParaRPr lang="en-US" sz="2000" dirty="0" smtClean="0">
              <a:solidFill>
                <a:srgbClr val="000000"/>
              </a:solidFill>
            </a:endParaRPr>
          </a:p>
          <a:p>
            <a:pPr marL="285750" indent="-285750">
              <a:spcBef>
                <a:spcPts val="600"/>
              </a:spcBef>
              <a:buFont typeface="Wingdings" pitchFamily="2" charset="2"/>
              <a:buChar char="§"/>
            </a:pPr>
            <a:r>
              <a:rPr lang="en-US" sz="2000" dirty="0" smtClean="0">
                <a:solidFill>
                  <a:srgbClr val="000000"/>
                </a:solidFill>
              </a:rPr>
              <a:t>Leadership helping to drive communication</a:t>
            </a:r>
          </a:p>
          <a:p>
            <a:pPr marL="285750" indent="-285750">
              <a:spcBef>
                <a:spcPts val="600"/>
              </a:spcBef>
              <a:buFont typeface="Wingdings" pitchFamily="2" charset="2"/>
              <a:buChar char="§"/>
            </a:pPr>
            <a:r>
              <a:rPr lang="en-US" sz="2000" dirty="0" smtClean="0">
                <a:solidFill>
                  <a:srgbClr val="000000"/>
                </a:solidFill>
              </a:rPr>
              <a:t>Communications list created and disseminated</a:t>
            </a:r>
          </a:p>
          <a:p>
            <a:pPr marL="285750" indent="-285750">
              <a:spcBef>
                <a:spcPts val="600"/>
              </a:spcBef>
              <a:buFont typeface="Wingdings" pitchFamily="2" charset="2"/>
              <a:buChar char="§"/>
            </a:pPr>
            <a:r>
              <a:rPr lang="en-US" sz="2000" dirty="0" smtClean="0">
                <a:solidFill>
                  <a:srgbClr val="000000"/>
                </a:solidFill>
              </a:rPr>
              <a:t>Impact Mapping: What has occurred and what will occur</a:t>
            </a:r>
            <a:endParaRPr lang="en-US" sz="2000" dirty="0">
              <a:solidFill>
                <a:srgbClr val="000000"/>
              </a:solidFill>
            </a:endParaRPr>
          </a:p>
          <a:p>
            <a:pPr marL="285750" indent="-285750">
              <a:spcBef>
                <a:spcPts val="600"/>
              </a:spcBef>
              <a:buFont typeface="Wingdings" pitchFamily="2" charset="2"/>
              <a:buChar char="§"/>
            </a:pPr>
            <a:r>
              <a:rPr lang="en-US" sz="2000" dirty="0" smtClean="0">
                <a:solidFill>
                  <a:srgbClr val="000000"/>
                </a:solidFill>
              </a:rPr>
              <a:t>“How to” and “What to do” steps to minimize org impact</a:t>
            </a:r>
            <a:endParaRPr lang="en-US" sz="2000" dirty="0">
              <a:solidFill>
                <a:srgbClr val="000000"/>
              </a:solidFill>
            </a:endParaRPr>
          </a:p>
        </p:txBody>
      </p:sp>
      <p:sp>
        <p:nvSpPr>
          <p:cNvPr id="4" name="TextBox 3"/>
          <p:cNvSpPr txBox="1"/>
          <p:nvPr/>
        </p:nvSpPr>
        <p:spPr>
          <a:xfrm>
            <a:off x="389984" y="5144869"/>
            <a:ext cx="7763416" cy="646331"/>
          </a:xfrm>
          <a:prstGeom prst="rect">
            <a:avLst/>
          </a:prstGeom>
          <a:noFill/>
        </p:spPr>
        <p:txBody>
          <a:bodyPr wrap="square" rtlCol="0">
            <a:spAutoFit/>
          </a:bodyPr>
          <a:lstStyle/>
          <a:p>
            <a:pPr algn="ctr">
              <a:spcBef>
                <a:spcPts val="1500"/>
              </a:spcBef>
            </a:pPr>
            <a:endParaRPr lang="en-US" dirty="0"/>
          </a:p>
          <a:p>
            <a:pPr algn="ctr"/>
            <a:endParaRPr lang="en-US" dirty="0"/>
          </a:p>
        </p:txBody>
      </p:sp>
    </p:spTree>
    <p:extLst>
      <p:ext uri="{BB962C8B-B14F-4D97-AF65-F5344CB8AC3E}">
        <p14:creationId xmlns:p14="http://schemas.microsoft.com/office/powerpoint/2010/main" xmlns="" val="3497838223"/>
      </p:ext>
    </p:extLst>
  </p:cSld>
  <p:clrMapOvr>
    <a:masterClrMapping/>
  </p:clrMapOvr>
  <mc:AlternateContent xmlns:mc="http://schemas.openxmlformats.org/markup-compatibility/2006">
    <mc:Choice xmlns:p14="http://schemas.microsoft.com/office/powerpoint/2010/main" xmlns="" Requires="p14">
      <p:transition spd="slow" p14:dur="800">
        <p:circle/>
      </p:transition>
    </mc:Choice>
    <mc:Fallback>
      <p:transition spd="slow">
        <p:circl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4"/>
          <p:cNvSpPr>
            <a:spLocks noGrp="1" noChangeArrowheads="1"/>
          </p:cNvSpPr>
          <p:nvPr>
            <p:ph type="title"/>
          </p:nvPr>
        </p:nvSpPr>
        <p:spPr>
          <a:xfrm>
            <a:off x="0" y="0"/>
            <a:ext cx="9144000" cy="1325563"/>
          </a:xfrm>
        </p:spPr>
        <p:txBody>
          <a:bodyPr/>
          <a:lstStyle/>
          <a:p>
            <a:pPr eaLnBrk="1" hangingPunct="1"/>
            <a:r>
              <a:rPr lang="en-CA" sz="4100" dirty="0" smtClean="0"/>
              <a:t>Getting the People Ready: OCM Basics</a:t>
            </a:r>
          </a:p>
        </p:txBody>
      </p:sp>
      <p:sp>
        <p:nvSpPr>
          <p:cNvPr id="13315" name="Rectangle 19"/>
          <p:cNvSpPr>
            <a:spLocks noChangeArrowheads="1"/>
          </p:cNvSpPr>
          <p:nvPr/>
        </p:nvSpPr>
        <p:spPr bwMode="auto">
          <a:xfrm>
            <a:off x="1036638" y="1249363"/>
            <a:ext cx="7096125" cy="5035550"/>
          </a:xfrm>
          <a:prstGeom prst="rect">
            <a:avLst/>
          </a:prstGeom>
          <a:gradFill rotWithShape="0">
            <a:gsLst>
              <a:gs pos="0">
                <a:srgbClr val="FFFFFF"/>
              </a:gs>
              <a:gs pos="100000">
                <a:schemeClr val="hlink"/>
              </a:gs>
            </a:gsLst>
            <a:lin ang="0" scaled="1"/>
          </a:gradFill>
          <a:ln w="12700">
            <a:solidFill>
              <a:schemeClr val="hlink"/>
            </a:solidFill>
            <a:miter lim="800000"/>
            <a:headEnd/>
            <a:tailEnd/>
          </a:ln>
          <a:effectLst/>
        </p:spPr>
        <p:txBody>
          <a:bodyPr lIns="90000" tIns="46800" rIns="90000" bIns="46800" anchor="ctr">
            <a:spAutoFit/>
          </a:bodyPr>
          <a:lstStyle/>
          <a:p>
            <a:endParaRPr lang="en-US" dirty="0"/>
          </a:p>
        </p:txBody>
      </p:sp>
      <p:sp>
        <p:nvSpPr>
          <p:cNvPr id="13316" name="Rectangle 20"/>
          <p:cNvSpPr>
            <a:spLocks noChangeArrowheads="1"/>
          </p:cNvSpPr>
          <p:nvPr/>
        </p:nvSpPr>
        <p:spPr bwMode="auto">
          <a:xfrm>
            <a:off x="1335088" y="1541463"/>
            <a:ext cx="2511425" cy="4184650"/>
          </a:xfrm>
          <a:prstGeom prst="rect">
            <a:avLst/>
          </a:prstGeom>
          <a:gradFill rotWithShape="0">
            <a:gsLst>
              <a:gs pos="0">
                <a:schemeClr val="accent1"/>
              </a:gs>
              <a:gs pos="100000">
                <a:srgbClr val="FFEAAF"/>
              </a:gs>
            </a:gsLst>
            <a:lin ang="5400000" scaled="1"/>
          </a:gradFill>
          <a:ln w="38100">
            <a:noFill/>
            <a:miter lim="800000"/>
            <a:headEnd/>
            <a:tailEnd/>
          </a:ln>
          <a:effectLst/>
        </p:spPr>
        <p:txBody>
          <a:bodyPr wrap="none" anchor="ctr"/>
          <a:lstStyle/>
          <a:p>
            <a:endParaRPr lang="en-CA" dirty="0"/>
          </a:p>
        </p:txBody>
      </p:sp>
      <p:sp>
        <p:nvSpPr>
          <p:cNvPr id="13317" name="AutoShape 21"/>
          <p:cNvSpPr>
            <a:spLocks noChangeArrowheads="1"/>
          </p:cNvSpPr>
          <p:nvPr/>
        </p:nvSpPr>
        <p:spPr bwMode="auto">
          <a:xfrm>
            <a:off x="1531938" y="4518025"/>
            <a:ext cx="2092325" cy="827088"/>
          </a:xfrm>
          <a:prstGeom prst="cube">
            <a:avLst>
              <a:gd name="adj" fmla="val 25000"/>
            </a:avLst>
          </a:prstGeom>
          <a:gradFill rotWithShape="0">
            <a:gsLst>
              <a:gs pos="0">
                <a:srgbClr val="DDDDDD"/>
              </a:gs>
              <a:gs pos="50000">
                <a:srgbClr val="FFFFFF"/>
              </a:gs>
              <a:gs pos="100000">
                <a:srgbClr val="DDDDDD"/>
              </a:gs>
            </a:gsLst>
            <a:lin ang="5400000" scaled="1"/>
          </a:gradFill>
          <a:ln w="12700">
            <a:solidFill>
              <a:schemeClr val="tx1"/>
            </a:solidFill>
            <a:miter lim="800000"/>
            <a:headEnd/>
            <a:tailEnd/>
          </a:ln>
          <a:effectLst/>
        </p:spPr>
        <p:txBody>
          <a:bodyPr wrap="none" anchor="ctr"/>
          <a:lstStyle/>
          <a:p>
            <a:r>
              <a:rPr lang="en-US" dirty="0">
                <a:solidFill>
                  <a:srgbClr val="000000"/>
                </a:solidFill>
              </a:rPr>
              <a:t>Transition</a:t>
            </a:r>
          </a:p>
          <a:p>
            <a:r>
              <a:rPr lang="en-US" dirty="0">
                <a:solidFill>
                  <a:srgbClr val="000000"/>
                </a:solidFill>
              </a:rPr>
              <a:t>Planning</a:t>
            </a:r>
          </a:p>
        </p:txBody>
      </p:sp>
      <p:sp>
        <p:nvSpPr>
          <p:cNvPr id="13318" name="AutoShape 22"/>
          <p:cNvSpPr>
            <a:spLocks noChangeArrowheads="1"/>
          </p:cNvSpPr>
          <p:nvPr/>
        </p:nvSpPr>
        <p:spPr bwMode="auto">
          <a:xfrm>
            <a:off x="1531938" y="1976438"/>
            <a:ext cx="2092325" cy="735012"/>
          </a:xfrm>
          <a:prstGeom prst="cube">
            <a:avLst>
              <a:gd name="adj" fmla="val 25000"/>
            </a:avLst>
          </a:prstGeom>
          <a:gradFill rotWithShape="0">
            <a:gsLst>
              <a:gs pos="0">
                <a:srgbClr val="DDDDDD"/>
              </a:gs>
              <a:gs pos="50000">
                <a:srgbClr val="FFFFFF"/>
              </a:gs>
              <a:gs pos="100000">
                <a:srgbClr val="DDDDDD"/>
              </a:gs>
            </a:gsLst>
            <a:lin ang="5400000" scaled="1"/>
          </a:gradFill>
          <a:ln w="12700">
            <a:solidFill>
              <a:schemeClr val="tx1"/>
            </a:solidFill>
            <a:miter lim="800000"/>
            <a:headEnd/>
            <a:tailEnd/>
          </a:ln>
          <a:effectLst/>
        </p:spPr>
        <p:txBody>
          <a:bodyPr wrap="none" anchor="ctr"/>
          <a:lstStyle/>
          <a:p>
            <a:r>
              <a:rPr lang="en-US" dirty="0">
                <a:solidFill>
                  <a:srgbClr val="000000"/>
                </a:solidFill>
              </a:rPr>
              <a:t>Communication </a:t>
            </a:r>
          </a:p>
          <a:p>
            <a:r>
              <a:rPr lang="en-US" dirty="0">
                <a:solidFill>
                  <a:srgbClr val="000000"/>
                </a:solidFill>
              </a:rPr>
              <a:t>&amp; Leadership</a:t>
            </a:r>
            <a:endParaRPr lang="en-US" sz="1400" dirty="0">
              <a:solidFill>
                <a:srgbClr val="000000"/>
              </a:solidFill>
            </a:endParaRPr>
          </a:p>
        </p:txBody>
      </p:sp>
      <p:sp>
        <p:nvSpPr>
          <p:cNvPr id="13319" name="AutoShape 23"/>
          <p:cNvSpPr>
            <a:spLocks noChangeArrowheads="1"/>
          </p:cNvSpPr>
          <p:nvPr/>
        </p:nvSpPr>
        <p:spPr bwMode="auto">
          <a:xfrm>
            <a:off x="1543050" y="3232150"/>
            <a:ext cx="2082800" cy="750888"/>
          </a:xfrm>
          <a:prstGeom prst="cube">
            <a:avLst>
              <a:gd name="adj" fmla="val 25000"/>
            </a:avLst>
          </a:prstGeom>
          <a:gradFill rotWithShape="0">
            <a:gsLst>
              <a:gs pos="0">
                <a:srgbClr val="DDDDDD"/>
              </a:gs>
              <a:gs pos="50000">
                <a:srgbClr val="FFFFFF"/>
              </a:gs>
              <a:gs pos="100000">
                <a:srgbClr val="DDDDDD"/>
              </a:gs>
            </a:gsLst>
            <a:lin ang="5400000" scaled="1"/>
          </a:gradFill>
          <a:ln w="12700">
            <a:solidFill>
              <a:schemeClr val="tx1"/>
            </a:solidFill>
            <a:miter lim="800000"/>
            <a:headEnd/>
            <a:tailEnd/>
          </a:ln>
          <a:effectLst/>
        </p:spPr>
        <p:txBody>
          <a:bodyPr wrap="none" anchor="ctr"/>
          <a:lstStyle/>
          <a:p>
            <a:r>
              <a:rPr lang="en-US" dirty="0">
                <a:solidFill>
                  <a:srgbClr val="000000"/>
                </a:solidFill>
              </a:rPr>
              <a:t>Impact</a:t>
            </a:r>
          </a:p>
          <a:p>
            <a:r>
              <a:rPr lang="en-US" dirty="0">
                <a:solidFill>
                  <a:srgbClr val="000000"/>
                </a:solidFill>
              </a:rPr>
              <a:t>Mapping</a:t>
            </a:r>
          </a:p>
        </p:txBody>
      </p:sp>
      <p:sp>
        <p:nvSpPr>
          <p:cNvPr id="13320" name="AutoShape 24"/>
          <p:cNvSpPr>
            <a:spLocks noChangeArrowheads="1"/>
          </p:cNvSpPr>
          <p:nvPr/>
        </p:nvSpPr>
        <p:spPr bwMode="auto">
          <a:xfrm>
            <a:off x="5141913" y="3275013"/>
            <a:ext cx="2278062" cy="769937"/>
          </a:xfrm>
          <a:prstGeom prst="cube">
            <a:avLst>
              <a:gd name="adj" fmla="val 25000"/>
            </a:avLst>
          </a:prstGeom>
          <a:gradFill rotWithShape="0">
            <a:gsLst>
              <a:gs pos="0">
                <a:srgbClr val="DDDDDD"/>
              </a:gs>
              <a:gs pos="50000">
                <a:srgbClr val="FFFFFF"/>
              </a:gs>
              <a:gs pos="100000">
                <a:srgbClr val="DDDDDD"/>
              </a:gs>
            </a:gsLst>
            <a:lin ang="5400000" scaled="1"/>
          </a:gradFill>
          <a:ln w="12700">
            <a:solidFill>
              <a:schemeClr val="tx1"/>
            </a:solidFill>
            <a:miter lim="800000"/>
            <a:headEnd/>
            <a:tailEnd/>
          </a:ln>
          <a:effectLst/>
        </p:spPr>
        <p:txBody>
          <a:bodyPr wrap="none" anchor="ctr"/>
          <a:lstStyle/>
          <a:p>
            <a:r>
              <a:rPr lang="en-US" dirty="0">
                <a:solidFill>
                  <a:srgbClr val="000000"/>
                </a:solidFill>
              </a:rPr>
              <a:t>End User Training</a:t>
            </a:r>
          </a:p>
        </p:txBody>
      </p:sp>
      <p:sp>
        <p:nvSpPr>
          <p:cNvPr id="13321" name="AutoShape 25"/>
          <p:cNvSpPr>
            <a:spLocks noChangeArrowheads="1"/>
          </p:cNvSpPr>
          <p:nvPr/>
        </p:nvSpPr>
        <p:spPr bwMode="auto">
          <a:xfrm rot="-5400000">
            <a:off x="4498975" y="3413125"/>
            <a:ext cx="428625" cy="536575"/>
          </a:xfrm>
          <a:prstGeom prst="downArrow">
            <a:avLst>
              <a:gd name="adj1" fmla="val 50000"/>
              <a:gd name="adj2" fmla="val 31296"/>
            </a:avLst>
          </a:prstGeom>
          <a:gradFill rotWithShape="0">
            <a:gsLst>
              <a:gs pos="0">
                <a:schemeClr val="folHlink"/>
              </a:gs>
              <a:gs pos="100000">
                <a:schemeClr val="accent1"/>
              </a:gs>
            </a:gsLst>
            <a:lin ang="0" scaled="1"/>
          </a:gradFill>
          <a:ln w="12700">
            <a:noFill/>
            <a:miter lim="800000"/>
            <a:headEnd/>
            <a:tailEnd/>
          </a:ln>
          <a:effectLst/>
        </p:spPr>
        <p:txBody>
          <a:bodyPr wrap="none" anchor="ctr"/>
          <a:lstStyle/>
          <a:p>
            <a:endParaRPr lang="en-US" dirty="0"/>
          </a:p>
        </p:txBody>
      </p:sp>
      <p:sp>
        <p:nvSpPr>
          <p:cNvPr id="13322" name="Text Box 26"/>
          <p:cNvSpPr txBox="1">
            <a:spLocks noChangeArrowheads="1"/>
          </p:cNvSpPr>
          <p:nvPr/>
        </p:nvSpPr>
        <p:spPr bwMode="auto">
          <a:xfrm>
            <a:off x="1409700" y="1568450"/>
            <a:ext cx="2387600" cy="336550"/>
          </a:xfrm>
          <a:prstGeom prst="rect">
            <a:avLst/>
          </a:prstGeom>
          <a:noFill/>
          <a:ln w="12700">
            <a:noFill/>
            <a:miter lim="800000"/>
            <a:headEnd/>
            <a:tailEnd/>
          </a:ln>
          <a:effectLst/>
        </p:spPr>
        <p:txBody>
          <a:bodyPr lIns="90000" tIns="46800" rIns="90000" bIns="46800">
            <a:spAutoFit/>
          </a:bodyPr>
          <a:lstStyle/>
          <a:p>
            <a:pPr>
              <a:spcBef>
                <a:spcPct val="50000"/>
              </a:spcBef>
            </a:pPr>
            <a:r>
              <a:rPr lang="en-CA" dirty="0">
                <a:solidFill>
                  <a:srgbClr val="333333"/>
                </a:solidFill>
              </a:rPr>
              <a:t>OCM Core Activities </a:t>
            </a:r>
          </a:p>
        </p:txBody>
      </p:sp>
      <p:sp>
        <p:nvSpPr>
          <p:cNvPr id="13323" name="AutoShape 27"/>
          <p:cNvSpPr>
            <a:spLocks noChangeArrowheads="1"/>
          </p:cNvSpPr>
          <p:nvPr/>
        </p:nvSpPr>
        <p:spPr bwMode="auto">
          <a:xfrm rot="10800000">
            <a:off x="2400300" y="2781300"/>
            <a:ext cx="357188" cy="404813"/>
          </a:xfrm>
          <a:prstGeom prst="downArrow">
            <a:avLst>
              <a:gd name="adj1" fmla="val 50000"/>
              <a:gd name="adj2" fmla="val 28333"/>
            </a:avLst>
          </a:prstGeom>
          <a:gradFill rotWithShape="0">
            <a:gsLst>
              <a:gs pos="0">
                <a:schemeClr val="folHlink"/>
              </a:gs>
              <a:gs pos="100000">
                <a:schemeClr val="accent1"/>
              </a:gs>
            </a:gsLst>
            <a:lin ang="5400000" scaled="1"/>
          </a:gradFill>
          <a:ln w="12700">
            <a:noFill/>
            <a:miter lim="800000"/>
            <a:headEnd/>
            <a:tailEnd/>
          </a:ln>
          <a:effectLst/>
        </p:spPr>
        <p:txBody>
          <a:bodyPr wrap="none" anchor="ctr"/>
          <a:lstStyle/>
          <a:p>
            <a:endParaRPr lang="en-US" dirty="0"/>
          </a:p>
        </p:txBody>
      </p:sp>
      <p:sp>
        <p:nvSpPr>
          <p:cNvPr id="13324" name="AutoShape 28"/>
          <p:cNvSpPr>
            <a:spLocks noChangeArrowheads="1"/>
          </p:cNvSpPr>
          <p:nvPr/>
        </p:nvSpPr>
        <p:spPr bwMode="auto">
          <a:xfrm rot="10800000" flipV="1">
            <a:off x="2393950" y="4051300"/>
            <a:ext cx="357188" cy="404813"/>
          </a:xfrm>
          <a:prstGeom prst="downArrow">
            <a:avLst>
              <a:gd name="adj1" fmla="val 50000"/>
              <a:gd name="adj2" fmla="val 28333"/>
            </a:avLst>
          </a:prstGeom>
          <a:gradFill rotWithShape="0">
            <a:gsLst>
              <a:gs pos="0">
                <a:schemeClr val="accent1"/>
              </a:gs>
              <a:gs pos="100000">
                <a:schemeClr val="folHlink"/>
              </a:gs>
            </a:gsLst>
            <a:lin ang="5400000" scaled="1"/>
          </a:gradFill>
          <a:ln w="12700">
            <a:noFill/>
            <a:miter lim="800000"/>
            <a:headEnd/>
            <a:tailEnd/>
          </a:ln>
          <a:effectLst/>
        </p:spPr>
        <p:txBody>
          <a:bodyPr wrap="none" anchor="ctr"/>
          <a:lstStyle/>
          <a:p>
            <a:endParaRPr lang="en-US" dirty="0"/>
          </a:p>
        </p:txBody>
      </p:sp>
      <p:sp>
        <p:nvSpPr>
          <p:cNvPr id="13325" name="Text Box 29"/>
          <p:cNvSpPr txBox="1">
            <a:spLocks noChangeArrowheads="1"/>
          </p:cNvSpPr>
          <p:nvPr/>
        </p:nvSpPr>
        <p:spPr bwMode="auto">
          <a:xfrm>
            <a:off x="3973513" y="5638800"/>
            <a:ext cx="2387600" cy="336550"/>
          </a:xfrm>
          <a:prstGeom prst="rect">
            <a:avLst/>
          </a:prstGeom>
          <a:noFill/>
          <a:ln w="12700">
            <a:noFill/>
            <a:miter lim="800000"/>
            <a:headEnd/>
            <a:tailEnd/>
          </a:ln>
          <a:effectLst/>
        </p:spPr>
        <p:txBody>
          <a:bodyPr lIns="90000" tIns="46800" rIns="90000" bIns="46800">
            <a:spAutoFit/>
          </a:bodyPr>
          <a:lstStyle/>
          <a:p>
            <a:pPr>
              <a:spcBef>
                <a:spcPct val="50000"/>
              </a:spcBef>
            </a:pPr>
            <a:r>
              <a:rPr lang="en-CA" dirty="0">
                <a:solidFill>
                  <a:srgbClr val="333333"/>
                </a:solidFill>
              </a:rPr>
              <a:t>Readiness Monitoring </a:t>
            </a:r>
          </a:p>
        </p:txBody>
      </p:sp>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1625" y="0"/>
            <a:ext cx="8510588" cy="1066800"/>
          </a:xfrm>
        </p:spPr>
        <p:txBody>
          <a:bodyPr/>
          <a:lstStyle/>
          <a:p>
            <a:r>
              <a:rPr lang="en-US" dirty="0" smtClean="0"/>
              <a:t>Why OCM?</a:t>
            </a:r>
            <a:endParaRPr lang="en-US" dirty="0"/>
          </a:p>
        </p:txBody>
      </p:sp>
      <p:sp>
        <p:nvSpPr>
          <p:cNvPr id="3" name="Content Placeholder 2"/>
          <p:cNvSpPr>
            <a:spLocks noGrp="1"/>
          </p:cNvSpPr>
          <p:nvPr>
            <p:ph idx="1"/>
          </p:nvPr>
        </p:nvSpPr>
        <p:spPr>
          <a:xfrm>
            <a:off x="301625" y="990600"/>
            <a:ext cx="8540750" cy="761999"/>
          </a:xfrm>
        </p:spPr>
        <p:txBody>
          <a:bodyPr/>
          <a:lstStyle/>
          <a:p>
            <a:pPr marL="457200" indent="-457200">
              <a:buFont typeface="Wingdings" panose="05000000000000000000" pitchFamily="2" charset="2"/>
              <a:buChar char="§"/>
            </a:pPr>
            <a:r>
              <a:rPr lang="en-US" sz="2600" dirty="0" smtClean="0"/>
              <a:t>Implementing sound </a:t>
            </a:r>
            <a:r>
              <a:rPr lang="en-US" sz="2600" dirty="0"/>
              <a:t>OCM practices allows </a:t>
            </a:r>
            <a:r>
              <a:rPr lang="en-US" sz="2600" dirty="0" smtClean="0"/>
              <a:t>Loudoun Water </a:t>
            </a:r>
            <a:r>
              <a:rPr lang="en-US" sz="2600" dirty="0"/>
              <a:t>to manage resistance to change and increase return on investment</a:t>
            </a:r>
          </a:p>
        </p:txBody>
      </p:sp>
      <p:sp>
        <p:nvSpPr>
          <p:cNvPr id="4" name="Slide Number Placeholder 3"/>
          <p:cNvSpPr>
            <a:spLocks noGrp="1"/>
          </p:cNvSpPr>
          <p:nvPr>
            <p:ph type="sldNum" sz="quarter" idx="10"/>
          </p:nvPr>
        </p:nvSpPr>
        <p:spPr/>
        <p:txBody>
          <a:bodyPr/>
          <a:lstStyle/>
          <a:p>
            <a:pPr>
              <a:defRPr/>
            </a:pPr>
            <a:endParaRPr lang="en-US" dirty="0" smtClean="0"/>
          </a:p>
          <a:p>
            <a:pPr>
              <a:defRPr/>
            </a:pPr>
            <a:fld id="{A5F0D4B2-BE44-4182-8FEA-E460C9E3A9FA}" type="slidenum">
              <a:rPr lang="en-US" smtClean="0"/>
              <a:pPr>
                <a:defRPr/>
              </a:pPr>
              <a:t>8</a:t>
            </a:fld>
            <a:endParaRPr lang="en-US" dirty="0"/>
          </a:p>
        </p:txBody>
      </p:sp>
      <p:pic>
        <p:nvPicPr>
          <p:cNvPr id="5" name="Picture 4"/>
          <p:cNvPicPr>
            <a:picLocks noChangeAspect="1"/>
          </p:cNvPicPr>
          <p:nvPr/>
        </p:nvPicPr>
        <p:blipFill>
          <a:blip r:embed="rId3" cstate="print">
            <a:duotone>
              <a:schemeClr val="accent5">
                <a:shade val="45000"/>
                <a:satMod val="135000"/>
              </a:schemeClr>
              <a:prstClr val="white"/>
            </a:duotone>
            <a:lum bright="-20000" contrast="55000"/>
          </a:blip>
          <a:stretch>
            <a:fillRect/>
          </a:stretch>
        </p:blipFill>
        <p:spPr>
          <a:xfrm>
            <a:off x="1143001" y="2286001"/>
            <a:ext cx="6959554" cy="4317968"/>
          </a:xfrm>
          <a:prstGeom prst="rect">
            <a:avLst/>
          </a:prstGeom>
        </p:spPr>
      </p:pic>
    </p:spTree>
    <p:extLst>
      <p:ext uri="{BB962C8B-B14F-4D97-AF65-F5344CB8AC3E}">
        <p14:creationId xmlns:p14="http://schemas.microsoft.com/office/powerpoint/2010/main" xmlns="" val="126426009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3"/>
          <p:cNvSpPr>
            <a:spLocks noChangeArrowheads="1"/>
          </p:cNvSpPr>
          <p:nvPr/>
        </p:nvSpPr>
        <p:spPr bwMode="auto">
          <a:xfrm>
            <a:off x="290513" y="2232675"/>
            <a:ext cx="990600" cy="2819400"/>
          </a:xfrm>
          <a:prstGeom prst="rect">
            <a:avLst/>
          </a:prstGeom>
          <a:solidFill>
            <a:srgbClr val="9AA759"/>
          </a:solidFill>
          <a:ln w="12700">
            <a:solidFill>
              <a:srgbClr val="000000"/>
            </a:solidFill>
            <a:miter lim="800000"/>
            <a:headEnd/>
            <a:tailEnd/>
          </a:ln>
        </p:spPr>
        <p:txBody>
          <a:bodyPr wrap="none" lIns="91428" tIns="45714" rIns="91428" bIns="45714" anchor="ctr"/>
          <a:lstStyle/>
          <a:p>
            <a:pPr algn="l" eaLnBrk="1" hangingPunct="1"/>
            <a:endParaRPr lang="en-US" sz="1900" dirty="0">
              <a:solidFill>
                <a:srgbClr val="000000"/>
              </a:solidFill>
              <a:latin typeface="Calibri" pitchFamily="34" charset="0"/>
            </a:endParaRPr>
          </a:p>
        </p:txBody>
      </p:sp>
      <p:sp>
        <p:nvSpPr>
          <p:cNvPr id="12292" name="Rectangle 5"/>
          <p:cNvSpPr>
            <a:spLocks noChangeArrowheads="1"/>
          </p:cNvSpPr>
          <p:nvPr/>
        </p:nvSpPr>
        <p:spPr bwMode="auto">
          <a:xfrm>
            <a:off x="419876" y="3206703"/>
            <a:ext cx="1104123" cy="2226369"/>
          </a:xfrm>
          <a:prstGeom prst="rect">
            <a:avLst/>
          </a:prstGeom>
          <a:solidFill>
            <a:srgbClr val="8ADCD2"/>
          </a:solidFill>
          <a:ln w="12700">
            <a:solidFill>
              <a:srgbClr val="000000"/>
            </a:solidFill>
            <a:miter lim="800000"/>
            <a:headEnd/>
            <a:tailEnd/>
          </a:ln>
        </p:spPr>
        <p:txBody>
          <a:bodyPr wrap="none" lIns="91428" tIns="45714" rIns="91428" bIns="45714" anchor="ctr"/>
          <a:lstStyle/>
          <a:p>
            <a:pPr algn="l" eaLnBrk="1" hangingPunct="1"/>
            <a:endParaRPr lang="en-US" sz="1900" dirty="0">
              <a:solidFill>
                <a:srgbClr val="000000"/>
              </a:solidFill>
              <a:latin typeface="Calibri" pitchFamily="34" charset="0"/>
            </a:endParaRPr>
          </a:p>
        </p:txBody>
      </p:sp>
      <p:sp>
        <p:nvSpPr>
          <p:cNvPr id="12293" name="Arc 6"/>
          <p:cNvSpPr>
            <a:spLocks/>
          </p:cNvSpPr>
          <p:nvPr/>
        </p:nvSpPr>
        <p:spPr bwMode="auto">
          <a:xfrm>
            <a:off x="2743200" y="1818450"/>
            <a:ext cx="4508500" cy="3298825"/>
          </a:xfrm>
          <a:custGeom>
            <a:avLst/>
            <a:gdLst>
              <a:gd name="T0" fmla="*/ 2147483647 w 21600"/>
              <a:gd name="T1" fmla="*/ 2147483647 h 21600"/>
              <a:gd name="T2" fmla="*/ 0 w 21600"/>
              <a:gd name="T3" fmla="*/ 2147483647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599" y="19"/>
                </a:moveTo>
                <a:cubicBezTo>
                  <a:pt x="21588" y="11941"/>
                  <a:pt x="11921" y="21599"/>
                  <a:pt x="0" y="21600"/>
                </a:cubicBezTo>
              </a:path>
              <a:path w="21600" h="21600" stroke="0" extrusionOk="0">
                <a:moveTo>
                  <a:pt x="21599" y="19"/>
                </a:moveTo>
                <a:cubicBezTo>
                  <a:pt x="21588" y="11941"/>
                  <a:pt x="11921" y="21599"/>
                  <a:pt x="0" y="21600"/>
                </a:cubicBezTo>
                <a:lnTo>
                  <a:pt x="0" y="0"/>
                </a:lnTo>
                <a:close/>
              </a:path>
            </a:pathLst>
          </a:custGeom>
          <a:noFill/>
          <a:ln w="50800" cap="rnd">
            <a:solidFill>
              <a:srgbClr val="000000"/>
            </a:solidFill>
            <a:round/>
            <a:headEnd type="triangle" w="med" len="med"/>
            <a:tailEnd/>
          </a:ln>
        </p:spPr>
        <p:txBody>
          <a:bodyPr wrap="none" lIns="91428" tIns="45714" rIns="91428" bIns="45714" anchor="ctr"/>
          <a:lstStyle/>
          <a:p>
            <a:pPr algn="l" eaLnBrk="1" hangingPunct="1"/>
            <a:endParaRPr lang="en-US" dirty="0">
              <a:solidFill>
                <a:srgbClr val="000000"/>
              </a:solidFill>
              <a:latin typeface="Calibri" pitchFamily="34" charset="0"/>
            </a:endParaRPr>
          </a:p>
        </p:txBody>
      </p:sp>
      <p:sp>
        <p:nvSpPr>
          <p:cNvPr id="10247" name="Rectangle 7"/>
          <p:cNvSpPr>
            <a:spLocks noChangeArrowheads="1"/>
          </p:cNvSpPr>
          <p:nvPr/>
        </p:nvSpPr>
        <p:spPr bwMode="auto">
          <a:xfrm>
            <a:off x="4276616" y="5087470"/>
            <a:ext cx="2428984" cy="609600"/>
          </a:xfrm>
          <a:prstGeom prst="rect">
            <a:avLst/>
          </a:prstGeom>
          <a:noFill/>
          <a:ln w="12700">
            <a:noFill/>
            <a:miter lim="800000"/>
            <a:headEnd/>
            <a:tailEnd/>
          </a:ln>
          <a:effectLst/>
        </p:spPr>
        <p:txBody>
          <a:bodyPr lIns="66668" tIns="33332" rIns="66668" bIns="33332" anchor="ctr"/>
          <a:lstStyle/>
          <a:p>
            <a:pPr defTabSz="506354">
              <a:lnSpc>
                <a:spcPct val="90000"/>
              </a:lnSpc>
              <a:defRPr/>
            </a:pPr>
            <a:r>
              <a:rPr lang="en-US" sz="1600" b="1" i="1" dirty="0" smtClean="0">
                <a:solidFill>
                  <a:srgbClr val="0066FF"/>
                </a:solidFill>
                <a:latin typeface="Calibri" pitchFamily="34" charset="0"/>
              </a:rPr>
              <a:t>Understanding &amp; Desire</a:t>
            </a:r>
            <a:endParaRPr lang="en-US" sz="1600" b="1" i="1" dirty="0">
              <a:solidFill>
                <a:srgbClr val="0066FF"/>
              </a:solidFill>
              <a:latin typeface="Calibri" pitchFamily="34" charset="0"/>
            </a:endParaRPr>
          </a:p>
          <a:p>
            <a:pPr defTabSz="506354">
              <a:lnSpc>
                <a:spcPct val="80000"/>
              </a:lnSpc>
              <a:defRPr/>
            </a:pPr>
            <a:r>
              <a:rPr lang="en-US" sz="1200" b="1" dirty="0">
                <a:solidFill>
                  <a:prstClr val="black"/>
                </a:solidFill>
                <a:latin typeface="Calibri" pitchFamily="34" charset="0"/>
              </a:rPr>
              <a:t>Employees understand the </a:t>
            </a:r>
            <a:r>
              <a:rPr lang="en-US" sz="1200" b="1" dirty="0" smtClean="0">
                <a:solidFill>
                  <a:prstClr val="black"/>
                </a:solidFill>
                <a:latin typeface="Calibri" pitchFamily="34" charset="0"/>
              </a:rPr>
              <a:t>“what” and benefits </a:t>
            </a:r>
            <a:r>
              <a:rPr lang="en-US" sz="1200" b="1" dirty="0">
                <a:solidFill>
                  <a:prstClr val="black"/>
                </a:solidFill>
                <a:latin typeface="Calibri" pitchFamily="34" charset="0"/>
              </a:rPr>
              <a:t>of SysMod</a:t>
            </a:r>
            <a:r>
              <a:rPr lang="en-US" sz="1200" b="1" dirty="0" smtClean="0">
                <a:solidFill>
                  <a:prstClr val="black"/>
                </a:solidFill>
                <a:latin typeface="Calibri" pitchFamily="34" charset="0"/>
              </a:rPr>
              <a:t>; </a:t>
            </a:r>
            <a:r>
              <a:rPr lang="en-US" sz="1200" b="1" dirty="0">
                <a:solidFill>
                  <a:prstClr val="black"/>
                </a:solidFill>
                <a:latin typeface="Calibri" pitchFamily="34" charset="0"/>
              </a:rPr>
              <a:t>they are interested in being </a:t>
            </a:r>
            <a:r>
              <a:rPr lang="en-US" sz="1200" b="1" dirty="0" smtClean="0">
                <a:solidFill>
                  <a:prstClr val="black"/>
                </a:solidFill>
                <a:latin typeface="Calibri" pitchFamily="34" charset="0"/>
              </a:rPr>
              <a:t>advocates. Motivation </a:t>
            </a:r>
            <a:r>
              <a:rPr lang="en-US" sz="1200" b="1" dirty="0">
                <a:solidFill>
                  <a:prstClr val="black"/>
                </a:solidFill>
                <a:latin typeface="Calibri" pitchFamily="34" charset="0"/>
              </a:rPr>
              <a:t>increases</a:t>
            </a:r>
            <a:r>
              <a:rPr lang="en-US" sz="1200" dirty="0">
                <a:solidFill>
                  <a:prstClr val="black"/>
                </a:solidFill>
                <a:latin typeface="Calibri" pitchFamily="34" charset="0"/>
              </a:rPr>
              <a:t>.</a:t>
            </a:r>
          </a:p>
          <a:p>
            <a:pPr defTabSz="506354">
              <a:lnSpc>
                <a:spcPct val="90000"/>
              </a:lnSpc>
              <a:defRPr/>
            </a:pPr>
            <a:endParaRPr lang="en-US" sz="1200" b="1" dirty="0">
              <a:solidFill>
                <a:prstClr val="black"/>
              </a:solidFill>
              <a:latin typeface="Calibri" pitchFamily="34" charset="0"/>
            </a:endParaRPr>
          </a:p>
        </p:txBody>
      </p:sp>
      <p:sp>
        <p:nvSpPr>
          <p:cNvPr id="10248" name="Rectangle 8"/>
          <p:cNvSpPr>
            <a:spLocks noChangeArrowheads="1"/>
          </p:cNvSpPr>
          <p:nvPr/>
        </p:nvSpPr>
        <p:spPr bwMode="auto">
          <a:xfrm>
            <a:off x="5980676" y="4222750"/>
            <a:ext cx="2782324" cy="654050"/>
          </a:xfrm>
          <a:prstGeom prst="rect">
            <a:avLst/>
          </a:prstGeom>
          <a:noFill/>
          <a:ln w="12700">
            <a:noFill/>
            <a:miter lim="800000"/>
            <a:headEnd/>
            <a:tailEnd/>
          </a:ln>
          <a:effectLst/>
        </p:spPr>
        <p:txBody>
          <a:bodyPr lIns="66668" tIns="33332" rIns="66668" bIns="33332" anchor="ctr"/>
          <a:lstStyle/>
          <a:p>
            <a:pPr defTabSz="506354">
              <a:lnSpc>
                <a:spcPct val="90000"/>
              </a:lnSpc>
              <a:defRPr/>
            </a:pPr>
            <a:r>
              <a:rPr lang="en-US" sz="1600" b="1" i="1" dirty="0" smtClean="0">
                <a:solidFill>
                  <a:srgbClr val="0066FF"/>
                </a:solidFill>
                <a:latin typeface="Calibri" pitchFamily="34" charset="0"/>
              </a:rPr>
              <a:t>Knowledge &amp; Experience</a:t>
            </a:r>
            <a:endParaRPr lang="en-US" sz="1600" b="1" i="1" dirty="0">
              <a:solidFill>
                <a:srgbClr val="0066FF"/>
              </a:solidFill>
              <a:latin typeface="Calibri" pitchFamily="34" charset="0"/>
            </a:endParaRPr>
          </a:p>
          <a:p>
            <a:pPr defTabSz="506354">
              <a:lnSpc>
                <a:spcPct val="90000"/>
              </a:lnSpc>
              <a:defRPr/>
            </a:pPr>
            <a:r>
              <a:rPr lang="en-US" sz="1200" b="1" dirty="0">
                <a:solidFill>
                  <a:prstClr val="black"/>
                </a:solidFill>
                <a:latin typeface="Calibri" pitchFamily="34" charset="0"/>
              </a:rPr>
              <a:t>Employees know how </a:t>
            </a:r>
            <a:r>
              <a:rPr lang="en-US" sz="1200" b="1" dirty="0" smtClean="0">
                <a:solidFill>
                  <a:prstClr val="black"/>
                </a:solidFill>
                <a:latin typeface="Calibri" pitchFamily="34" charset="0"/>
              </a:rPr>
              <a:t>SysMod </a:t>
            </a:r>
            <a:r>
              <a:rPr lang="en-US" sz="1200" b="1" dirty="0">
                <a:solidFill>
                  <a:prstClr val="black"/>
                </a:solidFill>
                <a:latin typeface="Calibri" pitchFamily="34" charset="0"/>
              </a:rPr>
              <a:t>will specifically impact </a:t>
            </a:r>
            <a:r>
              <a:rPr lang="en-US" sz="1200" b="1" dirty="0" smtClean="0">
                <a:solidFill>
                  <a:prstClr val="black"/>
                </a:solidFill>
                <a:latin typeface="Calibri" pitchFamily="34" charset="0"/>
              </a:rPr>
              <a:t>them, their customers, </a:t>
            </a:r>
            <a:r>
              <a:rPr lang="en-US" sz="1200" b="1" dirty="0">
                <a:solidFill>
                  <a:prstClr val="black"/>
                </a:solidFill>
                <a:latin typeface="Calibri" pitchFamily="34" charset="0"/>
              </a:rPr>
              <a:t>and </a:t>
            </a:r>
            <a:r>
              <a:rPr lang="en-US" sz="1200" b="1" dirty="0" smtClean="0">
                <a:solidFill>
                  <a:prstClr val="black"/>
                </a:solidFill>
                <a:latin typeface="Calibri" pitchFamily="34" charset="0"/>
              </a:rPr>
              <a:t>their teams</a:t>
            </a:r>
            <a:r>
              <a:rPr lang="en-US" sz="1200" dirty="0" smtClean="0">
                <a:solidFill>
                  <a:prstClr val="black"/>
                </a:solidFill>
                <a:latin typeface="Calibri" pitchFamily="34" charset="0"/>
              </a:rPr>
              <a:t>. </a:t>
            </a:r>
            <a:r>
              <a:rPr lang="en-US" sz="1200" b="1" dirty="0" smtClean="0">
                <a:solidFill>
                  <a:prstClr val="black"/>
                </a:solidFill>
                <a:latin typeface="Calibri" pitchFamily="34" charset="0"/>
              </a:rPr>
              <a:t>Significant level is required prior to attending training.</a:t>
            </a:r>
            <a:endParaRPr lang="en-US" sz="1200" b="1" dirty="0">
              <a:solidFill>
                <a:prstClr val="black"/>
              </a:solidFill>
              <a:latin typeface="Calibri" pitchFamily="34" charset="0"/>
            </a:endParaRPr>
          </a:p>
          <a:p>
            <a:pPr defTabSz="506354">
              <a:lnSpc>
                <a:spcPct val="90000"/>
              </a:lnSpc>
              <a:defRPr/>
            </a:pPr>
            <a:endParaRPr lang="en-US" sz="1200" b="1" dirty="0">
              <a:solidFill>
                <a:prstClr val="black"/>
              </a:solidFill>
              <a:latin typeface="Calibri" pitchFamily="34" charset="0"/>
            </a:endParaRPr>
          </a:p>
        </p:txBody>
      </p:sp>
      <p:sp>
        <p:nvSpPr>
          <p:cNvPr id="10249" name="Rectangle 9"/>
          <p:cNvSpPr>
            <a:spLocks noChangeArrowheads="1"/>
          </p:cNvSpPr>
          <p:nvPr/>
        </p:nvSpPr>
        <p:spPr bwMode="auto">
          <a:xfrm>
            <a:off x="6861175" y="3048000"/>
            <a:ext cx="2282825" cy="887413"/>
          </a:xfrm>
          <a:prstGeom prst="rect">
            <a:avLst/>
          </a:prstGeom>
          <a:noFill/>
          <a:ln w="12700">
            <a:noFill/>
            <a:miter lim="800000"/>
            <a:headEnd/>
            <a:tailEnd/>
          </a:ln>
          <a:effectLst/>
        </p:spPr>
        <p:txBody>
          <a:bodyPr lIns="66668" tIns="33332" rIns="66668" bIns="33332" anchor="ctr"/>
          <a:lstStyle/>
          <a:p>
            <a:pPr defTabSz="506354">
              <a:lnSpc>
                <a:spcPct val="90000"/>
              </a:lnSpc>
              <a:defRPr/>
            </a:pPr>
            <a:r>
              <a:rPr lang="en-US" sz="1600" b="1" i="1" dirty="0" smtClean="0">
                <a:solidFill>
                  <a:srgbClr val="0066FF"/>
                </a:solidFill>
                <a:latin typeface="Calibri" pitchFamily="34" charset="0"/>
              </a:rPr>
              <a:t>Confidence &amp; Competence</a:t>
            </a:r>
            <a:endParaRPr lang="en-US" sz="1600" b="1" i="1" dirty="0">
              <a:solidFill>
                <a:srgbClr val="0066FF"/>
              </a:solidFill>
              <a:latin typeface="Calibri" pitchFamily="34" charset="0"/>
            </a:endParaRPr>
          </a:p>
          <a:p>
            <a:pPr defTabSz="506354">
              <a:lnSpc>
                <a:spcPct val="90000"/>
              </a:lnSpc>
              <a:defRPr/>
            </a:pPr>
            <a:r>
              <a:rPr lang="en-US" sz="1200" b="1" dirty="0">
                <a:solidFill>
                  <a:prstClr val="black"/>
                </a:solidFill>
                <a:latin typeface="Calibri" pitchFamily="34" charset="0"/>
              </a:rPr>
              <a:t>Employees are able to work with the new system and support the changes </a:t>
            </a:r>
            <a:r>
              <a:rPr lang="en-US" sz="1200" b="1" dirty="0" smtClean="0">
                <a:solidFill>
                  <a:prstClr val="black"/>
                </a:solidFill>
                <a:latin typeface="Calibri" pitchFamily="34" charset="0"/>
              </a:rPr>
              <a:t>SysMod </a:t>
            </a:r>
            <a:r>
              <a:rPr lang="en-US" sz="1200" b="1" dirty="0">
                <a:solidFill>
                  <a:prstClr val="black"/>
                </a:solidFill>
                <a:latin typeface="Calibri" pitchFamily="34" charset="0"/>
              </a:rPr>
              <a:t>requires.</a:t>
            </a:r>
          </a:p>
        </p:txBody>
      </p:sp>
      <p:sp>
        <p:nvSpPr>
          <p:cNvPr id="10250" name="Rectangle 10"/>
          <p:cNvSpPr>
            <a:spLocks noChangeArrowheads="1"/>
          </p:cNvSpPr>
          <p:nvPr/>
        </p:nvSpPr>
        <p:spPr bwMode="auto">
          <a:xfrm>
            <a:off x="7239000" y="1985587"/>
            <a:ext cx="1752600" cy="990600"/>
          </a:xfrm>
          <a:prstGeom prst="rect">
            <a:avLst/>
          </a:prstGeom>
          <a:noFill/>
          <a:ln w="12700">
            <a:noFill/>
            <a:miter lim="800000"/>
            <a:headEnd/>
            <a:tailEnd/>
          </a:ln>
          <a:effectLst/>
        </p:spPr>
        <p:txBody>
          <a:bodyPr lIns="66668" tIns="33332" rIns="66668" bIns="33332" anchor="ctr"/>
          <a:lstStyle/>
          <a:p>
            <a:pPr defTabSz="506354">
              <a:lnSpc>
                <a:spcPct val="90000"/>
              </a:lnSpc>
              <a:defRPr/>
            </a:pPr>
            <a:r>
              <a:rPr lang="en-US" sz="1600" b="1" i="1" dirty="0" smtClean="0">
                <a:solidFill>
                  <a:srgbClr val="0066FF"/>
                </a:solidFill>
                <a:latin typeface="Calibri" pitchFamily="34" charset="0"/>
              </a:rPr>
              <a:t>Sustainability</a:t>
            </a:r>
            <a:endParaRPr lang="en-US" sz="1600" b="1" i="1" dirty="0">
              <a:solidFill>
                <a:srgbClr val="0066FF"/>
              </a:solidFill>
              <a:latin typeface="Calibri" pitchFamily="34" charset="0"/>
            </a:endParaRPr>
          </a:p>
          <a:p>
            <a:pPr defTabSz="506354">
              <a:lnSpc>
                <a:spcPct val="90000"/>
              </a:lnSpc>
              <a:defRPr/>
            </a:pPr>
            <a:r>
              <a:rPr lang="en-US" sz="1200" b="1" dirty="0">
                <a:solidFill>
                  <a:prstClr val="black"/>
                </a:solidFill>
                <a:latin typeface="Calibri" pitchFamily="34" charset="0"/>
              </a:rPr>
              <a:t>Employees support the adoption of </a:t>
            </a:r>
            <a:r>
              <a:rPr lang="en-US" sz="1200" b="1" dirty="0" smtClean="0">
                <a:solidFill>
                  <a:prstClr val="black"/>
                </a:solidFill>
                <a:latin typeface="Calibri" pitchFamily="34" charset="0"/>
              </a:rPr>
              <a:t>SysMod </a:t>
            </a:r>
            <a:r>
              <a:rPr lang="en-US" sz="1200" b="1" dirty="0">
                <a:solidFill>
                  <a:prstClr val="black"/>
                </a:solidFill>
                <a:latin typeface="Calibri" pitchFamily="34" charset="0"/>
              </a:rPr>
              <a:t>by their teams, reinforce the new ways of working</a:t>
            </a:r>
            <a:r>
              <a:rPr lang="en-US" sz="1200" dirty="0">
                <a:solidFill>
                  <a:prstClr val="black"/>
                </a:solidFill>
                <a:latin typeface="Calibri" pitchFamily="34" charset="0"/>
              </a:rPr>
              <a:t>.</a:t>
            </a:r>
          </a:p>
        </p:txBody>
      </p:sp>
      <p:sp>
        <p:nvSpPr>
          <p:cNvPr id="12298" name="Rectangle 11"/>
          <p:cNvSpPr>
            <a:spLocks noChangeArrowheads="1"/>
          </p:cNvSpPr>
          <p:nvPr/>
        </p:nvSpPr>
        <p:spPr bwMode="auto">
          <a:xfrm>
            <a:off x="572277" y="4570415"/>
            <a:ext cx="1234298" cy="992185"/>
          </a:xfrm>
          <a:prstGeom prst="rect">
            <a:avLst/>
          </a:prstGeom>
          <a:solidFill>
            <a:srgbClr val="F9FE34"/>
          </a:solidFill>
          <a:ln w="12700">
            <a:solidFill>
              <a:srgbClr val="000000"/>
            </a:solidFill>
            <a:miter lim="800000"/>
            <a:headEnd/>
            <a:tailEnd/>
          </a:ln>
        </p:spPr>
        <p:txBody>
          <a:bodyPr wrap="none" lIns="91428" tIns="45714" rIns="91428" bIns="45714" anchor="ctr"/>
          <a:lstStyle/>
          <a:p>
            <a:pPr algn="l" eaLnBrk="1" hangingPunct="1"/>
            <a:endParaRPr lang="en-US" sz="1900" dirty="0">
              <a:solidFill>
                <a:srgbClr val="000000"/>
              </a:solidFill>
              <a:latin typeface="Calibri" pitchFamily="34" charset="0"/>
            </a:endParaRPr>
          </a:p>
        </p:txBody>
      </p:sp>
      <p:sp>
        <p:nvSpPr>
          <p:cNvPr id="12299" name="Rectangle 12"/>
          <p:cNvSpPr>
            <a:spLocks noChangeArrowheads="1"/>
          </p:cNvSpPr>
          <p:nvPr/>
        </p:nvSpPr>
        <p:spPr bwMode="auto">
          <a:xfrm>
            <a:off x="572277" y="4802515"/>
            <a:ext cx="1234298" cy="459094"/>
          </a:xfrm>
          <a:prstGeom prst="rect">
            <a:avLst/>
          </a:prstGeom>
          <a:noFill/>
          <a:ln w="12700">
            <a:noFill/>
            <a:miter lim="800000"/>
            <a:headEnd/>
            <a:tailEnd/>
          </a:ln>
        </p:spPr>
        <p:txBody>
          <a:bodyPr wrap="square" lIns="90479" tIns="44447" rIns="90479" bIns="44447">
            <a:spAutoFit/>
          </a:bodyPr>
          <a:lstStyle/>
          <a:p>
            <a:pPr>
              <a:spcBef>
                <a:spcPct val="50000"/>
              </a:spcBef>
            </a:pPr>
            <a:r>
              <a:rPr lang="en-US" sz="1200" b="1" dirty="0">
                <a:solidFill>
                  <a:srgbClr val="000000"/>
                </a:solidFill>
                <a:latin typeface="Calibri" pitchFamily="34" charset="0"/>
              </a:rPr>
              <a:t>Communication &amp; Participation</a:t>
            </a:r>
            <a:endParaRPr lang="en-US" sz="1200" b="1" dirty="0">
              <a:solidFill>
                <a:srgbClr val="FFFFFF"/>
              </a:solidFill>
              <a:latin typeface="Calibri" pitchFamily="34" charset="0"/>
            </a:endParaRPr>
          </a:p>
        </p:txBody>
      </p:sp>
      <p:sp>
        <p:nvSpPr>
          <p:cNvPr id="12300" name="Rectangle 13"/>
          <p:cNvSpPr>
            <a:spLocks noChangeArrowheads="1"/>
          </p:cNvSpPr>
          <p:nvPr/>
        </p:nvSpPr>
        <p:spPr bwMode="auto">
          <a:xfrm>
            <a:off x="382554" y="3440758"/>
            <a:ext cx="1332723" cy="844106"/>
          </a:xfrm>
          <a:prstGeom prst="rect">
            <a:avLst/>
          </a:prstGeom>
          <a:noFill/>
          <a:ln w="12700">
            <a:noFill/>
            <a:miter lim="800000"/>
            <a:headEnd/>
            <a:tailEnd/>
          </a:ln>
        </p:spPr>
        <p:txBody>
          <a:bodyPr wrap="square" lIns="90479" tIns="44447" rIns="90479" bIns="44447">
            <a:spAutoFit/>
          </a:bodyPr>
          <a:lstStyle/>
          <a:p>
            <a:pPr>
              <a:spcBef>
                <a:spcPct val="50000"/>
              </a:spcBef>
            </a:pPr>
            <a:r>
              <a:rPr lang="en-US" sz="1200" b="1" dirty="0">
                <a:solidFill>
                  <a:srgbClr val="000000"/>
                </a:solidFill>
                <a:latin typeface="Calibri" pitchFamily="34" charset="0"/>
              </a:rPr>
              <a:t/>
            </a:r>
            <a:br>
              <a:rPr lang="en-US" sz="1200" b="1" dirty="0">
                <a:solidFill>
                  <a:srgbClr val="000000"/>
                </a:solidFill>
                <a:latin typeface="Calibri" pitchFamily="34" charset="0"/>
              </a:rPr>
            </a:br>
            <a:r>
              <a:rPr lang="en-US" sz="1200" b="1" dirty="0">
                <a:solidFill>
                  <a:prstClr val="black"/>
                </a:solidFill>
                <a:latin typeface="Calibri" pitchFamily="34" charset="0"/>
              </a:rPr>
              <a:t>Communication,  </a:t>
            </a:r>
            <a:r>
              <a:rPr lang="en-US" sz="1200" b="1" dirty="0" smtClean="0">
                <a:solidFill>
                  <a:prstClr val="black"/>
                </a:solidFill>
                <a:latin typeface="Calibri" pitchFamily="34" charset="0"/>
              </a:rPr>
              <a:t>Participation, </a:t>
            </a:r>
            <a:r>
              <a:rPr lang="en-US" sz="1200" b="1" dirty="0">
                <a:solidFill>
                  <a:prstClr val="black"/>
                </a:solidFill>
                <a:latin typeface="Calibri" pitchFamily="34" charset="0"/>
              </a:rPr>
              <a:t/>
            </a:r>
            <a:br>
              <a:rPr lang="en-US" sz="1200" b="1" dirty="0">
                <a:solidFill>
                  <a:prstClr val="black"/>
                </a:solidFill>
                <a:latin typeface="Calibri" pitchFamily="34" charset="0"/>
              </a:rPr>
            </a:br>
            <a:r>
              <a:rPr lang="en-US" sz="1200" b="1" dirty="0">
                <a:solidFill>
                  <a:prstClr val="black"/>
                </a:solidFill>
                <a:latin typeface="Calibri" pitchFamily="34" charset="0"/>
              </a:rPr>
              <a:t>&amp; Training</a:t>
            </a:r>
            <a:endParaRPr lang="en-US" sz="1200" b="1" dirty="0">
              <a:solidFill>
                <a:srgbClr val="000000"/>
              </a:solidFill>
              <a:latin typeface="Calibri" pitchFamily="34" charset="0"/>
            </a:endParaRPr>
          </a:p>
        </p:txBody>
      </p:sp>
      <p:sp>
        <p:nvSpPr>
          <p:cNvPr id="12301" name="Line 14"/>
          <p:cNvSpPr>
            <a:spLocks noChangeShapeType="1"/>
          </p:cNvSpPr>
          <p:nvPr/>
        </p:nvSpPr>
        <p:spPr bwMode="auto">
          <a:xfrm flipV="1">
            <a:off x="1806575" y="4621859"/>
            <a:ext cx="3222625" cy="0"/>
          </a:xfrm>
          <a:prstGeom prst="line">
            <a:avLst/>
          </a:prstGeom>
          <a:noFill/>
          <a:ln w="28575">
            <a:solidFill>
              <a:srgbClr val="F9FE34"/>
            </a:solidFill>
            <a:prstDash val="sysDot"/>
            <a:round/>
            <a:headEnd/>
            <a:tailEnd/>
          </a:ln>
        </p:spPr>
        <p:txBody>
          <a:bodyPr wrap="none" lIns="91428" tIns="45714" rIns="91428" bIns="45714" anchor="ctr"/>
          <a:lstStyle/>
          <a:p>
            <a:pPr algn="l" eaLnBrk="1" hangingPunct="1"/>
            <a:endParaRPr lang="en-US" dirty="0">
              <a:solidFill>
                <a:prstClr val="black"/>
              </a:solidFill>
              <a:latin typeface="Calibri" pitchFamily="34" charset="0"/>
            </a:endParaRPr>
          </a:p>
        </p:txBody>
      </p:sp>
      <p:sp>
        <p:nvSpPr>
          <p:cNvPr id="12302" name="Line 15"/>
          <p:cNvSpPr>
            <a:spLocks noChangeShapeType="1"/>
          </p:cNvSpPr>
          <p:nvPr/>
        </p:nvSpPr>
        <p:spPr bwMode="auto">
          <a:xfrm>
            <a:off x="1524000" y="3250259"/>
            <a:ext cx="5259388" cy="0"/>
          </a:xfrm>
          <a:prstGeom prst="line">
            <a:avLst/>
          </a:prstGeom>
          <a:noFill/>
          <a:ln w="28575">
            <a:solidFill>
              <a:srgbClr val="8ADCD2"/>
            </a:solidFill>
            <a:prstDash val="sysDot"/>
            <a:round/>
            <a:headEnd/>
            <a:tailEnd/>
          </a:ln>
        </p:spPr>
        <p:txBody>
          <a:bodyPr wrap="none" lIns="91428" tIns="45714" rIns="91428" bIns="45714" anchor="ctr"/>
          <a:lstStyle/>
          <a:p>
            <a:pPr algn="l" eaLnBrk="1" hangingPunct="1"/>
            <a:endParaRPr lang="en-US" dirty="0">
              <a:solidFill>
                <a:prstClr val="black"/>
              </a:solidFill>
              <a:latin typeface="Calibri" pitchFamily="34" charset="0"/>
            </a:endParaRPr>
          </a:p>
        </p:txBody>
      </p:sp>
      <p:sp>
        <p:nvSpPr>
          <p:cNvPr id="10258" name="Rectangle 18"/>
          <p:cNvSpPr>
            <a:spLocks noChangeArrowheads="1"/>
          </p:cNvSpPr>
          <p:nvPr/>
        </p:nvSpPr>
        <p:spPr bwMode="auto">
          <a:xfrm>
            <a:off x="2316162" y="5094935"/>
            <a:ext cx="1798638" cy="609600"/>
          </a:xfrm>
          <a:prstGeom prst="rect">
            <a:avLst/>
          </a:prstGeom>
          <a:noFill/>
          <a:ln w="12700">
            <a:noFill/>
            <a:miter lim="800000"/>
            <a:headEnd/>
            <a:tailEnd/>
          </a:ln>
          <a:effectLst/>
        </p:spPr>
        <p:txBody>
          <a:bodyPr lIns="66668" tIns="33332" rIns="66668" bIns="33332" anchor="ctr"/>
          <a:lstStyle/>
          <a:p>
            <a:pPr defTabSz="506354">
              <a:lnSpc>
                <a:spcPct val="90000"/>
              </a:lnSpc>
              <a:defRPr/>
            </a:pPr>
            <a:r>
              <a:rPr lang="en-US" sz="1600" b="1" i="1" dirty="0">
                <a:solidFill>
                  <a:srgbClr val="0066FF"/>
                </a:solidFill>
                <a:latin typeface="Calibri" pitchFamily="34" charset="0"/>
              </a:rPr>
              <a:t>Awareness</a:t>
            </a:r>
          </a:p>
          <a:p>
            <a:pPr defTabSz="506354">
              <a:lnSpc>
                <a:spcPct val="90000"/>
              </a:lnSpc>
              <a:defRPr/>
            </a:pPr>
            <a:r>
              <a:rPr lang="en-US" sz="1200" b="1" dirty="0">
                <a:solidFill>
                  <a:prstClr val="black"/>
                </a:solidFill>
                <a:latin typeface="Calibri" pitchFamily="34" charset="0"/>
              </a:rPr>
              <a:t>Employees understand the “why”</a:t>
            </a:r>
            <a:r>
              <a:rPr lang="en-US" sz="1200" dirty="0">
                <a:solidFill>
                  <a:prstClr val="black"/>
                </a:solidFill>
                <a:latin typeface="Calibri" pitchFamily="34" charset="0"/>
              </a:rPr>
              <a:t> </a:t>
            </a:r>
            <a:r>
              <a:rPr lang="en-US" sz="1200" b="1" dirty="0">
                <a:solidFill>
                  <a:prstClr val="black"/>
                </a:solidFill>
                <a:latin typeface="Calibri" pitchFamily="34" charset="0"/>
              </a:rPr>
              <a:t>of SysMod</a:t>
            </a:r>
            <a:r>
              <a:rPr lang="en-US" sz="1200" dirty="0" smtClean="0">
                <a:solidFill>
                  <a:prstClr val="black"/>
                </a:solidFill>
                <a:latin typeface="Calibri" pitchFamily="34" charset="0"/>
              </a:rPr>
              <a:t>.</a:t>
            </a:r>
            <a:endParaRPr lang="en-US" sz="1200" b="1" dirty="0">
              <a:solidFill>
                <a:prstClr val="black"/>
              </a:solidFill>
              <a:latin typeface="Calibri" pitchFamily="34" charset="0"/>
            </a:endParaRPr>
          </a:p>
        </p:txBody>
      </p:sp>
      <p:sp>
        <p:nvSpPr>
          <p:cNvPr id="12306" name="Rectangle 20"/>
          <p:cNvSpPr>
            <a:spLocks noChangeArrowheads="1"/>
          </p:cNvSpPr>
          <p:nvPr/>
        </p:nvSpPr>
        <p:spPr bwMode="auto">
          <a:xfrm>
            <a:off x="290513" y="2488259"/>
            <a:ext cx="990600" cy="638273"/>
          </a:xfrm>
          <a:prstGeom prst="rect">
            <a:avLst/>
          </a:prstGeom>
          <a:noFill/>
          <a:ln w="12700">
            <a:noFill/>
            <a:miter lim="800000"/>
            <a:headEnd/>
            <a:tailEnd/>
          </a:ln>
        </p:spPr>
        <p:txBody>
          <a:bodyPr wrap="square" lIns="90479" tIns="44447" rIns="90479" bIns="44447">
            <a:spAutoFit/>
          </a:bodyPr>
          <a:lstStyle/>
          <a:p>
            <a:pPr>
              <a:spcBef>
                <a:spcPct val="50000"/>
              </a:spcBef>
            </a:pPr>
            <a:r>
              <a:rPr lang="en-US" sz="1200" b="1" dirty="0">
                <a:solidFill>
                  <a:srgbClr val="000000"/>
                </a:solidFill>
                <a:latin typeface="Calibri" pitchFamily="34" charset="0"/>
              </a:rPr>
              <a:t>Adoption of New Behaviors</a:t>
            </a:r>
            <a:endParaRPr lang="en-US" sz="1200" b="1" dirty="0">
              <a:solidFill>
                <a:srgbClr val="FFFFFF"/>
              </a:solidFill>
              <a:latin typeface="Calibri" pitchFamily="34" charset="0"/>
            </a:endParaRPr>
          </a:p>
        </p:txBody>
      </p:sp>
      <p:sp>
        <p:nvSpPr>
          <p:cNvPr id="12307" name="Line 21"/>
          <p:cNvSpPr>
            <a:spLocks noChangeShapeType="1"/>
          </p:cNvSpPr>
          <p:nvPr/>
        </p:nvSpPr>
        <p:spPr bwMode="auto">
          <a:xfrm>
            <a:off x="1204913" y="2232672"/>
            <a:ext cx="6019800" cy="0"/>
          </a:xfrm>
          <a:prstGeom prst="line">
            <a:avLst/>
          </a:prstGeom>
          <a:noFill/>
          <a:ln w="28575">
            <a:solidFill>
              <a:srgbClr val="9AA759"/>
            </a:solidFill>
            <a:prstDash val="sysDot"/>
            <a:round/>
            <a:headEnd/>
            <a:tailEnd/>
          </a:ln>
        </p:spPr>
        <p:txBody>
          <a:bodyPr wrap="none" lIns="91428" tIns="45714" rIns="91428" bIns="45714" anchor="ctr"/>
          <a:lstStyle/>
          <a:p>
            <a:pPr algn="l" eaLnBrk="1" hangingPunct="1"/>
            <a:endParaRPr lang="en-US" dirty="0">
              <a:solidFill>
                <a:prstClr val="black"/>
              </a:solidFill>
              <a:latin typeface="Calibri" pitchFamily="34" charset="0"/>
            </a:endParaRPr>
          </a:p>
        </p:txBody>
      </p:sp>
      <p:sp>
        <p:nvSpPr>
          <p:cNvPr id="12308" name="Line 22"/>
          <p:cNvSpPr>
            <a:spLocks noChangeShapeType="1"/>
          </p:cNvSpPr>
          <p:nvPr/>
        </p:nvSpPr>
        <p:spPr bwMode="auto">
          <a:xfrm flipV="1">
            <a:off x="2347916" y="2156473"/>
            <a:ext cx="9525" cy="3581400"/>
          </a:xfrm>
          <a:prstGeom prst="line">
            <a:avLst/>
          </a:prstGeom>
          <a:noFill/>
          <a:ln w="28575">
            <a:solidFill>
              <a:srgbClr val="000000"/>
            </a:solidFill>
            <a:round/>
            <a:headEnd/>
            <a:tailEnd type="triangle" w="med" len="med"/>
          </a:ln>
        </p:spPr>
        <p:txBody>
          <a:bodyPr wrap="none" lIns="91428" tIns="45714" rIns="91428" bIns="45714" anchor="ctr"/>
          <a:lstStyle/>
          <a:p>
            <a:pPr algn="l" eaLnBrk="1" hangingPunct="1"/>
            <a:endParaRPr lang="en-US" dirty="0">
              <a:solidFill>
                <a:prstClr val="black"/>
              </a:solidFill>
              <a:latin typeface="Calibri" pitchFamily="34" charset="0"/>
            </a:endParaRPr>
          </a:p>
        </p:txBody>
      </p:sp>
      <p:sp>
        <p:nvSpPr>
          <p:cNvPr id="12311" name="AutoShape 34"/>
          <p:cNvSpPr>
            <a:spLocks noChangeArrowheads="1"/>
          </p:cNvSpPr>
          <p:nvPr/>
        </p:nvSpPr>
        <p:spPr bwMode="auto">
          <a:xfrm>
            <a:off x="4038600" y="4423987"/>
            <a:ext cx="381000" cy="304800"/>
          </a:xfrm>
          <a:prstGeom prst="star4">
            <a:avLst>
              <a:gd name="adj" fmla="val 12500"/>
            </a:avLst>
          </a:prstGeom>
          <a:solidFill>
            <a:srgbClr val="FFFF00"/>
          </a:solidFill>
          <a:ln w="12700">
            <a:solidFill>
              <a:srgbClr val="FFC000"/>
            </a:solidFill>
            <a:miter lim="800000"/>
            <a:headEnd/>
            <a:tailEnd/>
          </a:ln>
        </p:spPr>
        <p:txBody>
          <a:bodyPr wrap="none" lIns="91428" tIns="45714" rIns="91428" bIns="45714" anchor="ctr"/>
          <a:lstStyle/>
          <a:p>
            <a:pPr eaLnBrk="1" hangingPunct="1"/>
            <a:endParaRPr lang="es-ES" sz="1000" dirty="0">
              <a:solidFill>
                <a:srgbClr val="FF3300"/>
              </a:solidFill>
              <a:latin typeface="Calibri" pitchFamily="34" charset="0"/>
            </a:endParaRPr>
          </a:p>
        </p:txBody>
      </p:sp>
      <p:cxnSp>
        <p:nvCxnSpPr>
          <p:cNvPr id="44" name="Straight Arrow Connector 43"/>
          <p:cNvCxnSpPr/>
          <p:nvPr/>
        </p:nvCxnSpPr>
        <p:spPr>
          <a:xfrm>
            <a:off x="2347916" y="5715000"/>
            <a:ext cx="5729287" cy="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301625" y="-76200"/>
            <a:ext cx="8510588" cy="1325563"/>
          </a:xfrm>
        </p:spPr>
        <p:txBody>
          <a:bodyPr/>
          <a:lstStyle/>
          <a:p>
            <a:r>
              <a:rPr lang="en-US" dirty="0" smtClean="0"/>
              <a:t>Organization Readiness </a:t>
            </a:r>
            <a:endParaRPr lang="en-US" dirty="0"/>
          </a:p>
        </p:txBody>
      </p:sp>
      <p:sp>
        <p:nvSpPr>
          <p:cNvPr id="40" name="Slide Number Placeholder 3"/>
          <p:cNvSpPr>
            <a:spLocks noGrp="1"/>
          </p:cNvSpPr>
          <p:nvPr>
            <p:ph type="sldNum" sz="quarter" idx="10"/>
          </p:nvPr>
        </p:nvSpPr>
        <p:spPr>
          <a:prstGeom prst="rect">
            <a:avLst/>
          </a:prstGeom>
        </p:spPr>
        <p:txBody>
          <a:bodyPr/>
          <a:lstStyle/>
          <a:p>
            <a:fld id="{E93DBB8B-C810-4753-8A01-AF280BCDF895}" type="slidenum">
              <a:rPr lang="en-US">
                <a:solidFill>
                  <a:srgbClr val="FFFFFF"/>
                </a:solidFill>
              </a:rPr>
              <a:pPr/>
              <a:t>9</a:t>
            </a:fld>
            <a:endParaRPr lang="en-US" dirty="0">
              <a:solidFill>
                <a:srgbClr val="FFFFFF"/>
              </a:solidFill>
            </a:endParaRPr>
          </a:p>
        </p:txBody>
      </p:sp>
      <p:sp>
        <p:nvSpPr>
          <p:cNvPr id="33" name="Content Placeholder 2"/>
          <p:cNvSpPr>
            <a:spLocks noGrp="1"/>
          </p:cNvSpPr>
          <p:nvPr>
            <p:ph idx="4294967295"/>
          </p:nvPr>
        </p:nvSpPr>
        <p:spPr>
          <a:xfrm>
            <a:off x="722313" y="1143000"/>
            <a:ext cx="8421687" cy="842963"/>
          </a:xfrm>
        </p:spPr>
        <p:txBody>
          <a:bodyPr/>
          <a:lstStyle/>
          <a:p>
            <a:pPr marL="0" indent="0">
              <a:buNone/>
            </a:pPr>
            <a:r>
              <a:rPr lang="en-US" sz="1600" b="1" dirty="0" smtClean="0"/>
              <a:t>Employees will gain interest, knowledge, and motivation during execution of the OCM Program. It is important to assess progress towards change across project phases. Numbers in brackets indicate number of assessments recommended per phase.</a:t>
            </a:r>
            <a:endParaRPr lang="en-US" sz="1600" b="1" dirty="0"/>
          </a:p>
          <a:p>
            <a:endParaRPr lang="en-US" sz="1600" b="1" dirty="0"/>
          </a:p>
        </p:txBody>
      </p:sp>
      <p:sp>
        <p:nvSpPr>
          <p:cNvPr id="12316" name="Rectangle 32"/>
          <p:cNvSpPr>
            <a:spLocks noChangeArrowheads="1"/>
          </p:cNvSpPr>
          <p:nvPr/>
        </p:nvSpPr>
        <p:spPr bwMode="auto">
          <a:xfrm>
            <a:off x="2618598" y="4766858"/>
            <a:ext cx="581802" cy="338542"/>
          </a:xfrm>
          <a:prstGeom prst="rect">
            <a:avLst/>
          </a:prstGeom>
          <a:noFill/>
          <a:ln w="12700">
            <a:noFill/>
            <a:miter lim="800000"/>
            <a:headEnd/>
            <a:tailEnd/>
          </a:ln>
        </p:spPr>
        <p:txBody>
          <a:bodyPr wrap="none" lIns="91428" tIns="45714" rIns="91428" bIns="45714">
            <a:spAutoFit/>
          </a:bodyPr>
          <a:lstStyle/>
          <a:p>
            <a:pPr>
              <a:spcBef>
                <a:spcPct val="50000"/>
              </a:spcBef>
            </a:pPr>
            <a:r>
              <a:rPr lang="en-US" sz="1600" b="1" dirty="0" smtClean="0">
                <a:solidFill>
                  <a:srgbClr val="FF0000"/>
                </a:solidFill>
                <a:latin typeface="Calibri" pitchFamily="34" charset="0"/>
              </a:rPr>
              <a:t>Now</a:t>
            </a:r>
            <a:endParaRPr lang="en-US" sz="1600" b="1" dirty="0">
              <a:solidFill>
                <a:srgbClr val="FF0000"/>
              </a:solidFill>
              <a:latin typeface="Calibri" pitchFamily="34" charset="0"/>
            </a:endParaRPr>
          </a:p>
        </p:txBody>
      </p:sp>
      <p:sp>
        <p:nvSpPr>
          <p:cNvPr id="26" name="Rectangle 32"/>
          <p:cNvSpPr>
            <a:spLocks noChangeArrowheads="1"/>
          </p:cNvSpPr>
          <p:nvPr/>
        </p:nvSpPr>
        <p:spPr bwMode="auto">
          <a:xfrm>
            <a:off x="5187991" y="3376336"/>
            <a:ext cx="1746209" cy="338542"/>
          </a:xfrm>
          <a:prstGeom prst="rect">
            <a:avLst/>
          </a:prstGeom>
          <a:noFill/>
          <a:ln w="12700">
            <a:noFill/>
            <a:miter lim="800000"/>
            <a:headEnd/>
            <a:tailEnd/>
          </a:ln>
        </p:spPr>
        <p:txBody>
          <a:bodyPr wrap="square" lIns="91428" tIns="45714" rIns="91428" bIns="45714">
            <a:spAutoFit/>
          </a:bodyPr>
          <a:lstStyle/>
          <a:p>
            <a:pPr>
              <a:spcBef>
                <a:spcPct val="50000"/>
              </a:spcBef>
            </a:pPr>
            <a:r>
              <a:rPr lang="en-US" sz="1600" b="1" dirty="0" smtClean="0">
                <a:solidFill>
                  <a:srgbClr val="FF0000"/>
                </a:solidFill>
                <a:latin typeface="Calibri" pitchFamily="34" charset="0"/>
              </a:rPr>
              <a:t>Go-Live </a:t>
            </a:r>
            <a:endParaRPr lang="en-US" sz="1600" b="1" dirty="0">
              <a:solidFill>
                <a:srgbClr val="FF0000"/>
              </a:solidFill>
              <a:latin typeface="Calibri" pitchFamily="34" charset="0"/>
            </a:endParaRPr>
          </a:p>
        </p:txBody>
      </p:sp>
      <p:sp>
        <p:nvSpPr>
          <p:cNvPr id="27" name="AutoShape 34"/>
          <p:cNvSpPr>
            <a:spLocks noChangeArrowheads="1"/>
          </p:cNvSpPr>
          <p:nvPr/>
        </p:nvSpPr>
        <p:spPr bwMode="auto">
          <a:xfrm>
            <a:off x="6137275" y="3400121"/>
            <a:ext cx="381000" cy="304800"/>
          </a:xfrm>
          <a:prstGeom prst="star4">
            <a:avLst>
              <a:gd name="adj" fmla="val 12500"/>
            </a:avLst>
          </a:prstGeom>
          <a:solidFill>
            <a:srgbClr val="0066FF"/>
          </a:solidFill>
          <a:ln w="12700">
            <a:solidFill>
              <a:srgbClr val="0066FF"/>
            </a:solidFill>
            <a:miter lim="800000"/>
            <a:headEnd/>
            <a:tailEnd/>
          </a:ln>
        </p:spPr>
        <p:txBody>
          <a:bodyPr wrap="none" lIns="91428" tIns="45714" rIns="91428" bIns="45714" anchor="ctr"/>
          <a:lstStyle/>
          <a:p>
            <a:pPr eaLnBrk="1" hangingPunct="1"/>
            <a:endParaRPr lang="es-ES" sz="1000" dirty="0">
              <a:solidFill>
                <a:srgbClr val="FF3300"/>
              </a:solidFill>
              <a:latin typeface="Calibri" pitchFamily="34" charset="0"/>
            </a:endParaRPr>
          </a:p>
        </p:txBody>
      </p:sp>
      <p:sp>
        <p:nvSpPr>
          <p:cNvPr id="30" name="AutoShape 34"/>
          <p:cNvSpPr>
            <a:spLocks noChangeArrowheads="1"/>
          </p:cNvSpPr>
          <p:nvPr/>
        </p:nvSpPr>
        <p:spPr bwMode="auto">
          <a:xfrm>
            <a:off x="5257800" y="4042987"/>
            <a:ext cx="381000" cy="304800"/>
          </a:xfrm>
          <a:prstGeom prst="star4">
            <a:avLst>
              <a:gd name="adj" fmla="val 12500"/>
            </a:avLst>
          </a:prstGeom>
          <a:solidFill>
            <a:srgbClr val="339933"/>
          </a:solidFill>
          <a:ln w="12700">
            <a:solidFill>
              <a:srgbClr val="339933"/>
            </a:solidFill>
            <a:miter lim="800000"/>
            <a:headEnd/>
            <a:tailEnd/>
          </a:ln>
        </p:spPr>
        <p:txBody>
          <a:bodyPr wrap="none" lIns="91428" tIns="45714" rIns="91428" bIns="45714" anchor="ctr"/>
          <a:lstStyle/>
          <a:p>
            <a:pPr eaLnBrk="1" hangingPunct="1"/>
            <a:endParaRPr lang="es-ES" sz="1000" dirty="0">
              <a:solidFill>
                <a:srgbClr val="FF3300"/>
              </a:solidFill>
              <a:latin typeface="Calibri" pitchFamily="34" charset="0"/>
            </a:endParaRPr>
          </a:p>
        </p:txBody>
      </p:sp>
      <p:sp>
        <p:nvSpPr>
          <p:cNvPr id="31" name="Rectangle 32"/>
          <p:cNvSpPr>
            <a:spLocks noChangeArrowheads="1"/>
          </p:cNvSpPr>
          <p:nvPr/>
        </p:nvSpPr>
        <p:spPr bwMode="auto">
          <a:xfrm>
            <a:off x="2375834" y="4150616"/>
            <a:ext cx="2119210" cy="338542"/>
          </a:xfrm>
          <a:prstGeom prst="rect">
            <a:avLst/>
          </a:prstGeom>
          <a:noFill/>
          <a:ln w="12700">
            <a:noFill/>
            <a:miter lim="800000"/>
            <a:headEnd/>
            <a:tailEnd/>
          </a:ln>
        </p:spPr>
        <p:txBody>
          <a:bodyPr wrap="none" lIns="91428" tIns="45714" rIns="91428" bIns="45714">
            <a:spAutoFit/>
          </a:bodyPr>
          <a:lstStyle/>
          <a:p>
            <a:pPr>
              <a:spcBef>
                <a:spcPct val="50000"/>
              </a:spcBef>
            </a:pPr>
            <a:r>
              <a:rPr lang="en-US" sz="1600" b="1" dirty="0" smtClean="0">
                <a:solidFill>
                  <a:srgbClr val="FF0000"/>
                </a:solidFill>
                <a:latin typeface="Calibri" pitchFamily="34" charset="0"/>
              </a:rPr>
              <a:t>Realization (1), UAT (2)</a:t>
            </a:r>
          </a:p>
        </p:txBody>
      </p:sp>
      <p:sp>
        <p:nvSpPr>
          <p:cNvPr id="35" name="Rectangle 32"/>
          <p:cNvSpPr>
            <a:spLocks noChangeArrowheads="1"/>
          </p:cNvSpPr>
          <p:nvPr/>
        </p:nvSpPr>
        <p:spPr bwMode="auto">
          <a:xfrm>
            <a:off x="4834001" y="2819400"/>
            <a:ext cx="2557399" cy="338542"/>
          </a:xfrm>
          <a:prstGeom prst="rect">
            <a:avLst/>
          </a:prstGeom>
          <a:noFill/>
          <a:ln w="12700">
            <a:noFill/>
            <a:miter lim="800000"/>
            <a:headEnd/>
            <a:tailEnd/>
          </a:ln>
        </p:spPr>
        <p:txBody>
          <a:bodyPr wrap="square" lIns="91428" tIns="45714" rIns="91428" bIns="45714">
            <a:spAutoFit/>
          </a:bodyPr>
          <a:lstStyle/>
          <a:p>
            <a:pPr>
              <a:spcBef>
                <a:spcPct val="50000"/>
              </a:spcBef>
            </a:pPr>
            <a:r>
              <a:rPr lang="en-US" sz="1600" b="1" dirty="0" smtClean="0">
                <a:solidFill>
                  <a:srgbClr val="FF0000"/>
                </a:solidFill>
                <a:latin typeface="Calibri" pitchFamily="34" charset="0"/>
              </a:rPr>
              <a:t>End of Hypercare</a:t>
            </a:r>
            <a:endParaRPr lang="en-US" sz="1600" b="1" dirty="0">
              <a:solidFill>
                <a:srgbClr val="FF0000"/>
              </a:solidFill>
              <a:latin typeface="Calibri" pitchFamily="34" charset="0"/>
            </a:endParaRPr>
          </a:p>
        </p:txBody>
      </p:sp>
      <p:sp>
        <p:nvSpPr>
          <p:cNvPr id="36" name="AutoShape 34"/>
          <p:cNvSpPr>
            <a:spLocks noChangeArrowheads="1"/>
          </p:cNvSpPr>
          <p:nvPr/>
        </p:nvSpPr>
        <p:spPr bwMode="auto">
          <a:xfrm>
            <a:off x="6465519" y="2891947"/>
            <a:ext cx="381000" cy="304800"/>
          </a:xfrm>
          <a:prstGeom prst="star4">
            <a:avLst>
              <a:gd name="adj" fmla="val 12500"/>
            </a:avLst>
          </a:prstGeom>
          <a:solidFill>
            <a:srgbClr val="FF0000"/>
          </a:solidFill>
          <a:ln w="12700">
            <a:solidFill>
              <a:srgbClr val="0066FF"/>
            </a:solidFill>
            <a:miter lim="800000"/>
            <a:headEnd/>
            <a:tailEnd/>
          </a:ln>
        </p:spPr>
        <p:txBody>
          <a:bodyPr wrap="none" lIns="91428" tIns="45714" rIns="91428" bIns="45714" anchor="ctr"/>
          <a:lstStyle/>
          <a:p>
            <a:pPr eaLnBrk="1" hangingPunct="1"/>
            <a:endParaRPr lang="es-ES" sz="1000" dirty="0">
              <a:solidFill>
                <a:srgbClr val="FF3300"/>
              </a:solidFill>
              <a:latin typeface="Calibri" pitchFamily="34" charset="0"/>
            </a:endParaRPr>
          </a:p>
        </p:txBody>
      </p:sp>
      <p:sp>
        <p:nvSpPr>
          <p:cNvPr id="38" name="Rectangle 32"/>
          <p:cNvSpPr>
            <a:spLocks noChangeArrowheads="1"/>
          </p:cNvSpPr>
          <p:nvPr/>
        </p:nvSpPr>
        <p:spPr bwMode="auto">
          <a:xfrm>
            <a:off x="4495800" y="3852458"/>
            <a:ext cx="1142661" cy="338542"/>
          </a:xfrm>
          <a:prstGeom prst="rect">
            <a:avLst/>
          </a:prstGeom>
          <a:noFill/>
          <a:ln w="12700">
            <a:noFill/>
            <a:miter lim="800000"/>
            <a:headEnd/>
            <a:tailEnd/>
          </a:ln>
        </p:spPr>
        <p:txBody>
          <a:bodyPr wrap="none" lIns="91428" tIns="45714" rIns="91428" bIns="45714">
            <a:spAutoFit/>
          </a:bodyPr>
          <a:lstStyle/>
          <a:p>
            <a:pPr>
              <a:spcBef>
                <a:spcPct val="50000"/>
              </a:spcBef>
            </a:pPr>
            <a:r>
              <a:rPr lang="en-US" sz="1600" b="1" dirty="0" smtClean="0">
                <a:solidFill>
                  <a:srgbClr val="FF0000"/>
                </a:solidFill>
                <a:latin typeface="Calibri" pitchFamily="34" charset="0"/>
              </a:rPr>
              <a:t>Training (1)</a:t>
            </a:r>
          </a:p>
        </p:txBody>
      </p:sp>
      <p:sp>
        <p:nvSpPr>
          <p:cNvPr id="32" name="Rectangle 12"/>
          <p:cNvSpPr>
            <a:spLocks noChangeArrowheads="1"/>
          </p:cNvSpPr>
          <p:nvPr/>
        </p:nvSpPr>
        <p:spPr bwMode="auto">
          <a:xfrm>
            <a:off x="4375150" y="6629400"/>
            <a:ext cx="392113" cy="122238"/>
          </a:xfrm>
          <a:prstGeom prst="rect">
            <a:avLst/>
          </a:prstGeom>
          <a:noFill/>
          <a:ln w="9525">
            <a:noFill/>
            <a:miter lim="800000"/>
            <a:headEnd/>
            <a:tailEnd/>
          </a:ln>
          <a:effectLst/>
        </p:spPr>
        <p:txBody>
          <a:bodyPr wrap="none" lIns="0" tIns="0" rIns="0" bIns="0" anchor="ctr">
            <a:spAutoFit/>
          </a:bodyPr>
          <a:lstStyle/>
          <a:p>
            <a:pPr algn="r" eaLnBrk="0" hangingPunct="0">
              <a:defRPr/>
            </a:pPr>
            <a:r>
              <a:rPr lang="en-US" sz="800" dirty="0">
                <a:solidFill>
                  <a:srgbClr val="000000"/>
                </a:solidFill>
                <a:cs typeface="Arial" charset="0"/>
              </a:rPr>
              <a:t>Page </a:t>
            </a:r>
            <a:fld id="{929B933E-E64E-48F0-8B23-F7E1CD7B9B67}" type="slidenum">
              <a:rPr lang="en-US" sz="800">
                <a:solidFill>
                  <a:srgbClr val="000000"/>
                </a:solidFill>
                <a:cs typeface="Arial" charset="0"/>
              </a:rPr>
              <a:pPr algn="r" eaLnBrk="0" hangingPunct="0">
                <a:defRPr/>
              </a:pPr>
              <a:t>9</a:t>
            </a:fld>
            <a:endParaRPr lang="en-US" sz="800" dirty="0">
              <a:solidFill>
                <a:srgbClr val="000000"/>
              </a:solidFill>
              <a:cs typeface="Arial" charset="0"/>
            </a:endParaRPr>
          </a:p>
        </p:txBody>
      </p:sp>
    </p:spTree>
    <p:extLst>
      <p:ext uri="{BB962C8B-B14F-4D97-AF65-F5344CB8AC3E}">
        <p14:creationId xmlns:p14="http://schemas.microsoft.com/office/powerpoint/2010/main" xmlns="" val="3852364617"/>
      </p:ext>
    </p:extLst>
  </p:cSld>
  <p:clrMapOvr>
    <a:masterClrMapping/>
  </p:clrMapOvr>
  <mc:AlternateContent xmlns:mc="http://schemas.openxmlformats.org/markup-compatibility/2006">
    <mc:Choice xmlns:p14="http://schemas.microsoft.com/office/powerpoint/2010/main" xmlns="" Requires="p14">
      <p:transition spd="slow" p14:dur="800">
        <p:circle/>
      </p:transition>
    </mc:Choice>
    <mc:Fallback>
      <p:transition spd="slow">
        <p:circl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Business Readiness Team</a:t>
            </a:r>
            <a:endParaRPr lang="en-US" dirty="0"/>
          </a:p>
        </p:txBody>
      </p:sp>
      <p:sp>
        <p:nvSpPr>
          <p:cNvPr id="3" name="Content Placeholder 2"/>
          <p:cNvSpPr>
            <a:spLocks noGrp="1"/>
          </p:cNvSpPr>
          <p:nvPr>
            <p:ph idx="1"/>
          </p:nvPr>
        </p:nvSpPr>
        <p:spPr>
          <a:xfrm>
            <a:off x="301625" y="1371600"/>
            <a:ext cx="8156575" cy="4422775"/>
          </a:xfrm>
        </p:spPr>
        <p:txBody>
          <a:bodyPr/>
          <a:lstStyle/>
          <a:p>
            <a:r>
              <a:rPr lang="en-US" sz="2400" dirty="0" smtClean="0"/>
              <a:t>The Business Readiness Team’s purpose is to identify, communicate, and manage; people, processes, and system activities/changes related to SAP go live</a:t>
            </a:r>
          </a:p>
          <a:p>
            <a:r>
              <a:rPr lang="en-US" sz="2400" dirty="0" smtClean="0"/>
              <a:t>BRT Charter and Plan revised as of January 7, 2014</a:t>
            </a:r>
          </a:p>
          <a:p>
            <a:r>
              <a:rPr lang="en-US" sz="2400" dirty="0" smtClean="0"/>
              <a:t>Some tasks include:</a:t>
            </a:r>
          </a:p>
          <a:p>
            <a:pPr lvl="1"/>
            <a:r>
              <a:rPr lang="en-US" sz="2400" dirty="0" smtClean="0"/>
              <a:t>Establish support model and procedures for Post SAP go-live</a:t>
            </a:r>
          </a:p>
          <a:p>
            <a:pPr lvl="1"/>
            <a:r>
              <a:rPr lang="en-US" sz="2400" dirty="0" smtClean="0"/>
              <a:t>Identify new roles and create assignments (e.g. EAM Planners)</a:t>
            </a:r>
          </a:p>
          <a:p>
            <a:pPr lvl="1"/>
            <a:r>
              <a:rPr lang="en-US" sz="2400" dirty="0" smtClean="0"/>
              <a:t>Identify and enact changes to rates, rules, and regulations</a:t>
            </a:r>
          </a:p>
          <a:p>
            <a:pPr lvl="1"/>
            <a:r>
              <a:rPr lang="en-US" sz="2400" dirty="0" smtClean="0"/>
              <a:t>Establish communications for external customers</a:t>
            </a:r>
          </a:p>
          <a:p>
            <a:endParaRPr lang="en-US" sz="2800" dirty="0" smtClean="0"/>
          </a:p>
          <a:p>
            <a:endParaRPr lang="en-US" sz="2800" dirty="0" smtClean="0"/>
          </a:p>
          <a:p>
            <a:endParaRPr lang="en-US" sz="2800" dirty="0"/>
          </a:p>
        </p:txBody>
      </p:sp>
      <p:sp>
        <p:nvSpPr>
          <p:cNvPr id="4" name="Slide Number Placeholder 3"/>
          <p:cNvSpPr>
            <a:spLocks noGrp="1"/>
          </p:cNvSpPr>
          <p:nvPr>
            <p:ph type="sldNum" sz="quarter" idx="10"/>
          </p:nvPr>
        </p:nvSpPr>
        <p:spPr/>
        <p:txBody>
          <a:bodyPr/>
          <a:lstStyle/>
          <a:p>
            <a:pPr>
              <a:defRPr/>
            </a:pPr>
            <a:fld id="{7DD40CAC-ECAA-4FA9-8917-7919529E6BDA}" type="slidenum">
              <a:rPr lang="en-US" smtClean="0"/>
              <a:pPr>
                <a:defRPr/>
              </a:pPr>
              <a:t>10</a:t>
            </a:fld>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1625" y="76200"/>
            <a:ext cx="8510588" cy="1325563"/>
          </a:xfrm>
        </p:spPr>
        <p:txBody>
          <a:bodyPr/>
          <a:lstStyle/>
          <a:p>
            <a:r>
              <a:rPr lang="en-US" dirty="0" smtClean="0"/>
              <a:t>Super Users</a:t>
            </a:r>
            <a:endParaRPr lang="en-US" dirty="0"/>
          </a:p>
        </p:txBody>
      </p:sp>
      <p:sp>
        <p:nvSpPr>
          <p:cNvPr id="3" name="Content Placeholder 2"/>
          <p:cNvSpPr>
            <a:spLocks noGrp="1"/>
          </p:cNvSpPr>
          <p:nvPr>
            <p:ph idx="1"/>
          </p:nvPr>
        </p:nvSpPr>
        <p:spPr>
          <a:xfrm>
            <a:off x="301625" y="1219200"/>
            <a:ext cx="8080375" cy="4422775"/>
          </a:xfrm>
        </p:spPr>
        <p:txBody>
          <a:bodyPr/>
          <a:lstStyle/>
          <a:p>
            <a:r>
              <a:rPr lang="en-US" sz="2400" dirty="0" smtClean="0"/>
              <a:t>Designating Super Users allows the dissemination of knowledge to a broader audience more quickly and provides employees with another avenue to find answers to questions or issues</a:t>
            </a:r>
          </a:p>
          <a:p>
            <a:r>
              <a:rPr lang="en-US" sz="2400" dirty="0" smtClean="0"/>
              <a:t>Next steps:</a:t>
            </a:r>
          </a:p>
          <a:p>
            <a:pPr lvl="1"/>
            <a:r>
              <a:rPr lang="en-US" sz="2400" dirty="0" smtClean="0"/>
              <a:t>Target and onboard Super Users in February 2014</a:t>
            </a:r>
          </a:p>
          <a:p>
            <a:pPr lvl="1"/>
            <a:r>
              <a:rPr lang="en-US" sz="2400" dirty="0" smtClean="0"/>
              <a:t>Super Users will begin to participate in Business Process Procedure reviews, upcoming Testing activities, and training pilot sessions</a:t>
            </a:r>
          </a:p>
          <a:p>
            <a:pPr lvl="1"/>
            <a:r>
              <a:rPr lang="en-US" sz="2400" dirty="0" smtClean="0"/>
              <a:t>Super Users will be made up of LW employees not already assigned as part of the Core Project Team</a:t>
            </a:r>
          </a:p>
          <a:p>
            <a:pPr lvl="1"/>
            <a:r>
              <a:rPr lang="en-US" sz="2400" dirty="0" smtClean="0"/>
              <a:t>Coordinating with Directors/Managers to assign Super Users from their respective departments</a:t>
            </a:r>
          </a:p>
          <a:p>
            <a:endParaRPr lang="en-US" sz="2800" dirty="0" smtClean="0"/>
          </a:p>
          <a:p>
            <a:endParaRPr lang="en-US" sz="2800" dirty="0" smtClean="0"/>
          </a:p>
          <a:p>
            <a:endParaRPr lang="en-US" sz="2800" dirty="0"/>
          </a:p>
        </p:txBody>
      </p:sp>
      <p:sp>
        <p:nvSpPr>
          <p:cNvPr id="4" name="Slide Number Placeholder 3"/>
          <p:cNvSpPr>
            <a:spLocks noGrp="1"/>
          </p:cNvSpPr>
          <p:nvPr>
            <p:ph type="sldNum" sz="quarter" idx="10"/>
          </p:nvPr>
        </p:nvSpPr>
        <p:spPr/>
        <p:txBody>
          <a:bodyPr/>
          <a:lstStyle/>
          <a:p>
            <a:pPr>
              <a:defRPr/>
            </a:pPr>
            <a:fld id="{7DD40CAC-ECAA-4FA9-8917-7919529E6BDA}" type="slidenum">
              <a:rPr lang="en-US" smtClean="0"/>
              <a:pPr>
                <a:defRPr/>
              </a:pPr>
              <a:t>11</a:t>
            </a:fld>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1625" y="-76200"/>
            <a:ext cx="8510588" cy="1325563"/>
          </a:xfrm>
        </p:spPr>
        <p:txBody>
          <a:bodyPr/>
          <a:lstStyle/>
          <a:p>
            <a:r>
              <a:rPr lang="en-US" dirty="0" smtClean="0"/>
              <a:t>OCM Program Management</a:t>
            </a:r>
            <a:endParaRPr lang="en-US" dirty="0"/>
          </a:p>
        </p:txBody>
      </p:sp>
      <p:sp>
        <p:nvSpPr>
          <p:cNvPr id="3" name="Content Placeholder 2"/>
          <p:cNvSpPr>
            <a:spLocks noGrp="1"/>
          </p:cNvSpPr>
          <p:nvPr>
            <p:ph idx="1"/>
          </p:nvPr>
        </p:nvSpPr>
        <p:spPr>
          <a:xfrm>
            <a:off x="152400" y="1066800"/>
            <a:ext cx="7927975" cy="4422775"/>
          </a:xfrm>
        </p:spPr>
        <p:txBody>
          <a:bodyPr/>
          <a:lstStyle/>
          <a:p>
            <a:r>
              <a:rPr lang="en-US" sz="2400" dirty="0" smtClean="0"/>
              <a:t>OCM Workstream Lead: On boarded in October 2013</a:t>
            </a:r>
          </a:p>
          <a:p>
            <a:r>
              <a:rPr lang="en-US" sz="2400" dirty="0" smtClean="0"/>
              <a:t>Upcoming activities:</a:t>
            </a:r>
          </a:p>
          <a:p>
            <a:pPr lvl="1"/>
            <a:r>
              <a:rPr lang="en-US" sz="1850" dirty="0" smtClean="0"/>
              <a:t>Work closely with consultant Training Lead to conduct overview &amp; navigation sessions, BPP reviews, townhall sessions, and training documentation development</a:t>
            </a:r>
          </a:p>
          <a:p>
            <a:pPr lvl="1"/>
            <a:r>
              <a:rPr lang="en-US" sz="1850" dirty="0" smtClean="0"/>
              <a:t>Work with Executive team to communicate effective messaging to the LW staff with ongoing project activities</a:t>
            </a:r>
          </a:p>
          <a:p>
            <a:pPr lvl="1"/>
            <a:r>
              <a:rPr lang="en-US" sz="1850" dirty="0" smtClean="0"/>
              <a:t>Help provide guidance to the Project team with training related activities and deliverables</a:t>
            </a:r>
          </a:p>
          <a:p>
            <a:pPr lvl="1"/>
            <a:r>
              <a:rPr lang="en-US" sz="1850" dirty="0" smtClean="0"/>
              <a:t>Release monthly newsletter discussing project activities and updates</a:t>
            </a:r>
          </a:p>
          <a:p>
            <a:pPr lvl="1"/>
            <a:r>
              <a:rPr lang="en-US" sz="1850" dirty="0" smtClean="0"/>
              <a:t>Coordinate training that ensures all system users have adequate level of knowledge of computer skills and integration points in SAP</a:t>
            </a:r>
          </a:p>
          <a:p>
            <a:pPr lvl="1"/>
            <a:r>
              <a:rPr lang="en-US" sz="1850" dirty="0" smtClean="0"/>
              <a:t>Implement coaching and pilot training sessions specifically tailored to each department</a:t>
            </a:r>
          </a:p>
          <a:p>
            <a:pPr lvl="1"/>
            <a:r>
              <a:rPr lang="en-US" sz="1850" dirty="0" smtClean="0"/>
              <a:t>Provide continuous workshops and coaching sessions post-go-live to reinforce gained knowledge</a:t>
            </a:r>
          </a:p>
          <a:p>
            <a:endParaRPr lang="en-US" sz="2800" dirty="0" smtClean="0"/>
          </a:p>
          <a:p>
            <a:endParaRPr lang="en-US" sz="2800" dirty="0"/>
          </a:p>
        </p:txBody>
      </p:sp>
      <p:sp>
        <p:nvSpPr>
          <p:cNvPr id="4" name="Slide Number Placeholder 3"/>
          <p:cNvSpPr>
            <a:spLocks noGrp="1"/>
          </p:cNvSpPr>
          <p:nvPr>
            <p:ph type="sldNum" sz="quarter" idx="10"/>
          </p:nvPr>
        </p:nvSpPr>
        <p:spPr/>
        <p:txBody>
          <a:bodyPr/>
          <a:lstStyle/>
          <a:p>
            <a:pPr>
              <a:defRPr/>
            </a:pPr>
            <a:fld id="{7DD40CAC-ECAA-4FA9-8917-7919529E6BDA}" type="slidenum">
              <a:rPr lang="en-US" smtClean="0"/>
              <a:pPr>
                <a:defRPr/>
              </a:pPr>
              <a:t>12</a:t>
            </a:fld>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1625" y="0"/>
            <a:ext cx="8510588" cy="1325563"/>
          </a:xfrm>
        </p:spPr>
        <p:txBody>
          <a:bodyPr/>
          <a:lstStyle/>
          <a:p>
            <a:r>
              <a:rPr lang="en-US" dirty="0" smtClean="0"/>
              <a:t>Communication as a Primary Readiness Tool</a:t>
            </a:r>
            <a:endParaRPr lang="en-US" dirty="0"/>
          </a:p>
        </p:txBody>
      </p:sp>
      <p:graphicFrame>
        <p:nvGraphicFramePr>
          <p:cNvPr id="5" name="Content Placeholder 4"/>
          <p:cNvGraphicFramePr>
            <a:graphicFrameLocks noGrp="1"/>
          </p:cNvGraphicFramePr>
          <p:nvPr>
            <p:ph idx="4294967295"/>
            <p:extLst>
              <p:ext uri="{D42A27DB-BD31-4B8C-83A1-F6EECF244321}">
                <p14:modId xmlns:p14="http://schemas.microsoft.com/office/powerpoint/2010/main" xmlns="" val="2558615785"/>
              </p:ext>
            </p:extLst>
          </p:nvPr>
        </p:nvGraphicFramePr>
        <p:xfrm>
          <a:off x="173037" y="1292225"/>
          <a:ext cx="6303963" cy="48244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Left Brace 6"/>
          <p:cNvSpPr/>
          <p:nvPr/>
        </p:nvSpPr>
        <p:spPr bwMode="auto">
          <a:xfrm rot="16200000">
            <a:off x="4333294" y="1904222"/>
            <a:ext cx="695132" cy="8316687"/>
          </a:xfrm>
          <a:prstGeom prst="leftBrace">
            <a:avLst/>
          </a:prstGeom>
          <a:ln>
            <a:headEnd type="none" w="med" len="med"/>
            <a:tailEnd type="none" w="med" len="med"/>
          </a:ln>
        </p:spPr>
        <p:style>
          <a:lnRef idx="2">
            <a:schemeClr val="accent1"/>
          </a:lnRef>
          <a:fillRef idx="0">
            <a:schemeClr val="accent1"/>
          </a:fillRef>
          <a:effectRef idx="1">
            <a:schemeClr val="accent1"/>
          </a:effectRef>
          <a:fontRef idx="minor">
            <a:schemeClr val="tx1"/>
          </a:fontRef>
        </p:style>
        <p:txBody>
          <a:bodyPr vert="vert" wrap="none" lIns="90000" tIns="46800" rIns="90000" bIns="46800" numCol="1" rtlCol="0" anchor="ctr" anchorCtr="0" compatLnSpc="1">
            <a:prstTxWarp prst="textNoShape">
              <a:avLst/>
            </a:prstTxWarp>
          </a:bodyPr>
          <a:lstStyle/>
          <a:p>
            <a:pPr marL="244475" marR="0" indent="-244475" algn="ctr" defTabSz="914400" rtl="0" eaLnBrk="1" fontAlgn="base" latinLnBrk="0" hangingPunct="1">
              <a:lnSpc>
                <a:spcPct val="100000"/>
              </a:lnSpc>
              <a:spcBef>
                <a:spcPct val="0"/>
              </a:spcBef>
              <a:spcAft>
                <a:spcPct val="0"/>
              </a:spcAft>
              <a:buClr>
                <a:schemeClr val="accent1"/>
              </a:buClr>
              <a:buSzPct val="80000"/>
              <a:buFont typeface="Wingdings" pitchFamily="2" charset="2"/>
              <a:buNone/>
              <a:tabLst/>
            </a:pPr>
            <a:r>
              <a:rPr lang="en-US" sz="1600" dirty="0" smtClean="0">
                <a:solidFill>
                  <a:srgbClr val="000000"/>
                </a:solidFill>
                <a:latin typeface="Arial" charset="0"/>
                <a:ea typeface="Arial Unicode MS" pitchFamily="34" charset="-128"/>
                <a:cs typeface="Arial Unicode MS" pitchFamily="34" charset="-128"/>
              </a:rPr>
              <a:t>Communications</a:t>
            </a:r>
            <a:r>
              <a:rPr lang="en-US" sz="1600" dirty="0" smtClean="0">
                <a:latin typeface="Arial" charset="0"/>
                <a:ea typeface="Arial Unicode MS" pitchFamily="34" charset="-128"/>
                <a:cs typeface="Arial Unicode MS" pitchFamily="34" charset="-128"/>
              </a:rPr>
              <a:t> </a:t>
            </a:r>
            <a:r>
              <a:rPr lang="en-US" sz="1600" dirty="0" smtClean="0">
                <a:solidFill>
                  <a:srgbClr val="000000"/>
                </a:solidFill>
                <a:latin typeface="Arial" charset="0"/>
                <a:ea typeface="Arial Unicode MS" pitchFamily="34" charset="-128"/>
                <a:cs typeface="Arial Unicode MS" pitchFamily="34" charset="-128"/>
              </a:rPr>
              <a:t>Goal</a:t>
            </a:r>
            <a:endParaRPr kumimoji="0" lang="en-US" sz="1600" b="0" i="0" u="none" strike="noStrike" cap="none" normalizeH="0" baseline="0" dirty="0" smtClean="0">
              <a:ln>
                <a:noFill/>
              </a:ln>
              <a:solidFill>
                <a:srgbClr val="000000"/>
              </a:solidFill>
              <a:effectLst/>
              <a:latin typeface="Arial" charset="0"/>
              <a:ea typeface="Arial Unicode MS" pitchFamily="34" charset="-128"/>
              <a:cs typeface="Arial Unicode MS" pitchFamily="34" charset="-128"/>
            </a:endParaRPr>
          </a:p>
        </p:txBody>
      </p:sp>
      <p:sp>
        <p:nvSpPr>
          <p:cNvPr id="9" name="Rectangle 8"/>
          <p:cNvSpPr/>
          <p:nvPr/>
        </p:nvSpPr>
        <p:spPr>
          <a:xfrm>
            <a:off x="6705600" y="1390261"/>
            <a:ext cx="2133600" cy="4293483"/>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119063" indent="-119063">
              <a:spcBef>
                <a:spcPts val="600"/>
              </a:spcBef>
              <a:buFont typeface="Arial" panose="020B0604020202020204" pitchFamily="34" charset="0"/>
              <a:buChar char="•"/>
            </a:pPr>
            <a:r>
              <a:rPr lang="en-US" sz="1400" dirty="0"/>
              <a:t>Go-live </a:t>
            </a:r>
            <a:r>
              <a:rPr lang="en-US" sz="1400" b="1" dirty="0"/>
              <a:t>On Time</a:t>
            </a:r>
          </a:p>
          <a:p>
            <a:pPr marL="119063" indent="-119063">
              <a:spcBef>
                <a:spcPts val="600"/>
              </a:spcBef>
              <a:buFont typeface="Arial" panose="020B0604020202020204" pitchFamily="34" charset="0"/>
              <a:buChar char="•"/>
            </a:pPr>
            <a:r>
              <a:rPr lang="en-US" sz="1400" dirty="0"/>
              <a:t>Close the project </a:t>
            </a:r>
            <a:r>
              <a:rPr lang="en-US" sz="1400" b="1" dirty="0"/>
              <a:t>On Budget</a:t>
            </a:r>
          </a:p>
          <a:p>
            <a:pPr marL="119063" indent="-119063">
              <a:spcBef>
                <a:spcPts val="600"/>
              </a:spcBef>
              <a:buFont typeface="Arial" panose="020B0604020202020204" pitchFamily="34" charset="0"/>
              <a:buChar char="•"/>
            </a:pPr>
            <a:r>
              <a:rPr lang="en-US" sz="1400" dirty="0"/>
              <a:t>Go-live &amp; prospects create </a:t>
            </a:r>
            <a:r>
              <a:rPr lang="en-US" sz="1400" b="1" dirty="0"/>
              <a:t>Excitement</a:t>
            </a:r>
          </a:p>
          <a:p>
            <a:pPr marL="119063" indent="-119063">
              <a:spcBef>
                <a:spcPts val="600"/>
              </a:spcBef>
              <a:buFont typeface="Arial" panose="020B0604020202020204" pitchFamily="34" charset="0"/>
              <a:buChar char="•"/>
            </a:pPr>
            <a:r>
              <a:rPr lang="en-US" sz="1400" b="1" dirty="0"/>
              <a:t>Utilized</a:t>
            </a:r>
            <a:r>
              <a:rPr lang="en-US" sz="1400" dirty="0"/>
              <a:t> and not bypassed</a:t>
            </a:r>
          </a:p>
          <a:p>
            <a:pPr marL="119063" indent="-119063">
              <a:spcBef>
                <a:spcPts val="600"/>
              </a:spcBef>
              <a:buFont typeface="Arial" panose="020B0604020202020204" pitchFamily="34" charset="0"/>
              <a:buChar char="•"/>
            </a:pPr>
            <a:r>
              <a:rPr lang="en-US" sz="1400" dirty="0"/>
              <a:t>Preparation and Go-live cause </a:t>
            </a:r>
            <a:r>
              <a:rPr lang="en-US" sz="1400" b="1" dirty="0"/>
              <a:t>No Frustration</a:t>
            </a:r>
          </a:p>
          <a:p>
            <a:pPr marL="119063" indent="-119063">
              <a:spcBef>
                <a:spcPts val="600"/>
              </a:spcBef>
              <a:buFont typeface="Arial" panose="020B0604020202020204" pitchFamily="34" charset="0"/>
              <a:buChar char="•"/>
            </a:pPr>
            <a:r>
              <a:rPr lang="en-US" sz="1400" dirty="0"/>
              <a:t>There is </a:t>
            </a:r>
            <a:r>
              <a:rPr lang="en-US" sz="1400" b="1" dirty="0"/>
              <a:t>No Disappointment </a:t>
            </a:r>
            <a:r>
              <a:rPr lang="en-US" sz="1400" dirty="0"/>
              <a:t>post Go-live</a:t>
            </a:r>
          </a:p>
          <a:p>
            <a:pPr marL="119063" indent="-119063">
              <a:spcBef>
                <a:spcPts val="600"/>
              </a:spcBef>
              <a:buFont typeface="Arial" panose="020B0604020202020204" pitchFamily="34" charset="0"/>
              <a:buChar char="•"/>
            </a:pPr>
            <a:r>
              <a:rPr lang="en-US" sz="1400" b="1" dirty="0"/>
              <a:t>Minimize Surprise Factor</a:t>
            </a:r>
          </a:p>
          <a:p>
            <a:pPr marL="119063" indent="-119063">
              <a:spcBef>
                <a:spcPts val="600"/>
              </a:spcBef>
              <a:buFont typeface="Arial" panose="020B0604020202020204" pitchFamily="34" charset="0"/>
              <a:buChar char="•"/>
            </a:pPr>
            <a:r>
              <a:rPr lang="en-US" sz="1400" dirty="0"/>
              <a:t>Have Positive </a:t>
            </a:r>
            <a:r>
              <a:rPr lang="en-US" sz="1400" b="1" dirty="0"/>
              <a:t>Impact for Customers</a:t>
            </a:r>
          </a:p>
        </p:txBody>
      </p:sp>
      <p:sp>
        <p:nvSpPr>
          <p:cNvPr id="10" name="TextBox 9"/>
          <p:cNvSpPr txBox="1"/>
          <p:nvPr/>
        </p:nvSpPr>
        <p:spPr>
          <a:xfrm>
            <a:off x="76201" y="1307068"/>
            <a:ext cx="3200400" cy="1436132"/>
          </a:xfrm>
          <a:prstGeom prst="rect">
            <a:avLst/>
          </a:prstGeom>
          <a:noFill/>
        </p:spPr>
        <p:txBody>
          <a:bodyPr wrap="square" rtlCol="0">
            <a:noAutofit/>
          </a:bodyPr>
          <a:lstStyle/>
          <a:p>
            <a:r>
              <a:rPr lang="en-US" sz="1400" dirty="0" smtClean="0">
                <a:solidFill>
                  <a:srgbClr val="000000"/>
                </a:solidFill>
              </a:rPr>
              <a:t>Communication is typically used to set up or provide a foundational base for Education and Training.</a:t>
            </a:r>
          </a:p>
          <a:p>
            <a:endParaRPr lang="en-US" sz="1400" dirty="0">
              <a:solidFill>
                <a:srgbClr val="000000"/>
              </a:solidFill>
            </a:endParaRPr>
          </a:p>
          <a:p>
            <a:r>
              <a:rPr lang="en-US" sz="1400" dirty="0" smtClean="0">
                <a:solidFill>
                  <a:srgbClr val="000000"/>
                </a:solidFill>
              </a:rPr>
              <a:t>For Loudoun Water, Communication is to be used to also deliver the Education portion of Training – both early and often.</a:t>
            </a:r>
            <a:endParaRPr lang="en-US" sz="1400" dirty="0">
              <a:solidFill>
                <a:srgbClr val="000000"/>
              </a:solidFill>
            </a:endParaRPr>
          </a:p>
        </p:txBody>
      </p:sp>
      <p:sp>
        <p:nvSpPr>
          <p:cNvPr id="11" name="Rectangle 12"/>
          <p:cNvSpPr>
            <a:spLocks noChangeArrowheads="1"/>
          </p:cNvSpPr>
          <p:nvPr/>
        </p:nvSpPr>
        <p:spPr bwMode="auto">
          <a:xfrm>
            <a:off x="4375150" y="6629400"/>
            <a:ext cx="392113" cy="122238"/>
          </a:xfrm>
          <a:prstGeom prst="rect">
            <a:avLst/>
          </a:prstGeom>
          <a:noFill/>
          <a:ln w="9525">
            <a:noFill/>
            <a:miter lim="800000"/>
            <a:headEnd/>
            <a:tailEnd/>
          </a:ln>
          <a:effectLst/>
        </p:spPr>
        <p:txBody>
          <a:bodyPr wrap="none" lIns="0" tIns="0" rIns="0" bIns="0" anchor="ctr">
            <a:spAutoFit/>
          </a:bodyPr>
          <a:lstStyle/>
          <a:p>
            <a:pPr algn="r" eaLnBrk="0" hangingPunct="0">
              <a:defRPr/>
            </a:pPr>
            <a:r>
              <a:rPr lang="en-US" sz="800" dirty="0">
                <a:solidFill>
                  <a:srgbClr val="000000"/>
                </a:solidFill>
                <a:cs typeface="Arial" charset="0"/>
              </a:rPr>
              <a:t>Page </a:t>
            </a:r>
            <a:fld id="{929B933E-E64E-48F0-8B23-F7E1CD7B9B67}" type="slidenum">
              <a:rPr lang="en-US" sz="800">
                <a:solidFill>
                  <a:srgbClr val="000000"/>
                </a:solidFill>
                <a:cs typeface="Arial" charset="0"/>
              </a:rPr>
              <a:pPr algn="r" eaLnBrk="0" hangingPunct="0">
                <a:defRPr/>
              </a:pPr>
              <a:t>13</a:t>
            </a:fld>
            <a:endParaRPr lang="en-US" sz="800" dirty="0">
              <a:solidFill>
                <a:srgbClr val="000000"/>
              </a:solidFill>
              <a:cs typeface="Arial" charset="0"/>
            </a:endParaRPr>
          </a:p>
        </p:txBody>
      </p:sp>
    </p:spTree>
    <p:extLst>
      <p:ext uri="{BB962C8B-B14F-4D97-AF65-F5344CB8AC3E}">
        <p14:creationId xmlns:p14="http://schemas.microsoft.com/office/powerpoint/2010/main" xmlns="" val="1108985846"/>
      </p:ext>
    </p:extLst>
  </p:cSld>
  <p:clrMapOvr>
    <a:masterClrMapping/>
  </p:clrMapOvr>
  <mc:AlternateContent xmlns:mc="http://schemas.openxmlformats.org/markup-compatibility/2006">
    <mc:Choice xmlns:p14="http://schemas.microsoft.com/office/powerpoint/2010/main" xmlns="" Requires="p14">
      <p:transition spd="slow" p14:dur="800">
        <p:zoom/>
      </p:transition>
    </mc:Choice>
    <mc:Fallback>
      <p:transition spd="slow">
        <p:zoom/>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4"/>
          <p:cNvSpPr>
            <a:spLocks noGrp="1" noChangeArrowheads="1"/>
          </p:cNvSpPr>
          <p:nvPr>
            <p:ph type="title"/>
          </p:nvPr>
        </p:nvSpPr>
        <p:spPr>
          <a:xfrm>
            <a:off x="301625" y="228601"/>
            <a:ext cx="8510588" cy="685800"/>
          </a:xfrm>
        </p:spPr>
        <p:txBody>
          <a:bodyPr/>
          <a:lstStyle/>
          <a:p>
            <a:pPr eaLnBrk="1" hangingPunct="1"/>
            <a:r>
              <a:rPr lang="en-CA" dirty="0" smtClean="0"/>
              <a:t>Communication &amp; Leadership</a:t>
            </a:r>
          </a:p>
        </p:txBody>
      </p:sp>
      <p:sp>
        <p:nvSpPr>
          <p:cNvPr id="14339" name="Rectangle 5"/>
          <p:cNvSpPr>
            <a:spLocks noGrp="1" noChangeArrowheads="1"/>
          </p:cNvSpPr>
          <p:nvPr>
            <p:ph type="body" idx="1"/>
          </p:nvPr>
        </p:nvSpPr>
        <p:spPr>
          <a:xfrm>
            <a:off x="965200" y="1246188"/>
            <a:ext cx="8178800" cy="4203700"/>
          </a:xfrm>
        </p:spPr>
        <p:txBody>
          <a:bodyPr/>
          <a:lstStyle/>
          <a:p>
            <a:pPr marL="0" indent="0" eaLnBrk="1" hangingPunct="1"/>
            <a:r>
              <a:rPr lang="en-CA" sz="2200" u="sng" dirty="0" smtClean="0">
                <a:latin typeface="Arial" pitchFamily="34" charset="0"/>
                <a:cs typeface="Arial" pitchFamily="34" charset="0"/>
              </a:rPr>
              <a:t>What</a:t>
            </a:r>
            <a:r>
              <a:rPr lang="en-CA" sz="2200" dirty="0" smtClean="0">
                <a:latin typeface="Arial" pitchFamily="34" charset="0"/>
                <a:cs typeface="Arial" pitchFamily="34" charset="0"/>
              </a:rPr>
              <a:t> to say, to </a:t>
            </a:r>
            <a:r>
              <a:rPr lang="en-CA" sz="2200" u="sng" dirty="0" smtClean="0">
                <a:latin typeface="Arial" pitchFamily="34" charset="0"/>
                <a:cs typeface="Arial" pitchFamily="34" charset="0"/>
              </a:rPr>
              <a:t>whom</a:t>
            </a:r>
            <a:r>
              <a:rPr lang="en-CA" sz="2200" dirty="0" smtClean="0">
                <a:latin typeface="Arial" pitchFamily="34" charset="0"/>
                <a:cs typeface="Arial" pitchFamily="34" charset="0"/>
              </a:rPr>
              <a:t>, </a:t>
            </a:r>
            <a:r>
              <a:rPr lang="en-CA" sz="2200" u="sng" dirty="0" smtClean="0">
                <a:latin typeface="Arial" pitchFamily="34" charset="0"/>
                <a:cs typeface="Arial" pitchFamily="34" charset="0"/>
              </a:rPr>
              <a:t>when</a:t>
            </a:r>
            <a:r>
              <a:rPr lang="en-CA" sz="2200" dirty="0" smtClean="0">
                <a:latin typeface="Arial" pitchFamily="34" charset="0"/>
                <a:cs typeface="Arial" pitchFamily="34" charset="0"/>
              </a:rPr>
              <a:t>, and </a:t>
            </a:r>
            <a:r>
              <a:rPr lang="en-CA" sz="2200" u="sng" dirty="0" smtClean="0">
                <a:latin typeface="Arial" pitchFamily="34" charset="0"/>
                <a:cs typeface="Arial" pitchFamily="34" charset="0"/>
              </a:rPr>
              <a:t>how</a:t>
            </a:r>
          </a:p>
          <a:p>
            <a:pPr marL="0" indent="0" eaLnBrk="1" hangingPunct="1"/>
            <a:endParaRPr lang="en-CA" sz="2200" u="sng" dirty="0" smtClean="0">
              <a:latin typeface="Arial" pitchFamily="34" charset="0"/>
              <a:cs typeface="Arial" pitchFamily="34" charset="0"/>
            </a:endParaRPr>
          </a:p>
          <a:p>
            <a:pPr marL="0" indent="0" eaLnBrk="1" hangingPunct="1">
              <a:buFont typeface="Wingdings" pitchFamily="2" charset="2"/>
              <a:buChar char="§"/>
            </a:pPr>
            <a:r>
              <a:rPr lang="en-CA" sz="2200" dirty="0" smtClean="0">
                <a:latin typeface="Arial" pitchFamily="34" charset="0"/>
                <a:cs typeface="Arial" pitchFamily="34" charset="0"/>
              </a:rPr>
              <a:t> The medium is the message: senior and middle management demonstrate leadership and commitment by</a:t>
            </a:r>
          </a:p>
          <a:p>
            <a:pPr lvl="1" eaLnBrk="1" hangingPunct="1"/>
            <a:r>
              <a:rPr lang="en-CA" sz="2200" dirty="0" smtClean="0">
                <a:latin typeface="Arial" pitchFamily="34" charset="0"/>
                <a:cs typeface="Arial" pitchFamily="34" charset="0"/>
              </a:rPr>
              <a:t>Reinforcing key messages </a:t>
            </a:r>
          </a:p>
          <a:p>
            <a:pPr lvl="1" eaLnBrk="1" hangingPunct="1"/>
            <a:r>
              <a:rPr lang="en-CA" sz="2200" dirty="0" smtClean="0">
                <a:latin typeface="Arial" pitchFamily="34" charset="0"/>
                <a:cs typeface="Arial" pitchFamily="34" charset="0"/>
              </a:rPr>
              <a:t>Listening and addressing employee concerns</a:t>
            </a:r>
          </a:p>
          <a:p>
            <a:pPr lvl="1" eaLnBrk="1" hangingPunct="1"/>
            <a:r>
              <a:rPr lang="en-CA" sz="2200" dirty="0" smtClean="0">
                <a:latin typeface="Arial" pitchFamily="34" charset="0"/>
                <a:cs typeface="Arial" pitchFamily="34" charset="0"/>
              </a:rPr>
              <a:t>Helping make staff and operations ready for the new system.</a:t>
            </a:r>
          </a:p>
          <a:p>
            <a:pPr marL="0" indent="0" eaLnBrk="1" hangingPunct="1">
              <a:buFont typeface="Wingdings" pitchFamily="2" charset="2"/>
              <a:buChar char="§"/>
            </a:pPr>
            <a:r>
              <a:rPr lang="en-CA" sz="2200" dirty="0" smtClean="0">
                <a:latin typeface="Arial" pitchFamily="34" charset="0"/>
                <a:cs typeface="Arial" pitchFamily="34" charset="0"/>
              </a:rPr>
              <a:t> Communication and leadership are done in four cycles: project kickoff, realization, final preparation, and go-live</a:t>
            </a:r>
          </a:p>
        </p:txBody>
      </p:sp>
      <p:sp>
        <p:nvSpPr>
          <p:cNvPr id="14341" name="AutoShape 7"/>
          <p:cNvSpPr>
            <a:spLocks noChangeArrowheads="1"/>
          </p:cNvSpPr>
          <p:nvPr/>
        </p:nvSpPr>
        <p:spPr bwMode="auto">
          <a:xfrm>
            <a:off x="152400" y="1295400"/>
            <a:ext cx="762000" cy="381000"/>
          </a:xfrm>
          <a:custGeom>
            <a:avLst/>
            <a:gdLst>
              <a:gd name="T0" fmla="*/ 571500 w 21600"/>
              <a:gd name="T1" fmla="*/ 0 h 21600"/>
              <a:gd name="T2" fmla="*/ 0 w 21600"/>
              <a:gd name="T3" fmla="*/ 190500 h 21600"/>
              <a:gd name="T4" fmla="*/ 571500 w 21600"/>
              <a:gd name="T5" fmla="*/ 381000 h 21600"/>
              <a:gd name="T6" fmla="*/ 762000 w 21600"/>
              <a:gd name="T7" fmla="*/ 190500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000080"/>
          </a:solidFill>
          <a:ln w="12700">
            <a:solidFill>
              <a:schemeClr val="hlink"/>
            </a:solidFill>
            <a:miter lim="800000"/>
            <a:headEnd/>
            <a:tailEnd/>
          </a:ln>
          <a:effectLst/>
        </p:spPr>
        <p:txBody>
          <a:bodyPr wrap="none" anchor="ctr"/>
          <a:lstStyle/>
          <a:p>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1625" y="-76200"/>
            <a:ext cx="8510588" cy="1325563"/>
          </a:xfrm>
        </p:spPr>
        <p:txBody>
          <a:bodyPr/>
          <a:lstStyle/>
          <a:p>
            <a:r>
              <a:rPr lang="en-US" dirty="0" smtClean="0"/>
              <a:t>Communications List</a:t>
            </a:r>
            <a:endParaRPr lang="en-US" dirty="0"/>
          </a:p>
        </p:txBody>
      </p:sp>
      <p:sp>
        <p:nvSpPr>
          <p:cNvPr id="3" name="Slide Number Placeholder 2"/>
          <p:cNvSpPr>
            <a:spLocks noGrp="1"/>
          </p:cNvSpPr>
          <p:nvPr>
            <p:ph type="sldNum" sz="quarter" idx="10"/>
          </p:nvPr>
        </p:nvSpPr>
        <p:spPr/>
        <p:txBody>
          <a:bodyPr/>
          <a:lstStyle/>
          <a:p>
            <a:pPr>
              <a:defRPr/>
            </a:pPr>
            <a:endParaRPr lang="en-US" dirty="0" smtClean="0"/>
          </a:p>
          <a:p>
            <a:pPr>
              <a:defRPr/>
            </a:pPr>
            <a:fld id="{8F58DA2A-BE2D-41E9-832E-2770A36B83F3}" type="slidenum">
              <a:rPr lang="en-US" smtClean="0"/>
              <a:pPr>
                <a:defRPr/>
              </a:pPr>
              <a:t>15</a:t>
            </a:fld>
            <a:endParaRPr lang="en-US" dirty="0"/>
          </a:p>
        </p:txBody>
      </p:sp>
      <p:pic>
        <p:nvPicPr>
          <p:cNvPr id="6" name="Picture 5"/>
          <p:cNvPicPr>
            <a:picLocks noChangeAspect="1"/>
          </p:cNvPicPr>
          <p:nvPr/>
        </p:nvPicPr>
        <p:blipFill>
          <a:blip r:embed="rId2" cstate="print"/>
          <a:stretch>
            <a:fillRect/>
          </a:stretch>
        </p:blipFill>
        <p:spPr>
          <a:xfrm>
            <a:off x="26987" y="1066800"/>
            <a:ext cx="9040813" cy="5357140"/>
          </a:xfrm>
          <a:prstGeom prst="rect">
            <a:avLst/>
          </a:prstGeom>
        </p:spPr>
      </p:pic>
    </p:spTree>
    <p:extLst>
      <p:ext uri="{BB962C8B-B14F-4D97-AF65-F5344CB8AC3E}">
        <p14:creationId xmlns:p14="http://schemas.microsoft.com/office/powerpoint/2010/main" xmlns="" val="260439668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4"/>
          <p:cNvSpPr>
            <a:spLocks noGrp="1" noChangeArrowheads="1"/>
          </p:cNvSpPr>
          <p:nvPr>
            <p:ph type="title" idx="4294967295"/>
          </p:nvPr>
        </p:nvSpPr>
        <p:spPr>
          <a:xfrm>
            <a:off x="-304800" y="152400"/>
            <a:ext cx="9677400" cy="1143000"/>
          </a:xfrm>
        </p:spPr>
        <p:txBody>
          <a:bodyPr/>
          <a:lstStyle/>
          <a:p>
            <a:pPr eaLnBrk="1" hangingPunct="1"/>
            <a:r>
              <a:rPr lang="en-CA" sz="4200" dirty="0" smtClean="0"/>
              <a:t>Impact Mapping &amp; Transition Planning</a:t>
            </a:r>
          </a:p>
        </p:txBody>
      </p:sp>
      <p:sp>
        <p:nvSpPr>
          <p:cNvPr id="16387" name="Rectangle 5"/>
          <p:cNvSpPr>
            <a:spLocks noGrp="1" noChangeArrowheads="1"/>
          </p:cNvSpPr>
          <p:nvPr>
            <p:ph type="body" idx="4294967295"/>
          </p:nvPr>
        </p:nvSpPr>
        <p:spPr>
          <a:xfrm>
            <a:off x="965200" y="1271588"/>
            <a:ext cx="8178800" cy="5205412"/>
          </a:xfrm>
        </p:spPr>
        <p:txBody>
          <a:bodyPr/>
          <a:lstStyle/>
          <a:p>
            <a:pPr marL="0" indent="0" eaLnBrk="1" hangingPunct="1"/>
            <a:r>
              <a:rPr lang="en-CA" sz="1950" dirty="0" smtClean="0">
                <a:solidFill>
                  <a:srgbClr val="FF0000"/>
                </a:solidFill>
                <a:latin typeface="Arial" pitchFamily="34" charset="0"/>
                <a:cs typeface="Arial" pitchFamily="34" charset="0"/>
              </a:rPr>
              <a:t>Understanding </a:t>
            </a:r>
            <a:r>
              <a:rPr lang="en-CA" sz="1950" u="sng" dirty="0" smtClean="0">
                <a:solidFill>
                  <a:srgbClr val="FF0000"/>
                </a:solidFill>
                <a:latin typeface="Arial" pitchFamily="34" charset="0"/>
                <a:cs typeface="Arial" pitchFamily="34" charset="0"/>
              </a:rPr>
              <a:t>what will change</a:t>
            </a:r>
            <a:r>
              <a:rPr lang="en-CA" sz="1950" dirty="0" smtClean="0">
                <a:solidFill>
                  <a:srgbClr val="FF0000"/>
                </a:solidFill>
                <a:latin typeface="Arial" pitchFamily="34" charset="0"/>
                <a:cs typeface="Arial" pitchFamily="34" charset="0"/>
              </a:rPr>
              <a:t> (and what will not) &amp; planning the transition</a:t>
            </a:r>
          </a:p>
          <a:p>
            <a:pPr lvl="1" eaLnBrk="1" hangingPunct="1"/>
            <a:r>
              <a:rPr lang="en-CA" sz="1950" dirty="0" smtClean="0">
                <a:latin typeface="Arial" pitchFamily="34" charset="0"/>
                <a:cs typeface="Arial" pitchFamily="34" charset="0"/>
              </a:rPr>
              <a:t>You can’t manage what you don’t understand</a:t>
            </a:r>
          </a:p>
          <a:p>
            <a:pPr lvl="1" eaLnBrk="1" hangingPunct="1"/>
            <a:r>
              <a:rPr lang="en-CA" sz="1950" dirty="0" smtClean="0">
                <a:latin typeface="Arial" pitchFamily="34" charset="0"/>
                <a:cs typeface="Arial" pitchFamily="34" charset="0"/>
              </a:rPr>
              <a:t>Once changes are known (and understood) transition actions should be defined by local managers (with the help of OCM/Training team)</a:t>
            </a:r>
          </a:p>
          <a:p>
            <a:pPr marL="0" indent="0" eaLnBrk="1" hangingPunct="1"/>
            <a:r>
              <a:rPr lang="en-CA" sz="1950" dirty="0" smtClean="0">
                <a:solidFill>
                  <a:srgbClr val="FF0000"/>
                </a:solidFill>
                <a:latin typeface="Arial" pitchFamily="34" charset="0"/>
                <a:cs typeface="Arial" pitchFamily="34" charset="0"/>
              </a:rPr>
              <a:t>Impact mapping feeds</a:t>
            </a:r>
          </a:p>
          <a:p>
            <a:pPr lvl="1" eaLnBrk="1" hangingPunct="1"/>
            <a:r>
              <a:rPr lang="en-CA" sz="1950" dirty="0" smtClean="0">
                <a:latin typeface="Arial" pitchFamily="34" charset="0"/>
                <a:cs typeface="Arial" pitchFamily="34" charset="0"/>
              </a:rPr>
              <a:t>Communication (”tell me what will change”)</a:t>
            </a:r>
          </a:p>
          <a:p>
            <a:pPr lvl="1" eaLnBrk="1" hangingPunct="1"/>
            <a:r>
              <a:rPr lang="en-CA" sz="1950" dirty="0" smtClean="0">
                <a:latin typeface="Arial" pitchFamily="34" charset="0"/>
                <a:cs typeface="Arial" pitchFamily="34" charset="0"/>
              </a:rPr>
              <a:t>Transition planning (“how do we prepare”)</a:t>
            </a:r>
          </a:p>
          <a:p>
            <a:pPr lvl="1" eaLnBrk="1" hangingPunct="1"/>
            <a:r>
              <a:rPr lang="en-CA" sz="1950" dirty="0" smtClean="0">
                <a:latin typeface="Arial" pitchFamily="34" charset="0"/>
                <a:cs typeface="Arial" pitchFamily="34" charset="0"/>
              </a:rPr>
              <a:t>End-user training (“who needs to learn what”).</a:t>
            </a:r>
          </a:p>
          <a:p>
            <a:pPr marL="0" indent="0" eaLnBrk="1" hangingPunct="1"/>
            <a:r>
              <a:rPr lang="en-CA" sz="1950" dirty="0" smtClean="0">
                <a:solidFill>
                  <a:srgbClr val="FF0000"/>
                </a:solidFill>
                <a:latin typeface="Arial" pitchFamily="34" charset="0"/>
                <a:cs typeface="Arial" pitchFamily="34" charset="0"/>
              </a:rPr>
              <a:t>Occurs in two cycles</a:t>
            </a:r>
          </a:p>
          <a:p>
            <a:pPr lvl="1" eaLnBrk="1" hangingPunct="1"/>
            <a:r>
              <a:rPr lang="en-CA" sz="1950" dirty="0" smtClean="0">
                <a:latin typeface="Arial" pitchFamily="34" charset="0"/>
                <a:cs typeface="Arial" pitchFamily="34" charset="0"/>
              </a:rPr>
              <a:t>Cycle 1: high-level or “macro” impacts of new business processes, areas of greatest impacts, key benefits (Project Team) </a:t>
            </a:r>
          </a:p>
          <a:p>
            <a:pPr lvl="1" eaLnBrk="1" hangingPunct="1"/>
            <a:r>
              <a:rPr lang="en-CA" sz="1950" dirty="0" smtClean="0">
                <a:latin typeface="Arial" pitchFamily="34" charset="0"/>
                <a:cs typeface="Arial" pitchFamily="34" charset="0"/>
              </a:rPr>
              <a:t>Cycle 2: impacts on local departments and individual responsibilities and local action plans (Project Team or OCM/Training Team + Managers) </a:t>
            </a:r>
          </a:p>
          <a:p>
            <a:pPr marL="0" indent="0" eaLnBrk="1" hangingPunct="1"/>
            <a:endParaRPr lang="en-CA" dirty="0" smtClean="0"/>
          </a:p>
        </p:txBody>
      </p:sp>
      <p:sp>
        <p:nvSpPr>
          <p:cNvPr id="16388" name="AutoShape 7"/>
          <p:cNvSpPr>
            <a:spLocks noChangeArrowheads="1"/>
          </p:cNvSpPr>
          <p:nvPr/>
        </p:nvSpPr>
        <p:spPr bwMode="auto">
          <a:xfrm>
            <a:off x="76200" y="1371600"/>
            <a:ext cx="762000" cy="381000"/>
          </a:xfrm>
          <a:custGeom>
            <a:avLst/>
            <a:gdLst>
              <a:gd name="T0" fmla="*/ 571500 w 21600"/>
              <a:gd name="T1" fmla="*/ 0 h 21600"/>
              <a:gd name="T2" fmla="*/ 0 w 21600"/>
              <a:gd name="T3" fmla="*/ 190500 h 21600"/>
              <a:gd name="T4" fmla="*/ 571500 w 21600"/>
              <a:gd name="T5" fmla="*/ 381000 h 21600"/>
              <a:gd name="T6" fmla="*/ 762000 w 21600"/>
              <a:gd name="T7" fmla="*/ 190500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000080"/>
          </a:solidFill>
          <a:ln w="12700">
            <a:solidFill>
              <a:schemeClr val="hlink"/>
            </a:solidFill>
            <a:miter lim="800000"/>
            <a:headEnd/>
            <a:tailEnd/>
          </a:ln>
          <a:effectLst/>
        </p:spPr>
        <p:txBody>
          <a:bodyPr wrap="none" anchor="ctr"/>
          <a:lstStyle/>
          <a:p>
            <a:endParaRPr 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Cycle One</a:t>
            </a:r>
            <a:endParaRPr lang="en-US" dirty="0"/>
          </a:p>
        </p:txBody>
      </p:sp>
      <p:sp>
        <p:nvSpPr>
          <p:cNvPr id="3" name="Content Placeholder 2"/>
          <p:cNvSpPr>
            <a:spLocks noGrp="1"/>
          </p:cNvSpPr>
          <p:nvPr>
            <p:ph idx="1"/>
          </p:nvPr>
        </p:nvSpPr>
        <p:spPr/>
        <p:txBody>
          <a:bodyPr/>
          <a:lstStyle/>
          <a:p>
            <a:r>
              <a:rPr lang="en-US" sz="2800" dirty="0" smtClean="0"/>
              <a:t>What has occurred thus far:</a:t>
            </a:r>
          </a:p>
          <a:p>
            <a:pPr>
              <a:buNone/>
            </a:pPr>
            <a:endParaRPr lang="en-US" sz="2800" dirty="0" smtClean="0"/>
          </a:p>
          <a:p>
            <a:pPr lvl="1"/>
            <a:r>
              <a:rPr lang="en-US" sz="2400" dirty="0" smtClean="0"/>
              <a:t>Org Readiness Assessment completed in 2012 and updated in 2013</a:t>
            </a:r>
          </a:p>
          <a:p>
            <a:pPr lvl="1">
              <a:buNone/>
            </a:pPr>
            <a:endParaRPr lang="en-US" sz="2400" dirty="0" smtClean="0"/>
          </a:p>
          <a:p>
            <a:pPr lvl="1"/>
            <a:r>
              <a:rPr lang="en-US" sz="2400" dirty="0" smtClean="0"/>
              <a:t>Change Impact Assessment and Analysis done during Blueprint Phase</a:t>
            </a:r>
          </a:p>
          <a:p>
            <a:pPr lvl="1">
              <a:buNone/>
            </a:pPr>
            <a:endParaRPr lang="en-US" sz="2400" dirty="0" smtClean="0"/>
          </a:p>
          <a:p>
            <a:pPr lvl="1"/>
            <a:r>
              <a:rPr lang="en-US" sz="2400" dirty="0" smtClean="0"/>
              <a:t>Workforce Transition plan devised during Blueprint Phase</a:t>
            </a:r>
          </a:p>
          <a:p>
            <a:endParaRPr lang="en-US" dirty="0"/>
          </a:p>
        </p:txBody>
      </p:sp>
      <p:sp>
        <p:nvSpPr>
          <p:cNvPr id="4" name="Slide Number Placeholder 3"/>
          <p:cNvSpPr>
            <a:spLocks noGrp="1"/>
          </p:cNvSpPr>
          <p:nvPr>
            <p:ph type="sldNum" sz="quarter" idx="10"/>
          </p:nvPr>
        </p:nvSpPr>
        <p:spPr/>
        <p:txBody>
          <a:bodyPr/>
          <a:lstStyle/>
          <a:p>
            <a:pPr>
              <a:defRPr/>
            </a:pPr>
            <a:fld id="{7DD40CAC-ECAA-4FA9-8917-7919529E6BDA}" type="slidenum">
              <a:rPr lang="en-US" smtClean="0"/>
              <a:pPr>
                <a:defRPr/>
              </a:pPr>
              <a:t>17</a:t>
            </a:fld>
            <a:endParaRPr lang="en-US"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1625" y="-228600"/>
            <a:ext cx="8510588" cy="1325563"/>
          </a:xfrm>
        </p:spPr>
        <p:txBody>
          <a:bodyPr/>
          <a:lstStyle/>
          <a:p>
            <a:r>
              <a:rPr lang="en-US" dirty="0" smtClean="0"/>
              <a:t>Cycle Two</a:t>
            </a:r>
            <a:endParaRPr lang="en-US" dirty="0"/>
          </a:p>
        </p:txBody>
      </p:sp>
      <p:sp>
        <p:nvSpPr>
          <p:cNvPr id="3" name="Content Placeholder 2"/>
          <p:cNvSpPr>
            <a:spLocks noGrp="1"/>
          </p:cNvSpPr>
          <p:nvPr>
            <p:ph idx="1"/>
          </p:nvPr>
        </p:nvSpPr>
        <p:spPr>
          <a:xfrm>
            <a:off x="377825" y="914400"/>
            <a:ext cx="7699375" cy="4422775"/>
          </a:xfrm>
        </p:spPr>
        <p:txBody>
          <a:bodyPr/>
          <a:lstStyle/>
          <a:p>
            <a:r>
              <a:rPr lang="en-US" sz="2800" dirty="0" smtClean="0"/>
              <a:t>Upcoming activities that address departmental and individual responsibilities:</a:t>
            </a:r>
          </a:p>
          <a:p>
            <a:pPr>
              <a:buNone/>
            </a:pPr>
            <a:endParaRPr lang="en-US" sz="2800" dirty="0" smtClean="0"/>
          </a:p>
          <a:p>
            <a:pPr lvl="1"/>
            <a:r>
              <a:rPr lang="en-US" sz="2400" dirty="0" smtClean="0"/>
              <a:t>Create training documentation and conduct training classes that discuss impacts and changes</a:t>
            </a:r>
          </a:p>
          <a:p>
            <a:pPr lvl="1">
              <a:buNone/>
            </a:pPr>
            <a:endParaRPr lang="en-US" sz="2400" dirty="0" smtClean="0"/>
          </a:p>
          <a:p>
            <a:pPr lvl="1"/>
            <a:r>
              <a:rPr lang="en-US" sz="2400" dirty="0" smtClean="0"/>
              <a:t>Organize personalized system walk thru sessions for areas of the organization with the greatest impact prior to end user training sessions (e.g. Lunch &amp; Learn sessions)</a:t>
            </a:r>
          </a:p>
          <a:p>
            <a:pPr lvl="1"/>
            <a:endParaRPr lang="en-US" sz="2400" dirty="0" smtClean="0"/>
          </a:p>
          <a:p>
            <a:pPr lvl="1"/>
            <a:r>
              <a:rPr lang="en-US" sz="2400" dirty="0" smtClean="0"/>
              <a:t>Disseminate communications throughout the life of the project continually discussing impacts</a:t>
            </a:r>
          </a:p>
          <a:p>
            <a:endParaRPr lang="en-US" dirty="0"/>
          </a:p>
        </p:txBody>
      </p:sp>
      <p:sp>
        <p:nvSpPr>
          <p:cNvPr id="4" name="Slide Number Placeholder 3"/>
          <p:cNvSpPr>
            <a:spLocks noGrp="1"/>
          </p:cNvSpPr>
          <p:nvPr>
            <p:ph type="sldNum" sz="quarter" idx="10"/>
          </p:nvPr>
        </p:nvSpPr>
        <p:spPr/>
        <p:txBody>
          <a:bodyPr/>
          <a:lstStyle/>
          <a:p>
            <a:pPr>
              <a:defRPr/>
            </a:pPr>
            <a:fld id="{7DD40CAC-ECAA-4FA9-8917-7919529E6BDA}" type="slidenum">
              <a:rPr lang="en-US" smtClean="0"/>
              <a:pPr>
                <a:defRPr/>
              </a:pPr>
              <a:t>18</a:t>
            </a:fld>
            <a:endParaRPr 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1026"/>
          <p:cNvSpPr>
            <a:spLocks noGrp="1" noChangeArrowheads="1"/>
          </p:cNvSpPr>
          <p:nvPr>
            <p:ph type="title" idx="4294967295"/>
          </p:nvPr>
        </p:nvSpPr>
        <p:spPr>
          <a:xfrm>
            <a:off x="228600" y="-149225"/>
            <a:ext cx="8510588" cy="762000"/>
          </a:xfrm>
        </p:spPr>
        <p:txBody>
          <a:bodyPr/>
          <a:lstStyle/>
          <a:p>
            <a:pPr eaLnBrk="1" hangingPunct="1"/>
            <a:r>
              <a:rPr lang="en-US" dirty="0" smtClean="0"/>
              <a:t>How to React  (1)</a:t>
            </a:r>
          </a:p>
        </p:txBody>
      </p:sp>
      <p:sp>
        <p:nvSpPr>
          <p:cNvPr id="27651" name="Rectangle 1027"/>
          <p:cNvSpPr>
            <a:spLocks noGrp="1" noChangeArrowheads="1"/>
          </p:cNvSpPr>
          <p:nvPr>
            <p:ph type="body" idx="4294967295"/>
          </p:nvPr>
        </p:nvSpPr>
        <p:spPr>
          <a:xfrm>
            <a:off x="1143000" y="1752600"/>
            <a:ext cx="6672262" cy="4668838"/>
          </a:xfrm>
        </p:spPr>
        <p:txBody>
          <a:bodyPr/>
          <a:lstStyle/>
          <a:p>
            <a:pPr marL="0" indent="0" eaLnBrk="1" hangingPunct="1"/>
            <a:r>
              <a:rPr lang="en-US" dirty="0" smtClean="0"/>
              <a:t>1</a:t>
            </a:r>
            <a:r>
              <a:rPr lang="en-US" sz="2000" dirty="0" smtClean="0">
                <a:latin typeface="Arial" pitchFamily="34" charset="0"/>
                <a:cs typeface="Arial" pitchFamily="34" charset="0"/>
              </a:rPr>
              <a:t>. Denial - </a:t>
            </a:r>
            <a:r>
              <a:rPr lang="en-US" sz="2000" dirty="0" smtClean="0">
                <a:solidFill>
                  <a:srgbClr val="FF0000"/>
                </a:solidFill>
                <a:latin typeface="Arial" pitchFamily="34" charset="0"/>
                <a:cs typeface="Arial" pitchFamily="34" charset="0"/>
              </a:rPr>
              <a:t>Inform</a:t>
            </a:r>
          </a:p>
          <a:p>
            <a:pPr lvl="1" eaLnBrk="1" hangingPunct="1"/>
            <a:r>
              <a:rPr lang="en-US" sz="2000" dirty="0" smtClean="0">
                <a:latin typeface="Arial" pitchFamily="34" charset="0"/>
                <a:cs typeface="Arial" pitchFamily="34" charset="0"/>
              </a:rPr>
              <a:t>Confront individuals with information: </a:t>
            </a:r>
          </a:p>
          <a:p>
            <a:pPr lvl="2" eaLnBrk="1" hangingPunct="1"/>
            <a:r>
              <a:rPr lang="en-US" sz="2000" dirty="0" smtClean="0">
                <a:latin typeface="Arial" pitchFamily="34" charset="0"/>
                <a:cs typeface="Arial" pitchFamily="34" charset="0"/>
              </a:rPr>
              <a:t>Outline consequences, for example, when old systems are terminated</a:t>
            </a:r>
          </a:p>
          <a:p>
            <a:pPr lvl="2" eaLnBrk="1" hangingPunct="1"/>
            <a:r>
              <a:rPr lang="en-US" sz="2000" dirty="0" smtClean="0">
                <a:latin typeface="Arial" pitchFamily="34" charset="0"/>
                <a:cs typeface="Arial" pitchFamily="34" charset="0"/>
              </a:rPr>
              <a:t>Explain expected actions</a:t>
            </a:r>
          </a:p>
          <a:p>
            <a:pPr lvl="1" eaLnBrk="1" hangingPunct="1"/>
            <a:r>
              <a:rPr lang="en-US" sz="2000" dirty="0" smtClean="0">
                <a:latin typeface="Arial" pitchFamily="34" charset="0"/>
                <a:cs typeface="Arial" pitchFamily="34" charset="0"/>
              </a:rPr>
              <a:t>Allow time for individuals to consider implications and arrange follow up discussion</a:t>
            </a:r>
          </a:p>
          <a:p>
            <a:pPr marL="0" indent="0" eaLnBrk="1" hangingPunct="1"/>
            <a:r>
              <a:rPr lang="en-US" sz="2000" dirty="0" smtClean="0">
                <a:latin typeface="Arial" pitchFamily="34" charset="0"/>
                <a:cs typeface="Arial" pitchFamily="34" charset="0"/>
              </a:rPr>
              <a:t>2. Resistance - </a:t>
            </a:r>
            <a:r>
              <a:rPr lang="en-US" sz="2000" dirty="0" smtClean="0">
                <a:solidFill>
                  <a:srgbClr val="FF0000"/>
                </a:solidFill>
                <a:latin typeface="Arial" pitchFamily="34" charset="0"/>
                <a:cs typeface="Arial" pitchFamily="34" charset="0"/>
              </a:rPr>
              <a:t>Support</a:t>
            </a:r>
          </a:p>
          <a:p>
            <a:pPr lvl="1" eaLnBrk="1" hangingPunct="1"/>
            <a:r>
              <a:rPr lang="en-US" sz="2000" dirty="0" smtClean="0">
                <a:latin typeface="Arial" pitchFamily="34" charset="0"/>
                <a:cs typeface="Arial" pitchFamily="34" charset="0"/>
              </a:rPr>
              <a:t>Listen and acknowledge feelings</a:t>
            </a:r>
          </a:p>
          <a:p>
            <a:pPr lvl="1" eaLnBrk="1" hangingPunct="1"/>
            <a:r>
              <a:rPr lang="en-US" sz="2000" dirty="0" smtClean="0">
                <a:latin typeface="Arial" pitchFamily="34" charset="0"/>
                <a:cs typeface="Arial" pitchFamily="34" charset="0"/>
              </a:rPr>
              <a:t>Respond empathetically, encourage and support</a:t>
            </a:r>
          </a:p>
          <a:p>
            <a:pPr lvl="1" eaLnBrk="1" hangingPunct="1"/>
            <a:r>
              <a:rPr lang="en-US" sz="2000" dirty="0" smtClean="0">
                <a:latin typeface="Arial" pitchFamily="34" charset="0"/>
                <a:cs typeface="Arial" pitchFamily="34" charset="0"/>
              </a:rPr>
              <a:t>Refer individuals to user procedures and training notes to help them become familiar and confident with new day-to-day processes</a:t>
            </a:r>
          </a:p>
        </p:txBody>
      </p:sp>
      <p:sp>
        <p:nvSpPr>
          <p:cNvPr id="27652" name="Rectangle 1028"/>
          <p:cNvSpPr>
            <a:spLocks noChangeArrowheads="1"/>
          </p:cNvSpPr>
          <p:nvPr/>
        </p:nvSpPr>
        <p:spPr bwMode="auto">
          <a:xfrm>
            <a:off x="0" y="612775"/>
            <a:ext cx="600075" cy="6245225"/>
          </a:xfrm>
          <a:prstGeom prst="rect">
            <a:avLst/>
          </a:prstGeom>
          <a:solidFill>
            <a:srgbClr val="E2E2E2"/>
          </a:solidFill>
          <a:ln w="12700">
            <a:solidFill>
              <a:schemeClr val="bg1"/>
            </a:solidFill>
            <a:miter lim="800000"/>
            <a:headEnd/>
            <a:tailEnd/>
          </a:ln>
          <a:effectLst/>
        </p:spPr>
        <p:txBody>
          <a:bodyPr wrap="none" anchor="ctr"/>
          <a:lstStyle/>
          <a:p>
            <a:endParaRPr lang="de-DE"/>
          </a:p>
        </p:txBody>
      </p:sp>
      <p:pic>
        <p:nvPicPr>
          <p:cNvPr id="27653" name="Picture 1029" descr="Titel"/>
          <p:cNvPicPr>
            <a:picLocks noChangeAspect="1" noChangeArrowheads="1"/>
          </p:cNvPicPr>
          <p:nvPr/>
        </p:nvPicPr>
        <p:blipFill>
          <a:blip r:embed="rId3" cstate="print"/>
          <a:srcRect b="1846"/>
          <a:stretch>
            <a:fillRect/>
          </a:stretch>
        </p:blipFill>
        <p:spPr bwMode="auto">
          <a:xfrm>
            <a:off x="600075" y="612775"/>
            <a:ext cx="5480050" cy="1012825"/>
          </a:xfrm>
          <a:prstGeom prst="rect">
            <a:avLst/>
          </a:prstGeom>
          <a:noFill/>
          <a:ln w="19050">
            <a:noFill/>
            <a:miter lim="800000"/>
            <a:headEnd/>
            <a:tailEnd/>
          </a:ln>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idx="4294967295"/>
          </p:nvPr>
        </p:nvSpPr>
        <p:spPr>
          <a:xfrm>
            <a:off x="0" y="-49213"/>
            <a:ext cx="8510588" cy="661988"/>
          </a:xfrm>
        </p:spPr>
        <p:txBody>
          <a:bodyPr/>
          <a:lstStyle/>
          <a:p>
            <a:pPr eaLnBrk="1" hangingPunct="1"/>
            <a:r>
              <a:rPr lang="en-US" dirty="0" smtClean="0"/>
              <a:t>How to React (2)</a:t>
            </a:r>
          </a:p>
        </p:txBody>
      </p:sp>
      <p:sp>
        <p:nvSpPr>
          <p:cNvPr id="28675" name="Rectangle 3"/>
          <p:cNvSpPr>
            <a:spLocks noGrp="1" noChangeArrowheads="1"/>
          </p:cNvSpPr>
          <p:nvPr>
            <p:ph type="body" idx="4294967295"/>
          </p:nvPr>
        </p:nvSpPr>
        <p:spPr>
          <a:xfrm>
            <a:off x="762000" y="2057400"/>
            <a:ext cx="7186612" cy="4235450"/>
          </a:xfrm>
        </p:spPr>
        <p:txBody>
          <a:bodyPr/>
          <a:lstStyle/>
          <a:p>
            <a:pPr marL="0" indent="0" eaLnBrk="1" hangingPunct="1"/>
            <a:r>
              <a:rPr lang="en-US" dirty="0" smtClean="0"/>
              <a:t>3. </a:t>
            </a:r>
            <a:r>
              <a:rPr lang="en-US" sz="2000" dirty="0" smtClean="0">
                <a:latin typeface="Arial" pitchFamily="34" charset="0"/>
                <a:cs typeface="Arial" pitchFamily="34" charset="0"/>
              </a:rPr>
              <a:t>Exploration - </a:t>
            </a:r>
            <a:r>
              <a:rPr lang="en-US" sz="2000" dirty="0" smtClean="0">
                <a:solidFill>
                  <a:srgbClr val="FF0000"/>
                </a:solidFill>
                <a:latin typeface="Arial" pitchFamily="34" charset="0"/>
                <a:cs typeface="Arial" pitchFamily="34" charset="0"/>
              </a:rPr>
              <a:t>Encourage</a:t>
            </a:r>
          </a:p>
          <a:p>
            <a:pPr lvl="1" eaLnBrk="1" hangingPunct="1"/>
            <a:r>
              <a:rPr lang="en-US" sz="2000" dirty="0" smtClean="0">
                <a:latin typeface="Arial" pitchFamily="34" charset="0"/>
                <a:cs typeface="Arial" pitchFamily="34" charset="0"/>
              </a:rPr>
              <a:t>Concentrate on setting priorities and short term goals</a:t>
            </a:r>
          </a:p>
          <a:p>
            <a:pPr lvl="1" eaLnBrk="1" hangingPunct="1"/>
            <a:r>
              <a:rPr lang="en-US" sz="2000" dirty="0" smtClean="0">
                <a:latin typeface="Arial" pitchFamily="34" charset="0"/>
                <a:cs typeface="Arial" pitchFamily="34" charset="0"/>
              </a:rPr>
              <a:t>Conduct planning and review sessions</a:t>
            </a:r>
          </a:p>
          <a:p>
            <a:pPr lvl="1" eaLnBrk="1" hangingPunct="1"/>
            <a:r>
              <a:rPr lang="en-US" sz="2000" dirty="0" smtClean="0">
                <a:latin typeface="Arial" pitchFamily="34" charset="0"/>
                <a:cs typeface="Arial" pitchFamily="34" charset="0"/>
              </a:rPr>
              <a:t>Encourage suggestions for future development</a:t>
            </a:r>
          </a:p>
          <a:p>
            <a:pPr lvl="1" eaLnBrk="1" hangingPunct="1">
              <a:buNone/>
            </a:pPr>
            <a:endParaRPr lang="en-US" sz="2000" dirty="0" smtClean="0">
              <a:latin typeface="Arial" pitchFamily="34" charset="0"/>
              <a:cs typeface="Arial" pitchFamily="34" charset="0"/>
            </a:endParaRPr>
          </a:p>
          <a:p>
            <a:pPr marL="0" indent="0" eaLnBrk="1" hangingPunct="1"/>
            <a:r>
              <a:rPr lang="en-US" sz="2000" dirty="0" smtClean="0">
                <a:latin typeface="Arial" pitchFamily="34" charset="0"/>
                <a:cs typeface="Arial" pitchFamily="34" charset="0"/>
              </a:rPr>
              <a:t>4. Acceptance - </a:t>
            </a:r>
            <a:r>
              <a:rPr lang="en-US" sz="2000" dirty="0" smtClean="0">
                <a:solidFill>
                  <a:srgbClr val="FF0000"/>
                </a:solidFill>
                <a:latin typeface="Arial" pitchFamily="34" charset="0"/>
                <a:cs typeface="Arial" pitchFamily="34" charset="0"/>
              </a:rPr>
              <a:t>Facilitate</a:t>
            </a:r>
          </a:p>
          <a:p>
            <a:pPr lvl="1" eaLnBrk="1" hangingPunct="1"/>
            <a:r>
              <a:rPr lang="en-US" sz="2000" dirty="0" smtClean="0">
                <a:latin typeface="Arial" pitchFamily="34" charset="0"/>
                <a:cs typeface="Arial" pitchFamily="34" charset="0"/>
              </a:rPr>
              <a:t>Acknowledge and recognize those responding positively to change</a:t>
            </a:r>
          </a:p>
          <a:p>
            <a:pPr lvl="1" eaLnBrk="1" hangingPunct="1"/>
            <a:r>
              <a:rPr lang="en-US" sz="2000" dirty="0" smtClean="0">
                <a:latin typeface="Arial" pitchFamily="34" charset="0"/>
                <a:cs typeface="Arial" pitchFamily="34" charset="0"/>
              </a:rPr>
              <a:t>Set long term goals</a:t>
            </a:r>
          </a:p>
        </p:txBody>
      </p:sp>
      <p:sp>
        <p:nvSpPr>
          <p:cNvPr id="28676" name="Rectangle 4"/>
          <p:cNvSpPr>
            <a:spLocks noChangeArrowheads="1"/>
          </p:cNvSpPr>
          <p:nvPr/>
        </p:nvSpPr>
        <p:spPr bwMode="auto">
          <a:xfrm>
            <a:off x="0" y="612775"/>
            <a:ext cx="600075" cy="6245225"/>
          </a:xfrm>
          <a:prstGeom prst="rect">
            <a:avLst/>
          </a:prstGeom>
          <a:solidFill>
            <a:srgbClr val="E2E2E2"/>
          </a:solidFill>
          <a:ln w="12700">
            <a:solidFill>
              <a:schemeClr val="bg1"/>
            </a:solidFill>
            <a:miter lim="800000"/>
            <a:headEnd/>
            <a:tailEnd/>
          </a:ln>
          <a:effectLst/>
        </p:spPr>
        <p:txBody>
          <a:bodyPr wrap="none" anchor="ctr"/>
          <a:lstStyle/>
          <a:p>
            <a:endParaRPr lang="de-DE"/>
          </a:p>
        </p:txBody>
      </p:sp>
      <p:pic>
        <p:nvPicPr>
          <p:cNvPr id="28677" name="Picture 5" descr="Titel"/>
          <p:cNvPicPr>
            <a:picLocks noChangeAspect="1" noChangeArrowheads="1"/>
          </p:cNvPicPr>
          <p:nvPr/>
        </p:nvPicPr>
        <p:blipFill>
          <a:blip r:embed="rId3" cstate="print"/>
          <a:srcRect b="1846"/>
          <a:stretch>
            <a:fillRect/>
          </a:stretch>
        </p:blipFill>
        <p:spPr bwMode="auto">
          <a:xfrm>
            <a:off x="600075" y="612776"/>
            <a:ext cx="5480050" cy="1012825"/>
          </a:xfrm>
          <a:prstGeom prst="rect">
            <a:avLst/>
          </a:prstGeom>
          <a:noFill/>
          <a:ln w="19050">
            <a:noFill/>
            <a:miter lim="800000"/>
            <a:headEnd/>
            <a:tailEnd/>
          </a:ln>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301625" y="-76200"/>
            <a:ext cx="8510588" cy="1325563"/>
          </a:xfrm>
        </p:spPr>
        <p:txBody>
          <a:bodyPr/>
          <a:lstStyle/>
          <a:p>
            <a:pPr eaLnBrk="1" hangingPunct="1"/>
            <a:r>
              <a:rPr lang="en-US" dirty="0" smtClean="0"/>
              <a:t>What To Do ?</a:t>
            </a:r>
          </a:p>
        </p:txBody>
      </p:sp>
      <p:sp>
        <p:nvSpPr>
          <p:cNvPr id="29699" name="Rectangle 3"/>
          <p:cNvSpPr>
            <a:spLocks noGrp="1" noChangeArrowheads="1"/>
          </p:cNvSpPr>
          <p:nvPr>
            <p:ph type="body" idx="4294967295"/>
          </p:nvPr>
        </p:nvSpPr>
        <p:spPr>
          <a:xfrm>
            <a:off x="871537" y="1409700"/>
            <a:ext cx="6672263" cy="4152900"/>
          </a:xfrm>
        </p:spPr>
        <p:txBody>
          <a:bodyPr/>
          <a:lstStyle/>
          <a:p>
            <a:pPr marL="0" indent="0" eaLnBrk="1" hangingPunct="1"/>
            <a:r>
              <a:rPr lang="en-US" sz="2000" dirty="0" smtClean="0">
                <a:latin typeface="Arial" pitchFamily="34" charset="0"/>
                <a:cs typeface="Arial" pitchFamily="34" charset="0"/>
              </a:rPr>
              <a:t> Prepare your team before Go Live</a:t>
            </a:r>
          </a:p>
          <a:p>
            <a:pPr lvl="1" eaLnBrk="1" hangingPunct="1">
              <a:spcAft>
                <a:spcPts val="400"/>
              </a:spcAft>
            </a:pPr>
            <a:r>
              <a:rPr lang="en-US" sz="2000" dirty="0" smtClean="0">
                <a:latin typeface="Arial" pitchFamily="34" charset="0"/>
                <a:cs typeface="Arial" pitchFamily="34" charset="0"/>
              </a:rPr>
              <a:t>Share information</a:t>
            </a:r>
          </a:p>
          <a:p>
            <a:pPr lvl="1" eaLnBrk="1" hangingPunct="1">
              <a:spcAft>
                <a:spcPts val="400"/>
              </a:spcAft>
            </a:pPr>
            <a:r>
              <a:rPr lang="en-US" sz="2000" dirty="0" smtClean="0">
                <a:latin typeface="Arial" pitchFamily="34" charset="0"/>
                <a:cs typeface="Arial" pitchFamily="34" charset="0"/>
              </a:rPr>
              <a:t>Collect feedback</a:t>
            </a:r>
          </a:p>
          <a:p>
            <a:pPr lvl="1" eaLnBrk="1" hangingPunct="1">
              <a:spcAft>
                <a:spcPts val="400"/>
              </a:spcAft>
            </a:pPr>
            <a:r>
              <a:rPr lang="en-US" sz="2000" dirty="0" smtClean="0">
                <a:latin typeface="Arial" pitchFamily="34" charset="0"/>
                <a:cs typeface="Arial" pitchFamily="34" charset="0"/>
              </a:rPr>
              <a:t>Discuss changes.</a:t>
            </a:r>
          </a:p>
          <a:p>
            <a:pPr lvl="1" eaLnBrk="1" hangingPunct="1">
              <a:spcAft>
                <a:spcPts val="400"/>
              </a:spcAft>
            </a:pPr>
            <a:r>
              <a:rPr lang="en-US" sz="2000" dirty="0" smtClean="0">
                <a:latin typeface="Arial" pitchFamily="34" charset="0"/>
                <a:cs typeface="Arial" pitchFamily="34" charset="0"/>
              </a:rPr>
              <a:t>Make education and training available</a:t>
            </a:r>
          </a:p>
          <a:p>
            <a:pPr lvl="1" eaLnBrk="1" hangingPunct="1">
              <a:spcAft>
                <a:spcPts val="400"/>
              </a:spcAft>
            </a:pPr>
            <a:r>
              <a:rPr lang="en-US" sz="2000" dirty="0" smtClean="0">
                <a:latin typeface="Arial" pitchFamily="34" charset="0"/>
                <a:cs typeface="Arial" pitchFamily="34" charset="0"/>
              </a:rPr>
              <a:t>Assess/monitor readiness of your team</a:t>
            </a:r>
          </a:p>
          <a:p>
            <a:pPr lvl="1" eaLnBrk="1" hangingPunct="1">
              <a:buNone/>
            </a:pPr>
            <a:endParaRPr lang="en-US" sz="2000" dirty="0" smtClean="0">
              <a:latin typeface="Arial" pitchFamily="34" charset="0"/>
              <a:cs typeface="Arial" pitchFamily="34" charset="0"/>
            </a:endParaRPr>
          </a:p>
          <a:p>
            <a:pPr marL="0" indent="0" eaLnBrk="1" hangingPunct="1"/>
            <a:r>
              <a:rPr lang="en-US" sz="2000" dirty="0" smtClean="0">
                <a:latin typeface="Arial" pitchFamily="34" charset="0"/>
                <a:cs typeface="Arial" pitchFamily="34" charset="0"/>
              </a:rPr>
              <a:t> Interact with the project team</a:t>
            </a:r>
          </a:p>
          <a:p>
            <a:pPr lvl="1" eaLnBrk="1" hangingPunct="1">
              <a:spcAft>
                <a:spcPts val="400"/>
              </a:spcAft>
            </a:pPr>
            <a:r>
              <a:rPr lang="en-US" sz="2000" dirty="0" smtClean="0">
                <a:latin typeface="Arial" pitchFamily="34" charset="0"/>
                <a:cs typeface="Arial" pitchFamily="34" charset="0"/>
              </a:rPr>
              <a:t>Ask the OCM/Training Team for information and for help where required</a:t>
            </a:r>
          </a:p>
          <a:p>
            <a:pPr lvl="1" eaLnBrk="1" hangingPunct="1">
              <a:spcAft>
                <a:spcPts val="400"/>
              </a:spcAft>
            </a:pPr>
            <a:r>
              <a:rPr lang="en-US" sz="2000" dirty="0" smtClean="0">
                <a:latin typeface="Arial" pitchFamily="34" charset="0"/>
                <a:cs typeface="Arial" pitchFamily="34" charset="0"/>
              </a:rPr>
              <a:t>Provide information to the OCM/Training Team about your team’s readiness</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301625" y="-76200"/>
            <a:ext cx="8510588" cy="1325563"/>
          </a:xfrm>
        </p:spPr>
        <p:txBody>
          <a:bodyPr/>
          <a:lstStyle/>
          <a:p>
            <a:pPr eaLnBrk="1" hangingPunct="1"/>
            <a:r>
              <a:rPr lang="en-US" dirty="0" smtClean="0"/>
              <a:t>What To Do ?</a:t>
            </a:r>
          </a:p>
        </p:txBody>
      </p:sp>
      <p:sp>
        <p:nvSpPr>
          <p:cNvPr id="30723" name="Rectangle 3"/>
          <p:cNvSpPr>
            <a:spLocks noGrp="1" noChangeArrowheads="1"/>
          </p:cNvSpPr>
          <p:nvPr>
            <p:ph type="body" idx="4294967295"/>
          </p:nvPr>
        </p:nvSpPr>
        <p:spPr>
          <a:xfrm>
            <a:off x="838200" y="1282700"/>
            <a:ext cx="7186613" cy="4521200"/>
          </a:xfrm>
        </p:spPr>
        <p:txBody>
          <a:bodyPr/>
          <a:lstStyle/>
          <a:p>
            <a:pPr marL="0" indent="0" eaLnBrk="1" hangingPunct="1"/>
            <a:r>
              <a:rPr lang="en-US" sz="2000" dirty="0" smtClean="0">
                <a:latin typeface="Arial" pitchFamily="34" charset="0"/>
                <a:cs typeface="Arial" pitchFamily="34" charset="0"/>
              </a:rPr>
              <a:t> Maintain change after Go Live</a:t>
            </a:r>
          </a:p>
          <a:p>
            <a:pPr lvl="1" eaLnBrk="1" hangingPunct="1">
              <a:spcAft>
                <a:spcPts val="400"/>
              </a:spcAft>
            </a:pPr>
            <a:r>
              <a:rPr lang="en-US" sz="2000" dirty="0" smtClean="0">
                <a:latin typeface="Arial" pitchFamily="34" charset="0"/>
                <a:cs typeface="Arial" pitchFamily="34" charset="0"/>
              </a:rPr>
              <a:t>Coach and support</a:t>
            </a:r>
          </a:p>
          <a:p>
            <a:pPr lvl="1" eaLnBrk="1" hangingPunct="1">
              <a:spcAft>
                <a:spcPts val="400"/>
              </a:spcAft>
            </a:pPr>
            <a:r>
              <a:rPr lang="en-US" sz="2000" dirty="0" smtClean="0">
                <a:latin typeface="Arial" pitchFamily="34" charset="0"/>
                <a:cs typeface="Arial" pitchFamily="34" charset="0"/>
              </a:rPr>
              <a:t>Encourage learning from each other</a:t>
            </a:r>
          </a:p>
          <a:p>
            <a:pPr lvl="1" eaLnBrk="1" hangingPunct="1">
              <a:spcAft>
                <a:spcPts val="400"/>
              </a:spcAft>
            </a:pPr>
            <a:r>
              <a:rPr lang="en-US" sz="2000" dirty="0" smtClean="0">
                <a:latin typeface="Arial" pitchFamily="34" charset="0"/>
                <a:cs typeface="Arial" pitchFamily="34" charset="0"/>
              </a:rPr>
              <a:t>Remain positive</a:t>
            </a:r>
          </a:p>
          <a:p>
            <a:pPr lvl="1" eaLnBrk="1" hangingPunct="1">
              <a:spcAft>
                <a:spcPts val="400"/>
              </a:spcAft>
            </a:pPr>
            <a:r>
              <a:rPr lang="en-US" sz="2000" dirty="0" smtClean="0">
                <a:latin typeface="Arial" pitchFamily="34" charset="0"/>
                <a:cs typeface="Arial" pitchFamily="34" charset="0"/>
              </a:rPr>
              <a:t>Reinforce behavior</a:t>
            </a:r>
          </a:p>
          <a:p>
            <a:pPr lvl="1" eaLnBrk="1" hangingPunct="1">
              <a:buNone/>
            </a:pPr>
            <a:endParaRPr lang="en-US" sz="2000" dirty="0" smtClean="0">
              <a:latin typeface="Arial" pitchFamily="34" charset="0"/>
              <a:cs typeface="Arial" pitchFamily="34" charset="0"/>
            </a:endParaRPr>
          </a:p>
          <a:p>
            <a:pPr marL="0" indent="0" eaLnBrk="1" hangingPunct="1"/>
            <a:r>
              <a:rPr lang="en-US" sz="2000" dirty="0" smtClean="0">
                <a:latin typeface="Arial" pitchFamily="34" charset="0"/>
                <a:cs typeface="Arial" pitchFamily="34" charset="0"/>
              </a:rPr>
              <a:t> Interact with other managers</a:t>
            </a:r>
          </a:p>
          <a:p>
            <a:pPr lvl="1" eaLnBrk="1" hangingPunct="1">
              <a:spcAft>
                <a:spcPts val="400"/>
              </a:spcAft>
            </a:pPr>
            <a:r>
              <a:rPr lang="en-US" sz="2000" dirty="0" smtClean="0">
                <a:latin typeface="Arial" pitchFamily="34" charset="0"/>
                <a:cs typeface="Arial" pitchFamily="34" charset="0"/>
              </a:rPr>
              <a:t>Share experiences and learning points with other managers</a:t>
            </a:r>
          </a:p>
          <a:p>
            <a:pPr lvl="1" eaLnBrk="1" hangingPunct="1">
              <a:spcAft>
                <a:spcPts val="400"/>
              </a:spcAft>
            </a:pPr>
            <a:r>
              <a:rPr lang="en-US" sz="2000" dirty="0" smtClean="0">
                <a:latin typeface="Arial" pitchFamily="34" charset="0"/>
                <a:cs typeface="Arial" pitchFamily="34" charset="0"/>
              </a:rPr>
              <a:t>Ask for help and advice/escalate issues where necessary</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752725"/>
            <a:ext cx="7772400" cy="1362075"/>
          </a:xfrm>
        </p:spPr>
        <p:txBody>
          <a:bodyPr/>
          <a:lstStyle/>
          <a:p>
            <a:pPr algn="ctr"/>
            <a:r>
              <a:rPr lang="en-US" cap="none" dirty="0" smtClean="0"/>
              <a:t>Approach to Training</a:t>
            </a:r>
            <a:endParaRPr lang="en-US" cap="none" dirty="0"/>
          </a:p>
        </p:txBody>
      </p:sp>
      <p:sp>
        <p:nvSpPr>
          <p:cNvPr id="4" name="Slide Number Placeholder 3"/>
          <p:cNvSpPr>
            <a:spLocks noGrp="1"/>
          </p:cNvSpPr>
          <p:nvPr>
            <p:ph type="sldNum" sz="quarter" idx="10"/>
          </p:nvPr>
        </p:nvSpPr>
        <p:spPr/>
        <p:txBody>
          <a:bodyPr/>
          <a:lstStyle/>
          <a:p>
            <a:pPr>
              <a:defRPr/>
            </a:pPr>
            <a:fld id="{86C45DCD-D915-41E0-A133-69628F17C9F3}" type="slidenum">
              <a:rPr lang="en-US" smtClean="0"/>
              <a:pPr>
                <a:defRPr/>
              </a:pPr>
              <a:t>23</a:t>
            </a:fld>
            <a:endParaRPr lang="en-US" dirty="0"/>
          </a:p>
        </p:txBody>
      </p:sp>
    </p:spTree>
    <p:extLst>
      <p:ext uri="{BB962C8B-B14F-4D97-AF65-F5344CB8AC3E}">
        <p14:creationId xmlns:p14="http://schemas.microsoft.com/office/powerpoint/2010/main" xmlns="" val="373329339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1625" y="0"/>
            <a:ext cx="8510588" cy="1325563"/>
          </a:xfrm>
        </p:spPr>
        <p:txBody>
          <a:bodyPr/>
          <a:lstStyle/>
          <a:p>
            <a:r>
              <a:rPr lang="en-US" dirty="0" smtClean="0"/>
              <a:t>Training Summary</a:t>
            </a:r>
            <a:endParaRPr lang="en-US" dirty="0"/>
          </a:p>
        </p:txBody>
      </p:sp>
      <p:sp>
        <p:nvSpPr>
          <p:cNvPr id="5" name="Content Placeholder 4"/>
          <p:cNvSpPr>
            <a:spLocks noGrp="1"/>
          </p:cNvSpPr>
          <p:nvPr>
            <p:ph idx="1"/>
          </p:nvPr>
        </p:nvSpPr>
        <p:spPr>
          <a:xfrm>
            <a:off x="301625" y="1524000"/>
            <a:ext cx="8540750" cy="4422775"/>
          </a:xfrm>
        </p:spPr>
        <p:txBody>
          <a:bodyPr numCol="1"/>
          <a:lstStyle/>
          <a:p>
            <a:pPr marL="0" lvl="1" indent="-11113">
              <a:spcBef>
                <a:spcPts val="200"/>
              </a:spcBef>
              <a:buNone/>
            </a:pPr>
            <a:r>
              <a:rPr lang="en-US" sz="2400" b="1" dirty="0" smtClean="0"/>
              <a:t>Summarized Training Approach</a:t>
            </a:r>
          </a:p>
          <a:p>
            <a:pPr marL="0" lvl="1" indent="-11113">
              <a:spcBef>
                <a:spcPts val="200"/>
              </a:spcBef>
              <a:buNone/>
            </a:pPr>
            <a:endParaRPr lang="en-US" dirty="0" smtClean="0"/>
          </a:p>
        </p:txBody>
      </p:sp>
      <p:sp>
        <p:nvSpPr>
          <p:cNvPr id="6" name="Rectangle 12"/>
          <p:cNvSpPr>
            <a:spLocks noChangeArrowheads="1"/>
          </p:cNvSpPr>
          <p:nvPr/>
        </p:nvSpPr>
        <p:spPr bwMode="auto">
          <a:xfrm>
            <a:off x="4372862" y="6629400"/>
            <a:ext cx="392113" cy="122238"/>
          </a:xfrm>
          <a:prstGeom prst="rect">
            <a:avLst/>
          </a:prstGeom>
          <a:noFill/>
          <a:ln w="9525">
            <a:noFill/>
            <a:miter lim="800000"/>
            <a:headEnd/>
            <a:tailEnd/>
          </a:ln>
          <a:effectLst/>
        </p:spPr>
        <p:txBody>
          <a:bodyPr wrap="none" lIns="0" tIns="0" rIns="0" bIns="0" anchor="ctr">
            <a:spAutoFit/>
          </a:bodyPr>
          <a:lstStyle/>
          <a:p>
            <a:pPr algn="r" eaLnBrk="0" hangingPunct="0">
              <a:defRPr/>
            </a:pPr>
            <a:r>
              <a:rPr lang="en-US" sz="800" dirty="0">
                <a:solidFill>
                  <a:srgbClr val="000000"/>
                </a:solidFill>
                <a:cs typeface="Arial" charset="0"/>
              </a:rPr>
              <a:t>Page </a:t>
            </a:r>
            <a:fld id="{929B933E-E64E-48F0-8B23-F7E1CD7B9B67}" type="slidenum">
              <a:rPr lang="en-US" sz="800">
                <a:solidFill>
                  <a:srgbClr val="000000"/>
                </a:solidFill>
                <a:cs typeface="Arial" charset="0"/>
              </a:rPr>
              <a:pPr algn="r" eaLnBrk="0" hangingPunct="0">
                <a:defRPr/>
              </a:pPr>
              <a:t>24</a:t>
            </a:fld>
            <a:endParaRPr lang="en-US" sz="800" dirty="0">
              <a:solidFill>
                <a:srgbClr val="000000"/>
              </a:solidFill>
              <a:cs typeface="Arial" charset="0"/>
            </a:endParaRPr>
          </a:p>
        </p:txBody>
      </p:sp>
      <p:sp>
        <p:nvSpPr>
          <p:cNvPr id="3" name="TextBox 2"/>
          <p:cNvSpPr txBox="1"/>
          <p:nvPr/>
        </p:nvSpPr>
        <p:spPr>
          <a:xfrm>
            <a:off x="152400" y="2438400"/>
            <a:ext cx="8153400" cy="1225755"/>
          </a:xfrm>
          <a:prstGeom prst="rect">
            <a:avLst/>
          </a:prstGeom>
          <a:noFill/>
        </p:spPr>
        <p:txBody>
          <a:bodyPr wrap="square" numCol="2" rtlCol="0">
            <a:noAutofit/>
          </a:bodyPr>
          <a:lstStyle/>
          <a:p>
            <a:pPr marL="285750" indent="-285750">
              <a:spcBef>
                <a:spcPts val="600"/>
              </a:spcBef>
              <a:spcAft>
                <a:spcPts val="600"/>
              </a:spcAft>
              <a:buFont typeface="Wingdings" pitchFamily="2" charset="2"/>
              <a:buChar char="§"/>
            </a:pPr>
            <a:r>
              <a:rPr lang="en-US" sz="1850" dirty="0" smtClean="0">
                <a:solidFill>
                  <a:srgbClr val="000000"/>
                </a:solidFill>
              </a:rPr>
              <a:t>Implement sound training &amp; support strategy</a:t>
            </a:r>
            <a:endParaRPr lang="en-US" sz="1850" b="1" dirty="0">
              <a:solidFill>
                <a:srgbClr val="000000"/>
              </a:solidFill>
            </a:endParaRPr>
          </a:p>
          <a:p>
            <a:pPr marL="285750" indent="-285750">
              <a:spcBef>
                <a:spcPts val="600"/>
              </a:spcBef>
              <a:spcAft>
                <a:spcPts val="600"/>
              </a:spcAft>
              <a:buFont typeface="Wingdings" pitchFamily="2" charset="2"/>
              <a:buChar char="§"/>
            </a:pPr>
            <a:r>
              <a:rPr lang="en-US" sz="1850" dirty="0" smtClean="0">
                <a:solidFill>
                  <a:srgbClr val="000000"/>
                </a:solidFill>
              </a:rPr>
              <a:t>Provide Loudoun Water with a multi-dimensional learning approach</a:t>
            </a:r>
          </a:p>
          <a:p>
            <a:pPr marL="285750" indent="-285750">
              <a:spcBef>
                <a:spcPts val="600"/>
              </a:spcBef>
              <a:spcAft>
                <a:spcPts val="600"/>
              </a:spcAft>
              <a:buFont typeface="Wingdings" pitchFamily="2" charset="2"/>
              <a:buChar char="§"/>
            </a:pPr>
            <a:r>
              <a:rPr lang="en-US" sz="1850" dirty="0" smtClean="0">
                <a:solidFill>
                  <a:srgbClr val="000000"/>
                </a:solidFill>
              </a:rPr>
              <a:t>Utilize best practices for successful training development</a:t>
            </a:r>
          </a:p>
          <a:p>
            <a:pPr marL="285750" indent="-285750">
              <a:spcBef>
                <a:spcPts val="600"/>
              </a:spcBef>
              <a:spcAft>
                <a:spcPts val="600"/>
              </a:spcAft>
              <a:buFont typeface="Wingdings" pitchFamily="2" charset="2"/>
              <a:buChar char="§"/>
            </a:pPr>
            <a:endParaRPr lang="en-US" sz="1850" b="1" dirty="0" smtClean="0">
              <a:solidFill>
                <a:srgbClr val="000000"/>
              </a:solidFill>
            </a:endParaRPr>
          </a:p>
          <a:p>
            <a:pPr marL="285750" indent="-285750">
              <a:spcBef>
                <a:spcPts val="600"/>
              </a:spcBef>
              <a:spcAft>
                <a:spcPts val="600"/>
              </a:spcAft>
              <a:buFont typeface="Wingdings" pitchFamily="2" charset="2"/>
              <a:buChar char="§"/>
            </a:pPr>
            <a:endParaRPr lang="en-US" sz="1850" b="1" dirty="0" smtClean="0">
              <a:solidFill>
                <a:srgbClr val="000000"/>
              </a:solidFill>
            </a:endParaRPr>
          </a:p>
          <a:p>
            <a:pPr marL="285750" indent="-285750">
              <a:spcBef>
                <a:spcPts val="600"/>
              </a:spcBef>
              <a:spcAft>
                <a:spcPts val="600"/>
              </a:spcAft>
            </a:pPr>
            <a:endParaRPr lang="en-US" sz="1850" b="1" dirty="0" smtClean="0">
              <a:solidFill>
                <a:srgbClr val="000000"/>
              </a:solidFill>
            </a:endParaRPr>
          </a:p>
          <a:p>
            <a:pPr marL="285750" indent="-285750">
              <a:spcBef>
                <a:spcPts val="600"/>
              </a:spcBef>
              <a:spcAft>
                <a:spcPts val="600"/>
              </a:spcAft>
              <a:buFont typeface="Wingdings" pitchFamily="2" charset="2"/>
              <a:buChar char="§"/>
            </a:pPr>
            <a:r>
              <a:rPr lang="en-US" sz="1850" dirty="0" smtClean="0">
                <a:solidFill>
                  <a:srgbClr val="000000"/>
                </a:solidFill>
              </a:rPr>
              <a:t>Introduce business standard training materials to Loudoun Water (BPPs, Simulations, etc)</a:t>
            </a:r>
          </a:p>
          <a:p>
            <a:pPr marL="285750" indent="-285750">
              <a:spcBef>
                <a:spcPts val="600"/>
              </a:spcBef>
              <a:spcAft>
                <a:spcPts val="600"/>
              </a:spcAft>
              <a:buFont typeface="Wingdings" pitchFamily="2" charset="2"/>
              <a:buChar char="§"/>
            </a:pPr>
            <a:r>
              <a:rPr lang="en-US" sz="1850" dirty="0" smtClean="0">
                <a:solidFill>
                  <a:srgbClr val="000000"/>
                </a:solidFill>
              </a:rPr>
              <a:t>Training development resources to be on-boarded Spring 2014</a:t>
            </a:r>
          </a:p>
          <a:p>
            <a:pPr marL="285750" indent="-285750">
              <a:spcBef>
                <a:spcPts val="600"/>
              </a:spcBef>
              <a:buFont typeface="Wingdings" pitchFamily="2" charset="2"/>
              <a:buChar char="§"/>
            </a:pPr>
            <a:r>
              <a:rPr lang="en-US" sz="1850" dirty="0" smtClean="0">
                <a:solidFill>
                  <a:srgbClr val="000000"/>
                </a:solidFill>
              </a:rPr>
              <a:t>LW resources to be prepped for instructor led training with Train the Trainer </a:t>
            </a:r>
            <a:r>
              <a:rPr lang="en-US" sz="1850" dirty="0" smtClean="0">
                <a:solidFill>
                  <a:srgbClr val="000000"/>
                </a:solidFill>
              </a:rPr>
              <a:t>sessions in late July</a:t>
            </a:r>
            <a:endParaRPr lang="en-US" sz="1850" dirty="0" smtClean="0">
              <a:solidFill>
                <a:srgbClr val="000000"/>
              </a:solidFill>
            </a:endParaRPr>
          </a:p>
          <a:p>
            <a:pPr marL="285750" indent="-285750">
              <a:spcBef>
                <a:spcPts val="600"/>
              </a:spcBef>
              <a:buFont typeface="Wingdings" pitchFamily="2" charset="2"/>
              <a:buChar char="§"/>
            </a:pPr>
            <a:r>
              <a:rPr lang="en-US" sz="1850" dirty="0" smtClean="0">
                <a:solidFill>
                  <a:srgbClr val="000000"/>
                </a:solidFill>
              </a:rPr>
              <a:t>Instructor led training to begin late August with </a:t>
            </a:r>
            <a:r>
              <a:rPr lang="en-US" sz="1850" dirty="0" smtClean="0">
                <a:solidFill>
                  <a:srgbClr val="000000"/>
                </a:solidFill>
              </a:rPr>
              <a:t>maximum</a:t>
            </a:r>
            <a:r>
              <a:rPr lang="en-US" sz="1850" dirty="0" smtClean="0">
                <a:solidFill>
                  <a:srgbClr val="000000"/>
                </a:solidFill>
              </a:rPr>
              <a:t> </a:t>
            </a:r>
            <a:r>
              <a:rPr lang="en-US" sz="1850" dirty="0" smtClean="0">
                <a:solidFill>
                  <a:srgbClr val="000000"/>
                </a:solidFill>
              </a:rPr>
              <a:t>15 users per class</a:t>
            </a:r>
          </a:p>
        </p:txBody>
      </p:sp>
      <p:sp>
        <p:nvSpPr>
          <p:cNvPr id="4" name="TextBox 3"/>
          <p:cNvSpPr txBox="1"/>
          <p:nvPr/>
        </p:nvSpPr>
        <p:spPr>
          <a:xfrm>
            <a:off x="389984" y="5144869"/>
            <a:ext cx="7763416" cy="646331"/>
          </a:xfrm>
          <a:prstGeom prst="rect">
            <a:avLst/>
          </a:prstGeom>
          <a:noFill/>
        </p:spPr>
        <p:txBody>
          <a:bodyPr wrap="square" rtlCol="0">
            <a:spAutoFit/>
          </a:bodyPr>
          <a:lstStyle/>
          <a:p>
            <a:pPr algn="ctr">
              <a:spcBef>
                <a:spcPts val="1500"/>
              </a:spcBef>
            </a:pPr>
            <a:endParaRPr lang="en-US" dirty="0"/>
          </a:p>
          <a:p>
            <a:pPr algn="ctr"/>
            <a:endParaRPr lang="en-US" dirty="0"/>
          </a:p>
        </p:txBody>
      </p:sp>
    </p:spTree>
    <p:extLst>
      <p:ext uri="{BB962C8B-B14F-4D97-AF65-F5344CB8AC3E}">
        <p14:creationId xmlns:p14="http://schemas.microsoft.com/office/powerpoint/2010/main" xmlns="" val="3497838223"/>
      </p:ext>
    </p:extLst>
  </p:cSld>
  <p:clrMapOvr>
    <a:masterClrMapping/>
  </p:clrMapOvr>
  <mc:AlternateContent xmlns:mc="http://schemas.openxmlformats.org/markup-compatibility/2006">
    <mc:Choice xmlns:p14="http://schemas.microsoft.com/office/powerpoint/2010/main" xmlns="" Requires="p14">
      <p:transition spd="slow" p14:dur="800">
        <p:circle/>
      </p:transition>
    </mc:Choice>
    <mc:Fallback>
      <p:transition spd="slow">
        <p:circl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01625" y="-304800"/>
            <a:ext cx="8510588" cy="1325563"/>
          </a:xfrm>
        </p:spPr>
        <p:txBody>
          <a:bodyPr/>
          <a:lstStyle/>
          <a:p>
            <a:r>
              <a:rPr lang="en-US" dirty="0" smtClean="0"/>
              <a:t>Training &amp; </a:t>
            </a:r>
            <a:r>
              <a:rPr lang="en-US" dirty="0"/>
              <a:t>Support </a:t>
            </a:r>
            <a:r>
              <a:rPr lang="en-US" dirty="0" smtClean="0"/>
              <a:t>Strategy</a:t>
            </a:r>
            <a:endParaRPr lang="en-US" dirty="0"/>
          </a:p>
        </p:txBody>
      </p:sp>
      <p:sp>
        <p:nvSpPr>
          <p:cNvPr id="61" name="Content Placeholder 60"/>
          <p:cNvSpPr>
            <a:spLocks noGrp="1"/>
          </p:cNvSpPr>
          <p:nvPr>
            <p:ph idx="1"/>
          </p:nvPr>
        </p:nvSpPr>
        <p:spPr>
          <a:xfrm>
            <a:off x="301625" y="682625"/>
            <a:ext cx="8540750" cy="4422775"/>
          </a:xfrm>
        </p:spPr>
        <p:txBody>
          <a:bodyPr/>
          <a:lstStyle/>
          <a:p>
            <a:pPr marL="517525" indent="-285750">
              <a:buFont typeface="Wingdings" pitchFamily="2" charset="2"/>
              <a:buChar char="§"/>
            </a:pPr>
            <a:r>
              <a:rPr lang="en-US" sz="1400" b="1" dirty="0" smtClean="0"/>
              <a:t>Vision: </a:t>
            </a:r>
            <a:r>
              <a:rPr lang="en-US" sz="1400" dirty="0" smtClean="0"/>
              <a:t>To prepare </a:t>
            </a:r>
            <a:r>
              <a:rPr lang="en-US" sz="1400" dirty="0"/>
              <a:t>the </a:t>
            </a:r>
            <a:r>
              <a:rPr lang="en-US" sz="1400" dirty="0" smtClean="0"/>
              <a:t>End Users </a:t>
            </a:r>
            <a:r>
              <a:rPr lang="en-US" sz="1400" dirty="0"/>
              <a:t>to perform their job tasks effectively </a:t>
            </a:r>
            <a:r>
              <a:rPr lang="en-US" sz="1400" dirty="0" smtClean="0"/>
              <a:t>in the new business process environment using the SAP application.</a:t>
            </a:r>
          </a:p>
          <a:p>
            <a:pPr marL="517525" indent="-285750">
              <a:buFont typeface="Wingdings" pitchFamily="2" charset="2"/>
              <a:buChar char="§"/>
            </a:pPr>
            <a:r>
              <a:rPr lang="en-US" sz="1400" b="1" dirty="0" smtClean="0"/>
              <a:t>Purpose</a:t>
            </a:r>
            <a:r>
              <a:rPr lang="en-US" sz="1400" dirty="0" smtClean="0"/>
              <a:t>: To provide required supplemental support to the training plan, identifying </a:t>
            </a:r>
            <a:r>
              <a:rPr lang="en-US" sz="1400" dirty="0"/>
              <a:t>training that can be provided </a:t>
            </a:r>
            <a:r>
              <a:rPr lang="en-US" sz="1400" dirty="0" smtClean="0"/>
              <a:t>early on to Super Users and End Users, increasing End User preparation for Go-Live, and assisting in the transition of help desk activities.</a:t>
            </a:r>
            <a:endParaRPr lang="en-US" sz="1400" dirty="0"/>
          </a:p>
        </p:txBody>
      </p:sp>
      <p:sp>
        <p:nvSpPr>
          <p:cNvPr id="4" name="Slide Number Placeholder 3"/>
          <p:cNvSpPr>
            <a:spLocks noGrp="1"/>
          </p:cNvSpPr>
          <p:nvPr>
            <p:ph type="sldNum" sz="quarter" idx="10"/>
          </p:nvPr>
        </p:nvSpPr>
        <p:spPr/>
        <p:txBody>
          <a:bodyPr/>
          <a:lstStyle/>
          <a:p>
            <a:pPr>
              <a:defRPr/>
            </a:pPr>
            <a:fld id="{AFDABA51-73AB-49F4-8C6A-05D1E7053E56}" type="slidenum">
              <a:rPr lang="en-US" smtClean="0">
                <a:solidFill>
                  <a:prstClr val="black"/>
                </a:solidFill>
              </a:rPr>
              <a:pPr>
                <a:defRPr/>
              </a:pPr>
              <a:t>25</a:t>
            </a:fld>
            <a:endParaRPr lang="en-US" dirty="0">
              <a:solidFill>
                <a:prstClr val="black"/>
              </a:solidFill>
            </a:endParaRPr>
          </a:p>
        </p:txBody>
      </p:sp>
      <p:sp>
        <p:nvSpPr>
          <p:cNvPr id="5" name="Right Arrow 4"/>
          <p:cNvSpPr/>
          <p:nvPr/>
        </p:nvSpPr>
        <p:spPr bwMode="auto">
          <a:xfrm>
            <a:off x="251076" y="1719941"/>
            <a:ext cx="8864224" cy="988812"/>
          </a:xfrm>
          <a:prstGeom prst="rightArrow">
            <a:avLst/>
          </a:prstGeom>
          <a:solidFill>
            <a:schemeClr val="accent1"/>
          </a:solidFill>
          <a:ln w="9525" cap="flat" cmpd="sng" algn="ctr">
            <a:solidFill>
              <a:srgbClr val="4066B2"/>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231775" marR="0" indent="-231775" algn="l" defTabSz="914400" rtl="0" eaLnBrk="1" fontAlgn="base" latinLnBrk="0" hangingPunct="1">
              <a:lnSpc>
                <a:spcPct val="106000"/>
              </a:lnSpc>
              <a:spcBef>
                <a:spcPct val="0"/>
              </a:spcBef>
              <a:spcAft>
                <a:spcPct val="0"/>
              </a:spcAft>
              <a:buClrTx/>
              <a:buSzTx/>
              <a:buFont typeface="Wingdings 2" pitchFamily="18" charset="2"/>
              <a:buNone/>
              <a:tabLst/>
            </a:pPr>
            <a:endParaRPr kumimoji="0" lang="en-US" sz="2400" b="0" i="0" u="none" strike="noStrike" cap="none" normalizeH="0" baseline="0" dirty="0" smtClean="0">
              <a:ln>
                <a:noFill/>
              </a:ln>
              <a:solidFill>
                <a:schemeClr val="tx1"/>
              </a:solidFill>
              <a:effectLst/>
              <a:latin typeface="Arial" charset="0"/>
            </a:endParaRPr>
          </a:p>
        </p:txBody>
      </p:sp>
      <p:sp>
        <p:nvSpPr>
          <p:cNvPr id="6" name="Rectangle 5"/>
          <p:cNvSpPr/>
          <p:nvPr/>
        </p:nvSpPr>
        <p:spPr bwMode="auto">
          <a:xfrm>
            <a:off x="264724" y="1973597"/>
            <a:ext cx="2011680" cy="480371"/>
          </a:xfrm>
          <a:prstGeom prst="rect">
            <a:avLst/>
          </a:prstGeom>
          <a:solidFill>
            <a:schemeClr val="accent1"/>
          </a:solidFill>
          <a:ln w="12700" cap="flat" cmpd="sng" algn="ctr">
            <a:solidFill>
              <a:srgbClr val="4066B2"/>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base">
              <a:lnSpc>
                <a:spcPct val="106000"/>
              </a:lnSpc>
              <a:spcBef>
                <a:spcPct val="0"/>
              </a:spcBef>
              <a:spcAft>
                <a:spcPct val="0"/>
              </a:spcAft>
            </a:pPr>
            <a:r>
              <a:rPr kumimoji="0" lang="en-US" sz="1000" b="1" i="0" u="none" strike="noStrike" cap="none" normalizeH="0" baseline="0" dirty="0" smtClean="0">
                <a:ln>
                  <a:noFill/>
                </a:ln>
                <a:solidFill>
                  <a:srgbClr val="000000"/>
                </a:solidFill>
                <a:effectLst/>
                <a:latin typeface="Arial" charset="0"/>
              </a:rPr>
              <a:t>Phase 1: </a:t>
            </a:r>
            <a:r>
              <a:rPr lang="en-US" sz="1000" b="1" noProof="1" smtClean="0">
                <a:solidFill>
                  <a:srgbClr val="000000"/>
                </a:solidFill>
                <a:ea typeface="ＭＳ Ｐゴシック"/>
              </a:rPr>
              <a:t>Overview </a:t>
            </a:r>
            <a:br>
              <a:rPr lang="en-US" sz="1000" b="1" noProof="1" smtClean="0">
                <a:solidFill>
                  <a:srgbClr val="000000"/>
                </a:solidFill>
                <a:ea typeface="ＭＳ Ｐゴシック"/>
              </a:rPr>
            </a:br>
            <a:r>
              <a:rPr lang="en-US" sz="1000" b="1" noProof="1" smtClean="0">
                <a:solidFill>
                  <a:srgbClr val="000000"/>
                </a:solidFill>
                <a:ea typeface="ＭＳ Ｐゴシック"/>
              </a:rPr>
              <a:t>and </a:t>
            </a:r>
            <a:r>
              <a:rPr lang="en-US" sz="1000" b="1" noProof="1">
                <a:solidFill>
                  <a:srgbClr val="000000"/>
                </a:solidFill>
                <a:ea typeface="ＭＳ Ｐゴシック"/>
              </a:rPr>
              <a:t>Introductory SAP </a:t>
            </a:r>
            <a:r>
              <a:rPr lang="en-US" sz="1000" b="1" noProof="1" smtClean="0">
                <a:solidFill>
                  <a:srgbClr val="000000"/>
                </a:solidFill>
                <a:ea typeface="ＭＳ Ｐゴシック"/>
              </a:rPr>
              <a:t>Foundational </a:t>
            </a:r>
            <a:r>
              <a:rPr lang="en-US" sz="1000" b="1" noProof="1">
                <a:solidFill>
                  <a:srgbClr val="000000"/>
                </a:solidFill>
                <a:ea typeface="ＭＳ Ｐゴシック"/>
              </a:rPr>
              <a:t>L</a:t>
            </a:r>
            <a:r>
              <a:rPr lang="en-US" sz="1000" b="1" noProof="1" smtClean="0">
                <a:solidFill>
                  <a:srgbClr val="000000"/>
                </a:solidFill>
                <a:ea typeface="ＭＳ Ｐゴシック"/>
              </a:rPr>
              <a:t>earning</a:t>
            </a:r>
            <a:endParaRPr kumimoji="0" lang="en-US" sz="1000" b="1" i="0" u="none" strike="noStrike" cap="none" normalizeH="0" baseline="0" dirty="0" smtClean="0">
              <a:ln>
                <a:noFill/>
              </a:ln>
              <a:solidFill>
                <a:srgbClr val="000000"/>
              </a:solidFill>
              <a:effectLst/>
            </a:endParaRPr>
          </a:p>
        </p:txBody>
      </p:sp>
      <p:sp>
        <p:nvSpPr>
          <p:cNvPr id="7" name="Rectangle 6"/>
          <p:cNvSpPr/>
          <p:nvPr/>
        </p:nvSpPr>
        <p:spPr bwMode="auto">
          <a:xfrm>
            <a:off x="2276404" y="1973597"/>
            <a:ext cx="2011680" cy="480371"/>
          </a:xfrm>
          <a:prstGeom prst="rect">
            <a:avLst/>
          </a:prstGeom>
          <a:solidFill>
            <a:schemeClr val="accent1"/>
          </a:solidFill>
          <a:ln w="12700" cap="flat" cmpd="sng" algn="ctr">
            <a:solidFill>
              <a:srgbClr val="4066B2"/>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base">
              <a:lnSpc>
                <a:spcPct val="106000"/>
              </a:lnSpc>
              <a:spcBef>
                <a:spcPct val="0"/>
              </a:spcBef>
              <a:spcAft>
                <a:spcPct val="0"/>
              </a:spcAft>
            </a:pPr>
            <a:r>
              <a:rPr lang="en-US" sz="1000" b="1" dirty="0" smtClean="0">
                <a:solidFill>
                  <a:srgbClr val="000000"/>
                </a:solidFill>
                <a:latin typeface="Arial" charset="0"/>
              </a:rPr>
              <a:t>Phase 2: </a:t>
            </a:r>
            <a:r>
              <a:rPr lang="en-US" sz="1000" b="1" dirty="0">
                <a:solidFill>
                  <a:srgbClr val="000000"/>
                </a:solidFill>
                <a:latin typeface="Arial" charset="0"/>
              </a:rPr>
              <a:t>Pre-Requisite </a:t>
            </a:r>
            <a:r>
              <a:rPr lang="en-US" sz="1000" b="1" dirty="0" smtClean="0">
                <a:solidFill>
                  <a:srgbClr val="000000"/>
                </a:solidFill>
                <a:latin typeface="Arial" charset="0"/>
              </a:rPr>
              <a:t/>
            </a:r>
            <a:br>
              <a:rPr lang="en-US" sz="1000" b="1" dirty="0" smtClean="0">
                <a:solidFill>
                  <a:srgbClr val="000000"/>
                </a:solidFill>
                <a:latin typeface="Arial" charset="0"/>
              </a:rPr>
            </a:br>
            <a:r>
              <a:rPr lang="en-US" sz="1000" b="1" dirty="0" smtClean="0">
                <a:solidFill>
                  <a:srgbClr val="000000"/>
                </a:solidFill>
                <a:latin typeface="Arial" charset="0"/>
              </a:rPr>
              <a:t>Web-based &amp; End User </a:t>
            </a:r>
            <a:br>
              <a:rPr lang="en-US" sz="1000" b="1" dirty="0" smtClean="0">
                <a:solidFill>
                  <a:srgbClr val="000000"/>
                </a:solidFill>
                <a:latin typeface="Arial" charset="0"/>
              </a:rPr>
            </a:br>
            <a:r>
              <a:rPr lang="en-US" sz="1000" b="1" dirty="0" smtClean="0">
                <a:solidFill>
                  <a:srgbClr val="000000"/>
                </a:solidFill>
                <a:latin typeface="Arial" charset="0"/>
              </a:rPr>
              <a:t>Training Development</a:t>
            </a:r>
            <a:endParaRPr lang="en-US" sz="1000" b="1" baseline="30000" dirty="0">
              <a:solidFill>
                <a:srgbClr val="000000"/>
              </a:solidFill>
              <a:latin typeface="Arial" charset="0"/>
            </a:endParaRPr>
          </a:p>
        </p:txBody>
      </p:sp>
      <p:sp>
        <p:nvSpPr>
          <p:cNvPr id="8" name="Rectangle 7"/>
          <p:cNvSpPr/>
          <p:nvPr/>
        </p:nvSpPr>
        <p:spPr bwMode="auto">
          <a:xfrm>
            <a:off x="4288084" y="1973597"/>
            <a:ext cx="2006600" cy="480371"/>
          </a:xfrm>
          <a:prstGeom prst="rect">
            <a:avLst/>
          </a:prstGeom>
          <a:solidFill>
            <a:schemeClr val="accent1"/>
          </a:solidFill>
          <a:ln w="12700" cap="flat" cmpd="sng" algn="ctr">
            <a:solidFill>
              <a:srgbClr val="4066B2"/>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base">
              <a:lnSpc>
                <a:spcPct val="106000"/>
              </a:lnSpc>
              <a:spcBef>
                <a:spcPct val="0"/>
              </a:spcBef>
              <a:spcAft>
                <a:spcPct val="0"/>
              </a:spcAft>
            </a:pPr>
            <a:r>
              <a:rPr kumimoji="0" lang="en-US" sz="1000" b="1" i="0" u="none" strike="noStrike" cap="none" normalizeH="0" baseline="0" dirty="0" smtClean="0">
                <a:ln>
                  <a:noFill/>
                </a:ln>
                <a:solidFill>
                  <a:srgbClr val="000000"/>
                </a:solidFill>
                <a:effectLst/>
                <a:latin typeface="Arial" charset="0"/>
              </a:rPr>
              <a:t>Phase 3</a:t>
            </a:r>
            <a:r>
              <a:rPr lang="en-US" sz="1000" b="1" dirty="0">
                <a:solidFill>
                  <a:srgbClr val="000000"/>
                </a:solidFill>
                <a:latin typeface="Arial" charset="0"/>
              </a:rPr>
              <a:t>: Instructor-led, </a:t>
            </a:r>
            <a:r>
              <a:rPr lang="en-US" sz="1000" b="1" dirty="0" smtClean="0">
                <a:solidFill>
                  <a:srgbClr val="000000"/>
                </a:solidFill>
                <a:latin typeface="Arial" charset="0"/>
              </a:rPr>
              <a:t>Live Computer </a:t>
            </a:r>
            <a:r>
              <a:rPr lang="en-US" sz="1000" b="1" dirty="0">
                <a:solidFill>
                  <a:srgbClr val="000000"/>
                </a:solidFill>
                <a:latin typeface="Arial" charset="0"/>
              </a:rPr>
              <a:t>T</a:t>
            </a:r>
            <a:r>
              <a:rPr lang="en-US" sz="1000" b="1" dirty="0" smtClean="0">
                <a:solidFill>
                  <a:srgbClr val="000000"/>
                </a:solidFill>
                <a:latin typeface="Arial" charset="0"/>
              </a:rPr>
              <a:t>raining</a:t>
            </a:r>
            <a:endParaRPr lang="en-US" sz="1000" b="1" dirty="0">
              <a:solidFill>
                <a:srgbClr val="000000"/>
              </a:solidFill>
              <a:latin typeface="Arial" charset="0"/>
            </a:endParaRPr>
          </a:p>
        </p:txBody>
      </p:sp>
      <p:sp>
        <p:nvSpPr>
          <p:cNvPr id="9" name="Rectangle 8"/>
          <p:cNvSpPr/>
          <p:nvPr/>
        </p:nvSpPr>
        <p:spPr bwMode="auto">
          <a:xfrm>
            <a:off x="6295900" y="1973597"/>
            <a:ext cx="2006600" cy="480371"/>
          </a:xfrm>
          <a:prstGeom prst="rect">
            <a:avLst/>
          </a:prstGeom>
          <a:solidFill>
            <a:schemeClr val="accent1"/>
          </a:solidFill>
          <a:ln w="12700" cap="flat" cmpd="sng" algn="ctr">
            <a:solidFill>
              <a:srgbClr val="4066B2"/>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R="0" algn="ctr" defTabSz="914400" rtl="0" eaLnBrk="1" fontAlgn="base" latinLnBrk="0" hangingPunct="1">
              <a:lnSpc>
                <a:spcPct val="106000"/>
              </a:lnSpc>
              <a:spcBef>
                <a:spcPct val="0"/>
              </a:spcBef>
              <a:spcAft>
                <a:spcPct val="0"/>
              </a:spcAft>
              <a:buClrTx/>
              <a:buSzTx/>
              <a:buFont typeface="Wingdings 2" pitchFamily="18" charset="2"/>
              <a:buNone/>
              <a:tabLst/>
            </a:pPr>
            <a:r>
              <a:rPr kumimoji="0" lang="en-US" sz="1000" b="1" i="0" u="none" strike="noStrike" cap="none" normalizeH="0" baseline="0" dirty="0" smtClean="0">
                <a:ln>
                  <a:noFill/>
                </a:ln>
                <a:solidFill>
                  <a:srgbClr val="000000"/>
                </a:solidFill>
                <a:effectLst/>
                <a:latin typeface="Arial" charset="0"/>
              </a:rPr>
              <a:t>Phase 4: Post Go-Live</a:t>
            </a:r>
            <a:r>
              <a:rPr kumimoji="0" lang="en-US" sz="1000" b="1" i="0" u="none" strike="noStrike" cap="none" normalizeH="0" dirty="0" smtClean="0">
                <a:ln>
                  <a:noFill/>
                </a:ln>
                <a:solidFill>
                  <a:srgbClr val="000000"/>
                </a:solidFill>
                <a:effectLst/>
                <a:latin typeface="Arial" charset="0"/>
              </a:rPr>
              <a:t> </a:t>
            </a:r>
          </a:p>
          <a:p>
            <a:pPr algn="ctr" fontAlgn="base">
              <a:lnSpc>
                <a:spcPct val="106000"/>
              </a:lnSpc>
              <a:spcBef>
                <a:spcPct val="0"/>
              </a:spcBef>
              <a:spcAft>
                <a:spcPct val="0"/>
              </a:spcAft>
            </a:pPr>
            <a:r>
              <a:rPr kumimoji="0" lang="en-US" sz="1000" b="1" i="0" u="none" strike="noStrike" cap="none" normalizeH="0" dirty="0" smtClean="0">
                <a:ln>
                  <a:noFill/>
                </a:ln>
                <a:solidFill>
                  <a:srgbClr val="000000"/>
                </a:solidFill>
                <a:effectLst/>
                <a:latin typeface="Arial" charset="0"/>
              </a:rPr>
              <a:t>Support</a:t>
            </a:r>
            <a:endParaRPr kumimoji="0" lang="en-US" sz="1000" b="1" i="0" u="none" strike="noStrike" cap="none" normalizeH="0" baseline="0" dirty="0" smtClean="0">
              <a:ln>
                <a:noFill/>
              </a:ln>
              <a:solidFill>
                <a:srgbClr val="000000"/>
              </a:solidFill>
              <a:effectLst/>
              <a:latin typeface="Arial" charset="0"/>
            </a:endParaRPr>
          </a:p>
        </p:txBody>
      </p:sp>
      <p:cxnSp>
        <p:nvCxnSpPr>
          <p:cNvPr id="11" name="Straight Connector 10"/>
          <p:cNvCxnSpPr/>
          <p:nvPr/>
        </p:nvCxnSpPr>
        <p:spPr bwMode="auto">
          <a:xfrm>
            <a:off x="251076" y="2449021"/>
            <a:ext cx="0" cy="3931920"/>
          </a:xfrm>
          <a:prstGeom prst="line">
            <a:avLst/>
          </a:prstGeom>
          <a:solidFill>
            <a:schemeClr val="accent1"/>
          </a:solidFill>
          <a:ln w="9525" cap="flat" cmpd="sng" algn="ctr">
            <a:solidFill>
              <a:srgbClr val="4066B2"/>
            </a:solidFill>
            <a:prstDash val="solid"/>
            <a:round/>
            <a:headEnd type="none" w="med" len="med"/>
            <a:tailEnd type="none" w="med" len="med"/>
          </a:ln>
          <a:effectLst/>
        </p:spPr>
      </p:cxnSp>
      <p:cxnSp>
        <p:nvCxnSpPr>
          <p:cNvPr id="12" name="Straight Connector 11"/>
          <p:cNvCxnSpPr/>
          <p:nvPr/>
        </p:nvCxnSpPr>
        <p:spPr bwMode="auto">
          <a:xfrm>
            <a:off x="4288084" y="2449021"/>
            <a:ext cx="0" cy="3931920"/>
          </a:xfrm>
          <a:prstGeom prst="line">
            <a:avLst/>
          </a:prstGeom>
          <a:solidFill>
            <a:schemeClr val="accent1"/>
          </a:solidFill>
          <a:ln w="9525" cap="flat" cmpd="sng" algn="ctr">
            <a:solidFill>
              <a:srgbClr val="4066B2"/>
            </a:solidFill>
            <a:prstDash val="solid"/>
            <a:round/>
            <a:headEnd type="none" w="med" len="med"/>
            <a:tailEnd type="none" w="med" len="med"/>
          </a:ln>
          <a:effectLst/>
        </p:spPr>
      </p:cxnSp>
      <p:cxnSp>
        <p:nvCxnSpPr>
          <p:cNvPr id="13" name="Straight Connector 12"/>
          <p:cNvCxnSpPr/>
          <p:nvPr/>
        </p:nvCxnSpPr>
        <p:spPr bwMode="auto">
          <a:xfrm>
            <a:off x="2276404" y="2449021"/>
            <a:ext cx="0" cy="3931920"/>
          </a:xfrm>
          <a:prstGeom prst="line">
            <a:avLst/>
          </a:prstGeom>
          <a:solidFill>
            <a:schemeClr val="accent1"/>
          </a:solidFill>
          <a:ln w="9525" cap="flat" cmpd="sng" algn="ctr">
            <a:solidFill>
              <a:srgbClr val="4066B2"/>
            </a:solidFill>
            <a:prstDash val="solid"/>
            <a:round/>
            <a:headEnd type="none" w="med" len="med"/>
            <a:tailEnd type="none" w="med" len="med"/>
          </a:ln>
          <a:effectLst/>
        </p:spPr>
      </p:cxnSp>
      <p:cxnSp>
        <p:nvCxnSpPr>
          <p:cNvPr id="14" name="Straight Connector 13"/>
          <p:cNvCxnSpPr/>
          <p:nvPr/>
        </p:nvCxnSpPr>
        <p:spPr bwMode="auto">
          <a:xfrm>
            <a:off x="6299764" y="2449021"/>
            <a:ext cx="0" cy="3931920"/>
          </a:xfrm>
          <a:prstGeom prst="line">
            <a:avLst/>
          </a:prstGeom>
          <a:solidFill>
            <a:schemeClr val="accent1"/>
          </a:solidFill>
          <a:ln w="9525" cap="flat" cmpd="sng" algn="ctr">
            <a:solidFill>
              <a:srgbClr val="4066B2"/>
            </a:solidFill>
            <a:prstDash val="solid"/>
            <a:round/>
            <a:headEnd type="none" w="med" len="med"/>
            <a:tailEnd type="none" w="med" len="med"/>
          </a:ln>
          <a:effectLst/>
        </p:spPr>
      </p:cxnSp>
      <p:sp>
        <p:nvSpPr>
          <p:cNvPr id="27" name="TextBox 26"/>
          <p:cNvSpPr txBox="1"/>
          <p:nvPr/>
        </p:nvSpPr>
        <p:spPr bwMode="auto">
          <a:xfrm>
            <a:off x="6600700" y="3157536"/>
            <a:ext cx="825500" cy="378764"/>
          </a:xfrm>
          <a:prstGeom prst="rect">
            <a:avLst/>
          </a:prstGeom>
          <a:ln/>
        </p:spPr>
        <p:style>
          <a:lnRef idx="1">
            <a:schemeClr val="accent1"/>
          </a:lnRef>
          <a:fillRef idx="2">
            <a:schemeClr val="accent1"/>
          </a:fillRef>
          <a:effectRef idx="1">
            <a:schemeClr val="accent1"/>
          </a:effectRef>
          <a:fontRef idx="minor">
            <a:schemeClr val="dk1"/>
          </a:fontRef>
        </p:style>
        <p:txBody>
          <a:bodyPr wrap="square" rtlCol="0" anchor="ctr">
            <a:noAutofit/>
          </a:bodyPr>
          <a:lstStyle/>
          <a:p>
            <a:pPr marL="1588" algn="ctr" rtl="0" fontAlgn="base">
              <a:lnSpc>
                <a:spcPct val="106000"/>
              </a:lnSpc>
              <a:spcBef>
                <a:spcPct val="40000"/>
              </a:spcBef>
              <a:spcAft>
                <a:spcPct val="0"/>
              </a:spcAft>
              <a:buClr>
                <a:srgbClr val="000000"/>
              </a:buClr>
            </a:pPr>
            <a:r>
              <a:rPr lang="en-US" sz="700" dirty="0" smtClean="0">
                <a:solidFill>
                  <a:srgbClr val="000000"/>
                </a:solidFill>
                <a:latin typeface="Arial" charset="0"/>
                <a:cs typeface="Arial" charset="0"/>
              </a:rPr>
              <a:t>Access to Hyper-care Resources </a:t>
            </a:r>
          </a:p>
        </p:txBody>
      </p:sp>
      <p:sp>
        <p:nvSpPr>
          <p:cNvPr id="28" name="TextBox 27"/>
          <p:cNvSpPr txBox="1"/>
          <p:nvPr/>
        </p:nvSpPr>
        <p:spPr bwMode="auto">
          <a:xfrm>
            <a:off x="7464300" y="3157536"/>
            <a:ext cx="825500" cy="378764"/>
          </a:xfrm>
          <a:prstGeom prst="rect">
            <a:avLst/>
          </a:prstGeom>
          <a:ln/>
        </p:spPr>
        <p:style>
          <a:lnRef idx="1">
            <a:schemeClr val="accent1"/>
          </a:lnRef>
          <a:fillRef idx="2">
            <a:schemeClr val="accent1"/>
          </a:fillRef>
          <a:effectRef idx="1">
            <a:schemeClr val="accent1"/>
          </a:effectRef>
          <a:fontRef idx="minor">
            <a:schemeClr val="dk1"/>
          </a:fontRef>
        </p:style>
        <p:txBody>
          <a:bodyPr wrap="square" rtlCol="0" anchor="ctr">
            <a:noAutofit/>
          </a:bodyPr>
          <a:lstStyle/>
          <a:p>
            <a:pPr marL="1588" algn="ctr" rtl="0" fontAlgn="base">
              <a:lnSpc>
                <a:spcPct val="106000"/>
              </a:lnSpc>
              <a:spcBef>
                <a:spcPct val="40000"/>
              </a:spcBef>
              <a:spcAft>
                <a:spcPct val="0"/>
              </a:spcAft>
              <a:buClr>
                <a:srgbClr val="000000"/>
              </a:buClr>
            </a:pPr>
            <a:r>
              <a:rPr lang="en-US" sz="700" dirty="0" smtClean="0">
                <a:solidFill>
                  <a:srgbClr val="000000"/>
                </a:solidFill>
                <a:latin typeface="Arial" charset="0"/>
                <a:cs typeface="Arial" charset="0"/>
              </a:rPr>
              <a:t>Self Help</a:t>
            </a:r>
          </a:p>
        </p:txBody>
      </p:sp>
      <p:sp>
        <p:nvSpPr>
          <p:cNvPr id="29" name="TextBox 28"/>
          <p:cNvSpPr txBox="1"/>
          <p:nvPr/>
        </p:nvSpPr>
        <p:spPr bwMode="auto">
          <a:xfrm>
            <a:off x="6600700" y="4824992"/>
            <a:ext cx="825500" cy="378764"/>
          </a:xfrm>
          <a:prstGeom prst="rect">
            <a:avLst/>
          </a:prstGeom>
          <a:ln/>
        </p:spPr>
        <p:style>
          <a:lnRef idx="1">
            <a:schemeClr val="accent1"/>
          </a:lnRef>
          <a:fillRef idx="2">
            <a:schemeClr val="accent1"/>
          </a:fillRef>
          <a:effectRef idx="1">
            <a:schemeClr val="accent1"/>
          </a:effectRef>
          <a:fontRef idx="minor">
            <a:schemeClr val="dk1"/>
          </a:fontRef>
        </p:style>
        <p:txBody>
          <a:bodyPr wrap="square" rtlCol="0" anchor="ctr">
            <a:noAutofit/>
          </a:bodyPr>
          <a:lstStyle/>
          <a:p>
            <a:pPr marL="1588" algn="ctr" rtl="0" fontAlgn="base">
              <a:lnSpc>
                <a:spcPct val="106000"/>
              </a:lnSpc>
              <a:spcBef>
                <a:spcPct val="40000"/>
              </a:spcBef>
              <a:spcAft>
                <a:spcPct val="0"/>
              </a:spcAft>
              <a:buClr>
                <a:srgbClr val="000000"/>
              </a:buClr>
            </a:pPr>
            <a:r>
              <a:rPr lang="en-US" sz="700" dirty="0" smtClean="0">
                <a:solidFill>
                  <a:srgbClr val="000000"/>
                </a:solidFill>
                <a:latin typeface="Arial" charset="0"/>
                <a:cs typeface="Arial" charset="0"/>
              </a:rPr>
              <a:t>Help Desk</a:t>
            </a:r>
            <a:endParaRPr lang="en-US" sz="700" dirty="0">
              <a:solidFill>
                <a:srgbClr val="000000"/>
              </a:solidFill>
              <a:latin typeface="Arial" charset="0"/>
              <a:cs typeface="Arial" charset="0"/>
            </a:endParaRPr>
          </a:p>
        </p:txBody>
      </p:sp>
      <p:sp>
        <p:nvSpPr>
          <p:cNvPr id="30" name="TextBox 29"/>
          <p:cNvSpPr txBox="1"/>
          <p:nvPr/>
        </p:nvSpPr>
        <p:spPr bwMode="auto">
          <a:xfrm>
            <a:off x="7464300" y="4408128"/>
            <a:ext cx="825500" cy="378764"/>
          </a:xfrm>
          <a:prstGeom prst="rect">
            <a:avLst/>
          </a:prstGeom>
          <a:ln/>
        </p:spPr>
        <p:style>
          <a:lnRef idx="1">
            <a:schemeClr val="accent1"/>
          </a:lnRef>
          <a:fillRef idx="2">
            <a:schemeClr val="accent1"/>
          </a:fillRef>
          <a:effectRef idx="1">
            <a:schemeClr val="accent1"/>
          </a:effectRef>
          <a:fontRef idx="minor">
            <a:schemeClr val="dk1"/>
          </a:fontRef>
        </p:style>
        <p:txBody>
          <a:bodyPr wrap="square" rtlCol="0" anchor="ctr">
            <a:noAutofit/>
          </a:bodyPr>
          <a:lstStyle/>
          <a:p>
            <a:pPr marL="1588" algn="ctr" rtl="0" fontAlgn="base">
              <a:lnSpc>
                <a:spcPct val="106000"/>
              </a:lnSpc>
              <a:spcBef>
                <a:spcPct val="40000"/>
              </a:spcBef>
              <a:spcAft>
                <a:spcPct val="0"/>
              </a:spcAft>
              <a:buClr>
                <a:srgbClr val="000000"/>
              </a:buClr>
            </a:pPr>
            <a:r>
              <a:rPr lang="en-US" sz="700" dirty="0" smtClean="0">
                <a:solidFill>
                  <a:srgbClr val="000000"/>
                </a:solidFill>
                <a:latin typeface="Arial" charset="0"/>
                <a:cs typeface="Arial" charset="0"/>
              </a:rPr>
              <a:t>Search and Access Web Based Training</a:t>
            </a:r>
            <a:endParaRPr lang="en-US" sz="700" dirty="0">
              <a:solidFill>
                <a:srgbClr val="000000"/>
              </a:solidFill>
              <a:latin typeface="Arial" charset="0"/>
              <a:cs typeface="Arial" charset="0"/>
            </a:endParaRPr>
          </a:p>
        </p:txBody>
      </p:sp>
      <p:sp>
        <p:nvSpPr>
          <p:cNvPr id="31" name="TextBox 30"/>
          <p:cNvSpPr txBox="1"/>
          <p:nvPr/>
        </p:nvSpPr>
        <p:spPr bwMode="auto">
          <a:xfrm>
            <a:off x="6600700" y="4408128"/>
            <a:ext cx="825500" cy="378764"/>
          </a:xfrm>
          <a:prstGeom prst="rect">
            <a:avLst/>
          </a:prstGeom>
          <a:ln/>
        </p:spPr>
        <p:style>
          <a:lnRef idx="1">
            <a:schemeClr val="accent1"/>
          </a:lnRef>
          <a:fillRef idx="2">
            <a:schemeClr val="accent1"/>
          </a:fillRef>
          <a:effectRef idx="1">
            <a:schemeClr val="accent1"/>
          </a:effectRef>
          <a:fontRef idx="minor">
            <a:schemeClr val="dk1"/>
          </a:fontRef>
        </p:style>
        <p:txBody>
          <a:bodyPr wrap="square" rtlCol="0" anchor="ctr">
            <a:noAutofit/>
          </a:bodyPr>
          <a:lstStyle/>
          <a:p>
            <a:pPr marL="1588" algn="ctr" rtl="0" fontAlgn="base">
              <a:lnSpc>
                <a:spcPct val="106000"/>
              </a:lnSpc>
              <a:spcBef>
                <a:spcPct val="40000"/>
              </a:spcBef>
              <a:spcAft>
                <a:spcPct val="0"/>
              </a:spcAft>
              <a:buClr>
                <a:srgbClr val="000000"/>
              </a:buClr>
            </a:pPr>
            <a:r>
              <a:rPr lang="en-US" sz="700" dirty="0" smtClean="0">
                <a:solidFill>
                  <a:srgbClr val="000000"/>
                </a:solidFill>
                <a:latin typeface="Arial" charset="0"/>
                <a:cs typeface="Arial" charset="0"/>
              </a:rPr>
              <a:t>Knowledge Management</a:t>
            </a:r>
            <a:endParaRPr lang="en-US" sz="700" dirty="0">
              <a:solidFill>
                <a:srgbClr val="000000"/>
              </a:solidFill>
              <a:latin typeface="Arial" charset="0"/>
              <a:cs typeface="Arial" charset="0"/>
            </a:endParaRPr>
          </a:p>
        </p:txBody>
      </p:sp>
      <p:sp>
        <p:nvSpPr>
          <p:cNvPr id="32" name="TextBox 31"/>
          <p:cNvSpPr txBox="1"/>
          <p:nvPr/>
        </p:nvSpPr>
        <p:spPr bwMode="auto">
          <a:xfrm>
            <a:off x="7464300" y="3991264"/>
            <a:ext cx="825500" cy="378764"/>
          </a:xfrm>
          <a:prstGeom prst="rect">
            <a:avLst/>
          </a:prstGeom>
          <a:ln/>
        </p:spPr>
        <p:style>
          <a:lnRef idx="1">
            <a:schemeClr val="accent1"/>
          </a:lnRef>
          <a:fillRef idx="2">
            <a:schemeClr val="accent1"/>
          </a:fillRef>
          <a:effectRef idx="1">
            <a:schemeClr val="accent1"/>
          </a:effectRef>
          <a:fontRef idx="minor">
            <a:schemeClr val="dk1"/>
          </a:fontRef>
        </p:style>
        <p:txBody>
          <a:bodyPr wrap="square" rtlCol="0" anchor="ctr">
            <a:noAutofit/>
          </a:bodyPr>
          <a:lstStyle/>
          <a:p>
            <a:pPr marL="1588" algn="ctr" rtl="0" fontAlgn="base">
              <a:lnSpc>
                <a:spcPct val="106000"/>
              </a:lnSpc>
              <a:spcBef>
                <a:spcPct val="40000"/>
              </a:spcBef>
              <a:spcAft>
                <a:spcPct val="0"/>
              </a:spcAft>
              <a:buClr>
                <a:srgbClr val="000000"/>
              </a:buClr>
            </a:pPr>
            <a:r>
              <a:rPr lang="en-US" sz="700" dirty="0" smtClean="0">
                <a:solidFill>
                  <a:srgbClr val="000000"/>
                </a:solidFill>
                <a:latin typeface="Arial" charset="0"/>
                <a:cs typeface="Arial" charset="0"/>
              </a:rPr>
              <a:t>Training Schedule Functions</a:t>
            </a:r>
            <a:endParaRPr lang="en-US" sz="700" dirty="0">
              <a:solidFill>
                <a:srgbClr val="000000"/>
              </a:solidFill>
              <a:latin typeface="Arial" charset="0"/>
              <a:cs typeface="Arial" charset="0"/>
            </a:endParaRPr>
          </a:p>
        </p:txBody>
      </p:sp>
      <p:sp>
        <p:nvSpPr>
          <p:cNvPr id="33" name="Rectangle 32"/>
          <p:cNvSpPr/>
          <p:nvPr/>
        </p:nvSpPr>
        <p:spPr>
          <a:xfrm>
            <a:off x="7464300" y="4824992"/>
            <a:ext cx="825500" cy="378764"/>
          </a:xfrm>
          <a:prstGeom prst="rect">
            <a:avLst/>
          </a:prstGeom>
          <a:ln/>
        </p:spPr>
        <p:style>
          <a:lnRef idx="1">
            <a:schemeClr val="accent1"/>
          </a:lnRef>
          <a:fillRef idx="2">
            <a:schemeClr val="accent1"/>
          </a:fillRef>
          <a:effectRef idx="1">
            <a:schemeClr val="accent1"/>
          </a:effectRef>
          <a:fontRef idx="minor">
            <a:schemeClr val="dk1"/>
          </a:fontRef>
        </p:style>
        <p:txBody>
          <a:bodyPr wrap="square" anchor="ctr">
            <a:noAutofit/>
          </a:bodyPr>
          <a:lstStyle/>
          <a:p>
            <a:pPr marL="1588" algn="ctr" fontAlgn="base">
              <a:lnSpc>
                <a:spcPct val="106000"/>
              </a:lnSpc>
              <a:spcBef>
                <a:spcPct val="40000"/>
              </a:spcBef>
              <a:spcAft>
                <a:spcPct val="0"/>
              </a:spcAft>
              <a:buClr>
                <a:srgbClr val="000000"/>
              </a:buClr>
            </a:pPr>
            <a:r>
              <a:rPr lang="en-US" sz="700" dirty="0" smtClean="0">
                <a:solidFill>
                  <a:srgbClr val="000000"/>
                </a:solidFill>
                <a:latin typeface="Arial" charset="0"/>
                <a:cs typeface="Arial" charset="0"/>
              </a:rPr>
              <a:t>Hint </a:t>
            </a:r>
            <a:r>
              <a:rPr lang="en-US" sz="700" dirty="0">
                <a:solidFill>
                  <a:srgbClr val="000000"/>
                </a:solidFill>
                <a:latin typeface="Arial" charset="0"/>
                <a:cs typeface="Arial" charset="0"/>
              </a:rPr>
              <a:t>of the </a:t>
            </a:r>
            <a:r>
              <a:rPr lang="en-US" sz="700" dirty="0" smtClean="0">
                <a:solidFill>
                  <a:srgbClr val="000000"/>
                </a:solidFill>
                <a:latin typeface="Arial" charset="0"/>
                <a:cs typeface="Arial" charset="0"/>
              </a:rPr>
              <a:t>Day</a:t>
            </a:r>
            <a:endParaRPr lang="en-US" sz="700" dirty="0">
              <a:solidFill>
                <a:srgbClr val="000000"/>
              </a:solidFill>
              <a:latin typeface="Arial" charset="0"/>
              <a:cs typeface="Arial" charset="0"/>
            </a:endParaRPr>
          </a:p>
        </p:txBody>
      </p:sp>
      <p:sp>
        <p:nvSpPr>
          <p:cNvPr id="34" name="Rectangle 33"/>
          <p:cNvSpPr/>
          <p:nvPr/>
        </p:nvSpPr>
        <p:spPr>
          <a:xfrm>
            <a:off x="7464300" y="3574400"/>
            <a:ext cx="825500" cy="378764"/>
          </a:xfrm>
          <a:prstGeom prst="rect">
            <a:avLst/>
          </a:prstGeom>
          <a:ln/>
        </p:spPr>
        <p:style>
          <a:lnRef idx="1">
            <a:schemeClr val="accent1"/>
          </a:lnRef>
          <a:fillRef idx="2">
            <a:schemeClr val="accent1"/>
          </a:fillRef>
          <a:effectRef idx="1">
            <a:schemeClr val="accent1"/>
          </a:effectRef>
          <a:fontRef idx="minor">
            <a:schemeClr val="dk1"/>
          </a:fontRef>
        </p:style>
        <p:txBody>
          <a:bodyPr wrap="square" anchor="ctr">
            <a:noAutofit/>
          </a:bodyPr>
          <a:lstStyle/>
          <a:p>
            <a:pPr marL="1588" algn="ctr" fontAlgn="base">
              <a:lnSpc>
                <a:spcPct val="106000"/>
              </a:lnSpc>
              <a:spcBef>
                <a:spcPct val="40000"/>
              </a:spcBef>
              <a:spcAft>
                <a:spcPct val="0"/>
              </a:spcAft>
              <a:buClr>
                <a:srgbClr val="000000"/>
              </a:buClr>
            </a:pPr>
            <a:r>
              <a:rPr lang="en-US" sz="700" dirty="0">
                <a:solidFill>
                  <a:srgbClr val="000000"/>
                </a:solidFill>
                <a:latin typeface="Arial" charset="0"/>
                <a:cs typeface="Arial" charset="0"/>
              </a:rPr>
              <a:t>Performance Support</a:t>
            </a:r>
          </a:p>
        </p:txBody>
      </p:sp>
      <p:sp>
        <p:nvSpPr>
          <p:cNvPr id="35" name="Rectangle 34"/>
          <p:cNvSpPr/>
          <p:nvPr/>
        </p:nvSpPr>
        <p:spPr>
          <a:xfrm>
            <a:off x="6600700" y="3574400"/>
            <a:ext cx="825500" cy="378764"/>
          </a:xfrm>
          <a:prstGeom prst="rect">
            <a:avLst/>
          </a:prstGeom>
          <a:ln/>
        </p:spPr>
        <p:style>
          <a:lnRef idx="1">
            <a:schemeClr val="accent1"/>
          </a:lnRef>
          <a:fillRef idx="2">
            <a:schemeClr val="accent1"/>
          </a:fillRef>
          <a:effectRef idx="1">
            <a:schemeClr val="accent1"/>
          </a:effectRef>
          <a:fontRef idx="minor">
            <a:schemeClr val="dk1"/>
          </a:fontRef>
        </p:style>
        <p:txBody>
          <a:bodyPr wrap="square" anchor="ctr">
            <a:noAutofit/>
          </a:bodyPr>
          <a:lstStyle/>
          <a:p>
            <a:pPr marL="1588" algn="ctr" fontAlgn="base">
              <a:lnSpc>
                <a:spcPct val="106000"/>
              </a:lnSpc>
              <a:spcBef>
                <a:spcPct val="40000"/>
              </a:spcBef>
              <a:spcAft>
                <a:spcPct val="0"/>
              </a:spcAft>
              <a:buClr>
                <a:srgbClr val="000000"/>
              </a:buClr>
            </a:pPr>
            <a:r>
              <a:rPr lang="en-US" sz="700" dirty="0" smtClean="0">
                <a:solidFill>
                  <a:srgbClr val="000000"/>
                </a:solidFill>
                <a:latin typeface="Arial" charset="0"/>
                <a:cs typeface="Arial" charset="0"/>
              </a:rPr>
              <a:t>Ask LW with Topic Areas</a:t>
            </a:r>
            <a:endParaRPr lang="en-US" sz="700" dirty="0">
              <a:solidFill>
                <a:srgbClr val="000000"/>
              </a:solidFill>
              <a:latin typeface="Arial" charset="0"/>
              <a:cs typeface="Arial" charset="0"/>
            </a:endParaRPr>
          </a:p>
        </p:txBody>
      </p:sp>
      <p:sp>
        <p:nvSpPr>
          <p:cNvPr id="36" name="Rectangle 35"/>
          <p:cNvSpPr/>
          <p:nvPr/>
        </p:nvSpPr>
        <p:spPr>
          <a:xfrm>
            <a:off x="6600700" y="3991264"/>
            <a:ext cx="825500" cy="378764"/>
          </a:xfrm>
          <a:prstGeom prst="rect">
            <a:avLst/>
          </a:prstGeom>
          <a:ln/>
        </p:spPr>
        <p:style>
          <a:lnRef idx="1">
            <a:schemeClr val="accent1"/>
          </a:lnRef>
          <a:fillRef idx="2">
            <a:schemeClr val="accent1"/>
          </a:fillRef>
          <a:effectRef idx="1">
            <a:schemeClr val="accent1"/>
          </a:effectRef>
          <a:fontRef idx="minor">
            <a:schemeClr val="dk1"/>
          </a:fontRef>
        </p:style>
        <p:txBody>
          <a:bodyPr wrap="square" anchor="ctr">
            <a:noAutofit/>
          </a:bodyPr>
          <a:lstStyle/>
          <a:p>
            <a:pPr marL="1588" algn="ctr" fontAlgn="base">
              <a:lnSpc>
                <a:spcPct val="106000"/>
              </a:lnSpc>
              <a:spcBef>
                <a:spcPct val="40000"/>
              </a:spcBef>
              <a:spcAft>
                <a:spcPct val="0"/>
              </a:spcAft>
              <a:buClr>
                <a:srgbClr val="000000"/>
              </a:buClr>
            </a:pPr>
            <a:r>
              <a:rPr lang="en-US" sz="700" dirty="0">
                <a:solidFill>
                  <a:srgbClr val="000000"/>
                </a:solidFill>
                <a:latin typeface="Arial" charset="0"/>
                <a:cs typeface="Arial" charset="0"/>
              </a:rPr>
              <a:t>Share </a:t>
            </a:r>
            <a:r>
              <a:rPr lang="en-US" sz="700" dirty="0" smtClean="0">
                <a:solidFill>
                  <a:srgbClr val="000000"/>
                </a:solidFill>
                <a:latin typeface="Arial" charset="0"/>
                <a:cs typeface="Arial" charset="0"/>
              </a:rPr>
              <a:t>Best </a:t>
            </a:r>
            <a:r>
              <a:rPr lang="en-US" sz="700" dirty="0">
                <a:solidFill>
                  <a:srgbClr val="000000"/>
                </a:solidFill>
                <a:latin typeface="Arial" charset="0"/>
                <a:cs typeface="Arial" charset="0"/>
              </a:rPr>
              <a:t>Practices</a:t>
            </a:r>
          </a:p>
        </p:txBody>
      </p:sp>
      <p:pic>
        <p:nvPicPr>
          <p:cNvPr id="1027"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4619500" y="3352800"/>
            <a:ext cx="1389114" cy="9255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38" name="TextBox 37"/>
          <p:cNvSpPr txBox="1"/>
          <p:nvPr/>
        </p:nvSpPr>
        <p:spPr bwMode="auto">
          <a:xfrm>
            <a:off x="4288084" y="2489965"/>
            <a:ext cx="2006600" cy="973152"/>
          </a:xfrm>
          <a:prstGeom prst="rect">
            <a:avLst/>
          </a:prstGeom>
        </p:spPr>
        <p:txBody>
          <a:bodyPr wrap="square" rtlCol="0">
            <a:noAutofit/>
          </a:bodyPr>
          <a:lstStyle/>
          <a:p>
            <a:pPr marL="1588" algn="ctr" rtl="0" fontAlgn="base">
              <a:lnSpc>
                <a:spcPct val="106000"/>
              </a:lnSpc>
              <a:spcBef>
                <a:spcPct val="40000"/>
              </a:spcBef>
              <a:spcAft>
                <a:spcPct val="0"/>
              </a:spcAft>
              <a:buClr>
                <a:srgbClr val="000000"/>
              </a:buClr>
            </a:pPr>
            <a:r>
              <a:rPr lang="en-US" sz="1400" dirty="0" smtClean="0">
                <a:solidFill>
                  <a:srgbClr val="000000"/>
                </a:solidFill>
                <a:latin typeface="Arial" charset="0"/>
                <a:cs typeface="Arial" charset="0"/>
              </a:rPr>
              <a:t>Centralize </a:t>
            </a:r>
            <a:r>
              <a:rPr lang="en-US" sz="1400" dirty="0" smtClean="0">
                <a:solidFill>
                  <a:srgbClr val="000000"/>
                </a:solidFill>
                <a:latin typeface="Arial" charset="0"/>
                <a:ea typeface="+mn-ea"/>
                <a:cs typeface="Arial" charset="0"/>
              </a:rPr>
              <a:t>Instructor-Led Training</a:t>
            </a:r>
            <a:endParaRPr lang="en-US" sz="1400" dirty="0">
              <a:solidFill>
                <a:srgbClr val="000000"/>
              </a:solidFill>
              <a:latin typeface="Arial" charset="0"/>
              <a:ea typeface="+mn-ea"/>
              <a:cs typeface="Arial" charset="0"/>
            </a:endParaRPr>
          </a:p>
        </p:txBody>
      </p:sp>
      <p:sp>
        <p:nvSpPr>
          <p:cNvPr id="53" name="TextBox 52"/>
          <p:cNvSpPr txBox="1"/>
          <p:nvPr/>
        </p:nvSpPr>
        <p:spPr bwMode="auto">
          <a:xfrm>
            <a:off x="6295900" y="2489965"/>
            <a:ext cx="2006600" cy="679545"/>
          </a:xfrm>
          <a:prstGeom prst="rect">
            <a:avLst/>
          </a:prstGeom>
        </p:spPr>
        <p:txBody>
          <a:bodyPr wrap="square" rtlCol="0">
            <a:noAutofit/>
          </a:bodyPr>
          <a:lstStyle/>
          <a:p>
            <a:pPr marL="1588" algn="ctr" rtl="0" fontAlgn="base">
              <a:lnSpc>
                <a:spcPct val="106000"/>
              </a:lnSpc>
              <a:spcBef>
                <a:spcPct val="40000"/>
              </a:spcBef>
              <a:spcAft>
                <a:spcPct val="0"/>
              </a:spcAft>
              <a:buClr>
                <a:srgbClr val="000000"/>
              </a:buClr>
            </a:pPr>
            <a:r>
              <a:rPr lang="en-US" sz="1400" dirty="0" smtClean="0">
                <a:solidFill>
                  <a:srgbClr val="000000"/>
                </a:solidFill>
                <a:latin typeface="Arial" charset="0"/>
                <a:ea typeface="+mn-ea"/>
                <a:cs typeface="Arial" charset="0"/>
              </a:rPr>
              <a:t>Provide Support for End Users</a:t>
            </a:r>
            <a:endParaRPr lang="en-US" sz="1400" dirty="0">
              <a:solidFill>
                <a:srgbClr val="000000"/>
              </a:solidFill>
              <a:latin typeface="Arial" charset="0"/>
              <a:ea typeface="+mn-ea"/>
              <a:cs typeface="Arial" charset="0"/>
            </a:endParaRPr>
          </a:p>
        </p:txBody>
      </p:sp>
      <p:sp>
        <p:nvSpPr>
          <p:cNvPr id="54" name="TextBox 53"/>
          <p:cNvSpPr txBox="1"/>
          <p:nvPr/>
        </p:nvSpPr>
        <p:spPr bwMode="auto">
          <a:xfrm>
            <a:off x="2280804" y="2489965"/>
            <a:ext cx="2006600" cy="973152"/>
          </a:xfrm>
          <a:prstGeom prst="rect">
            <a:avLst/>
          </a:prstGeom>
        </p:spPr>
        <p:txBody>
          <a:bodyPr wrap="square" rtlCol="0">
            <a:noAutofit/>
          </a:bodyPr>
          <a:lstStyle/>
          <a:p>
            <a:pPr marL="1588" algn="ctr" rtl="0" fontAlgn="base">
              <a:lnSpc>
                <a:spcPct val="106000"/>
              </a:lnSpc>
              <a:spcBef>
                <a:spcPct val="40000"/>
              </a:spcBef>
              <a:spcAft>
                <a:spcPct val="0"/>
              </a:spcAft>
              <a:buClr>
                <a:srgbClr val="000000"/>
              </a:buClr>
            </a:pPr>
            <a:r>
              <a:rPr lang="en-US" sz="1400" dirty="0" smtClean="0">
                <a:solidFill>
                  <a:srgbClr val="000000"/>
                </a:solidFill>
                <a:latin typeface="Arial" charset="0"/>
                <a:ea typeface="+mn-ea"/>
                <a:cs typeface="Arial" charset="0"/>
              </a:rPr>
              <a:t>Confirm End User </a:t>
            </a:r>
            <a:r>
              <a:rPr lang="en-US" sz="1400" dirty="0" smtClean="0">
                <a:solidFill>
                  <a:srgbClr val="000000"/>
                </a:solidFill>
                <a:latin typeface="Arial" charset="0"/>
                <a:cs typeface="Arial" charset="0"/>
              </a:rPr>
              <a:t>P</a:t>
            </a:r>
            <a:r>
              <a:rPr lang="en-US" sz="1400" dirty="0" smtClean="0">
                <a:solidFill>
                  <a:srgbClr val="000000"/>
                </a:solidFill>
                <a:latin typeface="Arial" charset="0"/>
                <a:ea typeface="+mn-ea"/>
                <a:cs typeface="Arial" charset="0"/>
              </a:rPr>
              <a:t>roficiency of SAP &amp; Conduct Train-the-Trainer</a:t>
            </a:r>
            <a:endParaRPr lang="en-US" sz="1400" dirty="0">
              <a:solidFill>
                <a:srgbClr val="000000"/>
              </a:solidFill>
              <a:latin typeface="Arial" charset="0"/>
              <a:ea typeface="+mn-ea"/>
              <a:cs typeface="Arial" charset="0"/>
            </a:endParaRPr>
          </a:p>
        </p:txBody>
      </p:sp>
      <p:sp>
        <p:nvSpPr>
          <p:cNvPr id="55" name="TextBox 54"/>
          <p:cNvSpPr txBox="1"/>
          <p:nvPr/>
        </p:nvSpPr>
        <p:spPr bwMode="auto">
          <a:xfrm>
            <a:off x="276100" y="2493765"/>
            <a:ext cx="2006600" cy="973152"/>
          </a:xfrm>
          <a:prstGeom prst="rect">
            <a:avLst/>
          </a:prstGeom>
        </p:spPr>
        <p:txBody>
          <a:bodyPr wrap="square" rtlCol="0">
            <a:noAutofit/>
          </a:bodyPr>
          <a:lstStyle/>
          <a:p>
            <a:pPr marL="1588" algn="ctr" rtl="0" fontAlgn="base">
              <a:lnSpc>
                <a:spcPct val="106000"/>
              </a:lnSpc>
              <a:spcBef>
                <a:spcPct val="40000"/>
              </a:spcBef>
              <a:spcAft>
                <a:spcPct val="0"/>
              </a:spcAft>
              <a:buClr>
                <a:srgbClr val="000000"/>
              </a:buClr>
            </a:pPr>
            <a:r>
              <a:rPr lang="en-US" sz="1400" dirty="0" smtClean="0">
                <a:solidFill>
                  <a:srgbClr val="000000"/>
                </a:solidFill>
                <a:latin typeface="Arial" charset="0"/>
                <a:ea typeface="+mn-ea"/>
                <a:cs typeface="Arial" charset="0"/>
              </a:rPr>
              <a:t>Increase End User and Super User Understanding of LW &amp; SAP</a:t>
            </a:r>
            <a:endParaRPr lang="en-US" sz="1400" dirty="0">
              <a:solidFill>
                <a:srgbClr val="000000"/>
              </a:solidFill>
              <a:latin typeface="Arial" charset="0"/>
              <a:ea typeface="+mn-ea"/>
              <a:cs typeface="Arial" charset="0"/>
            </a:endParaRPr>
          </a:p>
        </p:txBody>
      </p:sp>
      <p:grpSp>
        <p:nvGrpSpPr>
          <p:cNvPr id="65" name="Group 33"/>
          <p:cNvGrpSpPr>
            <a:grpSpLocks noChangeAspect="1"/>
          </p:cNvGrpSpPr>
          <p:nvPr/>
        </p:nvGrpSpPr>
        <p:grpSpPr bwMode="auto">
          <a:xfrm>
            <a:off x="2918648" y="3657600"/>
            <a:ext cx="762000" cy="762000"/>
            <a:chOff x="1152" y="1488"/>
            <a:chExt cx="816" cy="816"/>
          </a:xfrm>
        </p:grpSpPr>
        <p:pic>
          <p:nvPicPr>
            <p:cNvPr id="66" name="Picture 34"/>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1152" y="1488"/>
              <a:ext cx="816" cy="81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67" name="Picture 35"/>
            <p:cNvPicPr>
              <a:picLocks noChangeAspect="1" noChangeArrowheads="1"/>
            </p:cNvPicPr>
            <p:nvPr/>
          </p:nvPicPr>
          <p:blipFill>
            <a:blip r:embed="rId5" cstate="print">
              <a:extLst>
                <a:ext uri="{28A0092B-C50C-407E-A947-70E740481C1C}">
                  <a14:useLocalDpi xmlns:a14="http://schemas.microsoft.com/office/drawing/2010/main" xmlns="" val="0"/>
                </a:ext>
              </a:extLst>
            </a:blip>
            <a:srcRect/>
            <a:stretch>
              <a:fillRect/>
            </a:stretch>
          </p:blipFill>
          <p:spPr bwMode="auto">
            <a:xfrm>
              <a:off x="1228" y="1534"/>
              <a:ext cx="665" cy="48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sp>
        <p:nvSpPr>
          <p:cNvPr id="70" name="TextBox 69"/>
          <p:cNvSpPr txBox="1"/>
          <p:nvPr/>
        </p:nvSpPr>
        <p:spPr bwMode="auto">
          <a:xfrm>
            <a:off x="349814" y="4779895"/>
            <a:ext cx="1841500" cy="1370312"/>
          </a:xfrm>
          <a:prstGeom prst="rect">
            <a:avLst/>
          </a:prstGeom>
        </p:spPr>
        <p:txBody>
          <a:bodyPr wrap="square" lIns="0" tIns="0" rIns="0" bIns="0" rtlCol="0" anchor="t">
            <a:spAutoFit/>
          </a:bodyPr>
          <a:lstStyle/>
          <a:p>
            <a:pPr marL="1588" algn="ctr" fontAlgn="base">
              <a:lnSpc>
                <a:spcPct val="106000"/>
              </a:lnSpc>
              <a:spcBef>
                <a:spcPct val="40000"/>
              </a:spcBef>
              <a:spcAft>
                <a:spcPct val="0"/>
              </a:spcAft>
              <a:buClr>
                <a:srgbClr val="000000"/>
              </a:buClr>
            </a:pPr>
            <a:r>
              <a:rPr lang="en-US" sz="1200" dirty="0">
                <a:solidFill>
                  <a:srgbClr val="000000"/>
                </a:solidFill>
                <a:latin typeface="Arial" charset="0"/>
                <a:cs typeface="Arial" charset="0"/>
              </a:rPr>
              <a:t>Create learning products for End Users and Super Users leveraging system and process developments on </a:t>
            </a:r>
            <a:r>
              <a:rPr lang="en-US" sz="1200" dirty="0" smtClean="0">
                <a:solidFill>
                  <a:srgbClr val="000000"/>
                </a:solidFill>
              </a:rPr>
              <a:t>LW </a:t>
            </a:r>
            <a:r>
              <a:rPr lang="en-US" sz="1200" dirty="0">
                <a:solidFill>
                  <a:srgbClr val="000000"/>
                </a:solidFill>
              </a:rPr>
              <a:t>principles, basic SAP concepts, and key </a:t>
            </a:r>
            <a:r>
              <a:rPr lang="en-US" sz="1200" dirty="0" smtClean="0">
                <a:solidFill>
                  <a:srgbClr val="000000"/>
                </a:solidFill>
              </a:rPr>
              <a:t>SAP </a:t>
            </a:r>
            <a:r>
              <a:rPr lang="en-US" sz="1200" dirty="0">
                <a:solidFill>
                  <a:srgbClr val="000000"/>
                </a:solidFill>
              </a:rPr>
              <a:t>terminology.</a:t>
            </a:r>
            <a:endParaRPr lang="en-US" sz="1200" dirty="0">
              <a:solidFill>
                <a:srgbClr val="000000"/>
              </a:solidFill>
              <a:latin typeface="Arial" charset="0"/>
              <a:cs typeface="Arial" charset="0"/>
            </a:endParaRPr>
          </a:p>
        </p:txBody>
      </p:sp>
      <p:sp>
        <p:nvSpPr>
          <p:cNvPr id="57" name="Right Arrow 56"/>
          <p:cNvSpPr/>
          <p:nvPr/>
        </p:nvSpPr>
        <p:spPr bwMode="auto">
          <a:xfrm>
            <a:off x="6309548" y="5291136"/>
            <a:ext cx="2438400" cy="533400"/>
          </a:xfrm>
          <a:prstGeom prst="rightArrow">
            <a:avLst/>
          </a:prstGeom>
          <a:solidFill>
            <a:schemeClr val="accent1"/>
          </a:solidFill>
          <a:ln w="9525" cap="flat" cmpd="sng" algn="ctr">
            <a:solidFill>
              <a:srgbClr val="4066B2"/>
            </a:solidFill>
            <a:prstDash val="solid"/>
            <a:round/>
            <a:headEnd type="none" w="med" len="med"/>
            <a:tailEnd type="none" w="med" len="med"/>
          </a:ln>
          <a:effectLst/>
        </p:spPr>
        <p:txBody>
          <a:bodyPr vert="horz" wrap="square" lIns="45720" tIns="45720" rIns="45720" bIns="45720" numCol="1" rtlCol="0" anchor="ctr" anchorCtr="0" compatLnSpc="1">
            <a:prstTxWarp prst="textNoShape">
              <a:avLst/>
            </a:prstTxWarp>
          </a:bodyPr>
          <a:lstStyle/>
          <a:p>
            <a:pPr marR="0" algn="l" defTabSz="914400" rtl="0" eaLnBrk="1" fontAlgn="base" latinLnBrk="0" hangingPunct="1">
              <a:lnSpc>
                <a:spcPct val="106000"/>
              </a:lnSpc>
              <a:spcBef>
                <a:spcPct val="0"/>
              </a:spcBef>
              <a:spcAft>
                <a:spcPct val="0"/>
              </a:spcAft>
              <a:buClrTx/>
              <a:buSzTx/>
              <a:buFont typeface="Wingdings 2" pitchFamily="18" charset="2"/>
              <a:buNone/>
              <a:tabLst/>
            </a:pPr>
            <a:r>
              <a:rPr kumimoji="0" lang="en-US" sz="1200" b="1" i="0" u="none" strike="noStrike" cap="none" normalizeH="0" baseline="0" dirty="0" smtClean="0">
                <a:ln>
                  <a:noFill/>
                </a:ln>
                <a:solidFill>
                  <a:srgbClr val="000000"/>
                </a:solidFill>
                <a:effectLst/>
                <a:latin typeface="Arial" charset="0"/>
              </a:rPr>
              <a:t>Ongoing Help Desk Support</a:t>
            </a:r>
          </a:p>
        </p:txBody>
      </p:sp>
      <p:sp>
        <p:nvSpPr>
          <p:cNvPr id="73" name="Right Arrow 72"/>
          <p:cNvSpPr/>
          <p:nvPr/>
        </p:nvSpPr>
        <p:spPr bwMode="auto">
          <a:xfrm>
            <a:off x="6309548" y="5595936"/>
            <a:ext cx="2438400" cy="533400"/>
          </a:xfrm>
          <a:prstGeom prst="rightArrow">
            <a:avLst/>
          </a:prstGeom>
          <a:solidFill>
            <a:schemeClr val="accent4"/>
          </a:solidFill>
          <a:ln w="9525" cap="flat" cmpd="sng" algn="ctr">
            <a:solidFill>
              <a:srgbClr val="4066B2"/>
            </a:solidFill>
            <a:prstDash val="solid"/>
            <a:round/>
            <a:headEnd type="none" w="med" len="med"/>
            <a:tailEnd type="none" w="med" len="med"/>
          </a:ln>
          <a:effectLst/>
        </p:spPr>
        <p:txBody>
          <a:bodyPr vert="horz" wrap="square" lIns="45720" tIns="45720" rIns="45720" bIns="45720" numCol="1" rtlCol="0" anchor="ctr" anchorCtr="0" compatLnSpc="1">
            <a:prstTxWarp prst="textNoShape">
              <a:avLst/>
            </a:prstTxWarp>
          </a:bodyPr>
          <a:lstStyle/>
          <a:p>
            <a:pPr marR="0" algn="l" defTabSz="914400" rtl="0" eaLnBrk="1" fontAlgn="base" latinLnBrk="0" hangingPunct="1">
              <a:lnSpc>
                <a:spcPct val="106000"/>
              </a:lnSpc>
              <a:spcBef>
                <a:spcPct val="0"/>
              </a:spcBef>
              <a:spcAft>
                <a:spcPct val="0"/>
              </a:spcAft>
              <a:buClrTx/>
              <a:buSzTx/>
              <a:buFont typeface="Wingdings 2" pitchFamily="18" charset="2"/>
              <a:buNone/>
              <a:tabLst/>
            </a:pPr>
            <a:r>
              <a:rPr lang="en-US" sz="1200" b="1" dirty="0" smtClean="0">
                <a:solidFill>
                  <a:schemeClr val="bg1"/>
                </a:solidFill>
              </a:rPr>
              <a:t>60</a:t>
            </a:r>
            <a:r>
              <a:rPr kumimoji="0" lang="en-US" sz="1200" b="1" i="0" u="none" strike="noStrike" cap="none" normalizeH="0" baseline="0" dirty="0" smtClean="0">
                <a:ln>
                  <a:noFill/>
                </a:ln>
                <a:solidFill>
                  <a:schemeClr val="bg1"/>
                </a:solidFill>
                <a:effectLst/>
                <a:latin typeface="Arial" charset="0"/>
              </a:rPr>
              <a:t> Day</a:t>
            </a:r>
            <a:r>
              <a:rPr kumimoji="0" lang="en-US" sz="1200" b="1" i="0" u="none" strike="noStrike" cap="none" normalizeH="0" dirty="0" smtClean="0">
                <a:ln>
                  <a:noFill/>
                </a:ln>
                <a:solidFill>
                  <a:schemeClr val="bg1"/>
                </a:solidFill>
                <a:effectLst/>
                <a:latin typeface="Arial" charset="0"/>
              </a:rPr>
              <a:t> Training Team Support</a:t>
            </a:r>
            <a:endParaRPr kumimoji="0" lang="en-US" sz="1200" b="1" i="0" u="none" strike="noStrike" cap="none" normalizeH="0" baseline="0" dirty="0" smtClean="0">
              <a:ln>
                <a:noFill/>
              </a:ln>
              <a:solidFill>
                <a:schemeClr val="bg1"/>
              </a:solidFill>
              <a:effectLst/>
              <a:latin typeface="Arial" charset="0"/>
            </a:endParaRPr>
          </a:p>
        </p:txBody>
      </p:sp>
      <p:sp>
        <p:nvSpPr>
          <p:cNvPr id="58" name="Rectangle 57"/>
          <p:cNvSpPr/>
          <p:nvPr/>
        </p:nvSpPr>
        <p:spPr bwMode="auto">
          <a:xfrm>
            <a:off x="8261334" y="1990089"/>
            <a:ext cx="76200" cy="480371"/>
          </a:xfrm>
          <a:prstGeom prst="rect">
            <a:avLst/>
          </a:prstGeom>
          <a:solidFill>
            <a:schemeClr val="accent1"/>
          </a:solidFill>
          <a:ln w="9525"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231775" marR="0" indent="-231775" algn="l" defTabSz="914400" rtl="0" eaLnBrk="1" fontAlgn="base" latinLnBrk="0" hangingPunct="1">
              <a:lnSpc>
                <a:spcPct val="106000"/>
              </a:lnSpc>
              <a:spcBef>
                <a:spcPct val="0"/>
              </a:spcBef>
              <a:spcAft>
                <a:spcPct val="0"/>
              </a:spcAft>
              <a:buClrTx/>
              <a:buSzTx/>
              <a:buFont typeface="Wingdings 2" pitchFamily="18" charset="2"/>
              <a:buNone/>
              <a:tabLst/>
            </a:pPr>
            <a:endParaRPr kumimoji="0" lang="en-US" sz="2400" b="0" i="0" u="none" strike="noStrike" cap="none" normalizeH="0" baseline="0" dirty="0" smtClean="0">
              <a:ln>
                <a:noFill/>
              </a:ln>
              <a:solidFill>
                <a:schemeClr val="tx1"/>
              </a:solidFill>
              <a:effectLst/>
              <a:latin typeface="Arial" charset="0"/>
            </a:endParaRPr>
          </a:p>
        </p:txBody>
      </p:sp>
      <p:sp>
        <p:nvSpPr>
          <p:cNvPr id="44" name="TextBox 43"/>
          <p:cNvSpPr txBox="1"/>
          <p:nvPr/>
        </p:nvSpPr>
        <p:spPr bwMode="auto">
          <a:xfrm>
            <a:off x="2361494" y="4779895"/>
            <a:ext cx="1841500" cy="1174552"/>
          </a:xfrm>
          <a:prstGeom prst="rect">
            <a:avLst/>
          </a:prstGeom>
        </p:spPr>
        <p:txBody>
          <a:bodyPr wrap="square" lIns="0" tIns="0" rIns="0" bIns="0" rtlCol="0" anchor="t">
            <a:spAutoFit/>
          </a:bodyPr>
          <a:lstStyle/>
          <a:p>
            <a:pPr marL="1588" algn="ctr" rtl="0" fontAlgn="base">
              <a:lnSpc>
                <a:spcPct val="106000"/>
              </a:lnSpc>
              <a:spcBef>
                <a:spcPct val="40000"/>
              </a:spcBef>
              <a:spcAft>
                <a:spcPct val="0"/>
              </a:spcAft>
              <a:buClr>
                <a:srgbClr val="000000"/>
              </a:buClr>
            </a:pPr>
            <a:r>
              <a:rPr lang="en-US" sz="1200" dirty="0" smtClean="0">
                <a:solidFill>
                  <a:srgbClr val="000000"/>
                </a:solidFill>
                <a:latin typeface="Arial" charset="0"/>
                <a:cs typeface="Arial" charset="0"/>
              </a:rPr>
              <a:t>Provide training on basic SAP navigation and other key elements to End Users and conduct train-the-trainer in preparation for instructor-led training.</a:t>
            </a:r>
            <a:endParaRPr lang="en-US" sz="1200" dirty="0">
              <a:solidFill>
                <a:srgbClr val="000000"/>
              </a:solidFill>
              <a:latin typeface="Arial" charset="0"/>
              <a:cs typeface="Arial" charset="0"/>
            </a:endParaRPr>
          </a:p>
        </p:txBody>
      </p:sp>
      <p:pic>
        <p:nvPicPr>
          <p:cNvPr id="50" name="Picture 2"/>
          <p:cNvPicPr>
            <a:picLocks noChangeAspect="1" noChangeArrowheads="1"/>
          </p:cNvPicPr>
          <p:nvPr/>
        </p:nvPicPr>
        <p:blipFill rotWithShape="1">
          <a:blip r:embed="rId6" cstate="print">
            <a:extLst>
              <a:ext uri="{28A0092B-C50C-407E-A947-70E740481C1C}">
                <a14:useLocalDpi xmlns:a14="http://schemas.microsoft.com/office/drawing/2010/main" xmlns="" val="0"/>
              </a:ext>
            </a:extLst>
          </a:blip>
          <a:srcRect l="10951" t="8788" r="10203" b="13240"/>
          <a:stretch/>
        </p:blipFill>
        <p:spPr bwMode="auto">
          <a:xfrm>
            <a:off x="1190500" y="3513873"/>
            <a:ext cx="1066800" cy="105812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0" name="Picture 3"/>
          <p:cNvPicPr>
            <a:picLocks noChangeAspect="1" noChangeArrowheads="1"/>
          </p:cNvPicPr>
          <p:nvPr/>
        </p:nvPicPr>
        <p:blipFill rotWithShape="1">
          <a:blip r:embed="rId7" cstate="print">
            <a:extLst>
              <a:ext uri="{28A0092B-C50C-407E-A947-70E740481C1C}">
                <a14:useLocalDpi xmlns:a14="http://schemas.microsoft.com/office/drawing/2010/main" xmlns="" val="0"/>
              </a:ext>
            </a:extLst>
          </a:blip>
          <a:srcRect l="21613" r="22610" b="36061"/>
          <a:stretch/>
        </p:blipFill>
        <p:spPr bwMode="auto">
          <a:xfrm>
            <a:off x="1377136" y="3586759"/>
            <a:ext cx="709387"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cxnSp>
        <p:nvCxnSpPr>
          <p:cNvPr id="16" name="Straight Arrow Connector 15"/>
          <p:cNvCxnSpPr/>
          <p:nvPr/>
        </p:nvCxnSpPr>
        <p:spPr bwMode="auto">
          <a:xfrm>
            <a:off x="1143000" y="3894873"/>
            <a:ext cx="152400" cy="0"/>
          </a:xfrm>
          <a:prstGeom prst="straightConnector1">
            <a:avLst/>
          </a:prstGeom>
          <a:solidFill>
            <a:schemeClr val="accent1"/>
          </a:solidFill>
          <a:ln w="9525" cap="flat" cmpd="sng" algn="ctr">
            <a:solidFill>
              <a:schemeClr val="accent1"/>
            </a:solidFill>
            <a:prstDash val="solid"/>
            <a:round/>
            <a:headEnd type="none" w="med" len="med"/>
            <a:tailEnd type="arrow"/>
          </a:ln>
          <a:effectLst/>
        </p:spPr>
      </p:cxnSp>
      <p:sp>
        <p:nvSpPr>
          <p:cNvPr id="49" name="TextBox 48"/>
          <p:cNvSpPr txBox="1"/>
          <p:nvPr/>
        </p:nvSpPr>
        <p:spPr bwMode="auto">
          <a:xfrm>
            <a:off x="4370634" y="4779895"/>
            <a:ext cx="1841500" cy="783035"/>
          </a:xfrm>
          <a:prstGeom prst="rect">
            <a:avLst/>
          </a:prstGeom>
        </p:spPr>
        <p:txBody>
          <a:bodyPr wrap="square" lIns="0" tIns="0" rIns="0" bIns="0" rtlCol="0" anchor="t">
            <a:spAutoFit/>
          </a:bodyPr>
          <a:lstStyle/>
          <a:p>
            <a:pPr marL="1588" algn="ctr" fontAlgn="base">
              <a:lnSpc>
                <a:spcPct val="106000"/>
              </a:lnSpc>
              <a:spcBef>
                <a:spcPct val="40000"/>
              </a:spcBef>
              <a:spcAft>
                <a:spcPct val="0"/>
              </a:spcAft>
              <a:buClr>
                <a:srgbClr val="000000"/>
              </a:buClr>
            </a:pPr>
            <a:r>
              <a:rPr lang="en-US" sz="1200" dirty="0">
                <a:solidFill>
                  <a:srgbClr val="000000"/>
                </a:solidFill>
                <a:latin typeface="Arial" charset="0"/>
                <a:cs typeface="Arial" charset="0"/>
              </a:rPr>
              <a:t>Facilitate a comprehensive facilities and logistics plan to ensure elements are in place for end user training.</a:t>
            </a:r>
          </a:p>
        </p:txBody>
      </p:sp>
      <p:pic>
        <p:nvPicPr>
          <p:cNvPr id="56" name="Picture 55" descr="Dec LW Newsletter.jpg"/>
          <p:cNvPicPr>
            <a:picLocks noChangeAspect="1"/>
          </p:cNvPicPr>
          <p:nvPr/>
        </p:nvPicPr>
        <p:blipFill>
          <a:blip r:embed="rId8" cstate="print"/>
          <a:stretch>
            <a:fillRect/>
          </a:stretch>
        </p:blipFill>
        <p:spPr>
          <a:xfrm>
            <a:off x="322048" y="3466917"/>
            <a:ext cx="841697" cy="1085862"/>
          </a:xfrm>
          <a:prstGeom prst="rect">
            <a:avLst/>
          </a:prstGeom>
          <a:scene3d>
            <a:camera prst="perspectiveFront"/>
            <a:lightRig rig="threePt" dir="t"/>
          </a:scene3d>
        </p:spPr>
      </p:pic>
    </p:spTree>
    <p:extLst>
      <p:ext uri="{BB962C8B-B14F-4D97-AF65-F5344CB8AC3E}">
        <p14:creationId xmlns:p14="http://schemas.microsoft.com/office/powerpoint/2010/main" xmlns="" val="263856043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1625" y="76200"/>
            <a:ext cx="8510588" cy="1325563"/>
          </a:xfrm>
        </p:spPr>
        <p:txBody>
          <a:bodyPr/>
          <a:lstStyle/>
          <a:p>
            <a:r>
              <a:rPr lang="en-US" dirty="0" smtClean="0"/>
              <a:t>Training Delivery</a:t>
            </a:r>
            <a:endParaRPr lang="en-US" dirty="0"/>
          </a:p>
        </p:txBody>
      </p:sp>
      <p:sp>
        <p:nvSpPr>
          <p:cNvPr id="3" name="Content Placeholder 2"/>
          <p:cNvSpPr>
            <a:spLocks noGrp="1"/>
          </p:cNvSpPr>
          <p:nvPr>
            <p:ph idx="1"/>
          </p:nvPr>
        </p:nvSpPr>
        <p:spPr>
          <a:xfrm>
            <a:off x="301625" y="1371600"/>
            <a:ext cx="8540750" cy="4422775"/>
          </a:xfrm>
        </p:spPr>
        <p:txBody>
          <a:bodyPr/>
          <a:lstStyle/>
          <a:p>
            <a:r>
              <a:rPr lang="en-US" dirty="0" smtClean="0"/>
              <a:t>Multi-Dimensional Learning</a:t>
            </a:r>
          </a:p>
          <a:p>
            <a:pPr marL="0" indent="0">
              <a:buNone/>
            </a:pPr>
            <a:endParaRPr lang="en-US" dirty="0"/>
          </a:p>
        </p:txBody>
      </p:sp>
      <p:sp>
        <p:nvSpPr>
          <p:cNvPr id="4" name="Slide Number Placeholder 3"/>
          <p:cNvSpPr>
            <a:spLocks noGrp="1"/>
          </p:cNvSpPr>
          <p:nvPr>
            <p:ph type="sldNum" sz="quarter" idx="10"/>
          </p:nvPr>
        </p:nvSpPr>
        <p:spPr/>
        <p:txBody>
          <a:bodyPr/>
          <a:lstStyle/>
          <a:p>
            <a:pPr>
              <a:defRPr/>
            </a:pPr>
            <a:fld id="{7DD40CAC-ECAA-4FA9-8917-7919529E6BDA}" type="slidenum">
              <a:rPr lang="en-US" smtClean="0"/>
              <a:pPr>
                <a:defRPr/>
              </a:pPr>
              <a:t>26</a:t>
            </a:fld>
            <a:endParaRPr lang="en-US" dirty="0"/>
          </a:p>
        </p:txBody>
      </p:sp>
      <p:sp>
        <p:nvSpPr>
          <p:cNvPr id="5" name="Rectangle 3"/>
          <p:cNvSpPr txBox="1">
            <a:spLocks noChangeArrowheads="1"/>
          </p:cNvSpPr>
          <p:nvPr/>
        </p:nvSpPr>
        <p:spPr bwMode="auto">
          <a:xfrm>
            <a:off x="292100" y="1981200"/>
            <a:ext cx="3517900" cy="4419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rgbClr val="004B91"/>
              </a:buClr>
              <a:buFont typeface="Wingdings" pitchFamily="2" charset="2"/>
              <a:buChar char="§"/>
              <a:defRPr sz="3200">
                <a:solidFill>
                  <a:srgbClr val="000000"/>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a:solidFill>
                  <a:srgbClr val="000000"/>
                </a:solidFill>
                <a:effectLst>
                  <a:outerShdw blurRad="38100" dist="38100" dir="2700000" algn="tl">
                    <a:srgbClr val="FFFFFF"/>
                  </a:outerShdw>
                </a:effectLst>
                <a:latin typeface="+mn-lt"/>
              </a:defRPr>
            </a:lvl2pPr>
            <a:lvl3pPr marL="1143000" indent="-228600" algn="l" rtl="0" eaLnBrk="0" fontAlgn="base" hangingPunct="0">
              <a:spcBef>
                <a:spcPct val="20000"/>
              </a:spcBef>
              <a:spcAft>
                <a:spcPct val="0"/>
              </a:spcAft>
              <a:buClr>
                <a:srgbClr val="004B91"/>
              </a:buClr>
              <a:buFont typeface="Wingdings" pitchFamily="2" charset="2"/>
              <a:buChar char="§"/>
              <a:defRPr sz="2400">
                <a:solidFill>
                  <a:srgbClr val="000000"/>
                </a:solidFill>
                <a:effectLst>
                  <a:outerShdw blurRad="38100" dist="38100" dir="2700000" algn="tl">
                    <a:srgbClr val="FFFFFF"/>
                  </a:outerShdw>
                </a:effectLst>
                <a:latin typeface="+mn-lt"/>
              </a:defRPr>
            </a:lvl3pPr>
            <a:lvl4pPr marL="1600200" indent="-228600" algn="l" rtl="0" eaLnBrk="0" fontAlgn="base" hangingPunct="0">
              <a:spcBef>
                <a:spcPct val="20000"/>
              </a:spcBef>
              <a:spcAft>
                <a:spcPct val="0"/>
              </a:spcAft>
              <a:buChar char="–"/>
              <a:defRPr sz="2000">
                <a:solidFill>
                  <a:srgbClr val="000000"/>
                </a:solidFill>
                <a:effectLst>
                  <a:outerShdw blurRad="38100" dist="38100" dir="2700000" algn="tl">
                    <a:srgbClr val="FFFFFF"/>
                  </a:outerShdw>
                </a:effectLst>
                <a:latin typeface="+mn-lt"/>
              </a:defRPr>
            </a:lvl4pPr>
            <a:lvl5pPr marL="2057400" indent="-228600" algn="l" rtl="0" eaLnBrk="0" fontAlgn="base" hangingPunct="0">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5pPr>
            <a:lvl6pPr marL="25146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6pPr>
            <a:lvl7pPr marL="29718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7pPr>
            <a:lvl8pPr marL="34290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8pPr>
            <a:lvl9pPr marL="38862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9pPr>
          </a:lstStyle>
          <a:p>
            <a:pPr eaLnBrk="1" hangingPunct="1">
              <a:buSzPct val="150000"/>
              <a:buFont typeface="Arial" panose="020B0604020202020204" pitchFamily="34" charset="0"/>
              <a:buChar char="•"/>
            </a:pPr>
            <a:r>
              <a:rPr lang="en-CA" sz="2000" kern="0" dirty="0" smtClean="0"/>
              <a:t>A combination of delivery methods provide all types of learners access to a multi</a:t>
            </a:r>
            <a:r>
              <a:rPr lang="en-US" sz="2000" kern="0" dirty="0" smtClean="0"/>
              <a:t>-</a:t>
            </a:r>
            <a:r>
              <a:rPr lang="en-CA" sz="2000" kern="0" dirty="0" smtClean="0"/>
              <a:t>dimensional integrated learning support solution for before, during and after the learning </a:t>
            </a:r>
            <a:r>
              <a:rPr lang="en-US" sz="2000" kern="0" dirty="0" smtClean="0"/>
              <a:t>activity</a:t>
            </a:r>
          </a:p>
          <a:p>
            <a:pPr eaLnBrk="1" hangingPunct="1">
              <a:buSzPct val="150000"/>
              <a:buFont typeface="Arial" panose="020B0604020202020204" pitchFamily="34" charset="0"/>
              <a:buChar char="•"/>
            </a:pPr>
            <a:endParaRPr lang="en-US" sz="2000" kern="0" dirty="0" smtClean="0"/>
          </a:p>
          <a:p>
            <a:pPr eaLnBrk="1" hangingPunct="1">
              <a:buSzPct val="150000"/>
              <a:buFont typeface="Arial" panose="020B0604020202020204" pitchFamily="34" charset="0"/>
              <a:buChar char="•"/>
            </a:pPr>
            <a:r>
              <a:rPr lang="en-US" sz="2000" kern="0" dirty="0" smtClean="0"/>
              <a:t>Training will be delivered by SMEs and super users, supported where possible by functional team members</a:t>
            </a:r>
            <a:endParaRPr lang="en-CA" sz="2000" kern="0" dirty="0" smtClean="0"/>
          </a:p>
        </p:txBody>
      </p:sp>
      <p:grpSp>
        <p:nvGrpSpPr>
          <p:cNvPr id="6" name="Group 5"/>
          <p:cNvGrpSpPr/>
          <p:nvPr/>
        </p:nvGrpSpPr>
        <p:grpSpPr>
          <a:xfrm>
            <a:off x="3858904" y="2209800"/>
            <a:ext cx="5081896" cy="3777874"/>
            <a:chOff x="3858904" y="2209800"/>
            <a:chExt cx="5081896" cy="3777874"/>
          </a:xfrm>
        </p:grpSpPr>
        <p:sp>
          <p:nvSpPr>
            <p:cNvPr id="7" name="Rectangle 4"/>
            <p:cNvSpPr>
              <a:spLocks noChangeArrowheads="1"/>
            </p:cNvSpPr>
            <p:nvPr/>
          </p:nvSpPr>
          <p:spPr bwMode="auto">
            <a:xfrm>
              <a:off x="6907213" y="4100513"/>
              <a:ext cx="0" cy="228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fontAlgn="base">
                <a:spcBef>
                  <a:spcPct val="0"/>
                </a:spcBef>
                <a:spcAft>
                  <a:spcPct val="0"/>
                </a:spcAft>
              </a:pPr>
              <a:endParaRPr lang="fr-FR" sz="1500" b="1" dirty="0">
                <a:solidFill>
                  <a:srgbClr val="000000"/>
                </a:solidFill>
                <a:latin typeface="Times New Roman" pitchFamily="18" charset="0"/>
              </a:endParaRPr>
            </a:p>
          </p:txBody>
        </p:sp>
        <p:graphicFrame>
          <p:nvGraphicFramePr>
            <p:cNvPr id="8" name="Object 5"/>
            <p:cNvGraphicFramePr>
              <a:graphicFrameLocks noChangeAspect="1"/>
            </p:cNvGraphicFramePr>
            <p:nvPr>
              <p:extLst>
                <p:ext uri="{D42A27DB-BD31-4B8C-83A1-F6EECF244321}">
                  <p14:modId xmlns:p14="http://schemas.microsoft.com/office/powerpoint/2010/main" xmlns="" val="1437817220"/>
                </p:ext>
              </p:extLst>
            </p:nvPr>
          </p:nvGraphicFramePr>
          <p:xfrm>
            <a:off x="3858904" y="2215774"/>
            <a:ext cx="5029200" cy="3771900"/>
          </p:xfrm>
          <a:graphic>
            <a:graphicData uri="http://schemas.openxmlformats.org/presentationml/2006/ole">
              <p:oleObj spid="_x0000_s1059" name="Bitmap Image" r:id="rId3" imgW="5753903" imgH="4315427" progId="PBrush">
                <p:embed/>
              </p:oleObj>
            </a:graphicData>
          </a:graphic>
        </p:graphicFrame>
        <p:sp>
          <p:nvSpPr>
            <p:cNvPr id="9" name="Text Box 6"/>
            <p:cNvSpPr txBox="1">
              <a:spLocks noChangeArrowheads="1"/>
            </p:cNvSpPr>
            <p:nvPr/>
          </p:nvSpPr>
          <p:spPr bwMode="auto">
            <a:xfrm>
              <a:off x="4648200" y="2346325"/>
              <a:ext cx="990600" cy="228600"/>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solidFill>
                    <a:schemeClr val="accent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lIns="45720" rIns="45720">
              <a:spAutoFit/>
            </a:bodyPr>
            <a:lstStyle>
              <a:lvl1pPr>
                <a:defRPr sz="1600">
                  <a:solidFill>
                    <a:schemeClr val="tx1"/>
                  </a:solidFill>
                  <a:latin typeface="Arial" charset="0"/>
                </a:defRPr>
              </a:lvl1pPr>
              <a:lvl2pPr marL="742950" indent="-285750">
                <a:defRPr sz="1600">
                  <a:solidFill>
                    <a:schemeClr val="tx1"/>
                  </a:solidFill>
                  <a:latin typeface="Arial" charset="0"/>
                </a:defRPr>
              </a:lvl2pPr>
              <a:lvl3pPr marL="1143000" indent="-228600">
                <a:defRPr sz="1600">
                  <a:solidFill>
                    <a:schemeClr val="tx1"/>
                  </a:solidFill>
                  <a:latin typeface="Arial" charset="0"/>
                </a:defRPr>
              </a:lvl3pPr>
              <a:lvl4pPr marL="1600200" indent="-228600">
                <a:defRPr sz="1600">
                  <a:solidFill>
                    <a:schemeClr val="tx1"/>
                  </a:solidFill>
                  <a:latin typeface="Arial" charset="0"/>
                </a:defRPr>
              </a:lvl4pPr>
              <a:lvl5pPr marL="2057400" indent="-228600">
                <a:defRPr sz="1600">
                  <a:solidFill>
                    <a:schemeClr val="tx1"/>
                  </a:solidFill>
                  <a:latin typeface="Arial" charset="0"/>
                </a:defRPr>
              </a:lvl5pPr>
              <a:lvl6pPr marL="2514600" indent="-228600" algn="ctr" eaLnBrk="0" fontAlgn="base" hangingPunct="0">
                <a:spcBef>
                  <a:spcPct val="0"/>
                </a:spcBef>
                <a:spcAft>
                  <a:spcPct val="0"/>
                </a:spcAft>
                <a:defRPr sz="1600">
                  <a:solidFill>
                    <a:schemeClr val="tx1"/>
                  </a:solidFill>
                  <a:latin typeface="Arial" charset="0"/>
                </a:defRPr>
              </a:lvl6pPr>
              <a:lvl7pPr marL="2971800" indent="-228600" algn="ctr" eaLnBrk="0" fontAlgn="base" hangingPunct="0">
                <a:spcBef>
                  <a:spcPct val="0"/>
                </a:spcBef>
                <a:spcAft>
                  <a:spcPct val="0"/>
                </a:spcAft>
                <a:defRPr sz="1600">
                  <a:solidFill>
                    <a:schemeClr val="tx1"/>
                  </a:solidFill>
                  <a:latin typeface="Arial" charset="0"/>
                </a:defRPr>
              </a:lvl7pPr>
              <a:lvl8pPr marL="3429000" indent="-228600" algn="ctr" eaLnBrk="0" fontAlgn="base" hangingPunct="0">
                <a:spcBef>
                  <a:spcPct val="0"/>
                </a:spcBef>
                <a:spcAft>
                  <a:spcPct val="0"/>
                </a:spcAft>
                <a:defRPr sz="1600">
                  <a:solidFill>
                    <a:schemeClr val="tx1"/>
                  </a:solidFill>
                  <a:latin typeface="Arial" charset="0"/>
                </a:defRPr>
              </a:lvl8pPr>
              <a:lvl9pPr marL="3886200" indent="-228600" algn="ctr" eaLnBrk="0" fontAlgn="base" hangingPunct="0">
                <a:spcBef>
                  <a:spcPct val="0"/>
                </a:spcBef>
                <a:spcAft>
                  <a:spcPct val="0"/>
                </a:spcAft>
                <a:defRPr sz="1600">
                  <a:solidFill>
                    <a:schemeClr val="tx1"/>
                  </a:solidFill>
                  <a:latin typeface="Arial" charset="0"/>
                </a:defRPr>
              </a:lvl9pPr>
            </a:lstStyle>
            <a:p>
              <a:pPr fontAlgn="base">
                <a:spcBef>
                  <a:spcPct val="50000"/>
                </a:spcBef>
                <a:spcAft>
                  <a:spcPct val="0"/>
                </a:spcAft>
              </a:pPr>
              <a:r>
                <a:rPr lang="en-US" sz="900" b="1" dirty="0">
                  <a:solidFill>
                    <a:srgbClr val="000000"/>
                  </a:solidFill>
                  <a:latin typeface="Verdana" pitchFamily="34" charset="0"/>
                </a:rPr>
                <a:t>System User</a:t>
              </a:r>
            </a:p>
          </p:txBody>
        </p:sp>
        <p:sp>
          <p:nvSpPr>
            <p:cNvPr id="10" name="Text Box 7"/>
            <p:cNvSpPr txBox="1">
              <a:spLocks noChangeArrowheads="1"/>
            </p:cNvSpPr>
            <p:nvPr/>
          </p:nvSpPr>
          <p:spPr bwMode="auto">
            <a:xfrm>
              <a:off x="7200900" y="2209800"/>
              <a:ext cx="1219200" cy="501650"/>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solidFill>
                    <a:schemeClr val="accent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lIns="45720" rIns="45720">
              <a:spAutoFit/>
            </a:bodyPr>
            <a:lstStyle>
              <a:lvl1pPr>
                <a:defRPr sz="1600">
                  <a:solidFill>
                    <a:schemeClr val="tx1"/>
                  </a:solidFill>
                  <a:latin typeface="Arial" charset="0"/>
                </a:defRPr>
              </a:lvl1pPr>
              <a:lvl2pPr marL="742950" indent="-285750">
                <a:defRPr sz="1600">
                  <a:solidFill>
                    <a:schemeClr val="tx1"/>
                  </a:solidFill>
                  <a:latin typeface="Arial" charset="0"/>
                </a:defRPr>
              </a:lvl2pPr>
              <a:lvl3pPr marL="1143000" indent="-228600">
                <a:defRPr sz="1600">
                  <a:solidFill>
                    <a:schemeClr val="tx1"/>
                  </a:solidFill>
                  <a:latin typeface="Arial" charset="0"/>
                </a:defRPr>
              </a:lvl3pPr>
              <a:lvl4pPr marL="1600200" indent="-228600">
                <a:defRPr sz="1600">
                  <a:solidFill>
                    <a:schemeClr val="tx1"/>
                  </a:solidFill>
                  <a:latin typeface="Arial" charset="0"/>
                </a:defRPr>
              </a:lvl4pPr>
              <a:lvl5pPr marL="2057400" indent="-228600">
                <a:defRPr sz="1600">
                  <a:solidFill>
                    <a:schemeClr val="tx1"/>
                  </a:solidFill>
                  <a:latin typeface="Arial" charset="0"/>
                </a:defRPr>
              </a:lvl5pPr>
              <a:lvl6pPr marL="2514600" indent="-228600" algn="ctr" eaLnBrk="0" fontAlgn="base" hangingPunct="0">
                <a:spcBef>
                  <a:spcPct val="0"/>
                </a:spcBef>
                <a:spcAft>
                  <a:spcPct val="0"/>
                </a:spcAft>
                <a:defRPr sz="1600">
                  <a:solidFill>
                    <a:schemeClr val="tx1"/>
                  </a:solidFill>
                  <a:latin typeface="Arial" charset="0"/>
                </a:defRPr>
              </a:lvl6pPr>
              <a:lvl7pPr marL="2971800" indent="-228600" algn="ctr" eaLnBrk="0" fontAlgn="base" hangingPunct="0">
                <a:spcBef>
                  <a:spcPct val="0"/>
                </a:spcBef>
                <a:spcAft>
                  <a:spcPct val="0"/>
                </a:spcAft>
                <a:defRPr sz="1600">
                  <a:solidFill>
                    <a:schemeClr val="tx1"/>
                  </a:solidFill>
                  <a:latin typeface="Arial" charset="0"/>
                </a:defRPr>
              </a:lvl7pPr>
              <a:lvl8pPr marL="3429000" indent="-228600" algn="ctr" eaLnBrk="0" fontAlgn="base" hangingPunct="0">
                <a:spcBef>
                  <a:spcPct val="0"/>
                </a:spcBef>
                <a:spcAft>
                  <a:spcPct val="0"/>
                </a:spcAft>
                <a:defRPr sz="1600">
                  <a:solidFill>
                    <a:schemeClr val="tx1"/>
                  </a:solidFill>
                  <a:latin typeface="Arial" charset="0"/>
                </a:defRPr>
              </a:lvl8pPr>
              <a:lvl9pPr marL="3886200" indent="-228600" algn="ctr" eaLnBrk="0" fontAlgn="base" hangingPunct="0">
                <a:spcBef>
                  <a:spcPct val="0"/>
                </a:spcBef>
                <a:spcAft>
                  <a:spcPct val="0"/>
                </a:spcAft>
                <a:defRPr sz="1600">
                  <a:solidFill>
                    <a:schemeClr val="tx1"/>
                  </a:solidFill>
                  <a:latin typeface="Arial" charset="0"/>
                </a:defRPr>
              </a:lvl9pPr>
            </a:lstStyle>
            <a:p>
              <a:pPr fontAlgn="base">
                <a:spcBef>
                  <a:spcPct val="50000"/>
                </a:spcBef>
                <a:spcAft>
                  <a:spcPct val="0"/>
                </a:spcAft>
              </a:pPr>
              <a:r>
                <a:rPr lang="en-US" sz="900" b="1" dirty="0">
                  <a:solidFill>
                    <a:srgbClr val="000000"/>
                  </a:solidFill>
                  <a:latin typeface="Verdana" pitchFamily="34" charset="0"/>
                </a:rPr>
                <a:t>Self-Paced and/or Online Training</a:t>
              </a:r>
            </a:p>
          </p:txBody>
        </p:sp>
        <p:sp>
          <p:nvSpPr>
            <p:cNvPr id="11" name="Text Box 8"/>
            <p:cNvSpPr txBox="1">
              <a:spLocks noChangeArrowheads="1"/>
            </p:cNvSpPr>
            <p:nvPr/>
          </p:nvSpPr>
          <p:spPr bwMode="auto">
            <a:xfrm>
              <a:off x="4419600" y="5502275"/>
              <a:ext cx="1524000" cy="365125"/>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solidFill>
                    <a:schemeClr val="accent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lIns="45720" rIns="45720">
              <a:spAutoFit/>
            </a:bodyPr>
            <a:lstStyle>
              <a:lvl1pPr>
                <a:defRPr sz="1600">
                  <a:solidFill>
                    <a:schemeClr val="tx1"/>
                  </a:solidFill>
                  <a:latin typeface="Arial" charset="0"/>
                </a:defRPr>
              </a:lvl1pPr>
              <a:lvl2pPr marL="742950" indent="-285750">
                <a:defRPr sz="1600">
                  <a:solidFill>
                    <a:schemeClr val="tx1"/>
                  </a:solidFill>
                  <a:latin typeface="Arial" charset="0"/>
                </a:defRPr>
              </a:lvl2pPr>
              <a:lvl3pPr marL="1143000" indent="-228600">
                <a:defRPr sz="1600">
                  <a:solidFill>
                    <a:schemeClr val="tx1"/>
                  </a:solidFill>
                  <a:latin typeface="Arial" charset="0"/>
                </a:defRPr>
              </a:lvl3pPr>
              <a:lvl4pPr marL="1600200" indent="-228600">
                <a:defRPr sz="1600">
                  <a:solidFill>
                    <a:schemeClr val="tx1"/>
                  </a:solidFill>
                  <a:latin typeface="Arial" charset="0"/>
                </a:defRPr>
              </a:lvl4pPr>
              <a:lvl5pPr marL="2057400" indent="-228600">
                <a:defRPr sz="1600">
                  <a:solidFill>
                    <a:schemeClr val="tx1"/>
                  </a:solidFill>
                  <a:latin typeface="Arial" charset="0"/>
                </a:defRPr>
              </a:lvl5pPr>
              <a:lvl6pPr marL="2514600" indent="-228600" algn="ctr" eaLnBrk="0" fontAlgn="base" hangingPunct="0">
                <a:spcBef>
                  <a:spcPct val="0"/>
                </a:spcBef>
                <a:spcAft>
                  <a:spcPct val="0"/>
                </a:spcAft>
                <a:defRPr sz="1600">
                  <a:solidFill>
                    <a:schemeClr val="tx1"/>
                  </a:solidFill>
                  <a:latin typeface="Arial" charset="0"/>
                </a:defRPr>
              </a:lvl6pPr>
              <a:lvl7pPr marL="2971800" indent="-228600" algn="ctr" eaLnBrk="0" fontAlgn="base" hangingPunct="0">
                <a:spcBef>
                  <a:spcPct val="0"/>
                </a:spcBef>
                <a:spcAft>
                  <a:spcPct val="0"/>
                </a:spcAft>
                <a:defRPr sz="1600">
                  <a:solidFill>
                    <a:schemeClr val="tx1"/>
                  </a:solidFill>
                  <a:latin typeface="Arial" charset="0"/>
                </a:defRPr>
              </a:lvl7pPr>
              <a:lvl8pPr marL="3429000" indent="-228600" algn="ctr" eaLnBrk="0" fontAlgn="base" hangingPunct="0">
                <a:spcBef>
                  <a:spcPct val="0"/>
                </a:spcBef>
                <a:spcAft>
                  <a:spcPct val="0"/>
                </a:spcAft>
                <a:defRPr sz="1600">
                  <a:solidFill>
                    <a:schemeClr val="tx1"/>
                  </a:solidFill>
                  <a:latin typeface="Arial" charset="0"/>
                </a:defRPr>
              </a:lvl8pPr>
              <a:lvl9pPr marL="3886200" indent="-228600" algn="ctr" eaLnBrk="0" fontAlgn="base" hangingPunct="0">
                <a:spcBef>
                  <a:spcPct val="0"/>
                </a:spcBef>
                <a:spcAft>
                  <a:spcPct val="0"/>
                </a:spcAft>
                <a:defRPr sz="1600">
                  <a:solidFill>
                    <a:schemeClr val="tx1"/>
                  </a:solidFill>
                  <a:latin typeface="Arial" charset="0"/>
                </a:defRPr>
              </a:lvl9pPr>
            </a:lstStyle>
            <a:p>
              <a:pPr fontAlgn="base">
                <a:spcBef>
                  <a:spcPct val="50000"/>
                </a:spcBef>
                <a:spcAft>
                  <a:spcPct val="0"/>
                </a:spcAft>
              </a:pPr>
              <a:r>
                <a:rPr lang="en-US" sz="900" b="1" dirty="0">
                  <a:solidFill>
                    <a:srgbClr val="000000"/>
                  </a:solidFill>
                  <a:latin typeface="Verdana" pitchFamily="34" charset="0"/>
                </a:rPr>
                <a:t>Classroom/Coaching/On-The-Job</a:t>
              </a:r>
            </a:p>
          </p:txBody>
        </p:sp>
        <p:sp>
          <p:nvSpPr>
            <p:cNvPr id="12" name="Text Box 9"/>
            <p:cNvSpPr txBox="1">
              <a:spLocks noChangeArrowheads="1"/>
            </p:cNvSpPr>
            <p:nvPr/>
          </p:nvSpPr>
          <p:spPr bwMode="auto">
            <a:xfrm>
              <a:off x="7112000" y="5486400"/>
              <a:ext cx="1828800" cy="365125"/>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solidFill>
                    <a:schemeClr val="accent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lIns="45720" rIns="45720">
              <a:spAutoFit/>
            </a:bodyPr>
            <a:lstStyle>
              <a:lvl1pPr>
                <a:defRPr sz="1600">
                  <a:solidFill>
                    <a:schemeClr val="tx1"/>
                  </a:solidFill>
                  <a:latin typeface="Arial" charset="0"/>
                </a:defRPr>
              </a:lvl1pPr>
              <a:lvl2pPr marL="742950" indent="-285750">
                <a:defRPr sz="1600">
                  <a:solidFill>
                    <a:schemeClr val="tx1"/>
                  </a:solidFill>
                  <a:latin typeface="Arial" charset="0"/>
                </a:defRPr>
              </a:lvl2pPr>
              <a:lvl3pPr marL="1143000" indent="-228600">
                <a:defRPr sz="1600">
                  <a:solidFill>
                    <a:schemeClr val="tx1"/>
                  </a:solidFill>
                  <a:latin typeface="Arial" charset="0"/>
                </a:defRPr>
              </a:lvl3pPr>
              <a:lvl4pPr marL="1600200" indent="-228600">
                <a:defRPr sz="1600">
                  <a:solidFill>
                    <a:schemeClr val="tx1"/>
                  </a:solidFill>
                  <a:latin typeface="Arial" charset="0"/>
                </a:defRPr>
              </a:lvl4pPr>
              <a:lvl5pPr marL="2057400" indent="-228600">
                <a:defRPr sz="1600">
                  <a:solidFill>
                    <a:schemeClr val="tx1"/>
                  </a:solidFill>
                  <a:latin typeface="Arial" charset="0"/>
                </a:defRPr>
              </a:lvl5pPr>
              <a:lvl6pPr marL="2514600" indent="-228600" algn="ctr" eaLnBrk="0" fontAlgn="base" hangingPunct="0">
                <a:spcBef>
                  <a:spcPct val="0"/>
                </a:spcBef>
                <a:spcAft>
                  <a:spcPct val="0"/>
                </a:spcAft>
                <a:defRPr sz="1600">
                  <a:solidFill>
                    <a:schemeClr val="tx1"/>
                  </a:solidFill>
                  <a:latin typeface="Arial" charset="0"/>
                </a:defRPr>
              </a:lvl6pPr>
              <a:lvl7pPr marL="2971800" indent="-228600" algn="ctr" eaLnBrk="0" fontAlgn="base" hangingPunct="0">
                <a:spcBef>
                  <a:spcPct val="0"/>
                </a:spcBef>
                <a:spcAft>
                  <a:spcPct val="0"/>
                </a:spcAft>
                <a:defRPr sz="1600">
                  <a:solidFill>
                    <a:schemeClr val="tx1"/>
                  </a:solidFill>
                  <a:latin typeface="Arial" charset="0"/>
                </a:defRPr>
              </a:lvl7pPr>
              <a:lvl8pPr marL="3429000" indent="-228600" algn="ctr" eaLnBrk="0" fontAlgn="base" hangingPunct="0">
                <a:spcBef>
                  <a:spcPct val="0"/>
                </a:spcBef>
                <a:spcAft>
                  <a:spcPct val="0"/>
                </a:spcAft>
                <a:defRPr sz="1600">
                  <a:solidFill>
                    <a:schemeClr val="tx1"/>
                  </a:solidFill>
                  <a:latin typeface="Arial" charset="0"/>
                </a:defRPr>
              </a:lvl8pPr>
              <a:lvl9pPr marL="3886200" indent="-228600" algn="ctr" eaLnBrk="0" fontAlgn="base" hangingPunct="0">
                <a:spcBef>
                  <a:spcPct val="0"/>
                </a:spcBef>
                <a:spcAft>
                  <a:spcPct val="0"/>
                </a:spcAft>
                <a:defRPr sz="1600">
                  <a:solidFill>
                    <a:schemeClr val="tx1"/>
                  </a:solidFill>
                  <a:latin typeface="Arial" charset="0"/>
                </a:defRPr>
              </a:lvl9pPr>
            </a:lstStyle>
            <a:p>
              <a:pPr fontAlgn="base">
                <a:spcBef>
                  <a:spcPct val="50000"/>
                </a:spcBef>
                <a:spcAft>
                  <a:spcPct val="0"/>
                </a:spcAft>
              </a:pPr>
              <a:r>
                <a:rPr lang="en-US" sz="900" b="1" dirty="0">
                  <a:solidFill>
                    <a:srgbClr val="000000"/>
                  </a:solidFill>
                  <a:latin typeface="Verdana" pitchFamily="34" charset="0"/>
                </a:rPr>
                <a:t>Simulations/Job Aids/Help</a:t>
              </a:r>
            </a:p>
          </p:txBody>
        </p:sp>
      </p:grpSp>
    </p:spTree>
    <p:extLst>
      <p:ext uri="{BB962C8B-B14F-4D97-AF65-F5344CB8AC3E}">
        <p14:creationId xmlns:p14="http://schemas.microsoft.com/office/powerpoint/2010/main" xmlns="" val="140528332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06363"/>
            <a:ext cx="9144000" cy="1325563"/>
          </a:xfrm>
        </p:spPr>
        <p:txBody>
          <a:bodyPr/>
          <a:lstStyle/>
          <a:p>
            <a:r>
              <a:rPr lang="en-US" dirty="0" smtClean="0"/>
              <a:t>Training Development/Delivery Approach</a:t>
            </a:r>
            <a:endParaRPr lang="en-US" dirty="0"/>
          </a:p>
        </p:txBody>
      </p:sp>
      <p:sp>
        <p:nvSpPr>
          <p:cNvPr id="7" name="Content Placeholder 6"/>
          <p:cNvSpPr>
            <a:spLocks noGrp="1"/>
          </p:cNvSpPr>
          <p:nvPr>
            <p:ph idx="1"/>
          </p:nvPr>
        </p:nvSpPr>
        <p:spPr/>
        <p:txBody>
          <a:bodyPr/>
          <a:lstStyle/>
          <a:p>
            <a:endParaRPr lang="en-US"/>
          </a:p>
        </p:txBody>
      </p:sp>
      <p:sp>
        <p:nvSpPr>
          <p:cNvPr id="3" name="Slide Number Placeholder 2"/>
          <p:cNvSpPr>
            <a:spLocks noGrp="1"/>
          </p:cNvSpPr>
          <p:nvPr>
            <p:ph type="sldNum" sz="quarter" idx="10"/>
          </p:nvPr>
        </p:nvSpPr>
        <p:spPr/>
        <p:txBody>
          <a:bodyPr/>
          <a:lstStyle/>
          <a:p>
            <a:pPr>
              <a:defRPr/>
            </a:pPr>
            <a:endParaRPr lang="en-US" dirty="0" smtClean="0"/>
          </a:p>
          <a:p>
            <a:pPr>
              <a:defRPr/>
            </a:pPr>
            <a:fld id="{24B54E38-4C91-4240-939A-13483E36DDC2}" type="slidenum">
              <a:rPr lang="en-US" smtClean="0"/>
              <a:pPr>
                <a:defRPr/>
              </a:pPr>
              <a:t>27</a:t>
            </a:fld>
            <a:endParaRPr lang="en-US" dirty="0"/>
          </a:p>
        </p:txBody>
      </p:sp>
      <p:pic>
        <p:nvPicPr>
          <p:cNvPr id="4" name="Picture 3"/>
          <p:cNvPicPr>
            <a:picLocks noChangeAspect="1"/>
          </p:cNvPicPr>
          <p:nvPr/>
        </p:nvPicPr>
        <p:blipFill>
          <a:blip r:embed="rId2" cstate="print">
            <a:lum bright="-21000" contrast="42000"/>
          </a:blip>
          <a:stretch>
            <a:fillRect/>
          </a:stretch>
        </p:blipFill>
        <p:spPr>
          <a:xfrm>
            <a:off x="0" y="1364108"/>
            <a:ext cx="9144000" cy="5360542"/>
          </a:xfrm>
          <a:prstGeom prst="rect">
            <a:avLst/>
          </a:prstGeom>
        </p:spPr>
      </p:pic>
    </p:spTree>
    <p:extLst>
      <p:ext uri="{BB962C8B-B14F-4D97-AF65-F5344CB8AC3E}">
        <p14:creationId xmlns:p14="http://schemas.microsoft.com/office/powerpoint/2010/main" xmlns="" val="63703546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4"/>
          <p:cNvSpPr>
            <a:spLocks noGrp="1" noChangeArrowheads="1"/>
          </p:cNvSpPr>
          <p:nvPr>
            <p:ph type="title"/>
          </p:nvPr>
        </p:nvSpPr>
        <p:spPr>
          <a:xfrm>
            <a:off x="301625" y="-76200"/>
            <a:ext cx="8510588" cy="1325563"/>
          </a:xfrm>
        </p:spPr>
        <p:txBody>
          <a:bodyPr/>
          <a:lstStyle/>
          <a:p>
            <a:pPr eaLnBrk="1" hangingPunct="1"/>
            <a:r>
              <a:rPr lang="en-CA" dirty="0" smtClean="0"/>
              <a:t>Training Material Deliverables</a:t>
            </a:r>
          </a:p>
        </p:txBody>
      </p:sp>
      <p:sp>
        <p:nvSpPr>
          <p:cNvPr id="14339" name="Rectangle 5"/>
          <p:cNvSpPr>
            <a:spLocks noGrp="1" noChangeArrowheads="1"/>
          </p:cNvSpPr>
          <p:nvPr>
            <p:ph idx="1"/>
          </p:nvPr>
        </p:nvSpPr>
        <p:spPr>
          <a:xfrm>
            <a:off x="838200" y="1066800"/>
            <a:ext cx="7974013" cy="4422775"/>
          </a:xfrm>
        </p:spPr>
        <p:txBody>
          <a:bodyPr/>
          <a:lstStyle/>
          <a:p>
            <a:pPr marL="0" indent="0" eaLnBrk="1" hangingPunct="1"/>
            <a:r>
              <a:rPr lang="en-CA" sz="2200" u="sng" dirty="0" smtClean="0">
                <a:latin typeface="Arial" pitchFamily="34" charset="0"/>
                <a:cs typeface="Arial" pitchFamily="34" charset="0"/>
              </a:rPr>
              <a:t>What</a:t>
            </a:r>
            <a:r>
              <a:rPr lang="en-CA" sz="2200" dirty="0" smtClean="0">
                <a:latin typeface="Arial" pitchFamily="34" charset="0"/>
                <a:cs typeface="Arial" pitchFamily="34" charset="0"/>
              </a:rPr>
              <a:t>, </a:t>
            </a:r>
            <a:r>
              <a:rPr lang="en-CA" sz="2200" u="sng" dirty="0" smtClean="0">
                <a:latin typeface="Arial" pitchFamily="34" charset="0"/>
                <a:cs typeface="Arial" pitchFamily="34" charset="0"/>
              </a:rPr>
              <a:t>whom</a:t>
            </a:r>
            <a:r>
              <a:rPr lang="en-CA" sz="2200" dirty="0" smtClean="0">
                <a:latin typeface="Arial" pitchFamily="34" charset="0"/>
                <a:cs typeface="Arial" pitchFamily="34" charset="0"/>
              </a:rPr>
              <a:t>, </a:t>
            </a:r>
            <a:r>
              <a:rPr lang="en-CA" sz="2200" u="sng" dirty="0" smtClean="0">
                <a:latin typeface="Arial" pitchFamily="34" charset="0"/>
                <a:cs typeface="Arial" pitchFamily="34" charset="0"/>
              </a:rPr>
              <a:t>when</a:t>
            </a:r>
            <a:r>
              <a:rPr lang="en-CA" sz="2200" dirty="0" smtClean="0">
                <a:latin typeface="Arial" pitchFamily="34" charset="0"/>
                <a:cs typeface="Arial" pitchFamily="34" charset="0"/>
              </a:rPr>
              <a:t>, and </a:t>
            </a:r>
            <a:r>
              <a:rPr lang="en-CA" sz="2200" u="sng" dirty="0" smtClean="0">
                <a:latin typeface="Arial" pitchFamily="34" charset="0"/>
                <a:cs typeface="Arial" pitchFamily="34" charset="0"/>
              </a:rPr>
              <a:t>how</a:t>
            </a:r>
          </a:p>
          <a:p>
            <a:pPr marL="0" indent="0" eaLnBrk="1" hangingPunct="1"/>
            <a:endParaRPr lang="en-CA" sz="2200" u="sng" dirty="0" smtClean="0">
              <a:latin typeface="Arial" pitchFamily="34" charset="0"/>
              <a:cs typeface="Arial" pitchFamily="34" charset="0"/>
            </a:endParaRPr>
          </a:p>
          <a:p>
            <a:pPr marL="0" indent="0" eaLnBrk="1" hangingPunct="1">
              <a:spcAft>
                <a:spcPts val="800"/>
              </a:spcAft>
              <a:buFont typeface="Wingdings" pitchFamily="2" charset="2"/>
              <a:buChar char="§"/>
            </a:pPr>
            <a:r>
              <a:rPr lang="en-CA" sz="2200" dirty="0" smtClean="0">
                <a:latin typeface="Arial" pitchFamily="34" charset="0"/>
                <a:cs typeface="Arial" pitchFamily="34" charset="0"/>
              </a:rPr>
              <a:t> Training materials are needed for ongoing support and sustainability within Loudoun water, and are comprised of:</a:t>
            </a:r>
          </a:p>
          <a:p>
            <a:pPr lvl="1" eaLnBrk="1" hangingPunct="1">
              <a:spcAft>
                <a:spcPts val="800"/>
              </a:spcAft>
            </a:pPr>
            <a:r>
              <a:rPr lang="en-CA" sz="2200" dirty="0" smtClean="0">
                <a:latin typeface="Arial" pitchFamily="34" charset="0"/>
                <a:cs typeface="Arial" pitchFamily="34" charset="0"/>
              </a:rPr>
              <a:t>Business Process Procedures (BPPs)</a:t>
            </a:r>
          </a:p>
          <a:p>
            <a:pPr lvl="1" eaLnBrk="1" hangingPunct="1">
              <a:spcAft>
                <a:spcPts val="800"/>
              </a:spcAft>
            </a:pPr>
            <a:r>
              <a:rPr lang="en-CA" sz="2200" dirty="0" smtClean="0">
                <a:latin typeface="Arial" pitchFamily="34" charset="0"/>
                <a:cs typeface="Arial" pitchFamily="34" charset="0"/>
              </a:rPr>
              <a:t>Instructor Presentations</a:t>
            </a:r>
          </a:p>
          <a:p>
            <a:pPr lvl="1" eaLnBrk="1" hangingPunct="1">
              <a:spcAft>
                <a:spcPts val="800"/>
              </a:spcAft>
            </a:pPr>
            <a:r>
              <a:rPr lang="en-CA" sz="2200" dirty="0" smtClean="0">
                <a:latin typeface="Arial" pitchFamily="34" charset="0"/>
                <a:cs typeface="Arial" pitchFamily="34" charset="0"/>
              </a:rPr>
              <a:t>Simulations</a:t>
            </a:r>
          </a:p>
          <a:p>
            <a:pPr marL="0" indent="0" eaLnBrk="1" hangingPunct="1">
              <a:spcAft>
                <a:spcPts val="800"/>
              </a:spcAft>
              <a:buFont typeface="Wingdings" pitchFamily="2" charset="2"/>
              <a:buChar char="§"/>
            </a:pPr>
            <a:r>
              <a:rPr lang="en-CA" sz="2200" dirty="0" smtClean="0">
                <a:latin typeface="Arial" pitchFamily="34" charset="0"/>
                <a:cs typeface="Arial" pitchFamily="34" charset="0"/>
              </a:rPr>
              <a:t> Consulting partner will staff the project with three full time training developer resources, with one currently on board, and the others phased in during the Spring of 2014 to begin development</a:t>
            </a:r>
          </a:p>
          <a:p>
            <a:pPr marL="0" indent="0" eaLnBrk="1" hangingPunct="1"/>
            <a:endParaRPr lang="en-CA" sz="2200" dirty="0" smtClean="0">
              <a:latin typeface="Arial" pitchFamily="34" charset="0"/>
              <a:cs typeface="Arial" pitchFamily="34" charset="0"/>
            </a:endParaRPr>
          </a:p>
        </p:txBody>
      </p:sp>
      <p:sp>
        <p:nvSpPr>
          <p:cNvPr id="14341" name="AutoShape 7"/>
          <p:cNvSpPr>
            <a:spLocks noChangeArrowheads="1"/>
          </p:cNvSpPr>
          <p:nvPr/>
        </p:nvSpPr>
        <p:spPr bwMode="auto">
          <a:xfrm>
            <a:off x="76200" y="1143000"/>
            <a:ext cx="762000" cy="381000"/>
          </a:xfrm>
          <a:custGeom>
            <a:avLst/>
            <a:gdLst>
              <a:gd name="T0" fmla="*/ 571500 w 21600"/>
              <a:gd name="T1" fmla="*/ 0 h 21600"/>
              <a:gd name="T2" fmla="*/ 0 w 21600"/>
              <a:gd name="T3" fmla="*/ 190500 h 21600"/>
              <a:gd name="T4" fmla="*/ 571500 w 21600"/>
              <a:gd name="T5" fmla="*/ 381000 h 21600"/>
              <a:gd name="T6" fmla="*/ 762000 w 21600"/>
              <a:gd name="T7" fmla="*/ 190500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000080"/>
          </a:solidFill>
          <a:ln w="12700">
            <a:solidFill>
              <a:schemeClr val="hlink"/>
            </a:solidFill>
            <a:miter lim="800000"/>
            <a:headEnd/>
            <a:tailEnd/>
          </a:ln>
          <a:effectLst/>
        </p:spPr>
        <p:txBody>
          <a:bodyPr wrap="none" anchor="ctr"/>
          <a:lstStyle/>
          <a:p>
            <a:endParaRPr lang="en-US"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4"/>
          <p:cNvSpPr>
            <a:spLocks noGrp="1" noChangeArrowheads="1"/>
          </p:cNvSpPr>
          <p:nvPr>
            <p:ph type="title"/>
          </p:nvPr>
        </p:nvSpPr>
        <p:spPr>
          <a:xfrm>
            <a:off x="301625" y="-30163"/>
            <a:ext cx="8510588" cy="1325563"/>
          </a:xfrm>
        </p:spPr>
        <p:txBody>
          <a:bodyPr/>
          <a:lstStyle/>
          <a:p>
            <a:pPr eaLnBrk="1" hangingPunct="1"/>
            <a:r>
              <a:rPr lang="en-CA" dirty="0" smtClean="0"/>
              <a:t>Business Process Procedures</a:t>
            </a:r>
          </a:p>
        </p:txBody>
      </p:sp>
      <p:sp>
        <p:nvSpPr>
          <p:cNvPr id="14339" name="Rectangle 5"/>
          <p:cNvSpPr>
            <a:spLocks noGrp="1" noChangeArrowheads="1"/>
          </p:cNvSpPr>
          <p:nvPr>
            <p:ph idx="1"/>
          </p:nvPr>
        </p:nvSpPr>
        <p:spPr>
          <a:xfrm>
            <a:off x="908050" y="1219200"/>
            <a:ext cx="8007350" cy="4422775"/>
          </a:xfrm>
        </p:spPr>
        <p:txBody>
          <a:bodyPr/>
          <a:lstStyle/>
          <a:p>
            <a:pPr marL="0" indent="0" eaLnBrk="1" hangingPunct="1"/>
            <a:r>
              <a:rPr lang="en-CA" sz="2200" u="sng" dirty="0" smtClean="0">
                <a:latin typeface="Arial" pitchFamily="34" charset="0"/>
                <a:cs typeface="Arial" pitchFamily="34" charset="0"/>
              </a:rPr>
              <a:t>What</a:t>
            </a:r>
            <a:r>
              <a:rPr lang="en-CA" sz="2200" dirty="0" smtClean="0">
                <a:latin typeface="Arial" pitchFamily="34" charset="0"/>
                <a:cs typeface="Arial" pitchFamily="34" charset="0"/>
              </a:rPr>
              <a:t>, </a:t>
            </a:r>
            <a:r>
              <a:rPr lang="en-CA" sz="2200" u="sng" dirty="0" smtClean="0">
                <a:latin typeface="Arial" pitchFamily="34" charset="0"/>
                <a:cs typeface="Arial" pitchFamily="34" charset="0"/>
              </a:rPr>
              <a:t>whom</a:t>
            </a:r>
            <a:r>
              <a:rPr lang="en-CA" sz="2200" dirty="0" smtClean="0">
                <a:latin typeface="Arial" pitchFamily="34" charset="0"/>
                <a:cs typeface="Arial" pitchFamily="34" charset="0"/>
              </a:rPr>
              <a:t>, </a:t>
            </a:r>
            <a:r>
              <a:rPr lang="en-CA" sz="2200" u="sng" dirty="0" smtClean="0">
                <a:latin typeface="Arial" pitchFamily="34" charset="0"/>
                <a:cs typeface="Arial" pitchFamily="34" charset="0"/>
              </a:rPr>
              <a:t>when</a:t>
            </a:r>
            <a:r>
              <a:rPr lang="en-CA" sz="2200" dirty="0" smtClean="0">
                <a:latin typeface="Arial" pitchFamily="34" charset="0"/>
                <a:cs typeface="Arial" pitchFamily="34" charset="0"/>
              </a:rPr>
              <a:t>, and </a:t>
            </a:r>
            <a:r>
              <a:rPr lang="en-CA" sz="2200" u="sng" dirty="0" smtClean="0">
                <a:latin typeface="Arial" pitchFamily="34" charset="0"/>
                <a:cs typeface="Arial" pitchFamily="34" charset="0"/>
              </a:rPr>
              <a:t>how</a:t>
            </a:r>
          </a:p>
          <a:p>
            <a:pPr marL="0" indent="0" eaLnBrk="1" hangingPunct="1"/>
            <a:endParaRPr lang="en-CA" sz="2200" u="sng" dirty="0" smtClean="0">
              <a:latin typeface="Arial" pitchFamily="34" charset="0"/>
              <a:cs typeface="Arial" pitchFamily="34" charset="0"/>
            </a:endParaRPr>
          </a:p>
          <a:p>
            <a:pPr marL="0" indent="0" eaLnBrk="1" hangingPunct="1">
              <a:spcAft>
                <a:spcPts val="800"/>
              </a:spcAft>
              <a:buFont typeface="Wingdings" pitchFamily="2" charset="2"/>
              <a:buChar char="§"/>
            </a:pPr>
            <a:r>
              <a:rPr lang="en-CA" sz="2200" dirty="0" smtClean="0">
                <a:latin typeface="Arial" pitchFamily="34" charset="0"/>
                <a:cs typeface="Arial" pitchFamily="34" charset="0"/>
              </a:rPr>
              <a:t> BPPs are document aides used to guide employees through a designated transaction within a specified process area</a:t>
            </a:r>
          </a:p>
          <a:p>
            <a:pPr marL="0" indent="0" eaLnBrk="1" hangingPunct="1">
              <a:spcAft>
                <a:spcPts val="800"/>
              </a:spcAft>
              <a:buFont typeface="Wingdings" pitchFamily="2" charset="2"/>
              <a:buChar char="§"/>
            </a:pPr>
            <a:r>
              <a:rPr lang="en-CA" sz="2200" dirty="0" smtClean="0">
                <a:latin typeface="Arial" pitchFamily="34" charset="0"/>
                <a:cs typeface="Arial" pitchFamily="34" charset="0"/>
              </a:rPr>
              <a:t> BPPs are currently being created by the consultant Functional Team and reviewed/approved by their LW counterparts</a:t>
            </a:r>
          </a:p>
          <a:p>
            <a:pPr marL="0" indent="0" eaLnBrk="1" hangingPunct="1">
              <a:spcAft>
                <a:spcPts val="800"/>
              </a:spcAft>
              <a:buFont typeface="Wingdings" pitchFamily="2" charset="2"/>
              <a:buChar char="§"/>
            </a:pPr>
            <a:r>
              <a:rPr lang="en-CA" sz="2200" dirty="0" smtClean="0">
                <a:latin typeface="Arial" pitchFamily="34" charset="0"/>
                <a:cs typeface="Arial" pitchFamily="34" charset="0"/>
              </a:rPr>
              <a:t> To be used in activities during the life cycle of the project (e.g. During string testing, user testing, and pilot training), as well as for post go-live sustainability purposes</a:t>
            </a:r>
          </a:p>
          <a:p>
            <a:pPr marL="0" indent="0" eaLnBrk="1" hangingPunct="1">
              <a:spcAft>
                <a:spcPts val="800"/>
              </a:spcAft>
              <a:buFont typeface="Wingdings" pitchFamily="2" charset="2"/>
              <a:buChar char="§"/>
            </a:pPr>
            <a:r>
              <a:rPr lang="en-CA" sz="2200" dirty="0" smtClean="0">
                <a:latin typeface="Arial" pitchFamily="34" charset="0"/>
                <a:cs typeface="Arial" pitchFamily="34" charset="0"/>
              </a:rPr>
              <a:t> Will be posted on The Leak post go-live for easy accessibility</a:t>
            </a:r>
          </a:p>
        </p:txBody>
      </p:sp>
      <p:sp>
        <p:nvSpPr>
          <p:cNvPr id="14341" name="AutoShape 7"/>
          <p:cNvSpPr>
            <a:spLocks noChangeArrowheads="1"/>
          </p:cNvSpPr>
          <p:nvPr/>
        </p:nvSpPr>
        <p:spPr bwMode="auto">
          <a:xfrm>
            <a:off x="76200" y="1219200"/>
            <a:ext cx="762000" cy="381000"/>
          </a:xfrm>
          <a:custGeom>
            <a:avLst/>
            <a:gdLst>
              <a:gd name="T0" fmla="*/ 571500 w 21600"/>
              <a:gd name="T1" fmla="*/ 0 h 21600"/>
              <a:gd name="T2" fmla="*/ 0 w 21600"/>
              <a:gd name="T3" fmla="*/ 190500 h 21600"/>
              <a:gd name="T4" fmla="*/ 571500 w 21600"/>
              <a:gd name="T5" fmla="*/ 381000 h 21600"/>
              <a:gd name="T6" fmla="*/ 762000 w 21600"/>
              <a:gd name="T7" fmla="*/ 190500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000080"/>
          </a:solidFill>
          <a:ln w="12700">
            <a:solidFill>
              <a:schemeClr val="hlink"/>
            </a:solidFill>
            <a:miter lim="800000"/>
            <a:headEnd/>
            <a:tailEnd/>
          </a:ln>
          <a:effectLst/>
        </p:spPr>
        <p:txBody>
          <a:bodyPr wrap="none" anchor="ctr"/>
          <a:lstStyle/>
          <a:p>
            <a:endParaRPr lang="en-US"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4"/>
          <p:cNvSpPr>
            <a:spLocks noGrp="1" noChangeArrowheads="1"/>
          </p:cNvSpPr>
          <p:nvPr>
            <p:ph type="title"/>
          </p:nvPr>
        </p:nvSpPr>
        <p:spPr>
          <a:xfrm>
            <a:off x="301625" y="76200"/>
            <a:ext cx="8510588" cy="1143000"/>
          </a:xfrm>
        </p:spPr>
        <p:txBody>
          <a:bodyPr/>
          <a:lstStyle/>
          <a:p>
            <a:pPr eaLnBrk="1" hangingPunct="1"/>
            <a:r>
              <a:rPr lang="en-CA" dirty="0" smtClean="0"/>
              <a:t>Instructor Presentations</a:t>
            </a:r>
          </a:p>
        </p:txBody>
      </p:sp>
      <p:sp>
        <p:nvSpPr>
          <p:cNvPr id="14339" name="Rectangle 5"/>
          <p:cNvSpPr>
            <a:spLocks noGrp="1" noChangeArrowheads="1"/>
          </p:cNvSpPr>
          <p:nvPr>
            <p:ph idx="1"/>
          </p:nvPr>
        </p:nvSpPr>
        <p:spPr>
          <a:xfrm>
            <a:off x="835026" y="990600"/>
            <a:ext cx="7977188" cy="4525963"/>
          </a:xfrm>
        </p:spPr>
        <p:txBody>
          <a:bodyPr/>
          <a:lstStyle/>
          <a:p>
            <a:pPr marL="0" indent="0" eaLnBrk="1" hangingPunct="1">
              <a:buNone/>
            </a:pPr>
            <a:r>
              <a:rPr lang="en-CA" sz="2200" u="sng" dirty="0" smtClean="0">
                <a:latin typeface="Arial" pitchFamily="34" charset="0"/>
                <a:cs typeface="Arial" pitchFamily="34" charset="0"/>
              </a:rPr>
              <a:t> What</a:t>
            </a:r>
            <a:r>
              <a:rPr lang="en-CA" sz="2200" dirty="0" smtClean="0">
                <a:latin typeface="Arial" pitchFamily="34" charset="0"/>
                <a:cs typeface="Arial" pitchFamily="34" charset="0"/>
              </a:rPr>
              <a:t>, </a:t>
            </a:r>
            <a:r>
              <a:rPr lang="en-CA" sz="2200" u="sng" dirty="0" smtClean="0">
                <a:latin typeface="Arial" pitchFamily="34" charset="0"/>
                <a:cs typeface="Arial" pitchFamily="34" charset="0"/>
              </a:rPr>
              <a:t>whom</a:t>
            </a:r>
            <a:r>
              <a:rPr lang="en-CA" sz="2200" dirty="0" smtClean="0">
                <a:latin typeface="Arial" pitchFamily="34" charset="0"/>
                <a:cs typeface="Arial" pitchFamily="34" charset="0"/>
              </a:rPr>
              <a:t>, </a:t>
            </a:r>
            <a:r>
              <a:rPr lang="en-CA" sz="2200" u="sng" dirty="0" smtClean="0">
                <a:latin typeface="Arial" pitchFamily="34" charset="0"/>
                <a:cs typeface="Arial" pitchFamily="34" charset="0"/>
              </a:rPr>
              <a:t>when</a:t>
            </a:r>
            <a:r>
              <a:rPr lang="en-CA" sz="2200" dirty="0" smtClean="0">
                <a:latin typeface="Arial" pitchFamily="34" charset="0"/>
                <a:cs typeface="Arial" pitchFamily="34" charset="0"/>
              </a:rPr>
              <a:t>, and </a:t>
            </a:r>
            <a:r>
              <a:rPr lang="en-CA" sz="2200" u="sng" dirty="0" smtClean="0">
                <a:latin typeface="Arial" pitchFamily="34" charset="0"/>
                <a:cs typeface="Arial" pitchFamily="34" charset="0"/>
              </a:rPr>
              <a:t>how</a:t>
            </a:r>
          </a:p>
          <a:p>
            <a:pPr marL="0" indent="0" eaLnBrk="1" hangingPunct="1">
              <a:buNone/>
            </a:pPr>
            <a:endParaRPr lang="en-CA" sz="2200" u="sng" dirty="0" smtClean="0">
              <a:latin typeface="Arial" pitchFamily="34" charset="0"/>
              <a:cs typeface="Arial" pitchFamily="34" charset="0"/>
            </a:endParaRPr>
          </a:p>
          <a:p>
            <a:pPr marL="0" indent="0" eaLnBrk="1" hangingPunct="1">
              <a:spcAft>
                <a:spcPts val="700"/>
              </a:spcAft>
            </a:pPr>
            <a:r>
              <a:rPr lang="en-CA" sz="2200" dirty="0" smtClean="0">
                <a:latin typeface="Arial" pitchFamily="34" charset="0"/>
                <a:cs typeface="Arial" pitchFamily="34" charset="0"/>
              </a:rPr>
              <a:t> </a:t>
            </a:r>
            <a:r>
              <a:rPr lang="en-US" sz="2200" dirty="0" smtClean="0">
                <a:latin typeface="Arial" pitchFamily="34" charset="0"/>
                <a:cs typeface="Arial" pitchFamily="34" charset="0"/>
              </a:rPr>
              <a:t>Instructor presentations provide the structure and areas of emphasis to help guide the trainer and participants during instructor-led training</a:t>
            </a:r>
          </a:p>
          <a:p>
            <a:pPr marL="0" indent="0" eaLnBrk="1" hangingPunct="1">
              <a:spcAft>
                <a:spcPts val="700"/>
              </a:spcAft>
            </a:pPr>
            <a:r>
              <a:rPr lang="en-US" sz="2200" dirty="0" smtClean="0">
                <a:latin typeface="Arial" pitchFamily="34" charset="0"/>
                <a:cs typeface="Arial" pitchFamily="34" charset="0"/>
              </a:rPr>
              <a:t> Created in PowerPoint, the materials specify what must be learned and include the course content and graphic explanations of processes and concepts as well as instructional activities</a:t>
            </a:r>
            <a:r>
              <a:rPr lang="en-CA" sz="2200" dirty="0" smtClean="0">
                <a:latin typeface="Arial" pitchFamily="34" charset="0"/>
                <a:cs typeface="Arial" pitchFamily="34" charset="0"/>
              </a:rPr>
              <a:t> </a:t>
            </a:r>
          </a:p>
          <a:p>
            <a:pPr marL="0" indent="0" eaLnBrk="1" hangingPunct="1">
              <a:spcAft>
                <a:spcPts val="700"/>
              </a:spcAft>
            </a:pPr>
            <a:r>
              <a:rPr lang="en-CA" sz="2200" dirty="0" smtClean="0">
                <a:latin typeface="Arial" pitchFamily="34" charset="0"/>
                <a:cs typeface="Arial" pitchFamily="34" charset="0"/>
              </a:rPr>
              <a:t> Presentations will be created by the consultant training developers beginning in the Spring of 2014 and reviewed/approved by the LW process area SMEs</a:t>
            </a:r>
          </a:p>
          <a:p>
            <a:pPr marL="0" indent="0" eaLnBrk="1" hangingPunct="1">
              <a:spcAft>
                <a:spcPts val="700"/>
              </a:spcAft>
            </a:pPr>
            <a:r>
              <a:rPr lang="en-CA" sz="2200" dirty="0" smtClean="0">
                <a:latin typeface="Arial" pitchFamily="34" charset="0"/>
                <a:cs typeface="Arial" pitchFamily="34" charset="0"/>
              </a:rPr>
              <a:t> Main usage will be during pilot and instructor led training, but will be available post go-live for sustainability</a:t>
            </a:r>
          </a:p>
          <a:p>
            <a:pPr marL="0" indent="0" eaLnBrk="1" hangingPunct="1">
              <a:buNone/>
            </a:pPr>
            <a:endParaRPr lang="en-CA" sz="2200" u="sng" dirty="0" smtClean="0">
              <a:latin typeface="Arial" pitchFamily="34" charset="0"/>
              <a:cs typeface="Arial" pitchFamily="34" charset="0"/>
            </a:endParaRPr>
          </a:p>
        </p:txBody>
      </p:sp>
      <p:sp>
        <p:nvSpPr>
          <p:cNvPr id="14341" name="AutoShape 7"/>
          <p:cNvSpPr>
            <a:spLocks noChangeArrowheads="1"/>
          </p:cNvSpPr>
          <p:nvPr/>
        </p:nvSpPr>
        <p:spPr bwMode="auto">
          <a:xfrm>
            <a:off x="152400" y="990600"/>
            <a:ext cx="762000" cy="381000"/>
          </a:xfrm>
          <a:custGeom>
            <a:avLst/>
            <a:gdLst>
              <a:gd name="T0" fmla="*/ 571500 w 21600"/>
              <a:gd name="T1" fmla="*/ 0 h 21600"/>
              <a:gd name="T2" fmla="*/ 0 w 21600"/>
              <a:gd name="T3" fmla="*/ 190500 h 21600"/>
              <a:gd name="T4" fmla="*/ 571500 w 21600"/>
              <a:gd name="T5" fmla="*/ 381000 h 21600"/>
              <a:gd name="T6" fmla="*/ 762000 w 21600"/>
              <a:gd name="T7" fmla="*/ 190500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000080"/>
          </a:solidFill>
          <a:ln w="12700">
            <a:solidFill>
              <a:schemeClr val="hlink"/>
            </a:solidFill>
            <a:miter lim="800000"/>
            <a:headEnd/>
            <a:tailEnd/>
          </a:ln>
          <a:effectLst/>
        </p:spPr>
        <p:txBody>
          <a:bodyPr wrap="none" anchor="ctr"/>
          <a:lstStyle/>
          <a:p>
            <a:endParaRPr lang="en-US"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4"/>
          <p:cNvSpPr>
            <a:spLocks noGrp="1" noChangeArrowheads="1"/>
          </p:cNvSpPr>
          <p:nvPr>
            <p:ph type="title"/>
          </p:nvPr>
        </p:nvSpPr>
        <p:spPr>
          <a:xfrm>
            <a:off x="301625" y="-228600"/>
            <a:ext cx="8510588" cy="1325563"/>
          </a:xfrm>
        </p:spPr>
        <p:txBody>
          <a:bodyPr/>
          <a:lstStyle/>
          <a:p>
            <a:pPr eaLnBrk="1" hangingPunct="1"/>
            <a:r>
              <a:rPr lang="en-CA" dirty="0" smtClean="0"/>
              <a:t>Simulations</a:t>
            </a:r>
          </a:p>
        </p:txBody>
      </p:sp>
      <p:sp>
        <p:nvSpPr>
          <p:cNvPr id="14339" name="Rectangle 5"/>
          <p:cNvSpPr>
            <a:spLocks noGrp="1" noChangeArrowheads="1"/>
          </p:cNvSpPr>
          <p:nvPr>
            <p:ph idx="1"/>
          </p:nvPr>
        </p:nvSpPr>
        <p:spPr>
          <a:xfrm>
            <a:off x="908050" y="990600"/>
            <a:ext cx="8007350" cy="4422775"/>
          </a:xfrm>
        </p:spPr>
        <p:txBody>
          <a:bodyPr/>
          <a:lstStyle/>
          <a:p>
            <a:pPr marL="0" indent="0" eaLnBrk="1" hangingPunct="1"/>
            <a:r>
              <a:rPr lang="en-CA" sz="2200" u="sng" dirty="0" smtClean="0">
                <a:latin typeface="Arial" pitchFamily="34" charset="0"/>
                <a:cs typeface="Arial" pitchFamily="34" charset="0"/>
              </a:rPr>
              <a:t>What</a:t>
            </a:r>
            <a:r>
              <a:rPr lang="en-CA" sz="2200" dirty="0" smtClean="0">
                <a:latin typeface="Arial" pitchFamily="34" charset="0"/>
                <a:cs typeface="Arial" pitchFamily="34" charset="0"/>
              </a:rPr>
              <a:t>, </a:t>
            </a:r>
            <a:r>
              <a:rPr lang="en-CA" sz="2200" u="sng" dirty="0" smtClean="0">
                <a:latin typeface="Arial" pitchFamily="34" charset="0"/>
                <a:cs typeface="Arial" pitchFamily="34" charset="0"/>
              </a:rPr>
              <a:t>whom</a:t>
            </a:r>
            <a:r>
              <a:rPr lang="en-CA" sz="2200" dirty="0" smtClean="0">
                <a:latin typeface="Arial" pitchFamily="34" charset="0"/>
                <a:cs typeface="Arial" pitchFamily="34" charset="0"/>
              </a:rPr>
              <a:t>, </a:t>
            </a:r>
            <a:r>
              <a:rPr lang="en-CA" sz="2200" u="sng" dirty="0" smtClean="0">
                <a:latin typeface="Arial" pitchFamily="34" charset="0"/>
                <a:cs typeface="Arial" pitchFamily="34" charset="0"/>
              </a:rPr>
              <a:t>when</a:t>
            </a:r>
            <a:r>
              <a:rPr lang="en-CA" sz="2200" dirty="0" smtClean="0">
                <a:latin typeface="Arial" pitchFamily="34" charset="0"/>
                <a:cs typeface="Arial" pitchFamily="34" charset="0"/>
              </a:rPr>
              <a:t>, and </a:t>
            </a:r>
            <a:r>
              <a:rPr lang="en-CA" sz="2200" u="sng" dirty="0" smtClean="0">
                <a:latin typeface="Arial" pitchFamily="34" charset="0"/>
                <a:cs typeface="Arial" pitchFamily="34" charset="0"/>
              </a:rPr>
              <a:t>how</a:t>
            </a:r>
          </a:p>
          <a:p>
            <a:pPr marL="0" indent="0" eaLnBrk="1" hangingPunct="1"/>
            <a:endParaRPr lang="en-CA" sz="2200" u="sng" dirty="0" smtClean="0">
              <a:latin typeface="Arial" pitchFamily="34" charset="0"/>
              <a:cs typeface="Arial" pitchFamily="34" charset="0"/>
            </a:endParaRPr>
          </a:p>
          <a:p>
            <a:pPr marL="0" indent="0" eaLnBrk="1" hangingPunct="1">
              <a:spcAft>
                <a:spcPts val="600"/>
              </a:spcAft>
              <a:buFont typeface="Wingdings" pitchFamily="2" charset="2"/>
              <a:buChar char="§"/>
            </a:pPr>
            <a:r>
              <a:rPr lang="en-CA" sz="2200" dirty="0" smtClean="0">
                <a:latin typeface="Arial" pitchFamily="34" charset="0"/>
                <a:cs typeface="Arial" pitchFamily="34" charset="0"/>
              </a:rPr>
              <a:t> </a:t>
            </a:r>
            <a:r>
              <a:rPr lang="en-US" sz="2200" dirty="0" smtClean="0">
                <a:latin typeface="Arial" pitchFamily="34" charset="0"/>
                <a:cs typeface="Arial" pitchFamily="34" charset="0"/>
              </a:rPr>
              <a:t>Simulations are recordings of transactions that are presented to the user as a string of screen prints that appear as a simulated system environment</a:t>
            </a:r>
          </a:p>
          <a:p>
            <a:pPr marL="0" indent="0" eaLnBrk="1" hangingPunct="1">
              <a:spcAft>
                <a:spcPts val="600"/>
              </a:spcAft>
              <a:buFont typeface="Wingdings" pitchFamily="2" charset="2"/>
              <a:buChar char="§"/>
            </a:pPr>
            <a:r>
              <a:rPr lang="en-CA" sz="2200" dirty="0" smtClean="0">
                <a:latin typeface="Arial" pitchFamily="34" charset="0"/>
                <a:cs typeface="Arial" pitchFamily="34" charset="0"/>
              </a:rPr>
              <a:t> Simulations will be created by the consultant training developers beginning in the Spring of 2014 using Articulate, and reviewed/approved by the LW process area SMEs</a:t>
            </a:r>
          </a:p>
          <a:p>
            <a:pPr marL="0" indent="0" eaLnBrk="1" hangingPunct="1">
              <a:spcAft>
                <a:spcPts val="600"/>
              </a:spcAft>
              <a:buFont typeface="Wingdings" pitchFamily="2" charset="2"/>
              <a:buChar char="§"/>
            </a:pPr>
            <a:r>
              <a:rPr lang="en-CA" sz="2200" dirty="0" smtClean="0">
                <a:latin typeface="Arial" pitchFamily="34" charset="0"/>
                <a:cs typeface="Arial" pitchFamily="34" charset="0"/>
              </a:rPr>
              <a:t> Once complete, simulations will be accessible using the internal LMS, and can be reviewed by an LW employee on an as needed basis</a:t>
            </a:r>
          </a:p>
          <a:p>
            <a:pPr marL="0" indent="0" eaLnBrk="1" hangingPunct="1">
              <a:spcAft>
                <a:spcPts val="600"/>
              </a:spcAft>
              <a:buFont typeface="Wingdings" pitchFamily="2" charset="2"/>
              <a:buChar char="§"/>
            </a:pPr>
            <a:r>
              <a:rPr lang="en-CA" sz="2200" dirty="0" smtClean="0">
                <a:latin typeface="Arial" pitchFamily="34" charset="0"/>
                <a:cs typeface="Arial" pitchFamily="34" charset="0"/>
              </a:rPr>
              <a:t> Will also be used during the life cycle of the project for lunch &amp; learn sessions, demos, and overview sessions</a:t>
            </a:r>
          </a:p>
        </p:txBody>
      </p:sp>
      <p:sp>
        <p:nvSpPr>
          <p:cNvPr id="14341" name="AutoShape 7"/>
          <p:cNvSpPr>
            <a:spLocks noChangeArrowheads="1"/>
          </p:cNvSpPr>
          <p:nvPr/>
        </p:nvSpPr>
        <p:spPr bwMode="auto">
          <a:xfrm>
            <a:off x="152400" y="1066800"/>
            <a:ext cx="762000" cy="381000"/>
          </a:xfrm>
          <a:custGeom>
            <a:avLst/>
            <a:gdLst>
              <a:gd name="T0" fmla="*/ 571500 w 21600"/>
              <a:gd name="T1" fmla="*/ 0 h 21600"/>
              <a:gd name="T2" fmla="*/ 0 w 21600"/>
              <a:gd name="T3" fmla="*/ 190500 h 21600"/>
              <a:gd name="T4" fmla="*/ 571500 w 21600"/>
              <a:gd name="T5" fmla="*/ 381000 h 21600"/>
              <a:gd name="T6" fmla="*/ 762000 w 21600"/>
              <a:gd name="T7" fmla="*/ 190500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000080"/>
          </a:solidFill>
          <a:ln w="12700">
            <a:solidFill>
              <a:schemeClr val="hlink"/>
            </a:solidFill>
            <a:miter lim="800000"/>
            <a:headEnd/>
            <a:tailEnd/>
          </a:ln>
          <a:effectLst/>
        </p:spPr>
        <p:txBody>
          <a:bodyPr wrap="none" anchor="ctr"/>
          <a:lstStyle/>
          <a:p>
            <a:endParaRPr lang="en-US"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4"/>
          <p:cNvSpPr>
            <a:spLocks noGrp="1" noChangeArrowheads="1"/>
          </p:cNvSpPr>
          <p:nvPr>
            <p:ph type="title"/>
          </p:nvPr>
        </p:nvSpPr>
        <p:spPr>
          <a:xfrm>
            <a:off x="301625" y="-152400"/>
            <a:ext cx="8510588" cy="1325563"/>
          </a:xfrm>
        </p:spPr>
        <p:txBody>
          <a:bodyPr/>
          <a:lstStyle/>
          <a:p>
            <a:pPr eaLnBrk="1" hangingPunct="1"/>
            <a:r>
              <a:rPr lang="en-CA" dirty="0" smtClean="0"/>
              <a:t>Instructor-Led Classes</a:t>
            </a:r>
          </a:p>
        </p:txBody>
      </p:sp>
      <p:sp>
        <p:nvSpPr>
          <p:cNvPr id="14339" name="Rectangle 5"/>
          <p:cNvSpPr>
            <a:spLocks noGrp="1" noChangeArrowheads="1"/>
          </p:cNvSpPr>
          <p:nvPr>
            <p:ph idx="1"/>
          </p:nvPr>
        </p:nvSpPr>
        <p:spPr>
          <a:xfrm>
            <a:off x="908050" y="838200"/>
            <a:ext cx="7904163" cy="4422775"/>
          </a:xfrm>
        </p:spPr>
        <p:txBody>
          <a:bodyPr/>
          <a:lstStyle/>
          <a:p>
            <a:pPr marL="0" indent="0" eaLnBrk="1" hangingPunct="1"/>
            <a:r>
              <a:rPr lang="en-CA" sz="2200" u="sng" dirty="0" smtClean="0">
                <a:latin typeface="Arial" pitchFamily="34" charset="0"/>
                <a:cs typeface="Arial" pitchFamily="34" charset="0"/>
              </a:rPr>
              <a:t>What</a:t>
            </a:r>
            <a:r>
              <a:rPr lang="en-CA" sz="2200" dirty="0" smtClean="0">
                <a:latin typeface="Arial" pitchFamily="34" charset="0"/>
                <a:cs typeface="Arial" pitchFamily="34" charset="0"/>
              </a:rPr>
              <a:t>,  </a:t>
            </a:r>
            <a:r>
              <a:rPr lang="en-CA" sz="2200" u="sng" dirty="0" smtClean="0">
                <a:latin typeface="Arial" pitchFamily="34" charset="0"/>
                <a:cs typeface="Arial" pitchFamily="34" charset="0"/>
              </a:rPr>
              <a:t>whom</a:t>
            </a:r>
            <a:r>
              <a:rPr lang="en-CA" sz="2200" dirty="0" smtClean="0">
                <a:latin typeface="Arial" pitchFamily="34" charset="0"/>
                <a:cs typeface="Arial" pitchFamily="34" charset="0"/>
              </a:rPr>
              <a:t>, </a:t>
            </a:r>
            <a:r>
              <a:rPr lang="en-CA" sz="2200" u="sng" dirty="0" smtClean="0">
                <a:latin typeface="Arial" pitchFamily="34" charset="0"/>
                <a:cs typeface="Arial" pitchFamily="34" charset="0"/>
              </a:rPr>
              <a:t>when</a:t>
            </a:r>
            <a:r>
              <a:rPr lang="en-CA" sz="2200" dirty="0" smtClean="0">
                <a:latin typeface="Arial" pitchFamily="34" charset="0"/>
                <a:cs typeface="Arial" pitchFamily="34" charset="0"/>
              </a:rPr>
              <a:t>, and </a:t>
            </a:r>
            <a:r>
              <a:rPr lang="en-CA" sz="2200" u="sng" dirty="0" smtClean="0">
                <a:latin typeface="Arial" pitchFamily="34" charset="0"/>
                <a:cs typeface="Arial" pitchFamily="34" charset="0"/>
              </a:rPr>
              <a:t>how</a:t>
            </a:r>
          </a:p>
          <a:p>
            <a:pPr marL="0" indent="0" eaLnBrk="1" hangingPunct="1"/>
            <a:endParaRPr lang="en-CA" sz="2200" u="sng" dirty="0" smtClean="0">
              <a:latin typeface="Arial" pitchFamily="34" charset="0"/>
              <a:cs typeface="Arial" pitchFamily="34" charset="0"/>
            </a:endParaRPr>
          </a:p>
          <a:p>
            <a:pPr marL="0" indent="0" eaLnBrk="1" hangingPunct="1">
              <a:spcAft>
                <a:spcPts val="600"/>
              </a:spcAft>
              <a:buFont typeface="Wingdings" pitchFamily="2" charset="2"/>
              <a:buChar char="§"/>
            </a:pPr>
            <a:r>
              <a:rPr lang="en-CA" sz="2200" dirty="0" smtClean="0">
                <a:latin typeface="Arial" pitchFamily="34" charset="0"/>
                <a:cs typeface="Arial" pitchFamily="34" charset="0"/>
              </a:rPr>
              <a:t> Training c</a:t>
            </a:r>
            <a:r>
              <a:rPr lang="en-US" sz="2200" dirty="0" smtClean="0">
                <a:latin typeface="Arial" pitchFamily="34" charset="0"/>
                <a:cs typeface="Arial" pitchFamily="34" charset="0"/>
              </a:rPr>
              <a:t>lasses serve as the basis for helping the LW end user population understand the need for and the reasons behind change, the ways in which the new system supports Loudoun Water’s strategic goals, and how the new system will support them in their jobs</a:t>
            </a:r>
            <a:endParaRPr lang="en-CA" sz="2200" dirty="0" smtClean="0">
              <a:latin typeface="Arial" pitchFamily="34" charset="0"/>
              <a:cs typeface="Arial" pitchFamily="34" charset="0"/>
            </a:endParaRPr>
          </a:p>
          <a:p>
            <a:pPr marL="0" indent="0" eaLnBrk="1" hangingPunct="1">
              <a:spcAft>
                <a:spcPts val="600"/>
              </a:spcAft>
              <a:buFont typeface="Wingdings" pitchFamily="2" charset="2"/>
              <a:buChar char="§"/>
            </a:pPr>
            <a:r>
              <a:rPr lang="en-CA" sz="2200" dirty="0" smtClean="0">
                <a:latin typeface="Arial" pitchFamily="34" charset="0"/>
                <a:cs typeface="Arial" pitchFamily="34" charset="0"/>
              </a:rPr>
              <a:t> Instructor-led training classes will begin in late August</a:t>
            </a:r>
          </a:p>
          <a:p>
            <a:pPr marL="0" indent="0" eaLnBrk="1" hangingPunct="1">
              <a:spcAft>
                <a:spcPts val="600"/>
              </a:spcAft>
              <a:buFont typeface="Wingdings" pitchFamily="2" charset="2"/>
              <a:buChar char="§"/>
            </a:pPr>
            <a:r>
              <a:rPr lang="en-CA" sz="2200" dirty="0" smtClean="0">
                <a:latin typeface="Arial" pitchFamily="34" charset="0"/>
                <a:cs typeface="Arial" pitchFamily="34" charset="0"/>
              </a:rPr>
              <a:t> Training classes will be conducted by LW process area SMEs and designated LW trainers; and supported by the consultant training developers</a:t>
            </a:r>
          </a:p>
          <a:p>
            <a:pPr marL="0" indent="0" eaLnBrk="1" hangingPunct="1">
              <a:spcAft>
                <a:spcPts val="600"/>
              </a:spcAft>
              <a:buFont typeface="Wingdings" pitchFamily="2" charset="2"/>
              <a:buChar char="§"/>
            </a:pPr>
            <a:r>
              <a:rPr lang="en-CA" sz="2200" dirty="0" smtClean="0">
                <a:latin typeface="Arial" pitchFamily="34" charset="0"/>
                <a:cs typeface="Arial" pitchFamily="34" charset="0"/>
              </a:rPr>
              <a:t> To prep LW resources for training, Train the Trainer sessions will be conducted in late July</a:t>
            </a:r>
          </a:p>
          <a:p>
            <a:pPr marL="0" indent="0" eaLnBrk="1" hangingPunct="1">
              <a:spcAft>
                <a:spcPts val="600"/>
              </a:spcAft>
              <a:buFont typeface="Wingdings" pitchFamily="2" charset="2"/>
              <a:buChar char="§"/>
            </a:pPr>
            <a:r>
              <a:rPr lang="en-CA" sz="2200" dirty="0" smtClean="0">
                <a:latin typeface="Arial" pitchFamily="34" charset="0"/>
                <a:cs typeface="Arial" pitchFamily="34" charset="0"/>
              </a:rPr>
              <a:t> Class size limited to approx. 15 end users</a:t>
            </a:r>
          </a:p>
        </p:txBody>
      </p:sp>
      <p:sp>
        <p:nvSpPr>
          <p:cNvPr id="14341" name="AutoShape 7"/>
          <p:cNvSpPr>
            <a:spLocks noChangeArrowheads="1"/>
          </p:cNvSpPr>
          <p:nvPr/>
        </p:nvSpPr>
        <p:spPr bwMode="auto">
          <a:xfrm>
            <a:off x="152400" y="914400"/>
            <a:ext cx="762000" cy="381000"/>
          </a:xfrm>
          <a:custGeom>
            <a:avLst/>
            <a:gdLst>
              <a:gd name="T0" fmla="*/ 571500 w 21600"/>
              <a:gd name="T1" fmla="*/ 0 h 21600"/>
              <a:gd name="T2" fmla="*/ 0 w 21600"/>
              <a:gd name="T3" fmla="*/ 190500 h 21600"/>
              <a:gd name="T4" fmla="*/ 571500 w 21600"/>
              <a:gd name="T5" fmla="*/ 381000 h 21600"/>
              <a:gd name="T6" fmla="*/ 762000 w 21600"/>
              <a:gd name="T7" fmla="*/ 190500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000080"/>
          </a:solidFill>
          <a:ln w="12700">
            <a:solidFill>
              <a:schemeClr val="hlink"/>
            </a:solidFill>
            <a:miter lim="800000"/>
            <a:headEnd/>
            <a:tailEnd/>
          </a:ln>
          <a:effectLst/>
        </p:spPr>
        <p:txBody>
          <a:bodyPr wrap="none" anchor="ctr"/>
          <a:lstStyle/>
          <a:p>
            <a:endParaRPr lang="en-US"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endParaRPr lang="en-US"/>
          </a:p>
        </p:txBody>
      </p:sp>
      <p:sp>
        <p:nvSpPr>
          <p:cNvPr id="6" name="Picture Placeholder 5"/>
          <p:cNvSpPr>
            <a:spLocks noGrp="1"/>
          </p:cNvSpPr>
          <p:nvPr>
            <p:ph type="pic" idx="1"/>
          </p:nvPr>
        </p:nvSpPr>
        <p:spPr/>
      </p:sp>
      <p:sp>
        <p:nvSpPr>
          <p:cNvPr id="7" name="Text Placeholder 6"/>
          <p:cNvSpPr>
            <a:spLocks noGrp="1"/>
          </p:cNvSpPr>
          <p:nvPr>
            <p:ph type="body" sz="half" idx="2"/>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21A0D0F7-CA81-4DF9-A534-7C32E8A7C5A7}" type="slidenum">
              <a:rPr lang="en-US" smtClean="0">
                <a:solidFill>
                  <a:prstClr val="black"/>
                </a:solidFill>
              </a:rPr>
              <a:pPr>
                <a:defRPr/>
              </a:pPr>
              <a:t>33</a:t>
            </a:fld>
            <a:endParaRPr lang="en-US" dirty="0">
              <a:solidFill>
                <a:prstClr val="black"/>
              </a:solidFill>
            </a:endParaRPr>
          </a:p>
        </p:txBody>
      </p:sp>
      <p:graphicFrame>
        <p:nvGraphicFramePr>
          <p:cNvPr id="11" name="Table 10"/>
          <p:cNvGraphicFramePr>
            <a:graphicFrameLocks noGrp="1"/>
          </p:cNvGraphicFramePr>
          <p:nvPr>
            <p:extLst>
              <p:ext uri="{D42A27DB-BD31-4B8C-83A1-F6EECF244321}">
                <p14:modId xmlns:p14="http://schemas.microsoft.com/office/powerpoint/2010/main" xmlns="" val="1488392926"/>
              </p:ext>
            </p:extLst>
          </p:nvPr>
        </p:nvGraphicFramePr>
        <p:xfrm>
          <a:off x="76201" y="0"/>
          <a:ext cx="8991599" cy="6704140"/>
        </p:xfrm>
        <a:graphic>
          <a:graphicData uri="http://schemas.openxmlformats.org/drawingml/2006/table">
            <a:tbl>
              <a:tblPr firstRow="1" bandRow="1">
                <a:tableStyleId>{5C22544A-7EE6-4342-B048-85BDC9FD1C3A}</a:tableStyleId>
              </a:tblPr>
              <a:tblGrid>
                <a:gridCol w="1656127"/>
                <a:gridCol w="4365059"/>
                <a:gridCol w="2970413"/>
              </a:tblGrid>
              <a:tr h="261789">
                <a:tc>
                  <a:txBody>
                    <a:bodyPr/>
                    <a:lstStyle/>
                    <a:p>
                      <a:pPr algn="ctr"/>
                      <a:r>
                        <a:rPr lang="en-US" sz="1200" dirty="0" smtClean="0">
                          <a:solidFill>
                            <a:srgbClr val="000000"/>
                          </a:solidFill>
                        </a:rPr>
                        <a:t>Course Name</a:t>
                      </a:r>
                      <a:endParaRPr lang="en-US" sz="1200" baseline="30000" dirty="0">
                        <a:solidFill>
                          <a:srgbClr val="000000"/>
                        </a:solidFill>
                      </a:endParaRPr>
                    </a:p>
                  </a:txBody>
                  <a:tcPr marT="45725" marB="45725" anchor="ctr"/>
                </a:tc>
                <a:tc>
                  <a:txBody>
                    <a:bodyPr/>
                    <a:lstStyle/>
                    <a:p>
                      <a:pPr algn="ctr"/>
                      <a:r>
                        <a:rPr lang="en-US" sz="1200" dirty="0" smtClean="0">
                          <a:solidFill>
                            <a:srgbClr val="000000"/>
                          </a:solidFill>
                        </a:rPr>
                        <a:t>Course Description</a:t>
                      </a:r>
                      <a:endParaRPr lang="en-US" sz="1200" dirty="0">
                        <a:solidFill>
                          <a:srgbClr val="000000"/>
                        </a:solidFill>
                      </a:endParaRPr>
                    </a:p>
                  </a:txBody>
                  <a:tcPr marT="45725" marB="45725" anchor="ctr"/>
                </a:tc>
                <a:tc>
                  <a:txBody>
                    <a:bodyPr/>
                    <a:lstStyle/>
                    <a:p>
                      <a:pPr algn="ctr"/>
                      <a:r>
                        <a:rPr lang="en-US" sz="1200" dirty="0" smtClean="0">
                          <a:solidFill>
                            <a:srgbClr val="000000"/>
                          </a:solidFill>
                        </a:rPr>
                        <a:t>Course Objective</a:t>
                      </a:r>
                      <a:endParaRPr lang="en-US" sz="1200" dirty="0">
                        <a:solidFill>
                          <a:srgbClr val="000000"/>
                        </a:solidFill>
                      </a:endParaRPr>
                    </a:p>
                  </a:txBody>
                  <a:tcPr marT="45725" marB="45725" anchor="ctr"/>
                </a:tc>
              </a:tr>
              <a:tr h="610828">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950" b="1" dirty="0" smtClean="0">
                          <a:solidFill>
                            <a:srgbClr val="000000"/>
                          </a:solidFill>
                          <a:latin typeface="Arial" charset="0"/>
                          <a:cs typeface="Arial" charset="0"/>
                        </a:rPr>
                        <a:t>SAP Overview</a:t>
                      </a:r>
                      <a:r>
                        <a:rPr lang="en-US" sz="950" b="1" baseline="0" dirty="0" smtClean="0">
                          <a:solidFill>
                            <a:srgbClr val="000000"/>
                          </a:solidFill>
                          <a:latin typeface="Arial" charset="0"/>
                          <a:cs typeface="Arial" charset="0"/>
                        </a:rPr>
                        <a:t> &amp; Report Navigation</a:t>
                      </a:r>
                      <a:endParaRPr lang="en-US" sz="950" b="1" baseline="30000" dirty="0" smtClean="0">
                        <a:solidFill>
                          <a:srgbClr val="000000"/>
                        </a:solidFill>
                        <a:latin typeface="Arial" charset="0"/>
                        <a:cs typeface="Arial" charset="0"/>
                      </a:endParaRPr>
                    </a:p>
                  </a:txBody>
                  <a:tcPr marT="45725" marB="4572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950" dirty="0" smtClean="0">
                          <a:solidFill>
                            <a:srgbClr val="000000"/>
                          </a:solidFill>
                        </a:rPr>
                        <a:t>Provides an overview of SysMod and program objectives. Also provides information</a:t>
                      </a:r>
                      <a:r>
                        <a:rPr lang="en-US" sz="950" baseline="0" dirty="0" smtClean="0">
                          <a:solidFill>
                            <a:srgbClr val="000000"/>
                          </a:solidFill>
                        </a:rPr>
                        <a:t> on how to manage the reporting process in SAP.</a:t>
                      </a:r>
                      <a:endParaRPr lang="en-US" sz="950" dirty="0">
                        <a:solidFill>
                          <a:srgbClr val="000000"/>
                        </a:solidFill>
                      </a:endParaRPr>
                    </a:p>
                  </a:txBody>
                  <a:tcPr marT="45725" marB="4572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950" dirty="0" smtClean="0">
                          <a:solidFill>
                            <a:srgbClr val="000000"/>
                          </a:solidFill>
                        </a:rPr>
                        <a:t>Describe SysMod</a:t>
                      </a:r>
                      <a:r>
                        <a:rPr lang="en-US" sz="950" baseline="0" dirty="0" smtClean="0">
                          <a:solidFill>
                            <a:srgbClr val="000000"/>
                          </a:solidFill>
                        </a:rPr>
                        <a:t> and provide training on navigating reports in SAP</a:t>
                      </a:r>
                      <a:endParaRPr lang="en-US" sz="950" dirty="0">
                        <a:solidFill>
                          <a:srgbClr val="000000"/>
                        </a:solidFill>
                      </a:endParaRPr>
                    </a:p>
                  </a:txBody>
                  <a:tcPr marT="45725" marB="45725" anchor="ctr"/>
                </a:tc>
              </a:tr>
              <a:tr h="610828">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950" b="1" dirty="0" smtClean="0">
                          <a:solidFill>
                            <a:srgbClr val="000000"/>
                          </a:solidFill>
                          <a:latin typeface="Arial" charset="0"/>
                          <a:ea typeface="+mn-ea"/>
                          <a:cs typeface="Arial" charset="0"/>
                        </a:rPr>
                        <a:t>Inventory Management</a:t>
                      </a:r>
                    </a:p>
                  </a:txBody>
                  <a:tcPr marT="45725" marB="4572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950" dirty="0" smtClean="0">
                          <a:solidFill>
                            <a:srgbClr val="000000"/>
                          </a:solidFill>
                        </a:rPr>
                        <a:t>Provides information on managing inventory in SAP. Review</a:t>
                      </a:r>
                      <a:r>
                        <a:rPr lang="en-US" sz="950" baseline="0" dirty="0" smtClean="0">
                          <a:solidFill>
                            <a:srgbClr val="000000"/>
                          </a:solidFill>
                        </a:rPr>
                        <a:t> topics include: Material Pick List/Goods Issues, Cycle Counting, and Goods Receipt</a:t>
                      </a:r>
                      <a:endParaRPr lang="en-US" sz="950" dirty="0" smtClean="0">
                        <a:solidFill>
                          <a:srgbClr val="000000"/>
                        </a:solidFill>
                      </a:endParaRPr>
                    </a:p>
                  </a:txBody>
                  <a:tcPr marT="45725" marB="4572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950" dirty="0" smtClean="0">
                          <a:solidFill>
                            <a:srgbClr val="000000"/>
                          </a:solidFill>
                        </a:rPr>
                        <a:t>Identify</a:t>
                      </a:r>
                      <a:r>
                        <a:rPr lang="en-US" sz="950" baseline="0" dirty="0" smtClean="0">
                          <a:solidFill>
                            <a:srgbClr val="000000"/>
                          </a:solidFill>
                        </a:rPr>
                        <a:t> steps necessary to manage inventory using SAP</a:t>
                      </a:r>
                      <a:endParaRPr lang="en-US" sz="950" dirty="0" smtClean="0">
                        <a:solidFill>
                          <a:srgbClr val="000000"/>
                        </a:solidFill>
                      </a:endParaRPr>
                    </a:p>
                  </a:txBody>
                  <a:tcPr marT="45725" marB="45725" anchor="ctr"/>
                </a:tc>
              </a:tr>
              <a:tr h="610828">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950" b="1" dirty="0" smtClean="0">
                          <a:solidFill>
                            <a:srgbClr val="000000"/>
                          </a:solidFill>
                          <a:latin typeface="Arial" charset="0"/>
                          <a:ea typeface="+mn-ea"/>
                          <a:cs typeface="Arial" charset="0"/>
                        </a:rPr>
                        <a:t>Maintenance Planner/Supervisor</a:t>
                      </a:r>
                    </a:p>
                  </a:txBody>
                  <a:tcPr marT="45725" marB="4572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950" dirty="0" smtClean="0">
                          <a:solidFill>
                            <a:srgbClr val="000000"/>
                          </a:solidFill>
                        </a:rPr>
                        <a:t>Provide</a:t>
                      </a:r>
                      <a:r>
                        <a:rPr lang="en-US" sz="950" baseline="0" dirty="0" smtClean="0">
                          <a:solidFill>
                            <a:srgbClr val="000000"/>
                          </a:solidFill>
                        </a:rPr>
                        <a:t> Maintenance Planners and Supervisors with information on how to manage planning responsibilities using SAP</a:t>
                      </a:r>
                      <a:endParaRPr lang="en-US" sz="950" dirty="0" smtClean="0">
                        <a:solidFill>
                          <a:srgbClr val="000000"/>
                        </a:solidFill>
                      </a:endParaRPr>
                    </a:p>
                  </a:txBody>
                  <a:tcPr marT="45725" marB="4572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950" dirty="0" smtClean="0">
                          <a:solidFill>
                            <a:srgbClr val="000000"/>
                          </a:solidFill>
                        </a:rPr>
                        <a:t>Identify</a:t>
                      </a:r>
                      <a:r>
                        <a:rPr lang="en-US" sz="950" baseline="0" dirty="0" smtClean="0">
                          <a:solidFill>
                            <a:srgbClr val="000000"/>
                          </a:solidFill>
                        </a:rPr>
                        <a:t> processes involved in managing the planning process in SAP</a:t>
                      </a:r>
                      <a:endParaRPr lang="en-US" sz="950" dirty="0" smtClean="0">
                        <a:solidFill>
                          <a:srgbClr val="000000"/>
                        </a:solidFill>
                      </a:endParaRPr>
                    </a:p>
                  </a:txBody>
                  <a:tcPr marT="45725" marB="45725" anchor="ctr"/>
                </a:tc>
              </a:tr>
              <a:tr h="610828">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950" b="1" dirty="0" smtClean="0">
                          <a:solidFill>
                            <a:srgbClr val="000000"/>
                          </a:solidFill>
                          <a:latin typeface="Arial" charset="0"/>
                          <a:cs typeface="Arial" charset="0"/>
                        </a:rPr>
                        <a:t>Customer Relations</a:t>
                      </a:r>
                    </a:p>
                  </a:txBody>
                  <a:tcPr marT="45725" marB="4572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950" dirty="0" smtClean="0">
                          <a:solidFill>
                            <a:srgbClr val="000000"/>
                          </a:solidFill>
                        </a:rPr>
                        <a:t>Provides an overview of navigating IC Web and managing Business Partners in SAP</a:t>
                      </a:r>
                    </a:p>
                  </a:txBody>
                  <a:tcPr marT="45725" marB="4572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950" dirty="0" smtClean="0">
                          <a:solidFill>
                            <a:srgbClr val="000000"/>
                          </a:solidFill>
                        </a:rPr>
                        <a:t>Recognize the system responsibilities necessary for IC Web and managing Business Partners</a:t>
                      </a:r>
                      <a:r>
                        <a:rPr lang="en-US" sz="950" baseline="0" dirty="0" smtClean="0">
                          <a:solidFill>
                            <a:srgbClr val="000000"/>
                          </a:solidFill>
                        </a:rPr>
                        <a:t> in SAP</a:t>
                      </a:r>
                      <a:endParaRPr lang="en-US" sz="950" dirty="0" smtClean="0">
                        <a:solidFill>
                          <a:srgbClr val="000000"/>
                        </a:solidFill>
                      </a:endParaRPr>
                    </a:p>
                  </a:txBody>
                  <a:tcPr marT="45725" marB="45725" anchor="ctr"/>
                </a:tc>
              </a:tr>
              <a:tr h="436308">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950" b="1" kern="1200" dirty="0" smtClean="0">
                          <a:solidFill>
                            <a:srgbClr val="000000"/>
                          </a:solidFill>
                          <a:latin typeface="Arial" charset="0"/>
                          <a:ea typeface="+mn-ea"/>
                          <a:cs typeface="Arial" charset="0"/>
                        </a:rPr>
                        <a:t>Billing</a:t>
                      </a:r>
                    </a:p>
                  </a:txBody>
                  <a:tcPr marT="45725" marB="4572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950" b="0" dirty="0" smtClean="0">
                          <a:solidFill>
                            <a:srgbClr val="000000"/>
                          </a:solidFill>
                        </a:rPr>
                        <a:t>Provides information on managing the billing process within SAP</a:t>
                      </a:r>
                    </a:p>
                  </a:txBody>
                  <a:tcPr marT="45725" marB="4572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950" kern="1200" dirty="0" smtClean="0">
                          <a:solidFill>
                            <a:srgbClr val="000000"/>
                          </a:solidFill>
                          <a:latin typeface="+mn-lt"/>
                          <a:ea typeface="+mn-ea"/>
                          <a:cs typeface="+mn-cs"/>
                        </a:rPr>
                        <a:t>Explain billing activities performed in SAP</a:t>
                      </a:r>
                      <a:endParaRPr lang="en-US" sz="950" kern="1200" dirty="0">
                        <a:solidFill>
                          <a:srgbClr val="000000"/>
                        </a:solidFill>
                        <a:latin typeface="+mn-lt"/>
                        <a:ea typeface="+mn-ea"/>
                        <a:cs typeface="+mn-cs"/>
                      </a:endParaRPr>
                    </a:p>
                  </a:txBody>
                  <a:tcPr marT="45725" marB="45725" anchor="ctr"/>
                </a:tc>
              </a:tr>
              <a:tr h="610828">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950" b="1" kern="1200" dirty="0" smtClean="0">
                          <a:solidFill>
                            <a:srgbClr val="000000"/>
                          </a:solidFill>
                          <a:latin typeface="Arial" charset="0"/>
                          <a:ea typeface="+mn-ea"/>
                          <a:cs typeface="Arial" charset="0"/>
                        </a:rPr>
                        <a:t>Managing Land Development Projects</a:t>
                      </a:r>
                    </a:p>
                  </a:txBody>
                  <a:tcPr marT="45725" marB="4572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950" kern="1200" dirty="0" smtClean="0">
                          <a:solidFill>
                            <a:srgbClr val="000000"/>
                          </a:solidFill>
                          <a:latin typeface="+mn-lt"/>
                          <a:ea typeface="+mn-ea"/>
                          <a:cs typeface="+mn-cs"/>
                        </a:rPr>
                        <a:t>Provides an overview of creating and managing Land Development Projects in SAP</a:t>
                      </a:r>
                      <a:endParaRPr lang="en-US" sz="950" kern="1200" dirty="0">
                        <a:solidFill>
                          <a:srgbClr val="000000"/>
                        </a:solidFill>
                        <a:latin typeface="+mn-lt"/>
                        <a:ea typeface="+mn-ea"/>
                        <a:cs typeface="+mn-cs"/>
                      </a:endParaRPr>
                    </a:p>
                  </a:txBody>
                  <a:tcPr marT="45725" marB="4572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950" kern="1200" dirty="0" smtClean="0">
                          <a:solidFill>
                            <a:srgbClr val="000000"/>
                          </a:solidFill>
                          <a:latin typeface="+mn-lt"/>
                          <a:ea typeface="+mn-ea"/>
                          <a:cs typeface="+mn-cs"/>
                        </a:rPr>
                        <a:t>Describe the process to create and manage Land Development Projects</a:t>
                      </a:r>
                      <a:endParaRPr lang="en-US" sz="950" kern="1200" dirty="0">
                        <a:solidFill>
                          <a:srgbClr val="000000"/>
                        </a:solidFill>
                        <a:latin typeface="+mn-lt"/>
                        <a:ea typeface="+mn-ea"/>
                        <a:cs typeface="+mn-cs"/>
                      </a:endParaRPr>
                    </a:p>
                  </a:txBody>
                  <a:tcPr marT="45725" marB="45725" anchor="ctr"/>
                </a:tc>
              </a:tr>
              <a:tr h="436308">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950" b="1" kern="1200" dirty="0" smtClean="0">
                          <a:solidFill>
                            <a:srgbClr val="000000"/>
                          </a:solidFill>
                          <a:latin typeface="Arial" charset="0"/>
                          <a:ea typeface="+mn-ea"/>
                          <a:cs typeface="Arial" charset="0"/>
                        </a:rPr>
                        <a:t>Managing CIP Projects</a:t>
                      </a:r>
                    </a:p>
                  </a:txBody>
                  <a:tcPr marT="45725" marB="4572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950" kern="1200" dirty="0" smtClean="0">
                          <a:solidFill>
                            <a:srgbClr val="000000"/>
                          </a:solidFill>
                          <a:latin typeface="+mn-lt"/>
                          <a:ea typeface="+mn-ea"/>
                          <a:cs typeface="+mn-cs"/>
                        </a:rPr>
                        <a:t>Provides information on managing CIP Projects in SAP</a:t>
                      </a:r>
                      <a:endParaRPr lang="en-US" sz="950" kern="1200" dirty="0">
                        <a:solidFill>
                          <a:srgbClr val="000000"/>
                        </a:solidFill>
                        <a:latin typeface="+mn-lt"/>
                        <a:ea typeface="+mn-ea"/>
                        <a:cs typeface="+mn-cs"/>
                      </a:endParaRPr>
                    </a:p>
                  </a:txBody>
                  <a:tcPr marT="45725" marB="4572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950" kern="1200" dirty="0" smtClean="0">
                          <a:solidFill>
                            <a:srgbClr val="000000"/>
                          </a:solidFill>
                          <a:latin typeface="+mn-lt"/>
                          <a:ea typeface="+mn-ea"/>
                          <a:cs typeface="+mn-cs"/>
                        </a:rPr>
                        <a:t>Identify processes involved in managing CIP Projects in SAP</a:t>
                      </a:r>
                      <a:endParaRPr lang="en-US" sz="950" kern="1200" dirty="0">
                        <a:solidFill>
                          <a:srgbClr val="000000"/>
                        </a:solidFill>
                        <a:latin typeface="+mn-lt"/>
                        <a:ea typeface="+mn-ea"/>
                        <a:cs typeface="+mn-cs"/>
                      </a:endParaRPr>
                    </a:p>
                  </a:txBody>
                  <a:tcPr marT="45725" marB="45725" anchor="ctr"/>
                </a:tc>
              </a:tr>
              <a:tr h="610828">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950" b="1" kern="1200" dirty="0" smtClean="0">
                          <a:solidFill>
                            <a:srgbClr val="000000"/>
                          </a:solidFill>
                          <a:latin typeface="Arial" charset="0"/>
                          <a:ea typeface="+mn-ea"/>
                          <a:cs typeface="Arial" charset="0"/>
                        </a:rPr>
                        <a:t>Procurement</a:t>
                      </a:r>
                    </a:p>
                  </a:txBody>
                  <a:tcPr marT="45725" marB="4572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950" kern="1200" dirty="0" smtClean="0">
                          <a:solidFill>
                            <a:srgbClr val="000000"/>
                          </a:solidFill>
                          <a:latin typeface="+mn-lt"/>
                          <a:ea typeface="+mn-ea"/>
                          <a:cs typeface="+mn-cs"/>
                        </a:rPr>
                        <a:t>Provides information</a:t>
                      </a:r>
                      <a:r>
                        <a:rPr lang="en-US" sz="950" kern="1200" baseline="0" dirty="0" smtClean="0">
                          <a:solidFill>
                            <a:srgbClr val="000000"/>
                          </a:solidFill>
                          <a:latin typeface="+mn-lt"/>
                          <a:ea typeface="+mn-ea"/>
                          <a:cs typeface="+mn-cs"/>
                        </a:rPr>
                        <a:t> on navigating  and managing the SRM process within SAP</a:t>
                      </a:r>
                      <a:endParaRPr lang="en-US" sz="950" kern="1200" dirty="0">
                        <a:solidFill>
                          <a:srgbClr val="000000"/>
                        </a:solidFill>
                        <a:latin typeface="+mn-lt"/>
                        <a:ea typeface="+mn-ea"/>
                        <a:cs typeface="+mn-cs"/>
                      </a:endParaRPr>
                    </a:p>
                  </a:txBody>
                  <a:tcPr marT="45725" marB="4572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950" kern="1200" dirty="0" smtClean="0">
                          <a:solidFill>
                            <a:srgbClr val="000000"/>
                          </a:solidFill>
                          <a:latin typeface="+mn-lt"/>
                          <a:ea typeface="+mn-ea"/>
                          <a:cs typeface="+mn-cs"/>
                        </a:rPr>
                        <a:t>Identify steps needed</a:t>
                      </a:r>
                      <a:r>
                        <a:rPr lang="en-US" sz="950" kern="1200" baseline="0" dirty="0" smtClean="0">
                          <a:solidFill>
                            <a:srgbClr val="000000"/>
                          </a:solidFill>
                          <a:latin typeface="+mn-lt"/>
                          <a:ea typeface="+mn-ea"/>
                          <a:cs typeface="+mn-cs"/>
                        </a:rPr>
                        <a:t> to navigate the SRM process within SAP</a:t>
                      </a:r>
                      <a:endParaRPr lang="en-US" sz="950" kern="1200" dirty="0">
                        <a:solidFill>
                          <a:srgbClr val="000000"/>
                        </a:solidFill>
                        <a:latin typeface="+mn-lt"/>
                        <a:ea typeface="+mn-ea"/>
                        <a:cs typeface="+mn-cs"/>
                      </a:endParaRPr>
                    </a:p>
                  </a:txBody>
                  <a:tcPr marT="45725" marB="45725" anchor="ctr"/>
                </a:tc>
              </a:tr>
              <a:tr h="610828">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950" b="1" kern="1200" dirty="0" smtClean="0">
                          <a:solidFill>
                            <a:srgbClr val="000000"/>
                          </a:solidFill>
                          <a:latin typeface="Arial" charset="0"/>
                          <a:ea typeface="+mn-ea"/>
                          <a:cs typeface="Arial" charset="0"/>
                        </a:rPr>
                        <a:t>Finance</a:t>
                      </a:r>
                    </a:p>
                  </a:txBody>
                  <a:tcPr marT="45725" marB="4572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950" kern="1200" dirty="0" smtClean="0">
                          <a:solidFill>
                            <a:srgbClr val="000000"/>
                          </a:solidFill>
                          <a:latin typeface="+mn-lt"/>
                          <a:ea typeface="+mn-ea"/>
                          <a:cs typeface="+mn-cs"/>
                        </a:rPr>
                        <a:t>Provides information on navigating and managing financial</a:t>
                      </a:r>
                      <a:r>
                        <a:rPr lang="en-US" sz="950" kern="1200" baseline="0" dirty="0" smtClean="0">
                          <a:solidFill>
                            <a:srgbClr val="000000"/>
                          </a:solidFill>
                          <a:latin typeface="+mn-lt"/>
                          <a:ea typeface="+mn-ea"/>
                          <a:cs typeface="+mn-cs"/>
                        </a:rPr>
                        <a:t> processes within the Loudoun Water organization. With its small group size, the Finance team will be provided with more one on one and personalized instruction</a:t>
                      </a:r>
                      <a:endParaRPr lang="en-US" sz="950" kern="1200" dirty="0">
                        <a:solidFill>
                          <a:srgbClr val="000000"/>
                        </a:solidFill>
                        <a:latin typeface="+mn-lt"/>
                        <a:ea typeface="+mn-ea"/>
                        <a:cs typeface="+mn-cs"/>
                      </a:endParaRPr>
                    </a:p>
                  </a:txBody>
                  <a:tcPr marT="45725" marB="4572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950" kern="1200" dirty="0" smtClean="0">
                          <a:solidFill>
                            <a:srgbClr val="000000"/>
                          </a:solidFill>
                          <a:latin typeface="+mn-lt"/>
                          <a:ea typeface="+mn-ea"/>
                          <a:cs typeface="+mn-cs"/>
                        </a:rPr>
                        <a:t>Describe the processes and procedures</a:t>
                      </a:r>
                      <a:r>
                        <a:rPr lang="en-US" sz="950" kern="1200" baseline="0" dirty="0" smtClean="0">
                          <a:solidFill>
                            <a:srgbClr val="000000"/>
                          </a:solidFill>
                          <a:latin typeface="+mn-lt"/>
                          <a:ea typeface="+mn-ea"/>
                          <a:cs typeface="+mn-cs"/>
                        </a:rPr>
                        <a:t> necessary to initiate and complete Financial transactions within SAP</a:t>
                      </a:r>
                      <a:endParaRPr lang="en-US" sz="950" kern="1200" dirty="0">
                        <a:solidFill>
                          <a:srgbClr val="000000"/>
                        </a:solidFill>
                        <a:latin typeface="+mn-lt"/>
                        <a:ea typeface="+mn-ea"/>
                        <a:cs typeface="+mn-cs"/>
                      </a:endParaRPr>
                    </a:p>
                  </a:txBody>
                  <a:tcPr marT="45725" marB="45725" anchor="ctr"/>
                </a:tc>
              </a:tr>
              <a:tr h="610828">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950" b="1" kern="1200" dirty="0" smtClean="0">
                          <a:solidFill>
                            <a:srgbClr val="000000"/>
                          </a:solidFill>
                          <a:latin typeface="Arial" charset="0"/>
                          <a:ea typeface="+mn-ea"/>
                          <a:cs typeface="Arial" charset="0"/>
                        </a:rPr>
                        <a:t>HR/HCM</a:t>
                      </a:r>
                    </a:p>
                  </a:txBody>
                  <a:tcPr marT="45725" marB="4572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950" kern="1200" dirty="0" smtClean="0">
                          <a:solidFill>
                            <a:srgbClr val="000000"/>
                          </a:solidFill>
                          <a:latin typeface="+mn-lt"/>
                          <a:ea typeface="+mn-ea"/>
                          <a:cs typeface="+mn-cs"/>
                        </a:rPr>
                        <a:t>Provides information on managing employee</a:t>
                      </a:r>
                      <a:r>
                        <a:rPr lang="en-US" sz="950" kern="1200" baseline="0" dirty="0" smtClean="0">
                          <a:solidFill>
                            <a:srgbClr val="000000"/>
                          </a:solidFill>
                          <a:latin typeface="+mn-lt"/>
                          <a:ea typeface="+mn-ea"/>
                          <a:cs typeface="+mn-cs"/>
                        </a:rPr>
                        <a:t> processes using SAP. With its small group size, the HCM team will be provided with more one on one training, or instruction using simulations</a:t>
                      </a:r>
                      <a:endParaRPr lang="en-US" sz="950" kern="1200" dirty="0" smtClean="0">
                        <a:solidFill>
                          <a:srgbClr val="000000"/>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sz="950" kern="1200" dirty="0">
                        <a:solidFill>
                          <a:schemeClr val="tx1"/>
                        </a:solidFill>
                        <a:latin typeface="+mn-lt"/>
                        <a:ea typeface="+mn-ea"/>
                        <a:cs typeface="+mn-cs"/>
                      </a:endParaRPr>
                    </a:p>
                  </a:txBody>
                  <a:tcPr marT="45725" marB="4572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950" kern="1200" dirty="0" smtClean="0">
                          <a:solidFill>
                            <a:srgbClr val="000000"/>
                          </a:solidFill>
                          <a:latin typeface="+mn-lt"/>
                          <a:ea typeface="+mn-ea"/>
                          <a:cs typeface="+mn-cs"/>
                        </a:rPr>
                        <a:t>Identify  steps to manage the HCM process</a:t>
                      </a:r>
                      <a:r>
                        <a:rPr lang="en-US" sz="950" kern="1200" baseline="0" dirty="0" smtClean="0">
                          <a:solidFill>
                            <a:srgbClr val="000000"/>
                          </a:solidFill>
                          <a:latin typeface="+mn-lt"/>
                          <a:ea typeface="+mn-ea"/>
                          <a:cs typeface="+mn-cs"/>
                        </a:rPr>
                        <a:t> within SAP</a:t>
                      </a:r>
                      <a:endParaRPr lang="en-US" sz="950" kern="1200" dirty="0">
                        <a:solidFill>
                          <a:srgbClr val="000000"/>
                        </a:solidFill>
                        <a:latin typeface="+mn-lt"/>
                        <a:ea typeface="+mn-ea"/>
                        <a:cs typeface="+mn-cs"/>
                      </a:endParaRPr>
                    </a:p>
                  </a:txBody>
                  <a:tcPr marT="45725" marB="45725" anchor="ctr"/>
                </a:tc>
              </a:tr>
              <a:tr h="610828">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950" b="1" kern="1200" dirty="0" smtClean="0">
                          <a:solidFill>
                            <a:srgbClr val="000000"/>
                          </a:solidFill>
                          <a:latin typeface="Arial" charset="0"/>
                          <a:ea typeface="+mn-ea"/>
                          <a:cs typeface="Arial" charset="0"/>
                        </a:rPr>
                        <a:t>EAM Fieldworker</a:t>
                      </a:r>
                      <a:r>
                        <a:rPr lang="en-US" sz="950" b="1" kern="1200" baseline="0" dirty="0" smtClean="0">
                          <a:solidFill>
                            <a:srgbClr val="000000"/>
                          </a:solidFill>
                          <a:latin typeface="Arial" charset="0"/>
                          <a:ea typeface="+mn-ea"/>
                          <a:cs typeface="Arial" charset="0"/>
                        </a:rPr>
                        <a:t> (Desktops)</a:t>
                      </a:r>
                      <a:endParaRPr lang="en-US" sz="950" b="1" kern="1200" dirty="0" smtClean="0">
                        <a:solidFill>
                          <a:srgbClr val="000000"/>
                        </a:solidFill>
                        <a:latin typeface="Arial" charset="0"/>
                        <a:ea typeface="+mn-ea"/>
                        <a:cs typeface="Arial" charset="0"/>
                      </a:endParaRPr>
                    </a:p>
                  </a:txBody>
                  <a:tcPr marT="45725" marB="4572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950" kern="1200" dirty="0" smtClean="0">
                          <a:solidFill>
                            <a:srgbClr val="000000"/>
                          </a:solidFill>
                          <a:latin typeface="+mn-lt"/>
                          <a:ea typeface="+mn-ea"/>
                          <a:cs typeface="+mn-cs"/>
                        </a:rPr>
                        <a:t>Provides EAM Fieldworkers with information on managing work orders and creating notifications using SAP</a:t>
                      </a:r>
                      <a:endParaRPr lang="en-US" sz="950" kern="1200" dirty="0">
                        <a:solidFill>
                          <a:srgbClr val="000000"/>
                        </a:solidFill>
                        <a:latin typeface="+mn-lt"/>
                        <a:ea typeface="+mn-ea"/>
                        <a:cs typeface="+mn-cs"/>
                      </a:endParaRPr>
                    </a:p>
                  </a:txBody>
                  <a:tcPr marT="45725" marB="4572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950" kern="1200" dirty="0" smtClean="0">
                          <a:solidFill>
                            <a:srgbClr val="000000"/>
                          </a:solidFill>
                          <a:latin typeface="+mn-lt"/>
                          <a:ea typeface="+mn-ea"/>
                          <a:cs typeface="+mn-cs"/>
                        </a:rPr>
                        <a:t>Explain the steps necessary to create/close work orders and notifications</a:t>
                      </a:r>
                      <a:endParaRPr lang="en-US" sz="950" kern="1200" dirty="0">
                        <a:solidFill>
                          <a:srgbClr val="000000"/>
                        </a:solidFill>
                        <a:latin typeface="+mn-lt"/>
                        <a:ea typeface="+mn-ea"/>
                        <a:cs typeface="+mn-cs"/>
                      </a:endParaRPr>
                    </a:p>
                  </a:txBody>
                  <a:tcPr marT="45725" marB="45725" anchor="ctr"/>
                </a:tc>
              </a:tr>
            </a:tbl>
          </a:graphicData>
        </a:graphic>
      </p:graphicFrame>
    </p:spTree>
    <p:extLst>
      <p:ext uri="{BB962C8B-B14F-4D97-AF65-F5344CB8AC3E}">
        <p14:creationId xmlns:p14="http://schemas.microsoft.com/office/powerpoint/2010/main" xmlns="" val="1076890951"/>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Questions?</a:t>
            </a:r>
            <a:endParaRPr lang="en-US" dirty="0"/>
          </a:p>
        </p:txBody>
      </p:sp>
      <p:sp>
        <p:nvSpPr>
          <p:cNvPr id="3" name="Slide Number Placeholder 2"/>
          <p:cNvSpPr>
            <a:spLocks noGrp="1"/>
          </p:cNvSpPr>
          <p:nvPr>
            <p:ph type="sldNum" sz="quarter" idx="10"/>
          </p:nvPr>
        </p:nvSpPr>
        <p:spPr/>
        <p:txBody>
          <a:bodyPr/>
          <a:lstStyle/>
          <a:p>
            <a:pPr>
              <a:defRPr/>
            </a:pPr>
            <a:fld id="{96F4AFA1-EF40-46D8-B075-53C97C623789}" type="slidenum">
              <a:rPr lang="en-US" smtClean="0"/>
              <a:pPr>
                <a:defRPr/>
              </a:pPr>
              <a:t>34</a:t>
            </a:fld>
            <a:endParaRPr lang="en-US"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Clouds">
  <a:themeElements>
    <a:clrScheme name="Custom 1">
      <a:dk1>
        <a:srgbClr val="4D4D4D"/>
      </a:dk1>
      <a:lt1>
        <a:srgbClr val="FFFFFF"/>
      </a:lt1>
      <a:dk2>
        <a:srgbClr val="0000A4"/>
      </a:dk2>
      <a:lt2>
        <a:srgbClr val="B7E7FF"/>
      </a:lt2>
      <a:accent1>
        <a:srgbClr val="0099CC"/>
      </a:accent1>
      <a:accent2>
        <a:srgbClr val="00CC99"/>
      </a:accent2>
      <a:accent3>
        <a:srgbClr val="AAAACF"/>
      </a:accent3>
      <a:accent4>
        <a:srgbClr val="DADADA"/>
      </a:accent4>
      <a:accent5>
        <a:srgbClr val="AACAE2"/>
      </a:accent5>
      <a:accent6>
        <a:srgbClr val="00B98A"/>
      </a:accent6>
      <a:hlink>
        <a:srgbClr val="262626"/>
      </a:hlink>
      <a:folHlink>
        <a:srgbClr val="949494"/>
      </a:folHlink>
    </a:clrScheme>
    <a:fontScheme name="Clouds">
      <a:majorFont>
        <a:latin typeface="Tahoma"/>
        <a:ea typeface=""/>
        <a:cs typeface=""/>
      </a:majorFont>
      <a:minorFont>
        <a:latin typeface="Georg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Clouds 1">
        <a:dk1>
          <a:srgbClr val="4D4D4D"/>
        </a:dk1>
        <a:lt1>
          <a:srgbClr val="FFFFFF"/>
        </a:lt1>
        <a:dk2>
          <a:srgbClr val="0000A4"/>
        </a:dk2>
        <a:lt2>
          <a:srgbClr val="B7E7FF"/>
        </a:lt2>
        <a:accent1>
          <a:srgbClr val="0099CC"/>
        </a:accent1>
        <a:accent2>
          <a:srgbClr val="00CC99"/>
        </a:accent2>
        <a:accent3>
          <a:srgbClr val="AAAACF"/>
        </a:accent3>
        <a:accent4>
          <a:srgbClr val="DADADA"/>
        </a:accent4>
        <a:accent5>
          <a:srgbClr val="AACAE2"/>
        </a:accent5>
        <a:accent6>
          <a:srgbClr val="00B98A"/>
        </a:accent6>
        <a:hlink>
          <a:srgbClr val="FFCC00"/>
        </a:hlink>
        <a:folHlink>
          <a:srgbClr val="EE941C"/>
        </a:folHlink>
      </a:clrScheme>
      <a:clrMap bg1="dk2" tx1="lt1" bg2="dk1" tx2="lt2" accent1="accent1" accent2="accent2" accent3="accent3" accent4="accent4" accent5="accent5" accent6="accent6" hlink="hlink" folHlink="folHlink"/>
    </a:extraClrScheme>
    <a:extraClrScheme>
      <a:clrScheme name="Clouds 2">
        <a:dk1>
          <a:srgbClr val="000066"/>
        </a:dk1>
        <a:lt1>
          <a:srgbClr val="FFFFFF"/>
        </a:lt1>
        <a:dk2>
          <a:srgbClr val="00A2DC"/>
        </a:dk2>
        <a:lt2>
          <a:srgbClr val="FFFFFF"/>
        </a:lt2>
        <a:accent1>
          <a:srgbClr val="0079A4"/>
        </a:accent1>
        <a:accent2>
          <a:srgbClr val="33CCCC"/>
        </a:accent2>
        <a:accent3>
          <a:srgbClr val="AACEEB"/>
        </a:accent3>
        <a:accent4>
          <a:srgbClr val="DADADA"/>
        </a:accent4>
        <a:accent5>
          <a:srgbClr val="AABECF"/>
        </a:accent5>
        <a:accent6>
          <a:srgbClr val="2DB9B9"/>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Clouds 3">
        <a:dk1>
          <a:srgbClr val="010199"/>
        </a:dk1>
        <a:lt1>
          <a:srgbClr val="FFFFFF"/>
        </a:lt1>
        <a:dk2>
          <a:srgbClr val="000092"/>
        </a:dk2>
        <a:lt2>
          <a:srgbClr val="CCFFFF"/>
        </a:lt2>
        <a:accent1>
          <a:srgbClr val="66CCFF"/>
        </a:accent1>
        <a:accent2>
          <a:srgbClr val="2EBDBA"/>
        </a:accent2>
        <a:accent3>
          <a:srgbClr val="AAAAC7"/>
        </a:accent3>
        <a:accent4>
          <a:srgbClr val="DADADA"/>
        </a:accent4>
        <a:accent5>
          <a:srgbClr val="B8E2FF"/>
        </a:accent5>
        <a:accent6>
          <a:srgbClr val="29ABA8"/>
        </a:accent6>
        <a:hlink>
          <a:srgbClr val="66FFFF"/>
        </a:hlink>
        <a:folHlink>
          <a:srgbClr val="CC99FF"/>
        </a:folHlink>
      </a:clrScheme>
      <a:clrMap bg1="dk2" tx1="lt1" bg2="dk1" tx2="lt2" accent1="accent1" accent2="accent2" accent3="accent3" accent4="accent4" accent5="accent5" accent6="accent6" hlink="hlink" folHlink="folHlink"/>
    </a:extraClrScheme>
    <a:extraClrScheme>
      <a:clrScheme name="Clouds 4">
        <a:dk1>
          <a:srgbClr val="000000"/>
        </a:dk1>
        <a:lt1>
          <a:srgbClr val="FFFFFF"/>
        </a:lt1>
        <a:dk2>
          <a:srgbClr val="006A67"/>
        </a:dk2>
        <a:lt2>
          <a:srgbClr val="FFFFCC"/>
        </a:lt2>
        <a:accent1>
          <a:srgbClr val="33CCCC"/>
        </a:accent1>
        <a:accent2>
          <a:srgbClr val="6D6FC7"/>
        </a:accent2>
        <a:accent3>
          <a:srgbClr val="AAB9B8"/>
        </a:accent3>
        <a:accent4>
          <a:srgbClr val="DADADA"/>
        </a:accent4>
        <a:accent5>
          <a:srgbClr val="ADE2E2"/>
        </a:accent5>
        <a:accent6>
          <a:srgbClr val="6264B4"/>
        </a:accent6>
        <a:hlink>
          <a:srgbClr val="00FFFF"/>
        </a:hlink>
        <a:folHlink>
          <a:srgbClr val="00CC66"/>
        </a:folHlink>
      </a:clrScheme>
      <a:clrMap bg1="dk2" tx1="lt1" bg2="dk1" tx2="lt2" accent1="accent1" accent2="accent2" accent3="accent3" accent4="accent4" accent5="accent5" accent6="accent6" hlink="hlink" folHlink="folHlink"/>
    </a:extraClrScheme>
    <a:extraClrScheme>
      <a:clrScheme name="Clouds 5">
        <a:dk1>
          <a:srgbClr val="4D4D4D"/>
        </a:dk1>
        <a:lt1>
          <a:srgbClr val="FFFFFF"/>
        </a:lt1>
        <a:dk2>
          <a:srgbClr val="650BB7"/>
        </a:dk2>
        <a:lt2>
          <a:srgbClr val="FFFFFF"/>
        </a:lt2>
        <a:accent1>
          <a:srgbClr val="FF66FF"/>
        </a:accent1>
        <a:accent2>
          <a:srgbClr val="666699"/>
        </a:accent2>
        <a:accent3>
          <a:srgbClr val="B8AAD8"/>
        </a:accent3>
        <a:accent4>
          <a:srgbClr val="DADADA"/>
        </a:accent4>
        <a:accent5>
          <a:srgbClr val="FFB8FF"/>
        </a:accent5>
        <a:accent6>
          <a:srgbClr val="5C5C8A"/>
        </a:accent6>
        <a:hlink>
          <a:srgbClr val="E9E9FF"/>
        </a:hlink>
        <a:folHlink>
          <a:srgbClr val="CCECFF"/>
        </a:folHlink>
      </a:clrScheme>
      <a:clrMap bg1="dk2" tx1="lt1" bg2="dk1" tx2="lt2" accent1="accent1" accent2="accent2" accent3="accent3" accent4="accent4" accent5="accent5" accent6="accent6" hlink="hlink" folHlink="folHlink"/>
    </a:extraClrScheme>
    <a:extraClrScheme>
      <a:clrScheme name="Clouds 6">
        <a:dk1>
          <a:srgbClr val="FFFFFF"/>
        </a:dk1>
        <a:lt1>
          <a:srgbClr val="FFFFFF"/>
        </a:lt1>
        <a:dk2>
          <a:srgbClr val="005000"/>
        </a:dk2>
        <a:lt2>
          <a:srgbClr val="DCEAAE"/>
        </a:lt2>
        <a:accent1>
          <a:srgbClr val="99CC00"/>
        </a:accent1>
        <a:accent2>
          <a:srgbClr val="6F801A"/>
        </a:accent2>
        <a:accent3>
          <a:srgbClr val="AAB3AA"/>
        </a:accent3>
        <a:accent4>
          <a:srgbClr val="DADADA"/>
        </a:accent4>
        <a:accent5>
          <a:srgbClr val="CAE2AA"/>
        </a:accent5>
        <a:accent6>
          <a:srgbClr val="647316"/>
        </a:accent6>
        <a:hlink>
          <a:srgbClr val="FFFFCC"/>
        </a:hlink>
        <a:folHlink>
          <a:srgbClr val="CCCC00"/>
        </a:folHlink>
      </a:clrScheme>
      <a:clrMap bg1="dk2" tx1="lt1" bg2="dk1" tx2="lt2" accent1="accent1" accent2="accent2" accent3="accent3" accent4="accent4" accent5="accent5" accent6="accent6" hlink="hlink" folHlink="folHlink"/>
    </a:extraClrScheme>
    <a:extraClrScheme>
      <a:clrScheme name="Clouds 7">
        <a:dk1>
          <a:srgbClr val="4F4F77"/>
        </a:dk1>
        <a:lt1>
          <a:srgbClr val="FFFFFF"/>
        </a:lt1>
        <a:dk2>
          <a:srgbClr val="7979A5"/>
        </a:dk2>
        <a:lt2>
          <a:srgbClr val="F3F3FF"/>
        </a:lt2>
        <a:accent1>
          <a:srgbClr val="5D5D8B"/>
        </a:accent1>
        <a:accent2>
          <a:srgbClr val="66CCFF"/>
        </a:accent2>
        <a:accent3>
          <a:srgbClr val="BEBECF"/>
        </a:accent3>
        <a:accent4>
          <a:srgbClr val="DADADA"/>
        </a:accent4>
        <a:accent5>
          <a:srgbClr val="B6B6C4"/>
        </a:accent5>
        <a:accent6>
          <a:srgbClr val="5CB9E7"/>
        </a:accent6>
        <a:hlink>
          <a:srgbClr val="CCECFF"/>
        </a:hlink>
        <a:folHlink>
          <a:srgbClr val="FFFFCC"/>
        </a:folHlink>
      </a:clrScheme>
      <a:clrMap bg1="dk2" tx1="lt1" bg2="dk1" tx2="lt2" accent1="accent1" accent2="accent2" accent3="accent3" accent4="accent4" accent5="accent5" accent6="accent6" hlink="hlink" folHlink="folHlink"/>
    </a:extraClrScheme>
    <a:extraClrScheme>
      <a:clrScheme name="Clouds 8">
        <a:dk1>
          <a:srgbClr val="000000"/>
        </a:dk1>
        <a:lt1>
          <a:srgbClr val="B9B9B9"/>
        </a:lt1>
        <a:dk2>
          <a:srgbClr val="8A8472"/>
        </a:dk2>
        <a:lt2>
          <a:srgbClr val="4D4D4D"/>
        </a:lt2>
        <a:accent1>
          <a:srgbClr val="EDEEE2"/>
        </a:accent1>
        <a:accent2>
          <a:srgbClr val="7FAA7E"/>
        </a:accent2>
        <a:accent3>
          <a:srgbClr val="D9D9D9"/>
        </a:accent3>
        <a:accent4>
          <a:srgbClr val="000000"/>
        </a:accent4>
        <a:accent5>
          <a:srgbClr val="F4F5EE"/>
        </a:accent5>
        <a:accent6>
          <a:srgbClr val="729A72"/>
        </a:accent6>
        <a:hlink>
          <a:srgbClr val="008000"/>
        </a:hlink>
        <a:folHlink>
          <a:srgbClr val="989400"/>
        </a:folHlink>
      </a:clrScheme>
      <a:clrMap bg1="lt1" tx1="dk1" bg2="lt2" tx2="dk2" accent1="accent1" accent2="accent2" accent3="accent3" accent4="accent4" accent5="accent5" accent6="accent6" hlink="hlink" folHlink="folHlink"/>
    </a:extraClrScheme>
    <a:extraClrScheme>
      <a:clrScheme name="Clouds 9">
        <a:dk1>
          <a:srgbClr val="000000"/>
        </a:dk1>
        <a:lt1>
          <a:srgbClr val="FEA24E"/>
        </a:lt1>
        <a:dk2>
          <a:srgbClr val="CC6600"/>
        </a:dk2>
        <a:lt2>
          <a:srgbClr val="808080"/>
        </a:lt2>
        <a:accent1>
          <a:srgbClr val="FBEECD"/>
        </a:accent1>
        <a:accent2>
          <a:srgbClr val="ECD044"/>
        </a:accent2>
        <a:accent3>
          <a:srgbClr val="FECEB2"/>
        </a:accent3>
        <a:accent4>
          <a:srgbClr val="000000"/>
        </a:accent4>
        <a:accent5>
          <a:srgbClr val="FDF5E3"/>
        </a:accent5>
        <a:accent6>
          <a:srgbClr val="D6BC3D"/>
        </a:accent6>
        <a:hlink>
          <a:srgbClr val="E42B00"/>
        </a:hlink>
        <a:folHlink>
          <a:srgbClr val="996633"/>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2_Clouds">
  <a:themeElements>
    <a:clrScheme name="2_Clouds 1">
      <a:dk1>
        <a:srgbClr val="4D4D4D"/>
      </a:dk1>
      <a:lt1>
        <a:srgbClr val="FFFFFF"/>
      </a:lt1>
      <a:dk2>
        <a:srgbClr val="0000A4"/>
      </a:dk2>
      <a:lt2>
        <a:srgbClr val="B7E7FF"/>
      </a:lt2>
      <a:accent1>
        <a:srgbClr val="0099CC"/>
      </a:accent1>
      <a:accent2>
        <a:srgbClr val="00CC99"/>
      </a:accent2>
      <a:accent3>
        <a:srgbClr val="AAAACF"/>
      </a:accent3>
      <a:accent4>
        <a:srgbClr val="DADADA"/>
      </a:accent4>
      <a:accent5>
        <a:srgbClr val="AACAE2"/>
      </a:accent5>
      <a:accent6>
        <a:srgbClr val="00B98A"/>
      </a:accent6>
      <a:hlink>
        <a:srgbClr val="FFCC00"/>
      </a:hlink>
      <a:folHlink>
        <a:srgbClr val="EE941C"/>
      </a:folHlink>
    </a:clrScheme>
    <a:fontScheme name="2_Clouds">
      <a:majorFont>
        <a:latin typeface="Tahoma"/>
        <a:ea typeface=""/>
        <a:cs typeface=""/>
      </a:majorFont>
      <a:minorFont>
        <a:latin typeface="Georg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2_Clouds 1">
        <a:dk1>
          <a:srgbClr val="4D4D4D"/>
        </a:dk1>
        <a:lt1>
          <a:srgbClr val="FFFFFF"/>
        </a:lt1>
        <a:dk2>
          <a:srgbClr val="0000A4"/>
        </a:dk2>
        <a:lt2>
          <a:srgbClr val="B7E7FF"/>
        </a:lt2>
        <a:accent1>
          <a:srgbClr val="0099CC"/>
        </a:accent1>
        <a:accent2>
          <a:srgbClr val="00CC99"/>
        </a:accent2>
        <a:accent3>
          <a:srgbClr val="AAAACF"/>
        </a:accent3>
        <a:accent4>
          <a:srgbClr val="DADADA"/>
        </a:accent4>
        <a:accent5>
          <a:srgbClr val="AACAE2"/>
        </a:accent5>
        <a:accent6>
          <a:srgbClr val="00B98A"/>
        </a:accent6>
        <a:hlink>
          <a:srgbClr val="FFCC00"/>
        </a:hlink>
        <a:folHlink>
          <a:srgbClr val="EE941C"/>
        </a:folHlink>
      </a:clrScheme>
      <a:clrMap bg1="dk2" tx1="lt1" bg2="dk1" tx2="lt2" accent1="accent1" accent2="accent2" accent3="accent3" accent4="accent4" accent5="accent5" accent6="accent6" hlink="hlink" folHlink="folHlink"/>
    </a:extraClrScheme>
    <a:extraClrScheme>
      <a:clrScheme name="2_Clouds 2">
        <a:dk1>
          <a:srgbClr val="000066"/>
        </a:dk1>
        <a:lt1>
          <a:srgbClr val="FFFFFF"/>
        </a:lt1>
        <a:dk2>
          <a:srgbClr val="00A2DC"/>
        </a:dk2>
        <a:lt2>
          <a:srgbClr val="FFFFFF"/>
        </a:lt2>
        <a:accent1>
          <a:srgbClr val="0079A4"/>
        </a:accent1>
        <a:accent2>
          <a:srgbClr val="33CCCC"/>
        </a:accent2>
        <a:accent3>
          <a:srgbClr val="AACEEB"/>
        </a:accent3>
        <a:accent4>
          <a:srgbClr val="DADADA"/>
        </a:accent4>
        <a:accent5>
          <a:srgbClr val="AABECF"/>
        </a:accent5>
        <a:accent6>
          <a:srgbClr val="2DB9B9"/>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2_Clouds 3">
        <a:dk1>
          <a:srgbClr val="010199"/>
        </a:dk1>
        <a:lt1>
          <a:srgbClr val="FFFFFF"/>
        </a:lt1>
        <a:dk2>
          <a:srgbClr val="000092"/>
        </a:dk2>
        <a:lt2>
          <a:srgbClr val="CCFFFF"/>
        </a:lt2>
        <a:accent1>
          <a:srgbClr val="66CCFF"/>
        </a:accent1>
        <a:accent2>
          <a:srgbClr val="2EBDBA"/>
        </a:accent2>
        <a:accent3>
          <a:srgbClr val="AAAAC7"/>
        </a:accent3>
        <a:accent4>
          <a:srgbClr val="DADADA"/>
        </a:accent4>
        <a:accent5>
          <a:srgbClr val="B8E2FF"/>
        </a:accent5>
        <a:accent6>
          <a:srgbClr val="29ABA8"/>
        </a:accent6>
        <a:hlink>
          <a:srgbClr val="66FFFF"/>
        </a:hlink>
        <a:folHlink>
          <a:srgbClr val="CC99FF"/>
        </a:folHlink>
      </a:clrScheme>
      <a:clrMap bg1="dk2" tx1="lt1" bg2="dk1" tx2="lt2" accent1="accent1" accent2="accent2" accent3="accent3" accent4="accent4" accent5="accent5" accent6="accent6" hlink="hlink" folHlink="folHlink"/>
    </a:extraClrScheme>
    <a:extraClrScheme>
      <a:clrScheme name="2_Clouds 4">
        <a:dk1>
          <a:srgbClr val="000000"/>
        </a:dk1>
        <a:lt1>
          <a:srgbClr val="FFFFFF"/>
        </a:lt1>
        <a:dk2>
          <a:srgbClr val="006A67"/>
        </a:dk2>
        <a:lt2>
          <a:srgbClr val="FFFFCC"/>
        </a:lt2>
        <a:accent1>
          <a:srgbClr val="33CCCC"/>
        </a:accent1>
        <a:accent2>
          <a:srgbClr val="6D6FC7"/>
        </a:accent2>
        <a:accent3>
          <a:srgbClr val="AAB9B8"/>
        </a:accent3>
        <a:accent4>
          <a:srgbClr val="DADADA"/>
        </a:accent4>
        <a:accent5>
          <a:srgbClr val="ADE2E2"/>
        </a:accent5>
        <a:accent6>
          <a:srgbClr val="6264B4"/>
        </a:accent6>
        <a:hlink>
          <a:srgbClr val="00FFFF"/>
        </a:hlink>
        <a:folHlink>
          <a:srgbClr val="00CC66"/>
        </a:folHlink>
      </a:clrScheme>
      <a:clrMap bg1="dk2" tx1="lt1" bg2="dk1" tx2="lt2" accent1="accent1" accent2="accent2" accent3="accent3" accent4="accent4" accent5="accent5" accent6="accent6" hlink="hlink" folHlink="folHlink"/>
    </a:extraClrScheme>
    <a:extraClrScheme>
      <a:clrScheme name="2_Clouds 5">
        <a:dk1>
          <a:srgbClr val="4D4D4D"/>
        </a:dk1>
        <a:lt1>
          <a:srgbClr val="FFFFFF"/>
        </a:lt1>
        <a:dk2>
          <a:srgbClr val="650BB7"/>
        </a:dk2>
        <a:lt2>
          <a:srgbClr val="FFFFFF"/>
        </a:lt2>
        <a:accent1>
          <a:srgbClr val="FF66FF"/>
        </a:accent1>
        <a:accent2>
          <a:srgbClr val="666699"/>
        </a:accent2>
        <a:accent3>
          <a:srgbClr val="B8AAD8"/>
        </a:accent3>
        <a:accent4>
          <a:srgbClr val="DADADA"/>
        </a:accent4>
        <a:accent5>
          <a:srgbClr val="FFB8FF"/>
        </a:accent5>
        <a:accent6>
          <a:srgbClr val="5C5C8A"/>
        </a:accent6>
        <a:hlink>
          <a:srgbClr val="E9E9FF"/>
        </a:hlink>
        <a:folHlink>
          <a:srgbClr val="CCECFF"/>
        </a:folHlink>
      </a:clrScheme>
      <a:clrMap bg1="dk2" tx1="lt1" bg2="dk1" tx2="lt2" accent1="accent1" accent2="accent2" accent3="accent3" accent4="accent4" accent5="accent5" accent6="accent6" hlink="hlink" folHlink="folHlink"/>
    </a:extraClrScheme>
    <a:extraClrScheme>
      <a:clrScheme name="2_Clouds 6">
        <a:dk1>
          <a:srgbClr val="FFFFFF"/>
        </a:dk1>
        <a:lt1>
          <a:srgbClr val="FFFFFF"/>
        </a:lt1>
        <a:dk2>
          <a:srgbClr val="005000"/>
        </a:dk2>
        <a:lt2>
          <a:srgbClr val="DCEAAE"/>
        </a:lt2>
        <a:accent1>
          <a:srgbClr val="99CC00"/>
        </a:accent1>
        <a:accent2>
          <a:srgbClr val="6F801A"/>
        </a:accent2>
        <a:accent3>
          <a:srgbClr val="AAB3AA"/>
        </a:accent3>
        <a:accent4>
          <a:srgbClr val="DADADA"/>
        </a:accent4>
        <a:accent5>
          <a:srgbClr val="CAE2AA"/>
        </a:accent5>
        <a:accent6>
          <a:srgbClr val="647316"/>
        </a:accent6>
        <a:hlink>
          <a:srgbClr val="FFFFCC"/>
        </a:hlink>
        <a:folHlink>
          <a:srgbClr val="CCCC00"/>
        </a:folHlink>
      </a:clrScheme>
      <a:clrMap bg1="dk2" tx1="lt1" bg2="dk1" tx2="lt2" accent1="accent1" accent2="accent2" accent3="accent3" accent4="accent4" accent5="accent5" accent6="accent6" hlink="hlink" folHlink="folHlink"/>
    </a:extraClrScheme>
    <a:extraClrScheme>
      <a:clrScheme name="2_Clouds 7">
        <a:dk1>
          <a:srgbClr val="4F4F77"/>
        </a:dk1>
        <a:lt1>
          <a:srgbClr val="FFFFFF"/>
        </a:lt1>
        <a:dk2>
          <a:srgbClr val="7979A5"/>
        </a:dk2>
        <a:lt2>
          <a:srgbClr val="F3F3FF"/>
        </a:lt2>
        <a:accent1>
          <a:srgbClr val="5D5D8B"/>
        </a:accent1>
        <a:accent2>
          <a:srgbClr val="66CCFF"/>
        </a:accent2>
        <a:accent3>
          <a:srgbClr val="BEBECF"/>
        </a:accent3>
        <a:accent4>
          <a:srgbClr val="DADADA"/>
        </a:accent4>
        <a:accent5>
          <a:srgbClr val="B6B6C4"/>
        </a:accent5>
        <a:accent6>
          <a:srgbClr val="5CB9E7"/>
        </a:accent6>
        <a:hlink>
          <a:srgbClr val="CCECFF"/>
        </a:hlink>
        <a:folHlink>
          <a:srgbClr val="FFFFCC"/>
        </a:folHlink>
      </a:clrScheme>
      <a:clrMap bg1="dk2" tx1="lt1" bg2="dk1" tx2="lt2" accent1="accent1" accent2="accent2" accent3="accent3" accent4="accent4" accent5="accent5" accent6="accent6" hlink="hlink" folHlink="folHlink"/>
    </a:extraClrScheme>
    <a:extraClrScheme>
      <a:clrScheme name="2_Clouds 8">
        <a:dk1>
          <a:srgbClr val="000000"/>
        </a:dk1>
        <a:lt1>
          <a:srgbClr val="B9B9B9"/>
        </a:lt1>
        <a:dk2>
          <a:srgbClr val="8A8472"/>
        </a:dk2>
        <a:lt2>
          <a:srgbClr val="4D4D4D"/>
        </a:lt2>
        <a:accent1>
          <a:srgbClr val="EDEEE2"/>
        </a:accent1>
        <a:accent2>
          <a:srgbClr val="7FAA7E"/>
        </a:accent2>
        <a:accent3>
          <a:srgbClr val="D9D9D9"/>
        </a:accent3>
        <a:accent4>
          <a:srgbClr val="000000"/>
        </a:accent4>
        <a:accent5>
          <a:srgbClr val="F4F5EE"/>
        </a:accent5>
        <a:accent6>
          <a:srgbClr val="729A72"/>
        </a:accent6>
        <a:hlink>
          <a:srgbClr val="008000"/>
        </a:hlink>
        <a:folHlink>
          <a:srgbClr val="989400"/>
        </a:folHlink>
      </a:clrScheme>
      <a:clrMap bg1="lt1" tx1="dk1" bg2="lt2" tx2="dk2" accent1="accent1" accent2="accent2" accent3="accent3" accent4="accent4" accent5="accent5" accent6="accent6" hlink="hlink" folHlink="folHlink"/>
    </a:extraClrScheme>
    <a:extraClrScheme>
      <a:clrScheme name="2_Clouds 9">
        <a:dk1>
          <a:srgbClr val="000000"/>
        </a:dk1>
        <a:lt1>
          <a:srgbClr val="FEA24E"/>
        </a:lt1>
        <a:dk2>
          <a:srgbClr val="CC6600"/>
        </a:dk2>
        <a:lt2>
          <a:srgbClr val="808080"/>
        </a:lt2>
        <a:accent1>
          <a:srgbClr val="FBEECD"/>
        </a:accent1>
        <a:accent2>
          <a:srgbClr val="ECD044"/>
        </a:accent2>
        <a:accent3>
          <a:srgbClr val="FECEB2"/>
        </a:accent3>
        <a:accent4>
          <a:srgbClr val="000000"/>
        </a:accent4>
        <a:accent5>
          <a:srgbClr val="FDF5E3"/>
        </a:accent5>
        <a:accent6>
          <a:srgbClr val="D6BC3D"/>
        </a:accent6>
        <a:hlink>
          <a:srgbClr val="E42B00"/>
        </a:hlink>
        <a:folHlink>
          <a:srgbClr val="996633"/>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_Clouds">
  <a:themeElements>
    <a:clrScheme name="1_Clouds 1">
      <a:dk1>
        <a:srgbClr val="4D4D4D"/>
      </a:dk1>
      <a:lt1>
        <a:srgbClr val="FFFFFF"/>
      </a:lt1>
      <a:dk2>
        <a:srgbClr val="0000A4"/>
      </a:dk2>
      <a:lt2>
        <a:srgbClr val="B7E7FF"/>
      </a:lt2>
      <a:accent1>
        <a:srgbClr val="0099CC"/>
      </a:accent1>
      <a:accent2>
        <a:srgbClr val="00CC99"/>
      </a:accent2>
      <a:accent3>
        <a:srgbClr val="AAAACF"/>
      </a:accent3>
      <a:accent4>
        <a:srgbClr val="DADADA"/>
      </a:accent4>
      <a:accent5>
        <a:srgbClr val="AACAE2"/>
      </a:accent5>
      <a:accent6>
        <a:srgbClr val="00B98A"/>
      </a:accent6>
      <a:hlink>
        <a:srgbClr val="FFCC00"/>
      </a:hlink>
      <a:folHlink>
        <a:srgbClr val="EE941C"/>
      </a:folHlink>
    </a:clrScheme>
    <a:fontScheme name="1_Clouds">
      <a:majorFont>
        <a:latin typeface="Tahoma"/>
        <a:ea typeface=""/>
        <a:cs typeface=""/>
      </a:majorFont>
      <a:minorFont>
        <a:latin typeface="Georg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1_Clouds 1">
        <a:dk1>
          <a:srgbClr val="4D4D4D"/>
        </a:dk1>
        <a:lt1>
          <a:srgbClr val="FFFFFF"/>
        </a:lt1>
        <a:dk2>
          <a:srgbClr val="0000A4"/>
        </a:dk2>
        <a:lt2>
          <a:srgbClr val="B7E7FF"/>
        </a:lt2>
        <a:accent1>
          <a:srgbClr val="0099CC"/>
        </a:accent1>
        <a:accent2>
          <a:srgbClr val="00CC99"/>
        </a:accent2>
        <a:accent3>
          <a:srgbClr val="AAAACF"/>
        </a:accent3>
        <a:accent4>
          <a:srgbClr val="DADADA"/>
        </a:accent4>
        <a:accent5>
          <a:srgbClr val="AACAE2"/>
        </a:accent5>
        <a:accent6>
          <a:srgbClr val="00B98A"/>
        </a:accent6>
        <a:hlink>
          <a:srgbClr val="FFCC00"/>
        </a:hlink>
        <a:folHlink>
          <a:srgbClr val="EE941C"/>
        </a:folHlink>
      </a:clrScheme>
      <a:clrMap bg1="dk2" tx1="lt1" bg2="dk1" tx2="lt2" accent1="accent1" accent2="accent2" accent3="accent3" accent4="accent4" accent5="accent5" accent6="accent6" hlink="hlink" folHlink="folHlink"/>
    </a:extraClrScheme>
    <a:extraClrScheme>
      <a:clrScheme name="1_Clouds 2">
        <a:dk1>
          <a:srgbClr val="000066"/>
        </a:dk1>
        <a:lt1>
          <a:srgbClr val="FFFFFF"/>
        </a:lt1>
        <a:dk2>
          <a:srgbClr val="00A2DC"/>
        </a:dk2>
        <a:lt2>
          <a:srgbClr val="FFFFFF"/>
        </a:lt2>
        <a:accent1>
          <a:srgbClr val="0079A4"/>
        </a:accent1>
        <a:accent2>
          <a:srgbClr val="33CCCC"/>
        </a:accent2>
        <a:accent3>
          <a:srgbClr val="AACEEB"/>
        </a:accent3>
        <a:accent4>
          <a:srgbClr val="DADADA"/>
        </a:accent4>
        <a:accent5>
          <a:srgbClr val="AABECF"/>
        </a:accent5>
        <a:accent6>
          <a:srgbClr val="2DB9B9"/>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1_Clouds 3">
        <a:dk1>
          <a:srgbClr val="010199"/>
        </a:dk1>
        <a:lt1>
          <a:srgbClr val="FFFFFF"/>
        </a:lt1>
        <a:dk2>
          <a:srgbClr val="000092"/>
        </a:dk2>
        <a:lt2>
          <a:srgbClr val="CCFFFF"/>
        </a:lt2>
        <a:accent1>
          <a:srgbClr val="66CCFF"/>
        </a:accent1>
        <a:accent2>
          <a:srgbClr val="2EBDBA"/>
        </a:accent2>
        <a:accent3>
          <a:srgbClr val="AAAAC7"/>
        </a:accent3>
        <a:accent4>
          <a:srgbClr val="DADADA"/>
        </a:accent4>
        <a:accent5>
          <a:srgbClr val="B8E2FF"/>
        </a:accent5>
        <a:accent6>
          <a:srgbClr val="29ABA8"/>
        </a:accent6>
        <a:hlink>
          <a:srgbClr val="66FFFF"/>
        </a:hlink>
        <a:folHlink>
          <a:srgbClr val="CC99FF"/>
        </a:folHlink>
      </a:clrScheme>
      <a:clrMap bg1="dk2" tx1="lt1" bg2="dk1" tx2="lt2" accent1="accent1" accent2="accent2" accent3="accent3" accent4="accent4" accent5="accent5" accent6="accent6" hlink="hlink" folHlink="folHlink"/>
    </a:extraClrScheme>
    <a:extraClrScheme>
      <a:clrScheme name="1_Clouds 4">
        <a:dk1>
          <a:srgbClr val="000000"/>
        </a:dk1>
        <a:lt1>
          <a:srgbClr val="FFFFFF"/>
        </a:lt1>
        <a:dk2>
          <a:srgbClr val="006A67"/>
        </a:dk2>
        <a:lt2>
          <a:srgbClr val="FFFFCC"/>
        </a:lt2>
        <a:accent1>
          <a:srgbClr val="33CCCC"/>
        </a:accent1>
        <a:accent2>
          <a:srgbClr val="6D6FC7"/>
        </a:accent2>
        <a:accent3>
          <a:srgbClr val="AAB9B8"/>
        </a:accent3>
        <a:accent4>
          <a:srgbClr val="DADADA"/>
        </a:accent4>
        <a:accent5>
          <a:srgbClr val="ADE2E2"/>
        </a:accent5>
        <a:accent6>
          <a:srgbClr val="6264B4"/>
        </a:accent6>
        <a:hlink>
          <a:srgbClr val="00FFFF"/>
        </a:hlink>
        <a:folHlink>
          <a:srgbClr val="00CC66"/>
        </a:folHlink>
      </a:clrScheme>
      <a:clrMap bg1="dk2" tx1="lt1" bg2="dk1" tx2="lt2" accent1="accent1" accent2="accent2" accent3="accent3" accent4="accent4" accent5="accent5" accent6="accent6" hlink="hlink" folHlink="folHlink"/>
    </a:extraClrScheme>
    <a:extraClrScheme>
      <a:clrScheme name="1_Clouds 5">
        <a:dk1>
          <a:srgbClr val="4D4D4D"/>
        </a:dk1>
        <a:lt1>
          <a:srgbClr val="FFFFFF"/>
        </a:lt1>
        <a:dk2>
          <a:srgbClr val="650BB7"/>
        </a:dk2>
        <a:lt2>
          <a:srgbClr val="FFFFFF"/>
        </a:lt2>
        <a:accent1>
          <a:srgbClr val="FF66FF"/>
        </a:accent1>
        <a:accent2>
          <a:srgbClr val="666699"/>
        </a:accent2>
        <a:accent3>
          <a:srgbClr val="B8AAD8"/>
        </a:accent3>
        <a:accent4>
          <a:srgbClr val="DADADA"/>
        </a:accent4>
        <a:accent5>
          <a:srgbClr val="FFB8FF"/>
        </a:accent5>
        <a:accent6>
          <a:srgbClr val="5C5C8A"/>
        </a:accent6>
        <a:hlink>
          <a:srgbClr val="E9E9FF"/>
        </a:hlink>
        <a:folHlink>
          <a:srgbClr val="CCECFF"/>
        </a:folHlink>
      </a:clrScheme>
      <a:clrMap bg1="dk2" tx1="lt1" bg2="dk1" tx2="lt2" accent1="accent1" accent2="accent2" accent3="accent3" accent4="accent4" accent5="accent5" accent6="accent6" hlink="hlink" folHlink="folHlink"/>
    </a:extraClrScheme>
    <a:extraClrScheme>
      <a:clrScheme name="1_Clouds 6">
        <a:dk1>
          <a:srgbClr val="FFFFFF"/>
        </a:dk1>
        <a:lt1>
          <a:srgbClr val="FFFFFF"/>
        </a:lt1>
        <a:dk2>
          <a:srgbClr val="005000"/>
        </a:dk2>
        <a:lt2>
          <a:srgbClr val="DCEAAE"/>
        </a:lt2>
        <a:accent1>
          <a:srgbClr val="99CC00"/>
        </a:accent1>
        <a:accent2>
          <a:srgbClr val="6F801A"/>
        </a:accent2>
        <a:accent3>
          <a:srgbClr val="AAB3AA"/>
        </a:accent3>
        <a:accent4>
          <a:srgbClr val="DADADA"/>
        </a:accent4>
        <a:accent5>
          <a:srgbClr val="CAE2AA"/>
        </a:accent5>
        <a:accent6>
          <a:srgbClr val="647316"/>
        </a:accent6>
        <a:hlink>
          <a:srgbClr val="FFFFCC"/>
        </a:hlink>
        <a:folHlink>
          <a:srgbClr val="CCCC00"/>
        </a:folHlink>
      </a:clrScheme>
      <a:clrMap bg1="dk2" tx1="lt1" bg2="dk1" tx2="lt2" accent1="accent1" accent2="accent2" accent3="accent3" accent4="accent4" accent5="accent5" accent6="accent6" hlink="hlink" folHlink="folHlink"/>
    </a:extraClrScheme>
    <a:extraClrScheme>
      <a:clrScheme name="1_Clouds 7">
        <a:dk1>
          <a:srgbClr val="4F4F77"/>
        </a:dk1>
        <a:lt1>
          <a:srgbClr val="FFFFFF"/>
        </a:lt1>
        <a:dk2>
          <a:srgbClr val="7979A5"/>
        </a:dk2>
        <a:lt2>
          <a:srgbClr val="F3F3FF"/>
        </a:lt2>
        <a:accent1>
          <a:srgbClr val="5D5D8B"/>
        </a:accent1>
        <a:accent2>
          <a:srgbClr val="66CCFF"/>
        </a:accent2>
        <a:accent3>
          <a:srgbClr val="BEBECF"/>
        </a:accent3>
        <a:accent4>
          <a:srgbClr val="DADADA"/>
        </a:accent4>
        <a:accent5>
          <a:srgbClr val="B6B6C4"/>
        </a:accent5>
        <a:accent6>
          <a:srgbClr val="5CB9E7"/>
        </a:accent6>
        <a:hlink>
          <a:srgbClr val="CCECFF"/>
        </a:hlink>
        <a:folHlink>
          <a:srgbClr val="FFFFCC"/>
        </a:folHlink>
      </a:clrScheme>
      <a:clrMap bg1="dk2" tx1="lt1" bg2="dk1" tx2="lt2" accent1="accent1" accent2="accent2" accent3="accent3" accent4="accent4" accent5="accent5" accent6="accent6" hlink="hlink" folHlink="folHlink"/>
    </a:extraClrScheme>
    <a:extraClrScheme>
      <a:clrScheme name="1_Clouds 8">
        <a:dk1>
          <a:srgbClr val="000000"/>
        </a:dk1>
        <a:lt1>
          <a:srgbClr val="B9B9B9"/>
        </a:lt1>
        <a:dk2>
          <a:srgbClr val="8A8472"/>
        </a:dk2>
        <a:lt2>
          <a:srgbClr val="4D4D4D"/>
        </a:lt2>
        <a:accent1>
          <a:srgbClr val="EDEEE2"/>
        </a:accent1>
        <a:accent2>
          <a:srgbClr val="7FAA7E"/>
        </a:accent2>
        <a:accent3>
          <a:srgbClr val="D9D9D9"/>
        </a:accent3>
        <a:accent4>
          <a:srgbClr val="000000"/>
        </a:accent4>
        <a:accent5>
          <a:srgbClr val="F4F5EE"/>
        </a:accent5>
        <a:accent6>
          <a:srgbClr val="729A72"/>
        </a:accent6>
        <a:hlink>
          <a:srgbClr val="008000"/>
        </a:hlink>
        <a:folHlink>
          <a:srgbClr val="989400"/>
        </a:folHlink>
      </a:clrScheme>
      <a:clrMap bg1="lt1" tx1="dk1" bg2="lt2" tx2="dk2" accent1="accent1" accent2="accent2" accent3="accent3" accent4="accent4" accent5="accent5" accent6="accent6" hlink="hlink" folHlink="folHlink"/>
    </a:extraClrScheme>
    <a:extraClrScheme>
      <a:clrScheme name="1_Clouds 9">
        <a:dk1>
          <a:srgbClr val="000000"/>
        </a:dk1>
        <a:lt1>
          <a:srgbClr val="FEA24E"/>
        </a:lt1>
        <a:dk2>
          <a:srgbClr val="CC6600"/>
        </a:dk2>
        <a:lt2>
          <a:srgbClr val="808080"/>
        </a:lt2>
        <a:accent1>
          <a:srgbClr val="FBEECD"/>
        </a:accent1>
        <a:accent2>
          <a:srgbClr val="ECD044"/>
        </a:accent2>
        <a:accent3>
          <a:srgbClr val="FECEB2"/>
        </a:accent3>
        <a:accent4>
          <a:srgbClr val="000000"/>
        </a:accent4>
        <a:accent5>
          <a:srgbClr val="FDF5E3"/>
        </a:accent5>
        <a:accent6>
          <a:srgbClr val="D6BC3D"/>
        </a:accent6>
        <a:hlink>
          <a:srgbClr val="E42B00"/>
        </a:hlink>
        <a:folHlink>
          <a:srgbClr val="996633"/>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Tahoma"/>
        <a:ea typeface=""/>
        <a:cs typeface=""/>
      </a:majorFont>
      <a:minorFont>
        <a:latin typeface="Georg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2_Custom Design">
  <a:themeElements>
    <a:clrScheme name="2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Custom Design">
      <a:majorFont>
        <a:latin typeface="Tahoma"/>
        <a:ea typeface=""/>
        <a:cs typeface=""/>
      </a:majorFont>
      <a:minorFont>
        <a:latin typeface="Georg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2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Clouds</Template>
  <TotalTime>19464</TotalTime>
  <Words>3024</Words>
  <Application>Microsoft Office PowerPoint</Application>
  <PresentationFormat>On-screen Show (4:3)</PresentationFormat>
  <Paragraphs>369</Paragraphs>
  <Slides>34</Slides>
  <Notes>26</Notes>
  <HiddenSlides>0</HiddenSlides>
  <MMClips>0</MMClips>
  <ScaleCrop>false</ScaleCrop>
  <HeadingPairs>
    <vt:vector size="6" baseType="variant">
      <vt:variant>
        <vt:lpstr>Theme</vt:lpstr>
      </vt:variant>
      <vt:variant>
        <vt:i4>5</vt:i4>
      </vt:variant>
      <vt:variant>
        <vt:lpstr>Embedded OLE Servers</vt:lpstr>
      </vt:variant>
      <vt:variant>
        <vt:i4>1</vt:i4>
      </vt:variant>
      <vt:variant>
        <vt:lpstr>Slide Titles</vt:lpstr>
      </vt:variant>
      <vt:variant>
        <vt:i4>34</vt:i4>
      </vt:variant>
    </vt:vector>
  </HeadingPairs>
  <TitlesOfParts>
    <vt:vector size="40" baseType="lpstr">
      <vt:lpstr>Clouds</vt:lpstr>
      <vt:lpstr>2_Clouds</vt:lpstr>
      <vt:lpstr>1_Clouds</vt:lpstr>
      <vt:lpstr>Custom Design</vt:lpstr>
      <vt:lpstr>2_Custom Design</vt:lpstr>
      <vt:lpstr>Bitmap Image</vt:lpstr>
      <vt:lpstr>Systems Modernization Project OCM and Training Plan     Eugene Deloatch OCM Workstream Lead</vt:lpstr>
      <vt:lpstr>OCM &amp; Training Objective</vt:lpstr>
      <vt:lpstr>Executive Objectives</vt:lpstr>
      <vt:lpstr>Executive Expectations</vt:lpstr>
      <vt:lpstr>Approach to OCM</vt:lpstr>
      <vt:lpstr>OCM Summary</vt:lpstr>
      <vt:lpstr>Getting the People Ready: OCM Basics</vt:lpstr>
      <vt:lpstr>Why OCM?</vt:lpstr>
      <vt:lpstr>Organization Readiness </vt:lpstr>
      <vt:lpstr>Business Readiness Team</vt:lpstr>
      <vt:lpstr>Super Users</vt:lpstr>
      <vt:lpstr>OCM Program Management</vt:lpstr>
      <vt:lpstr>Communication as a Primary Readiness Tool</vt:lpstr>
      <vt:lpstr>Communication &amp; Leadership</vt:lpstr>
      <vt:lpstr>Communications List</vt:lpstr>
      <vt:lpstr>Impact Mapping &amp; Transition Planning</vt:lpstr>
      <vt:lpstr>Cycle One</vt:lpstr>
      <vt:lpstr>Cycle Two</vt:lpstr>
      <vt:lpstr>How to React  (1)</vt:lpstr>
      <vt:lpstr>How to React (2)</vt:lpstr>
      <vt:lpstr>What To Do ?</vt:lpstr>
      <vt:lpstr>What To Do ?</vt:lpstr>
      <vt:lpstr>Approach to Training</vt:lpstr>
      <vt:lpstr>Training Summary</vt:lpstr>
      <vt:lpstr>Training &amp; Support Strategy</vt:lpstr>
      <vt:lpstr>Training Delivery</vt:lpstr>
      <vt:lpstr>Training Development/Delivery Approach</vt:lpstr>
      <vt:lpstr>Training Material Deliverables</vt:lpstr>
      <vt:lpstr>Business Process Procedures</vt:lpstr>
      <vt:lpstr>Instructor Presentations</vt:lpstr>
      <vt:lpstr>Simulations</vt:lpstr>
      <vt:lpstr>Instructor-Led Classes</vt:lpstr>
      <vt:lpstr>Slide 33</vt:lpstr>
      <vt:lpstr>Questions?</vt:lpstr>
    </vt:vector>
  </TitlesOfParts>
  <Company>LCSA</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lyoung</dc:creator>
  <cp:lastModifiedBy>IT Services</cp:lastModifiedBy>
  <cp:revision>1346</cp:revision>
  <dcterms:created xsi:type="dcterms:W3CDTF">2009-02-12T15:18:16Z</dcterms:created>
  <dcterms:modified xsi:type="dcterms:W3CDTF">2014-02-27T22:30:43Z</dcterms:modified>
</cp:coreProperties>
</file>