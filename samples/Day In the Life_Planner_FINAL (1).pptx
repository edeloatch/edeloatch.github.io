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 id="2147483716" r:id="rId5"/>
  </p:sldMasterIdLst>
  <p:notesMasterIdLst>
    <p:notesMasterId r:id="rId28"/>
  </p:notesMasterIdLst>
  <p:handoutMasterIdLst>
    <p:handoutMasterId r:id="rId29"/>
  </p:handoutMasterIdLst>
  <p:sldIdLst>
    <p:sldId id="258" r:id="rId6"/>
    <p:sldId id="263" r:id="rId7"/>
    <p:sldId id="315" r:id="rId8"/>
    <p:sldId id="283" r:id="rId9"/>
    <p:sldId id="278" r:id="rId10"/>
    <p:sldId id="276" r:id="rId11"/>
    <p:sldId id="301" r:id="rId12"/>
    <p:sldId id="308" r:id="rId13"/>
    <p:sldId id="305" r:id="rId14"/>
    <p:sldId id="310" r:id="rId15"/>
    <p:sldId id="311" r:id="rId16"/>
    <p:sldId id="313" r:id="rId17"/>
    <p:sldId id="314" r:id="rId18"/>
    <p:sldId id="282" r:id="rId19"/>
    <p:sldId id="293" r:id="rId20"/>
    <p:sldId id="317" r:id="rId21"/>
    <p:sldId id="295" r:id="rId22"/>
    <p:sldId id="297" r:id="rId23"/>
    <p:sldId id="319" r:id="rId24"/>
    <p:sldId id="320" r:id="rId25"/>
    <p:sldId id="321" r:id="rId26"/>
    <p:sldId id="299" r:id="rId27"/>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521415D9-36F7-43E2-AB2F-B90AF26B5E84}">
      <p14:sectionLst xmlns:p14="http://schemas.microsoft.com/office/powerpoint/2010/main">
        <p14:section name="Default Section" id="{DE84AAF1-E797-1B49-A715-9DD3274CBDA8}">
          <p14:sldIdLst>
            <p14:sldId id="258"/>
            <p14:sldId id="263"/>
            <p14:sldId id="315"/>
            <p14:sldId id="283"/>
            <p14:sldId id="278"/>
            <p14:sldId id="276"/>
            <p14:sldId id="301"/>
            <p14:sldId id="308"/>
            <p14:sldId id="305"/>
            <p14:sldId id="310"/>
            <p14:sldId id="311"/>
            <p14:sldId id="313"/>
            <p14:sldId id="314"/>
            <p14:sldId id="282"/>
            <p14:sldId id="293"/>
            <p14:sldId id="317"/>
            <p14:sldId id="295"/>
            <p14:sldId id="297"/>
            <p14:sldId id="319"/>
            <p14:sldId id="320"/>
            <p14:sldId id="321"/>
            <p14:sldId id="299"/>
          </p14:sldIdLst>
        </p14:section>
      </p14:sectionLst>
    </p:ext>
    <p:ext uri="{EFAFB233-063F-42B5-8137-9DF3F51BA10A}">
      <p15:sldGuideLst xmlns:p15="http://schemas.microsoft.com/office/powerpoint/2012/main">
        <p15:guide id="1" orient="horz" pos="1548">
          <p15:clr>
            <a:srgbClr val="A4A3A4"/>
          </p15:clr>
        </p15:guide>
        <p15:guide id="2" pos="29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C127"/>
    <a:srgbClr val="1770B1"/>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21" autoAdjust="0"/>
    <p:restoredTop sz="80251" autoAdjust="0"/>
  </p:normalViewPr>
  <p:slideViewPr>
    <p:cSldViewPr snapToGrid="0" snapToObjects="1" showGuides="1">
      <p:cViewPr varScale="1">
        <p:scale>
          <a:sx n="51" d="100"/>
          <a:sy n="51" d="100"/>
        </p:scale>
        <p:origin x="1580" y="264"/>
      </p:cViewPr>
      <p:guideLst>
        <p:guide orient="horz" pos="1548"/>
        <p:guide pos="2903"/>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dgm:t>
        <a:bodyPr/>
        <a:lstStyle/>
        <a:p>
          <a:r>
            <a:rPr lang="en-US" dirty="0"/>
            <a:t>Create Work Order</a:t>
          </a:r>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dgm:t>
        <a:bodyPr/>
        <a:lstStyle/>
        <a:p>
          <a:r>
            <a:rPr lang="en-US" dirty="0"/>
            <a:t>Plan &amp; Schedule Work Order</a:t>
          </a:r>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dgm:t>
        <a:bodyPr/>
        <a:lstStyle/>
        <a:p>
          <a:r>
            <a:rPr lang="en-US" dirty="0"/>
            <a:t>Execute Work Order</a:t>
          </a:r>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dgm:t>
        <a:bodyPr/>
        <a:lstStyle/>
        <a:p>
          <a:r>
            <a:rPr lang="en-US" dirty="0"/>
            <a:t>Settle and Close Work Order</a:t>
          </a:r>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dgm:t>
        <a:bodyPr/>
        <a:lstStyle/>
        <a:p>
          <a:r>
            <a:rPr lang="en-US" dirty="0"/>
            <a:t>Notifications</a:t>
          </a:r>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pt>
  </dgm:ptLst>
  <dgm:cxnLst>
    <dgm:cxn modelId="{03AF780A-9A3F-4F57-AA1A-7BB8F28EA2FA}" type="presOf" srcId="{75CC0013-4CEF-4544-9C5A-5D1A0F133113}" destId="{59B4525B-7327-4F09-A2B6-D84D0896C8A1}" srcOrd="0" destOrd="0" presId="urn:microsoft.com/office/officeart/2005/8/layout/hProcess9"/>
    <dgm:cxn modelId="{9302C112-BBCA-454F-A873-970DDCF85288}" srcId="{3491930E-230F-4BDC-83EF-43107ED77BC7}" destId="{00A287AA-ABFA-44D7-95B0-59F58EF5D869}" srcOrd="1" destOrd="0" parTransId="{040B0028-A28B-4B31-9AAD-8A7FFCB27217}" sibTransId="{47BCAD82-D6B0-416C-A160-11CBEE2B554F}"/>
    <dgm:cxn modelId="{3414F315-B675-48AA-8DAB-DE4FF38C4609}" type="presOf" srcId="{7BD13AFC-9D68-436D-9326-64166B2AA8F0}" destId="{03663D1E-A6C3-47E2-9072-ACD344359913}" srcOrd="0" destOrd="0" presId="urn:microsoft.com/office/officeart/2005/8/layout/hProcess9"/>
    <dgm:cxn modelId="{F4E5691C-A534-4727-A157-317D7C5A3BD0}" type="presOf" srcId="{EDAACF7C-6E2A-476F-8E20-CADC094D5D28}" destId="{741E6F06-B35B-4E29-B1E7-86C3A9A2C564}" srcOrd="0" destOrd="0" presId="urn:microsoft.com/office/officeart/2005/8/layout/hProcess9"/>
    <dgm:cxn modelId="{8DA3DD33-61DF-432A-A8A1-D9462C9277B9}" type="presOf" srcId="{00A287AA-ABFA-44D7-95B0-59F58EF5D869}" destId="{D5FD1BFE-E7A3-4EB8-B8F0-232D031387E3}" srcOrd="0" destOrd="0" presId="urn:microsoft.com/office/officeart/2005/8/layout/hProcess9"/>
    <dgm:cxn modelId="{256F8E45-2D62-4789-875E-3F9F00D3C3D2}" srcId="{3491930E-230F-4BDC-83EF-43107ED77BC7}" destId="{75CC0013-4CEF-4544-9C5A-5D1A0F133113}" srcOrd="4" destOrd="0" parTransId="{751183EB-FCAD-4833-91F4-3168B1F119EC}" sibTransId="{1DABCF15-1C91-42C8-98EB-72E8A4E03716}"/>
    <dgm:cxn modelId="{FD77B68D-FA36-4DDA-8E3A-AB65D196E0A4}" srcId="{3491930E-230F-4BDC-83EF-43107ED77BC7}" destId="{7BD13AFC-9D68-436D-9326-64166B2AA8F0}" srcOrd="0" destOrd="0" parTransId="{96B37AAC-F588-4E5E-B3AA-D64D9D1A597C}" sibTransId="{FAEB54FD-CDB9-4DFB-96BE-B496E6595754}"/>
    <dgm:cxn modelId="{584A5DA1-E051-4F2F-A7B5-3C466D9403E3}" type="presOf" srcId="{C4F43776-9781-4E15-84BC-087EC7475FF8}" destId="{C29D3575-F59F-42F7-BFD1-7C247985AEFC}" srcOrd="0" destOrd="0" presId="urn:microsoft.com/office/officeart/2005/8/layout/hProcess9"/>
    <dgm:cxn modelId="{CA4308BE-249C-4C5B-9EE9-CBEB175DA1AC}" type="presOf" srcId="{3491930E-230F-4BDC-83EF-43107ED77BC7}" destId="{6F25E48F-35F2-47CE-BD42-A070F33DF86E}" srcOrd="0" destOrd="0" presId="urn:microsoft.com/office/officeart/2005/8/layout/hProcess9"/>
    <dgm:cxn modelId="{E63833BF-602D-4ECD-BB3B-0B38A2A52155}" srcId="{3491930E-230F-4BDC-83EF-43107ED77BC7}" destId="{EDAACF7C-6E2A-476F-8E20-CADC094D5D28}" srcOrd="2" destOrd="0" parTransId="{194A6DDD-701B-47BD-A436-6D61B92194CA}" sibTransId="{78312653-78A9-4BB6-A5C7-6A75AD27813F}"/>
    <dgm:cxn modelId="{2D6E20E9-7EE1-4014-B937-5B6C48CBF559}" srcId="{3491930E-230F-4BDC-83EF-43107ED77BC7}" destId="{C4F43776-9781-4E15-84BC-087EC7475FF8}" srcOrd="3" destOrd="0" parTransId="{0583526A-92FB-418E-9D81-A7D19D1CC066}" sibTransId="{6CE75A5D-EE69-4696-93EB-72788CE545E3}"/>
    <dgm:cxn modelId="{0F728094-4DE2-42AC-8ADE-50D8FCD53DE6}" type="presParOf" srcId="{6F25E48F-35F2-47CE-BD42-A070F33DF86E}" destId="{78974AED-65E2-43CA-8F15-9071F7B05B1A}" srcOrd="0" destOrd="0" presId="urn:microsoft.com/office/officeart/2005/8/layout/hProcess9"/>
    <dgm:cxn modelId="{AD564D82-3442-48DB-A3A0-6390027BE30D}" type="presParOf" srcId="{6F25E48F-35F2-47CE-BD42-A070F33DF86E}" destId="{E9B90FA4-EAB9-45D5-990A-C23F7E0486E1}" srcOrd="1" destOrd="0" presId="urn:microsoft.com/office/officeart/2005/8/layout/hProcess9"/>
    <dgm:cxn modelId="{3762C27B-BC77-4A11-976B-B2134B6C2CB4}" type="presParOf" srcId="{E9B90FA4-EAB9-45D5-990A-C23F7E0486E1}" destId="{03663D1E-A6C3-47E2-9072-ACD344359913}" srcOrd="0" destOrd="0" presId="urn:microsoft.com/office/officeart/2005/8/layout/hProcess9"/>
    <dgm:cxn modelId="{0ACBC2BC-AC67-4724-9600-0105DA67D6EA}" type="presParOf" srcId="{E9B90FA4-EAB9-45D5-990A-C23F7E0486E1}" destId="{95B0547E-6C2E-42FB-BDF6-CC37FB7AFBFF}" srcOrd="1" destOrd="0" presId="urn:microsoft.com/office/officeart/2005/8/layout/hProcess9"/>
    <dgm:cxn modelId="{7A8023B2-68F5-4891-B35A-43655BB39B82}" type="presParOf" srcId="{E9B90FA4-EAB9-45D5-990A-C23F7E0486E1}" destId="{D5FD1BFE-E7A3-4EB8-B8F0-232D031387E3}" srcOrd="2" destOrd="0" presId="urn:microsoft.com/office/officeart/2005/8/layout/hProcess9"/>
    <dgm:cxn modelId="{E814B186-4A8A-4EB6-A81D-E0BDC6D01175}" type="presParOf" srcId="{E9B90FA4-EAB9-45D5-990A-C23F7E0486E1}" destId="{3FC67D54-F441-42A8-9EAF-C38897162DCF}" srcOrd="3" destOrd="0" presId="urn:microsoft.com/office/officeart/2005/8/layout/hProcess9"/>
    <dgm:cxn modelId="{B12024A2-5142-4BBC-8B79-39476C80C96B}" type="presParOf" srcId="{E9B90FA4-EAB9-45D5-990A-C23F7E0486E1}" destId="{741E6F06-B35B-4E29-B1E7-86C3A9A2C564}" srcOrd="4" destOrd="0" presId="urn:microsoft.com/office/officeart/2005/8/layout/hProcess9"/>
    <dgm:cxn modelId="{44BB4145-398D-4461-ADC9-8D20E5C52069}" type="presParOf" srcId="{E9B90FA4-EAB9-45D5-990A-C23F7E0486E1}" destId="{974B184A-8E54-46E0-887B-F29ABC8A29C2}" srcOrd="5" destOrd="0" presId="urn:microsoft.com/office/officeart/2005/8/layout/hProcess9"/>
    <dgm:cxn modelId="{BA70E842-BBF9-4B43-96D7-C0D7EE5BF509}" type="presParOf" srcId="{E9B90FA4-EAB9-45D5-990A-C23F7E0486E1}" destId="{C29D3575-F59F-42F7-BFD1-7C247985AEFC}" srcOrd="6" destOrd="0" presId="urn:microsoft.com/office/officeart/2005/8/layout/hProcess9"/>
    <dgm:cxn modelId="{DEFD9AD3-3CE9-40BA-BA6A-DE0907287689}" type="presParOf" srcId="{E9B90FA4-EAB9-45D5-990A-C23F7E0486E1}" destId="{397017BD-7FBE-4DCF-A154-814A2C352B5F}" srcOrd="7" destOrd="0" presId="urn:microsoft.com/office/officeart/2005/8/layout/hProcess9"/>
    <dgm:cxn modelId="{2471C7A6-1B9A-4295-B4E9-EDD7CFA7F9D7}"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BE2EE0-AA1E-46AF-9631-F352B718FFD3}" type="doc">
      <dgm:prSet loTypeId="urn:diagrams.loki3.com/VaryingWidthList+Icon" loCatId="list" qsTypeId="urn:microsoft.com/office/officeart/2005/8/quickstyle/simple1" qsCatId="simple" csTypeId="urn:microsoft.com/office/officeart/2005/8/colors/accent1_2" csCatId="accent1" phldr="1"/>
      <dgm:spPr/>
    </dgm:pt>
    <dgm:pt modelId="{7D3E23B9-CAF4-43AA-AB5F-301EF6C818E0}">
      <dgm:prSet phldrT="[Text]" custT="1"/>
      <dgm:spPr/>
      <dgm:t>
        <a:bodyPr/>
        <a:lstStyle/>
        <a:p>
          <a:r>
            <a:rPr lang="en-US" sz="1200" dirty="0"/>
            <a:t>Corrective Maintenance</a:t>
          </a:r>
        </a:p>
      </dgm:t>
    </dgm:pt>
    <dgm:pt modelId="{5A9A4A8C-1FEB-4515-9D4B-1EC32D438F7C}" type="parTrans" cxnId="{8F159CCB-5873-49AE-B4F8-DB03D5E15923}">
      <dgm:prSet/>
      <dgm:spPr/>
      <dgm:t>
        <a:bodyPr/>
        <a:lstStyle/>
        <a:p>
          <a:endParaRPr lang="en-US"/>
        </a:p>
      </dgm:t>
    </dgm:pt>
    <dgm:pt modelId="{7798588F-BE96-42FE-BD0C-E23F6E48EC20}" type="sibTrans" cxnId="{8F159CCB-5873-49AE-B4F8-DB03D5E15923}">
      <dgm:prSet/>
      <dgm:spPr/>
      <dgm:t>
        <a:bodyPr/>
        <a:lstStyle/>
        <a:p>
          <a:endParaRPr lang="en-US"/>
        </a:p>
      </dgm:t>
    </dgm:pt>
    <dgm:pt modelId="{655ACF4F-05C4-41DE-9621-263B38151E91}">
      <dgm:prSet phldrT="[Text]" custT="1"/>
      <dgm:spPr/>
      <dgm:t>
        <a:bodyPr/>
        <a:lstStyle/>
        <a:p>
          <a:r>
            <a:rPr lang="en-US" sz="1200" dirty="0"/>
            <a:t>Unplanned Corrective  Maintenance</a:t>
          </a:r>
        </a:p>
      </dgm:t>
    </dgm:pt>
    <dgm:pt modelId="{93F40337-35EC-4BEF-9551-C1E7C4E36DC6}" type="parTrans" cxnId="{B8CEA09E-EEC5-45E8-8F05-72810723FB80}">
      <dgm:prSet/>
      <dgm:spPr/>
      <dgm:t>
        <a:bodyPr/>
        <a:lstStyle/>
        <a:p>
          <a:endParaRPr lang="en-US"/>
        </a:p>
      </dgm:t>
    </dgm:pt>
    <dgm:pt modelId="{DAFFE704-84C4-48B1-93C8-CED0E812F365}" type="sibTrans" cxnId="{B8CEA09E-EEC5-45E8-8F05-72810723FB80}">
      <dgm:prSet/>
      <dgm:spPr/>
      <dgm:t>
        <a:bodyPr/>
        <a:lstStyle/>
        <a:p>
          <a:endParaRPr lang="en-US"/>
        </a:p>
      </dgm:t>
    </dgm:pt>
    <dgm:pt modelId="{9C05C903-6B9F-4433-B1CF-6434C8AB763F}">
      <dgm:prSet phldrT="[Text]" custT="1"/>
      <dgm:spPr/>
      <dgm:t>
        <a:bodyPr/>
        <a:lstStyle/>
        <a:p>
          <a:r>
            <a:rPr lang="en-US" sz="1200" dirty="0"/>
            <a:t>Emergency Maintenance</a:t>
          </a:r>
        </a:p>
      </dgm:t>
    </dgm:pt>
    <dgm:pt modelId="{D4949122-053B-463A-98FC-783667E38763}" type="parTrans" cxnId="{295CAFEA-596B-4D6F-B560-005B4F7B2B3A}">
      <dgm:prSet/>
      <dgm:spPr/>
      <dgm:t>
        <a:bodyPr/>
        <a:lstStyle/>
        <a:p>
          <a:endParaRPr lang="en-US"/>
        </a:p>
      </dgm:t>
    </dgm:pt>
    <dgm:pt modelId="{6BD02970-AB2B-49A9-BD7E-2C1954D7685B}" type="sibTrans" cxnId="{295CAFEA-596B-4D6F-B560-005B4F7B2B3A}">
      <dgm:prSet/>
      <dgm:spPr/>
      <dgm:t>
        <a:bodyPr/>
        <a:lstStyle/>
        <a:p>
          <a:endParaRPr lang="en-US"/>
        </a:p>
      </dgm:t>
    </dgm:pt>
    <dgm:pt modelId="{3E3EEE5D-859B-4478-94BC-3A9F85738865}">
      <dgm:prSet custT="1"/>
      <dgm:spPr/>
      <dgm:t>
        <a:bodyPr/>
        <a:lstStyle/>
        <a:p>
          <a:r>
            <a:rPr lang="en-US" sz="1200" dirty="0"/>
            <a:t>Preventative Maintenance (Automatic WO Creation)</a:t>
          </a:r>
        </a:p>
      </dgm:t>
    </dgm:pt>
    <dgm:pt modelId="{B60AD859-F703-47F8-852C-F6A9FA39CAF7}" type="parTrans" cxnId="{4A24BF43-BF2A-4B61-9C1A-2FAE35362B71}">
      <dgm:prSet/>
      <dgm:spPr/>
      <dgm:t>
        <a:bodyPr/>
        <a:lstStyle/>
        <a:p>
          <a:endParaRPr lang="en-US"/>
        </a:p>
      </dgm:t>
    </dgm:pt>
    <dgm:pt modelId="{DA3CB93B-F696-4677-BC7F-6AFE3035A559}" type="sibTrans" cxnId="{4A24BF43-BF2A-4B61-9C1A-2FAE35362B71}">
      <dgm:prSet/>
      <dgm:spPr/>
      <dgm:t>
        <a:bodyPr/>
        <a:lstStyle/>
        <a:p>
          <a:endParaRPr lang="en-US"/>
        </a:p>
      </dgm:t>
    </dgm:pt>
    <dgm:pt modelId="{4A8EB3F5-6E4D-4C78-B09F-62A39D430B79}" type="pres">
      <dgm:prSet presAssocID="{34BE2EE0-AA1E-46AF-9631-F352B718FFD3}" presName="Name0" presStyleCnt="0">
        <dgm:presLayoutVars>
          <dgm:resizeHandles/>
        </dgm:presLayoutVars>
      </dgm:prSet>
      <dgm:spPr/>
    </dgm:pt>
    <dgm:pt modelId="{6A1B29CD-5889-4E4E-AF7E-6EF0D8A04AC0}" type="pres">
      <dgm:prSet presAssocID="{7D3E23B9-CAF4-43AA-AB5F-301EF6C818E0}" presName="text" presStyleLbl="node1" presStyleIdx="0" presStyleCnt="4" custScaleX="175168" custLinFactNeighborX="-2917">
        <dgm:presLayoutVars>
          <dgm:bulletEnabled val="1"/>
        </dgm:presLayoutVars>
      </dgm:prSet>
      <dgm:spPr/>
    </dgm:pt>
    <dgm:pt modelId="{8C28AD26-AC06-45E0-9770-5DF99FD3B4CA}" type="pres">
      <dgm:prSet presAssocID="{7798588F-BE96-42FE-BD0C-E23F6E48EC20}" presName="space" presStyleCnt="0"/>
      <dgm:spPr/>
    </dgm:pt>
    <dgm:pt modelId="{20445616-F93C-439F-A74C-F0A27423DA0A}" type="pres">
      <dgm:prSet presAssocID="{655ACF4F-05C4-41DE-9621-263B38151E91}" presName="text" presStyleLbl="node1" presStyleIdx="1" presStyleCnt="4" custScaleX="169333">
        <dgm:presLayoutVars>
          <dgm:bulletEnabled val="1"/>
        </dgm:presLayoutVars>
      </dgm:prSet>
      <dgm:spPr/>
    </dgm:pt>
    <dgm:pt modelId="{5B76DA76-658C-4032-B8EF-6906F7CE2609}" type="pres">
      <dgm:prSet presAssocID="{DAFFE704-84C4-48B1-93C8-CED0E812F365}" presName="space" presStyleCnt="0"/>
      <dgm:spPr/>
    </dgm:pt>
    <dgm:pt modelId="{1FF5541A-B501-4867-B68D-28C32734D539}" type="pres">
      <dgm:prSet presAssocID="{9C05C903-6B9F-4433-B1CF-6434C8AB763F}" presName="text" presStyleLbl="node1" presStyleIdx="2" presStyleCnt="4" custScaleX="169333">
        <dgm:presLayoutVars>
          <dgm:bulletEnabled val="1"/>
        </dgm:presLayoutVars>
      </dgm:prSet>
      <dgm:spPr/>
    </dgm:pt>
    <dgm:pt modelId="{1004656B-1585-442C-AD82-6CC12F6860A8}" type="pres">
      <dgm:prSet presAssocID="{6BD02970-AB2B-49A9-BD7E-2C1954D7685B}" presName="space" presStyleCnt="0"/>
      <dgm:spPr/>
    </dgm:pt>
    <dgm:pt modelId="{335D082B-89ED-4B9D-BE7B-6387901828C3}" type="pres">
      <dgm:prSet presAssocID="{3E3EEE5D-859B-4478-94BC-3A9F85738865}" presName="text" presStyleLbl="node1" presStyleIdx="3" presStyleCnt="4" custScaleX="145143" custLinFactNeighborY="4161">
        <dgm:presLayoutVars>
          <dgm:bulletEnabled val="1"/>
        </dgm:presLayoutVars>
      </dgm:prSet>
      <dgm:spPr/>
    </dgm:pt>
  </dgm:ptLst>
  <dgm:cxnLst>
    <dgm:cxn modelId="{4A24BF43-BF2A-4B61-9C1A-2FAE35362B71}" srcId="{34BE2EE0-AA1E-46AF-9631-F352B718FFD3}" destId="{3E3EEE5D-859B-4478-94BC-3A9F85738865}" srcOrd="3" destOrd="0" parTransId="{B60AD859-F703-47F8-852C-F6A9FA39CAF7}" sibTransId="{DA3CB93B-F696-4677-BC7F-6AFE3035A559}"/>
    <dgm:cxn modelId="{20009373-3243-496E-B7F7-705C7BD53A3E}" type="presOf" srcId="{655ACF4F-05C4-41DE-9621-263B38151E91}" destId="{20445616-F93C-439F-A74C-F0A27423DA0A}" srcOrd="0" destOrd="0" presId="urn:diagrams.loki3.com/VaryingWidthList+Icon"/>
    <dgm:cxn modelId="{B9B74A9B-C171-4141-9AC7-19C7CBAAD488}" type="presOf" srcId="{9C05C903-6B9F-4433-B1CF-6434C8AB763F}" destId="{1FF5541A-B501-4867-B68D-28C32734D539}" srcOrd="0" destOrd="0" presId="urn:diagrams.loki3.com/VaryingWidthList+Icon"/>
    <dgm:cxn modelId="{B8CEA09E-EEC5-45E8-8F05-72810723FB80}" srcId="{34BE2EE0-AA1E-46AF-9631-F352B718FFD3}" destId="{655ACF4F-05C4-41DE-9621-263B38151E91}" srcOrd="1" destOrd="0" parTransId="{93F40337-35EC-4BEF-9551-C1E7C4E36DC6}" sibTransId="{DAFFE704-84C4-48B1-93C8-CED0E812F365}"/>
    <dgm:cxn modelId="{F6C0BBA4-7C48-4443-A7AF-E978339784EF}" type="presOf" srcId="{34BE2EE0-AA1E-46AF-9631-F352B718FFD3}" destId="{4A8EB3F5-6E4D-4C78-B09F-62A39D430B79}" srcOrd="0" destOrd="0" presId="urn:diagrams.loki3.com/VaryingWidthList+Icon"/>
    <dgm:cxn modelId="{8F159CCB-5873-49AE-B4F8-DB03D5E15923}" srcId="{34BE2EE0-AA1E-46AF-9631-F352B718FFD3}" destId="{7D3E23B9-CAF4-43AA-AB5F-301EF6C818E0}" srcOrd="0" destOrd="0" parTransId="{5A9A4A8C-1FEB-4515-9D4B-1EC32D438F7C}" sibTransId="{7798588F-BE96-42FE-BD0C-E23F6E48EC20}"/>
    <dgm:cxn modelId="{C3B1D4D3-95DD-4A92-8D8F-1B1EC94AAE81}" type="presOf" srcId="{7D3E23B9-CAF4-43AA-AB5F-301EF6C818E0}" destId="{6A1B29CD-5889-4E4E-AF7E-6EF0D8A04AC0}" srcOrd="0" destOrd="0" presId="urn:diagrams.loki3.com/VaryingWidthList+Icon"/>
    <dgm:cxn modelId="{295CAFEA-596B-4D6F-B560-005B4F7B2B3A}" srcId="{34BE2EE0-AA1E-46AF-9631-F352B718FFD3}" destId="{9C05C903-6B9F-4433-B1CF-6434C8AB763F}" srcOrd="2" destOrd="0" parTransId="{D4949122-053B-463A-98FC-783667E38763}" sibTransId="{6BD02970-AB2B-49A9-BD7E-2C1954D7685B}"/>
    <dgm:cxn modelId="{9421CFF9-E26E-4947-8FFF-4AFFD15D7634}" type="presOf" srcId="{3E3EEE5D-859B-4478-94BC-3A9F85738865}" destId="{335D082B-89ED-4B9D-BE7B-6387901828C3}" srcOrd="0" destOrd="0" presId="urn:diagrams.loki3.com/VaryingWidthList+Icon"/>
    <dgm:cxn modelId="{B8AE8562-3F5F-4935-8B02-55877059D2E5}" type="presParOf" srcId="{4A8EB3F5-6E4D-4C78-B09F-62A39D430B79}" destId="{6A1B29CD-5889-4E4E-AF7E-6EF0D8A04AC0}" srcOrd="0" destOrd="0" presId="urn:diagrams.loki3.com/VaryingWidthList+Icon"/>
    <dgm:cxn modelId="{6D272519-1F9E-47D5-8A03-C001A64D77C3}" type="presParOf" srcId="{4A8EB3F5-6E4D-4C78-B09F-62A39D430B79}" destId="{8C28AD26-AC06-45E0-9770-5DF99FD3B4CA}" srcOrd="1" destOrd="0" presId="urn:diagrams.loki3.com/VaryingWidthList+Icon"/>
    <dgm:cxn modelId="{46A01C0F-B978-48BD-B50F-F301D79D9477}" type="presParOf" srcId="{4A8EB3F5-6E4D-4C78-B09F-62A39D430B79}" destId="{20445616-F93C-439F-A74C-F0A27423DA0A}" srcOrd="2" destOrd="0" presId="urn:diagrams.loki3.com/VaryingWidthList+Icon"/>
    <dgm:cxn modelId="{DA4A2A78-6BEC-4AAF-A269-ABAF567DED9D}" type="presParOf" srcId="{4A8EB3F5-6E4D-4C78-B09F-62A39D430B79}" destId="{5B76DA76-658C-4032-B8EF-6906F7CE2609}" srcOrd="3" destOrd="0" presId="urn:diagrams.loki3.com/VaryingWidthList+Icon"/>
    <dgm:cxn modelId="{AD9887C8-A013-46B9-8F9B-94AC35597973}" type="presParOf" srcId="{4A8EB3F5-6E4D-4C78-B09F-62A39D430B79}" destId="{1FF5541A-B501-4867-B68D-28C32734D539}" srcOrd="4" destOrd="0" presId="urn:diagrams.loki3.com/VaryingWidthList+Icon"/>
    <dgm:cxn modelId="{DDDE7FB2-1A8A-4430-8C22-28E11C2B19D7}" type="presParOf" srcId="{4A8EB3F5-6E4D-4C78-B09F-62A39D430B79}" destId="{1004656B-1585-442C-AD82-6CC12F6860A8}" srcOrd="5" destOrd="0" presId="urn:diagrams.loki3.com/VaryingWidthList+Icon"/>
    <dgm:cxn modelId="{CDC436A2-8F98-4C5F-A4D1-0A9F964181E2}" type="presParOf" srcId="{4A8EB3F5-6E4D-4C78-B09F-62A39D430B79}" destId="{335D082B-89ED-4B9D-BE7B-6387901828C3}" srcOrd="6" destOrd="0" presId="urn:diagrams.loki3.com/VaryingWidthList+Icon"/>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dgm:t>
        <a:bodyPr/>
        <a:lstStyle/>
        <a:p>
          <a:r>
            <a:rPr lang="en-US" dirty="0"/>
            <a:t>Create Work Order</a:t>
          </a:r>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dgm:t>
        <a:bodyPr/>
        <a:lstStyle/>
        <a:p>
          <a:r>
            <a:rPr lang="en-US" dirty="0"/>
            <a:t>Plan &amp; Schedule Work Order</a:t>
          </a:r>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dgm:t>
        <a:bodyPr/>
        <a:lstStyle/>
        <a:p>
          <a:r>
            <a:rPr lang="en-US" dirty="0"/>
            <a:t>Execute Work Order</a:t>
          </a:r>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dgm:t>
        <a:bodyPr/>
        <a:lstStyle/>
        <a:p>
          <a:r>
            <a:rPr lang="en-US" dirty="0"/>
            <a:t>Settle and Close Work Order</a:t>
          </a:r>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a:solidFill>
          <a:srgbClr val="FF0000"/>
        </a:solidFill>
      </dgm:spPr>
      <dgm:t>
        <a:bodyPr/>
        <a:lstStyle/>
        <a:p>
          <a:r>
            <a:rPr lang="en-US" dirty="0"/>
            <a:t>Notifications</a:t>
          </a:r>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pt>
  </dgm:ptLst>
  <dgm:cxnLst>
    <dgm:cxn modelId="{9302C112-BBCA-454F-A873-970DDCF85288}" srcId="{3491930E-230F-4BDC-83EF-43107ED77BC7}" destId="{00A287AA-ABFA-44D7-95B0-59F58EF5D869}" srcOrd="1" destOrd="0" parTransId="{040B0028-A28B-4B31-9AAD-8A7FFCB27217}" sibTransId="{47BCAD82-D6B0-416C-A160-11CBEE2B554F}"/>
    <dgm:cxn modelId="{DDBD7E27-5A6B-4BB4-BA57-00180AA6E0AD}" type="presOf" srcId="{7BD13AFC-9D68-436D-9326-64166B2AA8F0}" destId="{03663D1E-A6C3-47E2-9072-ACD344359913}" srcOrd="0" destOrd="0" presId="urn:microsoft.com/office/officeart/2005/8/layout/hProcess9"/>
    <dgm:cxn modelId="{256F8E45-2D62-4789-875E-3F9F00D3C3D2}" srcId="{3491930E-230F-4BDC-83EF-43107ED77BC7}" destId="{75CC0013-4CEF-4544-9C5A-5D1A0F133113}" srcOrd="4" destOrd="0" parTransId="{751183EB-FCAD-4833-91F4-3168B1F119EC}" sibTransId="{1DABCF15-1C91-42C8-98EB-72E8A4E03716}"/>
    <dgm:cxn modelId="{7447B872-6EFB-46A3-9782-31E55D189DA9}" type="presOf" srcId="{C4F43776-9781-4E15-84BC-087EC7475FF8}" destId="{C29D3575-F59F-42F7-BFD1-7C247985AEFC}" srcOrd="0" destOrd="0" presId="urn:microsoft.com/office/officeart/2005/8/layout/hProcess9"/>
    <dgm:cxn modelId="{FD77B68D-FA36-4DDA-8E3A-AB65D196E0A4}" srcId="{3491930E-230F-4BDC-83EF-43107ED77BC7}" destId="{7BD13AFC-9D68-436D-9326-64166B2AA8F0}" srcOrd="0" destOrd="0" parTransId="{96B37AAC-F588-4E5E-B3AA-D64D9D1A597C}" sibTransId="{FAEB54FD-CDB9-4DFB-96BE-B496E6595754}"/>
    <dgm:cxn modelId="{EA8BE1A1-2256-4E44-BFA9-2EB422154445}" type="presOf" srcId="{3491930E-230F-4BDC-83EF-43107ED77BC7}" destId="{6F25E48F-35F2-47CE-BD42-A070F33DF86E}" srcOrd="0" destOrd="0" presId="urn:microsoft.com/office/officeart/2005/8/layout/hProcess9"/>
    <dgm:cxn modelId="{4931BEB6-CB48-4678-AA37-796CA938A428}" type="presOf" srcId="{EDAACF7C-6E2A-476F-8E20-CADC094D5D28}" destId="{741E6F06-B35B-4E29-B1E7-86C3A9A2C564}" srcOrd="0" destOrd="0" presId="urn:microsoft.com/office/officeart/2005/8/layout/hProcess9"/>
    <dgm:cxn modelId="{E63833BF-602D-4ECD-BB3B-0B38A2A52155}" srcId="{3491930E-230F-4BDC-83EF-43107ED77BC7}" destId="{EDAACF7C-6E2A-476F-8E20-CADC094D5D28}" srcOrd="2" destOrd="0" parTransId="{194A6DDD-701B-47BD-A436-6D61B92194CA}" sibTransId="{78312653-78A9-4BB6-A5C7-6A75AD27813F}"/>
    <dgm:cxn modelId="{1C9CBACE-5800-4395-8E9C-7F0B71A035DA}" type="presOf" srcId="{00A287AA-ABFA-44D7-95B0-59F58EF5D869}" destId="{D5FD1BFE-E7A3-4EB8-B8F0-232D031387E3}" srcOrd="0" destOrd="0" presId="urn:microsoft.com/office/officeart/2005/8/layout/hProcess9"/>
    <dgm:cxn modelId="{2BD1B0E8-8724-4BC0-AFBA-357401FCDAA2}" type="presOf" srcId="{75CC0013-4CEF-4544-9C5A-5D1A0F133113}" destId="{59B4525B-7327-4F09-A2B6-D84D0896C8A1}" srcOrd="0" destOrd="0" presId="urn:microsoft.com/office/officeart/2005/8/layout/hProcess9"/>
    <dgm:cxn modelId="{2D6E20E9-7EE1-4014-B937-5B6C48CBF559}" srcId="{3491930E-230F-4BDC-83EF-43107ED77BC7}" destId="{C4F43776-9781-4E15-84BC-087EC7475FF8}" srcOrd="3" destOrd="0" parTransId="{0583526A-92FB-418E-9D81-A7D19D1CC066}" sibTransId="{6CE75A5D-EE69-4696-93EB-72788CE545E3}"/>
    <dgm:cxn modelId="{9B140052-2039-4040-A44F-A71AD10388DE}" type="presParOf" srcId="{6F25E48F-35F2-47CE-BD42-A070F33DF86E}" destId="{78974AED-65E2-43CA-8F15-9071F7B05B1A}" srcOrd="0" destOrd="0" presId="urn:microsoft.com/office/officeart/2005/8/layout/hProcess9"/>
    <dgm:cxn modelId="{FE077054-C67F-492F-A914-25C96B315F7C}" type="presParOf" srcId="{6F25E48F-35F2-47CE-BD42-A070F33DF86E}" destId="{E9B90FA4-EAB9-45D5-990A-C23F7E0486E1}" srcOrd="1" destOrd="0" presId="urn:microsoft.com/office/officeart/2005/8/layout/hProcess9"/>
    <dgm:cxn modelId="{581E022D-2083-44CC-92E5-66D0D1BB079E}" type="presParOf" srcId="{E9B90FA4-EAB9-45D5-990A-C23F7E0486E1}" destId="{03663D1E-A6C3-47E2-9072-ACD344359913}" srcOrd="0" destOrd="0" presId="urn:microsoft.com/office/officeart/2005/8/layout/hProcess9"/>
    <dgm:cxn modelId="{32C6F77D-330D-4089-90DB-D9DF800BD3BF}" type="presParOf" srcId="{E9B90FA4-EAB9-45D5-990A-C23F7E0486E1}" destId="{95B0547E-6C2E-42FB-BDF6-CC37FB7AFBFF}" srcOrd="1" destOrd="0" presId="urn:microsoft.com/office/officeart/2005/8/layout/hProcess9"/>
    <dgm:cxn modelId="{C5824684-C694-4C41-8D0C-87F44DE91342}" type="presParOf" srcId="{E9B90FA4-EAB9-45D5-990A-C23F7E0486E1}" destId="{D5FD1BFE-E7A3-4EB8-B8F0-232D031387E3}" srcOrd="2" destOrd="0" presId="urn:microsoft.com/office/officeart/2005/8/layout/hProcess9"/>
    <dgm:cxn modelId="{8A821BCE-DA76-4558-A194-FD484CEE815F}" type="presParOf" srcId="{E9B90FA4-EAB9-45D5-990A-C23F7E0486E1}" destId="{3FC67D54-F441-42A8-9EAF-C38897162DCF}" srcOrd="3" destOrd="0" presId="urn:microsoft.com/office/officeart/2005/8/layout/hProcess9"/>
    <dgm:cxn modelId="{5FEE5FF8-596C-4385-A3D8-CE7224B334D5}" type="presParOf" srcId="{E9B90FA4-EAB9-45D5-990A-C23F7E0486E1}" destId="{741E6F06-B35B-4E29-B1E7-86C3A9A2C564}" srcOrd="4" destOrd="0" presId="urn:microsoft.com/office/officeart/2005/8/layout/hProcess9"/>
    <dgm:cxn modelId="{65074F66-C09C-4DB7-8307-D7CC77B48D6D}" type="presParOf" srcId="{E9B90FA4-EAB9-45D5-990A-C23F7E0486E1}" destId="{974B184A-8E54-46E0-887B-F29ABC8A29C2}" srcOrd="5" destOrd="0" presId="urn:microsoft.com/office/officeart/2005/8/layout/hProcess9"/>
    <dgm:cxn modelId="{C60F77B2-2534-4495-92CE-9C7BD62E2DC3}" type="presParOf" srcId="{E9B90FA4-EAB9-45D5-990A-C23F7E0486E1}" destId="{C29D3575-F59F-42F7-BFD1-7C247985AEFC}" srcOrd="6" destOrd="0" presId="urn:microsoft.com/office/officeart/2005/8/layout/hProcess9"/>
    <dgm:cxn modelId="{D3B2C8FA-742C-4617-9478-23E999A23D5A}" type="presParOf" srcId="{E9B90FA4-EAB9-45D5-990A-C23F7E0486E1}" destId="{397017BD-7FBE-4DCF-A154-814A2C352B5F}" srcOrd="7" destOrd="0" presId="urn:microsoft.com/office/officeart/2005/8/layout/hProcess9"/>
    <dgm:cxn modelId="{B1E61766-B434-4A84-A42A-E6E148B152EC}"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dgm:t>
        <a:bodyPr/>
        <a:lstStyle/>
        <a:p>
          <a:r>
            <a:rPr lang="en-US" dirty="0"/>
            <a:t>Create Work Order</a:t>
          </a:r>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dgm:t>
        <a:bodyPr/>
        <a:lstStyle/>
        <a:p>
          <a:r>
            <a:rPr lang="en-US" dirty="0"/>
            <a:t>Plan &amp; Schedule Work Order</a:t>
          </a:r>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dgm:t>
        <a:bodyPr/>
        <a:lstStyle/>
        <a:p>
          <a:r>
            <a:rPr lang="en-US" dirty="0"/>
            <a:t>Execute Work Order</a:t>
          </a:r>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dgm:t>
        <a:bodyPr/>
        <a:lstStyle/>
        <a:p>
          <a:r>
            <a:rPr lang="en-US" dirty="0"/>
            <a:t>Settle and Close Work Order</a:t>
          </a:r>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a:solidFill>
          <a:srgbClr val="FF0000"/>
        </a:solidFill>
      </dgm:spPr>
      <dgm:t>
        <a:bodyPr/>
        <a:lstStyle/>
        <a:p>
          <a:r>
            <a:rPr lang="en-US" dirty="0"/>
            <a:t>Notifications</a:t>
          </a:r>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pt>
  </dgm:ptLst>
  <dgm:cxnLst>
    <dgm:cxn modelId="{147A2F0D-2418-49F5-B174-522948848C3B}" type="presOf" srcId="{75CC0013-4CEF-4544-9C5A-5D1A0F133113}" destId="{59B4525B-7327-4F09-A2B6-D84D0896C8A1}" srcOrd="0" destOrd="0" presId="urn:microsoft.com/office/officeart/2005/8/layout/hProcess9"/>
    <dgm:cxn modelId="{9302C112-BBCA-454F-A873-970DDCF85288}" srcId="{3491930E-230F-4BDC-83EF-43107ED77BC7}" destId="{00A287AA-ABFA-44D7-95B0-59F58EF5D869}" srcOrd="1" destOrd="0" parTransId="{040B0028-A28B-4B31-9AAD-8A7FFCB27217}" sibTransId="{47BCAD82-D6B0-416C-A160-11CBEE2B554F}"/>
    <dgm:cxn modelId="{256F8E45-2D62-4789-875E-3F9F00D3C3D2}" srcId="{3491930E-230F-4BDC-83EF-43107ED77BC7}" destId="{75CC0013-4CEF-4544-9C5A-5D1A0F133113}" srcOrd="4" destOrd="0" parTransId="{751183EB-FCAD-4833-91F4-3168B1F119EC}" sibTransId="{1DABCF15-1C91-42C8-98EB-72E8A4E03716}"/>
    <dgm:cxn modelId="{E1EEB377-F3D6-4000-8ABF-9F34C568A9D4}" type="presOf" srcId="{EDAACF7C-6E2A-476F-8E20-CADC094D5D28}" destId="{741E6F06-B35B-4E29-B1E7-86C3A9A2C564}" srcOrd="0" destOrd="0" presId="urn:microsoft.com/office/officeart/2005/8/layout/hProcess9"/>
    <dgm:cxn modelId="{68F3EE7E-4F79-42A3-898C-BBE0FF6ABFA0}" type="presOf" srcId="{00A287AA-ABFA-44D7-95B0-59F58EF5D869}" destId="{D5FD1BFE-E7A3-4EB8-B8F0-232D031387E3}" srcOrd="0" destOrd="0" presId="urn:microsoft.com/office/officeart/2005/8/layout/hProcess9"/>
    <dgm:cxn modelId="{FD77B68D-FA36-4DDA-8E3A-AB65D196E0A4}" srcId="{3491930E-230F-4BDC-83EF-43107ED77BC7}" destId="{7BD13AFC-9D68-436D-9326-64166B2AA8F0}" srcOrd="0" destOrd="0" parTransId="{96B37AAC-F588-4E5E-B3AA-D64D9D1A597C}" sibTransId="{FAEB54FD-CDB9-4DFB-96BE-B496E6595754}"/>
    <dgm:cxn modelId="{AFEEBBA0-0E60-41BC-BABA-9E19CDB83065}" type="presOf" srcId="{7BD13AFC-9D68-436D-9326-64166B2AA8F0}" destId="{03663D1E-A6C3-47E2-9072-ACD344359913}" srcOrd="0" destOrd="0" presId="urn:microsoft.com/office/officeart/2005/8/layout/hProcess9"/>
    <dgm:cxn modelId="{CF424FA8-2E8C-4DD4-8861-2E7A3F202917}" type="presOf" srcId="{3491930E-230F-4BDC-83EF-43107ED77BC7}" destId="{6F25E48F-35F2-47CE-BD42-A070F33DF86E}" srcOrd="0" destOrd="0" presId="urn:microsoft.com/office/officeart/2005/8/layout/hProcess9"/>
    <dgm:cxn modelId="{E63833BF-602D-4ECD-BB3B-0B38A2A52155}" srcId="{3491930E-230F-4BDC-83EF-43107ED77BC7}" destId="{EDAACF7C-6E2A-476F-8E20-CADC094D5D28}" srcOrd="2" destOrd="0" parTransId="{194A6DDD-701B-47BD-A436-6D61B92194CA}" sibTransId="{78312653-78A9-4BB6-A5C7-6A75AD27813F}"/>
    <dgm:cxn modelId="{A3B5FED6-21D2-467F-82C6-04C2ABA6F8E1}" type="presOf" srcId="{C4F43776-9781-4E15-84BC-087EC7475FF8}" destId="{C29D3575-F59F-42F7-BFD1-7C247985AEFC}" srcOrd="0" destOrd="0" presId="urn:microsoft.com/office/officeart/2005/8/layout/hProcess9"/>
    <dgm:cxn modelId="{2D6E20E9-7EE1-4014-B937-5B6C48CBF559}" srcId="{3491930E-230F-4BDC-83EF-43107ED77BC7}" destId="{C4F43776-9781-4E15-84BC-087EC7475FF8}" srcOrd="3" destOrd="0" parTransId="{0583526A-92FB-418E-9D81-A7D19D1CC066}" sibTransId="{6CE75A5D-EE69-4696-93EB-72788CE545E3}"/>
    <dgm:cxn modelId="{CC468D31-DE4A-4E30-A25D-4273820094E9}" type="presParOf" srcId="{6F25E48F-35F2-47CE-BD42-A070F33DF86E}" destId="{78974AED-65E2-43CA-8F15-9071F7B05B1A}" srcOrd="0" destOrd="0" presId="urn:microsoft.com/office/officeart/2005/8/layout/hProcess9"/>
    <dgm:cxn modelId="{B523EF10-84EC-4DE8-8A8C-234E8C50A2A5}" type="presParOf" srcId="{6F25E48F-35F2-47CE-BD42-A070F33DF86E}" destId="{E9B90FA4-EAB9-45D5-990A-C23F7E0486E1}" srcOrd="1" destOrd="0" presId="urn:microsoft.com/office/officeart/2005/8/layout/hProcess9"/>
    <dgm:cxn modelId="{579D056D-0D21-4F7F-8647-A6A79429B3CD}" type="presParOf" srcId="{E9B90FA4-EAB9-45D5-990A-C23F7E0486E1}" destId="{03663D1E-A6C3-47E2-9072-ACD344359913}" srcOrd="0" destOrd="0" presId="urn:microsoft.com/office/officeart/2005/8/layout/hProcess9"/>
    <dgm:cxn modelId="{DE79824E-BD54-46E1-9400-F05B0D0D734A}" type="presParOf" srcId="{E9B90FA4-EAB9-45D5-990A-C23F7E0486E1}" destId="{95B0547E-6C2E-42FB-BDF6-CC37FB7AFBFF}" srcOrd="1" destOrd="0" presId="urn:microsoft.com/office/officeart/2005/8/layout/hProcess9"/>
    <dgm:cxn modelId="{41FBE427-C59A-4C41-8673-B6812C700512}" type="presParOf" srcId="{E9B90FA4-EAB9-45D5-990A-C23F7E0486E1}" destId="{D5FD1BFE-E7A3-4EB8-B8F0-232D031387E3}" srcOrd="2" destOrd="0" presId="urn:microsoft.com/office/officeart/2005/8/layout/hProcess9"/>
    <dgm:cxn modelId="{CD4E5576-54E3-4201-938D-FA4BAB144D54}" type="presParOf" srcId="{E9B90FA4-EAB9-45D5-990A-C23F7E0486E1}" destId="{3FC67D54-F441-42A8-9EAF-C38897162DCF}" srcOrd="3" destOrd="0" presId="urn:microsoft.com/office/officeart/2005/8/layout/hProcess9"/>
    <dgm:cxn modelId="{F30B7F61-DF71-4F9B-8014-7A252F13E42F}" type="presParOf" srcId="{E9B90FA4-EAB9-45D5-990A-C23F7E0486E1}" destId="{741E6F06-B35B-4E29-B1E7-86C3A9A2C564}" srcOrd="4" destOrd="0" presId="urn:microsoft.com/office/officeart/2005/8/layout/hProcess9"/>
    <dgm:cxn modelId="{F5F955BF-5840-4EC6-96FE-4FE1D6D21908}" type="presParOf" srcId="{E9B90FA4-EAB9-45D5-990A-C23F7E0486E1}" destId="{974B184A-8E54-46E0-887B-F29ABC8A29C2}" srcOrd="5" destOrd="0" presId="urn:microsoft.com/office/officeart/2005/8/layout/hProcess9"/>
    <dgm:cxn modelId="{F395B4F6-0CD4-449C-85C1-B42840D4542A}" type="presParOf" srcId="{E9B90FA4-EAB9-45D5-990A-C23F7E0486E1}" destId="{C29D3575-F59F-42F7-BFD1-7C247985AEFC}" srcOrd="6" destOrd="0" presId="urn:microsoft.com/office/officeart/2005/8/layout/hProcess9"/>
    <dgm:cxn modelId="{2572DE94-8802-4B57-A698-6F0C22502038}" type="presParOf" srcId="{E9B90FA4-EAB9-45D5-990A-C23F7E0486E1}" destId="{397017BD-7FBE-4DCF-A154-814A2C352B5F}" srcOrd="7" destOrd="0" presId="urn:microsoft.com/office/officeart/2005/8/layout/hProcess9"/>
    <dgm:cxn modelId="{E09D148A-2B4E-4CA7-AC2B-4F1D5D1F504C}"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a:solidFill>
          <a:srgbClr val="FF0000"/>
        </a:solidFill>
      </dgm:spPr>
      <dgm:t>
        <a:bodyPr/>
        <a:lstStyle/>
        <a:p>
          <a:r>
            <a:rPr lang="en-US" dirty="0"/>
            <a:t>Create Work Order</a:t>
          </a:r>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dgm:t>
        <a:bodyPr/>
        <a:lstStyle/>
        <a:p>
          <a:r>
            <a:rPr lang="en-US" dirty="0"/>
            <a:t>Plan &amp; Schedule Work Order</a:t>
          </a:r>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75CC0013-4CEF-4544-9C5A-5D1A0F133113}">
      <dgm:prSet/>
      <dgm:spPr/>
      <dgm:t>
        <a:bodyPr/>
        <a:lstStyle/>
        <a:p>
          <a:r>
            <a:rPr lang="en-US" dirty="0"/>
            <a:t>Settle and Close Work Order</a:t>
          </a:r>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a:solidFill>
          <a:schemeClr val="accent1"/>
        </a:solidFill>
      </dgm:spPr>
      <dgm:t>
        <a:bodyPr/>
        <a:lstStyle/>
        <a:p>
          <a:r>
            <a:rPr lang="en-US" dirty="0"/>
            <a:t>Notifications</a:t>
          </a:r>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4">
        <dgm:presLayoutVars>
          <dgm:bulletEnabled val="1"/>
        </dgm:presLayoutVars>
      </dgm:prSet>
      <dgm:spPr/>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4">
        <dgm:presLayoutVars>
          <dgm:bulletEnabled val="1"/>
        </dgm:presLayoutVars>
      </dgm:prSet>
      <dgm:spPr/>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4">
        <dgm:presLayoutVars>
          <dgm:bulletEnabled val="1"/>
        </dgm:presLayoutVars>
      </dgm:prSet>
      <dgm:spPr/>
    </dgm:pt>
    <dgm:pt modelId="{974B184A-8E54-46E0-887B-F29ABC8A29C2}" type="pres">
      <dgm:prSet presAssocID="{78312653-78A9-4BB6-A5C7-6A75AD27813F}" presName="sibTrans" presStyleCnt="0"/>
      <dgm:spPr/>
    </dgm:pt>
    <dgm:pt modelId="{59B4525B-7327-4F09-A2B6-D84D0896C8A1}" type="pres">
      <dgm:prSet presAssocID="{75CC0013-4CEF-4544-9C5A-5D1A0F133113}" presName="textNode" presStyleLbl="node1" presStyleIdx="3" presStyleCnt="4">
        <dgm:presLayoutVars>
          <dgm:bulletEnabled val="1"/>
        </dgm:presLayoutVars>
      </dgm:prSet>
      <dgm:spPr/>
    </dgm:pt>
  </dgm:ptLst>
  <dgm:cxnLst>
    <dgm:cxn modelId="{7A5CA40C-4321-4842-9ABE-9077B19027AD}" type="presOf" srcId="{7BD13AFC-9D68-436D-9326-64166B2AA8F0}" destId="{03663D1E-A6C3-47E2-9072-ACD344359913}" srcOrd="0" destOrd="0" presId="urn:microsoft.com/office/officeart/2005/8/layout/hProcess9"/>
    <dgm:cxn modelId="{9302C112-BBCA-454F-A873-970DDCF85288}" srcId="{3491930E-230F-4BDC-83EF-43107ED77BC7}" destId="{00A287AA-ABFA-44D7-95B0-59F58EF5D869}" srcOrd="1" destOrd="0" parTransId="{040B0028-A28B-4B31-9AAD-8A7FFCB27217}" sibTransId="{47BCAD82-D6B0-416C-A160-11CBEE2B554F}"/>
    <dgm:cxn modelId="{4DF1DC13-C122-4ED6-9C6B-C6FA1189F39C}" type="presOf" srcId="{EDAACF7C-6E2A-476F-8E20-CADC094D5D28}" destId="{741E6F06-B35B-4E29-B1E7-86C3A9A2C564}" srcOrd="0" destOrd="0" presId="urn:microsoft.com/office/officeart/2005/8/layout/hProcess9"/>
    <dgm:cxn modelId="{DDB27C35-689B-4ACC-BB9E-898ECE089B44}" type="presOf" srcId="{00A287AA-ABFA-44D7-95B0-59F58EF5D869}" destId="{D5FD1BFE-E7A3-4EB8-B8F0-232D031387E3}" srcOrd="0" destOrd="0" presId="urn:microsoft.com/office/officeart/2005/8/layout/hProcess9"/>
    <dgm:cxn modelId="{256F8E45-2D62-4789-875E-3F9F00D3C3D2}" srcId="{3491930E-230F-4BDC-83EF-43107ED77BC7}" destId="{75CC0013-4CEF-4544-9C5A-5D1A0F133113}" srcOrd="3" destOrd="0" parTransId="{751183EB-FCAD-4833-91F4-3168B1F119EC}" sibTransId="{1DABCF15-1C91-42C8-98EB-72E8A4E03716}"/>
    <dgm:cxn modelId="{FD77B68D-FA36-4DDA-8E3A-AB65D196E0A4}" srcId="{3491930E-230F-4BDC-83EF-43107ED77BC7}" destId="{7BD13AFC-9D68-436D-9326-64166B2AA8F0}" srcOrd="0" destOrd="0" parTransId="{96B37AAC-F588-4E5E-B3AA-D64D9D1A597C}" sibTransId="{FAEB54FD-CDB9-4DFB-96BE-B496E6595754}"/>
    <dgm:cxn modelId="{B77216A0-F72B-49BC-B854-3F2C6C18C061}" type="presOf" srcId="{3491930E-230F-4BDC-83EF-43107ED77BC7}" destId="{6F25E48F-35F2-47CE-BD42-A070F33DF86E}" srcOrd="0" destOrd="0" presId="urn:microsoft.com/office/officeart/2005/8/layout/hProcess9"/>
    <dgm:cxn modelId="{E63833BF-602D-4ECD-BB3B-0B38A2A52155}" srcId="{3491930E-230F-4BDC-83EF-43107ED77BC7}" destId="{EDAACF7C-6E2A-476F-8E20-CADC094D5D28}" srcOrd="2" destOrd="0" parTransId="{194A6DDD-701B-47BD-A436-6D61B92194CA}" sibTransId="{78312653-78A9-4BB6-A5C7-6A75AD27813F}"/>
    <dgm:cxn modelId="{7A64B0D8-A647-4DCB-9521-79D7DBCE31FC}" type="presOf" srcId="{75CC0013-4CEF-4544-9C5A-5D1A0F133113}" destId="{59B4525B-7327-4F09-A2B6-D84D0896C8A1}" srcOrd="0" destOrd="0" presId="urn:microsoft.com/office/officeart/2005/8/layout/hProcess9"/>
    <dgm:cxn modelId="{EB3C918D-F10F-400E-A88B-CAC10CFDDC7A}" type="presParOf" srcId="{6F25E48F-35F2-47CE-BD42-A070F33DF86E}" destId="{78974AED-65E2-43CA-8F15-9071F7B05B1A}" srcOrd="0" destOrd="0" presId="urn:microsoft.com/office/officeart/2005/8/layout/hProcess9"/>
    <dgm:cxn modelId="{1043BEE7-9C8E-4C1D-9924-1341C4A76861}" type="presParOf" srcId="{6F25E48F-35F2-47CE-BD42-A070F33DF86E}" destId="{E9B90FA4-EAB9-45D5-990A-C23F7E0486E1}" srcOrd="1" destOrd="0" presId="urn:microsoft.com/office/officeart/2005/8/layout/hProcess9"/>
    <dgm:cxn modelId="{D2D1BE04-B05E-40AD-A004-32BFFCD57E65}" type="presParOf" srcId="{E9B90FA4-EAB9-45D5-990A-C23F7E0486E1}" destId="{03663D1E-A6C3-47E2-9072-ACD344359913}" srcOrd="0" destOrd="0" presId="urn:microsoft.com/office/officeart/2005/8/layout/hProcess9"/>
    <dgm:cxn modelId="{3F948F13-27C3-422B-A7F6-11976BD6B7A9}" type="presParOf" srcId="{E9B90FA4-EAB9-45D5-990A-C23F7E0486E1}" destId="{95B0547E-6C2E-42FB-BDF6-CC37FB7AFBFF}" srcOrd="1" destOrd="0" presId="urn:microsoft.com/office/officeart/2005/8/layout/hProcess9"/>
    <dgm:cxn modelId="{21E19C77-717E-4CF8-9013-CBB101DAF120}" type="presParOf" srcId="{E9B90FA4-EAB9-45D5-990A-C23F7E0486E1}" destId="{D5FD1BFE-E7A3-4EB8-B8F0-232D031387E3}" srcOrd="2" destOrd="0" presId="urn:microsoft.com/office/officeart/2005/8/layout/hProcess9"/>
    <dgm:cxn modelId="{85E189A3-06DC-46A3-A93E-2611997129D0}" type="presParOf" srcId="{E9B90FA4-EAB9-45D5-990A-C23F7E0486E1}" destId="{3FC67D54-F441-42A8-9EAF-C38897162DCF}" srcOrd="3" destOrd="0" presId="urn:microsoft.com/office/officeart/2005/8/layout/hProcess9"/>
    <dgm:cxn modelId="{3AC682E1-5181-48F5-9597-912F51C9CDD4}" type="presParOf" srcId="{E9B90FA4-EAB9-45D5-990A-C23F7E0486E1}" destId="{741E6F06-B35B-4E29-B1E7-86C3A9A2C564}" srcOrd="4" destOrd="0" presId="urn:microsoft.com/office/officeart/2005/8/layout/hProcess9"/>
    <dgm:cxn modelId="{74D686FA-9AD3-40DF-AC1F-1EB1F0AAE713}" type="presParOf" srcId="{E9B90FA4-EAB9-45D5-990A-C23F7E0486E1}" destId="{974B184A-8E54-46E0-887B-F29ABC8A29C2}" srcOrd="5" destOrd="0" presId="urn:microsoft.com/office/officeart/2005/8/layout/hProcess9"/>
    <dgm:cxn modelId="{4BC8AC36-4046-4525-A0F4-FEB631FF6B05}" type="presParOf" srcId="{E9B90FA4-EAB9-45D5-990A-C23F7E0486E1}" destId="{59B4525B-7327-4F09-A2B6-D84D0896C8A1}" srcOrd="6"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dgm:t>
        <a:bodyPr/>
        <a:lstStyle/>
        <a:p>
          <a:r>
            <a:rPr lang="en-US" dirty="0"/>
            <a:t>Create Work Order</a:t>
          </a:r>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a:solidFill>
          <a:srgbClr val="FF0000"/>
        </a:solidFill>
      </dgm:spPr>
      <dgm:t>
        <a:bodyPr/>
        <a:lstStyle/>
        <a:p>
          <a:r>
            <a:rPr lang="en-US" dirty="0"/>
            <a:t>Plan &amp; Schedule Work Order</a:t>
          </a:r>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dgm:t>
        <a:bodyPr/>
        <a:lstStyle/>
        <a:p>
          <a:r>
            <a:rPr lang="en-US" dirty="0"/>
            <a:t>Execute Work Order</a:t>
          </a:r>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dgm:t>
        <a:bodyPr/>
        <a:lstStyle/>
        <a:p>
          <a:r>
            <a:rPr lang="en-US" dirty="0"/>
            <a:t>Settle and Close Work Order</a:t>
          </a:r>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a:solidFill>
          <a:schemeClr val="accent1"/>
        </a:solidFill>
      </dgm:spPr>
      <dgm:t>
        <a:bodyPr/>
        <a:lstStyle/>
        <a:p>
          <a:r>
            <a:rPr lang="en-US" dirty="0"/>
            <a:t>Notifications</a:t>
          </a:r>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pt>
  </dgm:ptLst>
  <dgm:cxnLst>
    <dgm:cxn modelId="{D4E0C800-4B97-44E9-B4A7-EE965CBD06A1}" type="presOf" srcId="{75CC0013-4CEF-4544-9C5A-5D1A0F133113}" destId="{59B4525B-7327-4F09-A2B6-D84D0896C8A1}" srcOrd="0" destOrd="0" presId="urn:microsoft.com/office/officeart/2005/8/layout/hProcess9"/>
    <dgm:cxn modelId="{9302C112-BBCA-454F-A873-970DDCF85288}" srcId="{3491930E-230F-4BDC-83EF-43107ED77BC7}" destId="{00A287AA-ABFA-44D7-95B0-59F58EF5D869}" srcOrd="1" destOrd="0" parTransId="{040B0028-A28B-4B31-9AAD-8A7FFCB27217}" sibTransId="{47BCAD82-D6B0-416C-A160-11CBEE2B554F}"/>
    <dgm:cxn modelId="{AACFB417-CDE6-4259-AAA6-2E66242ECDFC}" type="presOf" srcId="{7BD13AFC-9D68-436D-9326-64166B2AA8F0}" destId="{03663D1E-A6C3-47E2-9072-ACD344359913}" srcOrd="0" destOrd="0" presId="urn:microsoft.com/office/officeart/2005/8/layout/hProcess9"/>
    <dgm:cxn modelId="{AB53AF5F-4AFD-4E89-8989-AC3BF38D2A19}" type="presOf" srcId="{C4F43776-9781-4E15-84BC-087EC7475FF8}" destId="{C29D3575-F59F-42F7-BFD1-7C247985AEFC}" srcOrd="0" destOrd="0" presId="urn:microsoft.com/office/officeart/2005/8/layout/hProcess9"/>
    <dgm:cxn modelId="{256F8E45-2D62-4789-875E-3F9F00D3C3D2}" srcId="{3491930E-230F-4BDC-83EF-43107ED77BC7}" destId="{75CC0013-4CEF-4544-9C5A-5D1A0F133113}" srcOrd="4" destOrd="0" parTransId="{751183EB-FCAD-4833-91F4-3168B1F119EC}" sibTransId="{1DABCF15-1C91-42C8-98EB-72E8A4E03716}"/>
    <dgm:cxn modelId="{FD77B68D-FA36-4DDA-8E3A-AB65D196E0A4}" srcId="{3491930E-230F-4BDC-83EF-43107ED77BC7}" destId="{7BD13AFC-9D68-436D-9326-64166B2AA8F0}" srcOrd="0" destOrd="0" parTransId="{96B37AAC-F588-4E5E-B3AA-D64D9D1A597C}" sibTransId="{FAEB54FD-CDB9-4DFB-96BE-B496E6595754}"/>
    <dgm:cxn modelId="{EDE1F2A5-F98C-469D-AA99-1C3DD895C044}" type="presOf" srcId="{00A287AA-ABFA-44D7-95B0-59F58EF5D869}" destId="{D5FD1BFE-E7A3-4EB8-B8F0-232D031387E3}" srcOrd="0" destOrd="0" presId="urn:microsoft.com/office/officeart/2005/8/layout/hProcess9"/>
    <dgm:cxn modelId="{7A51FEB2-2916-436F-A50B-260AF271A721}" type="presOf" srcId="{EDAACF7C-6E2A-476F-8E20-CADC094D5D28}" destId="{741E6F06-B35B-4E29-B1E7-86C3A9A2C564}" srcOrd="0" destOrd="0" presId="urn:microsoft.com/office/officeart/2005/8/layout/hProcess9"/>
    <dgm:cxn modelId="{EE7E82BE-D12C-4FD9-90EC-0214C20302BB}" type="presOf" srcId="{3491930E-230F-4BDC-83EF-43107ED77BC7}" destId="{6F25E48F-35F2-47CE-BD42-A070F33DF86E}" srcOrd="0" destOrd="0" presId="urn:microsoft.com/office/officeart/2005/8/layout/hProcess9"/>
    <dgm:cxn modelId="{E63833BF-602D-4ECD-BB3B-0B38A2A52155}" srcId="{3491930E-230F-4BDC-83EF-43107ED77BC7}" destId="{EDAACF7C-6E2A-476F-8E20-CADC094D5D28}" srcOrd="2" destOrd="0" parTransId="{194A6DDD-701B-47BD-A436-6D61B92194CA}" sibTransId="{78312653-78A9-4BB6-A5C7-6A75AD27813F}"/>
    <dgm:cxn modelId="{2D6E20E9-7EE1-4014-B937-5B6C48CBF559}" srcId="{3491930E-230F-4BDC-83EF-43107ED77BC7}" destId="{C4F43776-9781-4E15-84BC-087EC7475FF8}" srcOrd="3" destOrd="0" parTransId="{0583526A-92FB-418E-9D81-A7D19D1CC066}" sibTransId="{6CE75A5D-EE69-4696-93EB-72788CE545E3}"/>
    <dgm:cxn modelId="{3FC41414-2174-4502-8E86-0B338471981D}" type="presParOf" srcId="{6F25E48F-35F2-47CE-BD42-A070F33DF86E}" destId="{78974AED-65E2-43CA-8F15-9071F7B05B1A}" srcOrd="0" destOrd="0" presId="urn:microsoft.com/office/officeart/2005/8/layout/hProcess9"/>
    <dgm:cxn modelId="{56E1E021-CFC3-4E9A-88B8-E4B69061B8DD}" type="presParOf" srcId="{6F25E48F-35F2-47CE-BD42-A070F33DF86E}" destId="{E9B90FA4-EAB9-45D5-990A-C23F7E0486E1}" srcOrd="1" destOrd="0" presId="urn:microsoft.com/office/officeart/2005/8/layout/hProcess9"/>
    <dgm:cxn modelId="{72606D12-61CB-4A30-9772-C5020ACA3C41}" type="presParOf" srcId="{E9B90FA4-EAB9-45D5-990A-C23F7E0486E1}" destId="{03663D1E-A6C3-47E2-9072-ACD344359913}" srcOrd="0" destOrd="0" presId="urn:microsoft.com/office/officeart/2005/8/layout/hProcess9"/>
    <dgm:cxn modelId="{E9D505B7-BC90-4733-8E5A-F3E23ADB48BD}" type="presParOf" srcId="{E9B90FA4-EAB9-45D5-990A-C23F7E0486E1}" destId="{95B0547E-6C2E-42FB-BDF6-CC37FB7AFBFF}" srcOrd="1" destOrd="0" presId="urn:microsoft.com/office/officeart/2005/8/layout/hProcess9"/>
    <dgm:cxn modelId="{F8B63078-326A-4B6D-AC6C-F8BA3E3E7F6F}" type="presParOf" srcId="{E9B90FA4-EAB9-45D5-990A-C23F7E0486E1}" destId="{D5FD1BFE-E7A3-4EB8-B8F0-232D031387E3}" srcOrd="2" destOrd="0" presId="urn:microsoft.com/office/officeart/2005/8/layout/hProcess9"/>
    <dgm:cxn modelId="{4B4E3407-CF86-4682-A549-5815D51452DD}" type="presParOf" srcId="{E9B90FA4-EAB9-45D5-990A-C23F7E0486E1}" destId="{3FC67D54-F441-42A8-9EAF-C38897162DCF}" srcOrd="3" destOrd="0" presId="urn:microsoft.com/office/officeart/2005/8/layout/hProcess9"/>
    <dgm:cxn modelId="{383EE716-74BA-4A1B-9A57-7A48A999489E}" type="presParOf" srcId="{E9B90FA4-EAB9-45D5-990A-C23F7E0486E1}" destId="{741E6F06-B35B-4E29-B1E7-86C3A9A2C564}" srcOrd="4" destOrd="0" presId="urn:microsoft.com/office/officeart/2005/8/layout/hProcess9"/>
    <dgm:cxn modelId="{D085AF67-000B-481A-9A83-4175BECA82D9}" type="presParOf" srcId="{E9B90FA4-EAB9-45D5-990A-C23F7E0486E1}" destId="{974B184A-8E54-46E0-887B-F29ABC8A29C2}" srcOrd="5" destOrd="0" presId="urn:microsoft.com/office/officeart/2005/8/layout/hProcess9"/>
    <dgm:cxn modelId="{E6EEE04C-2600-40FD-91CA-A7088A2F907A}" type="presParOf" srcId="{E9B90FA4-EAB9-45D5-990A-C23F7E0486E1}" destId="{C29D3575-F59F-42F7-BFD1-7C247985AEFC}" srcOrd="6" destOrd="0" presId="urn:microsoft.com/office/officeart/2005/8/layout/hProcess9"/>
    <dgm:cxn modelId="{0420F240-BB82-44D2-BF3D-F5BAD7716868}" type="presParOf" srcId="{E9B90FA4-EAB9-45D5-990A-C23F7E0486E1}" destId="{397017BD-7FBE-4DCF-A154-814A2C352B5F}" srcOrd="7" destOrd="0" presId="urn:microsoft.com/office/officeart/2005/8/layout/hProcess9"/>
    <dgm:cxn modelId="{9034CD02-B564-4058-ADF6-70F1B68C68ED}"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dgm:t>
        <a:bodyPr/>
        <a:lstStyle/>
        <a:p>
          <a:r>
            <a:rPr lang="en-US" dirty="0"/>
            <a:t>Create Work Order</a:t>
          </a:r>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a:solidFill>
          <a:schemeClr val="accent1"/>
        </a:solidFill>
      </dgm:spPr>
      <dgm:t>
        <a:bodyPr/>
        <a:lstStyle/>
        <a:p>
          <a:r>
            <a:rPr lang="en-US" dirty="0"/>
            <a:t>Plan &amp; Schedule Work Order</a:t>
          </a:r>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a:solidFill>
          <a:srgbClr val="FF0000"/>
        </a:solidFill>
      </dgm:spPr>
      <dgm:t>
        <a:bodyPr/>
        <a:lstStyle/>
        <a:p>
          <a:r>
            <a:rPr lang="en-US" dirty="0"/>
            <a:t>Execute Work Order</a:t>
          </a:r>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dgm:t>
        <a:bodyPr/>
        <a:lstStyle/>
        <a:p>
          <a:r>
            <a:rPr lang="en-US" dirty="0"/>
            <a:t>Settle and Close Work Order</a:t>
          </a:r>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a:solidFill>
          <a:schemeClr val="accent1"/>
        </a:solidFill>
      </dgm:spPr>
      <dgm:t>
        <a:bodyPr/>
        <a:lstStyle/>
        <a:p>
          <a:r>
            <a:rPr lang="en-US" dirty="0"/>
            <a:t>Notifications</a:t>
          </a:r>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pt>
  </dgm:ptLst>
  <dgm:cxnLst>
    <dgm:cxn modelId="{9302C112-BBCA-454F-A873-970DDCF85288}" srcId="{3491930E-230F-4BDC-83EF-43107ED77BC7}" destId="{00A287AA-ABFA-44D7-95B0-59F58EF5D869}" srcOrd="1" destOrd="0" parTransId="{040B0028-A28B-4B31-9AAD-8A7FFCB27217}" sibTransId="{47BCAD82-D6B0-416C-A160-11CBEE2B554F}"/>
    <dgm:cxn modelId="{256F8E45-2D62-4789-875E-3F9F00D3C3D2}" srcId="{3491930E-230F-4BDC-83EF-43107ED77BC7}" destId="{75CC0013-4CEF-4544-9C5A-5D1A0F133113}" srcOrd="4" destOrd="0" parTransId="{751183EB-FCAD-4833-91F4-3168B1F119EC}" sibTransId="{1DABCF15-1C91-42C8-98EB-72E8A4E03716}"/>
    <dgm:cxn modelId="{01C22C6F-1138-421D-B9A3-FCA86CD483F8}" type="presOf" srcId="{3491930E-230F-4BDC-83EF-43107ED77BC7}" destId="{6F25E48F-35F2-47CE-BD42-A070F33DF86E}" srcOrd="0" destOrd="0" presId="urn:microsoft.com/office/officeart/2005/8/layout/hProcess9"/>
    <dgm:cxn modelId="{1823AF8D-594F-42BE-95E7-60BF88106B21}" type="presOf" srcId="{C4F43776-9781-4E15-84BC-087EC7475FF8}" destId="{C29D3575-F59F-42F7-BFD1-7C247985AEFC}" srcOrd="0" destOrd="0" presId="urn:microsoft.com/office/officeart/2005/8/layout/hProcess9"/>
    <dgm:cxn modelId="{FD77B68D-FA36-4DDA-8E3A-AB65D196E0A4}" srcId="{3491930E-230F-4BDC-83EF-43107ED77BC7}" destId="{7BD13AFC-9D68-436D-9326-64166B2AA8F0}" srcOrd="0" destOrd="0" parTransId="{96B37AAC-F588-4E5E-B3AA-D64D9D1A597C}" sibTransId="{FAEB54FD-CDB9-4DFB-96BE-B496E6595754}"/>
    <dgm:cxn modelId="{AF099B8F-284D-4F45-878E-C470300CCC2B}" type="presOf" srcId="{75CC0013-4CEF-4544-9C5A-5D1A0F133113}" destId="{59B4525B-7327-4F09-A2B6-D84D0896C8A1}" srcOrd="0" destOrd="0" presId="urn:microsoft.com/office/officeart/2005/8/layout/hProcess9"/>
    <dgm:cxn modelId="{47FD6F98-81D1-4362-8BA3-68084EE4CAA0}" type="presOf" srcId="{7BD13AFC-9D68-436D-9326-64166B2AA8F0}" destId="{03663D1E-A6C3-47E2-9072-ACD344359913}" srcOrd="0" destOrd="0" presId="urn:microsoft.com/office/officeart/2005/8/layout/hProcess9"/>
    <dgm:cxn modelId="{E63833BF-602D-4ECD-BB3B-0B38A2A52155}" srcId="{3491930E-230F-4BDC-83EF-43107ED77BC7}" destId="{EDAACF7C-6E2A-476F-8E20-CADC094D5D28}" srcOrd="2" destOrd="0" parTransId="{194A6DDD-701B-47BD-A436-6D61B92194CA}" sibTransId="{78312653-78A9-4BB6-A5C7-6A75AD27813F}"/>
    <dgm:cxn modelId="{FFB281C5-F8AA-4F7E-AC7B-6BA10425ECE2}" type="presOf" srcId="{EDAACF7C-6E2A-476F-8E20-CADC094D5D28}" destId="{741E6F06-B35B-4E29-B1E7-86C3A9A2C564}" srcOrd="0" destOrd="0" presId="urn:microsoft.com/office/officeart/2005/8/layout/hProcess9"/>
    <dgm:cxn modelId="{321779D7-BAC5-4E4C-B302-DCCF04D08919}" type="presOf" srcId="{00A287AA-ABFA-44D7-95B0-59F58EF5D869}" destId="{D5FD1BFE-E7A3-4EB8-B8F0-232D031387E3}" srcOrd="0" destOrd="0" presId="urn:microsoft.com/office/officeart/2005/8/layout/hProcess9"/>
    <dgm:cxn modelId="{2D6E20E9-7EE1-4014-B937-5B6C48CBF559}" srcId="{3491930E-230F-4BDC-83EF-43107ED77BC7}" destId="{C4F43776-9781-4E15-84BC-087EC7475FF8}" srcOrd="3" destOrd="0" parTransId="{0583526A-92FB-418E-9D81-A7D19D1CC066}" sibTransId="{6CE75A5D-EE69-4696-93EB-72788CE545E3}"/>
    <dgm:cxn modelId="{90BF7B28-BB19-4E88-8308-D14A3AFB4224}" type="presParOf" srcId="{6F25E48F-35F2-47CE-BD42-A070F33DF86E}" destId="{78974AED-65E2-43CA-8F15-9071F7B05B1A}" srcOrd="0" destOrd="0" presId="urn:microsoft.com/office/officeart/2005/8/layout/hProcess9"/>
    <dgm:cxn modelId="{7066D91B-569A-45BA-BFD3-2CBAE13A31FB}" type="presParOf" srcId="{6F25E48F-35F2-47CE-BD42-A070F33DF86E}" destId="{E9B90FA4-EAB9-45D5-990A-C23F7E0486E1}" srcOrd="1" destOrd="0" presId="urn:microsoft.com/office/officeart/2005/8/layout/hProcess9"/>
    <dgm:cxn modelId="{D8B4F728-0A4A-43C0-B3B2-BD3BA9211CF4}" type="presParOf" srcId="{E9B90FA4-EAB9-45D5-990A-C23F7E0486E1}" destId="{03663D1E-A6C3-47E2-9072-ACD344359913}" srcOrd="0" destOrd="0" presId="urn:microsoft.com/office/officeart/2005/8/layout/hProcess9"/>
    <dgm:cxn modelId="{4F426D2D-B17A-4BFF-896C-8E51708E2C1E}" type="presParOf" srcId="{E9B90FA4-EAB9-45D5-990A-C23F7E0486E1}" destId="{95B0547E-6C2E-42FB-BDF6-CC37FB7AFBFF}" srcOrd="1" destOrd="0" presId="urn:microsoft.com/office/officeart/2005/8/layout/hProcess9"/>
    <dgm:cxn modelId="{06BF310A-6B91-4158-BCB9-DDCDEE9482BB}" type="presParOf" srcId="{E9B90FA4-EAB9-45D5-990A-C23F7E0486E1}" destId="{D5FD1BFE-E7A3-4EB8-B8F0-232D031387E3}" srcOrd="2" destOrd="0" presId="urn:microsoft.com/office/officeart/2005/8/layout/hProcess9"/>
    <dgm:cxn modelId="{EBB30AFB-AE1A-4762-BD85-795DD7AAE028}" type="presParOf" srcId="{E9B90FA4-EAB9-45D5-990A-C23F7E0486E1}" destId="{3FC67D54-F441-42A8-9EAF-C38897162DCF}" srcOrd="3" destOrd="0" presId="urn:microsoft.com/office/officeart/2005/8/layout/hProcess9"/>
    <dgm:cxn modelId="{15C545FE-9904-4817-B31E-AF081ED831C2}" type="presParOf" srcId="{E9B90FA4-EAB9-45D5-990A-C23F7E0486E1}" destId="{741E6F06-B35B-4E29-B1E7-86C3A9A2C564}" srcOrd="4" destOrd="0" presId="urn:microsoft.com/office/officeart/2005/8/layout/hProcess9"/>
    <dgm:cxn modelId="{D8646BA7-C287-45CE-ABDE-8F5DCCE2884E}" type="presParOf" srcId="{E9B90FA4-EAB9-45D5-990A-C23F7E0486E1}" destId="{974B184A-8E54-46E0-887B-F29ABC8A29C2}" srcOrd="5" destOrd="0" presId="urn:microsoft.com/office/officeart/2005/8/layout/hProcess9"/>
    <dgm:cxn modelId="{8E01D787-8A99-437E-AE6B-014CB1392884}" type="presParOf" srcId="{E9B90FA4-EAB9-45D5-990A-C23F7E0486E1}" destId="{C29D3575-F59F-42F7-BFD1-7C247985AEFC}" srcOrd="6" destOrd="0" presId="urn:microsoft.com/office/officeart/2005/8/layout/hProcess9"/>
    <dgm:cxn modelId="{38A0E4D1-D8C7-4D2C-BBE1-1835A2CD58DA}" type="presParOf" srcId="{E9B90FA4-EAB9-45D5-990A-C23F7E0486E1}" destId="{397017BD-7FBE-4DCF-A154-814A2C352B5F}" srcOrd="7" destOrd="0" presId="urn:microsoft.com/office/officeart/2005/8/layout/hProcess9"/>
    <dgm:cxn modelId="{E3274712-BC0B-45C5-9C0C-63E3B3D1F49C}"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dgm:t>
        <a:bodyPr/>
        <a:lstStyle/>
        <a:p>
          <a:r>
            <a:rPr lang="en-US" dirty="0"/>
            <a:t>Create Work Order</a:t>
          </a:r>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a:solidFill>
          <a:schemeClr val="accent1"/>
        </a:solidFill>
      </dgm:spPr>
      <dgm:t>
        <a:bodyPr/>
        <a:lstStyle/>
        <a:p>
          <a:r>
            <a:rPr lang="en-US" dirty="0"/>
            <a:t>Plan &amp; Schedule Work Order</a:t>
          </a:r>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dgm:t>
        <a:bodyPr/>
        <a:lstStyle/>
        <a:p>
          <a:r>
            <a:rPr lang="en-US" dirty="0"/>
            <a:t>Execute Work Order</a:t>
          </a:r>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a:solidFill>
          <a:srgbClr val="FF0000"/>
        </a:solidFill>
      </dgm:spPr>
      <dgm:t>
        <a:bodyPr/>
        <a:lstStyle/>
        <a:p>
          <a:r>
            <a:rPr lang="en-US" dirty="0"/>
            <a:t>Settle and Close Work Order</a:t>
          </a:r>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a:solidFill>
          <a:schemeClr val="accent1"/>
        </a:solidFill>
      </dgm:spPr>
      <dgm:t>
        <a:bodyPr/>
        <a:lstStyle/>
        <a:p>
          <a:r>
            <a:rPr lang="en-US" dirty="0"/>
            <a:t>Notifications</a:t>
          </a:r>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pt>
  </dgm:ptLst>
  <dgm:cxnLst>
    <dgm:cxn modelId="{37DDD801-F589-4F19-A382-AAC8C8DFDE25}" type="presOf" srcId="{EDAACF7C-6E2A-476F-8E20-CADC094D5D28}" destId="{741E6F06-B35B-4E29-B1E7-86C3A9A2C564}" srcOrd="0" destOrd="0" presId="urn:microsoft.com/office/officeart/2005/8/layout/hProcess9"/>
    <dgm:cxn modelId="{EE4B570E-4D37-48C8-80D3-99982D183240}" type="presOf" srcId="{C4F43776-9781-4E15-84BC-087EC7475FF8}" destId="{C29D3575-F59F-42F7-BFD1-7C247985AEFC}" srcOrd="0" destOrd="0" presId="urn:microsoft.com/office/officeart/2005/8/layout/hProcess9"/>
    <dgm:cxn modelId="{12787610-9C00-4420-A674-46A1325F412F}" type="presOf" srcId="{7BD13AFC-9D68-436D-9326-64166B2AA8F0}" destId="{03663D1E-A6C3-47E2-9072-ACD344359913}" srcOrd="0" destOrd="0" presId="urn:microsoft.com/office/officeart/2005/8/layout/hProcess9"/>
    <dgm:cxn modelId="{9302C112-BBCA-454F-A873-970DDCF85288}" srcId="{3491930E-230F-4BDC-83EF-43107ED77BC7}" destId="{00A287AA-ABFA-44D7-95B0-59F58EF5D869}" srcOrd="1" destOrd="0" parTransId="{040B0028-A28B-4B31-9AAD-8A7FFCB27217}" sibTransId="{47BCAD82-D6B0-416C-A160-11CBEE2B554F}"/>
    <dgm:cxn modelId="{256F8E45-2D62-4789-875E-3F9F00D3C3D2}" srcId="{3491930E-230F-4BDC-83EF-43107ED77BC7}" destId="{75CC0013-4CEF-4544-9C5A-5D1A0F133113}" srcOrd="4" destOrd="0" parTransId="{751183EB-FCAD-4833-91F4-3168B1F119EC}" sibTransId="{1DABCF15-1C91-42C8-98EB-72E8A4E03716}"/>
    <dgm:cxn modelId="{FD77B68D-FA36-4DDA-8E3A-AB65D196E0A4}" srcId="{3491930E-230F-4BDC-83EF-43107ED77BC7}" destId="{7BD13AFC-9D68-436D-9326-64166B2AA8F0}" srcOrd="0" destOrd="0" parTransId="{96B37AAC-F588-4E5E-B3AA-D64D9D1A597C}" sibTransId="{FAEB54FD-CDB9-4DFB-96BE-B496E6595754}"/>
    <dgm:cxn modelId="{E63833BF-602D-4ECD-BB3B-0B38A2A52155}" srcId="{3491930E-230F-4BDC-83EF-43107ED77BC7}" destId="{EDAACF7C-6E2A-476F-8E20-CADC094D5D28}" srcOrd="2" destOrd="0" parTransId="{194A6DDD-701B-47BD-A436-6D61B92194CA}" sibTransId="{78312653-78A9-4BB6-A5C7-6A75AD27813F}"/>
    <dgm:cxn modelId="{037410D0-BEE9-4743-9DBF-56BA4B0AF1D0}" type="presOf" srcId="{00A287AA-ABFA-44D7-95B0-59F58EF5D869}" destId="{D5FD1BFE-E7A3-4EB8-B8F0-232D031387E3}" srcOrd="0" destOrd="0" presId="urn:microsoft.com/office/officeart/2005/8/layout/hProcess9"/>
    <dgm:cxn modelId="{338B96E7-27EF-403E-8F82-038BF9E421E6}" type="presOf" srcId="{75CC0013-4CEF-4544-9C5A-5D1A0F133113}" destId="{59B4525B-7327-4F09-A2B6-D84D0896C8A1}" srcOrd="0" destOrd="0" presId="urn:microsoft.com/office/officeart/2005/8/layout/hProcess9"/>
    <dgm:cxn modelId="{2D6E20E9-7EE1-4014-B937-5B6C48CBF559}" srcId="{3491930E-230F-4BDC-83EF-43107ED77BC7}" destId="{C4F43776-9781-4E15-84BC-087EC7475FF8}" srcOrd="3" destOrd="0" parTransId="{0583526A-92FB-418E-9D81-A7D19D1CC066}" sibTransId="{6CE75A5D-EE69-4696-93EB-72788CE545E3}"/>
    <dgm:cxn modelId="{814332EE-91F0-44B9-954A-CE643011383C}" type="presOf" srcId="{3491930E-230F-4BDC-83EF-43107ED77BC7}" destId="{6F25E48F-35F2-47CE-BD42-A070F33DF86E}" srcOrd="0" destOrd="0" presId="urn:microsoft.com/office/officeart/2005/8/layout/hProcess9"/>
    <dgm:cxn modelId="{498C130F-0DA9-4CDF-A116-3DC6FB9C378C}" type="presParOf" srcId="{6F25E48F-35F2-47CE-BD42-A070F33DF86E}" destId="{78974AED-65E2-43CA-8F15-9071F7B05B1A}" srcOrd="0" destOrd="0" presId="urn:microsoft.com/office/officeart/2005/8/layout/hProcess9"/>
    <dgm:cxn modelId="{D01AD9A4-147E-4D6A-A9BB-12C676A47F67}" type="presParOf" srcId="{6F25E48F-35F2-47CE-BD42-A070F33DF86E}" destId="{E9B90FA4-EAB9-45D5-990A-C23F7E0486E1}" srcOrd="1" destOrd="0" presId="urn:microsoft.com/office/officeart/2005/8/layout/hProcess9"/>
    <dgm:cxn modelId="{481B4940-5FF4-4783-87E3-DF5859B4641C}" type="presParOf" srcId="{E9B90FA4-EAB9-45D5-990A-C23F7E0486E1}" destId="{03663D1E-A6C3-47E2-9072-ACD344359913}" srcOrd="0" destOrd="0" presId="urn:microsoft.com/office/officeart/2005/8/layout/hProcess9"/>
    <dgm:cxn modelId="{AB354E61-48C8-4386-B310-39A8A71514D2}" type="presParOf" srcId="{E9B90FA4-EAB9-45D5-990A-C23F7E0486E1}" destId="{95B0547E-6C2E-42FB-BDF6-CC37FB7AFBFF}" srcOrd="1" destOrd="0" presId="urn:microsoft.com/office/officeart/2005/8/layout/hProcess9"/>
    <dgm:cxn modelId="{B04CD81D-CF07-498F-8494-733DF523F9C2}" type="presParOf" srcId="{E9B90FA4-EAB9-45D5-990A-C23F7E0486E1}" destId="{D5FD1BFE-E7A3-4EB8-B8F0-232D031387E3}" srcOrd="2" destOrd="0" presId="urn:microsoft.com/office/officeart/2005/8/layout/hProcess9"/>
    <dgm:cxn modelId="{C704F9C3-C5EF-41FF-9653-50BECE849052}" type="presParOf" srcId="{E9B90FA4-EAB9-45D5-990A-C23F7E0486E1}" destId="{3FC67D54-F441-42A8-9EAF-C38897162DCF}" srcOrd="3" destOrd="0" presId="urn:microsoft.com/office/officeart/2005/8/layout/hProcess9"/>
    <dgm:cxn modelId="{43903409-19DC-4A60-8D00-FE76D6848A96}" type="presParOf" srcId="{E9B90FA4-EAB9-45D5-990A-C23F7E0486E1}" destId="{741E6F06-B35B-4E29-B1E7-86C3A9A2C564}" srcOrd="4" destOrd="0" presId="urn:microsoft.com/office/officeart/2005/8/layout/hProcess9"/>
    <dgm:cxn modelId="{E06002D3-895D-4676-B904-CF0779CF533B}" type="presParOf" srcId="{E9B90FA4-EAB9-45D5-990A-C23F7E0486E1}" destId="{974B184A-8E54-46E0-887B-F29ABC8A29C2}" srcOrd="5" destOrd="0" presId="urn:microsoft.com/office/officeart/2005/8/layout/hProcess9"/>
    <dgm:cxn modelId="{DC28D171-2836-40D8-B659-BA071CEE92A1}" type="presParOf" srcId="{E9B90FA4-EAB9-45D5-990A-C23F7E0486E1}" destId="{C29D3575-F59F-42F7-BFD1-7C247985AEFC}" srcOrd="6" destOrd="0" presId="urn:microsoft.com/office/officeart/2005/8/layout/hProcess9"/>
    <dgm:cxn modelId="{B8AE730C-3CF4-46FF-ACA6-DA96ED078CE6}" type="presParOf" srcId="{E9B90FA4-EAB9-45D5-990A-C23F7E0486E1}" destId="{397017BD-7FBE-4DCF-A154-814A2C352B5F}" srcOrd="7" destOrd="0" presId="urn:microsoft.com/office/officeart/2005/8/layout/hProcess9"/>
    <dgm:cxn modelId="{73B8AEB1-EFD6-479B-9DC4-72817C664298}"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491930E-230F-4BDC-83EF-43107ED77BC7}" type="doc">
      <dgm:prSet loTypeId="urn:microsoft.com/office/officeart/2005/8/layout/hProcess9" loCatId="process" qsTypeId="urn:microsoft.com/office/officeart/2005/8/quickstyle/simple1" qsCatId="simple" csTypeId="urn:microsoft.com/office/officeart/2005/8/colors/accent1_2" csCatId="accent1" phldr="1"/>
      <dgm:spPr/>
    </dgm:pt>
    <dgm:pt modelId="{00A287AA-ABFA-44D7-95B0-59F58EF5D869}">
      <dgm:prSet phldrT="[Text]"/>
      <dgm:spPr/>
      <dgm:t>
        <a:bodyPr/>
        <a:lstStyle/>
        <a:p>
          <a:r>
            <a:rPr lang="en-US" dirty="0"/>
            <a:t>Create Work Order</a:t>
          </a:r>
        </a:p>
      </dgm:t>
    </dgm:pt>
    <dgm:pt modelId="{040B0028-A28B-4B31-9AAD-8A7FFCB27217}" type="parTrans" cxnId="{9302C112-BBCA-454F-A873-970DDCF85288}">
      <dgm:prSet/>
      <dgm:spPr/>
      <dgm:t>
        <a:bodyPr/>
        <a:lstStyle/>
        <a:p>
          <a:endParaRPr lang="en-US"/>
        </a:p>
      </dgm:t>
    </dgm:pt>
    <dgm:pt modelId="{47BCAD82-D6B0-416C-A160-11CBEE2B554F}" type="sibTrans" cxnId="{9302C112-BBCA-454F-A873-970DDCF85288}">
      <dgm:prSet/>
      <dgm:spPr/>
      <dgm:t>
        <a:bodyPr/>
        <a:lstStyle/>
        <a:p>
          <a:endParaRPr lang="en-US"/>
        </a:p>
      </dgm:t>
    </dgm:pt>
    <dgm:pt modelId="{EDAACF7C-6E2A-476F-8E20-CADC094D5D28}">
      <dgm:prSet phldrT="[Text]"/>
      <dgm:spPr>
        <a:solidFill>
          <a:schemeClr val="accent1"/>
        </a:solidFill>
      </dgm:spPr>
      <dgm:t>
        <a:bodyPr/>
        <a:lstStyle/>
        <a:p>
          <a:r>
            <a:rPr lang="en-US" dirty="0"/>
            <a:t>Plan &amp; Schedule Work Order</a:t>
          </a:r>
        </a:p>
      </dgm:t>
    </dgm:pt>
    <dgm:pt modelId="{194A6DDD-701B-47BD-A436-6D61B92194CA}" type="parTrans" cxnId="{E63833BF-602D-4ECD-BB3B-0B38A2A52155}">
      <dgm:prSet/>
      <dgm:spPr/>
      <dgm:t>
        <a:bodyPr/>
        <a:lstStyle/>
        <a:p>
          <a:endParaRPr lang="en-US"/>
        </a:p>
      </dgm:t>
    </dgm:pt>
    <dgm:pt modelId="{78312653-78A9-4BB6-A5C7-6A75AD27813F}" type="sibTrans" cxnId="{E63833BF-602D-4ECD-BB3B-0B38A2A52155}">
      <dgm:prSet/>
      <dgm:spPr/>
      <dgm:t>
        <a:bodyPr/>
        <a:lstStyle/>
        <a:p>
          <a:endParaRPr lang="en-US"/>
        </a:p>
      </dgm:t>
    </dgm:pt>
    <dgm:pt modelId="{C4F43776-9781-4E15-84BC-087EC7475FF8}">
      <dgm:prSet phldrT="[Text]"/>
      <dgm:spPr/>
      <dgm:t>
        <a:bodyPr/>
        <a:lstStyle/>
        <a:p>
          <a:r>
            <a:rPr lang="en-US" dirty="0"/>
            <a:t>Execute Work Order</a:t>
          </a:r>
        </a:p>
      </dgm:t>
    </dgm:pt>
    <dgm:pt modelId="{0583526A-92FB-418E-9D81-A7D19D1CC066}" type="parTrans" cxnId="{2D6E20E9-7EE1-4014-B937-5B6C48CBF559}">
      <dgm:prSet/>
      <dgm:spPr/>
      <dgm:t>
        <a:bodyPr/>
        <a:lstStyle/>
        <a:p>
          <a:endParaRPr lang="en-US"/>
        </a:p>
      </dgm:t>
    </dgm:pt>
    <dgm:pt modelId="{6CE75A5D-EE69-4696-93EB-72788CE545E3}" type="sibTrans" cxnId="{2D6E20E9-7EE1-4014-B937-5B6C48CBF559}">
      <dgm:prSet/>
      <dgm:spPr/>
      <dgm:t>
        <a:bodyPr/>
        <a:lstStyle/>
        <a:p>
          <a:endParaRPr lang="en-US"/>
        </a:p>
      </dgm:t>
    </dgm:pt>
    <dgm:pt modelId="{75CC0013-4CEF-4544-9C5A-5D1A0F133113}">
      <dgm:prSet/>
      <dgm:spPr>
        <a:solidFill>
          <a:srgbClr val="FF0000"/>
        </a:solidFill>
      </dgm:spPr>
      <dgm:t>
        <a:bodyPr/>
        <a:lstStyle/>
        <a:p>
          <a:r>
            <a:rPr lang="en-US" dirty="0"/>
            <a:t>Settle and Close Work Order</a:t>
          </a:r>
        </a:p>
      </dgm:t>
    </dgm:pt>
    <dgm:pt modelId="{751183EB-FCAD-4833-91F4-3168B1F119EC}" type="parTrans" cxnId="{256F8E45-2D62-4789-875E-3F9F00D3C3D2}">
      <dgm:prSet/>
      <dgm:spPr/>
      <dgm:t>
        <a:bodyPr/>
        <a:lstStyle/>
        <a:p>
          <a:endParaRPr lang="en-US"/>
        </a:p>
      </dgm:t>
    </dgm:pt>
    <dgm:pt modelId="{1DABCF15-1C91-42C8-98EB-72E8A4E03716}" type="sibTrans" cxnId="{256F8E45-2D62-4789-875E-3F9F00D3C3D2}">
      <dgm:prSet/>
      <dgm:spPr/>
      <dgm:t>
        <a:bodyPr/>
        <a:lstStyle/>
        <a:p>
          <a:endParaRPr lang="en-US"/>
        </a:p>
      </dgm:t>
    </dgm:pt>
    <dgm:pt modelId="{7BD13AFC-9D68-436D-9326-64166B2AA8F0}">
      <dgm:prSet/>
      <dgm:spPr>
        <a:solidFill>
          <a:schemeClr val="accent1"/>
        </a:solidFill>
      </dgm:spPr>
      <dgm:t>
        <a:bodyPr/>
        <a:lstStyle/>
        <a:p>
          <a:r>
            <a:rPr lang="en-US" dirty="0"/>
            <a:t>Notifications</a:t>
          </a:r>
        </a:p>
      </dgm:t>
    </dgm:pt>
    <dgm:pt modelId="{96B37AAC-F588-4E5E-B3AA-D64D9D1A597C}" type="parTrans" cxnId="{FD77B68D-FA36-4DDA-8E3A-AB65D196E0A4}">
      <dgm:prSet/>
      <dgm:spPr/>
      <dgm:t>
        <a:bodyPr/>
        <a:lstStyle/>
        <a:p>
          <a:endParaRPr lang="en-US"/>
        </a:p>
      </dgm:t>
    </dgm:pt>
    <dgm:pt modelId="{FAEB54FD-CDB9-4DFB-96BE-B496E6595754}" type="sibTrans" cxnId="{FD77B68D-FA36-4DDA-8E3A-AB65D196E0A4}">
      <dgm:prSet/>
      <dgm:spPr/>
      <dgm:t>
        <a:bodyPr/>
        <a:lstStyle/>
        <a:p>
          <a:endParaRPr lang="en-US"/>
        </a:p>
      </dgm:t>
    </dgm:pt>
    <dgm:pt modelId="{6F25E48F-35F2-47CE-BD42-A070F33DF86E}" type="pres">
      <dgm:prSet presAssocID="{3491930E-230F-4BDC-83EF-43107ED77BC7}" presName="CompostProcess" presStyleCnt="0">
        <dgm:presLayoutVars>
          <dgm:dir/>
          <dgm:resizeHandles val="exact"/>
        </dgm:presLayoutVars>
      </dgm:prSet>
      <dgm:spPr/>
    </dgm:pt>
    <dgm:pt modelId="{78974AED-65E2-43CA-8F15-9071F7B05B1A}" type="pres">
      <dgm:prSet presAssocID="{3491930E-230F-4BDC-83EF-43107ED77BC7}" presName="arrow" presStyleLbl="bgShp" presStyleIdx="0" presStyleCnt="1"/>
      <dgm:spPr/>
    </dgm:pt>
    <dgm:pt modelId="{E9B90FA4-EAB9-45D5-990A-C23F7E0486E1}" type="pres">
      <dgm:prSet presAssocID="{3491930E-230F-4BDC-83EF-43107ED77BC7}" presName="linearProcess" presStyleCnt="0"/>
      <dgm:spPr/>
    </dgm:pt>
    <dgm:pt modelId="{03663D1E-A6C3-47E2-9072-ACD344359913}" type="pres">
      <dgm:prSet presAssocID="{7BD13AFC-9D68-436D-9326-64166B2AA8F0}" presName="textNode" presStyleLbl="node1" presStyleIdx="0" presStyleCnt="5">
        <dgm:presLayoutVars>
          <dgm:bulletEnabled val="1"/>
        </dgm:presLayoutVars>
      </dgm:prSet>
      <dgm:spPr/>
    </dgm:pt>
    <dgm:pt modelId="{95B0547E-6C2E-42FB-BDF6-CC37FB7AFBFF}" type="pres">
      <dgm:prSet presAssocID="{FAEB54FD-CDB9-4DFB-96BE-B496E6595754}" presName="sibTrans" presStyleCnt="0"/>
      <dgm:spPr/>
    </dgm:pt>
    <dgm:pt modelId="{D5FD1BFE-E7A3-4EB8-B8F0-232D031387E3}" type="pres">
      <dgm:prSet presAssocID="{00A287AA-ABFA-44D7-95B0-59F58EF5D869}" presName="textNode" presStyleLbl="node1" presStyleIdx="1" presStyleCnt="5">
        <dgm:presLayoutVars>
          <dgm:bulletEnabled val="1"/>
        </dgm:presLayoutVars>
      </dgm:prSet>
      <dgm:spPr/>
    </dgm:pt>
    <dgm:pt modelId="{3FC67D54-F441-42A8-9EAF-C38897162DCF}" type="pres">
      <dgm:prSet presAssocID="{47BCAD82-D6B0-416C-A160-11CBEE2B554F}" presName="sibTrans" presStyleCnt="0"/>
      <dgm:spPr/>
    </dgm:pt>
    <dgm:pt modelId="{741E6F06-B35B-4E29-B1E7-86C3A9A2C564}" type="pres">
      <dgm:prSet presAssocID="{EDAACF7C-6E2A-476F-8E20-CADC094D5D28}" presName="textNode" presStyleLbl="node1" presStyleIdx="2" presStyleCnt="5">
        <dgm:presLayoutVars>
          <dgm:bulletEnabled val="1"/>
        </dgm:presLayoutVars>
      </dgm:prSet>
      <dgm:spPr/>
    </dgm:pt>
    <dgm:pt modelId="{974B184A-8E54-46E0-887B-F29ABC8A29C2}" type="pres">
      <dgm:prSet presAssocID="{78312653-78A9-4BB6-A5C7-6A75AD27813F}" presName="sibTrans" presStyleCnt="0"/>
      <dgm:spPr/>
    </dgm:pt>
    <dgm:pt modelId="{C29D3575-F59F-42F7-BFD1-7C247985AEFC}" type="pres">
      <dgm:prSet presAssocID="{C4F43776-9781-4E15-84BC-087EC7475FF8}" presName="textNode" presStyleLbl="node1" presStyleIdx="3" presStyleCnt="5">
        <dgm:presLayoutVars>
          <dgm:bulletEnabled val="1"/>
        </dgm:presLayoutVars>
      </dgm:prSet>
      <dgm:spPr/>
    </dgm:pt>
    <dgm:pt modelId="{397017BD-7FBE-4DCF-A154-814A2C352B5F}" type="pres">
      <dgm:prSet presAssocID="{6CE75A5D-EE69-4696-93EB-72788CE545E3}" presName="sibTrans" presStyleCnt="0"/>
      <dgm:spPr/>
    </dgm:pt>
    <dgm:pt modelId="{59B4525B-7327-4F09-A2B6-D84D0896C8A1}" type="pres">
      <dgm:prSet presAssocID="{75CC0013-4CEF-4544-9C5A-5D1A0F133113}" presName="textNode" presStyleLbl="node1" presStyleIdx="4" presStyleCnt="5">
        <dgm:presLayoutVars>
          <dgm:bulletEnabled val="1"/>
        </dgm:presLayoutVars>
      </dgm:prSet>
      <dgm:spPr/>
    </dgm:pt>
  </dgm:ptLst>
  <dgm:cxnLst>
    <dgm:cxn modelId="{9302C112-BBCA-454F-A873-970DDCF85288}" srcId="{3491930E-230F-4BDC-83EF-43107ED77BC7}" destId="{00A287AA-ABFA-44D7-95B0-59F58EF5D869}" srcOrd="1" destOrd="0" parTransId="{040B0028-A28B-4B31-9AAD-8A7FFCB27217}" sibTransId="{47BCAD82-D6B0-416C-A160-11CBEE2B554F}"/>
    <dgm:cxn modelId="{DF908D41-62BF-4C3B-85DC-8A2F2B462221}" type="presOf" srcId="{75CC0013-4CEF-4544-9C5A-5D1A0F133113}" destId="{59B4525B-7327-4F09-A2B6-D84D0896C8A1}" srcOrd="0" destOrd="0" presId="urn:microsoft.com/office/officeart/2005/8/layout/hProcess9"/>
    <dgm:cxn modelId="{91E1BA43-A36A-4E07-8FEF-23B9A642E12F}" type="presOf" srcId="{7BD13AFC-9D68-436D-9326-64166B2AA8F0}" destId="{03663D1E-A6C3-47E2-9072-ACD344359913}" srcOrd="0" destOrd="0" presId="urn:microsoft.com/office/officeart/2005/8/layout/hProcess9"/>
    <dgm:cxn modelId="{256F8E45-2D62-4789-875E-3F9F00D3C3D2}" srcId="{3491930E-230F-4BDC-83EF-43107ED77BC7}" destId="{75CC0013-4CEF-4544-9C5A-5D1A0F133113}" srcOrd="4" destOrd="0" parTransId="{751183EB-FCAD-4833-91F4-3168B1F119EC}" sibTransId="{1DABCF15-1C91-42C8-98EB-72E8A4E03716}"/>
    <dgm:cxn modelId="{BFB9F881-2BA5-4483-BD37-99E1A6C3CFBB}" type="presOf" srcId="{EDAACF7C-6E2A-476F-8E20-CADC094D5D28}" destId="{741E6F06-B35B-4E29-B1E7-86C3A9A2C564}" srcOrd="0" destOrd="0" presId="urn:microsoft.com/office/officeart/2005/8/layout/hProcess9"/>
    <dgm:cxn modelId="{FD77B68D-FA36-4DDA-8E3A-AB65D196E0A4}" srcId="{3491930E-230F-4BDC-83EF-43107ED77BC7}" destId="{7BD13AFC-9D68-436D-9326-64166B2AA8F0}" srcOrd="0" destOrd="0" parTransId="{96B37AAC-F588-4E5E-B3AA-D64D9D1A597C}" sibTransId="{FAEB54FD-CDB9-4DFB-96BE-B496E6595754}"/>
    <dgm:cxn modelId="{A34347B0-5A06-454F-BE8B-1061351C5798}" type="presOf" srcId="{00A287AA-ABFA-44D7-95B0-59F58EF5D869}" destId="{D5FD1BFE-E7A3-4EB8-B8F0-232D031387E3}" srcOrd="0" destOrd="0" presId="urn:microsoft.com/office/officeart/2005/8/layout/hProcess9"/>
    <dgm:cxn modelId="{E63833BF-602D-4ECD-BB3B-0B38A2A52155}" srcId="{3491930E-230F-4BDC-83EF-43107ED77BC7}" destId="{EDAACF7C-6E2A-476F-8E20-CADC094D5D28}" srcOrd="2" destOrd="0" parTransId="{194A6DDD-701B-47BD-A436-6D61B92194CA}" sibTransId="{78312653-78A9-4BB6-A5C7-6A75AD27813F}"/>
    <dgm:cxn modelId="{D0F734C5-6395-4E06-9CC2-CEBA1B5A81BF}" type="presOf" srcId="{C4F43776-9781-4E15-84BC-087EC7475FF8}" destId="{C29D3575-F59F-42F7-BFD1-7C247985AEFC}" srcOrd="0" destOrd="0" presId="urn:microsoft.com/office/officeart/2005/8/layout/hProcess9"/>
    <dgm:cxn modelId="{5F8AE3C8-77F1-4CAE-A6FC-6BD703D8523F}" type="presOf" srcId="{3491930E-230F-4BDC-83EF-43107ED77BC7}" destId="{6F25E48F-35F2-47CE-BD42-A070F33DF86E}" srcOrd="0" destOrd="0" presId="urn:microsoft.com/office/officeart/2005/8/layout/hProcess9"/>
    <dgm:cxn modelId="{2D6E20E9-7EE1-4014-B937-5B6C48CBF559}" srcId="{3491930E-230F-4BDC-83EF-43107ED77BC7}" destId="{C4F43776-9781-4E15-84BC-087EC7475FF8}" srcOrd="3" destOrd="0" parTransId="{0583526A-92FB-418E-9D81-A7D19D1CC066}" sibTransId="{6CE75A5D-EE69-4696-93EB-72788CE545E3}"/>
    <dgm:cxn modelId="{983524DF-032A-4488-9ED4-284027C97DF1}" type="presParOf" srcId="{6F25E48F-35F2-47CE-BD42-A070F33DF86E}" destId="{78974AED-65E2-43CA-8F15-9071F7B05B1A}" srcOrd="0" destOrd="0" presId="urn:microsoft.com/office/officeart/2005/8/layout/hProcess9"/>
    <dgm:cxn modelId="{6925D23B-EA84-42FE-98F4-7208DB31C3EF}" type="presParOf" srcId="{6F25E48F-35F2-47CE-BD42-A070F33DF86E}" destId="{E9B90FA4-EAB9-45D5-990A-C23F7E0486E1}" srcOrd="1" destOrd="0" presId="urn:microsoft.com/office/officeart/2005/8/layout/hProcess9"/>
    <dgm:cxn modelId="{1E41D8E3-1764-4397-9F23-E2EE901C746F}" type="presParOf" srcId="{E9B90FA4-EAB9-45D5-990A-C23F7E0486E1}" destId="{03663D1E-A6C3-47E2-9072-ACD344359913}" srcOrd="0" destOrd="0" presId="urn:microsoft.com/office/officeart/2005/8/layout/hProcess9"/>
    <dgm:cxn modelId="{483B3E9A-E8E1-4C29-A341-56C0781C9CBA}" type="presParOf" srcId="{E9B90FA4-EAB9-45D5-990A-C23F7E0486E1}" destId="{95B0547E-6C2E-42FB-BDF6-CC37FB7AFBFF}" srcOrd="1" destOrd="0" presId="urn:microsoft.com/office/officeart/2005/8/layout/hProcess9"/>
    <dgm:cxn modelId="{3E59DC71-3BA5-463B-A03C-C4E8D765159D}" type="presParOf" srcId="{E9B90FA4-EAB9-45D5-990A-C23F7E0486E1}" destId="{D5FD1BFE-E7A3-4EB8-B8F0-232D031387E3}" srcOrd="2" destOrd="0" presId="urn:microsoft.com/office/officeart/2005/8/layout/hProcess9"/>
    <dgm:cxn modelId="{A14FACF0-9CDB-404A-BEB1-51C112915331}" type="presParOf" srcId="{E9B90FA4-EAB9-45D5-990A-C23F7E0486E1}" destId="{3FC67D54-F441-42A8-9EAF-C38897162DCF}" srcOrd="3" destOrd="0" presId="urn:microsoft.com/office/officeart/2005/8/layout/hProcess9"/>
    <dgm:cxn modelId="{282EB990-B298-4699-BF1D-E3B57C863EAB}" type="presParOf" srcId="{E9B90FA4-EAB9-45D5-990A-C23F7E0486E1}" destId="{741E6F06-B35B-4E29-B1E7-86C3A9A2C564}" srcOrd="4" destOrd="0" presId="urn:microsoft.com/office/officeart/2005/8/layout/hProcess9"/>
    <dgm:cxn modelId="{5EB5CC16-B11E-404F-B817-5F450D22871E}" type="presParOf" srcId="{E9B90FA4-EAB9-45D5-990A-C23F7E0486E1}" destId="{974B184A-8E54-46E0-887B-F29ABC8A29C2}" srcOrd="5" destOrd="0" presId="urn:microsoft.com/office/officeart/2005/8/layout/hProcess9"/>
    <dgm:cxn modelId="{2D304719-9685-446E-9828-E759D7C38D86}" type="presParOf" srcId="{E9B90FA4-EAB9-45D5-990A-C23F7E0486E1}" destId="{C29D3575-F59F-42F7-BFD1-7C247985AEFC}" srcOrd="6" destOrd="0" presId="urn:microsoft.com/office/officeart/2005/8/layout/hProcess9"/>
    <dgm:cxn modelId="{4D8DD5F0-4D1D-4B81-A85A-3F7C202179C4}" type="presParOf" srcId="{E9B90FA4-EAB9-45D5-990A-C23F7E0486E1}" destId="{397017BD-7FBE-4DCF-A154-814A2C352B5F}" srcOrd="7" destOrd="0" presId="urn:microsoft.com/office/officeart/2005/8/layout/hProcess9"/>
    <dgm:cxn modelId="{EF9B5A4E-1C87-4A02-9C57-2C4BCCA5C889}" type="presParOf" srcId="{E9B90FA4-EAB9-45D5-990A-C23F7E0486E1}" destId="{59B4525B-7327-4F09-A2B6-D84D0896C8A1}" srcOrd="8"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480298" y="0"/>
          <a:ext cx="5443378" cy="182879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2501" y="548639"/>
          <a:ext cx="1215754"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Notifications</a:t>
          </a:r>
        </a:p>
      </dsp:txBody>
      <dsp:txXfrm>
        <a:off x="38211" y="584349"/>
        <a:ext cx="1144334" cy="660099"/>
      </dsp:txXfrm>
    </dsp:sp>
    <dsp:sp modelId="{D5FD1BFE-E7A3-4EB8-B8F0-232D031387E3}">
      <dsp:nvSpPr>
        <dsp:cNvPr id="0" name=""/>
        <dsp:cNvSpPr/>
      </dsp:nvSpPr>
      <dsp:spPr>
        <a:xfrm>
          <a:off x="1298305" y="548639"/>
          <a:ext cx="1215754"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Create Work Order</a:t>
          </a:r>
        </a:p>
      </dsp:txBody>
      <dsp:txXfrm>
        <a:off x="1334015" y="584349"/>
        <a:ext cx="1144334" cy="660099"/>
      </dsp:txXfrm>
    </dsp:sp>
    <dsp:sp modelId="{741E6F06-B35B-4E29-B1E7-86C3A9A2C564}">
      <dsp:nvSpPr>
        <dsp:cNvPr id="0" name=""/>
        <dsp:cNvSpPr/>
      </dsp:nvSpPr>
      <dsp:spPr>
        <a:xfrm>
          <a:off x="2594110" y="548639"/>
          <a:ext cx="1215754"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Plan &amp; Schedule Work Order</a:t>
          </a:r>
        </a:p>
      </dsp:txBody>
      <dsp:txXfrm>
        <a:off x="2629820" y="584349"/>
        <a:ext cx="1144334" cy="660099"/>
      </dsp:txXfrm>
    </dsp:sp>
    <dsp:sp modelId="{C29D3575-F59F-42F7-BFD1-7C247985AEFC}">
      <dsp:nvSpPr>
        <dsp:cNvPr id="0" name=""/>
        <dsp:cNvSpPr/>
      </dsp:nvSpPr>
      <dsp:spPr>
        <a:xfrm>
          <a:off x="3889914" y="548639"/>
          <a:ext cx="1215754"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Execute Work Order</a:t>
          </a:r>
        </a:p>
      </dsp:txBody>
      <dsp:txXfrm>
        <a:off x="3925624" y="584349"/>
        <a:ext cx="1144334" cy="660099"/>
      </dsp:txXfrm>
    </dsp:sp>
    <dsp:sp modelId="{59B4525B-7327-4F09-A2B6-D84D0896C8A1}">
      <dsp:nvSpPr>
        <dsp:cNvPr id="0" name=""/>
        <dsp:cNvSpPr/>
      </dsp:nvSpPr>
      <dsp:spPr>
        <a:xfrm>
          <a:off x="5185718" y="548639"/>
          <a:ext cx="1215754" cy="7315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Settle and Close Work Order</a:t>
          </a:r>
        </a:p>
      </dsp:txBody>
      <dsp:txXfrm>
        <a:off x="5221428" y="584349"/>
        <a:ext cx="1144334" cy="6600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B29CD-5889-4E4E-AF7E-6EF0D8A04AC0}">
      <dsp:nvSpPr>
        <dsp:cNvPr id="0" name=""/>
        <dsp:cNvSpPr/>
      </dsp:nvSpPr>
      <dsp:spPr>
        <a:xfrm>
          <a:off x="0" y="203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dirty="0"/>
            <a:t>Corrective Maintenance</a:t>
          </a:r>
        </a:p>
      </dsp:txBody>
      <dsp:txXfrm>
        <a:off x="0" y="2033"/>
        <a:ext cx="990600" cy="978296"/>
      </dsp:txXfrm>
    </dsp:sp>
    <dsp:sp modelId="{20445616-F93C-439F-A74C-F0A27423DA0A}">
      <dsp:nvSpPr>
        <dsp:cNvPr id="0" name=""/>
        <dsp:cNvSpPr/>
      </dsp:nvSpPr>
      <dsp:spPr>
        <a:xfrm>
          <a:off x="0" y="1029245"/>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dirty="0"/>
            <a:t>Unplanned Corrective  Maintenance</a:t>
          </a:r>
        </a:p>
      </dsp:txBody>
      <dsp:txXfrm>
        <a:off x="0" y="1029245"/>
        <a:ext cx="990600" cy="978296"/>
      </dsp:txXfrm>
    </dsp:sp>
    <dsp:sp modelId="{1FF5541A-B501-4867-B68D-28C32734D539}">
      <dsp:nvSpPr>
        <dsp:cNvPr id="0" name=""/>
        <dsp:cNvSpPr/>
      </dsp:nvSpPr>
      <dsp:spPr>
        <a:xfrm>
          <a:off x="0" y="2056457"/>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dirty="0"/>
            <a:t>Emergency Maintenance</a:t>
          </a:r>
        </a:p>
      </dsp:txBody>
      <dsp:txXfrm>
        <a:off x="0" y="2056457"/>
        <a:ext cx="990600" cy="978296"/>
      </dsp:txXfrm>
    </dsp:sp>
    <dsp:sp modelId="{335D082B-89ED-4B9D-BE7B-6387901828C3}">
      <dsp:nvSpPr>
        <dsp:cNvPr id="0" name=""/>
        <dsp:cNvSpPr/>
      </dsp:nvSpPr>
      <dsp:spPr>
        <a:xfrm>
          <a:off x="0" y="3085703"/>
          <a:ext cx="990600" cy="9782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dirty="0"/>
            <a:t>Preventative Maintenance (Automatic WO Creation)</a:t>
          </a:r>
        </a:p>
      </dsp:txBody>
      <dsp:txXfrm>
        <a:off x="0" y="3085703"/>
        <a:ext cx="990600" cy="9782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159231" y="0"/>
          <a:ext cx="1804627" cy="69494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932" y="208482"/>
          <a:ext cx="407927" cy="277977"/>
        </a:xfrm>
        <a:prstGeom prst="round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Notifications</a:t>
          </a:r>
        </a:p>
      </dsp:txBody>
      <dsp:txXfrm>
        <a:off x="14502" y="222052"/>
        <a:ext cx="380787" cy="250837"/>
      </dsp:txXfrm>
    </dsp:sp>
    <dsp:sp modelId="{D5FD1BFE-E7A3-4EB8-B8F0-232D031387E3}">
      <dsp:nvSpPr>
        <dsp:cNvPr id="0" name=""/>
        <dsp:cNvSpPr/>
      </dsp:nvSpPr>
      <dsp:spPr>
        <a:xfrm>
          <a:off x="429257"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Create Work Order</a:t>
          </a:r>
        </a:p>
      </dsp:txBody>
      <dsp:txXfrm>
        <a:off x="442827" y="222052"/>
        <a:ext cx="380787" cy="250837"/>
      </dsp:txXfrm>
    </dsp:sp>
    <dsp:sp modelId="{741E6F06-B35B-4E29-B1E7-86C3A9A2C564}">
      <dsp:nvSpPr>
        <dsp:cNvPr id="0" name=""/>
        <dsp:cNvSpPr/>
      </dsp:nvSpPr>
      <dsp:spPr>
        <a:xfrm>
          <a:off x="857581"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Plan &amp; Schedule Work Order</a:t>
          </a:r>
        </a:p>
      </dsp:txBody>
      <dsp:txXfrm>
        <a:off x="871151" y="222052"/>
        <a:ext cx="380787" cy="250837"/>
      </dsp:txXfrm>
    </dsp:sp>
    <dsp:sp modelId="{C29D3575-F59F-42F7-BFD1-7C247985AEFC}">
      <dsp:nvSpPr>
        <dsp:cNvPr id="0" name=""/>
        <dsp:cNvSpPr/>
      </dsp:nvSpPr>
      <dsp:spPr>
        <a:xfrm>
          <a:off x="1285905"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Execute Work Order</a:t>
          </a:r>
        </a:p>
      </dsp:txBody>
      <dsp:txXfrm>
        <a:off x="1299475" y="222052"/>
        <a:ext cx="380787" cy="250837"/>
      </dsp:txXfrm>
    </dsp:sp>
    <dsp:sp modelId="{59B4525B-7327-4F09-A2B6-D84D0896C8A1}">
      <dsp:nvSpPr>
        <dsp:cNvPr id="0" name=""/>
        <dsp:cNvSpPr/>
      </dsp:nvSpPr>
      <dsp:spPr>
        <a:xfrm>
          <a:off x="1714230"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Settle and Close Work Order</a:t>
          </a:r>
        </a:p>
      </dsp:txBody>
      <dsp:txXfrm>
        <a:off x="1727800" y="222052"/>
        <a:ext cx="380787" cy="2508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159231" y="0"/>
          <a:ext cx="1804627" cy="69494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932" y="208482"/>
          <a:ext cx="407927" cy="277977"/>
        </a:xfrm>
        <a:prstGeom prst="round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Notifications</a:t>
          </a:r>
        </a:p>
      </dsp:txBody>
      <dsp:txXfrm>
        <a:off x="14502" y="222052"/>
        <a:ext cx="380787" cy="250837"/>
      </dsp:txXfrm>
    </dsp:sp>
    <dsp:sp modelId="{D5FD1BFE-E7A3-4EB8-B8F0-232D031387E3}">
      <dsp:nvSpPr>
        <dsp:cNvPr id="0" name=""/>
        <dsp:cNvSpPr/>
      </dsp:nvSpPr>
      <dsp:spPr>
        <a:xfrm>
          <a:off x="429257"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Create Work Order</a:t>
          </a:r>
        </a:p>
      </dsp:txBody>
      <dsp:txXfrm>
        <a:off x="442827" y="222052"/>
        <a:ext cx="380787" cy="250837"/>
      </dsp:txXfrm>
    </dsp:sp>
    <dsp:sp modelId="{741E6F06-B35B-4E29-B1E7-86C3A9A2C564}">
      <dsp:nvSpPr>
        <dsp:cNvPr id="0" name=""/>
        <dsp:cNvSpPr/>
      </dsp:nvSpPr>
      <dsp:spPr>
        <a:xfrm>
          <a:off x="857581"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Plan &amp; Schedule Work Order</a:t>
          </a:r>
        </a:p>
      </dsp:txBody>
      <dsp:txXfrm>
        <a:off x="871151" y="222052"/>
        <a:ext cx="380787" cy="250837"/>
      </dsp:txXfrm>
    </dsp:sp>
    <dsp:sp modelId="{C29D3575-F59F-42F7-BFD1-7C247985AEFC}">
      <dsp:nvSpPr>
        <dsp:cNvPr id="0" name=""/>
        <dsp:cNvSpPr/>
      </dsp:nvSpPr>
      <dsp:spPr>
        <a:xfrm>
          <a:off x="1285905"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Execute Work Order</a:t>
          </a:r>
        </a:p>
      </dsp:txBody>
      <dsp:txXfrm>
        <a:off x="1299475" y="222052"/>
        <a:ext cx="380787" cy="250837"/>
      </dsp:txXfrm>
    </dsp:sp>
    <dsp:sp modelId="{59B4525B-7327-4F09-A2B6-D84D0896C8A1}">
      <dsp:nvSpPr>
        <dsp:cNvPr id="0" name=""/>
        <dsp:cNvSpPr/>
      </dsp:nvSpPr>
      <dsp:spPr>
        <a:xfrm>
          <a:off x="1714230"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Settle and Close Work Order</a:t>
          </a:r>
        </a:p>
      </dsp:txBody>
      <dsp:txXfrm>
        <a:off x="1727800" y="222052"/>
        <a:ext cx="380787" cy="2508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159231" y="0"/>
          <a:ext cx="1804627" cy="69494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1062" y="208482"/>
          <a:ext cx="511076" cy="277977"/>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Notifications</a:t>
          </a:r>
        </a:p>
      </dsp:txBody>
      <dsp:txXfrm>
        <a:off x="14632" y="222052"/>
        <a:ext cx="483936" cy="250837"/>
      </dsp:txXfrm>
    </dsp:sp>
    <dsp:sp modelId="{D5FD1BFE-E7A3-4EB8-B8F0-232D031387E3}">
      <dsp:nvSpPr>
        <dsp:cNvPr id="0" name=""/>
        <dsp:cNvSpPr/>
      </dsp:nvSpPr>
      <dsp:spPr>
        <a:xfrm>
          <a:off x="537692" y="208482"/>
          <a:ext cx="511076" cy="277977"/>
        </a:xfrm>
        <a:prstGeom prst="round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Create Work Order</a:t>
          </a:r>
        </a:p>
      </dsp:txBody>
      <dsp:txXfrm>
        <a:off x="551262" y="222052"/>
        <a:ext cx="483936" cy="250837"/>
      </dsp:txXfrm>
    </dsp:sp>
    <dsp:sp modelId="{741E6F06-B35B-4E29-B1E7-86C3A9A2C564}">
      <dsp:nvSpPr>
        <dsp:cNvPr id="0" name=""/>
        <dsp:cNvSpPr/>
      </dsp:nvSpPr>
      <dsp:spPr>
        <a:xfrm>
          <a:off x="1074322" y="208482"/>
          <a:ext cx="511076"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Plan &amp; Schedule Work Order</a:t>
          </a:r>
        </a:p>
      </dsp:txBody>
      <dsp:txXfrm>
        <a:off x="1087892" y="222052"/>
        <a:ext cx="483936" cy="250837"/>
      </dsp:txXfrm>
    </dsp:sp>
    <dsp:sp modelId="{59B4525B-7327-4F09-A2B6-D84D0896C8A1}">
      <dsp:nvSpPr>
        <dsp:cNvPr id="0" name=""/>
        <dsp:cNvSpPr/>
      </dsp:nvSpPr>
      <dsp:spPr>
        <a:xfrm>
          <a:off x="1610952" y="208482"/>
          <a:ext cx="511076"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Settle and Close Work Order</a:t>
          </a:r>
        </a:p>
      </dsp:txBody>
      <dsp:txXfrm>
        <a:off x="1624522" y="222052"/>
        <a:ext cx="483936" cy="25083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159231" y="0"/>
          <a:ext cx="1804627" cy="69494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932" y="208482"/>
          <a:ext cx="407927" cy="277977"/>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Notifications</a:t>
          </a:r>
        </a:p>
      </dsp:txBody>
      <dsp:txXfrm>
        <a:off x="14502" y="222052"/>
        <a:ext cx="380787" cy="250837"/>
      </dsp:txXfrm>
    </dsp:sp>
    <dsp:sp modelId="{D5FD1BFE-E7A3-4EB8-B8F0-232D031387E3}">
      <dsp:nvSpPr>
        <dsp:cNvPr id="0" name=""/>
        <dsp:cNvSpPr/>
      </dsp:nvSpPr>
      <dsp:spPr>
        <a:xfrm>
          <a:off x="429257"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Create Work Order</a:t>
          </a:r>
        </a:p>
      </dsp:txBody>
      <dsp:txXfrm>
        <a:off x="442827" y="222052"/>
        <a:ext cx="380787" cy="250837"/>
      </dsp:txXfrm>
    </dsp:sp>
    <dsp:sp modelId="{741E6F06-B35B-4E29-B1E7-86C3A9A2C564}">
      <dsp:nvSpPr>
        <dsp:cNvPr id="0" name=""/>
        <dsp:cNvSpPr/>
      </dsp:nvSpPr>
      <dsp:spPr>
        <a:xfrm>
          <a:off x="857581" y="208482"/>
          <a:ext cx="407927" cy="277977"/>
        </a:xfrm>
        <a:prstGeom prst="round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Plan &amp; Schedule Work Order</a:t>
          </a:r>
        </a:p>
      </dsp:txBody>
      <dsp:txXfrm>
        <a:off x="871151" y="222052"/>
        <a:ext cx="380787" cy="250837"/>
      </dsp:txXfrm>
    </dsp:sp>
    <dsp:sp modelId="{C29D3575-F59F-42F7-BFD1-7C247985AEFC}">
      <dsp:nvSpPr>
        <dsp:cNvPr id="0" name=""/>
        <dsp:cNvSpPr/>
      </dsp:nvSpPr>
      <dsp:spPr>
        <a:xfrm>
          <a:off x="1285905"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Execute Work Order</a:t>
          </a:r>
        </a:p>
      </dsp:txBody>
      <dsp:txXfrm>
        <a:off x="1299475" y="222052"/>
        <a:ext cx="380787" cy="250837"/>
      </dsp:txXfrm>
    </dsp:sp>
    <dsp:sp modelId="{59B4525B-7327-4F09-A2B6-D84D0896C8A1}">
      <dsp:nvSpPr>
        <dsp:cNvPr id="0" name=""/>
        <dsp:cNvSpPr/>
      </dsp:nvSpPr>
      <dsp:spPr>
        <a:xfrm>
          <a:off x="1714230"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Settle and Close Work Order</a:t>
          </a:r>
        </a:p>
      </dsp:txBody>
      <dsp:txXfrm>
        <a:off x="1727800" y="222052"/>
        <a:ext cx="380787" cy="25083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159231" y="0"/>
          <a:ext cx="1804627" cy="69494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932" y="208482"/>
          <a:ext cx="407927" cy="277977"/>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Notifications</a:t>
          </a:r>
        </a:p>
      </dsp:txBody>
      <dsp:txXfrm>
        <a:off x="14502" y="222052"/>
        <a:ext cx="380787" cy="250837"/>
      </dsp:txXfrm>
    </dsp:sp>
    <dsp:sp modelId="{D5FD1BFE-E7A3-4EB8-B8F0-232D031387E3}">
      <dsp:nvSpPr>
        <dsp:cNvPr id="0" name=""/>
        <dsp:cNvSpPr/>
      </dsp:nvSpPr>
      <dsp:spPr>
        <a:xfrm>
          <a:off x="429257"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Create Work Order</a:t>
          </a:r>
        </a:p>
      </dsp:txBody>
      <dsp:txXfrm>
        <a:off x="442827" y="222052"/>
        <a:ext cx="380787" cy="250837"/>
      </dsp:txXfrm>
    </dsp:sp>
    <dsp:sp modelId="{741E6F06-B35B-4E29-B1E7-86C3A9A2C564}">
      <dsp:nvSpPr>
        <dsp:cNvPr id="0" name=""/>
        <dsp:cNvSpPr/>
      </dsp:nvSpPr>
      <dsp:spPr>
        <a:xfrm>
          <a:off x="857581" y="208482"/>
          <a:ext cx="407927" cy="277977"/>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Plan &amp; Schedule Work Order</a:t>
          </a:r>
        </a:p>
      </dsp:txBody>
      <dsp:txXfrm>
        <a:off x="871151" y="222052"/>
        <a:ext cx="380787" cy="250837"/>
      </dsp:txXfrm>
    </dsp:sp>
    <dsp:sp modelId="{C29D3575-F59F-42F7-BFD1-7C247985AEFC}">
      <dsp:nvSpPr>
        <dsp:cNvPr id="0" name=""/>
        <dsp:cNvSpPr/>
      </dsp:nvSpPr>
      <dsp:spPr>
        <a:xfrm>
          <a:off x="1285905" y="208482"/>
          <a:ext cx="407927" cy="277977"/>
        </a:xfrm>
        <a:prstGeom prst="round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Execute Work Order</a:t>
          </a:r>
        </a:p>
      </dsp:txBody>
      <dsp:txXfrm>
        <a:off x="1299475" y="222052"/>
        <a:ext cx="380787" cy="250837"/>
      </dsp:txXfrm>
    </dsp:sp>
    <dsp:sp modelId="{59B4525B-7327-4F09-A2B6-D84D0896C8A1}">
      <dsp:nvSpPr>
        <dsp:cNvPr id="0" name=""/>
        <dsp:cNvSpPr/>
      </dsp:nvSpPr>
      <dsp:spPr>
        <a:xfrm>
          <a:off x="1714230"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Settle and Close Work Order</a:t>
          </a:r>
        </a:p>
      </dsp:txBody>
      <dsp:txXfrm>
        <a:off x="1727800" y="222052"/>
        <a:ext cx="380787" cy="25083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159231" y="0"/>
          <a:ext cx="1804627" cy="69494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932" y="208482"/>
          <a:ext cx="407927" cy="277977"/>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Notifications</a:t>
          </a:r>
        </a:p>
      </dsp:txBody>
      <dsp:txXfrm>
        <a:off x="14502" y="222052"/>
        <a:ext cx="380787" cy="250837"/>
      </dsp:txXfrm>
    </dsp:sp>
    <dsp:sp modelId="{D5FD1BFE-E7A3-4EB8-B8F0-232D031387E3}">
      <dsp:nvSpPr>
        <dsp:cNvPr id="0" name=""/>
        <dsp:cNvSpPr/>
      </dsp:nvSpPr>
      <dsp:spPr>
        <a:xfrm>
          <a:off x="429257"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Create Work Order</a:t>
          </a:r>
        </a:p>
      </dsp:txBody>
      <dsp:txXfrm>
        <a:off x="442827" y="222052"/>
        <a:ext cx="380787" cy="250837"/>
      </dsp:txXfrm>
    </dsp:sp>
    <dsp:sp modelId="{741E6F06-B35B-4E29-B1E7-86C3A9A2C564}">
      <dsp:nvSpPr>
        <dsp:cNvPr id="0" name=""/>
        <dsp:cNvSpPr/>
      </dsp:nvSpPr>
      <dsp:spPr>
        <a:xfrm>
          <a:off x="857581" y="208482"/>
          <a:ext cx="407927" cy="277977"/>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Plan &amp; Schedule Work Order</a:t>
          </a:r>
        </a:p>
      </dsp:txBody>
      <dsp:txXfrm>
        <a:off x="871151" y="222052"/>
        <a:ext cx="380787" cy="250837"/>
      </dsp:txXfrm>
    </dsp:sp>
    <dsp:sp modelId="{C29D3575-F59F-42F7-BFD1-7C247985AEFC}">
      <dsp:nvSpPr>
        <dsp:cNvPr id="0" name=""/>
        <dsp:cNvSpPr/>
      </dsp:nvSpPr>
      <dsp:spPr>
        <a:xfrm>
          <a:off x="1285905"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Execute Work Order</a:t>
          </a:r>
        </a:p>
      </dsp:txBody>
      <dsp:txXfrm>
        <a:off x="1299475" y="222052"/>
        <a:ext cx="380787" cy="250837"/>
      </dsp:txXfrm>
    </dsp:sp>
    <dsp:sp modelId="{59B4525B-7327-4F09-A2B6-D84D0896C8A1}">
      <dsp:nvSpPr>
        <dsp:cNvPr id="0" name=""/>
        <dsp:cNvSpPr/>
      </dsp:nvSpPr>
      <dsp:spPr>
        <a:xfrm>
          <a:off x="1714230" y="208482"/>
          <a:ext cx="407927" cy="277977"/>
        </a:xfrm>
        <a:prstGeom prst="round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Settle and Close Work Order</a:t>
          </a:r>
        </a:p>
      </dsp:txBody>
      <dsp:txXfrm>
        <a:off x="1727800" y="222052"/>
        <a:ext cx="380787" cy="25083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4AED-65E2-43CA-8F15-9071F7B05B1A}">
      <dsp:nvSpPr>
        <dsp:cNvPr id="0" name=""/>
        <dsp:cNvSpPr/>
      </dsp:nvSpPr>
      <dsp:spPr>
        <a:xfrm>
          <a:off x="159231" y="0"/>
          <a:ext cx="1804627" cy="69494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63D1E-A6C3-47E2-9072-ACD344359913}">
      <dsp:nvSpPr>
        <dsp:cNvPr id="0" name=""/>
        <dsp:cNvSpPr/>
      </dsp:nvSpPr>
      <dsp:spPr>
        <a:xfrm>
          <a:off x="932" y="208482"/>
          <a:ext cx="407927" cy="277977"/>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Notifications</a:t>
          </a:r>
        </a:p>
      </dsp:txBody>
      <dsp:txXfrm>
        <a:off x="14502" y="222052"/>
        <a:ext cx="380787" cy="250837"/>
      </dsp:txXfrm>
    </dsp:sp>
    <dsp:sp modelId="{D5FD1BFE-E7A3-4EB8-B8F0-232D031387E3}">
      <dsp:nvSpPr>
        <dsp:cNvPr id="0" name=""/>
        <dsp:cNvSpPr/>
      </dsp:nvSpPr>
      <dsp:spPr>
        <a:xfrm>
          <a:off x="429257"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Create Work Order</a:t>
          </a:r>
        </a:p>
      </dsp:txBody>
      <dsp:txXfrm>
        <a:off x="442827" y="222052"/>
        <a:ext cx="380787" cy="250837"/>
      </dsp:txXfrm>
    </dsp:sp>
    <dsp:sp modelId="{741E6F06-B35B-4E29-B1E7-86C3A9A2C564}">
      <dsp:nvSpPr>
        <dsp:cNvPr id="0" name=""/>
        <dsp:cNvSpPr/>
      </dsp:nvSpPr>
      <dsp:spPr>
        <a:xfrm>
          <a:off x="857581" y="208482"/>
          <a:ext cx="407927" cy="277977"/>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Plan &amp; Schedule Work Order</a:t>
          </a:r>
        </a:p>
      </dsp:txBody>
      <dsp:txXfrm>
        <a:off x="871151" y="222052"/>
        <a:ext cx="380787" cy="250837"/>
      </dsp:txXfrm>
    </dsp:sp>
    <dsp:sp modelId="{C29D3575-F59F-42F7-BFD1-7C247985AEFC}">
      <dsp:nvSpPr>
        <dsp:cNvPr id="0" name=""/>
        <dsp:cNvSpPr/>
      </dsp:nvSpPr>
      <dsp:spPr>
        <a:xfrm>
          <a:off x="1285905" y="208482"/>
          <a:ext cx="407927" cy="2779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Execute Work Order</a:t>
          </a:r>
        </a:p>
      </dsp:txBody>
      <dsp:txXfrm>
        <a:off x="1299475" y="222052"/>
        <a:ext cx="380787" cy="250837"/>
      </dsp:txXfrm>
    </dsp:sp>
    <dsp:sp modelId="{59B4525B-7327-4F09-A2B6-D84D0896C8A1}">
      <dsp:nvSpPr>
        <dsp:cNvPr id="0" name=""/>
        <dsp:cNvSpPr/>
      </dsp:nvSpPr>
      <dsp:spPr>
        <a:xfrm>
          <a:off x="1714230" y="208482"/>
          <a:ext cx="407927" cy="277977"/>
        </a:xfrm>
        <a:prstGeom prst="round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a:t>Settle and Close Work Order</a:t>
          </a:r>
        </a:p>
      </dsp:txBody>
      <dsp:txXfrm>
        <a:off x="1727800" y="222052"/>
        <a:ext cx="380787" cy="25083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C4DE0D0-629F-6E42-B5B4-326CE106ABF8}" type="datetime1">
              <a:rPr lang="en-US" smtClean="0"/>
              <a:pPr/>
              <a:t>12/2/2025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E48B2E-D2AD-AA4F-986B-A81D6F6DC055}" type="slidenum">
              <a:rPr lang="en-US" smtClean="0"/>
              <a:pPr/>
              <a:t>‹#›</a:t>
            </a:fld>
            <a:endParaRPr lang="en-US"/>
          </a:p>
        </p:txBody>
      </p:sp>
    </p:spTree>
    <p:extLst>
      <p:ext uri="{BB962C8B-B14F-4D97-AF65-F5344CB8AC3E}">
        <p14:creationId xmlns:p14="http://schemas.microsoft.com/office/powerpoint/2010/main" val="39492191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11F9C-1F4D-C048-97C6-9DF73CB51992}" type="datetime1">
              <a:rPr lang="en-US" smtClean="0"/>
              <a:pPr/>
              <a:t>12/2/2025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0CB4FC-C076-C648-B344-BEB84229B77E}" type="slidenum">
              <a:rPr lang="en-US" smtClean="0"/>
              <a:pPr/>
              <a:t>‹#›</a:t>
            </a:fld>
            <a:endParaRPr lang="en-US"/>
          </a:p>
        </p:txBody>
      </p:sp>
    </p:spTree>
    <p:extLst>
      <p:ext uri="{BB962C8B-B14F-4D97-AF65-F5344CB8AC3E}">
        <p14:creationId xmlns:p14="http://schemas.microsoft.com/office/powerpoint/2010/main" val="131797478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eaLnBrk="1" hangingPunct="1">
              <a:defRPr/>
            </a:pPr>
            <a:r>
              <a:rPr lang="en-US" dirty="0"/>
              <a:t>SAP is software that integrates and streamlines business processes that span various applications and data sources. Using SAP, you can access and display the data and transactions you use to complete your tasks. </a:t>
            </a:r>
            <a:r>
              <a:rPr lang="en-US" dirty="0">
                <a:latin typeface="Arial" charset="0"/>
              </a:rPr>
              <a:t>This presentation discusses the approach</a:t>
            </a:r>
            <a:r>
              <a:rPr lang="en-US" baseline="0" dirty="0">
                <a:latin typeface="Arial" charset="0"/>
              </a:rPr>
              <a:t> and</a:t>
            </a:r>
            <a:r>
              <a:rPr lang="en-US" dirty="0">
                <a:latin typeface="Arial" charset="0"/>
              </a:rPr>
              <a:t> process for the Planner and how it is incorporated with SAP.</a:t>
            </a:r>
          </a:p>
          <a:p>
            <a:pPr defTabSz="931774" eaLnBrk="1" hangingPunct="1">
              <a:defRPr/>
            </a:pPr>
            <a:endParaRPr lang="en-US" dirty="0"/>
          </a:p>
          <a:p>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2</a:t>
            </a:fld>
            <a:endParaRPr lang="en-US"/>
          </a:p>
        </p:txBody>
      </p:sp>
    </p:spTree>
    <p:extLst>
      <p:ext uri="{BB962C8B-B14F-4D97-AF65-F5344CB8AC3E}">
        <p14:creationId xmlns:p14="http://schemas.microsoft.com/office/powerpoint/2010/main" val="2907223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dirty="0"/>
              <a:t>A Planner receives</a:t>
            </a:r>
            <a:r>
              <a:rPr lang="en-US" baseline="0" dirty="0"/>
              <a:t> a</a:t>
            </a:r>
            <a:r>
              <a:rPr lang="en-US" dirty="0"/>
              <a:t> notification (preventive, corrective, emergency, etc.) to create a work</a:t>
            </a:r>
            <a:r>
              <a:rPr lang="en-US" baseline="0" dirty="0"/>
              <a:t> order</a:t>
            </a:r>
            <a:r>
              <a:rPr lang="en-US" dirty="0"/>
              <a:t>. A planned work order includes pre-defined</a:t>
            </a:r>
            <a:r>
              <a:rPr lang="en-US" baseline="0" dirty="0"/>
              <a:t> work steps, labor cost associated with the work, parts/supplies needed, and any external services that are needed as well. The work order is scheduled by the Planner, which assigns it to the employee tasked to complete the order. After the work is complete, and the employee has entered their time into ESS, a nightly batch settlement is generated to close the work order on the financials side. The Planner will then access the work order and mark it “</a:t>
            </a:r>
            <a:r>
              <a:rPr lang="en-US" b="1" baseline="0" dirty="0"/>
              <a:t>technically complete</a:t>
            </a:r>
            <a:r>
              <a:rPr lang="en-US" baseline="0" dirty="0"/>
              <a:t>”. Each month, the p</a:t>
            </a:r>
            <a:r>
              <a:rPr lang="en-US" sz="1700" dirty="0"/>
              <a:t>lanner generates a report that shows work orders that have been technically complete, but not business closed . The Planner accesses the order again to complete the close of the work order. {</a:t>
            </a:r>
            <a:r>
              <a:rPr lang="en-US" sz="1700" b="1" dirty="0"/>
              <a:t>Complete (Business)</a:t>
            </a:r>
            <a:r>
              <a:rPr lang="en-US" sz="1700" dirty="0"/>
              <a:t>}</a:t>
            </a:r>
          </a:p>
          <a:p>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4</a:t>
            </a:fld>
            <a:endParaRPr lang="en-US" dirty="0"/>
          </a:p>
        </p:txBody>
      </p:sp>
    </p:spTree>
    <p:extLst>
      <p:ext uri="{BB962C8B-B14F-4D97-AF65-F5344CB8AC3E}">
        <p14:creationId xmlns:p14="http://schemas.microsoft.com/office/powerpoint/2010/main" val="2438802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light of a delayed mobile device deployment,</a:t>
            </a:r>
            <a:r>
              <a:rPr lang="en-US" baseline="0" dirty="0"/>
              <a:t> for Go Live, Maintenance Technicians will use a combination of paper and SAP Desktop (ECC system) processes to manage work orders in the interim. </a:t>
            </a:r>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5</a:t>
            </a:fld>
            <a:endParaRPr lang="en-US" dirty="0"/>
          </a:p>
        </p:txBody>
      </p:sp>
    </p:spTree>
    <p:extLst>
      <p:ext uri="{BB962C8B-B14F-4D97-AF65-F5344CB8AC3E}">
        <p14:creationId xmlns:p14="http://schemas.microsoft.com/office/powerpoint/2010/main" val="1424271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light of a delayed mobile device deployment,</a:t>
            </a:r>
            <a:r>
              <a:rPr lang="en-US" baseline="0" dirty="0"/>
              <a:t> for Go Live, Maintenance Technicians will use a combination of paper and SAP Desktop (ECC system) processes to manage work orders in the interim. </a:t>
            </a:r>
            <a:endParaRPr lang="en-US" dirty="0"/>
          </a:p>
        </p:txBody>
      </p:sp>
      <p:sp>
        <p:nvSpPr>
          <p:cNvPr id="4" name="Slide Number Placeholder 3"/>
          <p:cNvSpPr>
            <a:spLocks noGrp="1"/>
          </p:cNvSpPr>
          <p:nvPr>
            <p:ph type="sldNum" sz="quarter" idx="10"/>
          </p:nvPr>
        </p:nvSpPr>
        <p:spPr/>
        <p:txBody>
          <a:bodyPr/>
          <a:lstStyle/>
          <a:p>
            <a:pPr>
              <a:defRPr/>
            </a:pPr>
            <a:fld id="{BA4C2663-F94D-43F9-9FC3-223D95D63248}" type="slidenum">
              <a:rPr lang="en-US" smtClean="0"/>
              <a:pPr>
                <a:defRPr/>
              </a:pPr>
              <a:t>12</a:t>
            </a:fld>
            <a:endParaRPr lang="en-US" dirty="0"/>
          </a:p>
        </p:txBody>
      </p:sp>
    </p:spTree>
    <p:extLst>
      <p:ext uri="{BB962C8B-B14F-4D97-AF65-F5344CB8AC3E}">
        <p14:creationId xmlns:p14="http://schemas.microsoft.com/office/powerpoint/2010/main" val="2252793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 end reports generated are</a:t>
            </a:r>
            <a:r>
              <a:rPr lang="en-US" baseline="0" dirty="0"/>
              <a:t> standard list edit reports. Transaction codes IW32 or IW72</a:t>
            </a:r>
            <a:endParaRPr lang="en-US" dirty="0"/>
          </a:p>
        </p:txBody>
      </p:sp>
      <p:sp>
        <p:nvSpPr>
          <p:cNvPr id="4" name="Slide Number Placeholder 3"/>
          <p:cNvSpPr>
            <a:spLocks noGrp="1"/>
          </p:cNvSpPr>
          <p:nvPr>
            <p:ph type="sldNum" sz="quarter" idx="10"/>
          </p:nvPr>
        </p:nvSpPr>
        <p:spPr/>
        <p:txBody>
          <a:bodyPr/>
          <a:lstStyle/>
          <a:p>
            <a:fld id="{4C0CB4FC-C076-C648-B344-BEB84229B77E}" type="slidenum">
              <a:rPr lang="en-US" smtClean="0"/>
              <a:pPr/>
              <a:t>13</a:t>
            </a:fld>
            <a:endParaRPr lang="en-US"/>
          </a:p>
        </p:txBody>
      </p:sp>
    </p:spTree>
    <p:extLst>
      <p:ext uri="{BB962C8B-B14F-4D97-AF65-F5344CB8AC3E}">
        <p14:creationId xmlns:p14="http://schemas.microsoft.com/office/powerpoint/2010/main" val="2612244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add reports you use most often to your Favorites folder. </a:t>
            </a:r>
          </a:p>
          <a:p>
            <a:endParaRPr lang="en-US" dirty="0"/>
          </a:p>
          <a:p>
            <a:r>
              <a:rPr lang="en-US" dirty="0"/>
              <a:t>Access to</a:t>
            </a:r>
            <a:r>
              <a:rPr lang="en-US" baseline="0" dirty="0"/>
              <a:t> reports is restricted by the role(s) assigned to the user – for example, not everyone has the ability to generate capital project reports. And for those that are able to generate budget reports, your access is limited to just your department. You are not be able to see another department’s budget.</a:t>
            </a:r>
            <a:endParaRPr lang="en-US" dirty="0"/>
          </a:p>
        </p:txBody>
      </p:sp>
      <p:sp>
        <p:nvSpPr>
          <p:cNvPr id="4" name="Slide Number Placeholder 3"/>
          <p:cNvSpPr>
            <a:spLocks noGrp="1"/>
          </p:cNvSpPr>
          <p:nvPr>
            <p:ph type="sldNum" sz="quarter" idx="10"/>
          </p:nvPr>
        </p:nvSpPr>
        <p:spPr/>
        <p:txBody>
          <a:bodyPr/>
          <a:lstStyle/>
          <a:p>
            <a:fld id="{8CAB1E07-34C8-4DE7-8292-5D29B71B4A02}" type="slidenum">
              <a:rPr lang="en-US" smtClean="0"/>
              <a:pPr/>
              <a:t>16</a:t>
            </a:fld>
            <a:endParaRPr lang="en-US"/>
          </a:p>
        </p:txBody>
      </p:sp>
    </p:spTree>
    <p:extLst>
      <p:ext uri="{BB962C8B-B14F-4D97-AF65-F5344CB8AC3E}">
        <p14:creationId xmlns:p14="http://schemas.microsoft.com/office/powerpoint/2010/main" val="1201590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515935"/>
            <a:ext cx="8229600" cy="706183"/>
          </a:xfrm>
          <a:prstGeom prst="rect">
            <a:avLst/>
          </a:prstGeom>
        </p:spPr>
        <p:txBody>
          <a:bodyPr vert="horz"/>
          <a:lstStyle>
            <a:lvl1pPr>
              <a:defRPr sz="3200" b="0">
                <a:solidFill>
                  <a:schemeClr val="tx1">
                    <a:lumMod val="75000"/>
                    <a:lumOff val="25000"/>
                  </a:schemeClr>
                </a:solidFill>
                <a:latin typeface="Franklin Gothic Medium"/>
                <a:cs typeface="Franklin Gothic Medium"/>
              </a:defRPr>
            </a:lvl1pPr>
          </a:lstStyle>
          <a:p>
            <a:r>
              <a:rPr lang="en-US" dirty="0"/>
              <a:t>TITLE GOES HERE</a:t>
            </a:r>
          </a:p>
        </p:txBody>
      </p:sp>
      <p:sp>
        <p:nvSpPr>
          <p:cNvPr id="6" name="Text Placeholder 5"/>
          <p:cNvSpPr>
            <a:spLocks noGrp="1"/>
          </p:cNvSpPr>
          <p:nvPr>
            <p:ph type="body" sz="quarter" idx="10" hasCustomPrompt="1"/>
          </p:nvPr>
        </p:nvSpPr>
        <p:spPr>
          <a:xfrm>
            <a:off x="457200" y="1221403"/>
            <a:ext cx="8229600" cy="668759"/>
          </a:xfrm>
          <a:prstGeom prst="rect">
            <a:avLst/>
          </a:prstGeom>
        </p:spPr>
        <p:txBody>
          <a:bodyPr vert="horz"/>
          <a:lstStyle>
            <a:lvl1pPr marL="0" indent="0" algn="ctr">
              <a:buNone/>
              <a:defRPr sz="2400" b="0" i="0" u="none" baseline="0">
                <a:solidFill>
                  <a:srgbClr val="A3C127"/>
                </a:solidFill>
                <a:latin typeface="Garamond"/>
                <a:cs typeface="Garamond"/>
              </a:defRPr>
            </a:lvl1pPr>
          </a:lstStyle>
          <a:p>
            <a:pPr lvl="0"/>
            <a:r>
              <a:rPr lang="en-US" dirty="0"/>
              <a:t>Subtitle Goes Here</a:t>
            </a:r>
          </a:p>
        </p:txBody>
      </p:sp>
    </p:spTree>
    <p:extLst>
      <p:ext uri="{BB962C8B-B14F-4D97-AF65-F5344CB8AC3E}">
        <p14:creationId xmlns:p14="http://schemas.microsoft.com/office/powerpoint/2010/main" val="2450039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452438" y="474663"/>
            <a:ext cx="5751513" cy="464860"/>
          </a:xfrm>
          <a:prstGeom prst="rect">
            <a:avLst/>
          </a:prstGeom>
        </p:spPr>
        <p:txBody>
          <a:bodyPr vert="horz"/>
          <a:lstStyle>
            <a:lvl1pPr marL="0" indent="0">
              <a:buNone/>
              <a:defRPr sz="2000" b="0">
                <a:latin typeface="Franklin Gothic Medium"/>
                <a:cs typeface="Franklin Gothic Medium"/>
              </a:defRPr>
            </a:lvl1pPr>
          </a:lstStyle>
          <a:p>
            <a:pPr lvl="0"/>
            <a:r>
              <a:rPr lang="en-US" dirty="0"/>
              <a:t>TITLE GOES HERE</a:t>
            </a:r>
          </a:p>
        </p:txBody>
      </p:sp>
      <p:sp>
        <p:nvSpPr>
          <p:cNvPr id="11" name="Text Placeholder 10"/>
          <p:cNvSpPr>
            <a:spLocks noGrp="1"/>
          </p:cNvSpPr>
          <p:nvPr>
            <p:ph type="body" sz="quarter" idx="11" hasCustomPrompt="1"/>
          </p:nvPr>
        </p:nvSpPr>
        <p:spPr>
          <a:xfrm>
            <a:off x="452438" y="1042931"/>
            <a:ext cx="7495653" cy="1941513"/>
          </a:xfrm>
          <a:prstGeom prst="rect">
            <a:avLst/>
          </a:prstGeom>
        </p:spPr>
        <p:txBody>
          <a:bodyPr vert="horz"/>
          <a:lstStyle>
            <a:lvl1pPr marL="0" indent="0">
              <a:buNone/>
              <a:defRPr sz="3200" b="1" baseline="0">
                <a:solidFill>
                  <a:srgbClr val="A3C127"/>
                </a:solidFill>
                <a:latin typeface="Garamond"/>
                <a:cs typeface="Garamond"/>
              </a:defRPr>
            </a:lvl1pPr>
          </a:lstStyle>
          <a:p>
            <a:pPr lvl="0"/>
            <a:r>
              <a:rPr lang="en-US" dirty="0"/>
              <a:t>Section Title Goes Here</a:t>
            </a:r>
          </a:p>
        </p:txBody>
      </p:sp>
    </p:spTree>
    <p:extLst>
      <p:ext uri="{BB962C8B-B14F-4D97-AF65-F5344CB8AC3E}">
        <p14:creationId xmlns:p14="http://schemas.microsoft.com/office/powerpoint/2010/main" val="1906611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9" name="Content Placeholder 2"/>
          <p:cNvSpPr>
            <a:spLocks noGrp="1"/>
          </p:cNvSpPr>
          <p:nvPr>
            <p:ph idx="13" hasCustomPrompt="1"/>
          </p:nvPr>
        </p:nvSpPr>
        <p:spPr>
          <a:xfrm>
            <a:off x="964856" y="1149351"/>
            <a:ext cx="7311130" cy="4890438"/>
          </a:xfrm>
          <a:prstGeom prst="rect">
            <a:avLst/>
          </a:prstGeom>
        </p:spPr>
        <p:txBody>
          <a:bodyPr/>
          <a:lstStyle>
            <a:lvl1pPr marL="635508" marR="0" indent="-342900" algn="l" defTabSz="457200" rtl="0" eaLnBrk="1" fontAlgn="auto" latinLnBrk="0" hangingPunct="1">
              <a:lnSpc>
                <a:spcPct val="100000"/>
              </a:lnSpc>
              <a:spcBef>
                <a:spcPct val="20000"/>
              </a:spcBef>
              <a:spcAft>
                <a:spcPts val="0"/>
              </a:spcAft>
              <a:buClrTx/>
              <a:buSzTx/>
              <a:buFont typeface="+mj-lt"/>
              <a:buAutoNum type="arabicPeriod"/>
              <a:tabLst/>
              <a:defRPr sz="1800" baseline="0">
                <a:solidFill>
                  <a:schemeClr val="tx1"/>
                </a:solidFill>
                <a:latin typeface="Franklin Gothic Book"/>
                <a:cs typeface="Franklin Gothic Book"/>
              </a:defRPr>
            </a:lvl1pPr>
            <a:lvl2pPr marL="457200" indent="0">
              <a:buFont typeface="Arial"/>
              <a:buChar char="•"/>
              <a:defRPr sz="1600">
                <a:latin typeface="Tahoma"/>
                <a:cs typeface="Tahoma"/>
              </a:defRPr>
            </a:lvl2pPr>
            <a:lvl3pPr marL="731520" indent="-256032">
              <a:buFont typeface="Arial"/>
              <a:buChar char="•"/>
              <a:defRPr sz="1600">
                <a:latin typeface="Tahoma"/>
                <a:cs typeface="Tahoma"/>
              </a:defRPr>
            </a:lvl3pPr>
            <a:lvl4pPr marL="1371600" indent="0">
              <a:buNone/>
              <a:defRPr sz="1600">
                <a:latin typeface="Tahoma"/>
                <a:cs typeface="Tahoma"/>
              </a:defRPr>
            </a:lvl4pPr>
            <a:lvl5pPr marL="1828800" indent="0">
              <a:buNone/>
              <a:defRPr sz="1600">
                <a:latin typeface="Tahoma"/>
                <a:cs typeface="Tahoma"/>
              </a:defRPr>
            </a:lvl5pPr>
          </a:lstStyle>
          <a:p>
            <a:pPr lvl="0"/>
            <a:r>
              <a:rPr lang="en-US" dirty="0"/>
              <a:t>Click to edit agenda text 1</a:t>
            </a:r>
          </a:p>
        </p:txBody>
      </p:sp>
      <p:sp>
        <p:nvSpPr>
          <p:cNvPr id="11" name="Text Placeholder 10"/>
          <p:cNvSpPr>
            <a:spLocks noGrp="1"/>
          </p:cNvSpPr>
          <p:nvPr>
            <p:ph type="body" sz="quarter" idx="14" hasCustomPrompt="1"/>
          </p:nvPr>
        </p:nvSpPr>
        <p:spPr>
          <a:xfrm>
            <a:off x="964856" y="351559"/>
            <a:ext cx="6268607" cy="663575"/>
          </a:xfrm>
          <a:prstGeom prst="rect">
            <a:avLst/>
          </a:prstGeom>
        </p:spPr>
        <p:txBody>
          <a:bodyPr vert="horz"/>
          <a:lstStyle>
            <a:lvl1pPr marL="0" indent="0">
              <a:buNone/>
              <a:defRPr sz="3000" b="1">
                <a:latin typeface="Garamond"/>
                <a:cs typeface="Garamond"/>
              </a:defRPr>
            </a:lvl1pPr>
          </a:lstStyle>
          <a:p>
            <a:pPr fontAlgn="auto">
              <a:spcAft>
                <a:spcPts val="0"/>
              </a:spcAft>
              <a:defRPr/>
            </a:pPr>
            <a:r>
              <a:rPr lang="en-US" dirty="0">
                <a:solidFill>
                  <a:srgbClr val="1770B1"/>
                </a:solidFill>
              </a:rPr>
              <a:t>Agenda</a:t>
            </a:r>
          </a:p>
        </p:txBody>
      </p:sp>
    </p:spTree>
    <p:extLst>
      <p:ext uri="{BB962C8B-B14F-4D97-AF65-F5344CB8AC3E}">
        <p14:creationId xmlns:p14="http://schemas.microsoft.com/office/powerpoint/2010/main" val="163508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mp; Text">
    <p:spTree>
      <p:nvGrpSpPr>
        <p:cNvPr id="1" name=""/>
        <p:cNvGrpSpPr/>
        <p:nvPr/>
      </p:nvGrpSpPr>
      <p:grpSpPr>
        <a:xfrm>
          <a:off x="0" y="0"/>
          <a:ext cx="0" cy="0"/>
          <a:chOff x="0" y="0"/>
          <a:chExt cx="0" cy="0"/>
        </a:xfrm>
      </p:grpSpPr>
      <p:sp>
        <p:nvSpPr>
          <p:cNvPr id="3" name="Content Placeholder 2"/>
          <p:cNvSpPr>
            <a:spLocks noGrp="1"/>
          </p:cNvSpPr>
          <p:nvPr>
            <p:ph idx="13"/>
          </p:nvPr>
        </p:nvSpPr>
        <p:spPr>
          <a:xfrm>
            <a:off x="964856" y="1149351"/>
            <a:ext cx="7311130" cy="4890438"/>
          </a:xfrm>
          <a:prstGeom prst="rect">
            <a:avLst/>
          </a:prstGeom>
        </p:spPr>
        <p:txBody>
          <a:bodyPr/>
          <a:lstStyle>
            <a:lvl1pPr marL="0" indent="0">
              <a:buNone/>
              <a:defRPr sz="1800" baseline="0">
                <a:solidFill>
                  <a:schemeClr val="tx1"/>
                </a:solidFill>
                <a:latin typeface="Franklin Gothic Book"/>
                <a:cs typeface="Franklin Gothic Book"/>
              </a:defRPr>
            </a:lvl1pPr>
            <a:lvl2pPr marL="457200" indent="0">
              <a:buNone/>
              <a:defRPr sz="1600">
                <a:latin typeface="Tahoma"/>
                <a:cs typeface="Tahoma"/>
              </a:defRPr>
            </a:lvl2pPr>
            <a:lvl3pPr marL="914400" indent="0">
              <a:buNone/>
              <a:defRPr sz="1600">
                <a:latin typeface="Tahoma"/>
                <a:cs typeface="Tahoma"/>
              </a:defRPr>
            </a:lvl3pPr>
            <a:lvl4pPr marL="1371600" indent="0">
              <a:buNone/>
              <a:defRPr sz="1600">
                <a:latin typeface="Tahoma"/>
                <a:cs typeface="Tahoma"/>
              </a:defRPr>
            </a:lvl4pPr>
            <a:lvl5pPr marL="1828800" indent="0">
              <a:buNone/>
              <a:defRPr sz="1600">
                <a:latin typeface="Tahoma"/>
                <a:cs typeface="Tahoma"/>
              </a:defRPr>
            </a:lvl5pPr>
          </a:lstStyle>
          <a:p>
            <a:pPr lvl="0"/>
            <a:r>
              <a:rPr lang="en-US" dirty="0"/>
              <a:t>Click to edit Master text styles</a:t>
            </a:r>
          </a:p>
        </p:txBody>
      </p:sp>
      <p:sp>
        <p:nvSpPr>
          <p:cNvPr id="4" name="Text Placeholder 10"/>
          <p:cNvSpPr>
            <a:spLocks noGrp="1"/>
          </p:cNvSpPr>
          <p:nvPr>
            <p:ph type="body" sz="quarter" idx="14" hasCustomPrompt="1"/>
          </p:nvPr>
        </p:nvSpPr>
        <p:spPr>
          <a:xfrm>
            <a:off x="964856" y="351559"/>
            <a:ext cx="6268607" cy="663575"/>
          </a:xfrm>
          <a:prstGeom prst="rect">
            <a:avLst/>
          </a:prstGeom>
        </p:spPr>
        <p:txBody>
          <a:bodyPr vert="horz"/>
          <a:lstStyle>
            <a:lvl1pPr marL="0" indent="0">
              <a:buNone/>
              <a:defRPr sz="3000" b="1">
                <a:latin typeface="Garamond"/>
                <a:cs typeface="Garamond"/>
              </a:defRPr>
            </a:lvl1pPr>
          </a:lstStyle>
          <a:p>
            <a:pPr fontAlgn="auto">
              <a:spcAft>
                <a:spcPts val="0"/>
              </a:spcAft>
              <a:defRPr/>
            </a:pPr>
            <a:r>
              <a:rPr lang="en-US" dirty="0">
                <a:solidFill>
                  <a:srgbClr val="1770B1"/>
                </a:solidFill>
              </a:rPr>
              <a:t>Title Goes Here</a:t>
            </a:r>
          </a:p>
        </p:txBody>
      </p:sp>
    </p:spTree>
    <p:extLst>
      <p:ext uri="{BB962C8B-B14F-4D97-AF65-F5344CB8AC3E}">
        <p14:creationId xmlns:p14="http://schemas.microsoft.com/office/powerpoint/2010/main" val="1613808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mp; 2Column">
    <p:spTree>
      <p:nvGrpSpPr>
        <p:cNvPr id="1" name=""/>
        <p:cNvGrpSpPr/>
        <p:nvPr/>
      </p:nvGrpSpPr>
      <p:grpSpPr>
        <a:xfrm>
          <a:off x="0" y="0"/>
          <a:ext cx="0" cy="0"/>
          <a:chOff x="0" y="0"/>
          <a:chExt cx="0" cy="0"/>
        </a:xfrm>
      </p:grpSpPr>
      <p:sp>
        <p:nvSpPr>
          <p:cNvPr id="3" name="Content Placeholder 2"/>
          <p:cNvSpPr>
            <a:spLocks noGrp="1"/>
          </p:cNvSpPr>
          <p:nvPr>
            <p:ph idx="13" hasCustomPrompt="1"/>
          </p:nvPr>
        </p:nvSpPr>
        <p:spPr>
          <a:xfrm>
            <a:off x="964856" y="1149351"/>
            <a:ext cx="3495152" cy="4890438"/>
          </a:xfrm>
          <a:prstGeom prst="rect">
            <a:avLst/>
          </a:prstGeom>
        </p:spPr>
        <p:txBody>
          <a:bodyPr/>
          <a:lstStyle>
            <a:lvl1pPr marL="0" indent="0">
              <a:buNone/>
              <a:defRPr sz="1800" baseline="0">
                <a:solidFill>
                  <a:schemeClr val="tx1"/>
                </a:solidFill>
                <a:latin typeface="Franklin Gothic Book"/>
                <a:cs typeface="Franklin Gothic Book"/>
              </a:defRPr>
            </a:lvl1pPr>
            <a:lvl2pPr marL="457200" indent="0">
              <a:buNone/>
              <a:defRPr sz="1600">
                <a:latin typeface="Tahoma"/>
                <a:cs typeface="Tahoma"/>
              </a:defRPr>
            </a:lvl2pPr>
            <a:lvl3pPr marL="914400" indent="0">
              <a:buNone/>
              <a:defRPr sz="1600">
                <a:latin typeface="Tahoma"/>
                <a:cs typeface="Tahoma"/>
              </a:defRPr>
            </a:lvl3pPr>
            <a:lvl4pPr marL="1371600" indent="0">
              <a:buNone/>
              <a:defRPr sz="1600">
                <a:latin typeface="Tahoma"/>
                <a:cs typeface="Tahoma"/>
              </a:defRPr>
            </a:lvl4pPr>
            <a:lvl5pPr marL="1828800" indent="0">
              <a:buNone/>
              <a:defRPr sz="1600">
                <a:latin typeface="Tahoma"/>
                <a:cs typeface="Tahoma"/>
              </a:defRPr>
            </a:lvl5pPr>
          </a:lstStyle>
          <a:p>
            <a:pPr lvl="0"/>
            <a:r>
              <a:rPr lang="en-US" dirty="0"/>
              <a:t>Two Column Template</a:t>
            </a:r>
          </a:p>
        </p:txBody>
      </p:sp>
      <p:sp>
        <p:nvSpPr>
          <p:cNvPr id="4" name="Text Placeholder 10"/>
          <p:cNvSpPr>
            <a:spLocks noGrp="1"/>
          </p:cNvSpPr>
          <p:nvPr>
            <p:ph type="body" sz="quarter" idx="14" hasCustomPrompt="1"/>
          </p:nvPr>
        </p:nvSpPr>
        <p:spPr>
          <a:xfrm>
            <a:off x="964856" y="351559"/>
            <a:ext cx="6268607" cy="663575"/>
          </a:xfrm>
          <a:prstGeom prst="rect">
            <a:avLst/>
          </a:prstGeom>
        </p:spPr>
        <p:txBody>
          <a:bodyPr vert="horz"/>
          <a:lstStyle>
            <a:lvl1pPr marL="0" indent="0">
              <a:buNone/>
              <a:defRPr sz="3000" b="1">
                <a:latin typeface="Garamond"/>
                <a:cs typeface="Garamond"/>
              </a:defRPr>
            </a:lvl1pPr>
          </a:lstStyle>
          <a:p>
            <a:pPr fontAlgn="auto">
              <a:spcAft>
                <a:spcPts val="0"/>
              </a:spcAft>
              <a:defRPr/>
            </a:pPr>
            <a:r>
              <a:rPr lang="en-US" dirty="0">
                <a:solidFill>
                  <a:srgbClr val="1770B1"/>
                </a:solidFill>
              </a:rPr>
              <a:t>Title Goes Here</a:t>
            </a:r>
          </a:p>
        </p:txBody>
      </p:sp>
      <p:sp>
        <p:nvSpPr>
          <p:cNvPr id="5" name="Content Placeholder 2"/>
          <p:cNvSpPr>
            <a:spLocks noGrp="1"/>
          </p:cNvSpPr>
          <p:nvPr>
            <p:ph idx="15" hasCustomPrompt="1"/>
          </p:nvPr>
        </p:nvSpPr>
        <p:spPr>
          <a:xfrm>
            <a:off x="4799469" y="1149351"/>
            <a:ext cx="3495152" cy="4890438"/>
          </a:xfrm>
          <a:prstGeom prst="rect">
            <a:avLst/>
          </a:prstGeom>
        </p:spPr>
        <p:txBody>
          <a:bodyPr/>
          <a:lstStyle>
            <a:lvl1pPr marL="0" indent="0">
              <a:buNone/>
              <a:defRPr sz="1800" baseline="0">
                <a:solidFill>
                  <a:schemeClr val="tx1"/>
                </a:solidFill>
                <a:latin typeface="Franklin Gothic Book"/>
                <a:cs typeface="Franklin Gothic Book"/>
              </a:defRPr>
            </a:lvl1pPr>
            <a:lvl2pPr marL="457200" indent="0">
              <a:buNone/>
              <a:defRPr sz="1600">
                <a:latin typeface="Tahoma"/>
                <a:cs typeface="Tahoma"/>
              </a:defRPr>
            </a:lvl2pPr>
            <a:lvl3pPr marL="914400" indent="0">
              <a:buNone/>
              <a:defRPr sz="1600">
                <a:latin typeface="Tahoma"/>
                <a:cs typeface="Tahoma"/>
              </a:defRPr>
            </a:lvl3pPr>
            <a:lvl4pPr marL="1371600" indent="0">
              <a:buNone/>
              <a:defRPr sz="1600">
                <a:latin typeface="Tahoma"/>
                <a:cs typeface="Tahoma"/>
              </a:defRPr>
            </a:lvl4pPr>
            <a:lvl5pPr marL="1828800" indent="0">
              <a:buNone/>
              <a:defRPr sz="1600">
                <a:latin typeface="Tahoma"/>
                <a:cs typeface="Tahoma"/>
              </a:defRPr>
            </a:lvl5pPr>
          </a:lstStyle>
          <a:p>
            <a:pPr lvl="0"/>
            <a:r>
              <a:rPr lang="en-US" dirty="0"/>
              <a:t>Two Column Template</a:t>
            </a:r>
          </a:p>
        </p:txBody>
      </p:sp>
    </p:spTree>
    <p:extLst>
      <p:ext uri="{BB962C8B-B14F-4D97-AF65-F5344CB8AC3E}">
        <p14:creationId xmlns:p14="http://schemas.microsoft.com/office/powerpoint/2010/main" val="2847683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01625" y="990600"/>
            <a:ext cx="8540750" cy="5108575"/>
          </a:xfrm>
          <a:prstGeom prst="rect">
            <a:avLst/>
          </a:prstGeom>
        </p:spPr>
        <p:txBody>
          <a:bodyPr/>
          <a:lstStyle>
            <a:lvl1pPr>
              <a:spcBef>
                <a:spcPts val="600"/>
              </a:spcBef>
              <a:spcAft>
                <a:spcPts val="600"/>
              </a:spcAft>
              <a:defRPr/>
            </a:lvl1pPr>
            <a:lvl2pPr>
              <a:spcBef>
                <a:spcPts val="600"/>
              </a:spcBef>
              <a:spcAft>
                <a:spcPts val="600"/>
              </a:spcAft>
              <a:defRPr/>
            </a:lvl2pPr>
            <a:lvl3pPr>
              <a:spcBef>
                <a:spcPts val="600"/>
              </a:spcBef>
              <a:spcAft>
                <a:spcPts val="600"/>
              </a:spcAft>
              <a:defRPr/>
            </a:lvl3pPr>
            <a:lvl4pPr>
              <a:spcBef>
                <a:spcPts val="600"/>
              </a:spcBef>
              <a:spcAft>
                <a:spcPts val="600"/>
              </a:spcAft>
              <a:defRPr/>
            </a:lvl4pPr>
            <a:lvl5pPr>
              <a:spcBef>
                <a:spcPts val="600"/>
              </a:spcBef>
              <a:spcAft>
                <a:spcPts val="6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a:xfrm>
            <a:off x="301625" y="228600"/>
            <a:ext cx="8510588" cy="533400"/>
          </a:xfrm>
          <a:prstGeom prst="rect">
            <a:avLst/>
          </a:prstGeom>
        </p:spPr>
        <p:txBody>
          <a:bodyPr/>
          <a:lstStyle/>
          <a:p>
            <a:r>
              <a:rPr lang="en-US"/>
              <a:t>Click to edit Master title style</a:t>
            </a:r>
          </a:p>
        </p:txBody>
      </p:sp>
      <p:sp>
        <p:nvSpPr>
          <p:cNvPr id="4" name="Slide Number Placeholder 3"/>
          <p:cNvSpPr>
            <a:spLocks noGrp="1"/>
          </p:cNvSpPr>
          <p:nvPr>
            <p:ph type="sldNum" sz="quarter" idx="10"/>
          </p:nvPr>
        </p:nvSpPr>
        <p:spPr>
          <a:xfrm>
            <a:off x="8077200" y="6553200"/>
            <a:ext cx="1066800" cy="304800"/>
          </a:xfrm>
          <a:prstGeom prst="rect">
            <a:avLst/>
          </a:prstGeom>
        </p:spPr>
        <p:txBody>
          <a:bodyPr vert="horz" wrap="square" lIns="91440" tIns="45720" rIns="91440" bIns="45720" numCol="1" anchor="t" anchorCtr="0" compatLnSpc="1">
            <a:prstTxWarp prst="textNoShape">
              <a:avLst/>
            </a:prstTxWarp>
          </a:bodyPr>
          <a:lstStyle>
            <a:lvl1pPr>
              <a:defRPr sz="900">
                <a:latin typeface="Times New Roman" pitchFamily="18" charset="0"/>
                <a:ea typeface="ＭＳ Ｐゴシック" charset="-128"/>
                <a:cs typeface="+mn-cs"/>
              </a:defRPr>
            </a:lvl1pPr>
          </a:lstStyle>
          <a:p>
            <a:pPr>
              <a:defRPr/>
            </a:pPr>
            <a:fld id="{AD6ED24B-3175-432F-B25B-A765C758F42C}" type="slidenum">
              <a:rPr lang="en-US"/>
              <a:pPr>
                <a:defRPr/>
              </a:pPr>
              <a:t>‹#›</a:t>
            </a:fld>
            <a:endParaRPr lang="en-US" dirty="0"/>
          </a:p>
        </p:txBody>
      </p:sp>
    </p:spTree>
    <p:extLst>
      <p:ext uri="{BB962C8B-B14F-4D97-AF65-F5344CB8AC3E}">
        <p14:creationId xmlns:p14="http://schemas.microsoft.com/office/powerpoint/2010/main" val="3008081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Main Body">
    <p:spTree>
      <p:nvGrpSpPr>
        <p:cNvPr id="1" name=""/>
        <p:cNvGrpSpPr/>
        <p:nvPr/>
      </p:nvGrpSpPr>
      <p:grpSpPr>
        <a:xfrm>
          <a:off x="0" y="0"/>
          <a:ext cx="0" cy="0"/>
          <a:chOff x="0" y="0"/>
          <a:chExt cx="0" cy="0"/>
        </a:xfrm>
      </p:grpSpPr>
      <p:sp>
        <p:nvSpPr>
          <p:cNvPr id="2" name="Title 1"/>
          <p:cNvSpPr>
            <a:spLocks noGrp="1"/>
          </p:cNvSpPr>
          <p:nvPr>
            <p:ph type="title"/>
          </p:nvPr>
        </p:nvSpPr>
        <p:spPr>
          <a:xfrm>
            <a:off x="301625" y="228600"/>
            <a:ext cx="8510588" cy="639762"/>
          </a:xfrm>
          <a:prstGeom prst="rect">
            <a:avLst/>
          </a:prstGeom>
        </p:spPr>
        <p:txBody>
          <a:bodyPr/>
          <a:lstStyle>
            <a:lvl1pPr>
              <a:defRPr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301625" y="1143000"/>
            <a:ext cx="8537575" cy="4983163"/>
          </a:xfrm>
          <a:prstGeom prst="rect">
            <a:avLst/>
          </a:prstGeom>
        </p:spPr>
        <p:txBody>
          <a:bodyPr/>
          <a:lstStyle>
            <a:lvl1pPr marL="0" indent="0">
              <a:spcAft>
                <a:spcPts val="300"/>
              </a:spcAft>
              <a:defRPr sz="2000">
                <a:latin typeface="Verdana" pitchFamily="34" charset="0"/>
                <a:ea typeface="Verdana" pitchFamily="34" charset="0"/>
                <a:cs typeface="Verdana" pitchFamily="34" charset="0"/>
              </a:defRPr>
            </a:lvl1pPr>
            <a:lvl2pPr>
              <a:spcAft>
                <a:spcPts val="300"/>
              </a:spcAft>
              <a:defRPr sz="2000">
                <a:latin typeface="Verdana" pitchFamily="34" charset="0"/>
                <a:ea typeface="Verdana" pitchFamily="34" charset="0"/>
                <a:cs typeface="Verdana" pitchFamily="34" charset="0"/>
              </a:defRPr>
            </a:lvl2pPr>
            <a:lvl3pPr>
              <a:spcAft>
                <a:spcPts val="300"/>
              </a:spcAft>
              <a:defRPr sz="1800">
                <a:latin typeface="Verdana" pitchFamily="34" charset="0"/>
                <a:ea typeface="Verdana" pitchFamily="34" charset="0"/>
                <a:cs typeface="Verdana" pitchFamily="34" charset="0"/>
              </a:defRPr>
            </a:lvl3pPr>
            <a:lvl4pPr>
              <a:spcAft>
                <a:spcPts val="300"/>
              </a:spcAft>
              <a:defRPr sz="1800">
                <a:latin typeface="Verdana" pitchFamily="34" charset="0"/>
                <a:ea typeface="Verdana" pitchFamily="34" charset="0"/>
                <a:cs typeface="Verdana" pitchFamily="34" charset="0"/>
              </a:defRPr>
            </a:lvl4pPr>
            <a:lvl5pPr>
              <a:spcAft>
                <a:spcPts val="300"/>
              </a:spcAft>
              <a:defRPr sz="1800">
                <a:latin typeface="Verdana" pitchFamily="34" charset="0"/>
                <a:ea typeface="Verdana" pitchFamily="34" charset="0"/>
                <a:cs typeface="Verdan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3"/>
          <p:cNvSpPr>
            <a:spLocks noGrp="1"/>
          </p:cNvSpPr>
          <p:nvPr>
            <p:ph type="sldNum" sz="quarter" idx="10"/>
          </p:nvPr>
        </p:nvSpPr>
        <p:spPr>
          <a:xfrm>
            <a:off x="304800" y="6248400"/>
            <a:ext cx="2286000" cy="476250"/>
          </a:xfrm>
          <a:prstGeom prst="rect">
            <a:avLst/>
          </a:prstGeom>
        </p:spPr>
        <p:txBody>
          <a:bodyPr/>
          <a:lstStyle/>
          <a:p>
            <a:endParaRPr lang="en-US" dirty="0"/>
          </a:p>
          <a:p>
            <a:fld id="{C0ABF30F-1156-4F41-8469-8F121BB9144A}" type="slidenum">
              <a:rPr lang="en-US" smtClean="0">
                <a:solidFill>
                  <a:schemeClr val="bg2"/>
                </a:solidFill>
              </a:rPr>
              <a:pPr/>
              <a:t>‹#›</a:t>
            </a:fld>
            <a:endParaRPr lang="en-US" dirty="0">
              <a:solidFill>
                <a:schemeClr val="bg2"/>
              </a:solidFill>
            </a:endParaRPr>
          </a:p>
        </p:txBody>
      </p:sp>
    </p:spTree>
    <p:extLst>
      <p:ext uri="{BB962C8B-B14F-4D97-AF65-F5344CB8AC3E}">
        <p14:creationId xmlns:p14="http://schemas.microsoft.com/office/powerpoint/2010/main" val="3432249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a:prstGeom prst="rect">
            <a:avLst/>
          </a:prstGeom>
        </p:spPr>
        <p:txBody>
          <a:bodyPr anchor="t"/>
          <a:lstStyle>
            <a:lvl1pPr algn="l">
              <a:defRPr sz="3200" b="1" cap="all">
                <a:solidFill>
                  <a:schemeClr val="tx2">
                    <a:lumMod val="25000"/>
                  </a:schemeClr>
                </a:solidFill>
              </a:defRPr>
            </a:lvl1pPr>
          </a:lstStyle>
          <a:p>
            <a:r>
              <a:rPr lang="en-US" dirty="0"/>
              <a:t>Module Title</a:t>
            </a:r>
          </a:p>
        </p:txBody>
      </p:sp>
      <p:sp>
        <p:nvSpPr>
          <p:cNvPr id="3" name="Text Placeholder 2"/>
          <p:cNvSpPr>
            <a:spLocks noGrp="1"/>
          </p:cNvSpPr>
          <p:nvPr>
            <p:ph type="body" idx="1" hasCustomPrompt="1"/>
          </p:nvPr>
        </p:nvSpPr>
        <p:spPr>
          <a:xfrm>
            <a:off x="722313" y="2906713"/>
            <a:ext cx="7772400" cy="1500187"/>
          </a:xfrm>
          <a:prstGeom prst="rect">
            <a:avLst/>
          </a:prstGeom>
        </p:spPr>
        <p:txBody>
          <a:bodyPr anchor="b"/>
          <a:lstStyle>
            <a:lvl1pPr marL="0" indent="0">
              <a:buNone/>
              <a:defRPr sz="24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Module #</a:t>
            </a:r>
          </a:p>
        </p:txBody>
      </p:sp>
      <p:cxnSp>
        <p:nvCxnSpPr>
          <p:cNvPr id="6" name="Straight Connector 5"/>
          <p:cNvCxnSpPr/>
          <p:nvPr userDrawn="1"/>
        </p:nvCxnSpPr>
        <p:spPr bwMode="auto">
          <a:xfrm>
            <a:off x="685800" y="4419600"/>
            <a:ext cx="7848600" cy="0"/>
          </a:xfrm>
          <a:prstGeom prst="line">
            <a:avLst/>
          </a:prstGeom>
          <a:solidFill>
            <a:schemeClr val="accent1"/>
          </a:solidFill>
          <a:ln w="28575" cap="flat" cmpd="sng" algn="ctr">
            <a:solidFill>
              <a:srgbClr val="C1D82F"/>
            </a:solidFill>
            <a:prstDash val="solid"/>
            <a:round/>
            <a:headEnd type="none" w="med" len="med"/>
            <a:tailEnd type="none" w="med" len="med"/>
          </a:ln>
          <a:effectLst/>
        </p:spPr>
      </p:cxnSp>
    </p:spTree>
    <p:extLst>
      <p:ext uri="{BB962C8B-B14F-4D97-AF65-F5344CB8AC3E}">
        <p14:creationId xmlns:p14="http://schemas.microsoft.com/office/powerpoint/2010/main" val="3067548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a:xfrm>
            <a:off x="304800" y="6248400"/>
            <a:ext cx="2286000" cy="476250"/>
          </a:xfrm>
          <a:prstGeom prst="rect">
            <a:avLst/>
          </a:prstGeom>
        </p:spPr>
        <p:txBody>
          <a:bodyPr/>
          <a:lstStyle/>
          <a:p>
            <a:endParaRPr lang="en-US" dirty="0"/>
          </a:p>
          <a:p>
            <a:fld id="{C0ABF30F-1156-4F41-8469-8F121BB9144A}" type="slidenum">
              <a:rPr lang="en-US" smtClean="0">
                <a:solidFill>
                  <a:schemeClr val="bg2"/>
                </a:solidFill>
              </a:rPr>
              <a:pPr/>
              <a:t>‹#›</a:t>
            </a:fld>
            <a:endParaRPr lang="en-US" dirty="0">
              <a:solidFill>
                <a:schemeClr val="bg2"/>
              </a:solidFill>
            </a:endParaRPr>
          </a:p>
        </p:txBody>
      </p:sp>
    </p:spTree>
    <p:extLst>
      <p:ext uri="{BB962C8B-B14F-4D97-AF65-F5344CB8AC3E}">
        <p14:creationId xmlns:p14="http://schemas.microsoft.com/office/powerpoint/2010/main" val="671944454"/>
      </p:ext>
    </p:extLst>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9" name="Content Placeholder 2"/>
          <p:cNvSpPr>
            <a:spLocks noGrp="1"/>
          </p:cNvSpPr>
          <p:nvPr>
            <p:ph idx="13" hasCustomPrompt="1"/>
          </p:nvPr>
        </p:nvSpPr>
        <p:spPr>
          <a:xfrm>
            <a:off x="964856" y="1149351"/>
            <a:ext cx="7311130" cy="4890438"/>
          </a:xfrm>
          <a:prstGeom prst="rect">
            <a:avLst/>
          </a:prstGeom>
        </p:spPr>
        <p:txBody>
          <a:bodyPr/>
          <a:lstStyle>
            <a:lvl1pPr marL="635508" marR="0" indent="-342900" algn="l" defTabSz="457200" rtl="0" eaLnBrk="1" fontAlgn="auto" latinLnBrk="0" hangingPunct="1">
              <a:lnSpc>
                <a:spcPct val="100000"/>
              </a:lnSpc>
              <a:spcBef>
                <a:spcPct val="20000"/>
              </a:spcBef>
              <a:spcAft>
                <a:spcPts val="0"/>
              </a:spcAft>
              <a:buClrTx/>
              <a:buSzTx/>
              <a:buFont typeface="+mj-lt"/>
              <a:buAutoNum type="arabicPeriod"/>
              <a:tabLst/>
              <a:defRPr sz="1800" baseline="0">
                <a:solidFill>
                  <a:schemeClr val="tx1"/>
                </a:solidFill>
                <a:latin typeface="Franklin Gothic Book"/>
                <a:cs typeface="Franklin Gothic Book"/>
              </a:defRPr>
            </a:lvl1pPr>
            <a:lvl2pPr marL="457200" indent="0">
              <a:buFont typeface="Arial"/>
              <a:buChar char="•"/>
              <a:defRPr sz="1600">
                <a:latin typeface="Tahoma"/>
                <a:cs typeface="Tahoma"/>
              </a:defRPr>
            </a:lvl2pPr>
            <a:lvl3pPr marL="731520" indent="-256032">
              <a:buFont typeface="Arial"/>
              <a:buChar char="•"/>
              <a:defRPr sz="1600">
                <a:latin typeface="Tahoma"/>
                <a:cs typeface="Tahoma"/>
              </a:defRPr>
            </a:lvl3pPr>
            <a:lvl4pPr marL="1371600" indent="0">
              <a:buNone/>
              <a:defRPr sz="1600">
                <a:latin typeface="Tahoma"/>
                <a:cs typeface="Tahoma"/>
              </a:defRPr>
            </a:lvl4pPr>
            <a:lvl5pPr marL="1828800" indent="0">
              <a:buNone/>
              <a:defRPr sz="1600">
                <a:latin typeface="Tahoma"/>
                <a:cs typeface="Tahoma"/>
              </a:defRPr>
            </a:lvl5pPr>
          </a:lstStyle>
          <a:p>
            <a:pPr lvl="0"/>
            <a:r>
              <a:rPr lang="en-US" dirty="0"/>
              <a:t>Click to edit agenda text 1</a:t>
            </a:r>
          </a:p>
        </p:txBody>
      </p:sp>
      <p:sp>
        <p:nvSpPr>
          <p:cNvPr id="11" name="Text Placeholder 10"/>
          <p:cNvSpPr>
            <a:spLocks noGrp="1"/>
          </p:cNvSpPr>
          <p:nvPr>
            <p:ph type="body" sz="quarter" idx="14" hasCustomPrompt="1"/>
          </p:nvPr>
        </p:nvSpPr>
        <p:spPr>
          <a:xfrm>
            <a:off x="964856" y="351559"/>
            <a:ext cx="6268607" cy="663575"/>
          </a:xfrm>
          <a:prstGeom prst="rect">
            <a:avLst/>
          </a:prstGeom>
        </p:spPr>
        <p:txBody>
          <a:bodyPr vert="horz"/>
          <a:lstStyle>
            <a:lvl1pPr marL="0" indent="0">
              <a:buNone/>
              <a:defRPr sz="3000" b="1">
                <a:latin typeface="Garamond"/>
                <a:cs typeface="Garamond"/>
              </a:defRPr>
            </a:lvl1pPr>
          </a:lstStyle>
          <a:p>
            <a:pPr fontAlgn="auto">
              <a:spcAft>
                <a:spcPts val="0"/>
              </a:spcAft>
              <a:defRPr/>
            </a:pPr>
            <a:r>
              <a:rPr lang="en-US" dirty="0">
                <a:solidFill>
                  <a:srgbClr val="1770B1"/>
                </a:solidFill>
              </a:rPr>
              <a:t>Agenda</a:t>
            </a:r>
          </a:p>
        </p:txBody>
      </p:sp>
    </p:spTree>
    <p:extLst>
      <p:ext uri="{BB962C8B-B14F-4D97-AF65-F5344CB8AC3E}">
        <p14:creationId xmlns:p14="http://schemas.microsoft.com/office/powerpoint/2010/main" val="163508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Text">
    <p:spTree>
      <p:nvGrpSpPr>
        <p:cNvPr id="1" name=""/>
        <p:cNvGrpSpPr/>
        <p:nvPr/>
      </p:nvGrpSpPr>
      <p:grpSpPr>
        <a:xfrm>
          <a:off x="0" y="0"/>
          <a:ext cx="0" cy="0"/>
          <a:chOff x="0" y="0"/>
          <a:chExt cx="0" cy="0"/>
        </a:xfrm>
      </p:grpSpPr>
      <p:sp>
        <p:nvSpPr>
          <p:cNvPr id="3" name="Content Placeholder 2"/>
          <p:cNvSpPr>
            <a:spLocks noGrp="1"/>
          </p:cNvSpPr>
          <p:nvPr>
            <p:ph idx="13"/>
          </p:nvPr>
        </p:nvSpPr>
        <p:spPr>
          <a:xfrm>
            <a:off x="964856" y="1149351"/>
            <a:ext cx="7311130" cy="4890438"/>
          </a:xfrm>
          <a:prstGeom prst="rect">
            <a:avLst/>
          </a:prstGeom>
        </p:spPr>
        <p:txBody>
          <a:bodyPr/>
          <a:lstStyle>
            <a:lvl1pPr marL="0" indent="0">
              <a:buNone/>
              <a:defRPr sz="1800" baseline="0">
                <a:solidFill>
                  <a:schemeClr val="tx1"/>
                </a:solidFill>
                <a:latin typeface="Franklin Gothic Book"/>
                <a:cs typeface="Franklin Gothic Book"/>
              </a:defRPr>
            </a:lvl1pPr>
            <a:lvl2pPr marL="457200" indent="0">
              <a:buNone/>
              <a:defRPr sz="1600">
                <a:latin typeface="Tahoma"/>
                <a:cs typeface="Tahoma"/>
              </a:defRPr>
            </a:lvl2pPr>
            <a:lvl3pPr marL="914400" indent="0">
              <a:buNone/>
              <a:defRPr sz="1600">
                <a:latin typeface="Tahoma"/>
                <a:cs typeface="Tahoma"/>
              </a:defRPr>
            </a:lvl3pPr>
            <a:lvl4pPr marL="1371600" indent="0">
              <a:buNone/>
              <a:defRPr sz="1600">
                <a:latin typeface="Tahoma"/>
                <a:cs typeface="Tahoma"/>
              </a:defRPr>
            </a:lvl4pPr>
            <a:lvl5pPr marL="1828800" indent="0">
              <a:buNone/>
              <a:defRPr sz="1600">
                <a:latin typeface="Tahoma"/>
                <a:cs typeface="Tahoma"/>
              </a:defRPr>
            </a:lvl5pPr>
          </a:lstStyle>
          <a:p>
            <a:pPr lvl="0"/>
            <a:r>
              <a:rPr lang="en-US" dirty="0"/>
              <a:t>Click to edit Master text styles</a:t>
            </a:r>
          </a:p>
        </p:txBody>
      </p:sp>
      <p:sp>
        <p:nvSpPr>
          <p:cNvPr id="4" name="Text Placeholder 10"/>
          <p:cNvSpPr>
            <a:spLocks noGrp="1"/>
          </p:cNvSpPr>
          <p:nvPr>
            <p:ph type="body" sz="quarter" idx="14" hasCustomPrompt="1"/>
          </p:nvPr>
        </p:nvSpPr>
        <p:spPr>
          <a:xfrm>
            <a:off x="964856" y="351559"/>
            <a:ext cx="6268607" cy="663575"/>
          </a:xfrm>
          <a:prstGeom prst="rect">
            <a:avLst/>
          </a:prstGeom>
        </p:spPr>
        <p:txBody>
          <a:bodyPr vert="horz"/>
          <a:lstStyle>
            <a:lvl1pPr marL="0" indent="0">
              <a:buNone/>
              <a:defRPr sz="3000" b="1">
                <a:latin typeface="Garamond"/>
                <a:cs typeface="Garamond"/>
              </a:defRPr>
            </a:lvl1pPr>
          </a:lstStyle>
          <a:p>
            <a:pPr fontAlgn="auto">
              <a:spcAft>
                <a:spcPts val="0"/>
              </a:spcAft>
              <a:defRPr/>
            </a:pPr>
            <a:r>
              <a:rPr lang="en-US" dirty="0">
                <a:solidFill>
                  <a:srgbClr val="1770B1"/>
                </a:solidFill>
              </a:rPr>
              <a:t>Title Goes Here</a:t>
            </a:r>
          </a:p>
        </p:txBody>
      </p:sp>
    </p:spTree>
    <p:extLst>
      <p:ext uri="{BB962C8B-B14F-4D97-AF65-F5344CB8AC3E}">
        <p14:creationId xmlns:p14="http://schemas.microsoft.com/office/powerpoint/2010/main" val="1613808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2Column">
    <p:spTree>
      <p:nvGrpSpPr>
        <p:cNvPr id="1" name=""/>
        <p:cNvGrpSpPr/>
        <p:nvPr/>
      </p:nvGrpSpPr>
      <p:grpSpPr>
        <a:xfrm>
          <a:off x="0" y="0"/>
          <a:ext cx="0" cy="0"/>
          <a:chOff x="0" y="0"/>
          <a:chExt cx="0" cy="0"/>
        </a:xfrm>
      </p:grpSpPr>
      <p:sp>
        <p:nvSpPr>
          <p:cNvPr id="3" name="Content Placeholder 2"/>
          <p:cNvSpPr>
            <a:spLocks noGrp="1"/>
          </p:cNvSpPr>
          <p:nvPr>
            <p:ph idx="13" hasCustomPrompt="1"/>
          </p:nvPr>
        </p:nvSpPr>
        <p:spPr>
          <a:xfrm>
            <a:off x="964856" y="1149351"/>
            <a:ext cx="3495152" cy="4890438"/>
          </a:xfrm>
          <a:prstGeom prst="rect">
            <a:avLst/>
          </a:prstGeom>
        </p:spPr>
        <p:txBody>
          <a:bodyPr/>
          <a:lstStyle>
            <a:lvl1pPr marL="0" indent="0">
              <a:buNone/>
              <a:defRPr sz="1800" baseline="0">
                <a:solidFill>
                  <a:schemeClr val="tx1"/>
                </a:solidFill>
                <a:latin typeface="Franklin Gothic Book"/>
                <a:cs typeface="Franklin Gothic Book"/>
              </a:defRPr>
            </a:lvl1pPr>
            <a:lvl2pPr marL="457200" indent="0">
              <a:buNone/>
              <a:defRPr sz="1600">
                <a:latin typeface="Tahoma"/>
                <a:cs typeface="Tahoma"/>
              </a:defRPr>
            </a:lvl2pPr>
            <a:lvl3pPr marL="914400" indent="0">
              <a:buNone/>
              <a:defRPr sz="1600">
                <a:latin typeface="Tahoma"/>
                <a:cs typeface="Tahoma"/>
              </a:defRPr>
            </a:lvl3pPr>
            <a:lvl4pPr marL="1371600" indent="0">
              <a:buNone/>
              <a:defRPr sz="1600">
                <a:latin typeface="Tahoma"/>
                <a:cs typeface="Tahoma"/>
              </a:defRPr>
            </a:lvl4pPr>
            <a:lvl5pPr marL="1828800" indent="0">
              <a:buNone/>
              <a:defRPr sz="1600">
                <a:latin typeface="Tahoma"/>
                <a:cs typeface="Tahoma"/>
              </a:defRPr>
            </a:lvl5pPr>
          </a:lstStyle>
          <a:p>
            <a:pPr lvl="0"/>
            <a:r>
              <a:rPr lang="en-US" dirty="0"/>
              <a:t>Two Column Template</a:t>
            </a:r>
          </a:p>
        </p:txBody>
      </p:sp>
      <p:sp>
        <p:nvSpPr>
          <p:cNvPr id="4" name="Text Placeholder 10"/>
          <p:cNvSpPr>
            <a:spLocks noGrp="1"/>
          </p:cNvSpPr>
          <p:nvPr>
            <p:ph type="body" sz="quarter" idx="14" hasCustomPrompt="1"/>
          </p:nvPr>
        </p:nvSpPr>
        <p:spPr>
          <a:xfrm>
            <a:off x="964856" y="351559"/>
            <a:ext cx="6268607" cy="663575"/>
          </a:xfrm>
          <a:prstGeom prst="rect">
            <a:avLst/>
          </a:prstGeom>
        </p:spPr>
        <p:txBody>
          <a:bodyPr vert="horz"/>
          <a:lstStyle>
            <a:lvl1pPr marL="0" indent="0">
              <a:buNone/>
              <a:defRPr sz="3000" b="1">
                <a:latin typeface="Garamond"/>
                <a:cs typeface="Garamond"/>
              </a:defRPr>
            </a:lvl1pPr>
          </a:lstStyle>
          <a:p>
            <a:pPr fontAlgn="auto">
              <a:spcAft>
                <a:spcPts val="0"/>
              </a:spcAft>
              <a:defRPr/>
            </a:pPr>
            <a:r>
              <a:rPr lang="en-US" dirty="0">
                <a:solidFill>
                  <a:srgbClr val="1770B1"/>
                </a:solidFill>
              </a:rPr>
              <a:t>Title Goes Here</a:t>
            </a:r>
          </a:p>
        </p:txBody>
      </p:sp>
      <p:sp>
        <p:nvSpPr>
          <p:cNvPr id="5" name="Content Placeholder 2"/>
          <p:cNvSpPr>
            <a:spLocks noGrp="1"/>
          </p:cNvSpPr>
          <p:nvPr>
            <p:ph idx="15" hasCustomPrompt="1"/>
          </p:nvPr>
        </p:nvSpPr>
        <p:spPr>
          <a:xfrm>
            <a:off x="4799469" y="1149351"/>
            <a:ext cx="3495152" cy="4890438"/>
          </a:xfrm>
          <a:prstGeom prst="rect">
            <a:avLst/>
          </a:prstGeom>
        </p:spPr>
        <p:txBody>
          <a:bodyPr/>
          <a:lstStyle>
            <a:lvl1pPr marL="0" indent="0">
              <a:buNone/>
              <a:defRPr sz="1800" baseline="0">
                <a:solidFill>
                  <a:schemeClr val="tx1"/>
                </a:solidFill>
                <a:latin typeface="Franklin Gothic Book"/>
                <a:cs typeface="Franklin Gothic Book"/>
              </a:defRPr>
            </a:lvl1pPr>
            <a:lvl2pPr marL="457200" indent="0">
              <a:buNone/>
              <a:defRPr sz="1600">
                <a:latin typeface="Tahoma"/>
                <a:cs typeface="Tahoma"/>
              </a:defRPr>
            </a:lvl2pPr>
            <a:lvl3pPr marL="914400" indent="0">
              <a:buNone/>
              <a:defRPr sz="1600">
                <a:latin typeface="Tahoma"/>
                <a:cs typeface="Tahoma"/>
              </a:defRPr>
            </a:lvl3pPr>
            <a:lvl4pPr marL="1371600" indent="0">
              <a:buNone/>
              <a:defRPr sz="1600">
                <a:latin typeface="Tahoma"/>
                <a:cs typeface="Tahoma"/>
              </a:defRPr>
            </a:lvl4pPr>
            <a:lvl5pPr marL="1828800" indent="0">
              <a:buNone/>
              <a:defRPr sz="1600">
                <a:latin typeface="Tahoma"/>
                <a:cs typeface="Tahoma"/>
              </a:defRPr>
            </a:lvl5pPr>
          </a:lstStyle>
          <a:p>
            <a:pPr lvl="0"/>
            <a:r>
              <a:rPr lang="en-US" dirty="0"/>
              <a:t>Two Column Template</a:t>
            </a:r>
          </a:p>
        </p:txBody>
      </p:sp>
    </p:spTree>
    <p:extLst>
      <p:ext uri="{BB962C8B-B14F-4D97-AF65-F5344CB8AC3E}">
        <p14:creationId xmlns:p14="http://schemas.microsoft.com/office/powerpoint/2010/main" val="2847683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mp; Text">
    <p:spTree>
      <p:nvGrpSpPr>
        <p:cNvPr id="1" name=""/>
        <p:cNvGrpSpPr/>
        <p:nvPr/>
      </p:nvGrpSpPr>
      <p:grpSpPr>
        <a:xfrm>
          <a:off x="0" y="0"/>
          <a:ext cx="0" cy="0"/>
          <a:chOff x="0" y="0"/>
          <a:chExt cx="0" cy="0"/>
        </a:xfrm>
      </p:grpSpPr>
      <p:sp>
        <p:nvSpPr>
          <p:cNvPr id="8" name="Subtitle 2"/>
          <p:cNvSpPr>
            <a:spLocks noGrp="1"/>
          </p:cNvSpPr>
          <p:nvPr>
            <p:ph type="subTitle" idx="11"/>
          </p:nvPr>
        </p:nvSpPr>
        <p:spPr>
          <a:xfrm>
            <a:off x="964856" y="1258565"/>
            <a:ext cx="6400800" cy="404580"/>
          </a:xfrm>
          <a:prstGeom prst="rect">
            <a:avLst/>
          </a:prstGeom>
        </p:spPr>
        <p:txBody>
          <a:bodyPr/>
          <a:lstStyle>
            <a:lvl1pPr marL="0" indent="0" algn="l">
              <a:buNone/>
              <a:defRPr sz="2200" b="1" i="0" baseline="0">
                <a:solidFill>
                  <a:schemeClr val="tx1"/>
                </a:solidFill>
                <a:latin typeface="Franklin Gothic Medium"/>
                <a:cs typeface="Franklin Gothic Medium"/>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1" name="Content Placeholder 2"/>
          <p:cNvSpPr>
            <a:spLocks noGrp="1"/>
          </p:cNvSpPr>
          <p:nvPr>
            <p:ph idx="13"/>
          </p:nvPr>
        </p:nvSpPr>
        <p:spPr>
          <a:xfrm>
            <a:off x="964856" y="1781873"/>
            <a:ext cx="7311130" cy="4257915"/>
          </a:xfrm>
          <a:prstGeom prst="rect">
            <a:avLst/>
          </a:prstGeom>
        </p:spPr>
        <p:txBody>
          <a:bodyPr/>
          <a:lstStyle>
            <a:lvl1pPr marL="0" indent="0">
              <a:buNone/>
              <a:defRPr sz="1800" baseline="0">
                <a:solidFill>
                  <a:schemeClr val="tx1"/>
                </a:solidFill>
                <a:latin typeface="Franklin Gothic Book"/>
                <a:cs typeface="Franklin Gothic Book"/>
              </a:defRPr>
            </a:lvl1pPr>
            <a:lvl2pPr marL="457200" indent="0">
              <a:buNone/>
              <a:defRPr sz="1600">
                <a:latin typeface="Tahoma"/>
                <a:cs typeface="Tahoma"/>
              </a:defRPr>
            </a:lvl2pPr>
            <a:lvl3pPr marL="914400" indent="0">
              <a:buNone/>
              <a:defRPr sz="1600">
                <a:latin typeface="Tahoma"/>
                <a:cs typeface="Tahoma"/>
              </a:defRPr>
            </a:lvl3pPr>
            <a:lvl4pPr marL="1371600" indent="0">
              <a:buNone/>
              <a:defRPr sz="1600">
                <a:latin typeface="Tahoma"/>
                <a:cs typeface="Tahoma"/>
              </a:defRPr>
            </a:lvl4pPr>
            <a:lvl5pPr marL="1828800" indent="0">
              <a:buNone/>
              <a:defRPr sz="1600">
                <a:latin typeface="Tahoma"/>
                <a:cs typeface="Tahoma"/>
              </a:defRPr>
            </a:lvl5pPr>
          </a:lstStyle>
          <a:p>
            <a:pPr lvl="0"/>
            <a:r>
              <a:rPr lang="en-US" dirty="0"/>
              <a:t>Click to edit Master text styles</a:t>
            </a:r>
          </a:p>
        </p:txBody>
      </p:sp>
      <p:sp>
        <p:nvSpPr>
          <p:cNvPr id="12" name="Text Placeholder 10"/>
          <p:cNvSpPr>
            <a:spLocks noGrp="1"/>
          </p:cNvSpPr>
          <p:nvPr>
            <p:ph type="body" sz="quarter" idx="14" hasCustomPrompt="1"/>
          </p:nvPr>
        </p:nvSpPr>
        <p:spPr>
          <a:xfrm>
            <a:off x="964856" y="351559"/>
            <a:ext cx="6268607" cy="663575"/>
          </a:xfrm>
          <a:prstGeom prst="rect">
            <a:avLst/>
          </a:prstGeom>
        </p:spPr>
        <p:txBody>
          <a:bodyPr vert="horz"/>
          <a:lstStyle>
            <a:lvl1pPr marL="0" indent="0">
              <a:buNone/>
              <a:defRPr sz="3000" b="1">
                <a:latin typeface="Garamond"/>
                <a:cs typeface="Garamond"/>
              </a:defRPr>
            </a:lvl1pPr>
          </a:lstStyle>
          <a:p>
            <a:pPr fontAlgn="auto">
              <a:spcAft>
                <a:spcPts val="0"/>
              </a:spcAft>
              <a:defRPr/>
            </a:pPr>
            <a:r>
              <a:rPr lang="en-US" dirty="0">
                <a:solidFill>
                  <a:srgbClr val="1770B1"/>
                </a:solidFill>
              </a:rPr>
              <a:t>Title Goes Here</a:t>
            </a:r>
          </a:p>
        </p:txBody>
      </p:sp>
    </p:spTree>
    <p:extLst>
      <p:ext uri="{BB962C8B-B14F-4D97-AF65-F5344CB8AC3E}">
        <p14:creationId xmlns:p14="http://schemas.microsoft.com/office/powerpoint/2010/main" val="897966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Main Body">
    <p:spTree>
      <p:nvGrpSpPr>
        <p:cNvPr id="1" name=""/>
        <p:cNvGrpSpPr/>
        <p:nvPr/>
      </p:nvGrpSpPr>
      <p:grpSpPr>
        <a:xfrm>
          <a:off x="0" y="0"/>
          <a:ext cx="0" cy="0"/>
          <a:chOff x="0" y="0"/>
          <a:chExt cx="0" cy="0"/>
        </a:xfrm>
      </p:grpSpPr>
      <p:sp>
        <p:nvSpPr>
          <p:cNvPr id="2" name="Title 1"/>
          <p:cNvSpPr>
            <a:spLocks noGrp="1"/>
          </p:cNvSpPr>
          <p:nvPr>
            <p:ph type="title"/>
          </p:nvPr>
        </p:nvSpPr>
        <p:spPr>
          <a:xfrm>
            <a:off x="301625" y="228600"/>
            <a:ext cx="8510588" cy="639762"/>
          </a:xfrm>
          <a:prstGeom prst="rect">
            <a:avLst/>
          </a:prstGeom>
        </p:spPr>
        <p:txBody>
          <a:bodyPr/>
          <a:lstStyle>
            <a:lvl1pPr>
              <a:defRPr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301625" y="1143000"/>
            <a:ext cx="8537575" cy="4983163"/>
          </a:xfrm>
          <a:prstGeom prst="rect">
            <a:avLst/>
          </a:prstGeom>
        </p:spPr>
        <p:txBody>
          <a:bodyPr/>
          <a:lstStyle>
            <a:lvl1pPr marL="0" indent="0">
              <a:spcAft>
                <a:spcPts val="300"/>
              </a:spcAft>
              <a:defRPr sz="2000">
                <a:latin typeface="Verdana" pitchFamily="34" charset="0"/>
                <a:ea typeface="Verdana" pitchFamily="34" charset="0"/>
                <a:cs typeface="Verdana" pitchFamily="34" charset="0"/>
              </a:defRPr>
            </a:lvl1pPr>
            <a:lvl2pPr>
              <a:spcAft>
                <a:spcPts val="300"/>
              </a:spcAft>
              <a:defRPr sz="2000">
                <a:latin typeface="Verdana" pitchFamily="34" charset="0"/>
                <a:ea typeface="Verdana" pitchFamily="34" charset="0"/>
                <a:cs typeface="Verdana" pitchFamily="34" charset="0"/>
              </a:defRPr>
            </a:lvl2pPr>
            <a:lvl3pPr>
              <a:spcAft>
                <a:spcPts val="300"/>
              </a:spcAft>
              <a:defRPr sz="1800">
                <a:latin typeface="Verdana" pitchFamily="34" charset="0"/>
                <a:ea typeface="Verdana" pitchFamily="34" charset="0"/>
                <a:cs typeface="Verdana" pitchFamily="34" charset="0"/>
              </a:defRPr>
            </a:lvl3pPr>
            <a:lvl4pPr>
              <a:spcAft>
                <a:spcPts val="300"/>
              </a:spcAft>
              <a:defRPr sz="1800">
                <a:latin typeface="Verdana" pitchFamily="34" charset="0"/>
                <a:ea typeface="Verdana" pitchFamily="34" charset="0"/>
                <a:cs typeface="Verdana" pitchFamily="34" charset="0"/>
              </a:defRPr>
            </a:lvl4pPr>
            <a:lvl5pPr>
              <a:spcAft>
                <a:spcPts val="300"/>
              </a:spcAft>
              <a:defRPr sz="1800">
                <a:latin typeface="Verdana" pitchFamily="34" charset="0"/>
                <a:ea typeface="Verdana" pitchFamily="34" charset="0"/>
                <a:cs typeface="Verdan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3"/>
          <p:cNvSpPr>
            <a:spLocks noGrp="1"/>
          </p:cNvSpPr>
          <p:nvPr>
            <p:ph type="sldNum" sz="quarter" idx="10"/>
          </p:nvPr>
        </p:nvSpPr>
        <p:spPr>
          <a:xfrm>
            <a:off x="304800" y="6248400"/>
            <a:ext cx="2286000" cy="476250"/>
          </a:xfrm>
          <a:prstGeom prst="rect">
            <a:avLst/>
          </a:prstGeom>
        </p:spPr>
        <p:txBody>
          <a:bodyPr/>
          <a:lstStyle/>
          <a:p>
            <a:endParaRPr lang="en-US" dirty="0"/>
          </a:p>
          <a:p>
            <a:fld id="{C0ABF30F-1156-4F41-8469-8F121BB9144A}" type="slidenum">
              <a:rPr lang="en-US" smtClean="0">
                <a:solidFill>
                  <a:schemeClr val="bg2"/>
                </a:solidFill>
              </a:rPr>
              <a:pPr/>
              <a:t>‹#›</a:t>
            </a:fld>
            <a:endParaRPr lang="en-US" dirty="0">
              <a:solidFill>
                <a:schemeClr val="bg2"/>
              </a:solidFill>
            </a:endParaRPr>
          </a:p>
        </p:txBody>
      </p:sp>
    </p:spTree>
    <p:extLst>
      <p:ext uri="{BB962C8B-B14F-4D97-AF65-F5344CB8AC3E}">
        <p14:creationId xmlns:p14="http://schemas.microsoft.com/office/powerpoint/2010/main" val="17197282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a:prstGeom prst="rect">
            <a:avLst/>
          </a:prstGeom>
        </p:spPr>
        <p:txBody>
          <a:bodyPr anchor="t"/>
          <a:lstStyle>
            <a:lvl1pPr algn="l">
              <a:defRPr sz="3200" b="1" cap="all">
                <a:solidFill>
                  <a:schemeClr val="tx2">
                    <a:lumMod val="25000"/>
                  </a:schemeClr>
                </a:solidFill>
              </a:defRPr>
            </a:lvl1pPr>
          </a:lstStyle>
          <a:p>
            <a:r>
              <a:rPr lang="en-US" dirty="0"/>
              <a:t>Module Title</a:t>
            </a:r>
          </a:p>
        </p:txBody>
      </p:sp>
      <p:sp>
        <p:nvSpPr>
          <p:cNvPr id="3" name="Text Placeholder 2"/>
          <p:cNvSpPr>
            <a:spLocks noGrp="1"/>
          </p:cNvSpPr>
          <p:nvPr>
            <p:ph type="body" idx="1" hasCustomPrompt="1"/>
          </p:nvPr>
        </p:nvSpPr>
        <p:spPr>
          <a:xfrm>
            <a:off x="722313" y="2906713"/>
            <a:ext cx="7772400" cy="1500187"/>
          </a:xfrm>
          <a:prstGeom prst="rect">
            <a:avLst/>
          </a:prstGeom>
        </p:spPr>
        <p:txBody>
          <a:bodyPr anchor="b"/>
          <a:lstStyle>
            <a:lvl1pPr marL="0" indent="0">
              <a:buNone/>
              <a:defRPr sz="24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Module #</a:t>
            </a:r>
          </a:p>
        </p:txBody>
      </p:sp>
      <p:cxnSp>
        <p:nvCxnSpPr>
          <p:cNvPr id="6" name="Straight Connector 5"/>
          <p:cNvCxnSpPr/>
          <p:nvPr userDrawn="1"/>
        </p:nvCxnSpPr>
        <p:spPr bwMode="auto">
          <a:xfrm>
            <a:off x="685800" y="4419600"/>
            <a:ext cx="7848600" cy="0"/>
          </a:xfrm>
          <a:prstGeom prst="line">
            <a:avLst/>
          </a:prstGeom>
          <a:solidFill>
            <a:schemeClr val="accent1"/>
          </a:solidFill>
          <a:ln w="28575" cap="flat" cmpd="sng" algn="ctr">
            <a:solidFill>
              <a:srgbClr val="C1D82F"/>
            </a:solidFill>
            <a:prstDash val="solid"/>
            <a:round/>
            <a:headEnd type="none" w="med" len="med"/>
            <a:tailEnd type="none" w="med" len="med"/>
          </a:ln>
          <a:effectLst/>
        </p:spPr>
      </p:cxnSp>
    </p:spTree>
    <p:extLst>
      <p:ext uri="{BB962C8B-B14F-4D97-AF65-F5344CB8AC3E}">
        <p14:creationId xmlns:p14="http://schemas.microsoft.com/office/powerpoint/2010/main" val="5880679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a:xfrm>
            <a:off x="304800" y="6248400"/>
            <a:ext cx="2286000" cy="476250"/>
          </a:xfrm>
          <a:prstGeom prst="rect">
            <a:avLst/>
          </a:prstGeom>
        </p:spPr>
        <p:txBody>
          <a:bodyPr/>
          <a:lstStyle/>
          <a:p>
            <a:endParaRPr lang="en-US" dirty="0"/>
          </a:p>
          <a:p>
            <a:fld id="{C0ABF30F-1156-4F41-8469-8F121BB9144A}" type="slidenum">
              <a:rPr lang="en-US" smtClean="0">
                <a:solidFill>
                  <a:schemeClr val="bg2"/>
                </a:solidFill>
              </a:rPr>
              <a:pPr/>
              <a:t>‹#›</a:t>
            </a:fld>
            <a:endParaRPr lang="en-US" dirty="0">
              <a:solidFill>
                <a:schemeClr val="bg2"/>
              </a:solidFill>
            </a:endParaRPr>
          </a:p>
        </p:txBody>
      </p:sp>
    </p:spTree>
    <p:extLst>
      <p:ext uri="{BB962C8B-B14F-4D97-AF65-F5344CB8AC3E}">
        <p14:creationId xmlns:p14="http://schemas.microsoft.com/office/powerpoint/2010/main" val="579907595"/>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image" Target="../media/image2.png"/><Relationship Id="rId4" Type="http://schemas.openxmlformats.org/officeDocument/2006/relationships/slideLayout" Target="../slideLayouts/slideLayout13.xml"/><Relationship Id="rId9"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7" descr="living_water.jpg"/>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0" y="1862138"/>
            <a:ext cx="9144000" cy="4995862"/>
          </a:xfrm>
          <a:prstGeom prst="rect">
            <a:avLst/>
          </a:prstGeom>
          <a:noFill/>
          <a:ln>
            <a:noFill/>
          </a:ln>
          <a:extLst>
            <a:ext uri="{909E8E84-426E-40dd-AFC4-6F175D3DCCD1}">
              <a14:hiddenFill xmlns="" xmlns:a14="http://schemas.microsoft.com/office/drawing/2010/main" xmlns:mv="urn:schemas-microsoft-com:mac:vml" xmlns:mc="http://schemas.openxmlformats.org/markup-compatibility/2006">
                <a:solidFill>
                  <a:srgbClr val="FFFFFF"/>
                </a:solidFill>
              </a14:hiddenFill>
            </a:ext>
            <a:ext uri="{91240B29-F687-4f45-9708-019B960494DF}">
              <a14:hiddenLine xmlns="" xmlns:a14="http://schemas.microsoft.com/office/drawing/2010/main" xmlns:mv="urn:schemas-microsoft-com:mac:vml" xmlns:mc="http://schemas.openxmlformats.org/markup-compatibility/2006" w="9525">
                <a:solidFill>
                  <a:srgbClr val="000000"/>
                </a:solidFill>
                <a:miter lim="800000"/>
                <a:headEnd/>
                <a:tailEnd/>
              </a14:hiddenLine>
            </a:ext>
          </a:extLst>
        </p:spPr>
      </p:pic>
      <p:pic>
        <p:nvPicPr>
          <p:cNvPr id="3075" name="Picture 8" descr="lw_logo.png"/>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6962775" y="6337300"/>
            <a:ext cx="1736725" cy="296863"/>
          </a:xfrm>
          <a:prstGeom prst="rect">
            <a:avLst/>
          </a:prstGeom>
          <a:noFill/>
          <a:ln>
            <a:noFill/>
          </a:ln>
          <a:extLst>
            <a:ext uri="{909E8E84-426E-40dd-AFC4-6F175D3DCCD1}">
              <a14:hiddenFill xmlns="" xmlns:a14="http://schemas.microsoft.com/office/drawing/2010/main" xmlns:mv="urn:schemas-microsoft-com:mac:vml" xmlns:mc="http://schemas.openxmlformats.org/markup-compatibility/2006">
                <a:solidFill>
                  <a:srgbClr val="FFFFFF"/>
                </a:solidFill>
              </a14:hiddenFill>
            </a:ext>
            <a:ext uri="{91240B29-F687-4f45-9708-019B960494DF}">
              <a14:hiddenLine xmlns="" xmlns:a14="http://schemas.microsoft.com/office/drawing/2010/main" xmlns:mv="urn:schemas-microsoft-com:mac:vml" xmlns:mc="http://schemas.openxmlformats.org/markup-compatibility/2006"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21" r:id="rId1"/>
    <p:sldLayoutId id="2147483693" r:id="rId2"/>
    <p:sldLayoutId id="2147483726" r:id="rId3"/>
    <p:sldLayoutId id="2147483727" r:id="rId4"/>
    <p:sldLayoutId id="2147483728" r:id="rId5"/>
    <p:sldLayoutId id="2147483733" r:id="rId6"/>
    <p:sldLayoutId id="2147483734" r:id="rId7"/>
    <p:sldLayoutId id="2147483736" r:id="rId8"/>
    <p:sldLayoutId id="2147483737" r:id="rId9"/>
  </p:sldLayoutIdLst>
  <p:hf sldNum="0" hdr="0" ftr="0" dt="0"/>
  <p:txStyles>
    <p:titleStyle>
      <a:lvl1pPr algn="ctr" defTabSz="457200" rtl="0" fontAlgn="base">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2pPr>
      <a:lvl3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3pPr>
      <a:lvl4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4pPr>
      <a:lvl5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living_water_slide1.jpg"/>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0" y="1881380"/>
            <a:ext cx="9144000" cy="4996310"/>
          </a:xfrm>
          <a:prstGeom prst="rect">
            <a:avLst/>
          </a:prstGeom>
        </p:spPr>
      </p:pic>
      <p:pic>
        <p:nvPicPr>
          <p:cNvPr id="8" name="Picture 8" descr="lw_logo.png"/>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962775" y="6337300"/>
            <a:ext cx="1736725" cy="296863"/>
          </a:xfrm>
          <a:prstGeom prst="rect">
            <a:avLst/>
          </a:prstGeom>
          <a:noFill/>
          <a:ln>
            <a:noFill/>
          </a:ln>
          <a:extLst>
            <a:ext uri="{909E8E84-426E-40dd-AFC4-6F175D3DCCD1}">
              <a14:hiddenFill xmlns="" xmlns:a14="http://schemas.microsoft.com/office/drawing/2010/main" xmlns:mv="urn:schemas-microsoft-com:mac:vml" xmlns:mc="http://schemas.openxmlformats.org/markup-compatibility/2006">
                <a:solidFill>
                  <a:srgbClr val="FFFFFF"/>
                </a:solidFill>
              </a14:hiddenFill>
            </a:ext>
            <a:ext uri="{91240B29-F687-4f45-9708-019B960494DF}">
              <a14:hiddenLine xmlns="" xmlns:a14="http://schemas.microsoft.com/office/drawing/2010/main" xmlns:mv="urn:schemas-microsoft-com:mac:vml" xmlns:mc="http://schemas.openxmlformats.org/markup-compatibility/2006" w="9525">
                <a:solidFill>
                  <a:srgbClr val="000000"/>
                </a:solidFill>
                <a:miter lim="800000"/>
                <a:headEnd/>
                <a:tailEnd/>
              </a14:hiddenLine>
            </a:ext>
          </a:extLst>
        </p:spPr>
      </p:pic>
      <p:sp>
        <p:nvSpPr>
          <p:cNvPr id="9" name="Rectangle 8"/>
          <p:cNvSpPr/>
          <p:nvPr userDrawn="1"/>
        </p:nvSpPr>
        <p:spPr>
          <a:xfrm>
            <a:off x="236538" y="958646"/>
            <a:ext cx="8689975" cy="5308281"/>
          </a:xfrm>
          <a:prstGeom prst="rect">
            <a:avLst/>
          </a:prstGeom>
          <a:solidFill>
            <a:schemeClr val="bg1">
              <a:alpha val="73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userDrawn="1"/>
        </p:nvSpPr>
        <p:spPr>
          <a:xfrm>
            <a:off x="236538" y="337933"/>
            <a:ext cx="8689975" cy="620713"/>
          </a:xfrm>
          <a:prstGeom prst="rect">
            <a:avLst/>
          </a:prstGeom>
          <a:solidFill>
            <a:srgbClr val="A3C127">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spTree>
    <p:extLst>
      <p:ext uri="{BB962C8B-B14F-4D97-AF65-F5344CB8AC3E}">
        <p14:creationId xmlns:p14="http://schemas.microsoft.com/office/powerpoint/2010/main" val="2326393282"/>
      </p:ext>
    </p:extLst>
  </p:cSld>
  <p:clrMap bg1="lt1" tx1="dk1" bg2="lt2" tx2="dk2" accent1="accent1" accent2="accent2" accent3="accent3" accent4="accent4" accent5="accent5" accent6="accent6" hlink="hlink" folHlink="folHlink"/>
  <p:sldLayoutIdLst>
    <p:sldLayoutId id="2147483717" r:id="rId1"/>
    <p:sldLayoutId id="2147483724" r:id="rId2"/>
    <p:sldLayoutId id="2147483725" r:id="rId3"/>
    <p:sldLayoutId id="2147483718" r:id="rId4"/>
    <p:sldLayoutId id="2147483732" r:id="rId5"/>
    <p:sldLayoutId id="2147483738" r:id="rId6"/>
    <p:sldLayoutId id="2147483740" r:id="rId7"/>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7.png"/><Relationship Id="rId11" Type="http://schemas.openxmlformats.org/officeDocument/2006/relationships/image" Target="../media/image12.wmf"/><Relationship Id="rId5" Type="http://schemas.openxmlformats.org/officeDocument/2006/relationships/image" Target="../media/image6.emf"/><Relationship Id="rId10" Type="http://schemas.openxmlformats.org/officeDocument/2006/relationships/image" Target="../media/image11.png"/><Relationship Id="rId4" Type="http://schemas.openxmlformats.org/officeDocument/2006/relationships/image" Target="../media/image5.emf"/><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4.jpeg"/><Relationship Id="rId7" Type="http://schemas.openxmlformats.org/officeDocument/2006/relationships/diagramQuickStyle" Target="../diagrams/quickStyle3.xml"/><Relationship Id="rId2" Type="http://schemas.openxmlformats.org/officeDocument/2006/relationships/image" Target="../media/image13.jpeg"/><Relationship Id="rId1" Type="http://schemas.openxmlformats.org/officeDocument/2006/relationships/slideLayout" Target="../slideLayouts/slideLayout14.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5.png"/><Relationship Id="rId9" Type="http://schemas.microsoft.com/office/2007/relationships/diagramDrawing" Target="../diagrams/drawing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7.png"/><Relationship Id="rId7" Type="http://schemas.openxmlformats.org/officeDocument/2006/relationships/diagramColors" Target="../diagrams/colors5.xml"/><Relationship Id="rId2" Type="http://schemas.openxmlformats.org/officeDocument/2006/relationships/image" Target="../media/image16.png"/><Relationship Id="rId1" Type="http://schemas.openxmlformats.org/officeDocument/2006/relationships/slideLayout" Target="../slideLayouts/slideLayout14.xml"/><Relationship Id="rId6" Type="http://schemas.openxmlformats.org/officeDocument/2006/relationships/diagramQuickStyle" Target="../diagrams/quickStyle5.xml"/><Relationship Id="rId5" Type="http://schemas.openxmlformats.org/officeDocument/2006/relationships/diagramLayout" Target="../diagrams/layout5.xml"/><Relationship Id="rId10" Type="http://schemas.openxmlformats.org/officeDocument/2006/relationships/image" Target="../media/image5.emf"/><Relationship Id="rId4" Type="http://schemas.openxmlformats.org/officeDocument/2006/relationships/diagramData" Target="../diagrams/data5.xml"/><Relationship Id="rId9"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image" Target="../media/image4.png"/><Relationship Id="rId7" Type="http://schemas.openxmlformats.org/officeDocument/2006/relationships/diagramData" Target="../diagrams/data7.xml"/><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7.png"/><Relationship Id="rId11" Type="http://schemas.microsoft.com/office/2007/relationships/diagramDrawing" Target="../diagrams/drawing7.xml"/><Relationship Id="rId5" Type="http://schemas.openxmlformats.org/officeDocument/2006/relationships/image" Target="../media/image6.emf"/><Relationship Id="rId10" Type="http://schemas.openxmlformats.org/officeDocument/2006/relationships/diagramColors" Target="../diagrams/colors7.xml"/><Relationship Id="rId4" Type="http://schemas.openxmlformats.org/officeDocument/2006/relationships/image" Target="../media/image5.emf"/><Relationship Id="rId9"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4.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1.png"/><Relationship Id="rId7" Type="http://schemas.openxmlformats.org/officeDocument/2006/relationships/diagramColors" Target="../diagrams/colors9.xml"/><Relationship Id="rId2" Type="http://schemas.openxmlformats.org/officeDocument/2006/relationships/image" Target="../media/image20.png"/><Relationship Id="rId1" Type="http://schemas.openxmlformats.org/officeDocument/2006/relationships/slideLayout" Target="../slideLayouts/slideLayout14.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Day In the Life:</a:t>
            </a:r>
          </a:p>
        </p:txBody>
      </p:sp>
      <p:sp>
        <p:nvSpPr>
          <p:cNvPr id="3" name="Text Placeholder 2"/>
          <p:cNvSpPr>
            <a:spLocks noGrp="1"/>
          </p:cNvSpPr>
          <p:nvPr>
            <p:ph type="body" sz="quarter" idx="10"/>
          </p:nvPr>
        </p:nvSpPr>
        <p:spPr/>
        <p:txBody>
          <a:bodyPr/>
          <a:lstStyle/>
          <a:p>
            <a:r>
              <a:rPr lang="en-US" dirty="0"/>
              <a:t>Planner</a:t>
            </a:r>
          </a:p>
        </p:txBody>
      </p:sp>
    </p:spTree>
    <p:extLst>
      <p:ext uri="{BB962C8B-B14F-4D97-AF65-F5344CB8AC3E}">
        <p14:creationId xmlns:p14="http://schemas.microsoft.com/office/powerpoint/2010/main" val="1514815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804" y="371480"/>
            <a:ext cx="8510588" cy="639762"/>
          </a:xfrm>
        </p:spPr>
        <p:txBody>
          <a:bodyPr/>
          <a:lstStyle/>
          <a:p>
            <a:pPr algn="l">
              <a:spcBef>
                <a:spcPct val="20000"/>
              </a:spcBef>
            </a:pPr>
            <a:r>
              <a:rPr lang="en-US" sz="3000" dirty="0">
                <a:solidFill>
                  <a:srgbClr val="1770B1"/>
                </a:solidFill>
                <a:latin typeface="Garamond"/>
                <a:ea typeface="+mn-ea"/>
                <a:cs typeface="Garamond"/>
              </a:rPr>
              <a:t>Agenda</a:t>
            </a:r>
          </a:p>
        </p:txBody>
      </p:sp>
      <p:sp>
        <p:nvSpPr>
          <p:cNvPr id="3" name="Content Placeholder 2"/>
          <p:cNvSpPr>
            <a:spLocks noGrp="1"/>
          </p:cNvSpPr>
          <p:nvPr>
            <p:ph idx="1"/>
          </p:nvPr>
        </p:nvSpPr>
        <p:spPr>
          <a:xfrm>
            <a:off x="301625" y="1143000"/>
            <a:ext cx="8537575" cy="4243388"/>
          </a:xfrm>
        </p:spPr>
        <p:txBody>
          <a:bodyPr/>
          <a:lstStyle/>
          <a:p>
            <a:pPr>
              <a:spcAft>
                <a:spcPct val="50000"/>
              </a:spcAft>
              <a:buClr>
                <a:srgbClr val="336699"/>
              </a:buClr>
              <a:buSzPct val="100000"/>
              <a:buNone/>
            </a:pPr>
            <a:r>
              <a:rPr lang="en-US" sz="1800" dirty="0"/>
              <a:t>This presentation is intended to introduce the daily duties and tasks of a Loudoun Water Planner.</a:t>
            </a:r>
          </a:p>
          <a:p>
            <a:pPr>
              <a:spcAft>
                <a:spcPct val="50000"/>
              </a:spcAft>
              <a:buClr>
                <a:srgbClr val="336699"/>
              </a:buClr>
              <a:buSzPct val="100000"/>
              <a:buNone/>
            </a:pPr>
            <a:r>
              <a:rPr lang="en-US" sz="1800" dirty="0"/>
              <a:t>The presentation is composed of the following modules:</a:t>
            </a:r>
          </a:p>
          <a:p>
            <a:pPr marL="285750" indent="-285750">
              <a:spcAft>
                <a:spcPct val="50000"/>
              </a:spcAft>
              <a:buClr>
                <a:srgbClr val="336699"/>
              </a:buClr>
              <a:buSzPct val="100000"/>
              <a:tabLst>
                <a:tab pos="228600" algn="l"/>
              </a:tabLst>
            </a:pPr>
            <a:r>
              <a:rPr lang="en-US" sz="1800" dirty="0"/>
              <a:t>Module 1: Managing Notifications</a:t>
            </a:r>
          </a:p>
          <a:p>
            <a:pPr marL="285750" indent="-285750">
              <a:spcAft>
                <a:spcPct val="50000"/>
              </a:spcAft>
              <a:buClr>
                <a:srgbClr val="336699"/>
              </a:buClr>
              <a:buSzPct val="100000"/>
              <a:tabLst>
                <a:tab pos="228600" algn="l"/>
              </a:tabLst>
            </a:pPr>
            <a:r>
              <a:rPr lang="en-US" sz="1800" dirty="0"/>
              <a:t>Module 2: Managing Work Orders</a:t>
            </a:r>
          </a:p>
          <a:p>
            <a:pPr marL="285750" indent="-285750">
              <a:spcAft>
                <a:spcPct val="50000"/>
              </a:spcAft>
              <a:buClr>
                <a:srgbClr val="336699"/>
              </a:buClr>
              <a:buSzPct val="100000"/>
              <a:tabLst>
                <a:tab pos="228600" algn="l"/>
              </a:tabLst>
            </a:pPr>
            <a:r>
              <a:rPr lang="en-US" sz="1800" dirty="0"/>
              <a:t>Module 3: Reporting</a:t>
            </a:r>
          </a:p>
          <a:p>
            <a:endParaRPr lang="en-US" dirty="0"/>
          </a:p>
        </p:txBody>
      </p:sp>
      <p:sp>
        <p:nvSpPr>
          <p:cNvPr id="5" name="Slide Number Placeholder 3"/>
          <p:cNvSpPr>
            <a:spLocks noGrp="1"/>
          </p:cNvSpPr>
          <p:nvPr>
            <p:ph type="sldNum" sz="quarter" idx="10"/>
          </p:nvPr>
        </p:nvSpPr>
        <p:spPr>
          <a:xfrm>
            <a:off x="304800" y="6229350"/>
            <a:ext cx="2286000" cy="476250"/>
          </a:xfrm>
        </p:spPr>
        <p:txBody>
          <a:bodyPr/>
          <a:lstStyle/>
          <a:p>
            <a:endParaRPr lang="en-US" dirty="0"/>
          </a:p>
          <a:p>
            <a:fld id="{C0ABF30F-1156-4F41-8469-8F121BB9144A}" type="slidenum">
              <a:rPr lang="en-US" sz="1400" smtClean="0">
                <a:solidFill>
                  <a:schemeClr val="bg2"/>
                </a:solidFill>
              </a:rPr>
              <a:pPr/>
              <a:t>2</a:t>
            </a:fld>
            <a:endParaRPr lang="en-US" sz="1400" dirty="0">
              <a:solidFill>
                <a:schemeClr val="bg2"/>
              </a:solidFill>
            </a:endParaRPr>
          </a:p>
        </p:txBody>
      </p:sp>
    </p:spTree>
    <p:extLst>
      <p:ext uri="{BB962C8B-B14F-4D97-AF65-F5344CB8AC3E}">
        <p14:creationId xmlns:p14="http://schemas.microsoft.com/office/powerpoint/2010/main" val="3972186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1"/>
          </p:nvPr>
        </p:nvSpPr>
        <p:spPr>
          <a:xfrm>
            <a:off x="964856" y="1163969"/>
            <a:ext cx="6400800" cy="404580"/>
          </a:xfrm>
          <a:prstGeom prst="rect">
            <a:avLst/>
          </a:prstGeom>
        </p:spPr>
        <p:txBody>
          <a:bodyPr/>
          <a:lstStyle/>
          <a:p>
            <a:r>
              <a:rPr lang="en-US" dirty="0"/>
              <a:t>Summarized Topics</a:t>
            </a:r>
          </a:p>
        </p:txBody>
      </p:sp>
      <p:sp>
        <p:nvSpPr>
          <p:cNvPr id="3" name="Content Placeholder 2"/>
          <p:cNvSpPr>
            <a:spLocks noGrp="1"/>
          </p:cNvSpPr>
          <p:nvPr>
            <p:ph idx="13"/>
          </p:nvPr>
        </p:nvSpPr>
        <p:spPr>
          <a:xfrm>
            <a:off x="964856" y="1687277"/>
            <a:ext cx="3621432" cy="4257915"/>
          </a:xfrm>
        </p:spPr>
        <p:txBody>
          <a:bodyPr/>
          <a:lstStyle/>
          <a:p>
            <a:pPr marL="285750" indent="-285750">
              <a:spcBef>
                <a:spcPts val="600"/>
              </a:spcBef>
              <a:spcAft>
                <a:spcPts val="600"/>
              </a:spcAft>
              <a:buFont typeface="Wingdings" pitchFamily="2" charset="2"/>
              <a:buChar char="§"/>
            </a:pPr>
            <a:r>
              <a:rPr lang="en-US" dirty="0">
                <a:solidFill>
                  <a:srgbClr val="000000"/>
                </a:solidFill>
                <a:latin typeface="Verdana" panose="020B0604030504040204" pitchFamily="34" charset="0"/>
                <a:ea typeface="Verdana" panose="020B0604030504040204" pitchFamily="34" charset="0"/>
                <a:cs typeface="Verdana" panose="020B0604030504040204" pitchFamily="34" charset="0"/>
              </a:rPr>
              <a:t>Planner creates/edits notifications</a:t>
            </a:r>
            <a:endParaRPr lang="en-US" b="1" dirty="0">
              <a:solidFill>
                <a:srgbClr val="000000"/>
              </a:solidFill>
              <a:latin typeface="Verdana" panose="020B0604030504040204" pitchFamily="34" charset="0"/>
              <a:ea typeface="Verdana" panose="020B0604030504040204" pitchFamily="34" charset="0"/>
              <a:cs typeface="Verdana" panose="020B0604030504040204" pitchFamily="34" charset="0"/>
            </a:endParaRPr>
          </a:p>
          <a:p>
            <a:pPr marL="285750" indent="-285750">
              <a:spcBef>
                <a:spcPts val="600"/>
              </a:spcBef>
              <a:spcAft>
                <a:spcPts val="600"/>
              </a:spcAft>
              <a:buFont typeface="Wingdings" pitchFamily="2" charset="2"/>
              <a:buChar char="§"/>
            </a:pPr>
            <a:r>
              <a:rPr lang="en-US" dirty="0">
                <a:solidFill>
                  <a:srgbClr val="000000"/>
                </a:solidFill>
                <a:latin typeface="Verdana" panose="020B0604030504040204" pitchFamily="34" charset="0"/>
                <a:ea typeface="Verdana" panose="020B0604030504040204" pitchFamily="34" charset="0"/>
                <a:cs typeface="Verdana" panose="020B0604030504040204" pitchFamily="34" charset="0"/>
              </a:rPr>
              <a:t>Planner creates work order based on notification</a:t>
            </a:r>
          </a:p>
          <a:p>
            <a:pPr marL="285750" indent="-285750">
              <a:spcBef>
                <a:spcPts val="600"/>
              </a:spcBef>
              <a:spcAft>
                <a:spcPts val="600"/>
              </a:spcAft>
              <a:buFont typeface="Wingdings" pitchFamily="2" charset="2"/>
              <a:buChar char="§"/>
            </a:pPr>
            <a:r>
              <a:rPr lang="en-US" dirty="0">
                <a:solidFill>
                  <a:srgbClr val="000000"/>
                </a:solidFill>
                <a:latin typeface="Verdana" panose="020B0604030504040204" pitchFamily="34" charset="0"/>
                <a:ea typeface="Verdana" panose="020B0604030504040204" pitchFamily="34" charset="0"/>
                <a:cs typeface="Verdana" panose="020B0604030504040204" pitchFamily="34" charset="0"/>
              </a:rPr>
              <a:t>Even with automated work orders, Planner must review for accuracy and assign work order to the designated maintenance technician</a:t>
            </a:r>
            <a:endParaRPr lang="en-US" b="1" dirty="0">
              <a:solidFill>
                <a:srgbClr val="000000"/>
              </a:solidFill>
              <a:latin typeface="Verdana" panose="020B0604030504040204" pitchFamily="34" charset="0"/>
              <a:ea typeface="Verdana" panose="020B0604030504040204" pitchFamily="34" charset="0"/>
              <a:cs typeface="Verdana" panose="020B0604030504040204" pitchFamily="34" charset="0"/>
            </a:endParaRPr>
          </a:p>
          <a:p>
            <a:endParaRPr lang="en-US" dirty="0"/>
          </a:p>
        </p:txBody>
      </p:sp>
      <p:sp>
        <p:nvSpPr>
          <p:cNvPr id="4" name="Text Placeholder 3"/>
          <p:cNvSpPr>
            <a:spLocks noGrp="1"/>
          </p:cNvSpPr>
          <p:nvPr>
            <p:ph type="body" sz="quarter" idx="14"/>
          </p:nvPr>
        </p:nvSpPr>
        <p:spPr>
          <a:xfrm>
            <a:off x="247487" y="351559"/>
            <a:ext cx="6268607" cy="663575"/>
          </a:xfrm>
        </p:spPr>
        <p:txBody>
          <a:bodyPr/>
          <a:lstStyle/>
          <a:p>
            <a:r>
              <a:rPr lang="en-US" dirty="0">
                <a:solidFill>
                  <a:srgbClr val="1770B1"/>
                </a:solidFill>
              </a:rPr>
              <a:t>Summary</a:t>
            </a:r>
          </a:p>
        </p:txBody>
      </p:sp>
      <p:sp>
        <p:nvSpPr>
          <p:cNvPr id="5" name="Content Placeholder 2"/>
          <p:cNvSpPr txBox="1">
            <a:spLocks/>
          </p:cNvSpPr>
          <p:nvPr/>
        </p:nvSpPr>
        <p:spPr>
          <a:xfrm>
            <a:off x="4774886" y="1653933"/>
            <a:ext cx="3621432" cy="4257915"/>
          </a:xfrm>
          <a:prstGeom prst="rect">
            <a:avLst/>
          </a:prstGeom>
        </p:spPr>
        <p:txBody>
          <a:bodyPr/>
          <a:lstStyle>
            <a:lvl1pPr marL="0" indent="0" algn="l" defTabSz="457200" rtl="0" eaLnBrk="1" latinLnBrk="0" hangingPunct="1">
              <a:spcBef>
                <a:spcPct val="20000"/>
              </a:spcBef>
              <a:buFont typeface="Arial"/>
              <a:buNone/>
              <a:defRPr sz="1800" kern="1200" baseline="0">
                <a:solidFill>
                  <a:schemeClr val="tx1"/>
                </a:solidFill>
                <a:latin typeface="Franklin Gothic Book"/>
                <a:ea typeface="+mn-ea"/>
                <a:cs typeface="Franklin Gothic Book"/>
              </a:defRPr>
            </a:lvl1pPr>
            <a:lvl2pPr marL="457200" indent="0" algn="l" defTabSz="457200" rtl="0" eaLnBrk="1" latinLnBrk="0" hangingPunct="1">
              <a:spcBef>
                <a:spcPct val="20000"/>
              </a:spcBef>
              <a:buFont typeface="Arial"/>
              <a:buNone/>
              <a:defRPr sz="1600" kern="1200">
                <a:solidFill>
                  <a:schemeClr val="tx1"/>
                </a:solidFill>
                <a:latin typeface="Tahoma"/>
                <a:ea typeface="+mn-ea"/>
                <a:cs typeface="Tahoma"/>
              </a:defRPr>
            </a:lvl2pPr>
            <a:lvl3pPr marL="914400" indent="0" algn="l" defTabSz="457200" rtl="0" eaLnBrk="1" latinLnBrk="0" hangingPunct="1">
              <a:spcBef>
                <a:spcPct val="20000"/>
              </a:spcBef>
              <a:buFont typeface="Arial"/>
              <a:buNone/>
              <a:defRPr sz="1600" kern="1200">
                <a:solidFill>
                  <a:schemeClr val="tx1"/>
                </a:solidFill>
                <a:latin typeface="Tahoma"/>
                <a:ea typeface="+mn-ea"/>
                <a:cs typeface="Tahoma"/>
              </a:defRPr>
            </a:lvl3pPr>
            <a:lvl4pPr marL="1371600" indent="0" algn="l" defTabSz="457200" rtl="0" eaLnBrk="1" latinLnBrk="0" hangingPunct="1">
              <a:spcBef>
                <a:spcPct val="20000"/>
              </a:spcBef>
              <a:buFont typeface="Arial"/>
              <a:buNone/>
              <a:defRPr sz="1600" kern="1200">
                <a:solidFill>
                  <a:schemeClr val="tx1"/>
                </a:solidFill>
                <a:latin typeface="Tahoma"/>
                <a:ea typeface="+mn-ea"/>
                <a:cs typeface="Tahoma"/>
              </a:defRPr>
            </a:lvl4pPr>
            <a:lvl5pPr marL="1828800" indent="0" algn="l" defTabSz="457200" rtl="0" eaLnBrk="1" latinLnBrk="0" hangingPunct="1">
              <a:spcBef>
                <a:spcPct val="20000"/>
              </a:spcBef>
              <a:buFont typeface="Arial"/>
              <a:buNone/>
              <a:defRPr sz="1600" kern="1200">
                <a:solidFill>
                  <a:schemeClr val="tx1"/>
                </a:solidFill>
                <a:latin typeface="Tahoma"/>
                <a:ea typeface="+mn-ea"/>
                <a:cs typeface="Tahom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fontAlgn="auto">
              <a:spcBef>
                <a:spcPts val="600"/>
              </a:spcBef>
              <a:spcAft>
                <a:spcPts val="600"/>
              </a:spcAft>
              <a:buFont typeface="Wingdings" pitchFamily="2" charset="2"/>
              <a:buChar char="§"/>
            </a:pPr>
            <a:r>
              <a:rPr lang="en-US" sz="1750" dirty="0">
                <a:solidFill>
                  <a:srgbClr val="000000"/>
                </a:solidFill>
                <a:latin typeface="Verdana" panose="020B0604030504040204" pitchFamily="34" charset="0"/>
                <a:ea typeface="Verdana" panose="020B0604030504040204" pitchFamily="34" charset="0"/>
                <a:cs typeface="Verdana" panose="020B0604030504040204" pitchFamily="34" charset="0"/>
              </a:rPr>
              <a:t>Planner closes the work order in SAP once work is complete</a:t>
            </a:r>
          </a:p>
          <a:p>
            <a:pPr marL="285750" indent="-285750" fontAlgn="auto">
              <a:spcBef>
                <a:spcPts val="600"/>
              </a:spcBef>
              <a:spcAft>
                <a:spcPts val="0"/>
              </a:spcAft>
              <a:buFont typeface="Wingdings" pitchFamily="2" charset="2"/>
              <a:buChar char="§"/>
            </a:pPr>
            <a:r>
              <a:rPr lang="en-US" sz="1750" dirty="0">
                <a:solidFill>
                  <a:srgbClr val="000000"/>
                </a:solidFill>
                <a:latin typeface="Verdana" panose="020B0604030504040204" pitchFamily="34" charset="0"/>
                <a:ea typeface="Verdana" panose="020B0604030504040204" pitchFamily="34" charset="0"/>
                <a:cs typeface="Verdana" panose="020B0604030504040204" pitchFamily="34" charset="0"/>
              </a:rPr>
              <a:t>Planner must generate Outstanding Notifications Report and open Outstanding Work Orders Report regularly to determine what notifications/work orders need to be addressed</a:t>
            </a:r>
          </a:p>
          <a:p>
            <a:pPr marL="285750" indent="-285750" fontAlgn="auto">
              <a:spcBef>
                <a:spcPts val="600"/>
              </a:spcBef>
              <a:spcAft>
                <a:spcPts val="0"/>
              </a:spcAft>
              <a:buFont typeface="Wingdings" pitchFamily="2" charset="2"/>
              <a:buChar char="§"/>
            </a:pPr>
            <a:r>
              <a:rPr lang="en-US" sz="1750" dirty="0">
                <a:solidFill>
                  <a:srgbClr val="000000"/>
                </a:solidFill>
                <a:latin typeface="Verdana" panose="020B0604030504040204" pitchFamily="34" charset="0"/>
                <a:ea typeface="Verdana" panose="020B0604030504040204" pitchFamily="34" charset="0"/>
                <a:cs typeface="Verdana" panose="020B0604030504040204" pitchFamily="34" charset="0"/>
              </a:rPr>
              <a:t>Bulk of daily activities are devoted to analytics: Reviewing reports to ensure accuracy, manage duplicate requests, etc.</a:t>
            </a:r>
          </a:p>
          <a:p>
            <a:pPr fontAlgn="auto">
              <a:spcAft>
                <a:spcPts val="0"/>
              </a:spcAft>
            </a:pPr>
            <a:endParaRPr lang="en-US" dirty="0"/>
          </a:p>
        </p:txBody>
      </p:sp>
    </p:spTree>
    <p:extLst>
      <p:ext uri="{BB962C8B-B14F-4D97-AF65-F5344CB8AC3E}">
        <p14:creationId xmlns:p14="http://schemas.microsoft.com/office/powerpoint/2010/main" val="824493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309" y="339525"/>
            <a:ext cx="8510588" cy="639762"/>
          </a:xfrm>
        </p:spPr>
        <p:txBody>
          <a:bodyPr/>
          <a:lstStyle/>
          <a:p>
            <a:pPr algn="l"/>
            <a:r>
              <a:rPr lang="en-US" sz="3000" dirty="0">
                <a:solidFill>
                  <a:srgbClr val="1770B1"/>
                </a:solidFill>
                <a:latin typeface="Garamond"/>
                <a:ea typeface="+mn-ea"/>
                <a:cs typeface="Garamond"/>
              </a:rPr>
              <a:t>Overview Work Order Process Flow</a:t>
            </a:r>
          </a:p>
        </p:txBody>
      </p:sp>
      <p:graphicFrame>
        <p:nvGraphicFramePr>
          <p:cNvPr id="5" name="Content Placeholder 4"/>
          <p:cNvGraphicFramePr>
            <a:graphicFrameLocks noGrp="1"/>
          </p:cNvGraphicFramePr>
          <p:nvPr>
            <p:ph idx="1"/>
          </p:nvPr>
        </p:nvGraphicFramePr>
        <p:xfrm>
          <a:off x="1901825" y="2667001"/>
          <a:ext cx="6403975" cy="1828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3" name="Straight Arrow Connector 12"/>
          <p:cNvCxnSpPr>
            <a:stCxn id="19" idx="0"/>
          </p:cNvCxnSpPr>
          <p:nvPr/>
        </p:nvCxnSpPr>
        <p:spPr bwMode="auto">
          <a:xfrm flipV="1">
            <a:off x="2743200" y="3962400"/>
            <a:ext cx="914400" cy="6858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19" name="TextBox 18"/>
          <p:cNvSpPr txBox="1"/>
          <p:nvPr/>
        </p:nvSpPr>
        <p:spPr>
          <a:xfrm>
            <a:off x="2286000" y="4648200"/>
            <a:ext cx="914400" cy="369332"/>
          </a:xfrm>
          <a:prstGeom prst="rect">
            <a:avLst/>
          </a:prstGeom>
          <a:noFill/>
          <a:ln>
            <a:solidFill>
              <a:srgbClr val="000000"/>
            </a:solidFill>
          </a:ln>
        </p:spPr>
        <p:txBody>
          <a:bodyPr wrap="square" rtlCol="0">
            <a:spAutoFit/>
          </a:bodyPr>
          <a:lstStyle/>
          <a:p>
            <a:r>
              <a:rPr lang="en-US" dirty="0">
                <a:solidFill>
                  <a:srgbClr val="000000"/>
                </a:solidFill>
              </a:rPr>
              <a:t>Labor</a:t>
            </a:r>
          </a:p>
        </p:txBody>
      </p:sp>
      <p:sp>
        <p:nvSpPr>
          <p:cNvPr id="20" name="TextBox 19"/>
          <p:cNvSpPr txBox="1"/>
          <p:nvPr/>
        </p:nvSpPr>
        <p:spPr>
          <a:xfrm>
            <a:off x="3429000" y="4659868"/>
            <a:ext cx="1524000" cy="923330"/>
          </a:xfrm>
          <a:prstGeom prst="rect">
            <a:avLst/>
          </a:prstGeom>
          <a:noFill/>
          <a:ln>
            <a:solidFill>
              <a:srgbClr val="000000"/>
            </a:solidFill>
          </a:ln>
        </p:spPr>
        <p:txBody>
          <a:bodyPr wrap="square" rtlCol="0">
            <a:spAutoFit/>
          </a:bodyPr>
          <a:lstStyle/>
          <a:p>
            <a:r>
              <a:rPr lang="en-US" dirty="0">
                <a:solidFill>
                  <a:srgbClr val="000000"/>
                </a:solidFill>
              </a:rPr>
              <a:t>Preventive Maintenance Work Order</a:t>
            </a:r>
          </a:p>
        </p:txBody>
      </p:sp>
      <p:cxnSp>
        <p:nvCxnSpPr>
          <p:cNvPr id="21" name="Straight Arrow Connector 20"/>
          <p:cNvCxnSpPr>
            <a:stCxn id="20" idx="0"/>
          </p:cNvCxnSpPr>
          <p:nvPr/>
        </p:nvCxnSpPr>
        <p:spPr bwMode="auto">
          <a:xfrm flipV="1">
            <a:off x="41910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24" name="Straight Arrow Connector 23"/>
          <p:cNvCxnSpPr>
            <a:stCxn id="28" idx="2"/>
          </p:cNvCxnSpPr>
          <p:nvPr/>
        </p:nvCxnSpPr>
        <p:spPr bwMode="auto">
          <a:xfrm>
            <a:off x="2552700" y="2590800"/>
            <a:ext cx="1104900" cy="6096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28" name="TextBox 27"/>
          <p:cNvSpPr txBox="1"/>
          <p:nvPr/>
        </p:nvSpPr>
        <p:spPr>
          <a:xfrm>
            <a:off x="1828800" y="1944469"/>
            <a:ext cx="1447800" cy="646331"/>
          </a:xfrm>
          <a:prstGeom prst="rect">
            <a:avLst/>
          </a:prstGeom>
          <a:noFill/>
          <a:ln>
            <a:solidFill>
              <a:srgbClr val="000000"/>
            </a:solidFill>
          </a:ln>
        </p:spPr>
        <p:txBody>
          <a:bodyPr wrap="square" rtlCol="0">
            <a:spAutoFit/>
          </a:bodyPr>
          <a:lstStyle/>
          <a:p>
            <a:r>
              <a:rPr lang="en-US" dirty="0">
                <a:solidFill>
                  <a:srgbClr val="000000"/>
                </a:solidFill>
              </a:rPr>
              <a:t>Pre-Defined Work Steps</a:t>
            </a:r>
          </a:p>
        </p:txBody>
      </p:sp>
      <p:sp>
        <p:nvSpPr>
          <p:cNvPr id="30" name="TextBox 29"/>
          <p:cNvSpPr txBox="1"/>
          <p:nvPr/>
        </p:nvSpPr>
        <p:spPr>
          <a:xfrm>
            <a:off x="3657600" y="1676400"/>
            <a:ext cx="1143000" cy="646331"/>
          </a:xfrm>
          <a:prstGeom prst="rect">
            <a:avLst/>
          </a:prstGeom>
          <a:noFill/>
          <a:ln>
            <a:solidFill>
              <a:srgbClr val="000000"/>
            </a:solidFill>
          </a:ln>
        </p:spPr>
        <p:txBody>
          <a:bodyPr wrap="square" rtlCol="0">
            <a:spAutoFit/>
          </a:bodyPr>
          <a:lstStyle/>
          <a:p>
            <a:r>
              <a:rPr lang="en-US" dirty="0">
                <a:solidFill>
                  <a:srgbClr val="000000"/>
                </a:solidFill>
              </a:rPr>
              <a:t>Parts/ Supplies</a:t>
            </a:r>
          </a:p>
        </p:txBody>
      </p:sp>
      <p:cxnSp>
        <p:nvCxnSpPr>
          <p:cNvPr id="31" name="Straight Arrow Connector 30"/>
          <p:cNvCxnSpPr/>
          <p:nvPr/>
        </p:nvCxnSpPr>
        <p:spPr bwMode="auto">
          <a:xfrm>
            <a:off x="4191000" y="2324100"/>
            <a:ext cx="0" cy="876300"/>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33" name="Straight Arrow Connector 32"/>
          <p:cNvCxnSpPr>
            <a:stCxn id="37" idx="2"/>
          </p:cNvCxnSpPr>
          <p:nvPr/>
        </p:nvCxnSpPr>
        <p:spPr bwMode="auto">
          <a:xfrm flipH="1">
            <a:off x="4724400" y="2475131"/>
            <a:ext cx="1009650" cy="725269"/>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37" name="TextBox 36"/>
          <p:cNvSpPr txBox="1"/>
          <p:nvPr/>
        </p:nvSpPr>
        <p:spPr>
          <a:xfrm>
            <a:off x="5067300" y="1828800"/>
            <a:ext cx="1333500" cy="646331"/>
          </a:xfrm>
          <a:prstGeom prst="rect">
            <a:avLst/>
          </a:prstGeom>
          <a:noFill/>
          <a:ln>
            <a:solidFill>
              <a:srgbClr val="000000"/>
            </a:solidFill>
          </a:ln>
        </p:spPr>
        <p:txBody>
          <a:bodyPr wrap="square" rtlCol="0">
            <a:spAutoFit/>
          </a:bodyPr>
          <a:lstStyle/>
          <a:p>
            <a:r>
              <a:rPr lang="en-US" dirty="0">
                <a:solidFill>
                  <a:srgbClr val="000000"/>
                </a:solidFill>
              </a:rPr>
              <a:t>External Services</a:t>
            </a:r>
          </a:p>
        </p:txBody>
      </p:sp>
      <p:sp>
        <p:nvSpPr>
          <p:cNvPr id="38" name="TextBox 37"/>
          <p:cNvSpPr txBox="1"/>
          <p:nvPr/>
        </p:nvSpPr>
        <p:spPr>
          <a:xfrm>
            <a:off x="5067300" y="4659868"/>
            <a:ext cx="1562100" cy="646331"/>
          </a:xfrm>
          <a:prstGeom prst="rect">
            <a:avLst/>
          </a:prstGeom>
          <a:noFill/>
          <a:ln>
            <a:solidFill>
              <a:srgbClr val="000000"/>
            </a:solidFill>
          </a:ln>
        </p:spPr>
        <p:txBody>
          <a:bodyPr wrap="square" rtlCol="0">
            <a:spAutoFit/>
          </a:bodyPr>
          <a:lstStyle/>
          <a:p>
            <a:r>
              <a:rPr lang="en-US" dirty="0">
                <a:solidFill>
                  <a:srgbClr val="000000"/>
                </a:solidFill>
              </a:rPr>
              <a:t>Material Requisitions</a:t>
            </a:r>
          </a:p>
        </p:txBody>
      </p:sp>
      <p:cxnSp>
        <p:nvCxnSpPr>
          <p:cNvPr id="39" name="Straight Arrow Connector 38"/>
          <p:cNvCxnSpPr>
            <a:stCxn id="38" idx="0"/>
          </p:cNvCxnSpPr>
          <p:nvPr/>
        </p:nvCxnSpPr>
        <p:spPr bwMode="auto">
          <a:xfrm flipH="1" flipV="1">
            <a:off x="4724400" y="3962400"/>
            <a:ext cx="112395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cxnSp>
        <p:nvCxnSpPr>
          <p:cNvPr id="41" name="Straight Arrow Connector 40"/>
          <p:cNvCxnSpPr/>
          <p:nvPr/>
        </p:nvCxnSpPr>
        <p:spPr bwMode="auto">
          <a:xfrm flipV="1">
            <a:off x="7467600" y="3962400"/>
            <a:ext cx="0" cy="697468"/>
          </a:xfrm>
          <a:prstGeom prst="straightConnector1">
            <a:avLst/>
          </a:prstGeom>
          <a:solidFill>
            <a:schemeClr val="accent1"/>
          </a:solidFill>
          <a:ln w="9525" cap="flat" cmpd="sng" algn="ctr">
            <a:solidFill>
              <a:srgbClr val="000000"/>
            </a:solidFill>
            <a:prstDash val="solid"/>
            <a:round/>
            <a:headEnd type="none" w="med" len="med"/>
            <a:tailEnd type="arrow"/>
          </a:ln>
          <a:effectLst/>
        </p:spPr>
      </p:cxnSp>
      <p:sp>
        <p:nvSpPr>
          <p:cNvPr id="42" name="TextBox 41"/>
          <p:cNvSpPr txBox="1"/>
          <p:nvPr/>
        </p:nvSpPr>
        <p:spPr>
          <a:xfrm>
            <a:off x="6858000" y="4648200"/>
            <a:ext cx="1295400" cy="369332"/>
          </a:xfrm>
          <a:prstGeom prst="rect">
            <a:avLst/>
          </a:prstGeom>
          <a:noFill/>
          <a:ln>
            <a:solidFill>
              <a:srgbClr val="000000"/>
            </a:solidFill>
          </a:ln>
        </p:spPr>
        <p:txBody>
          <a:bodyPr wrap="square" rtlCol="0">
            <a:spAutoFit/>
          </a:bodyPr>
          <a:lstStyle/>
          <a:p>
            <a:r>
              <a:rPr lang="en-US" dirty="0">
                <a:solidFill>
                  <a:srgbClr val="000000"/>
                </a:solidFill>
              </a:rPr>
              <a:t>Reporting</a:t>
            </a:r>
          </a:p>
        </p:txBody>
      </p:sp>
      <p:sp>
        <p:nvSpPr>
          <p:cNvPr id="23" name="Slide Number Placeholder 3"/>
          <p:cNvSpPr>
            <a:spLocks noGrp="1"/>
          </p:cNvSpPr>
          <p:nvPr>
            <p:ph type="sldNum" sz="quarter" idx="10"/>
          </p:nvPr>
        </p:nvSpPr>
        <p:spPr>
          <a:xfrm>
            <a:off x="304800" y="6229350"/>
            <a:ext cx="2286000" cy="476250"/>
          </a:xfrm>
        </p:spPr>
        <p:txBody>
          <a:bodyPr/>
          <a:lstStyle/>
          <a:p>
            <a:endParaRPr lang="en-US" dirty="0"/>
          </a:p>
          <a:p>
            <a:fld id="{C0ABF30F-1156-4F41-8469-8F121BB9144A}" type="slidenum">
              <a:rPr lang="en-US" sz="1400" smtClean="0">
                <a:solidFill>
                  <a:schemeClr val="bg2"/>
                </a:solidFill>
              </a:rPr>
              <a:pPr/>
              <a:t>4</a:t>
            </a:fld>
            <a:endParaRPr lang="en-US" sz="1400" dirty="0">
              <a:solidFill>
                <a:schemeClr val="bg2"/>
              </a:solidFill>
            </a:endParaRPr>
          </a:p>
        </p:txBody>
      </p:sp>
      <p:graphicFrame>
        <p:nvGraphicFramePr>
          <p:cNvPr id="27" name="Diagram 26"/>
          <p:cNvGraphicFramePr/>
          <p:nvPr/>
        </p:nvGraphicFramePr>
        <p:xfrm>
          <a:off x="152400" y="1651000"/>
          <a:ext cx="990600"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Right Brace 2"/>
          <p:cNvSpPr/>
          <p:nvPr/>
        </p:nvSpPr>
        <p:spPr bwMode="auto">
          <a:xfrm>
            <a:off x="1143000" y="1655802"/>
            <a:ext cx="685800" cy="4059198"/>
          </a:xfrm>
          <a:prstGeom prst="rightBrace">
            <a:avLst>
              <a:gd name="adj1" fmla="val 8333"/>
              <a:gd name="adj2" fmla="val 50404"/>
            </a:avLst>
          </a:prstGeom>
          <a:noFill/>
          <a:ln w="4445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618641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1" name="Straight Connector 60"/>
          <p:cNvCxnSpPr/>
          <p:nvPr/>
        </p:nvCxnSpPr>
        <p:spPr>
          <a:xfrm flipH="1" flipV="1">
            <a:off x="8261430" y="3317544"/>
            <a:ext cx="6636" cy="835286"/>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7329778" y="3181938"/>
            <a:ext cx="916222" cy="1"/>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flipV="1">
            <a:off x="7329777" y="2253164"/>
            <a:ext cx="1" cy="928774"/>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7329777" y="2253164"/>
            <a:ext cx="428415" cy="0"/>
          </a:xfrm>
          <a:prstGeom prst="straightConnector1">
            <a:avLst/>
          </a:prstGeom>
          <a:ln w="38100">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685925" y="2470468"/>
            <a:ext cx="26670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1952625" y="2609986"/>
            <a:ext cx="0" cy="2038214"/>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H="1">
            <a:off x="1685925" y="4648200"/>
            <a:ext cx="266700" cy="0"/>
          </a:xfrm>
          <a:prstGeom prst="straightConnector1">
            <a:avLst/>
          </a:prstGeom>
          <a:ln w="38100">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19980" y="260132"/>
            <a:ext cx="8510588" cy="639762"/>
          </a:xfrm>
        </p:spPr>
        <p:txBody>
          <a:bodyPr>
            <a:normAutofit/>
          </a:bodyPr>
          <a:lstStyle/>
          <a:p>
            <a:pPr algn="l"/>
            <a:r>
              <a:rPr lang="en-US" sz="3000" dirty="0">
                <a:solidFill>
                  <a:srgbClr val="1770B1"/>
                </a:solidFill>
                <a:latin typeface="Garamond"/>
                <a:ea typeface="+mn-ea"/>
                <a:cs typeface="Garamond"/>
              </a:rPr>
              <a:t>EAM - Notifications and Work Orders Process</a:t>
            </a:r>
          </a:p>
        </p:txBody>
      </p:sp>
      <p:sp>
        <p:nvSpPr>
          <p:cNvPr id="7" name="Rectangle 6"/>
          <p:cNvSpPr/>
          <p:nvPr/>
        </p:nvSpPr>
        <p:spPr bwMode="auto">
          <a:xfrm>
            <a:off x="347662" y="838200"/>
            <a:ext cx="8542337" cy="320675"/>
          </a:xfrm>
          <a:prstGeom prst="rect">
            <a:avLst/>
          </a:prstGeom>
          <a:gradFill>
            <a:gsLst>
              <a:gs pos="29000">
                <a:schemeClr val="accent1"/>
              </a:gs>
              <a:gs pos="57000">
                <a:schemeClr val="bg1"/>
              </a:gs>
              <a:gs pos="100000">
                <a:schemeClr val="tx2">
                  <a:lumMod val="75000"/>
                </a:schemeClr>
              </a:gs>
            </a:gsLst>
            <a:lin ang="4200000" scaled="0"/>
          </a:gradFill>
          <a:ln w="9525" cap="flat" cmpd="sng" algn="ctr">
            <a:solidFill>
              <a:schemeClr val="tx1"/>
            </a:solidFill>
            <a:prstDash val="solid"/>
            <a:round/>
            <a:headEnd type="none" w="med" len="med"/>
            <a:tailEnd type="none" w="med" len="med"/>
          </a:ln>
          <a:effectLst/>
        </p:spPr>
        <p:txBody>
          <a:bodyPr anchor="ctr"/>
          <a:lstStyle/>
          <a:p>
            <a:pPr>
              <a:defRPr/>
            </a:pPr>
            <a:r>
              <a:rPr lang="en-US" sz="2000" b="1" dirty="0">
                <a:solidFill>
                  <a:schemeClr val="bg1"/>
                </a:solidFill>
                <a:latin typeface="Tahoma" pitchFamily="34" charset="0"/>
                <a:ea typeface="Tahoma" pitchFamily="34" charset="0"/>
                <a:cs typeface="Tahoma" pitchFamily="34" charset="0"/>
              </a:rPr>
              <a:t>Planner</a:t>
            </a:r>
          </a:p>
        </p:txBody>
      </p:sp>
      <p:grpSp>
        <p:nvGrpSpPr>
          <p:cNvPr id="4" name="Group 3"/>
          <p:cNvGrpSpPr/>
          <p:nvPr/>
        </p:nvGrpSpPr>
        <p:grpSpPr>
          <a:xfrm>
            <a:off x="324643" y="1257382"/>
            <a:ext cx="1408113" cy="1479550"/>
            <a:chOff x="6881470" y="1594306"/>
            <a:chExt cx="1408113" cy="1479550"/>
          </a:xfrm>
        </p:grpSpPr>
        <p:pic>
          <p:nvPicPr>
            <p:cNvPr id="5" name="Picture 126"/>
            <p:cNvPicPr>
              <a:picLocks noChangeAspect="1" noChangeArrowheads="1"/>
            </p:cNvPicPr>
            <p:nvPr/>
          </p:nvPicPr>
          <p:blipFill>
            <a:blip r:embed="rId3" cstate="print"/>
            <a:srcRect l="12015" t="9302" r="12404" b="12598"/>
            <a:stretch>
              <a:fillRect/>
            </a:stretch>
          </p:blipFill>
          <p:spPr bwMode="gray">
            <a:xfrm rot="20645083">
              <a:off x="6881470" y="1594306"/>
              <a:ext cx="1408113" cy="1479550"/>
            </a:xfrm>
            <a:prstGeom prst="rect">
              <a:avLst/>
            </a:prstGeom>
            <a:noFill/>
            <a:ln w="9525">
              <a:noFill/>
              <a:miter lim="800000"/>
              <a:headEnd/>
              <a:tailEnd/>
            </a:ln>
          </p:spPr>
        </p:pic>
        <p:pic>
          <p:nvPicPr>
            <p:cNvPr id="6" name="Picture 9"/>
            <p:cNvPicPr>
              <a:picLocks noChangeAspect="1" noChangeArrowheads="1"/>
            </p:cNvPicPr>
            <p:nvPr/>
          </p:nvPicPr>
          <p:blipFill>
            <a:blip r:embed="rId4" cstate="print"/>
            <a:srcRect/>
            <a:stretch>
              <a:fillRect/>
            </a:stretch>
          </p:blipFill>
          <p:spPr bwMode="auto">
            <a:xfrm>
              <a:off x="7082288" y="1808854"/>
              <a:ext cx="1006476" cy="998538"/>
            </a:xfrm>
            <a:prstGeom prst="rect">
              <a:avLst/>
            </a:prstGeom>
            <a:noFill/>
            <a:ln w="9525">
              <a:noFill/>
              <a:miter lim="800000"/>
              <a:headEnd/>
              <a:tailEnd/>
            </a:ln>
          </p:spPr>
        </p:pic>
      </p:grpSp>
      <p:sp>
        <p:nvSpPr>
          <p:cNvPr id="8" name="TextBox 7"/>
          <p:cNvSpPr txBox="1"/>
          <p:nvPr/>
        </p:nvSpPr>
        <p:spPr>
          <a:xfrm>
            <a:off x="148773" y="2649402"/>
            <a:ext cx="1857274" cy="954107"/>
          </a:xfrm>
          <a:prstGeom prst="rect">
            <a:avLst/>
          </a:prstGeom>
          <a:noFill/>
        </p:spPr>
        <p:txBody>
          <a:bodyPr wrap="square" rtlCol="0">
            <a:spAutoFit/>
          </a:bodyPr>
          <a:lstStyle/>
          <a:p>
            <a:pPr algn="ctr"/>
            <a:r>
              <a:rPr lang="en-US" sz="1400" dirty="0">
                <a:solidFill>
                  <a:srgbClr val="000000"/>
                </a:solidFill>
                <a:latin typeface="Tahoma" pitchFamily="34" charset="0"/>
                <a:ea typeface="Tahoma" pitchFamily="34" charset="0"/>
                <a:cs typeface="Tahoma" pitchFamily="34" charset="0"/>
              </a:rPr>
              <a:t>Reviews outstanding Notifications; prioritizes and assigns work orders</a:t>
            </a:r>
          </a:p>
        </p:txBody>
      </p:sp>
      <p:sp>
        <p:nvSpPr>
          <p:cNvPr id="10" name="Rectangle 9"/>
          <p:cNvSpPr/>
          <p:nvPr/>
        </p:nvSpPr>
        <p:spPr bwMode="auto">
          <a:xfrm>
            <a:off x="349468" y="3685032"/>
            <a:ext cx="8542337" cy="320675"/>
          </a:xfrm>
          <a:prstGeom prst="rect">
            <a:avLst/>
          </a:prstGeom>
          <a:gradFill>
            <a:gsLst>
              <a:gs pos="29000">
                <a:schemeClr val="tx2">
                  <a:lumMod val="60000"/>
                  <a:lumOff val="40000"/>
                </a:schemeClr>
              </a:gs>
              <a:gs pos="57000">
                <a:schemeClr val="bg1"/>
              </a:gs>
              <a:gs pos="100000">
                <a:schemeClr val="accent6">
                  <a:lumMod val="75000"/>
                </a:schemeClr>
              </a:gs>
            </a:gsLst>
            <a:lin ang="4200000" scaled="0"/>
          </a:gradFill>
          <a:ln w="9525" cap="flat" cmpd="sng" algn="ctr">
            <a:solidFill>
              <a:schemeClr val="tx1"/>
            </a:solidFill>
            <a:prstDash val="solid"/>
            <a:round/>
            <a:headEnd type="none" w="med" len="med"/>
            <a:tailEnd type="none" w="med" len="med"/>
          </a:ln>
          <a:effectLst/>
        </p:spPr>
        <p:txBody>
          <a:bodyPr anchor="ctr"/>
          <a:lstStyle/>
          <a:p>
            <a:pPr>
              <a:defRPr/>
            </a:pPr>
            <a:r>
              <a:rPr lang="en-US" sz="2000" b="1" dirty="0">
                <a:solidFill>
                  <a:schemeClr val="bg1"/>
                </a:solidFill>
                <a:latin typeface="Tahoma" pitchFamily="34" charset="0"/>
                <a:ea typeface="Tahoma" pitchFamily="34" charset="0"/>
                <a:cs typeface="Tahoma" pitchFamily="34" charset="0"/>
              </a:rPr>
              <a:t>Maintenance Technician</a:t>
            </a:r>
          </a:p>
        </p:txBody>
      </p:sp>
      <p:pic>
        <p:nvPicPr>
          <p:cNvPr id="16" name="Picture 126"/>
          <p:cNvPicPr>
            <a:picLocks noChangeAspect="1" noChangeArrowheads="1"/>
          </p:cNvPicPr>
          <p:nvPr/>
        </p:nvPicPr>
        <p:blipFill>
          <a:blip r:embed="rId3" cstate="print"/>
          <a:srcRect l="12015" t="9302" r="12404" b="12598"/>
          <a:stretch>
            <a:fillRect/>
          </a:stretch>
        </p:blipFill>
        <p:spPr bwMode="gray">
          <a:xfrm rot="20645083">
            <a:off x="2181887" y="4130566"/>
            <a:ext cx="1409700" cy="1479550"/>
          </a:xfrm>
          <a:prstGeom prst="rect">
            <a:avLst/>
          </a:prstGeom>
          <a:noFill/>
          <a:ln w="9525">
            <a:noFill/>
            <a:miter lim="800000"/>
            <a:headEnd/>
            <a:tailEnd/>
          </a:ln>
        </p:spPr>
      </p:pic>
      <p:sp>
        <p:nvSpPr>
          <p:cNvPr id="18" name="TextBox 17"/>
          <p:cNvSpPr txBox="1"/>
          <p:nvPr/>
        </p:nvSpPr>
        <p:spPr>
          <a:xfrm>
            <a:off x="2166057" y="5578366"/>
            <a:ext cx="1600202" cy="830997"/>
          </a:xfrm>
          <a:prstGeom prst="rect">
            <a:avLst/>
          </a:prstGeom>
          <a:noFill/>
        </p:spPr>
        <p:txBody>
          <a:bodyPr wrap="square" rtlCol="0">
            <a:spAutoFit/>
          </a:bodyPr>
          <a:lstStyle/>
          <a:p>
            <a:pPr algn="ctr"/>
            <a:r>
              <a:rPr lang="en-US" sz="1200" dirty="0">
                <a:latin typeface="Tahoma" pitchFamily="34" charset="0"/>
                <a:ea typeface="Tahoma" pitchFamily="34" charset="0"/>
                <a:cs typeface="Tahoma" pitchFamily="34" charset="0"/>
              </a:rPr>
              <a:t>Obtains </a:t>
            </a:r>
            <a:r>
              <a:rPr lang="en-US" sz="1200" dirty="0">
                <a:solidFill>
                  <a:srgbClr val="000000"/>
                </a:solidFill>
                <a:latin typeface="Tahoma" pitchFamily="34" charset="0"/>
                <a:ea typeface="Tahoma" pitchFamily="34" charset="0"/>
                <a:cs typeface="Tahoma" pitchFamily="34" charset="0"/>
              </a:rPr>
              <a:t>Necessary parts from Inventory or checks rolling inventory</a:t>
            </a:r>
          </a:p>
        </p:txBody>
      </p:sp>
      <p:pic>
        <p:nvPicPr>
          <p:cNvPr id="12" name="Picture 126"/>
          <p:cNvPicPr>
            <a:picLocks noChangeAspect="1" noChangeArrowheads="1"/>
          </p:cNvPicPr>
          <p:nvPr/>
        </p:nvPicPr>
        <p:blipFill>
          <a:blip r:embed="rId3" cstate="print"/>
          <a:srcRect l="12015" t="9302" r="12404" b="12598"/>
          <a:stretch>
            <a:fillRect/>
          </a:stretch>
        </p:blipFill>
        <p:spPr bwMode="gray">
          <a:xfrm rot="20645083">
            <a:off x="402937" y="4130566"/>
            <a:ext cx="1408112" cy="1479550"/>
          </a:xfrm>
          <a:prstGeom prst="rect">
            <a:avLst/>
          </a:prstGeom>
          <a:noFill/>
          <a:ln w="9525">
            <a:noFill/>
            <a:miter lim="800000"/>
            <a:headEnd/>
            <a:tailEnd/>
          </a:ln>
        </p:spPr>
      </p:pic>
      <p:grpSp>
        <p:nvGrpSpPr>
          <p:cNvPr id="20" name="Group 34"/>
          <p:cNvGrpSpPr>
            <a:grpSpLocks/>
          </p:cNvGrpSpPr>
          <p:nvPr/>
        </p:nvGrpSpPr>
        <p:grpSpPr bwMode="auto">
          <a:xfrm>
            <a:off x="3975985" y="4130566"/>
            <a:ext cx="1408113" cy="1479550"/>
            <a:chOff x="3910013" y="4508500"/>
            <a:chExt cx="1408112" cy="1479550"/>
          </a:xfrm>
        </p:grpSpPr>
        <p:pic>
          <p:nvPicPr>
            <p:cNvPr id="22" name="Picture 4"/>
            <p:cNvPicPr>
              <a:picLocks noChangeAspect="1" noChangeArrowheads="1"/>
            </p:cNvPicPr>
            <p:nvPr/>
          </p:nvPicPr>
          <p:blipFill>
            <a:blip r:embed="rId5" cstate="print"/>
            <a:srcRect/>
            <a:stretch>
              <a:fillRect/>
            </a:stretch>
          </p:blipFill>
          <p:spPr bwMode="auto">
            <a:xfrm>
              <a:off x="4343400" y="4876800"/>
              <a:ext cx="469900" cy="811213"/>
            </a:xfrm>
            <a:prstGeom prst="rect">
              <a:avLst/>
            </a:prstGeom>
            <a:noFill/>
            <a:ln w="9525">
              <a:noFill/>
              <a:miter lim="800000"/>
              <a:headEnd/>
              <a:tailEnd/>
            </a:ln>
          </p:spPr>
        </p:pic>
        <p:pic>
          <p:nvPicPr>
            <p:cNvPr id="21" name="Picture 126"/>
            <p:cNvPicPr>
              <a:picLocks noChangeAspect="1" noChangeArrowheads="1"/>
            </p:cNvPicPr>
            <p:nvPr/>
          </p:nvPicPr>
          <p:blipFill>
            <a:blip r:embed="rId3" cstate="print"/>
            <a:srcRect l="12015" t="9302" r="12404" b="12598"/>
            <a:stretch>
              <a:fillRect/>
            </a:stretch>
          </p:blipFill>
          <p:spPr bwMode="gray">
            <a:xfrm rot="-954917">
              <a:off x="3910013" y="4508500"/>
              <a:ext cx="1408112" cy="1479550"/>
            </a:xfrm>
            <a:prstGeom prst="rect">
              <a:avLst/>
            </a:prstGeom>
            <a:noFill/>
            <a:ln w="9525">
              <a:noFill/>
              <a:miter lim="800000"/>
              <a:headEnd/>
              <a:tailEnd/>
            </a:ln>
          </p:spPr>
        </p:pic>
      </p:grpSp>
      <p:sp>
        <p:nvSpPr>
          <p:cNvPr id="25" name="TextBox 24"/>
          <p:cNvSpPr txBox="1"/>
          <p:nvPr/>
        </p:nvSpPr>
        <p:spPr>
          <a:xfrm>
            <a:off x="3886198" y="5574768"/>
            <a:ext cx="1600202" cy="1046440"/>
          </a:xfrm>
          <a:prstGeom prst="rect">
            <a:avLst/>
          </a:prstGeom>
          <a:noFill/>
        </p:spPr>
        <p:txBody>
          <a:bodyPr wrap="square" rtlCol="0">
            <a:spAutoFit/>
          </a:bodyPr>
          <a:lstStyle/>
          <a:p>
            <a:pPr algn="ctr"/>
            <a:r>
              <a:rPr lang="en-US" sz="1200" dirty="0">
                <a:solidFill>
                  <a:srgbClr val="000000"/>
                </a:solidFill>
                <a:latin typeface="Tahoma" pitchFamily="34" charset="0"/>
                <a:ea typeface="Tahoma" pitchFamily="34" charset="0"/>
                <a:cs typeface="Tahoma" pitchFamily="34" charset="0"/>
              </a:rPr>
              <a:t>Performs work, tracking actual parts used and time required</a:t>
            </a:r>
          </a:p>
          <a:p>
            <a:pPr algn="ctr"/>
            <a:endParaRPr lang="en-US" sz="1400" dirty="0">
              <a:solidFill>
                <a:srgbClr val="000000"/>
              </a:solidFill>
              <a:latin typeface="Tahoma" pitchFamily="34" charset="0"/>
              <a:ea typeface="Tahoma" pitchFamily="34" charset="0"/>
              <a:cs typeface="Tahoma" pitchFamily="34" charset="0"/>
            </a:endParaRPr>
          </a:p>
        </p:txBody>
      </p:sp>
      <p:pic>
        <p:nvPicPr>
          <p:cNvPr id="29" name="Picture 2" descr="Picture1"/>
          <p:cNvPicPr>
            <a:picLocks noChangeAspect="1" noChangeArrowheads="1"/>
          </p:cNvPicPr>
          <p:nvPr/>
        </p:nvPicPr>
        <p:blipFill>
          <a:blip r:embed="rId6" cstate="print">
            <a:duotone>
              <a:prstClr val="black"/>
              <a:schemeClr val="accent1">
                <a:tint val="45000"/>
                <a:satMod val="400000"/>
              </a:schemeClr>
            </a:duotone>
          </a:blip>
          <a:srcRect/>
          <a:stretch>
            <a:fillRect/>
          </a:stretch>
        </p:blipFill>
        <p:spPr bwMode="gray">
          <a:xfrm>
            <a:off x="1685925" y="4743341"/>
            <a:ext cx="533400" cy="254000"/>
          </a:xfrm>
          <a:prstGeom prst="rect">
            <a:avLst/>
          </a:prstGeom>
          <a:noFill/>
          <a:ln w="9525">
            <a:noFill/>
            <a:miter lim="800000"/>
            <a:headEnd/>
            <a:tailEnd/>
          </a:ln>
        </p:spPr>
      </p:pic>
      <p:pic>
        <p:nvPicPr>
          <p:cNvPr id="30" name="Picture 2" descr="Picture1"/>
          <p:cNvPicPr>
            <a:picLocks noChangeAspect="1" noChangeArrowheads="1"/>
          </p:cNvPicPr>
          <p:nvPr/>
        </p:nvPicPr>
        <p:blipFill>
          <a:blip r:embed="rId6" cstate="print">
            <a:duotone>
              <a:prstClr val="black"/>
              <a:schemeClr val="accent1">
                <a:tint val="45000"/>
                <a:satMod val="400000"/>
              </a:schemeClr>
            </a:duotone>
          </a:blip>
          <a:srcRect/>
          <a:stretch>
            <a:fillRect/>
          </a:stretch>
        </p:blipFill>
        <p:spPr bwMode="gray">
          <a:xfrm>
            <a:off x="3481677" y="4804484"/>
            <a:ext cx="533400" cy="254000"/>
          </a:xfrm>
          <a:prstGeom prst="rect">
            <a:avLst/>
          </a:prstGeom>
          <a:noFill/>
          <a:ln w="9525">
            <a:noFill/>
            <a:miter lim="800000"/>
            <a:headEnd/>
            <a:tailEnd/>
          </a:ln>
        </p:spPr>
      </p:pic>
      <p:pic>
        <p:nvPicPr>
          <p:cNvPr id="34" name="Picture 126"/>
          <p:cNvPicPr>
            <a:picLocks noChangeAspect="1" noChangeArrowheads="1"/>
          </p:cNvPicPr>
          <p:nvPr/>
        </p:nvPicPr>
        <p:blipFill>
          <a:blip r:embed="rId3" cstate="print"/>
          <a:srcRect l="12015" t="9302" r="12404" b="12598"/>
          <a:stretch>
            <a:fillRect/>
          </a:stretch>
        </p:blipFill>
        <p:spPr bwMode="gray">
          <a:xfrm rot="20645083">
            <a:off x="5804785" y="4124325"/>
            <a:ext cx="1408113" cy="1479550"/>
          </a:xfrm>
          <a:prstGeom prst="rect">
            <a:avLst/>
          </a:prstGeom>
          <a:noFill/>
          <a:ln w="9525">
            <a:noFill/>
            <a:miter lim="800000"/>
            <a:headEnd/>
            <a:tailEnd/>
          </a:ln>
        </p:spPr>
      </p:pic>
      <p:sp>
        <p:nvSpPr>
          <p:cNvPr id="33" name="TextBox 32"/>
          <p:cNvSpPr txBox="1"/>
          <p:nvPr/>
        </p:nvSpPr>
        <p:spPr>
          <a:xfrm>
            <a:off x="5422392" y="5568527"/>
            <a:ext cx="2286000" cy="1015663"/>
          </a:xfrm>
          <a:prstGeom prst="rect">
            <a:avLst/>
          </a:prstGeom>
          <a:noFill/>
        </p:spPr>
        <p:txBody>
          <a:bodyPr wrap="square" rtlCol="0">
            <a:spAutoFit/>
          </a:bodyPr>
          <a:lstStyle/>
          <a:p>
            <a:pPr algn="ctr"/>
            <a:r>
              <a:rPr lang="en-US" sz="1200" dirty="0">
                <a:solidFill>
                  <a:srgbClr val="000000"/>
                </a:solidFill>
                <a:latin typeface="Tahoma" pitchFamily="34" charset="0"/>
                <a:ea typeface="Tahoma" pitchFamily="34" charset="0"/>
                <a:cs typeface="Tahoma" pitchFamily="34" charset="0"/>
              </a:rPr>
              <a:t>Closes work order using ECC with listing of components used and time taken; moves on to next work order and repeats process</a:t>
            </a:r>
          </a:p>
        </p:txBody>
      </p:sp>
      <p:pic>
        <p:nvPicPr>
          <p:cNvPr id="36" name="Picture 2" descr="Picture1"/>
          <p:cNvPicPr>
            <a:picLocks noChangeAspect="1" noChangeArrowheads="1"/>
          </p:cNvPicPr>
          <p:nvPr/>
        </p:nvPicPr>
        <p:blipFill>
          <a:blip r:embed="rId6" cstate="print">
            <a:duotone>
              <a:prstClr val="black"/>
              <a:schemeClr val="accent1">
                <a:tint val="45000"/>
                <a:satMod val="400000"/>
              </a:schemeClr>
            </a:duotone>
          </a:blip>
          <a:srcRect/>
          <a:stretch>
            <a:fillRect/>
          </a:stretch>
        </p:blipFill>
        <p:spPr bwMode="gray">
          <a:xfrm>
            <a:off x="5310477" y="4798243"/>
            <a:ext cx="533400" cy="254000"/>
          </a:xfrm>
          <a:prstGeom prst="rect">
            <a:avLst/>
          </a:prstGeom>
          <a:noFill/>
          <a:ln w="9525">
            <a:noFill/>
            <a:miter lim="800000"/>
            <a:headEnd/>
            <a:tailEnd/>
          </a:ln>
        </p:spPr>
      </p:pic>
      <p:pic>
        <p:nvPicPr>
          <p:cNvPr id="42" name="Picture 126"/>
          <p:cNvPicPr>
            <a:picLocks noChangeAspect="1" noChangeArrowheads="1"/>
          </p:cNvPicPr>
          <p:nvPr/>
        </p:nvPicPr>
        <p:blipFill>
          <a:blip r:embed="rId3" cstate="print"/>
          <a:srcRect l="12015" t="9302" r="12404" b="12598"/>
          <a:stretch>
            <a:fillRect/>
          </a:stretch>
        </p:blipFill>
        <p:spPr bwMode="gray">
          <a:xfrm rot="20645083">
            <a:off x="7557385" y="4114800"/>
            <a:ext cx="1408113" cy="1479550"/>
          </a:xfrm>
          <a:prstGeom prst="rect">
            <a:avLst/>
          </a:prstGeom>
          <a:noFill/>
          <a:ln w="9525">
            <a:noFill/>
            <a:miter lim="800000"/>
            <a:headEnd/>
            <a:tailEnd/>
          </a:ln>
        </p:spPr>
      </p:pic>
      <p:sp>
        <p:nvSpPr>
          <p:cNvPr id="43" name="TextBox 42"/>
          <p:cNvSpPr txBox="1"/>
          <p:nvPr/>
        </p:nvSpPr>
        <p:spPr>
          <a:xfrm>
            <a:off x="7467598" y="5559002"/>
            <a:ext cx="1600202" cy="646331"/>
          </a:xfrm>
          <a:prstGeom prst="rect">
            <a:avLst/>
          </a:prstGeom>
          <a:noFill/>
        </p:spPr>
        <p:txBody>
          <a:bodyPr wrap="square" rtlCol="0">
            <a:spAutoFit/>
          </a:bodyPr>
          <a:lstStyle/>
          <a:p>
            <a:pPr algn="ctr"/>
            <a:r>
              <a:rPr lang="en-US" sz="1200" dirty="0">
                <a:solidFill>
                  <a:srgbClr val="000000"/>
                </a:solidFill>
                <a:latin typeface="Tahoma" pitchFamily="34" charset="0"/>
                <a:ea typeface="Tahoma" pitchFamily="34" charset="0"/>
                <a:cs typeface="Tahoma" pitchFamily="34" charset="0"/>
              </a:rPr>
              <a:t>End of day returns unused inventory to stock, if applicable.</a:t>
            </a:r>
          </a:p>
        </p:txBody>
      </p:sp>
      <p:pic>
        <p:nvPicPr>
          <p:cNvPr id="44" name="Picture 2" descr="Picture1"/>
          <p:cNvPicPr>
            <a:picLocks noChangeAspect="1" noChangeArrowheads="1"/>
          </p:cNvPicPr>
          <p:nvPr/>
        </p:nvPicPr>
        <p:blipFill>
          <a:blip r:embed="rId6" cstate="print">
            <a:duotone>
              <a:prstClr val="black"/>
              <a:schemeClr val="accent1">
                <a:tint val="45000"/>
                <a:satMod val="400000"/>
              </a:schemeClr>
            </a:duotone>
          </a:blip>
          <a:srcRect/>
          <a:stretch>
            <a:fillRect/>
          </a:stretch>
        </p:blipFill>
        <p:spPr bwMode="gray">
          <a:xfrm>
            <a:off x="7063077" y="4788718"/>
            <a:ext cx="533400" cy="254000"/>
          </a:xfrm>
          <a:prstGeom prst="rect">
            <a:avLst/>
          </a:prstGeom>
          <a:noFill/>
          <a:ln w="9525">
            <a:noFill/>
            <a:miter lim="800000"/>
            <a:headEnd/>
            <a:tailEnd/>
          </a:ln>
        </p:spPr>
      </p:pic>
      <p:pic>
        <p:nvPicPr>
          <p:cNvPr id="45" name="Picture 7"/>
          <p:cNvPicPr>
            <a:picLocks noChangeAspect="1" noChangeArrowheads="1"/>
          </p:cNvPicPr>
          <p:nvPr/>
        </p:nvPicPr>
        <p:blipFill>
          <a:blip r:embed="rId7" cstate="print"/>
          <a:srcRect/>
          <a:stretch>
            <a:fillRect/>
          </a:stretch>
        </p:blipFill>
        <p:spPr bwMode="auto">
          <a:xfrm>
            <a:off x="7848600" y="4378990"/>
            <a:ext cx="838930" cy="982703"/>
          </a:xfrm>
          <a:prstGeom prst="rect">
            <a:avLst/>
          </a:prstGeom>
          <a:noFill/>
          <a:ln w="9525">
            <a:noFill/>
            <a:miter lim="800000"/>
            <a:headEnd/>
            <a:tailEnd/>
          </a:ln>
        </p:spPr>
      </p:pic>
      <p:grpSp>
        <p:nvGrpSpPr>
          <p:cNvPr id="54" name="Group 53"/>
          <p:cNvGrpSpPr/>
          <p:nvPr/>
        </p:nvGrpSpPr>
        <p:grpSpPr>
          <a:xfrm>
            <a:off x="7557374" y="1255832"/>
            <a:ext cx="1408113" cy="1479550"/>
            <a:chOff x="6881470" y="1594306"/>
            <a:chExt cx="1408113" cy="1479550"/>
          </a:xfrm>
        </p:grpSpPr>
        <p:pic>
          <p:nvPicPr>
            <p:cNvPr id="56" name="Picture 126"/>
            <p:cNvPicPr>
              <a:picLocks noChangeAspect="1" noChangeArrowheads="1"/>
            </p:cNvPicPr>
            <p:nvPr/>
          </p:nvPicPr>
          <p:blipFill>
            <a:blip r:embed="rId3" cstate="print"/>
            <a:srcRect l="12015" t="9302" r="12404" b="12598"/>
            <a:stretch>
              <a:fillRect/>
            </a:stretch>
          </p:blipFill>
          <p:spPr bwMode="gray">
            <a:xfrm rot="20645083">
              <a:off x="6881470" y="1594306"/>
              <a:ext cx="1408113" cy="1479550"/>
            </a:xfrm>
            <a:prstGeom prst="rect">
              <a:avLst/>
            </a:prstGeom>
            <a:noFill/>
            <a:ln w="9525">
              <a:noFill/>
              <a:miter lim="800000"/>
              <a:headEnd/>
              <a:tailEnd/>
            </a:ln>
          </p:spPr>
        </p:pic>
        <p:pic>
          <p:nvPicPr>
            <p:cNvPr id="57" name="Picture 9"/>
            <p:cNvPicPr>
              <a:picLocks noChangeAspect="1" noChangeArrowheads="1"/>
            </p:cNvPicPr>
            <p:nvPr/>
          </p:nvPicPr>
          <p:blipFill>
            <a:blip r:embed="rId4" cstate="print"/>
            <a:srcRect/>
            <a:stretch>
              <a:fillRect/>
            </a:stretch>
          </p:blipFill>
          <p:spPr bwMode="auto">
            <a:xfrm>
              <a:off x="7082288" y="1808854"/>
              <a:ext cx="1006476" cy="998538"/>
            </a:xfrm>
            <a:prstGeom prst="rect">
              <a:avLst/>
            </a:prstGeom>
            <a:noFill/>
            <a:ln w="9525">
              <a:noFill/>
              <a:miter lim="800000"/>
              <a:headEnd/>
              <a:tailEnd/>
            </a:ln>
          </p:spPr>
        </p:pic>
      </p:grpSp>
      <p:sp>
        <p:nvSpPr>
          <p:cNvPr id="55" name="TextBox 54"/>
          <p:cNvSpPr txBox="1"/>
          <p:nvPr/>
        </p:nvSpPr>
        <p:spPr>
          <a:xfrm>
            <a:off x="7384815" y="2649402"/>
            <a:ext cx="1731753" cy="523220"/>
          </a:xfrm>
          <a:prstGeom prst="rect">
            <a:avLst/>
          </a:prstGeom>
          <a:noFill/>
        </p:spPr>
        <p:txBody>
          <a:bodyPr wrap="square" rtlCol="0">
            <a:spAutoFit/>
          </a:bodyPr>
          <a:lstStyle/>
          <a:p>
            <a:pPr algn="ctr"/>
            <a:r>
              <a:rPr lang="en-US" sz="1400" dirty="0">
                <a:solidFill>
                  <a:srgbClr val="000000"/>
                </a:solidFill>
                <a:latin typeface="Tahoma" pitchFamily="34" charset="0"/>
                <a:ea typeface="Tahoma" pitchFamily="34" charset="0"/>
                <a:cs typeface="Tahoma" pitchFamily="34" charset="0"/>
              </a:rPr>
              <a:t>Performs final sign-off on work orders</a:t>
            </a:r>
          </a:p>
        </p:txBody>
      </p:sp>
      <p:pic>
        <p:nvPicPr>
          <p:cNvPr id="70" name="Picture 126"/>
          <p:cNvPicPr>
            <a:picLocks noChangeAspect="1" noChangeArrowheads="1"/>
          </p:cNvPicPr>
          <p:nvPr/>
        </p:nvPicPr>
        <p:blipFill>
          <a:blip r:embed="rId3" cstate="print"/>
          <a:srcRect l="12015" t="9302" r="12404" b="12598"/>
          <a:stretch>
            <a:fillRect/>
          </a:stretch>
        </p:blipFill>
        <p:spPr bwMode="gray">
          <a:xfrm rot="20645083">
            <a:off x="2667000" y="1225411"/>
            <a:ext cx="1408113" cy="1479550"/>
          </a:xfrm>
          <a:prstGeom prst="rect">
            <a:avLst/>
          </a:prstGeom>
          <a:noFill/>
          <a:ln w="9525">
            <a:noFill/>
            <a:miter lim="800000"/>
            <a:headEnd/>
            <a:tailEnd/>
          </a:ln>
        </p:spPr>
      </p:pic>
      <p:pic>
        <p:nvPicPr>
          <p:cNvPr id="71" name="Picture 13" descr="D:\Documents and Settings\kkolaganti\My Documents\My Themes\Clipart\Over4000HighQualityPNGIcons\8000 High Quality PNG Icons\Application (35).png"/>
          <p:cNvPicPr>
            <a:picLocks noChangeAspect="1" noChangeArrowheads="1"/>
          </p:cNvPicPr>
          <p:nvPr/>
        </p:nvPicPr>
        <p:blipFill>
          <a:blip r:embed="rId8" cstate="print"/>
          <a:srcRect/>
          <a:stretch>
            <a:fillRect/>
          </a:stretch>
        </p:blipFill>
        <p:spPr bwMode="auto">
          <a:xfrm>
            <a:off x="3024187" y="1599724"/>
            <a:ext cx="803276" cy="803275"/>
          </a:xfrm>
          <a:prstGeom prst="rect">
            <a:avLst/>
          </a:prstGeom>
          <a:noFill/>
          <a:ln w="9525">
            <a:noFill/>
            <a:miter lim="800000"/>
            <a:headEnd/>
            <a:tailEnd/>
          </a:ln>
        </p:spPr>
      </p:pic>
      <p:sp>
        <p:nvSpPr>
          <p:cNvPr id="72" name="TextBox 71"/>
          <p:cNvSpPr txBox="1"/>
          <p:nvPr/>
        </p:nvSpPr>
        <p:spPr>
          <a:xfrm>
            <a:off x="2331720" y="2756082"/>
            <a:ext cx="2129028" cy="738664"/>
          </a:xfrm>
          <a:prstGeom prst="rect">
            <a:avLst/>
          </a:prstGeom>
          <a:noFill/>
        </p:spPr>
        <p:txBody>
          <a:bodyPr wrap="square" rtlCol="0">
            <a:spAutoFit/>
          </a:bodyPr>
          <a:lstStyle/>
          <a:p>
            <a:pPr algn="ctr"/>
            <a:r>
              <a:rPr lang="en-US" sz="1400" dirty="0">
                <a:solidFill>
                  <a:srgbClr val="000000"/>
                </a:solidFill>
                <a:latin typeface="Tahoma" pitchFamily="34" charset="0"/>
                <a:ea typeface="Tahoma" pitchFamily="34" charset="0"/>
                <a:cs typeface="Tahoma" pitchFamily="34" charset="0"/>
              </a:rPr>
              <a:t>Schedules Planned Maintenance and routine repairs/operations</a:t>
            </a:r>
          </a:p>
        </p:txBody>
      </p:sp>
      <p:pic>
        <p:nvPicPr>
          <p:cNvPr id="75" name="Picture 126"/>
          <p:cNvPicPr>
            <a:picLocks noChangeAspect="1" noChangeArrowheads="1"/>
          </p:cNvPicPr>
          <p:nvPr/>
        </p:nvPicPr>
        <p:blipFill>
          <a:blip r:embed="rId3" cstate="print"/>
          <a:srcRect l="12015" t="9302" r="12404" b="12598"/>
          <a:stretch>
            <a:fillRect/>
          </a:stretch>
        </p:blipFill>
        <p:spPr bwMode="gray">
          <a:xfrm rot="19745083">
            <a:off x="4908256" y="1226069"/>
            <a:ext cx="1408113" cy="1479550"/>
          </a:xfrm>
          <a:prstGeom prst="rect">
            <a:avLst/>
          </a:prstGeom>
          <a:noFill/>
          <a:ln w="9525">
            <a:noFill/>
            <a:miter lim="800000"/>
            <a:headEnd/>
            <a:tailEnd/>
          </a:ln>
        </p:spPr>
      </p:pic>
      <p:sp>
        <p:nvSpPr>
          <p:cNvPr id="77" name="TextBox 76"/>
          <p:cNvSpPr txBox="1"/>
          <p:nvPr/>
        </p:nvSpPr>
        <p:spPr>
          <a:xfrm>
            <a:off x="4832056" y="2756740"/>
            <a:ext cx="1600202" cy="523220"/>
          </a:xfrm>
          <a:prstGeom prst="rect">
            <a:avLst/>
          </a:prstGeom>
          <a:noFill/>
        </p:spPr>
        <p:txBody>
          <a:bodyPr wrap="square" rtlCol="0">
            <a:spAutoFit/>
          </a:bodyPr>
          <a:lstStyle/>
          <a:p>
            <a:pPr algn="ctr"/>
            <a:r>
              <a:rPr lang="en-US" sz="1400" dirty="0">
                <a:solidFill>
                  <a:srgbClr val="000000"/>
                </a:solidFill>
                <a:latin typeface="Tahoma" pitchFamily="34" charset="0"/>
                <a:ea typeface="Tahoma" pitchFamily="34" charset="0"/>
                <a:cs typeface="Tahoma" pitchFamily="34" charset="0"/>
              </a:rPr>
              <a:t>Performs Analytics</a:t>
            </a:r>
          </a:p>
        </p:txBody>
      </p:sp>
      <p:pic>
        <p:nvPicPr>
          <p:cNvPr id="78" name="Picture 201" descr="MCj04348290000[1]"/>
          <p:cNvPicPr>
            <a:picLocks noChangeAspect="1" noChangeArrowheads="1"/>
          </p:cNvPicPr>
          <p:nvPr/>
        </p:nvPicPr>
        <p:blipFill>
          <a:blip r:embed="rId9" cstate="print"/>
          <a:srcRect/>
          <a:stretch>
            <a:fillRect/>
          </a:stretch>
        </p:blipFill>
        <p:spPr bwMode="auto">
          <a:xfrm>
            <a:off x="5182986" y="1488598"/>
            <a:ext cx="1025525" cy="1025525"/>
          </a:xfrm>
          <a:prstGeom prst="rect">
            <a:avLst/>
          </a:prstGeom>
          <a:noFill/>
          <a:ln w="9525">
            <a:noFill/>
            <a:miter lim="800000"/>
            <a:headEnd/>
            <a:tailEnd/>
          </a:ln>
        </p:spPr>
      </p:pic>
      <p:cxnSp>
        <p:nvCxnSpPr>
          <p:cNvPr id="35" name="Straight Arrow Connector 34"/>
          <p:cNvCxnSpPr/>
          <p:nvPr/>
        </p:nvCxnSpPr>
        <p:spPr>
          <a:xfrm flipH="1">
            <a:off x="6208511" y="1599724"/>
            <a:ext cx="1587093" cy="0"/>
          </a:xfrm>
          <a:prstGeom prst="straightConnector1">
            <a:avLst/>
          </a:prstGeom>
          <a:ln w="38100">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62" name="Picture 4" descr="C:\Users\lBrendemuehl\Documents\Lisa Personal\Kumar's store\8000 High Quality PNG Icons\AirPort Utility.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770284" y="2236262"/>
            <a:ext cx="421832" cy="421832"/>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4" descr="C:\Users\lBrendemuehl\Documents\Lisa Personal\Kumar's store\8000 High Quality PNG Icons\AirPort Utility.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57150" y="3140731"/>
            <a:ext cx="421832" cy="421832"/>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Picture1"/>
          <p:cNvPicPr>
            <a:picLocks noChangeAspect="1" noChangeArrowheads="1"/>
          </p:cNvPicPr>
          <p:nvPr/>
        </p:nvPicPr>
        <p:blipFill>
          <a:blip r:embed="rId6" cstate="print">
            <a:duotone>
              <a:prstClr val="black"/>
              <a:schemeClr val="accent1">
                <a:tint val="45000"/>
                <a:satMod val="400000"/>
              </a:schemeClr>
            </a:duotone>
          </a:blip>
          <a:srcRect/>
          <a:stretch>
            <a:fillRect/>
          </a:stretch>
        </p:blipFill>
        <p:spPr bwMode="gray">
          <a:xfrm>
            <a:off x="1696816" y="1704158"/>
            <a:ext cx="990600" cy="530981"/>
          </a:xfrm>
          <a:prstGeom prst="rect">
            <a:avLst/>
          </a:prstGeom>
          <a:noFill/>
          <a:ln w="9525">
            <a:noFill/>
            <a:miter lim="800000"/>
            <a:headEnd/>
            <a:tailEnd/>
          </a:ln>
        </p:spPr>
      </p:pic>
      <p:pic>
        <p:nvPicPr>
          <p:cNvPr id="79" name="Picture 2" descr="Picture1"/>
          <p:cNvPicPr>
            <a:picLocks noChangeAspect="1" noChangeArrowheads="1"/>
          </p:cNvPicPr>
          <p:nvPr/>
        </p:nvPicPr>
        <p:blipFill>
          <a:blip r:embed="rId6" cstate="print">
            <a:duotone>
              <a:prstClr val="black"/>
              <a:schemeClr val="accent1">
                <a:tint val="45000"/>
                <a:satMod val="400000"/>
              </a:schemeClr>
            </a:duotone>
          </a:blip>
          <a:srcRect/>
          <a:stretch>
            <a:fillRect/>
          </a:stretch>
        </p:blipFill>
        <p:spPr bwMode="gray">
          <a:xfrm>
            <a:off x="3965448" y="1689282"/>
            <a:ext cx="990600" cy="530981"/>
          </a:xfrm>
          <a:prstGeom prst="rect">
            <a:avLst/>
          </a:prstGeom>
          <a:noFill/>
          <a:ln w="9525">
            <a:noFill/>
            <a:miter lim="800000"/>
            <a:headEnd/>
            <a:tailEnd/>
          </a:ln>
        </p:spPr>
      </p:pic>
      <p:pic>
        <p:nvPicPr>
          <p:cNvPr id="80" name="Picture 2" descr="C:\Users\lBrendemuehl\AppData\Local\Microsoft\Windows\Temporary Internet Files\Content.IE5\H88786ZN\MC900034504[1].wmf"/>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523104" y="4455580"/>
            <a:ext cx="727266" cy="897783"/>
          </a:xfrm>
          <a:prstGeom prst="rect">
            <a:avLst/>
          </a:prstGeom>
          <a:noFill/>
          <a:extLst>
            <a:ext uri="{909E8E84-426E-40DD-AFC4-6F175D3DCCD1}">
              <a14:hiddenFill xmlns:a14="http://schemas.microsoft.com/office/drawing/2010/main">
                <a:solidFill>
                  <a:srgbClr val="FFFFFF"/>
                </a:solidFill>
              </a14:hiddenFill>
            </a:ext>
          </a:extLst>
        </p:spPr>
      </p:pic>
      <p:grpSp>
        <p:nvGrpSpPr>
          <p:cNvPr id="68" name="Group 67"/>
          <p:cNvGrpSpPr/>
          <p:nvPr/>
        </p:nvGrpSpPr>
        <p:grpSpPr>
          <a:xfrm>
            <a:off x="381000" y="4114800"/>
            <a:ext cx="1408113" cy="1479550"/>
            <a:chOff x="6881470" y="1594306"/>
            <a:chExt cx="1408113" cy="1479550"/>
          </a:xfrm>
        </p:grpSpPr>
        <p:pic>
          <p:nvPicPr>
            <p:cNvPr id="69" name="Picture 126"/>
            <p:cNvPicPr>
              <a:picLocks noChangeAspect="1" noChangeArrowheads="1"/>
            </p:cNvPicPr>
            <p:nvPr/>
          </p:nvPicPr>
          <p:blipFill>
            <a:blip r:embed="rId3" cstate="print"/>
            <a:srcRect l="12015" t="9302" r="12404" b="12598"/>
            <a:stretch>
              <a:fillRect/>
            </a:stretch>
          </p:blipFill>
          <p:spPr bwMode="gray">
            <a:xfrm rot="20645083">
              <a:off x="6881470" y="1594306"/>
              <a:ext cx="1408113" cy="1479550"/>
            </a:xfrm>
            <a:prstGeom prst="rect">
              <a:avLst/>
            </a:prstGeom>
            <a:noFill/>
            <a:ln w="9525">
              <a:noFill/>
              <a:miter lim="800000"/>
              <a:headEnd/>
              <a:tailEnd/>
            </a:ln>
          </p:spPr>
        </p:pic>
        <p:pic>
          <p:nvPicPr>
            <p:cNvPr id="73" name="Picture 9"/>
            <p:cNvPicPr>
              <a:picLocks noChangeAspect="1" noChangeArrowheads="1"/>
            </p:cNvPicPr>
            <p:nvPr/>
          </p:nvPicPr>
          <p:blipFill>
            <a:blip r:embed="rId4" cstate="print"/>
            <a:srcRect/>
            <a:stretch>
              <a:fillRect/>
            </a:stretch>
          </p:blipFill>
          <p:spPr bwMode="auto">
            <a:xfrm>
              <a:off x="7082288" y="1808854"/>
              <a:ext cx="1006476" cy="998538"/>
            </a:xfrm>
            <a:prstGeom prst="rect">
              <a:avLst/>
            </a:prstGeom>
            <a:noFill/>
            <a:ln w="9525">
              <a:noFill/>
              <a:miter lim="800000"/>
              <a:headEnd/>
              <a:tailEnd/>
            </a:ln>
          </p:spPr>
        </p:pic>
      </p:grpSp>
      <p:sp>
        <p:nvSpPr>
          <p:cNvPr id="76" name="TextBox 75"/>
          <p:cNvSpPr txBox="1"/>
          <p:nvPr/>
        </p:nvSpPr>
        <p:spPr>
          <a:xfrm>
            <a:off x="308424" y="5578366"/>
            <a:ext cx="1600202" cy="646331"/>
          </a:xfrm>
          <a:prstGeom prst="rect">
            <a:avLst/>
          </a:prstGeom>
          <a:noFill/>
        </p:spPr>
        <p:txBody>
          <a:bodyPr wrap="square" rtlCol="0">
            <a:spAutoFit/>
          </a:bodyPr>
          <a:lstStyle/>
          <a:p>
            <a:pPr algn="ctr"/>
            <a:r>
              <a:rPr lang="en-US" sz="1200" dirty="0">
                <a:solidFill>
                  <a:srgbClr val="000000"/>
                </a:solidFill>
                <a:latin typeface="Tahoma" pitchFamily="34" charset="0"/>
                <a:ea typeface="Tahoma" pitchFamily="34" charset="0"/>
                <a:cs typeface="Tahoma" pitchFamily="34" charset="0"/>
              </a:rPr>
              <a:t>Receives prioritized work orders via ECC paper printout</a:t>
            </a:r>
            <a:endParaRPr lang="en-US" sz="1200" dirty="0">
              <a:latin typeface="Tahoma" pitchFamily="34" charset="0"/>
              <a:ea typeface="Tahoma" pitchFamily="34" charset="0"/>
              <a:cs typeface="Tahoma" pitchFamily="34" charset="0"/>
            </a:endParaRPr>
          </a:p>
        </p:txBody>
      </p:sp>
      <p:grpSp>
        <p:nvGrpSpPr>
          <p:cNvPr id="81" name="Group 80"/>
          <p:cNvGrpSpPr/>
          <p:nvPr/>
        </p:nvGrpSpPr>
        <p:grpSpPr>
          <a:xfrm>
            <a:off x="5830887" y="4114800"/>
            <a:ext cx="1408113" cy="1479550"/>
            <a:chOff x="6881470" y="1594306"/>
            <a:chExt cx="1408113" cy="1479550"/>
          </a:xfrm>
        </p:grpSpPr>
        <p:pic>
          <p:nvPicPr>
            <p:cNvPr id="82" name="Picture 126"/>
            <p:cNvPicPr>
              <a:picLocks noChangeAspect="1" noChangeArrowheads="1"/>
            </p:cNvPicPr>
            <p:nvPr/>
          </p:nvPicPr>
          <p:blipFill>
            <a:blip r:embed="rId3" cstate="print"/>
            <a:srcRect l="12015" t="9302" r="12404" b="12598"/>
            <a:stretch>
              <a:fillRect/>
            </a:stretch>
          </p:blipFill>
          <p:spPr bwMode="gray">
            <a:xfrm rot="20645083">
              <a:off x="6881470" y="1594306"/>
              <a:ext cx="1408113" cy="1479550"/>
            </a:xfrm>
            <a:prstGeom prst="rect">
              <a:avLst/>
            </a:prstGeom>
            <a:noFill/>
            <a:ln w="9525">
              <a:noFill/>
              <a:miter lim="800000"/>
              <a:headEnd/>
              <a:tailEnd/>
            </a:ln>
          </p:spPr>
        </p:pic>
        <p:pic>
          <p:nvPicPr>
            <p:cNvPr id="83" name="Picture 9"/>
            <p:cNvPicPr>
              <a:picLocks noChangeAspect="1" noChangeArrowheads="1"/>
            </p:cNvPicPr>
            <p:nvPr/>
          </p:nvPicPr>
          <p:blipFill>
            <a:blip r:embed="rId4" cstate="print"/>
            <a:srcRect/>
            <a:stretch>
              <a:fillRect/>
            </a:stretch>
          </p:blipFill>
          <p:spPr bwMode="auto">
            <a:xfrm>
              <a:off x="7082288" y="1808854"/>
              <a:ext cx="1006476" cy="998538"/>
            </a:xfrm>
            <a:prstGeom prst="rect">
              <a:avLst/>
            </a:prstGeom>
            <a:noFill/>
            <a:ln w="9525">
              <a:noFill/>
              <a:miter lim="800000"/>
              <a:headEnd/>
              <a:tailEnd/>
            </a:ln>
          </p:spPr>
        </p:pic>
      </p:grpSp>
    </p:spTree>
    <p:extLst>
      <p:ext uri="{BB962C8B-B14F-4D97-AF65-F5344CB8AC3E}">
        <p14:creationId xmlns:p14="http://schemas.microsoft.com/office/powerpoint/2010/main" val="4238178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US" dirty="0"/>
              <a:t>Module 1</a:t>
            </a:r>
          </a:p>
        </p:txBody>
      </p:sp>
      <p:sp>
        <p:nvSpPr>
          <p:cNvPr id="4" name="Text Placeholder 3"/>
          <p:cNvSpPr>
            <a:spLocks noGrp="1"/>
          </p:cNvSpPr>
          <p:nvPr>
            <p:ph type="body" sz="quarter" idx="11"/>
          </p:nvPr>
        </p:nvSpPr>
        <p:spPr/>
        <p:txBody>
          <a:bodyPr/>
          <a:lstStyle/>
          <a:p>
            <a:r>
              <a:rPr lang="en-US" dirty="0"/>
              <a:t>Managing Notifications</a:t>
            </a:r>
          </a:p>
        </p:txBody>
      </p:sp>
    </p:spTree>
    <p:extLst>
      <p:ext uri="{BB962C8B-B14F-4D97-AF65-F5344CB8AC3E}">
        <p14:creationId xmlns:p14="http://schemas.microsoft.com/office/powerpoint/2010/main" val="2788190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327" y="323196"/>
            <a:ext cx="8510588" cy="639762"/>
          </a:xfrm>
        </p:spPr>
        <p:txBody>
          <a:bodyPr/>
          <a:lstStyle/>
          <a:p>
            <a:pPr algn="l"/>
            <a:r>
              <a:rPr lang="en-US" sz="2800" dirty="0">
                <a:solidFill>
                  <a:srgbClr val="1770B1"/>
                </a:solidFill>
                <a:latin typeface="Garamond"/>
                <a:ea typeface="+mn-ea"/>
                <a:cs typeface="Garamond"/>
              </a:rPr>
              <a:t>Where Does a Notification Come From?</a:t>
            </a:r>
          </a:p>
        </p:txBody>
      </p:sp>
      <p:sp>
        <p:nvSpPr>
          <p:cNvPr id="3" name="Content Placeholder 2"/>
          <p:cNvSpPr>
            <a:spLocks noGrp="1"/>
          </p:cNvSpPr>
          <p:nvPr>
            <p:ph idx="1"/>
          </p:nvPr>
        </p:nvSpPr>
        <p:spPr/>
        <p:txBody>
          <a:bodyPr/>
          <a:lstStyle/>
          <a:p>
            <a:r>
              <a:rPr lang="en-US" dirty="0"/>
              <a:t> Notifications can be initiated a number of ways. It is the job of the planner to review all notifications to ensure they are valid and processed accordingly</a:t>
            </a:r>
          </a:p>
        </p:txBody>
      </p:sp>
      <p:sp>
        <p:nvSpPr>
          <p:cNvPr id="4" name="Content Placeholder 2"/>
          <p:cNvSpPr txBox="1">
            <a:spLocks/>
          </p:cNvSpPr>
          <p:nvPr/>
        </p:nvSpPr>
        <p:spPr>
          <a:xfrm>
            <a:off x="1776230" y="2557549"/>
            <a:ext cx="5617798" cy="3819858"/>
          </a:xfrm>
          <a:prstGeom prst="rect">
            <a:avLst/>
          </a:prstGeom>
        </p:spPr>
        <p:txBody>
          <a:bodyPr/>
          <a:lstStyle>
            <a:lvl1pPr marL="0" indent="0" algn="l" defTabSz="457200" rtl="0" eaLnBrk="1" latinLnBrk="0" hangingPunct="1">
              <a:spcBef>
                <a:spcPct val="20000"/>
              </a:spcBef>
              <a:spcAft>
                <a:spcPts val="300"/>
              </a:spcAft>
              <a:buFont typeface="Arial"/>
              <a:buChar char="•"/>
              <a:defRPr sz="2000" kern="1200">
                <a:solidFill>
                  <a:schemeClr val="tx1"/>
                </a:solidFill>
                <a:latin typeface="Verdana" pitchFamily="34" charset="0"/>
                <a:ea typeface="Verdana" pitchFamily="34" charset="0"/>
                <a:cs typeface="Verdana" pitchFamily="34" charset="0"/>
              </a:defRPr>
            </a:lvl1pPr>
            <a:lvl2pPr marL="742950" indent="-285750" algn="l" defTabSz="457200" rtl="0" eaLnBrk="1" latinLnBrk="0" hangingPunct="1">
              <a:spcBef>
                <a:spcPct val="20000"/>
              </a:spcBef>
              <a:spcAft>
                <a:spcPts val="300"/>
              </a:spcAft>
              <a:buFont typeface="Arial"/>
              <a:buChar char="–"/>
              <a:defRPr sz="2000" kern="1200">
                <a:solidFill>
                  <a:schemeClr val="tx1"/>
                </a:solidFill>
                <a:latin typeface="Verdana" pitchFamily="34" charset="0"/>
                <a:ea typeface="Verdana" pitchFamily="34" charset="0"/>
                <a:cs typeface="Verdana" pitchFamily="34" charset="0"/>
              </a:defRPr>
            </a:lvl2pPr>
            <a:lvl3pPr marL="1143000" indent="-228600" algn="l" defTabSz="457200" rtl="0" eaLnBrk="1" latinLnBrk="0" hangingPunct="1">
              <a:spcBef>
                <a:spcPct val="20000"/>
              </a:spcBef>
              <a:spcAft>
                <a:spcPts val="300"/>
              </a:spcAft>
              <a:buFont typeface="Arial"/>
              <a:buChar char="•"/>
              <a:defRPr sz="1800" kern="1200">
                <a:solidFill>
                  <a:schemeClr val="tx1"/>
                </a:solidFill>
                <a:latin typeface="Verdana" pitchFamily="34" charset="0"/>
                <a:ea typeface="Verdana" pitchFamily="34" charset="0"/>
                <a:cs typeface="Verdana" pitchFamily="34" charset="0"/>
              </a:defRPr>
            </a:lvl3pPr>
            <a:lvl4pPr marL="1600200" indent="-228600" algn="l" defTabSz="457200" rtl="0" eaLnBrk="1" latinLnBrk="0" hangingPunct="1">
              <a:spcBef>
                <a:spcPct val="20000"/>
              </a:spcBef>
              <a:spcAft>
                <a:spcPts val="300"/>
              </a:spcAft>
              <a:buFont typeface="Arial"/>
              <a:buChar char="–"/>
              <a:defRPr sz="1800" kern="1200">
                <a:solidFill>
                  <a:schemeClr val="tx1"/>
                </a:solidFill>
                <a:latin typeface="Verdana" pitchFamily="34" charset="0"/>
                <a:ea typeface="Verdana" pitchFamily="34" charset="0"/>
                <a:cs typeface="Verdana" pitchFamily="34" charset="0"/>
              </a:defRPr>
            </a:lvl4pPr>
            <a:lvl5pPr marL="2057400" indent="-228600" algn="l" defTabSz="457200" rtl="0" eaLnBrk="1" latinLnBrk="0" hangingPunct="1">
              <a:spcBef>
                <a:spcPct val="20000"/>
              </a:spcBef>
              <a:spcAft>
                <a:spcPts val="300"/>
              </a:spcAft>
              <a:buFont typeface="Arial"/>
              <a:buChar char="»"/>
              <a:defRPr sz="1800" kern="1200">
                <a:solidFill>
                  <a:schemeClr val="tx1"/>
                </a:solidFill>
                <a:latin typeface="Verdana" pitchFamily="34" charset="0"/>
                <a:ea typeface="Verdana" pitchFamily="34" charset="0"/>
                <a:cs typeface="Verdana"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fontAlgn="auto">
              <a:buFont typeface="Wingdings" panose="05000000000000000000" pitchFamily="2" charset="2"/>
              <a:buChar char="Ø"/>
            </a:pPr>
            <a:r>
              <a:rPr lang="en-US" dirty="0"/>
              <a:t> </a:t>
            </a:r>
            <a:r>
              <a:rPr lang="en-US" sz="1800" dirty="0"/>
              <a:t>Notifications can be automatically generated by SAP or created by the Planner themselves</a:t>
            </a:r>
            <a:br>
              <a:rPr lang="en-US" sz="1800" b="1" dirty="0"/>
            </a:br>
            <a:endParaRPr lang="en-US" sz="1800" b="1" dirty="0"/>
          </a:p>
          <a:p>
            <a:pPr marL="342900" indent="-342900" fontAlgn="auto">
              <a:spcBef>
                <a:spcPts val="0"/>
              </a:spcBef>
              <a:spcAft>
                <a:spcPts val="0"/>
              </a:spcAft>
              <a:buFont typeface="Wingdings" panose="05000000000000000000" pitchFamily="2" charset="2"/>
              <a:buChar char="Ø"/>
            </a:pPr>
            <a:r>
              <a:rPr lang="en-US" sz="1800" dirty="0"/>
              <a:t> Crew Chiefs, Maintenance Techs, etc. (anyone in LW), can initiate a notification</a:t>
            </a:r>
            <a:br>
              <a:rPr lang="en-US" sz="1800" dirty="0"/>
            </a:br>
            <a:endParaRPr lang="en-US" sz="1800" dirty="0"/>
          </a:p>
          <a:p>
            <a:pPr marL="342900" indent="-342900" fontAlgn="auto">
              <a:buFont typeface="Wingdings" panose="05000000000000000000" pitchFamily="2" charset="2"/>
              <a:buChar char="Ø"/>
            </a:pPr>
            <a:r>
              <a:rPr lang="en-US" sz="1800" b="1" dirty="0"/>
              <a:t> </a:t>
            </a:r>
            <a:r>
              <a:rPr lang="en-US" sz="1800" dirty="0"/>
              <a:t>Customer Service receives a customer call and can initiate a notification or create a work order</a:t>
            </a:r>
          </a:p>
        </p:txBody>
      </p:sp>
      <p:pic>
        <p:nvPicPr>
          <p:cNvPr id="5" name="Picture 4" descr="C:\Users\namudaliar\Documents\Narayanan\Ball Corp\Images\shutterstock_50629798.jpg"/>
          <p:cNvPicPr/>
          <p:nvPr/>
        </p:nvPicPr>
        <p:blipFill rotWithShape="1">
          <a:blip r:embed="rId2" cstate="print"/>
          <a:srcRect t="11847" b="10317"/>
          <a:stretch/>
        </p:blipFill>
        <p:spPr bwMode="auto">
          <a:xfrm>
            <a:off x="7304841" y="2239577"/>
            <a:ext cx="1214650" cy="1202649"/>
          </a:xfrm>
          <a:prstGeom prst="rect">
            <a:avLst/>
          </a:prstGeom>
          <a:noFill/>
          <a:ln>
            <a:noFill/>
          </a:ln>
          <a:extLst>
            <a:ext uri="{53640926-AAD7-44D8-BBD7-CCE9431645EC}">
              <a14:shadowObscured xmlns:a14="http://schemas.microsoft.com/office/drawing/2010/main"/>
            </a:ext>
          </a:extLst>
        </p:spPr>
      </p:pic>
      <p:pic>
        <p:nvPicPr>
          <p:cNvPr id="6" name="Picture 5" descr="C:\Users\cdickerson\Downloads\shutterstock_43156969_med.jpg"/>
          <p:cNvPicPr/>
          <p:nvPr/>
        </p:nvPicPr>
        <p:blipFill rotWithShape="1">
          <a:blip r:embed="rId3" cstate="print"/>
          <a:srcRect t="7190" b="7479"/>
          <a:stretch/>
        </p:blipFill>
        <p:spPr bwMode="auto">
          <a:xfrm>
            <a:off x="239744" y="3521065"/>
            <a:ext cx="1474604" cy="930652"/>
          </a:xfrm>
          <a:prstGeom prst="rect">
            <a:avLst/>
          </a:prstGeom>
          <a:noFill/>
          <a:ln>
            <a:noFill/>
          </a:ln>
          <a:extLst>
            <a:ext uri="{53640926-AAD7-44D8-BBD7-CCE9431645EC}">
              <a14:shadowObscured xmlns:a14="http://schemas.microsoft.com/office/drawing/2010/main"/>
            </a:ext>
          </a:extLst>
        </p:spPr>
      </p:pic>
      <p:pic>
        <p:nvPicPr>
          <p:cNvPr id="7" name="Picture 6"/>
          <p:cNvPicPr/>
          <p:nvPr/>
        </p:nvPicPr>
        <p:blipFill>
          <a:blip r:embed="rId4"/>
          <a:stretch>
            <a:fillRect/>
          </a:stretch>
        </p:blipFill>
        <p:spPr>
          <a:xfrm>
            <a:off x="7268510" y="4552800"/>
            <a:ext cx="1555845" cy="1277140"/>
          </a:xfrm>
          <a:prstGeom prst="rect">
            <a:avLst/>
          </a:prstGeom>
        </p:spPr>
      </p:pic>
      <p:graphicFrame>
        <p:nvGraphicFramePr>
          <p:cNvPr id="12" name="Content Placeholder 4"/>
          <p:cNvGraphicFramePr>
            <a:graphicFrameLocks/>
          </p:cNvGraphicFramePr>
          <p:nvPr>
            <p:extLst>
              <p:ext uri="{D42A27DB-BD31-4B8C-83A1-F6EECF244321}">
                <p14:modId xmlns:p14="http://schemas.microsoft.com/office/powerpoint/2010/main" val="90490645"/>
              </p:ext>
            </p:extLst>
          </p:nvPr>
        </p:nvGraphicFramePr>
        <p:xfrm>
          <a:off x="6716110" y="268015"/>
          <a:ext cx="2123091" cy="69494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978234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327" y="323196"/>
            <a:ext cx="8510588" cy="639762"/>
          </a:xfrm>
        </p:spPr>
        <p:txBody>
          <a:bodyPr/>
          <a:lstStyle/>
          <a:p>
            <a:pPr algn="l"/>
            <a:r>
              <a:rPr lang="en-US" sz="3000" dirty="0">
                <a:solidFill>
                  <a:srgbClr val="1770B1"/>
                </a:solidFill>
                <a:latin typeface="Garamond"/>
                <a:ea typeface="+mn-ea"/>
                <a:cs typeface="Garamond"/>
              </a:rPr>
              <a:t>Notification Actions</a:t>
            </a:r>
          </a:p>
        </p:txBody>
      </p:sp>
      <p:sp>
        <p:nvSpPr>
          <p:cNvPr id="3" name="Content Placeholder 2"/>
          <p:cNvSpPr>
            <a:spLocks noGrp="1"/>
          </p:cNvSpPr>
          <p:nvPr>
            <p:ph idx="1"/>
          </p:nvPr>
        </p:nvSpPr>
        <p:spPr/>
        <p:txBody>
          <a:bodyPr/>
          <a:lstStyle/>
          <a:p>
            <a:r>
              <a:rPr lang="en-US" dirty="0"/>
              <a:t> Specific actions a Planner must take when reviewing the notification include:</a:t>
            </a:r>
          </a:p>
          <a:p>
            <a:endParaRPr lang="en-US" dirty="0"/>
          </a:p>
          <a:p>
            <a:pPr marL="1085850" lvl="1" indent="-342900">
              <a:buFont typeface="Wingdings" panose="05000000000000000000" pitchFamily="2" charset="2"/>
              <a:buChar char="Ø"/>
            </a:pPr>
            <a:r>
              <a:rPr lang="en-US" dirty="0"/>
              <a:t>Review notification for accuracy and classify according to priority</a:t>
            </a:r>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r>
              <a:rPr lang="en-US" dirty="0"/>
              <a:t>Ensure it is not a duplicate notification prior to creating a work order</a:t>
            </a:r>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r>
              <a:rPr lang="en-US" dirty="0"/>
              <a:t>Create the work order (work order can also be automatically generated by SAP)</a:t>
            </a:r>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p:txBody>
      </p:sp>
      <p:graphicFrame>
        <p:nvGraphicFramePr>
          <p:cNvPr id="4" name="Content Placeholder 4"/>
          <p:cNvGraphicFramePr>
            <a:graphicFrameLocks/>
          </p:cNvGraphicFramePr>
          <p:nvPr>
            <p:extLst>
              <p:ext uri="{D42A27DB-BD31-4B8C-83A1-F6EECF244321}">
                <p14:modId xmlns:p14="http://schemas.microsoft.com/office/powerpoint/2010/main" val="3762990178"/>
              </p:ext>
            </p:extLst>
          </p:nvPr>
        </p:nvGraphicFramePr>
        <p:xfrm>
          <a:off x="6716110" y="268015"/>
          <a:ext cx="2123091" cy="694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43155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US" dirty="0"/>
              <a:t>Module 2</a:t>
            </a:r>
          </a:p>
        </p:txBody>
      </p:sp>
      <p:sp>
        <p:nvSpPr>
          <p:cNvPr id="4" name="Text Placeholder 3"/>
          <p:cNvSpPr>
            <a:spLocks noGrp="1"/>
          </p:cNvSpPr>
          <p:nvPr>
            <p:ph type="body" sz="quarter" idx="11"/>
          </p:nvPr>
        </p:nvSpPr>
        <p:spPr/>
        <p:txBody>
          <a:bodyPr/>
          <a:lstStyle/>
          <a:p>
            <a:r>
              <a:rPr lang="en-US" dirty="0"/>
              <a:t>Managing Work Orders</a:t>
            </a:r>
          </a:p>
        </p:txBody>
      </p:sp>
    </p:spTree>
    <p:extLst>
      <p:ext uri="{BB962C8B-B14F-4D97-AF65-F5344CB8AC3E}">
        <p14:creationId xmlns:p14="http://schemas.microsoft.com/office/powerpoint/2010/main" val="3253579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3304" y="2046466"/>
            <a:ext cx="5269909" cy="3107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301625" y="1001106"/>
            <a:ext cx="8537575" cy="4983163"/>
          </a:xfrm>
        </p:spPr>
        <p:txBody>
          <a:bodyPr/>
          <a:lstStyle/>
          <a:p>
            <a:pPr>
              <a:buNone/>
            </a:pPr>
            <a:r>
              <a:rPr lang="en-US" sz="1650" dirty="0"/>
              <a:t>Working from the notification, the Planner can begin to manually create the work order in ECC (SAP Back End system). If it’s automatically created (thru SAP or submitted by Customer Service), Planner must review WO for accuracy and assign to a maintenance tech.</a:t>
            </a:r>
          </a:p>
        </p:txBody>
      </p:sp>
      <p:sp>
        <p:nvSpPr>
          <p:cNvPr id="24" name="Slide Number Placeholder 3"/>
          <p:cNvSpPr>
            <a:spLocks noGrp="1"/>
          </p:cNvSpPr>
          <p:nvPr>
            <p:ph type="sldNum" sz="quarter" idx="10"/>
          </p:nvPr>
        </p:nvSpPr>
        <p:spPr/>
        <p:txBody>
          <a:bodyPr/>
          <a:lstStyle/>
          <a:p>
            <a:endParaRPr lang="en-US" dirty="0"/>
          </a:p>
          <a:p>
            <a:fld id="{C0ABF30F-1156-4F41-8469-8F121BB9144A}" type="slidenum">
              <a:rPr lang="en-US" sz="1400" smtClean="0">
                <a:solidFill>
                  <a:schemeClr val="bg2"/>
                </a:solidFill>
              </a:rPr>
              <a:pPr/>
              <a:t>10</a:t>
            </a:fld>
            <a:endParaRPr lang="en-US" sz="1400" dirty="0">
              <a:solidFill>
                <a:schemeClr val="bg2"/>
              </a:solidFill>
            </a:endParaRPr>
          </a:p>
        </p:txBody>
      </p:sp>
      <p:sp>
        <p:nvSpPr>
          <p:cNvPr id="6" name="AutoShape 18"/>
          <p:cNvSpPr>
            <a:spLocks noChangeArrowheads="1"/>
          </p:cNvSpPr>
          <p:nvPr/>
        </p:nvSpPr>
        <p:spPr bwMode="auto">
          <a:xfrm>
            <a:off x="3494484" y="4149682"/>
            <a:ext cx="3603507" cy="2269946"/>
          </a:xfrm>
          <a:prstGeom prst="wedgeRectCallout">
            <a:avLst>
              <a:gd name="adj1" fmla="val 21625"/>
              <a:gd name="adj2" fmla="val -112049"/>
            </a:avLst>
          </a:prstGeom>
          <a:solidFill>
            <a:srgbClr val="FFE04F">
              <a:alpha val="50999"/>
            </a:srgbClr>
          </a:solidFill>
          <a:ln w="9525">
            <a:solidFill>
              <a:schemeClr val="folHlink"/>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solidFill>
                <a:srgbClr val="002E62"/>
              </a:solidFill>
              <a:cs typeface="Arial" charset="0"/>
            </a:endParaRPr>
          </a:p>
        </p:txBody>
      </p:sp>
      <p:sp>
        <p:nvSpPr>
          <p:cNvPr id="7" name="Rectangle 19"/>
          <p:cNvSpPr>
            <a:spLocks noChangeArrowheads="1"/>
          </p:cNvSpPr>
          <p:nvPr/>
        </p:nvSpPr>
        <p:spPr bwMode="auto">
          <a:xfrm>
            <a:off x="5793846" y="2465783"/>
            <a:ext cx="838200" cy="228600"/>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a:solidFill>
                <a:srgbClr val="002E62"/>
              </a:solidFill>
              <a:cs typeface="Arial" charset="0"/>
            </a:endParaRPr>
          </a:p>
        </p:txBody>
      </p:sp>
      <p:sp>
        <p:nvSpPr>
          <p:cNvPr id="26" name="Title 1"/>
          <p:cNvSpPr txBox="1">
            <a:spLocks/>
          </p:cNvSpPr>
          <p:nvPr/>
        </p:nvSpPr>
        <p:spPr>
          <a:xfrm>
            <a:off x="236309" y="341214"/>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sz="3000" dirty="0">
                <a:solidFill>
                  <a:srgbClr val="1770B1"/>
                </a:solidFill>
                <a:latin typeface="Garamond"/>
                <a:ea typeface="+mn-ea"/>
                <a:cs typeface="Garamond"/>
              </a:rPr>
              <a:t>Creating a Work Order</a:t>
            </a:r>
          </a:p>
        </p:txBody>
      </p:sp>
      <p:pic>
        <p:nvPicPr>
          <p:cNvPr id="15"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7415" y="4272460"/>
            <a:ext cx="3312240" cy="2087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5" name="Content Placeholder 4"/>
          <p:cNvGraphicFramePr>
            <a:graphicFrameLocks/>
          </p:cNvGraphicFramePr>
          <p:nvPr>
            <p:extLst>
              <p:ext uri="{D42A27DB-BD31-4B8C-83A1-F6EECF244321}">
                <p14:modId xmlns:p14="http://schemas.microsoft.com/office/powerpoint/2010/main" val="510342790"/>
              </p:ext>
            </p:extLst>
          </p:nvPr>
        </p:nvGraphicFramePr>
        <p:xfrm>
          <a:off x="6716110" y="268015"/>
          <a:ext cx="2123091" cy="6949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27" name="Group 26"/>
          <p:cNvGrpSpPr/>
          <p:nvPr/>
        </p:nvGrpSpPr>
        <p:grpSpPr>
          <a:xfrm>
            <a:off x="586994" y="2258401"/>
            <a:ext cx="1408113" cy="1479550"/>
            <a:chOff x="6881470" y="1594306"/>
            <a:chExt cx="1408113" cy="1479550"/>
          </a:xfrm>
        </p:grpSpPr>
        <p:pic>
          <p:nvPicPr>
            <p:cNvPr id="28" name="Picture 126"/>
            <p:cNvPicPr>
              <a:picLocks noChangeAspect="1" noChangeArrowheads="1"/>
            </p:cNvPicPr>
            <p:nvPr/>
          </p:nvPicPr>
          <p:blipFill>
            <a:blip r:embed="rId9" cstate="print"/>
            <a:srcRect l="12015" t="9302" r="12404" b="12598"/>
            <a:stretch>
              <a:fillRect/>
            </a:stretch>
          </p:blipFill>
          <p:spPr bwMode="gray">
            <a:xfrm rot="20645083">
              <a:off x="6881470" y="1594306"/>
              <a:ext cx="1408113" cy="1479550"/>
            </a:xfrm>
            <a:prstGeom prst="rect">
              <a:avLst/>
            </a:prstGeom>
            <a:noFill/>
            <a:ln w="9525">
              <a:noFill/>
              <a:miter lim="800000"/>
              <a:headEnd/>
              <a:tailEnd/>
            </a:ln>
          </p:spPr>
        </p:pic>
        <p:pic>
          <p:nvPicPr>
            <p:cNvPr id="29" name="Picture 9"/>
            <p:cNvPicPr>
              <a:picLocks noChangeAspect="1" noChangeArrowheads="1"/>
            </p:cNvPicPr>
            <p:nvPr/>
          </p:nvPicPr>
          <p:blipFill>
            <a:blip r:embed="rId10" cstate="print"/>
            <a:srcRect/>
            <a:stretch>
              <a:fillRect/>
            </a:stretch>
          </p:blipFill>
          <p:spPr bwMode="auto">
            <a:xfrm>
              <a:off x="7082288" y="1808854"/>
              <a:ext cx="1006476" cy="998538"/>
            </a:xfrm>
            <a:prstGeom prst="rect">
              <a:avLst/>
            </a:prstGeom>
            <a:noFill/>
            <a:ln w="9525">
              <a:noFill/>
              <a:miter lim="800000"/>
              <a:headEnd/>
              <a:tailEnd/>
            </a:ln>
          </p:spPr>
        </p:pic>
      </p:grpSp>
      <p:cxnSp>
        <p:nvCxnSpPr>
          <p:cNvPr id="30" name="Straight Connector 29"/>
          <p:cNvCxnSpPr/>
          <p:nvPr/>
        </p:nvCxnSpPr>
        <p:spPr>
          <a:xfrm>
            <a:off x="1150519" y="3391277"/>
            <a:ext cx="0" cy="1260932"/>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1137530" y="4672339"/>
            <a:ext cx="1227438" cy="3179"/>
          </a:xfrm>
          <a:prstGeom prst="straightConnector1">
            <a:avLst/>
          </a:prstGeom>
          <a:ln w="38100">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176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327" y="323196"/>
            <a:ext cx="8510588" cy="639762"/>
          </a:xfrm>
        </p:spPr>
        <p:txBody>
          <a:bodyPr/>
          <a:lstStyle/>
          <a:p>
            <a:pPr algn="l"/>
            <a:r>
              <a:rPr lang="en-US" sz="3000" dirty="0">
                <a:solidFill>
                  <a:srgbClr val="1770B1"/>
                </a:solidFill>
                <a:latin typeface="Garamond"/>
                <a:ea typeface="+mn-ea"/>
                <a:cs typeface="Garamond"/>
              </a:rPr>
              <a:t>Planning and Scheduling</a:t>
            </a:r>
          </a:p>
        </p:txBody>
      </p:sp>
      <p:sp>
        <p:nvSpPr>
          <p:cNvPr id="3" name="Content Placeholder 2"/>
          <p:cNvSpPr>
            <a:spLocks noGrp="1"/>
          </p:cNvSpPr>
          <p:nvPr>
            <p:ph idx="1"/>
          </p:nvPr>
        </p:nvSpPr>
        <p:spPr/>
        <p:txBody>
          <a:bodyPr/>
          <a:lstStyle/>
          <a:p>
            <a:r>
              <a:rPr lang="en-US" dirty="0"/>
              <a:t> When creating the work order, the Planner must perform the following activities:</a:t>
            </a:r>
          </a:p>
          <a:p>
            <a:endParaRPr lang="en-US" dirty="0"/>
          </a:p>
          <a:p>
            <a:pPr marL="1085850" lvl="1" indent="-342900">
              <a:buFont typeface="Wingdings" panose="05000000000000000000" pitchFamily="2" charset="2"/>
              <a:buChar char="Ø"/>
            </a:pPr>
            <a:r>
              <a:rPr lang="en-US" sz="1700" dirty="0"/>
              <a:t>Determine skills needed to complete the work and coordinate the job schedule/priority with Supervisors</a:t>
            </a:r>
          </a:p>
          <a:p>
            <a:pPr marL="1085850" lvl="1" indent="-342900">
              <a:buFont typeface="Wingdings" panose="05000000000000000000" pitchFamily="2" charset="2"/>
              <a:buChar char="Ø"/>
            </a:pPr>
            <a:endParaRPr lang="en-US" sz="1700" dirty="0"/>
          </a:p>
          <a:p>
            <a:pPr marL="1085850" lvl="1" indent="-342900">
              <a:buFont typeface="Wingdings" panose="05000000000000000000" pitchFamily="2" charset="2"/>
              <a:buChar char="Ø"/>
            </a:pPr>
            <a:r>
              <a:rPr lang="en-US" sz="1700" dirty="0"/>
              <a:t>Consult with Supervisors, Engineers, and Safety department to determine work conditions and special requirements that may have an impact on the job</a:t>
            </a:r>
          </a:p>
          <a:p>
            <a:pPr marL="1085850" lvl="1" indent="-342900">
              <a:buFont typeface="Wingdings" panose="05000000000000000000" pitchFamily="2" charset="2"/>
              <a:buChar char="Ø"/>
            </a:pPr>
            <a:endParaRPr lang="en-US" sz="1700" dirty="0"/>
          </a:p>
          <a:p>
            <a:pPr marL="1085850" lvl="1" indent="-342900">
              <a:buFont typeface="Wingdings" panose="05000000000000000000" pitchFamily="2" charset="2"/>
              <a:buChar char="Ø"/>
            </a:pPr>
            <a:r>
              <a:rPr lang="en-US" sz="1700" dirty="0"/>
              <a:t>If needed, assign Bill of Materials and/or tasks lists to the work order</a:t>
            </a:r>
          </a:p>
          <a:p>
            <a:pPr marL="1085850" lvl="1" indent="-342900">
              <a:buFont typeface="Wingdings" panose="05000000000000000000" pitchFamily="2" charset="2"/>
              <a:buChar char="Ø"/>
            </a:pPr>
            <a:endParaRPr lang="en-US" sz="1700" dirty="0"/>
          </a:p>
          <a:p>
            <a:pPr marL="1085850" lvl="1" indent="-342900">
              <a:buFont typeface="Wingdings" panose="05000000000000000000" pitchFamily="2" charset="2"/>
              <a:buChar char="Ø"/>
            </a:pPr>
            <a:r>
              <a:rPr lang="en-US" sz="1700" dirty="0"/>
              <a:t>Planner is responsible for assigning maintenance tech to all work orders created, with the exception of Field Service and Inspection work orders. Planner should still review for accuracy</a:t>
            </a:r>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p:txBody>
      </p:sp>
      <p:graphicFrame>
        <p:nvGraphicFramePr>
          <p:cNvPr id="4" name="Content Placeholder 4"/>
          <p:cNvGraphicFramePr>
            <a:graphicFrameLocks/>
          </p:cNvGraphicFramePr>
          <p:nvPr>
            <p:extLst>
              <p:ext uri="{D42A27DB-BD31-4B8C-83A1-F6EECF244321}">
                <p14:modId xmlns:p14="http://schemas.microsoft.com/office/powerpoint/2010/main" val="987948553"/>
              </p:ext>
            </p:extLst>
          </p:nvPr>
        </p:nvGraphicFramePr>
        <p:xfrm>
          <a:off x="6716110" y="268015"/>
          <a:ext cx="2123091" cy="694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2810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980" y="340342"/>
            <a:ext cx="8510588" cy="639762"/>
          </a:xfrm>
        </p:spPr>
        <p:txBody>
          <a:bodyPr>
            <a:normAutofit/>
          </a:bodyPr>
          <a:lstStyle/>
          <a:p>
            <a:pPr algn="l"/>
            <a:r>
              <a:rPr lang="en-US" sz="3000" dirty="0">
                <a:solidFill>
                  <a:srgbClr val="1770B1"/>
                </a:solidFill>
                <a:latin typeface="Garamond"/>
                <a:ea typeface="+mn-ea"/>
                <a:cs typeface="Garamond"/>
              </a:rPr>
              <a:t>Release a Work Order</a:t>
            </a:r>
          </a:p>
        </p:txBody>
      </p:sp>
      <p:sp>
        <p:nvSpPr>
          <p:cNvPr id="7" name="Rectangle 6"/>
          <p:cNvSpPr/>
          <p:nvPr/>
        </p:nvSpPr>
        <p:spPr bwMode="auto">
          <a:xfrm>
            <a:off x="394960" y="1831715"/>
            <a:ext cx="2947331" cy="320675"/>
          </a:xfrm>
          <a:prstGeom prst="rect">
            <a:avLst/>
          </a:prstGeom>
          <a:gradFill>
            <a:gsLst>
              <a:gs pos="29000">
                <a:schemeClr val="accent1"/>
              </a:gs>
              <a:gs pos="57000">
                <a:schemeClr val="bg1"/>
              </a:gs>
              <a:gs pos="100000">
                <a:schemeClr val="tx2">
                  <a:lumMod val="75000"/>
                </a:schemeClr>
              </a:gs>
            </a:gsLst>
            <a:lin ang="4200000" scaled="0"/>
          </a:gradFill>
          <a:ln w="9525" cap="flat" cmpd="sng" algn="ctr">
            <a:solidFill>
              <a:schemeClr val="tx1"/>
            </a:solidFill>
            <a:prstDash val="solid"/>
            <a:round/>
            <a:headEnd type="none" w="med" len="med"/>
            <a:tailEnd type="none" w="med" len="med"/>
          </a:ln>
          <a:effectLst/>
        </p:spPr>
        <p:txBody>
          <a:bodyPr anchor="ctr"/>
          <a:lstStyle/>
          <a:p>
            <a:pPr>
              <a:defRPr/>
            </a:pPr>
            <a:r>
              <a:rPr lang="en-US" sz="2000" b="1" dirty="0">
                <a:latin typeface="Tahoma" pitchFamily="34" charset="0"/>
                <a:ea typeface="Tahoma" pitchFamily="34" charset="0"/>
                <a:cs typeface="Tahoma" pitchFamily="34" charset="0"/>
              </a:rPr>
              <a:t>Planner</a:t>
            </a:r>
          </a:p>
        </p:txBody>
      </p:sp>
      <p:grpSp>
        <p:nvGrpSpPr>
          <p:cNvPr id="4" name="Group 3"/>
          <p:cNvGrpSpPr/>
          <p:nvPr/>
        </p:nvGrpSpPr>
        <p:grpSpPr>
          <a:xfrm>
            <a:off x="781851" y="2487094"/>
            <a:ext cx="1408113" cy="1479550"/>
            <a:chOff x="6881470" y="1594306"/>
            <a:chExt cx="1408113" cy="1479550"/>
          </a:xfrm>
        </p:grpSpPr>
        <p:pic>
          <p:nvPicPr>
            <p:cNvPr id="5" name="Picture 126"/>
            <p:cNvPicPr>
              <a:picLocks noChangeAspect="1" noChangeArrowheads="1"/>
            </p:cNvPicPr>
            <p:nvPr/>
          </p:nvPicPr>
          <p:blipFill>
            <a:blip r:embed="rId3" cstate="print"/>
            <a:srcRect l="12015" t="9302" r="12404" b="12598"/>
            <a:stretch>
              <a:fillRect/>
            </a:stretch>
          </p:blipFill>
          <p:spPr bwMode="gray">
            <a:xfrm rot="20645083">
              <a:off x="6881470" y="1594306"/>
              <a:ext cx="1408113" cy="1479550"/>
            </a:xfrm>
            <a:prstGeom prst="rect">
              <a:avLst/>
            </a:prstGeom>
            <a:noFill/>
            <a:ln w="9525">
              <a:noFill/>
              <a:miter lim="800000"/>
              <a:headEnd/>
              <a:tailEnd/>
            </a:ln>
          </p:spPr>
        </p:pic>
        <p:pic>
          <p:nvPicPr>
            <p:cNvPr id="6" name="Picture 9"/>
            <p:cNvPicPr>
              <a:picLocks noChangeAspect="1" noChangeArrowheads="1"/>
            </p:cNvPicPr>
            <p:nvPr/>
          </p:nvPicPr>
          <p:blipFill>
            <a:blip r:embed="rId4" cstate="print"/>
            <a:srcRect/>
            <a:stretch>
              <a:fillRect/>
            </a:stretch>
          </p:blipFill>
          <p:spPr bwMode="auto">
            <a:xfrm>
              <a:off x="7082288" y="1808854"/>
              <a:ext cx="1006476" cy="998538"/>
            </a:xfrm>
            <a:prstGeom prst="rect">
              <a:avLst/>
            </a:prstGeom>
            <a:noFill/>
            <a:ln w="9525">
              <a:noFill/>
              <a:miter lim="800000"/>
              <a:headEnd/>
              <a:tailEnd/>
            </a:ln>
          </p:spPr>
        </p:pic>
      </p:grpSp>
      <p:sp>
        <p:nvSpPr>
          <p:cNvPr id="8" name="TextBox 7"/>
          <p:cNvSpPr txBox="1"/>
          <p:nvPr/>
        </p:nvSpPr>
        <p:spPr>
          <a:xfrm>
            <a:off x="605977" y="4052536"/>
            <a:ext cx="1857274" cy="2031325"/>
          </a:xfrm>
          <a:prstGeom prst="rect">
            <a:avLst/>
          </a:prstGeom>
          <a:noFill/>
        </p:spPr>
        <p:txBody>
          <a:bodyPr wrap="square" rtlCol="0">
            <a:spAutoFit/>
          </a:bodyPr>
          <a:lstStyle/>
          <a:p>
            <a:pPr algn="ct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Planner must release and print work order for Maintenance Tech to receive and process. The work order is released by clicking the </a:t>
            </a:r>
            <a:r>
              <a:rPr lang="en-US" sz="1400" b="1" dirty="0">
                <a:solidFill>
                  <a:srgbClr val="000000"/>
                </a:solidFill>
                <a:latin typeface="Verdana" panose="020B0604030504040204" pitchFamily="34" charset="0"/>
                <a:ea typeface="Verdana" panose="020B0604030504040204" pitchFamily="34" charset="0"/>
                <a:cs typeface="Verdana" panose="020B0604030504040204" pitchFamily="34" charset="0"/>
              </a:rPr>
              <a:t>Release</a:t>
            </a: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 icon </a:t>
            </a:r>
          </a:p>
        </p:txBody>
      </p:sp>
      <p:sp>
        <p:nvSpPr>
          <p:cNvPr id="10" name="Rectangle 9"/>
          <p:cNvSpPr/>
          <p:nvPr/>
        </p:nvSpPr>
        <p:spPr bwMode="auto">
          <a:xfrm>
            <a:off x="5055768" y="1883959"/>
            <a:ext cx="3599511" cy="278392"/>
          </a:xfrm>
          <a:prstGeom prst="rect">
            <a:avLst/>
          </a:prstGeom>
          <a:gradFill>
            <a:gsLst>
              <a:gs pos="29000">
                <a:schemeClr val="tx2">
                  <a:lumMod val="60000"/>
                  <a:lumOff val="40000"/>
                </a:schemeClr>
              </a:gs>
              <a:gs pos="57000">
                <a:schemeClr val="bg1"/>
              </a:gs>
              <a:gs pos="100000">
                <a:schemeClr val="accent6">
                  <a:lumMod val="75000"/>
                </a:schemeClr>
              </a:gs>
            </a:gsLst>
            <a:lin ang="4200000" scaled="0"/>
          </a:gradFill>
          <a:ln w="9525" cap="flat" cmpd="sng" algn="ctr">
            <a:solidFill>
              <a:schemeClr val="tx1"/>
            </a:solidFill>
            <a:prstDash val="solid"/>
            <a:round/>
            <a:headEnd type="none" w="med" len="med"/>
            <a:tailEnd type="none" w="med" len="med"/>
          </a:ln>
          <a:effectLst/>
        </p:spPr>
        <p:txBody>
          <a:bodyPr anchor="ctr"/>
          <a:lstStyle/>
          <a:p>
            <a:pPr>
              <a:defRPr/>
            </a:pPr>
            <a:r>
              <a:rPr lang="en-US" sz="2000" b="1" dirty="0">
                <a:latin typeface="Tahoma" pitchFamily="34" charset="0"/>
                <a:ea typeface="Tahoma" pitchFamily="34" charset="0"/>
                <a:cs typeface="Tahoma" pitchFamily="34" charset="0"/>
              </a:rPr>
              <a:t>Maintenance Technician</a:t>
            </a:r>
          </a:p>
        </p:txBody>
      </p:sp>
      <p:grpSp>
        <p:nvGrpSpPr>
          <p:cNvPr id="20" name="Group 34"/>
          <p:cNvGrpSpPr>
            <a:grpSpLocks/>
          </p:cNvGrpSpPr>
          <p:nvPr/>
        </p:nvGrpSpPr>
        <p:grpSpPr bwMode="auto">
          <a:xfrm>
            <a:off x="6198939" y="2396357"/>
            <a:ext cx="1408113" cy="1479550"/>
            <a:chOff x="3910013" y="4508500"/>
            <a:chExt cx="1408112" cy="1479550"/>
          </a:xfrm>
        </p:grpSpPr>
        <p:pic>
          <p:nvPicPr>
            <p:cNvPr id="22" name="Picture 4"/>
            <p:cNvPicPr>
              <a:picLocks noChangeAspect="1" noChangeArrowheads="1"/>
            </p:cNvPicPr>
            <p:nvPr/>
          </p:nvPicPr>
          <p:blipFill>
            <a:blip r:embed="rId5" cstate="print"/>
            <a:srcRect/>
            <a:stretch>
              <a:fillRect/>
            </a:stretch>
          </p:blipFill>
          <p:spPr bwMode="auto">
            <a:xfrm>
              <a:off x="4343400" y="4876800"/>
              <a:ext cx="469900" cy="811213"/>
            </a:xfrm>
            <a:prstGeom prst="rect">
              <a:avLst/>
            </a:prstGeom>
            <a:noFill/>
            <a:ln w="9525">
              <a:noFill/>
              <a:miter lim="800000"/>
              <a:headEnd/>
              <a:tailEnd/>
            </a:ln>
          </p:spPr>
        </p:pic>
        <p:pic>
          <p:nvPicPr>
            <p:cNvPr id="21" name="Picture 126"/>
            <p:cNvPicPr>
              <a:picLocks noChangeAspect="1" noChangeArrowheads="1"/>
            </p:cNvPicPr>
            <p:nvPr/>
          </p:nvPicPr>
          <p:blipFill>
            <a:blip r:embed="rId3" cstate="print"/>
            <a:srcRect l="12015" t="9302" r="12404" b="12598"/>
            <a:stretch>
              <a:fillRect/>
            </a:stretch>
          </p:blipFill>
          <p:spPr bwMode="gray">
            <a:xfrm rot="-954917">
              <a:off x="3910013" y="4508500"/>
              <a:ext cx="1408112" cy="1479550"/>
            </a:xfrm>
            <a:prstGeom prst="rect">
              <a:avLst/>
            </a:prstGeom>
            <a:noFill/>
            <a:ln w="9525">
              <a:noFill/>
              <a:miter lim="800000"/>
              <a:headEnd/>
              <a:tailEnd/>
            </a:ln>
          </p:spPr>
        </p:pic>
      </p:grpSp>
      <p:pic>
        <p:nvPicPr>
          <p:cNvPr id="74" name="Picture 2" descr="Picture1"/>
          <p:cNvPicPr>
            <a:picLocks noChangeAspect="1" noChangeArrowheads="1"/>
          </p:cNvPicPr>
          <p:nvPr/>
        </p:nvPicPr>
        <p:blipFill>
          <a:blip r:embed="rId6" cstate="print">
            <a:duotone>
              <a:prstClr val="black"/>
              <a:schemeClr val="accent1">
                <a:tint val="45000"/>
                <a:satMod val="400000"/>
              </a:schemeClr>
            </a:duotone>
          </a:blip>
          <a:srcRect/>
          <a:stretch>
            <a:fillRect/>
          </a:stretch>
        </p:blipFill>
        <p:spPr bwMode="gray">
          <a:xfrm>
            <a:off x="2962157" y="2981164"/>
            <a:ext cx="2673429" cy="530981"/>
          </a:xfrm>
          <a:prstGeom prst="rect">
            <a:avLst/>
          </a:prstGeom>
          <a:noFill/>
          <a:ln w="9525">
            <a:noFill/>
            <a:miter lim="800000"/>
            <a:headEnd/>
            <a:tailEnd/>
          </a:ln>
        </p:spPr>
      </p:pic>
      <p:sp>
        <p:nvSpPr>
          <p:cNvPr id="76" name="TextBox 75"/>
          <p:cNvSpPr txBox="1"/>
          <p:nvPr/>
        </p:nvSpPr>
        <p:spPr>
          <a:xfrm>
            <a:off x="6157455" y="4159467"/>
            <a:ext cx="1600202" cy="1815882"/>
          </a:xfrm>
          <a:prstGeom prst="rect">
            <a:avLst/>
          </a:prstGeom>
          <a:noFill/>
        </p:spPr>
        <p:txBody>
          <a:bodyPr wrap="square" rtlCol="0">
            <a:spAutoFit/>
          </a:bodyPr>
          <a:lstStyle/>
          <a:p>
            <a:pPr algn="ct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Until mobility is available, maintenance tech receives work order via paper printout from ECC system</a:t>
            </a:r>
            <a:endParaRPr lang="en-US" sz="14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58" name="Content Placeholder 4"/>
          <p:cNvGraphicFramePr>
            <a:graphicFrameLocks/>
          </p:cNvGraphicFramePr>
          <p:nvPr>
            <p:extLst>
              <p:ext uri="{D42A27DB-BD31-4B8C-83A1-F6EECF244321}">
                <p14:modId xmlns:p14="http://schemas.microsoft.com/office/powerpoint/2010/main" val="4182777908"/>
              </p:ext>
            </p:extLst>
          </p:nvPr>
        </p:nvGraphicFramePr>
        <p:xfrm>
          <a:off x="6716110" y="268015"/>
          <a:ext cx="2123091" cy="69494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 name="Picture 2"/>
          <p:cNvPicPr>
            <a:picLocks noChangeAspect="1"/>
          </p:cNvPicPr>
          <p:nvPr/>
        </p:nvPicPr>
        <p:blipFill>
          <a:blip r:embed="rId12"/>
          <a:stretch>
            <a:fillRect/>
          </a:stretch>
        </p:blipFill>
        <p:spPr>
          <a:xfrm>
            <a:off x="2164197" y="5760140"/>
            <a:ext cx="323810" cy="342857"/>
          </a:xfrm>
          <a:prstGeom prst="rect">
            <a:avLst/>
          </a:prstGeom>
        </p:spPr>
      </p:pic>
    </p:spTree>
    <p:extLst>
      <p:ext uri="{BB962C8B-B14F-4D97-AF65-F5344CB8AC3E}">
        <p14:creationId xmlns:p14="http://schemas.microsoft.com/office/powerpoint/2010/main" val="3482813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327" y="339238"/>
            <a:ext cx="8510588" cy="639762"/>
          </a:xfrm>
        </p:spPr>
        <p:txBody>
          <a:bodyPr/>
          <a:lstStyle/>
          <a:p>
            <a:pPr algn="l"/>
            <a:r>
              <a:rPr lang="en-US" sz="3000" dirty="0">
                <a:solidFill>
                  <a:srgbClr val="1770B1"/>
                </a:solidFill>
                <a:latin typeface="Garamond"/>
                <a:ea typeface="+mn-ea"/>
                <a:cs typeface="Garamond"/>
              </a:rPr>
              <a:t>Close a Work Order</a:t>
            </a:r>
          </a:p>
        </p:txBody>
      </p:sp>
      <p:sp>
        <p:nvSpPr>
          <p:cNvPr id="3" name="Content Placeholder 2"/>
          <p:cNvSpPr>
            <a:spLocks noGrp="1"/>
          </p:cNvSpPr>
          <p:nvPr>
            <p:ph idx="1"/>
          </p:nvPr>
        </p:nvSpPr>
        <p:spPr>
          <a:xfrm>
            <a:off x="0" y="1143000"/>
            <a:ext cx="8983579" cy="4983163"/>
          </a:xfrm>
        </p:spPr>
        <p:txBody>
          <a:bodyPr/>
          <a:lstStyle/>
          <a:p>
            <a:r>
              <a:rPr lang="en-US" dirty="0"/>
              <a:t> Once the work is complete and the employee has entered their time into ESS, the Planner must close the work order:</a:t>
            </a:r>
          </a:p>
          <a:p>
            <a:endParaRPr lang="en-US" dirty="0"/>
          </a:p>
          <a:p>
            <a:pPr marL="1085850" lvl="1" indent="-342900">
              <a:spcBef>
                <a:spcPts val="0"/>
              </a:spcBef>
              <a:spcAft>
                <a:spcPts val="0"/>
              </a:spcAft>
              <a:buFont typeface="Wingdings" panose="05000000000000000000" pitchFamily="2" charset="2"/>
              <a:buChar char="Ø"/>
            </a:pPr>
            <a:r>
              <a:rPr lang="en-US" sz="1700" dirty="0"/>
              <a:t>A behind the scenes batch settlement is automatically generated nightly to close the financials of the work order</a:t>
            </a:r>
          </a:p>
          <a:p>
            <a:pPr lvl="1" indent="0">
              <a:spcBef>
                <a:spcPts val="0"/>
              </a:spcBef>
              <a:buNone/>
            </a:pPr>
            <a:endParaRPr lang="en-US" sz="1700" dirty="0"/>
          </a:p>
          <a:p>
            <a:pPr marL="1085850" lvl="1" indent="-342900">
              <a:spcBef>
                <a:spcPts val="0"/>
              </a:spcBef>
              <a:buFont typeface="Wingdings" panose="05000000000000000000" pitchFamily="2" charset="2"/>
              <a:buChar char="Ø"/>
            </a:pPr>
            <a:r>
              <a:rPr lang="en-US" sz="1700" dirty="0"/>
              <a:t>Planner accesses the work order and clicks the </a:t>
            </a:r>
            <a:r>
              <a:rPr lang="en-US" sz="1700" b="1" dirty="0"/>
              <a:t>Complete (Technically) </a:t>
            </a:r>
            <a:r>
              <a:rPr lang="en-US" sz="1700" dirty="0"/>
              <a:t>icon </a:t>
            </a:r>
          </a:p>
          <a:p>
            <a:pPr lvl="1" indent="0">
              <a:spcBef>
                <a:spcPts val="0"/>
              </a:spcBef>
              <a:buNone/>
            </a:pPr>
            <a:endParaRPr lang="en-US" sz="1700" dirty="0"/>
          </a:p>
          <a:p>
            <a:pPr marL="1085850" lvl="1" indent="-342900">
              <a:spcBef>
                <a:spcPts val="0"/>
              </a:spcBef>
              <a:buFont typeface="Wingdings" panose="05000000000000000000" pitchFamily="2" charset="2"/>
              <a:buChar char="Ø"/>
            </a:pPr>
            <a:r>
              <a:rPr lang="en-US" sz="1700" dirty="0"/>
              <a:t>Once a month, planner generates report that shows work orders that have been technically complete, but not business closed . The Planner accesses the order again to complete the close of the work order. {</a:t>
            </a:r>
            <a:r>
              <a:rPr lang="en-US" sz="1700" b="1" dirty="0"/>
              <a:t>Complete (Business)</a:t>
            </a:r>
            <a:r>
              <a:rPr lang="en-US" sz="1700" dirty="0"/>
              <a:t>}</a:t>
            </a:r>
          </a:p>
          <a:p>
            <a:pPr marL="1085850" lvl="1" indent="-342900">
              <a:buFont typeface="Wingdings" panose="05000000000000000000" pitchFamily="2" charset="2"/>
              <a:buChar char="Ø"/>
            </a:pPr>
            <a:endParaRPr lang="en-US" sz="1500" b="1" dirty="0"/>
          </a:p>
          <a:p>
            <a:pPr algn="ctr">
              <a:buNone/>
            </a:pPr>
            <a:r>
              <a:rPr lang="en-US" sz="1500" dirty="0"/>
              <a:t>*** </a:t>
            </a:r>
            <a:r>
              <a:rPr lang="en-US" sz="1500" b="1" i="1" dirty="0"/>
              <a:t>Running settlement close and completing the business close of a work order is done monthly. Marking an order technically complete should be done immediately once work is complete and time is entered into ESS!</a:t>
            </a:r>
            <a:r>
              <a:rPr lang="en-US" sz="1500" dirty="0"/>
              <a:t>***</a:t>
            </a:r>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p:txBody>
      </p:sp>
      <p:graphicFrame>
        <p:nvGraphicFramePr>
          <p:cNvPr id="4" name="Content Placeholder 4"/>
          <p:cNvGraphicFramePr>
            <a:graphicFrameLocks/>
          </p:cNvGraphicFramePr>
          <p:nvPr>
            <p:extLst>
              <p:ext uri="{D42A27DB-BD31-4B8C-83A1-F6EECF244321}">
                <p14:modId xmlns:p14="http://schemas.microsoft.com/office/powerpoint/2010/main" val="2190690181"/>
              </p:ext>
            </p:extLst>
          </p:nvPr>
        </p:nvGraphicFramePr>
        <p:xfrm>
          <a:off x="6716110" y="268015"/>
          <a:ext cx="2123091" cy="6949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3318255" y="3317973"/>
            <a:ext cx="343334" cy="371945"/>
          </a:xfrm>
          <a:prstGeom prst="rect">
            <a:avLst/>
          </a:prstGeom>
        </p:spPr>
      </p:pic>
    </p:spTree>
    <p:extLst>
      <p:ext uri="{BB962C8B-B14F-4D97-AF65-F5344CB8AC3E}">
        <p14:creationId xmlns:p14="http://schemas.microsoft.com/office/powerpoint/2010/main" val="599724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057400"/>
            <a:ext cx="4840369" cy="2743200"/>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19"/>
          <p:cNvSpPr>
            <a:spLocks noChangeArrowheads="1"/>
          </p:cNvSpPr>
          <p:nvPr/>
        </p:nvSpPr>
        <p:spPr bwMode="auto">
          <a:xfrm>
            <a:off x="4768938" y="2545264"/>
            <a:ext cx="457200" cy="515857"/>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a:solidFill>
                <a:srgbClr val="002E62"/>
              </a:solidFill>
              <a:cs typeface="Arial" charset="0"/>
            </a:endParaRPr>
          </a:p>
        </p:txBody>
      </p:sp>
      <p:sp>
        <p:nvSpPr>
          <p:cNvPr id="8" name="Text Box 20"/>
          <p:cNvSpPr txBox="1">
            <a:spLocks noChangeArrowheads="1"/>
          </p:cNvSpPr>
          <p:nvPr/>
        </p:nvSpPr>
        <p:spPr bwMode="auto">
          <a:xfrm>
            <a:off x="6019800" y="1663500"/>
            <a:ext cx="2850896" cy="2457492"/>
          </a:xfrm>
          <a:prstGeom prst="rect">
            <a:avLst/>
          </a:prstGeom>
          <a:solidFill>
            <a:schemeClr val="bg1"/>
          </a:solidFill>
          <a:ln w="9525" algn="ctr">
            <a:solidFill>
              <a:schemeClr val="accent3">
                <a:lumMod val="75000"/>
              </a:schemeClr>
            </a:solidFill>
            <a:prstDash val="dash"/>
            <a:miter lim="800000"/>
            <a:headEnd/>
            <a:tailEnd/>
          </a:ln>
          <a:effectLst/>
        </p:spPr>
        <p:txBody>
          <a:bodyPr anchor="ctr"/>
          <a:lstStyle>
            <a:defPPr>
              <a:defRPr lang="en-US"/>
            </a:defPPr>
            <a:lvl1pPr defTabSz="954088">
              <a:spcAft>
                <a:spcPts val="600"/>
              </a:spcAft>
              <a:defRPr sz="1600">
                <a:solidFill>
                  <a:srgbClr val="000000"/>
                </a:solidFill>
                <a:latin typeface="Arial" pitchFamily="34" charset="0"/>
                <a:ea typeface="Verdana" pitchFamily="34" charset="0"/>
                <a:cs typeface="Arial" pitchFamily="34" charset="0"/>
              </a:defRPr>
            </a:lvl1pPr>
          </a:lstStyle>
          <a:p>
            <a:r>
              <a:rPr lang="en-US" sz="1400" dirty="0"/>
              <a:t>After batch settlement has been generated, click the </a:t>
            </a:r>
            <a:r>
              <a:rPr lang="en-US" sz="1400" b="1" dirty="0"/>
              <a:t>Complete (Technically) </a:t>
            </a:r>
            <a:r>
              <a:rPr lang="en-US" sz="1400" dirty="0"/>
              <a:t>icon to technically close the work order.</a:t>
            </a:r>
          </a:p>
          <a:p>
            <a:endParaRPr lang="en-US" sz="1400" dirty="0"/>
          </a:p>
          <a:p>
            <a:r>
              <a:rPr lang="en-US" sz="1400" dirty="0"/>
              <a:t>At month end, follow the menu path </a:t>
            </a:r>
            <a:r>
              <a:rPr lang="en-US" sz="1400" b="1" dirty="0"/>
              <a:t>Order</a:t>
            </a:r>
            <a:r>
              <a:rPr lang="en-US" sz="1400" dirty="0"/>
              <a:t> – </a:t>
            </a:r>
            <a:r>
              <a:rPr lang="en-US" sz="1400" b="1" dirty="0"/>
              <a:t>Functions</a:t>
            </a:r>
            <a:r>
              <a:rPr lang="en-US" sz="1400" dirty="0"/>
              <a:t> – </a:t>
            </a:r>
            <a:r>
              <a:rPr lang="en-US" sz="1400" b="1" dirty="0"/>
              <a:t>Complete</a:t>
            </a:r>
            <a:r>
              <a:rPr lang="en-US" sz="1400" dirty="0"/>
              <a:t> – </a:t>
            </a:r>
            <a:r>
              <a:rPr lang="en-US" sz="1400" b="1" dirty="0"/>
              <a:t>Complete (business)</a:t>
            </a:r>
            <a:r>
              <a:rPr lang="en-US" sz="1400" dirty="0"/>
              <a:t> to officially close the order</a:t>
            </a:r>
            <a:r>
              <a:rPr lang="en-US" dirty="0"/>
              <a:t>.</a:t>
            </a:r>
          </a:p>
        </p:txBody>
      </p:sp>
      <p:grpSp>
        <p:nvGrpSpPr>
          <p:cNvPr id="9" name="Group 8"/>
          <p:cNvGrpSpPr>
            <a:grpSpLocks/>
          </p:cNvGrpSpPr>
          <p:nvPr/>
        </p:nvGrpSpPr>
        <p:grpSpPr bwMode="auto">
          <a:xfrm>
            <a:off x="4330700" y="2133600"/>
            <a:ext cx="393700" cy="363538"/>
            <a:chOff x="4976" y="624"/>
            <a:chExt cx="200" cy="176"/>
          </a:xfrm>
        </p:grpSpPr>
        <p:sp>
          <p:nvSpPr>
            <p:cNvPr id="10" name="Oval 9"/>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a:solidFill>
                  <a:schemeClr val="accent4">
                    <a:lumMod val="10000"/>
                  </a:schemeClr>
                </a:solidFill>
                <a:cs typeface="Arial" charset="0"/>
              </a:endParaRPr>
            </a:p>
          </p:txBody>
        </p:sp>
        <p:sp>
          <p:nvSpPr>
            <p:cNvPr id="11"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a:solidFill>
                    <a:schemeClr val="accent4">
                      <a:lumMod val="10000"/>
                    </a:schemeClr>
                  </a:solidFill>
                </a:rPr>
                <a:t>1</a:t>
              </a:r>
            </a:p>
          </p:txBody>
        </p:sp>
      </p:grpSp>
      <p:grpSp>
        <p:nvGrpSpPr>
          <p:cNvPr id="12" name="Group 11"/>
          <p:cNvGrpSpPr>
            <a:grpSpLocks/>
          </p:cNvGrpSpPr>
          <p:nvPr/>
        </p:nvGrpSpPr>
        <p:grpSpPr bwMode="auto">
          <a:xfrm>
            <a:off x="5626100" y="2133600"/>
            <a:ext cx="393700" cy="363538"/>
            <a:chOff x="4976" y="624"/>
            <a:chExt cx="200" cy="176"/>
          </a:xfrm>
        </p:grpSpPr>
        <p:sp>
          <p:nvSpPr>
            <p:cNvPr id="13" name="Oval 12"/>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a:solidFill>
                  <a:schemeClr val="accent4">
                    <a:lumMod val="10000"/>
                  </a:schemeClr>
                </a:solidFill>
                <a:cs typeface="Arial" charset="0"/>
              </a:endParaRPr>
            </a:p>
          </p:txBody>
        </p:sp>
        <p:sp>
          <p:nvSpPr>
            <p:cNvPr id="14"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a:solidFill>
                    <a:schemeClr val="accent4">
                      <a:lumMod val="10000"/>
                    </a:schemeClr>
                  </a:solidFill>
                </a:rPr>
                <a:t>1</a:t>
              </a:r>
            </a:p>
          </p:txBody>
        </p:sp>
      </p:grpSp>
      <p:grpSp>
        <p:nvGrpSpPr>
          <p:cNvPr id="20" name="Group 24"/>
          <p:cNvGrpSpPr>
            <a:grpSpLocks/>
          </p:cNvGrpSpPr>
          <p:nvPr/>
        </p:nvGrpSpPr>
        <p:grpSpPr bwMode="auto">
          <a:xfrm>
            <a:off x="5638800" y="3200400"/>
            <a:ext cx="393700" cy="363538"/>
            <a:chOff x="4976" y="624"/>
            <a:chExt cx="200" cy="176"/>
          </a:xfrm>
        </p:grpSpPr>
        <p:sp>
          <p:nvSpPr>
            <p:cNvPr id="21"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a:solidFill>
                  <a:schemeClr val="accent4">
                    <a:lumMod val="10000"/>
                  </a:schemeClr>
                </a:solidFill>
                <a:cs typeface="Arial" charset="0"/>
              </a:endParaRPr>
            </a:p>
          </p:txBody>
        </p:sp>
        <p:sp>
          <p:nvSpPr>
            <p:cNvPr id="22"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a:solidFill>
                    <a:schemeClr val="accent4">
                      <a:lumMod val="10000"/>
                    </a:schemeClr>
                  </a:solidFill>
                </a:rPr>
                <a:t>2</a:t>
              </a:r>
            </a:p>
          </p:txBody>
        </p:sp>
      </p:grpSp>
      <p:sp>
        <p:nvSpPr>
          <p:cNvPr id="26" name="Title 1"/>
          <p:cNvSpPr txBox="1">
            <a:spLocks/>
          </p:cNvSpPr>
          <p:nvPr/>
        </p:nvSpPr>
        <p:spPr>
          <a:xfrm>
            <a:off x="236309" y="339525"/>
            <a:ext cx="8510588" cy="639762"/>
          </a:xfrm>
          <a:prstGeom prst="rect">
            <a:avLst/>
          </a:prstGeom>
        </p:spPr>
        <p:txBody>
          <a:bodyPr/>
          <a:lstStyle>
            <a:lvl1pPr algn="l" rtl="0" fontAlgn="base">
              <a:spcBef>
                <a:spcPct val="0"/>
              </a:spcBef>
              <a:spcAft>
                <a:spcPct val="0"/>
              </a:spcAft>
              <a:defRPr sz="28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sz="3000" dirty="0">
                <a:solidFill>
                  <a:srgbClr val="1770B1"/>
                </a:solidFill>
                <a:latin typeface="Garamond"/>
                <a:ea typeface="+mn-ea"/>
                <a:cs typeface="Garamond"/>
              </a:rPr>
              <a:t>Close a Work Order (ECC)</a:t>
            </a:r>
          </a:p>
        </p:txBody>
      </p:sp>
      <p:sp>
        <p:nvSpPr>
          <p:cNvPr id="27" name="Content Placeholder 2"/>
          <p:cNvSpPr txBox="1">
            <a:spLocks/>
          </p:cNvSpPr>
          <p:nvPr/>
        </p:nvSpPr>
        <p:spPr>
          <a:xfrm>
            <a:off x="301625" y="1066800"/>
            <a:ext cx="8537575" cy="4983163"/>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r>
              <a:rPr lang="en-US" sz="1800" dirty="0">
                <a:solidFill>
                  <a:schemeClr val="tx1"/>
                </a:solidFill>
              </a:rPr>
              <a:t>Before closing a work order, after batch settlement runs, the Planner must can mark the order as technically complete. At month end, it can then be marked as business complete.</a:t>
            </a:r>
          </a:p>
          <a:p>
            <a:endParaRPr lang="en-US" dirty="0"/>
          </a:p>
        </p:txBody>
      </p:sp>
      <p:sp>
        <p:nvSpPr>
          <p:cNvPr id="28" name="Curved Right Arrow 27"/>
          <p:cNvSpPr/>
          <p:nvPr/>
        </p:nvSpPr>
        <p:spPr bwMode="auto">
          <a:xfrm rot="17606824">
            <a:off x="2412934" y="4419213"/>
            <a:ext cx="882213" cy="2538768"/>
          </a:xfrm>
          <a:prstGeom prst="curv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91160" y="4248150"/>
            <a:ext cx="3238340" cy="2457450"/>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Rectangle 19"/>
          <p:cNvSpPr>
            <a:spLocks noChangeArrowheads="1"/>
          </p:cNvSpPr>
          <p:nvPr/>
        </p:nvSpPr>
        <p:spPr bwMode="auto">
          <a:xfrm>
            <a:off x="4572000" y="4267200"/>
            <a:ext cx="609600" cy="515857"/>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rgbClr val="FFE04F">
                    <a:alpha val="50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a:solidFill>
                <a:srgbClr val="002E62"/>
              </a:solidFill>
              <a:cs typeface="Arial" charset="0"/>
            </a:endParaRPr>
          </a:p>
        </p:txBody>
      </p:sp>
      <p:grpSp>
        <p:nvGrpSpPr>
          <p:cNvPr id="17" name="Group 24"/>
          <p:cNvGrpSpPr>
            <a:grpSpLocks/>
          </p:cNvGrpSpPr>
          <p:nvPr/>
        </p:nvGrpSpPr>
        <p:grpSpPr bwMode="auto">
          <a:xfrm>
            <a:off x="5245100" y="4191000"/>
            <a:ext cx="393700" cy="363538"/>
            <a:chOff x="4976" y="624"/>
            <a:chExt cx="200" cy="176"/>
          </a:xfrm>
        </p:grpSpPr>
        <p:sp>
          <p:nvSpPr>
            <p:cNvPr id="18" name="Oval 25"/>
            <p:cNvSpPr>
              <a:spLocks noChangeArrowheads="1"/>
            </p:cNvSpPr>
            <p:nvPr/>
          </p:nvSpPr>
          <p:spPr bwMode="auto">
            <a:xfrm>
              <a:off x="4976" y="624"/>
              <a:ext cx="200" cy="176"/>
            </a:xfrm>
            <a:prstGeom prst="ellipse">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eaLnBrk="1" hangingPunct="1"/>
              <a:endParaRPr lang="en-US">
                <a:solidFill>
                  <a:schemeClr val="accent4">
                    <a:lumMod val="10000"/>
                  </a:schemeClr>
                </a:solidFill>
                <a:cs typeface="Arial" charset="0"/>
              </a:endParaRPr>
            </a:p>
          </p:txBody>
        </p:sp>
        <p:sp>
          <p:nvSpPr>
            <p:cNvPr id="19" name="Text Box 26"/>
            <p:cNvSpPr txBox="1">
              <a:spLocks noChangeArrowheads="1"/>
            </p:cNvSpPr>
            <p:nvPr/>
          </p:nvSpPr>
          <p:spPr bwMode="auto">
            <a:xfrm>
              <a:off x="4992" y="632"/>
              <a:ext cx="15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54088">
                <a:defRPr>
                  <a:solidFill>
                    <a:schemeClr val="tx1"/>
                  </a:solidFill>
                  <a:latin typeface="Arial" charset="0"/>
                  <a:cs typeface="Arial" charset="0"/>
                </a:defRPr>
              </a:lvl1pPr>
              <a:lvl2pPr defTabSz="954088">
                <a:defRPr>
                  <a:solidFill>
                    <a:schemeClr val="tx1"/>
                  </a:solidFill>
                  <a:latin typeface="Arial" charset="0"/>
                  <a:cs typeface="Arial" charset="0"/>
                </a:defRPr>
              </a:lvl2pPr>
              <a:lvl3pPr defTabSz="954088">
                <a:defRPr>
                  <a:solidFill>
                    <a:schemeClr val="tx1"/>
                  </a:solidFill>
                  <a:latin typeface="Arial" charset="0"/>
                  <a:cs typeface="Arial" charset="0"/>
                </a:defRPr>
              </a:lvl3pPr>
              <a:lvl4pPr defTabSz="954088">
                <a:defRPr>
                  <a:solidFill>
                    <a:schemeClr val="tx1"/>
                  </a:solidFill>
                  <a:latin typeface="Arial" charset="0"/>
                  <a:cs typeface="Arial" charset="0"/>
                </a:defRPr>
              </a:lvl4pPr>
              <a:lvl5pPr defTabSz="954088">
                <a:defRPr>
                  <a:solidFill>
                    <a:schemeClr val="tx1"/>
                  </a:solidFill>
                  <a:latin typeface="Arial" charset="0"/>
                  <a:cs typeface="Arial" charset="0"/>
                </a:defRPr>
              </a:lvl5pPr>
              <a:lvl6pPr defTabSz="954088" fontAlgn="base">
                <a:spcBef>
                  <a:spcPct val="0"/>
                </a:spcBef>
                <a:spcAft>
                  <a:spcPct val="0"/>
                </a:spcAft>
                <a:defRPr>
                  <a:solidFill>
                    <a:schemeClr val="tx1"/>
                  </a:solidFill>
                  <a:latin typeface="Arial" charset="0"/>
                  <a:cs typeface="Arial" charset="0"/>
                </a:defRPr>
              </a:lvl6pPr>
              <a:lvl7pPr defTabSz="954088" fontAlgn="base">
                <a:spcBef>
                  <a:spcPct val="0"/>
                </a:spcBef>
                <a:spcAft>
                  <a:spcPct val="0"/>
                </a:spcAft>
                <a:defRPr>
                  <a:solidFill>
                    <a:schemeClr val="tx1"/>
                  </a:solidFill>
                  <a:latin typeface="Arial" charset="0"/>
                  <a:cs typeface="Arial" charset="0"/>
                </a:defRPr>
              </a:lvl7pPr>
              <a:lvl8pPr defTabSz="954088" fontAlgn="base">
                <a:spcBef>
                  <a:spcPct val="0"/>
                </a:spcBef>
                <a:spcAft>
                  <a:spcPct val="0"/>
                </a:spcAft>
                <a:defRPr>
                  <a:solidFill>
                    <a:schemeClr val="tx1"/>
                  </a:solidFill>
                  <a:latin typeface="Arial" charset="0"/>
                  <a:cs typeface="Arial" charset="0"/>
                </a:defRPr>
              </a:lvl8pPr>
              <a:lvl9pPr defTabSz="954088" fontAlgn="base">
                <a:spcBef>
                  <a:spcPct val="0"/>
                </a:spcBef>
                <a:spcAft>
                  <a:spcPct val="0"/>
                </a:spcAft>
                <a:defRPr>
                  <a:solidFill>
                    <a:schemeClr val="tx1"/>
                  </a:solidFill>
                  <a:latin typeface="Arial" charset="0"/>
                  <a:cs typeface="Arial" charset="0"/>
                </a:defRPr>
              </a:lvl9pPr>
            </a:lstStyle>
            <a:p>
              <a:pPr>
                <a:lnSpc>
                  <a:spcPct val="90000"/>
                </a:lnSpc>
                <a:spcBef>
                  <a:spcPct val="50000"/>
                </a:spcBef>
                <a:spcAft>
                  <a:spcPct val="15000"/>
                </a:spcAft>
                <a:buFont typeface="Symbol" pitchFamily="18" charset="2"/>
                <a:buNone/>
              </a:pPr>
              <a:r>
                <a:rPr lang="en-US" b="1" dirty="0">
                  <a:solidFill>
                    <a:schemeClr val="accent4">
                      <a:lumMod val="10000"/>
                    </a:schemeClr>
                  </a:solidFill>
                </a:rPr>
                <a:t>2</a:t>
              </a:r>
            </a:p>
          </p:txBody>
        </p:sp>
      </p:grpSp>
      <p:sp>
        <p:nvSpPr>
          <p:cNvPr id="24" name="Slide Number Placeholder 3"/>
          <p:cNvSpPr>
            <a:spLocks noGrp="1"/>
          </p:cNvSpPr>
          <p:nvPr>
            <p:ph type="sldNum" sz="quarter" idx="10"/>
          </p:nvPr>
        </p:nvSpPr>
        <p:spPr/>
        <p:txBody>
          <a:bodyPr/>
          <a:lstStyle/>
          <a:p>
            <a:endParaRPr lang="en-US" dirty="0"/>
          </a:p>
          <a:p>
            <a:fld id="{C0ABF30F-1156-4F41-8469-8F121BB9144A}" type="slidenum">
              <a:rPr lang="en-US" sz="1400" smtClean="0">
                <a:solidFill>
                  <a:schemeClr val="bg2"/>
                </a:solidFill>
              </a:rPr>
              <a:pPr/>
              <a:t>14</a:t>
            </a:fld>
            <a:endParaRPr lang="en-US" sz="1400" dirty="0">
              <a:solidFill>
                <a:schemeClr val="bg2"/>
              </a:solidFill>
            </a:endParaRPr>
          </a:p>
        </p:txBody>
      </p:sp>
      <p:graphicFrame>
        <p:nvGraphicFramePr>
          <p:cNvPr id="25" name="Content Placeholder 4"/>
          <p:cNvGraphicFramePr>
            <a:graphicFrameLocks/>
          </p:cNvGraphicFramePr>
          <p:nvPr>
            <p:extLst>
              <p:ext uri="{D42A27DB-BD31-4B8C-83A1-F6EECF244321}">
                <p14:modId xmlns:p14="http://schemas.microsoft.com/office/powerpoint/2010/main" val="1484540249"/>
              </p:ext>
            </p:extLst>
          </p:nvPr>
        </p:nvGraphicFramePr>
        <p:xfrm>
          <a:off x="6716110" y="268015"/>
          <a:ext cx="2123091" cy="6949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28611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US" dirty="0"/>
              <a:t>Module 3</a:t>
            </a:r>
          </a:p>
        </p:txBody>
      </p:sp>
      <p:sp>
        <p:nvSpPr>
          <p:cNvPr id="4" name="Text Placeholder 3"/>
          <p:cNvSpPr>
            <a:spLocks noGrp="1"/>
          </p:cNvSpPr>
          <p:nvPr>
            <p:ph type="body" sz="quarter" idx="11"/>
          </p:nvPr>
        </p:nvSpPr>
        <p:spPr/>
        <p:txBody>
          <a:bodyPr/>
          <a:lstStyle/>
          <a:p>
            <a:r>
              <a:rPr lang="en-US" dirty="0"/>
              <a:t>Reporting</a:t>
            </a:r>
          </a:p>
        </p:txBody>
      </p:sp>
    </p:spTree>
    <p:extLst>
      <p:ext uri="{BB962C8B-B14F-4D97-AF65-F5344CB8AC3E}">
        <p14:creationId xmlns:p14="http://schemas.microsoft.com/office/powerpoint/2010/main" val="715144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340894"/>
            <a:ext cx="8510588" cy="639762"/>
          </a:xfrm>
        </p:spPr>
        <p:txBody>
          <a:bodyPr/>
          <a:lstStyle/>
          <a:p>
            <a:pPr algn="l"/>
            <a:r>
              <a:rPr lang="en-US" sz="3000" dirty="0">
                <a:solidFill>
                  <a:srgbClr val="1770B1"/>
                </a:solidFill>
                <a:latin typeface="Garamond"/>
                <a:ea typeface="+mn-ea"/>
                <a:cs typeface="Garamond"/>
              </a:rPr>
              <a:t>Generating Reports - Analytics</a:t>
            </a:r>
          </a:p>
        </p:txBody>
      </p:sp>
      <p:sp>
        <p:nvSpPr>
          <p:cNvPr id="3" name="Content Placeholder 2"/>
          <p:cNvSpPr>
            <a:spLocks noGrp="1"/>
          </p:cNvSpPr>
          <p:nvPr>
            <p:ph idx="1"/>
          </p:nvPr>
        </p:nvSpPr>
        <p:spPr>
          <a:xfrm>
            <a:off x="301625" y="1019502"/>
            <a:ext cx="8537575" cy="4983163"/>
          </a:xfrm>
        </p:spPr>
        <p:txBody>
          <a:bodyPr/>
          <a:lstStyle/>
          <a:p>
            <a:r>
              <a:rPr lang="en-US" dirty="0"/>
              <a:t> Planners typically dedicate daily time to analyzing various reports. Planners must generate:</a:t>
            </a:r>
          </a:p>
          <a:p>
            <a:pPr>
              <a:buNone/>
            </a:pPr>
            <a:endParaRPr lang="en-US" sz="1600" dirty="0"/>
          </a:p>
          <a:p>
            <a:pPr lvl="1">
              <a:spcBef>
                <a:spcPts val="0"/>
              </a:spcBef>
              <a:buFont typeface="Wingdings" panose="05000000000000000000" pitchFamily="2" charset="2"/>
              <a:buChar char="Ø"/>
            </a:pPr>
            <a:r>
              <a:rPr lang="en-US" sz="1700" dirty="0">
                <a:solidFill>
                  <a:schemeClr val="accent4">
                    <a:lumMod val="10000"/>
                  </a:schemeClr>
                </a:solidFill>
              </a:rPr>
              <a:t>O</a:t>
            </a:r>
            <a:r>
              <a:rPr lang="en-US" sz="1700" dirty="0">
                <a:solidFill>
                  <a:schemeClr val="accent4">
                    <a:lumMod val="10000"/>
                  </a:schemeClr>
                </a:solidFill>
                <a:effectLst/>
              </a:rPr>
              <a:t>utstanding notifications report </a:t>
            </a:r>
            <a:r>
              <a:rPr lang="en-US" sz="1700" dirty="0">
                <a:solidFill>
                  <a:schemeClr val="accent4">
                    <a:lumMod val="10000"/>
                  </a:schemeClr>
                </a:solidFill>
              </a:rPr>
              <a:t>hourly</a:t>
            </a:r>
            <a:endParaRPr lang="en-US" sz="1700" dirty="0">
              <a:solidFill>
                <a:schemeClr val="accent4">
                  <a:lumMod val="10000"/>
                </a:schemeClr>
              </a:solidFill>
              <a:effectLst/>
            </a:endParaRPr>
          </a:p>
          <a:p>
            <a:pPr lvl="1">
              <a:spcBef>
                <a:spcPts val="0"/>
              </a:spcBef>
              <a:spcAft>
                <a:spcPts val="0"/>
              </a:spcAft>
              <a:buFont typeface="Wingdings" panose="05000000000000000000" pitchFamily="2" charset="2"/>
              <a:buChar char="Ø"/>
            </a:pPr>
            <a:endParaRPr lang="en-US" sz="1700" dirty="0">
              <a:solidFill>
                <a:schemeClr val="accent4">
                  <a:lumMod val="10000"/>
                </a:schemeClr>
              </a:solidFill>
              <a:effectLst/>
            </a:endParaRPr>
          </a:p>
          <a:p>
            <a:pPr lvl="1">
              <a:spcBef>
                <a:spcPts val="0"/>
              </a:spcBef>
              <a:buFont typeface="Wingdings" panose="05000000000000000000" pitchFamily="2" charset="2"/>
              <a:buChar char="Ø"/>
            </a:pPr>
            <a:r>
              <a:rPr lang="en-US" sz="1700" dirty="0">
                <a:solidFill>
                  <a:schemeClr val="accent4">
                    <a:lumMod val="10000"/>
                  </a:schemeClr>
                </a:solidFill>
              </a:rPr>
              <a:t>O</a:t>
            </a:r>
            <a:r>
              <a:rPr lang="en-US" sz="1700" dirty="0">
                <a:solidFill>
                  <a:schemeClr val="accent4">
                    <a:lumMod val="10000"/>
                  </a:schemeClr>
                </a:solidFill>
                <a:effectLst/>
              </a:rPr>
              <a:t>utstanding work orders report </a:t>
            </a:r>
            <a:r>
              <a:rPr lang="en-US" sz="1700" dirty="0">
                <a:solidFill>
                  <a:schemeClr val="accent4">
                    <a:lumMod val="10000"/>
                  </a:schemeClr>
                </a:solidFill>
              </a:rPr>
              <a:t>hourly</a:t>
            </a:r>
            <a:endParaRPr lang="en-US" sz="1700" dirty="0">
              <a:solidFill>
                <a:schemeClr val="accent4">
                  <a:lumMod val="10000"/>
                </a:schemeClr>
              </a:solidFill>
              <a:effectLst/>
            </a:endParaRPr>
          </a:p>
          <a:p>
            <a:pPr lvl="1">
              <a:spcBef>
                <a:spcPts val="0"/>
              </a:spcBef>
              <a:buFont typeface="Wingdings" panose="05000000000000000000" pitchFamily="2" charset="2"/>
              <a:buChar char="Ø"/>
            </a:pPr>
            <a:endParaRPr lang="en-US" sz="1700" dirty="0">
              <a:solidFill>
                <a:schemeClr val="accent4">
                  <a:lumMod val="10000"/>
                </a:schemeClr>
              </a:solidFill>
              <a:effectLst/>
            </a:endParaRPr>
          </a:p>
          <a:p>
            <a:pPr lvl="1">
              <a:spcBef>
                <a:spcPts val="0"/>
              </a:spcBef>
              <a:buFont typeface="Wingdings" panose="05000000000000000000" pitchFamily="2" charset="2"/>
              <a:buChar char="Ø"/>
            </a:pPr>
            <a:r>
              <a:rPr lang="en-US" sz="1700" dirty="0">
                <a:solidFill>
                  <a:schemeClr val="accent4">
                    <a:lumMod val="10000"/>
                  </a:schemeClr>
                </a:solidFill>
              </a:rPr>
              <a:t>C</a:t>
            </a:r>
            <a:r>
              <a:rPr lang="en-US" sz="1700" dirty="0">
                <a:solidFill>
                  <a:schemeClr val="accent4">
                    <a:lumMod val="10000"/>
                  </a:schemeClr>
                </a:solidFill>
                <a:effectLst/>
              </a:rPr>
              <a:t>losed notifications and work order reports regularly for reconciliation purposes</a:t>
            </a:r>
          </a:p>
          <a:p>
            <a:pPr marL="457200" lvl="1" indent="0">
              <a:spcBef>
                <a:spcPts val="0"/>
              </a:spcBef>
              <a:buNone/>
            </a:pPr>
            <a:endParaRPr lang="en-US" sz="1700" dirty="0">
              <a:solidFill>
                <a:schemeClr val="accent4">
                  <a:lumMod val="10000"/>
                </a:schemeClr>
              </a:solidFill>
              <a:effectLst/>
            </a:endParaRPr>
          </a:p>
          <a:p>
            <a:pPr lvl="1">
              <a:spcBef>
                <a:spcPts val="0"/>
              </a:spcBef>
              <a:buFont typeface="Wingdings" panose="05000000000000000000" pitchFamily="2" charset="2"/>
              <a:buChar char="Ø"/>
            </a:pPr>
            <a:r>
              <a:rPr lang="en-US" sz="1700" dirty="0">
                <a:solidFill>
                  <a:schemeClr val="accent4">
                    <a:lumMod val="10000"/>
                  </a:schemeClr>
                </a:solidFill>
                <a:effectLst/>
              </a:rPr>
              <a:t>“In Process” reports for review to ensure all required resources are available and work is progressing</a:t>
            </a:r>
            <a:endParaRPr lang="en-US" sz="1700" dirty="0">
              <a:solidFill>
                <a:schemeClr val="accent4">
                  <a:lumMod val="10000"/>
                </a:schemeClr>
              </a:solidFill>
              <a:effectLst/>
              <a:cs typeface="Arial" charset="0"/>
            </a:endParaRPr>
          </a:p>
          <a:p>
            <a:endParaRPr lang="en-US" dirty="0"/>
          </a:p>
        </p:txBody>
      </p:sp>
      <p:sp>
        <p:nvSpPr>
          <p:cNvPr id="4" name="AutoShape 70"/>
          <p:cNvSpPr>
            <a:spLocks noChangeArrowheads="1"/>
          </p:cNvSpPr>
          <p:nvPr/>
        </p:nvSpPr>
        <p:spPr bwMode="auto">
          <a:xfrm rot="15142423">
            <a:off x="1838325" y="4744574"/>
            <a:ext cx="1676400" cy="1543050"/>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rotWithShape="0">
            <a:gsLst>
              <a:gs pos="0">
                <a:srgbClr val="FFFF99">
                  <a:gamma/>
                  <a:shade val="76078"/>
                  <a:invGamma/>
                </a:srgbClr>
              </a:gs>
              <a:gs pos="50000">
                <a:srgbClr val="FFFF99"/>
              </a:gs>
              <a:gs pos="100000">
                <a:srgbClr val="FFFF99">
                  <a:gamma/>
                  <a:shade val="76078"/>
                  <a:invGamma/>
                </a:srgbClr>
              </a:gs>
            </a:gsLst>
            <a:lin ang="5400000" scaled="1"/>
          </a:gradFill>
          <a:ln>
            <a:noFill/>
          </a:ln>
          <a:effectLst/>
          <a:extLs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nchor="ctr"/>
          <a:lstStyle/>
          <a:p>
            <a:pPr eaLnBrk="1" hangingPunct="1"/>
            <a:endParaRPr lang="en-US">
              <a:solidFill>
                <a:schemeClr val="accent4">
                  <a:lumMod val="10000"/>
                </a:schemeClr>
              </a:solidFill>
              <a:cs typeface="Arial" charset="0"/>
            </a:endParaRPr>
          </a:p>
        </p:txBody>
      </p:sp>
      <p:pic>
        <p:nvPicPr>
          <p:cNvPr id="5" name="Picture 8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4730704"/>
            <a:ext cx="17081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32"/>
          <p:cNvSpPr>
            <a:spLocks noChangeArrowheads="1"/>
          </p:cNvSpPr>
          <p:nvPr/>
        </p:nvSpPr>
        <p:spPr bwMode="auto">
          <a:xfrm rot="5024843">
            <a:off x="5661025" y="4840161"/>
            <a:ext cx="1608138" cy="1195388"/>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rotWithShape="0">
            <a:gsLst>
              <a:gs pos="0">
                <a:srgbClr val="FFFF99">
                  <a:gamma/>
                  <a:shade val="76078"/>
                  <a:invGamma/>
                </a:srgbClr>
              </a:gs>
              <a:gs pos="50000">
                <a:srgbClr val="FFFF99"/>
              </a:gs>
              <a:gs pos="100000">
                <a:srgbClr val="FFFF99">
                  <a:gamma/>
                  <a:shade val="76078"/>
                  <a:invGamma/>
                </a:srgbClr>
              </a:gs>
            </a:gsLst>
            <a:lin ang="5400000" scaled="1"/>
          </a:gradFill>
          <a:ln>
            <a:noFill/>
          </a:ln>
          <a:effectLst/>
          <a:extLs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nchor="ctr"/>
          <a:lstStyle/>
          <a:p>
            <a:pPr eaLnBrk="1" hangingPunct="1"/>
            <a:endParaRPr lang="en-US">
              <a:solidFill>
                <a:schemeClr val="accent4">
                  <a:lumMod val="10000"/>
                </a:schemeClr>
              </a:solidFill>
              <a:cs typeface="Arial" charset="0"/>
            </a:endParaRPr>
          </a:p>
        </p:txBody>
      </p:sp>
      <p:pic>
        <p:nvPicPr>
          <p:cNvPr id="7" name="Picture 75" descr="MPj04223850000[1]"/>
          <p:cNvPicPr>
            <a:picLocks noChangeAspect="1" noChangeArrowheads="1"/>
          </p:cNvPicPr>
          <p:nvPr/>
        </p:nvPicPr>
        <p:blipFill>
          <a:blip r:embed="rId4" cstate="print">
            <a:extLst>
              <a:ext uri="{28A0092B-C50C-407E-A947-70E740481C1C}">
                <a14:useLocalDpi xmlns:a14="http://schemas.microsoft.com/office/drawing/2010/main" val="0"/>
              </a:ext>
            </a:extLst>
          </a:blip>
          <a:srcRect r="10234" b="16640"/>
          <a:stretch>
            <a:fillRect/>
          </a:stretch>
        </p:blipFill>
        <p:spPr>
          <a:xfrm>
            <a:off x="4800600" y="5167186"/>
            <a:ext cx="1420813" cy="947738"/>
          </a:xfrm>
          <a:prstGeom prst="rect">
            <a:avLst/>
          </a:prstGeom>
        </p:spPr>
      </p:pic>
      <p:sp>
        <p:nvSpPr>
          <p:cNvPr id="8" name="Text Box 5"/>
          <p:cNvSpPr txBox="1">
            <a:spLocks noChangeArrowheads="1"/>
          </p:cNvSpPr>
          <p:nvPr/>
        </p:nvSpPr>
        <p:spPr bwMode="auto">
          <a:xfrm>
            <a:off x="4471988" y="6265736"/>
            <a:ext cx="2188318" cy="4398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square" lIns="69850" tIns="34925" rIns="69850" bIns="34925">
            <a:spAutoFit/>
          </a:bodyPr>
          <a:lstStyle/>
          <a:p>
            <a:pPr algn="ctr"/>
            <a:r>
              <a:rPr lang="en-US" sz="1200" b="1" dirty="0">
                <a:solidFill>
                  <a:schemeClr val="accent4">
                    <a:lumMod val="10000"/>
                  </a:schemeClr>
                </a:solidFill>
                <a:cs typeface="Arial" charset="0"/>
              </a:rPr>
              <a:t>Planner </a:t>
            </a:r>
            <a:br>
              <a:rPr lang="en-US" sz="1200" b="1" dirty="0">
                <a:solidFill>
                  <a:schemeClr val="accent4">
                    <a:lumMod val="10000"/>
                  </a:schemeClr>
                </a:solidFill>
                <a:cs typeface="Arial" charset="0"/>
              </a:rPr>
            </a:br>
            <a:r>
              <a:rPr lang="en-US" sz="1200" b="1" dirty="0">
                <a:solidFill>
                  <a:schemeClr val="accent4">
                    <a:lumMod val="10000"/>
                  </a:schemeClr>
                </a:solidFill>
                <a:cs typeface="Arial" charset="0"/>
              </a:rPr>
              <a:t>Reporting</a:t>
            </a:r>
          </a:p>
        </p:txBody>
      </p:sp>
      <p:sp>
        <p:nvSpPr>
          <p:cNvPr id="9" name="Text Box 33"/>
          <p:cNvSpPr txBox="1">
            <a:spLocks noChangeArrowheads="1"/>
          </p:cNvSpPr>
          <p:nvPr/>
        </p:nvSpPr>
        <p:spPr bwMode="auto">
          <a:xfrm>
            <a:off x="3017420" y="6256207"/>
            <a:ext cx="1300997" cy="2551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spAutoFit/>
          </a:bodyPr>
          <a:lstStyle/>
          <a:p>
            <a:pPr algn="ctr"/>
            <a:r>
              <a:rPr lang="en-US" sz="1200" b="1" dirty="0">
                <a:solidFill>
                  <a:schemeClr val="accent4">
                    <a:lumMod val="10000"/>
                  </a:schemeClr>
                </a:solidFill>
                <a:cs typeface="Arial" charset="0"/>
              </a:rPr>
              <a:t>Planner Reporting</a:t>
            </a:r>
          </a:p>
        </p:txBody>
      </p:sp>
      <p:pic>
        <p:nvPicPr>
          <p:cNvPr id="10" name="Picture 7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69113" y="4489324"/>
            <a:ext cx="1589087" cy="17526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Box 73"/>
          <p:cNvSpPr txBox="1">
            <a:spLocks noChangeArrowheads="1"/>
          </p:cNvSpPr>
          <p:nvPr/>
        </p:nvSpPr>
        <p:spPr bwMode="auto">
          <a:xfrm rot="-2458701">
            <a:off x="6484576" y="5124698"/>
            <a:ext cx="2281971" cy="31675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wrap="none" lIns="69850" tIns="34925" rIns="69850" bIns="34925">
            <a:spAutoFit/>
          </a:bodyPr>
          <a:lstStyle/>
          <a:p>
            <a:pPr algn="ctr"/>
            <a:r>
              <a:rPr lang="en-US" sz="1600" b="1" dirty="0">
                <a:solidFill>
                  <a:schemeClr val="accent4">
                    <a:lumMod val="10000"/>
                  </a:schemeClr>
                </a:solidFill>
                <a:cs typeface="Arial" charset="0"/>
              </a:rPr>
              <a:t>Open Work Order Report</a:t>
            </a:r>
          </a:p>
        </p:txBody>
      </p:sp>
      <p:pic>
        <p:nvPicPr>
          <p:cNvPr id="12" name="Picture 81" descr="MPj04225270000[1]"/>
          <p:cNvPicPr>
            <a:picLocks noChangeAspect="1" noChangeArrowheads="1"/>
          </p:cNvPicPr>
          <p:nvPr/>
        </p:nvPicPr>
        <p:blipFill>
          <a:blip r:embed="rId6" cstate="print">
            <a:extLst>
              <a:ext uri="{28A0092B-C50C-407E-A947-70E740481C1C}">
                <a14:useLocalDpi xmlns:a14="http://schemas.microsoft.com/office/drawing/2010/main" val="0"/>
              </a:ext>
            </a:extLst>
          </a:blip>
          <a:srcRect b="26875"/>
          <a:stretch>
            <a:fillRect/>
          </a:stretch>
        </p:blipFill>
        <p:spPr>
          <a:xfrm>
            <a:off x="2959100" y="5022804"/>
            <a:ext cx="1447800" cy="1066800"/>
          </a:xfrm>
          <a:prstGeom prst="rect">
            <a:avLst/>
          </a:prstGeo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 name="Text Box 83"/>
          <p:cNvSpPr txBox="1">
            <a:spLocks noChangeArrowheads="1"/>
          </p:cNvSpPr>
          <p:nvPr/>
        </p:nvSpPr>
        <p:spPr bwMode="auto">
          <a:xfrm rot="-2750834">
            <a:off x="268162" y="5338882"/>
            <a:ext cx="2528887" cy="31675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107763" dir="2700000" algn="ctr" rotWithShape="0">
                    <a:srgbClr val="FC0128"/>
                  </a:outerShdw>
                </a:effectLst>
              </a14:hiddenEffects>
            </a:ext>
          </a:extLst>
        </p:spPr>
        <p:txBody>
          <a:bodyPr lIns="69850" tIns="34925" rIns="69850" bIns="34925">
            <a:spAutoFit/>
          </a:bodyPr>
          <a:lstStyle/>
          <a:p>
            <a:pPr algn="ctr"/>
            <a:r>
              <a:rPr lang="en-US" sz="1600" b="1" dirty="0">
                <a:solidFill>
                  <a:schemeClr val="accent4">
                    <a:lumMod val="10000"/>
                  </a:schemeClr>
                </a:solidFill>
                <a:cs typeface="Arial" charset="0"/>
              </a:rPr>
              <a:t>Open Notifications Report</a:t>
            </a:r>
          </a:p>
        </p:txBody>
      </p:sp>
      <p:sp>
        <p:nvSpPr>
          <p:cNvPr id="14" name="Slide Number Placeholder 3"/>
          <p:cNvSpPr>
            <a:spLocks noGrp="1"/>
          </p:cNvSpPr>
          <p:nvPr>
            <p:ph type="sldNum" sz="quarter" idx="10"/>
          </p:nvPr>
        </p:nvSpPr>
        <p:spPr>
          <a:xfrm>
            <a:off x="304800" y="6229350"/>
            <a:ext cx="2286000" cy="476250"/>
          </a:xfrm>
        </p:spPr>
        <p:txBody>
          <a:bodyPr/>
          <a:lstStyle/>
          <a:p>
            <a:endParaRPr lang="en-US" dirty="0"/>
          </a:p>
          <a:p>
            <a:fld id="{C0ABF30F-1156-4F41-8469-8F121BB9144A}" type="slidenum">
              <a:rPr lang="en-US" sz="1400" smtClean="0">
                <a:solidFill>
                  <a:schemeClr val="bg2"/>
                </a:solidFill>
              </a:rPr>
              <a:pPr/>
              <a:t>16</a:t>
            </a:fld>
            <a:endParaRPr lang="en-US" sz="1400" dirty="0">
              <a:solidFill>
                <a:schemeClr val="bg2"/>
              </a:solidFill>
            </a:endParaRPr>
          </a:p>
        </p:txBody>
      </p:sp>
    </p:spTree>
    <p:extLst>
      <p:ext uri="{BB962C8B-B14F-4D97-AF65-F5344CB8AC3E}">
        <p14:creationId xmlns:p14="http://schemas.microsoft.com/office/powerpoint/2010/main" val="4225295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6309" y="337458"/>
            <a:ext cx="8510588" cy="639762"/>
          </a:xfrm>
        </p:spPr>
        <p:txBody>
          <a:bodyPr/>
          <a:lstStyle/>
          <a:p>
            <a:pPr algn="l"/>
            <a:r>
              <a:rPr lang="en-US" sz="3000" dirty="0">
                <a:solidFill>
                  <a:srgbClr val="1770B1"/>
                </a:solidFill>
                <a:latin typeface="Garamond"/>
                <a:ea typeface="+mn-ea"/>
                <a:cs typeface="Garamond"/>
              </a:rPr>
              <a:t>Sample of Reports Generated by the Planner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823558614"/>
              </p:ext>
            </p:extLst>
          </p:nvPr>
        </p:nvGraphicFramePr>
        <p:xfrm>
          <a:off x="225425" y="1005840"/>
          <a:ext cx="8689975" cy="5223508"/>
        </p:xfrm>
        <a:graphic>
          <a:graphicData uri="http://schemas.openxmlformats.org/drawingml/2006/table">
            <a:tbl>
              <a:tblPr firstRow="1" bandRow="1">
                <a:tableStyleId>{5C22544A-7EE6-4342-B048-85BDC9FD1C3A}</a:tableStyleId>
              </a:tblPr>
              <a:tblGrid>
                <a:gridCol w="2407597">
                  <a:extLst>
                    <a:ext uri="{9D8B030D-6E8A-4147-A177-3AD203B41FA5}">
                      <a16:colId xmlns:a16="http://schemas.microsoft.com/office/drawing/2014/main" val="20000"/>
                    </a:ext>
                  </a:extLst>
                </a:gridCol>
                <a:gridCol w="6282378">
                  <a:extLst>
                    <a:ext uri="{9D8B030D-6E8A-4147-A177-3AD203B41FA5}">
                      <a16:colId xmlns:a16="http://schemas.microsoft.com/office/drawing/2014/main" val="20001"/>
                    </a:ext>
                  </a:extLst>
                </a:gridCol>
              </a:tblGrid>
              <a:tr h="479686">
                <a:tc>
                  <a:txBody>
                    <a:bodyPr/>
                    <a:lstStyle/>
                    <a:p>
                      <a:r>
                        <a:rPr lang="en-US" sz="2000" dirty="0"/>
                        <a:t>Report</a:t>
                      </a:r>
                      <a:endParaRPr lang="en-US" sz="2000" dirty="0">
                        <a:latin typeface="Verdana" pitchFamily="34" charset="0"/>
                        <a:ea typeface="Verdana" pitchFamily="34" charset="0"/>
                        <a:cs typeface="Verdana" pitchFamily="34" charset="0"/>
                      </a:endParaRPr>
                    </a:p>
                  </a:txBody>
                  <a:tcPr marL="97534" marR="97534"/>
                </a:tc>
                <a:tc>
                  <a:txBody>
                    <a:bodyPr/>
                    <a:lstStyle/>
                    <a:p>
                      <a:r>
                        <a:rPr lang="en-US" sz="2000" dirty="0">
                          <a:latin typeface="+mn-lt"/>
                          <a:ea typeface="+mn-ea"/>
                          <a:cs typeface="+mn-cs"/>
                        </a:rPr>
                        <a:t>Purpose</a:t>
                      </a:r>
                      <a:endParaRPr lang="en-US" sz="2000" dirty="0">
                        <a:latin typeface="Verdana" pitchFamily="34" charset="0"/>
                        <a:ea typeface="Verdana" pitchFamily="34" charset="0"/>
                        <a:cs typeface="Verdana" pitchFamily="34" charset="0"/>
                      </a:endParaRPr>
                    </a:p>
                  </a:txBody>
                  <a:tcPr marL="97534" marR="97534"/>
                </a:tc>
                <a:extLst>
                  <a:ext uri="{0D108BD9-81ED-4DB2-BD59-A6C34878D82A}">
                    <a16:rowId xmlns:a16="http://schemas.microsoft.com/office/drawing/2014/main" val="10000"/>
                  </a:ext>
                </a:extLst>
              </a:tr>
              <a:tr h="1114080">
                <a:tc>
                  <a:txBody>
                    <a:bodyPr/>
                    <a:lstStyle/>
                    <a:p>
                      <a:pPr marL="0" lvl="1" indent="0">
                        <a:spcBef>
                          <a:spcPct val="20000"/>
                        </a:spcBef>
                        <a:buClr>
                          <a:srgbClr val="004B91"/>
                        </a:buClr>
                        <a:buFont typeface="Arial" pitchFamily="34" charset="0"/>
                        <a:buNone/>
                      </a:pPr>
                      <a:r>
                        <a:rPr lang="en-US" sz="1200" b="1" dirty="0">
                          <a:solidFill>
                            <a:srgbClr val="000000"/>
                          </a:solidFill>
                          <a:latin typeface="Verdana" pitchFamily="34" charset="0"/>
                          <a:ea typeface="Verdana" pitchFamily="34" charset="0"/>
                          <a:cs typeface="Verdana" pitchFamily="34" charset="0"/>
                        </a:rPr>
                        <a:t>IW28 – Change Notifications: Selection of Notifications</a:t>
                      </a:r>
                    </a:p>
                  </a:txBody>
                  <a:tcPr marL="97534" marR="97534"/>
                </a:tc>
                <a:tc>
                  <a:txBody>
                    <a:bodyPr/>
                    <a:lstStyle/>
                    <a:p>
                      <a:pPr marL="0" lvl="1" indent="0">
                        <a:spcBef>
                          <a:spcPct val="20000"/>
                        </a:spcBef>
                        <a:buClr>
                          <a:srgbClr val="004B91"/>
                        </a:buClr>
                        <a:buFont typeface="Arial" pitchFamily="34" charset="0"/>
                        <a:buNone/>
                      </a:pPr>
                      <a:r>
                        <a:rPr lang="en-US" sz="1200" dirty="0">
                          <a:solidFill>
                            <a:srgbClr val="000000"/>
                          </a:solidFill>
                          <a:latin typeface="Verdana" pitchFamily="34" charset="0"/>
                          <a:ea typeface="Verdana" pitchFamily="34" charset="0"/>
                          <a:cs typeface="Verdana" pitchFamily="34" charset="0"/>
                        </a:rPr>
                        <a:t>Displays a list of open or in process notifications</a:t>
                      </a:r>
                    </a:p>
                  </a:txBody>
                  <a:tcPr marL="97534" marR="97534"/>
                </a:tc>
                <a:extLst>
                  <a:ext uri="{0D108BD9-81ED-4DB2-BD59-A6C34878D82A}">
                    <a16:rowId xmlns:a16="http://schemas.microsoft.com/office/drawing/2014/main" val="10001"/>
                  </a:ext>
                </a:extLst>
              </a:tr>
              <a:tr h="1185955">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Verdana" pitchFamily="34" charset="0"/>
                          <a:ea typeface="Verdana" pitchFamily="34" charset="0"/>
                          <a:cs typeface="Verdana" pitchFamily="34" charset="0"/>
                        </a:rPr>
                        <a:t>IW38 – Change PM orders: Selection of Orders</a:t>
                      </a:r>
                    </a:p>
                    <a:p>
                      <a:endParaRPr lang="en-US" sz="1200" b="1" dirty="0">
                        <a:solidFill>
                          <a:schemeClr val="accent4">
                            <a:lumMod val="10000"/>
                          </a:schemeClr>
                        </a:solidFill>
                        <a:latin typeface="Verdana" pitchFamily="34" charset="0"/>
                        <a:ea typeface="Verdana" pitchFamily="34" charset="0"/>
                        <a:cs typeface="Verdana" pitchFamily="34" charset="0"/>
                      </a:endParaRPr>
                    </a:p>
                  </a:txBody>
                  <a:tcPr marL="97534" marR="97534"/>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Verdana" pitchFamily="34" charset="0"/>
                          <a:ea typeface="Verdana" pitchFamily="34" charset="0"/>
                          <a:cs typeface="Verdana" pitchFamily="34" charset="0"/>
                        </a:rPr>
                        <a:t>Displays a list of open or in process Plant Maintenance orders</a:t>
                      </a:r>
                      <a:endParaRPr lang="en-US" sz="1200" b="1" dirty="0">
                        <a:solidFill>
                          <a:srgbClr val="C00000"/>
                        </a:solidFill>
                        <a:latin typeface="Verdana" pitchFamily="34" charset="0"/>
                        <a:ea typeface="Verdana" pitchFamily="34" charset="0"/>
                        <a:cs typeface="Verdana" pitchFamily="34" charset="0"/>
                      </a:endParaRPr>
                    </a:p>
                    <a:p>
                      <a:endParaRPr lang="en-US" sz="1200" dirty="0">
                        <a:solidFill>
                          <a:schemeClr val="accent4">
                            <a:lumMod val="10000"/>
                          </a:schemeClr>
                        </a:solidFill>
                        <a:latin typeface="Verdana" pitchFamily="34" charset="0"/>
                        <a:ea typeface="Verdana" pitchFamily="34" charset="0"/>
                        <a:cs typeface="Verdana" pitchFamily="34" charset="0"/>
                      </a:endParaRPr>
                    </a:p>
                  </a:txBody>
                  <a:tcPr marL="97534" marR="97534"/>
                </a:tc>
                <a:extLst>
                  <a:ext uri="{0D108BD9-81ED-4DB2-BD59-A6C34878D82A}">
                    <a16:rowId xmlns:a16="http://schemas.microsoft.com/office/drawing/2014/main" val="10002"/>
                  </a:ext>
                </a:extLst>
              </a:tr>
              <a:tr h="1185955">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Verdana" pitchFamily="34" charset="0"/>
                          <a:ea typeface="Verdana" pitchFamily="34" charset="0"/>
                          <a:cs typeface="Verdana" pitchFamily="34" charset="0"/>
                        </a:rPr>
                        <a:t>IW72 – Change Service Order: Selection of Orders</a:t>
                      </a:r>
                    </a:p>
                    <a:p>
                      <a:endParaRPr lang="en-US" sz="1200" b="1" dirty="0">
                        <a:solidFill>
                          <a:schemeClr val="accent4">
                            <a:lumMod val="10000"/>
                          </a:schemeClr>
                        </a:solidFill>
                        <a:latin typeface="Verdana" pitchFamily="34" charset="0"/>
                        <a:ea typeface="Verdana" pitchFamily="34" charset="0"/>
                        <a:cs typeface="Verdana" pitchFamily="34" charset="0"/>
                      </a:endParaRPr>
                    </a:p>
                  </a:txBody>
                  <a:tcPr marL="97534" marR="97534"/>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Verdana" pitchFamily="34" charset="0"/>
                          <a:ea typeface="Verdana" pitchFamily="34" charset="0"/>
                          <a:cs typeface="Verdana" pitchFamily="34" charset="0"/>
                        </a:rPr>
                        <a:t>Displays a list of open or in process service orders</a:t>
                      </a:r>
                    </a:p>
                    <a:p>
                      <a:endParaRPr lang="en-US" sz="1200" dirty="0">
                        <a:solidFill>
                          <a:schemeClr val="accent4">
                            <a:lumMod val="10000"/>
                          </a:schemeClr>
                        </a:solidFill>
                        <a:latin typeface="Verdana" pitchFamily="34" charset="0"/>
                        <a:ea typeface="Verdana" pitchFamily="34" charset="0"/>
                        <a:cs typeface="Verdana" pitchFamily="34" charset="0"/>
                      </a:endParaRPr>
                    </a:p>
                  </a:txBody>
                  <a:tcPr marL="97534" marR="97534"/>
                </a:tc>
                <a:extLst>
                  <a:ext uri="{0D108BD9-81ED-4DB2-BD59-A6C34878D82A}">
                    <a16:rowId xmlns:a16="http://schemas.microsoft.com/office/drawing/2014/main" val="10003"/>
                  </a:ext>
                </a:extLst>
              </a:tr>
              <a:tr h="1257832">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Verdana" pitchFamily="34" charset="0"/>
                          <a:ea typeface="Verdana" pitchFamily="34" charset="0"/>
                          <a:cs typeface="Verdana" pitchFamily="34" charset="0"/>
                        </a:rPr>
                        <a:t>IW37N – Change Orders and Operations: Selection of Orders and Operations</a:t>
                      </a:r>
                      <a:endParaRPr lang="da-DK" sz="1200" b="1" dirty="0">
                        <a:solidFill>
                          <a:srgbClr val="C00000"/>
                        </a:solidFill>
                        <a:latin typeface="Verdana" pitchFamily="34" charset="0"/>
                        <a:ea typeface="Verdana" pitchFamily="34" charset="0"/>
                        <a:cs typeface="Verdana" pitchFamily="34" charset="0"/>
                      </a:endParaRPr>
                    </a:p>
                    <a:p>
                      <a:endParaRPr lang="en-US" sz="1200" b="1" dirty="0">
                        <a:solidFill>
                          <a:schemeClr val="accent4">
                            <a:lumMod val="10000"/>
                          </a:schemeClr>
                        </a:solidFill>
                        <a:latin typeface="Verdana" pitchFamily="34" charset="0"/>
                        <a:ea typeface="Verdana" pitchFamily="34" charset="0"/>
                        <a:cs typeface="Verdana" pitchFamily="34" charset="0"/>
                      </a:endParaRPr>
                    </a:p>
                  </a:txBody>
                  <a:tcPr marL="97534" marR="97534"/>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Verdana" pitchFamily="34" charset="0"/>
                          <a:ea typeface="Verdana" pitchFamily="34" charset="0"/>
                          <a:cs typeface="Verdana" pitchFamily="34" charset="0"/>
                        </a:rPr>
                        <a:t>Display a list of open or in process orders and operations</a:t>
                      </a:r>
                    </a:p>
                    <a:p>
                      <a:endParaRPr lang="en-US" sz="1200" dirty="0">
                        <a:solidFill>
                          <a:schemeClr val="accent4">
                            <a:lumMod val="10000"/>
                          </a:schemeClr>
                        </a:solidFill>
                        <a:latin typeface="Verdana" pitchFamily="34" charset="0"/>
                        <a:ea typeface="Verdana" pitchFamily="34" charset="0"/>
                        <a:cs typeface="Verdana" pitchFamily="34" charset="0"/>
                      </a:endParaRPr>
                    </a:p>
                  </a:txBody>
                  <a:tcPr marL="97534" marR="97534"/>
                </a:tc>
                <a:extLst>
                  <a:ext uri="{0D108BD9-81ED-4DB2-BD59-A6C34878D82A}">
                    <a16:rowId xmlns:a16="http://schemas.microsoft.com/office/drawing/2014/main" val="10004"/>
                  </a:ext>
                </a:extLst>
              </a:tr>
            </a:tbl>
          </a:graphicData>
        </a:graphic>
      </p:graphicFrame>
      <p:sp>
        <p:nvSpPr>
          <p:cNvPr id="5" name="Slide Number Placeholder 3"/>
          <p:cNvSpPr>
            <a:spLocks noGrp="1"/>
          </p:cNvSpPr>
          <p:nvPr>
            <p:ph type="sldNum" sz="quarter" idx="10"/>
          </p:nvPr>
        </p:nvSpPr>
        <p:spPr>
          <a:xfrm>
            <a:off x="304800" y="6229350"/>
            <a:ext cx="2286000" cy="476250"/>
          </a:xfrm>
        </p:spPr>
        <p:txBody>
          <a:bodyPr/>
          <a:lstStyle/>
          <a:p>
            <a:endParaRPr lang="en-US" dirty="0"/>
          </a:p>
          <a:p>
            <a:fld id="{C0ABF30F-1156-4F41-8469-8F121BB9144A}" type="slidenum">
              <a:rPr lang="en-US" sz="1400" smtClean="0">
                <a:solidFill>
                  <a:schemeClr val="bg2"/>
                </a:solidFill>
              </a:rPr>
              <a:pPr/>
              <a:t>17</a:t>
            </a:fld>
            <a:endParaRPr lang="en-US" sz="1400" dirty="0">
              <a:solidFill>
                <a:schemeClr val="bg2"/>
              </a:solidFill>
            </a:endParaRPr>
          </a:p>
        </p:txBody>
      </p:sp>
    </p:spTree>
    <p:extLst>
      <p:ext uri="{BB962C8B-B14F-4D97-AF65-F5344CB8AC3E}">
        <p14:creationId xmlns:p14="http://schemas.microsoft.com/office/powerpoint/2010/main" val="1713299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lang="en-US" dirty="0"/>
              <a:t>Summary</a:t>
            </a:r>
          </a:p>
        </p:txBody>
      </p:sp>
    </p:spTree>
    <p:extLst>
      <p:ext uri="{BB962C8B-B14F-4D97-AF65-F5344CB8AC3E}">
        <p14:creationId xmlns:p14="http://schemas.microsoft.com/office/powerpoint/2010/main" val="3156093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327" y="339238"/>
            <a:ext cx="8510588" cy="639762"/>
          </a:xfrm>
        </p:spPr>
        <p:txBody>
          <a:bodyPr/>
          <a:lstStyle/>
          <a:p>
            <a:pPr algn="l"/>
            <a:r>
              <a:rPr lang="en-US" sz="3000" dirty="0">
                <a:solidFill>
                  <a:srgbClr val="1770B1"/>
                </a:solidFill>
                <a:latin typeface="Garamond"/>
                <a:ea typeface="+mn-ea"/>
                <a:cs typeface="Garamond"/>
              </a:rPr>
              <a:t>Miscellaneous Duties</a:t>
            </a:r>
          </a:p>
        </p:txBody>
      </p:sp>
      <p:sp>
        <p:nvSpPr>
          <p:cNvPr id="3" name="Content Placeholder 2"/>
          <p:cNvSpPr>
            <a:spLocks noGrp="1"/>
          </p:cNvSpPr>
          <p:nvPr>
            <p:ph idx="1"/>
          </p:nvPr>
        </p:nvSpPr>
        <p:spPr>
          <a:xfrm>
            <a:off x="0" y="1143000"/>
            <a:ext cx="8983579" cy="4983163"/>
          </a:xfrm>
        </p:spPr>
        <p:txBody>
          <a:bodyPr/>
          <a:lstStyle/>
          <a:p>
            <a:r>
              <a:rPr lang="en-US" dirty="0"/>
              <a:t> Outside of managing notifications and work orders, a Planner can also participate in the following tasks:</a:t>
            </a:r>
          </a:p>
          <a:p>
            <a:endParaRPr lang="en-US" dirty="0"/>
          </a:p>
          <a:p>
            <a:pPr marL="1085850" lvl="1" indent="-342900">
              <a:spcBef>
                <a:spcPts val="0"/>
              </a:spcBef>
              <a:spcAft>
                <a:spcPts val="0"/>
              </a:spcAft>
              <a:buFont typeface="Wingdings" panose="05000000000000000000" pitchFamily="2" charset="2"/>
              <a:buChar char="Ø"/>
            </a:pPr>
            <a:r>
              <a:rPr lang="en-US" sz="1800" dirty="0"/>
              <a:t>Working with the Master Data Tech to create and review bills of materials,  tasks lists, and maintenance plans (outside of SAP. Master Data Tech will enter/maintain in SAP)</a:t>
            </a:r>
          </a:p>
          <a:p>
            <a:pPr marL="1085850" lvl="1" indent="-342900">
              <a:spcBef>
                <a:spcPts val="0"/>
              </a:spcBef>
              <a:spcAft>
                <a:spcPts val="0"/>
              </a:spcAft>
              <a:buFont typeface="Wingdings" panose="05000000000000000000" pitchFamily="2" charset="2"/>
              <a:buChar char="Ø"/>
            </a:pPr>
            <a:endParaRPr lang="en-US" sz="1800" dirty="0"/>
          </a:p>
          <a:p>
            <a:pPr marL="1085850" lvl="1" indent="-342900">
              <a:spcBef>
                <a:spcPts val="0"/>
              </a:spcBef>
              <a:spcAft>
                <a:spcPts val="0"/>
              </a:spcAft>
              <a:buFont typeface="Wingdings" panose="05000000000000000000" pitchFamily="2" charset="2"/>
              <a:buChar char="Ø"/>
            </a:pPr>
            <a:r>
              <a:rPr lang="en-US" sz="1800" dirty="0"/>
              <a:t>Request and obtain proposals and quotes from vendors (Shared duties between Procurement/Inventory/Planner)</a:t>
            </a:r>
          </a:p>
          <a:p>
            <a:pPr marL="1085850" lvl="1" indent="-342900">
              <a:spcBef>
                <a:spcPts val="0"/>
              </a:spcBef>
              <a:spcAft>
                <a:spcPts val="0"/>
              </a:spcAft>
              <a:buFont typeface="Wingdings" panose="05000000000000000000" pitchFamily="2" charset="2"/>
              <a:buChar char="Ø"/>
            </a:pPr>
            <a:endParaRPr lang="en-US" sz="1800" dirty="0"/>
          </a:p>
          <a:p>
            <a:pPr marL="1085850" lvl="1" indent="-342900">
              <a:spcBef>
                <a:spcPts val="0"/>
              </a:spcBef>
              <a:spcAft>
                <a:spcPts val="0"/>
              </a:spcAft>
              <a:buFont typeface="Wingdings" panose="05000000000000000000" pitchFamily="2" charset="2"/>
              <a:buChar char="Ø"/>
            </a:pPr>
            <a:r>
              <a:rPr lang="en-US" sz="1800" dirty="0"/>
              <a:t>Create and submit purchase requisitions (Shared duties between Procurement/Inventory/Planner)</a:t>
            </a:r>
          </a:p>
          <a:p>
            <a:pPr marL="1085850" lvl="1" indent="-342900">
              <a:spcBef>
                <a:spcPts val="0"/>
              </a:spcBef>
              <a:spcAft>
                <a:spcPts val="0"/>
              </a:spcAft>
              <a:buFont typeface="Wingdings" panose="05000000000000000000" pitchFamily="2" charset="2"/>
              <a:buChar char="Ø"/>
            </a:pPr>
            <a:endParaRPr lang="en-US" sz="1800" dirty="0"/>
          </a:p>
          <a:p>
            <a:pPr marL="1085850" lvl="1" indent="-342900">
              <a:spcBef>
                <a:spcPts val="0"/>
              </a:spcBef>
              <a:spcAft>
                <a:spcPts val="0"/>
              </a:spcAft>
              <a:buFont typeface="Wingdings" panose="05000000000000000000" pitchFamily="2" charset="2"/>
              <a:buChar char="Ø"/>
            </a:pPr>
            <a:r>
              <a:rPr lang="en-US" sz="1800" dirty="0"/>
              <a:t>Return unused materials to stock (Shared duties between Procurement/Inventory/Planner)</a:t>
            </a:r>
          </a:p>
          <a:p>
            <a:pPr marL="1085850" lvl="1" indent="-342900">
              <a:buFont typeface="Wingdings" panose="05000000000000000000" pitchFamily="2" charset="2"/>
              <a:buChar char="Ø"/>
            </a:pPr>
            <a:endParaRPr lang="en-US" sz="1700" b="1"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p:txBody>
      </p:sp>
    </p:spTree>
    <p:extLst>
      <p:ext uri="{BB962C8B-B14F-4D97-AF65-F5344CB8AC3E}">
        <p14:creationId xmlns:p14="http://schemas.microsoft.com/office/powerpoint/2010/main" val="1121413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327" y="339238"/>
            <a:ext cx="8510588" cy="639762"/>
          </a:xfrm>
        </p:spPr>
        <p:txBody>
          <a:bodyPr/>
          <a:lstStyle/>
          <a:p>
            <a:pPr algn="l"/>
            <a:r>
              <a:rPr lang="en-US" sz="3000" dirty="0">
                <a:solidFill>
                  <a:srgbClr val="1770B1"/>
                </a:solidFill>
                <a:latin typeface="Garamond"/>
                <a:ea typeface="+mn-ea"/>
                <a:cs typeface="Garamond"/>
              </a:rPr>
              <a:t>Miscellaneous Duties (Cont.)</a:t>
            </a:r>
          </a:p>
        </p:txBody>
      </p:sp>
      <p:sp>
        <p:nvSpPr>
          <p:cNvPr id="3" name="Content Placeholder 2"/>
          <p:cNvSpPr>
            <a:spLocks noGrp="1"/>
          </p:cNvSpPr>
          <p:nvPr>
            <p:ph idx="1"/>
          </p:nvPr>
        </p:nvSpPr>
        <p:spPr>
          <a:xfrm>
            <a:off x="0" y="1143000"/>
            <a:ext cx="8983579" cy="4983163"/>
          </a:xfrm>
        </p:spPr>
        <p:txBody>
          <a:bodyPr/>
          <a:lstStyle/>
          <a:p>
            <a:endParaRPr lang="en-US" dirty="0"/>
          </a:p>
          <a:p>
            <a:pPr marL="1085850" lvl="1" indent="-342900">
              <a:spcBef>
                <a:spcPts val="0"/>
              </a:spcBef>
              <a:spcAft>
                <a:spcPts val="0"/>
              </a:spcAft>
              <a:buFont typeface="Wingdings" panose="05000000000000000000" pitchFamily="2" charset="2"/>
              <a:buChar char="Ø"/>
            </a:pPr>
            <a:r>
              <a:rPr lang="en-US" sz="1800" dirty="0"/>
              <a:t>Prepare project schedules and conduct plant staff meetings</a:t>
            </a:r>
          </a:p>
          <a:p>
            <a:pPr marL="1085850" lvl="1" indent="-342900">
              <a:spcBef>
                <a:spcPts val="0"/>
              </a:spcBef>
              <a:spcAft>
                <a:spcPts val="0"/>
              </a:spcAft>
              <a:buFont typeface="Wingdings" panose="05000000000000000000" pitchFamily="2" charset="2"/>
              <a:buChar char="Ø"/>
            </a:pPr>
            <a:endParaRPr lang="en-US" sz="1800" dirty="0"/>
          </a:p>
          <a:p>
            <a:pPr marL="1085850" lvl="1" indent="-342900">
              <a:spcBef>
                <a:spcPts val="0"/>
              </a:spcBef>
              <a:spcAft>
                <a:spcPts val="0"/>
              </a:spcAft>
              <a:buFont typeface="Wingdings" panose="05000000000000000000" pitchFamily="2" charset="2"/>
              <a:buChar char="Ø"/>
            </a:pPr>
            <a:r>
              <a:rPr lang="en-US" sz="1800" dirty="0"/>
              <a:t>Monitor work backlogs and schedule compliance, and review with plant Supervisors</a:t>
            </a:r>
          </a:p>
          <a:p>
            <a:pPr marL="1085850" lvl="1" indent="-342900">
              <a:spcBef>
                <a:spcPts val="0"/>
              </a:spcBef>
              <a:spcAft>
                <a:spcPts val="0"/>
              </a:spcAft>
              <a:buFont typeface="Wingdings" panose="05000000000000000000" pitchFamily="2" charset="2"/>
              <a:buChar char="Ø"/>
            </a:pPr>
            <a:endParaRPr lang="en-US" sz="1800" dirty="0"/>
          </a:p>
          <a:p>
            <a:pPr marL="1085850" lvl="1" indent="-342900">
              <a:spcBef>
                <a:spcPts val="0"/>
              </a:spcBef>
              <a:spcAft>
                <a:spcPts val="0"/>
              </a:spcAft>
              <a:buFont typeface="Wingdings" panose="05000000000000000000" pitchFamily="2" charset="2"/>
              <a:buChar char="Ø"/>
            </a:pPr>
            <a:r>
              <a:rPr lang="en-US" sz="1800" dirty="0"/>
              <a:t>Create standard operating procedures for various preventative and corrective maintenance tasks</a:t>
            </a:r>
          </a:p>
          <a:p>
            <a:pPr marL="1085850" lvl="1" indent="-342900">
              <a:spcBef>
                <a:spcPts val="0"/>
              </a:spcBef>
              <a:spcAft>
                <a:spcPts val="0"/>
              </a:spcAft>
              <a:buFont typeface="Wingdings" panose="05000000000000000000" pitchFamily="2" charset="2"/>
              <a:buChar char="Ø"/>
            </a:pPr>
            <a:endParaRPr lang="en-US" sz="1800" dirty="0"/>
          </a:p>
          <a:p>
            <a:pPr marL="1085850" lvl="1" indent="-342900">
              <a:spcBef>
                <a:spcPts val="0"/>
              </a:spcBef>
              <a:spcAft>
                <a:spcPts val="0"/>
              </a:spcAft>
              <a:buFont typeface="Wingdings" panose="05000000000000000000" pitchFamily="2" charset="2"/>
              <a:buChar char="Ø"/>
            </a:pPr>
            <a:r>
              <a:rPr lang="en-US" sz="1800" dirty="0"/>
              <a:t>Monitor and analyze PM tasks and maintenance plans for effectiveness and modify frequency of PMs as necessary</a:t>
            </a:r>
          </a:p>
          <a:p>
            <a:pPr marL="1085850" lvl="1" indent="-342900">
              <a:spcBef>
                <a:spcPts val="0"/>
              </a:spcBef>
              <a:spcAft>
                <a:spcPts val="0"/>
              </a:spcAft>
              <a:buFont typeface="Wingdings" panose="05000000000000000000" pitchFamily="2" charset="2"/>
              <a:buChar char="Ø"/>
            </a:pPr>
            <a:endParaRPr lang="en-US" sz="1800" dirty="0"/>
          </a:p>
          <a:p>
            <a:pPr marL="1085850" lvl="1" indent="-342900">
              <a:spcBef>
                <a:spcPts val="0"/>
              </a:spcBef>
              <a:spcAft>
                <a:spcPts val="0"/>
              </a:spcAft>
              <a:buFont typeface="Wingdings" panose="05000000000000000000" pitchFamily="2" charset="2"/>
              <a:buChar char="Ø"/>
            </a:pPr>
            <a:r>
              <a:rPr lang="en-US" sz="1800" dirty="0"/>
              <a:t>Review planned vs. Actual work and modify if needed to optimize capacity planning</a:t>
            </a:r>
          </a:p>
          <a:p>
            <a:pPr marL="1085850" lvl="1" indent="-342900">
              <a:buFont typeface="Wingdings" panose="05000000000000000000" pitchFamily="2" charset="2"/>
              <a:buChar char="Ø"/>
            </a:pPr>
            <a:endParaRPr lang="en-US" sz="1700" b="1"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a:p>
            <a:pPr marL="1085850" lvl="1" indent="-342900">
              <a:buFont typeface="Wingdings" panose="05000000000000000000" pitchFamily="2" charset="2"/>
              <a:buChar char="Ø"/>
            </a:pPr>
            <a:endParaRPr lang="en-US" dirty="0"/>
          </a:p>
        </p:txBody>
      </p:sp>
    </p:spTree>
    <p:extLst>
      <p:ext uri="{BB962C8B-B14F-4D97-AF65-F5344CB8AC3E}">
        <p14:creationId xmlns:p14="http://schemas.microsoft.com/office/powerpoint/2010/main" val="2224369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1"/>
          </p:nvPr>
        </p:nvSpPr>
        <p:spPr>
          <a:xfrm>
            <a:off x="964856" y="1163969"/>
            <a:ext cx="6400800" cy="404580"/>
          </a:xfrm>
          <a:prstGeom prst="rect">
            <a:avLst/>
          </a:prstGeom>
        </p:spPr>
        <p:txBody>
          <a:bodyPr/>
          <a:lstStyle/>
          <a:p>
            <a:r>
              <a:rPr lang="en-US" dirty="0"/>
              <a:t>Summarized Topics</a:t>
            </a:r>
          </a:p>
        </p:txBody>
      </p:sp>
      <p:sp>
        <p:nvSpPr>
          <p:cNvPr id="3" name="Content Placeholder 2"/>
          <p:cNvSpPr>
            <a:spLocks noGrp="1"/>
          </p:cNvSpPr>
          <p:nvPr>
            <p:ph idx="13"/>
          </p:nvPr>
        </p:nvSpPr>
        <p:spPr>
          <a:xfrm>
            <a:off x="964856" y="1687277"/>
            <a:ext cx="3621432" cy="4257915"/>
          </a:xfrm>
        </p:spPr>
        <p:txBody>
          <a:bodyPr/>
          <a:lstStyle/>
          <a:p>
            <a:pPr marL="285750" indent="-285750">
              <a:spcBef>
                <a:spcPts val="600"/>
              </a:spcBef>
              <a:spcAft>
                <a:spcPts val="600"/>
              </a:spcAft>
              <a:buFont typeface="Wingdings" pitchFamily="2" charset="2"/>
              <a:buChar char="§"/>
            </a:pPr>
            <a:r>
              <a:rPr lang="en-US" dirty="0">
                <a:solidFill>
                  <a:srgbClr val="000000"/>
                </a:solidFill>
                <a:latin typeface="Verdana" panose="020B0604030504040204" pitchFamily="34" charset="0"/>
                <a:ea typeface="Verdana" panose="020B0604030504040204" pitchFamily="34" charset="0"/>
                <a:cs typeface="Verdana" panose="020B0604030504040204" pitchFamily="34" charset="0"/>
              </a:rPr>
              <a:t>Planner creates/edits notifications</a:t>
            </a:r>
            <a:endParaRPr lang="en-US" b="1" dirty="0">
              <a:solidFill>
                <a:srgbClr val="000000"/>
              </a:solidFill>
              <a:latin typeface="Verdana" panose="020B0604030504040204" pitchFamily="34" charset="0"/>
              <a:ea typeface="Verdana" panose="020B0604030504040204" pitchFamily="34" charset="0"/>
              <a:cs typeface="Verdana" panose="020B0604030504040204" pitchFamily="34" charset="0"/>
            </a:endParaRPr>
          </a:p>
          <a:p>
            <a:pPr marL="285750" indent="-285750">
              <a:spcBef>
                <a:spcPts val="600"/>
              </a:spcBef>
              <a:spcAft>
                <a:spcPts val="600"/>
              </a:spcAft>
              <a:buFont typeface="Wingdings" pitchFamily="2" charset="2"/>
              <a:buChar char="§"/>
            </a:pPr>
            <a:r>
              <a:rPr lang="en-US" dirty="0">
                <a:solidFill>
                  <a:srgbClr val="000000"/>
                </a:solidFill>
                <a:latin typeface="Verdana" panose="020B0604030504040204" pitchFamily="34" charset="0"/>
                <a:ea typeface="Verdana" panose="020B0604030504040204" pitchFamily="34" charset="0"/>
                <a:cs typeface="Verdana" panose="020B0604030504040204" pitchFamily="34" charset="0"/>
              </a:rPr>
              <a:t>Planner creates work order based on notification</a:t>
            </a:r>
          </a:p>
          <a:p>
            <a:pPr marL="285750" indent="-285750">
              <a:spcBef>
                <a:spcPts val="600"/>
              </a:spcBef>
              <a:spcAft>
                <a:spcPts val="600"/>
              </a:spcAft>
              <a:buFont typeface="Wingdings" pitchFamily="2" charset="2"/>
              <a:buChar char="§"/>
            </a:pPr>
            <a:r>
              <a:rPr lang="en-US" dirty="0">
                <a:solidFill>
                  <a:srgbClr val="000000"/>
                </a:solidFill>
                <a:latin typeface="Verdana" panose="020B0604030504040204" pitchFamily="34" charset="0"/>
                <a:ea typeface="Verdana" panose="020B0604030504040204" pitchFamily="34" charset="0"/>
                <a:cs typeface="Verdana" panose="020B0604030504040204" pitchFamily="34" charset="0"/>
              </a:rPr>
              <a:t>Even with automated work orders, Planner must review for accuracy and assign work order to the designated maintenance technician</a:t>
            </a:r>
            <a:endParaRPr lang="en-US" b="1" dirty="0">
              <a:solidFill>
                <a:srgbClr val="000000"/>
              </a:solidFill>
              <a:latin typeface="Verdana" panose="020B0604030504040204" pitchFamily="34" charset="0"/>
              <a:ea typeface="Verdana" panose="020B0604030504040204" pitchFamily="34" charset="0"/>
              <a:cs typeface="Verdana" panose="020B0604030504040204" pitchFamily="34" charset="0"/>
            </a:endParaRPr>
          </a:p>
          <a:p>
            <a:endParaRPr lang="en-US" dirty="0"/>
          </a:p>
        </p:txBody>
      </p:sp>
      <p:sp>
        <p:nvSpPr>
          <p:cNvPr id="4" name="Text Placeholder 3"/>
          <p:cNvSpPr>
            <a:spLocks noGrp="1"/>
          </p:cNvSpPr>
          <p:nvPr>
            <p:ph type="body" sz="quarter" idx="14"/>
          </p:nvPr>
        </p:nvSpPr>
        <p:spPr>
          <a:xfrm>
            <a:off x="247487" y="351559"/>
            <a:ext cx="6268607" cy="663575"/>
          </a:xfrm>
        </p:spPr>
        <p:txBody>
          <a:bodyPr/>
          <a:lstStyle/>
          <a:p>
            <a:r>
              <a:rPr lang="en-US" dirty="0">
                <a:solidFill>
                  <a:srgbClr val="1770B1"/>
                </a:solidFill>
              </a:rPr>
              <a:t>Summary</a:t>
            </a:r>
          </a:p>
        </p:txBody>
      </p:sp>
      <p:sp>
        <p:nvSpPr>
          <p:cNvPr id="5" name="Content Placeholder 2"/>
          <p:cNvSpPr txBox="1">
            <a:spLocks/>
          </p:cNvSpPr>
          <p:nvPr/>
        </p:nvSpPr>
        <p:spPr>
          <a:xfrm>
            <a:off x="4774886" y="1653933"/>
            <a:ext cx="3621432" cy="4257915"/>
          </a:xfrm>
          <a:prstGeom prst="rect">
            <a:avLst/>
          </a:prstGeom>
        </p:spPr>
        <p:txBody>
          <a:bodyPr/>
          <a:lstStyle>
            <a:lvl1pPr marL="0" indent="0" algn="l" defTabSz="457200" rtl="0" eaLnBrk="1" latinLnBrk="0" hangingPunct="1">
              <a:spcBef>
                <a:spcPct val="20000"/>
              </a:spcBef>
              <a:buFont typeface="Arial"/>
              <a:buNone/>
              <a:defRPr sz="1800" kern="1200" baseline="0">
                <a:solidFill>
                  <a:schemeClr val="tx1"/>
                </a:solidFill>
                <a:latin typeface="Franklin Gothic Book"/>
                <a:ea typeface="+mn-ea"/>
                <a:cs typeface="Franklin Gothic Book"/>
              </a:defRPr>
            </a:lvl1pPr>
            <a:lvl2pPr marL="457200" indent="0" algn="l" defTabSz="457200" rtl="0" eaLnBrk="1" latinLnBrk="0" hangingPunct="1">
              <a:spcBef>
                <a:spcPct val="20000"/>
              </a:spcBef>
              <a:buFont typeface="Arial"/>
              <a:buNone/>
              <a:defRPr sz="1600" kern="1200">
                <a:solidFill>
                  <a:schemeClr val="tx1"/>
                </a:solidFill>
                <a:latin typeface="Tahoma"/>
                <a:ea typeface="+mn-ea"/>
                <a:cs typeface="Tahoma"/>
              </a:defRPr>
            </a:lvl2pPr>
            <a:lvl3pPr marL="914400" indent="0" algn="l" defTabSz="457200" rtl="0" eaLnBrk="1" latinLnBrk="0" hangingPunct="1">
              <a:spcBef>
                <a:spcPct val="20000"/>
              </a:spcBef>
              <a:buFont typeface="Arial"/>
              <a:buNone/>
              <a:defRPr sz="1600" kern="1200">
                <a:solidFill>
                  <a:schemeClr val="tx1"/>
                </a:solidFill>
                <a:latin typeface="Tahoma"/>
                <a:ea typeface="+mn-ea"/>
                <a:cs typeface="Tahoma"/>
              </a:defRPr>
            </a:lvl3pPr>
            <a:lvl4pPr marL="1371600" indent="0" algn="l" defTabSz="457200" rtl="0" eaLnBrk="1" latinLnBrk="0" hangingPunct="1">
              <a:spcBef>
                <a:spcPct val="20000"/>
              </a:spcBef>
              <a:buFont typeface="Arial"/>
              <a:buNone/>
              <a:defRPr sz="1600" kern="1200">
                <a:solidFill>
                  <a:schemeClr val="tx1"/>
                </a:solidFill>
                <a:latin typeface="Tahoma"/>
                <a:ea typeface="+mn-ea"/>
                <a:cs typeface="Tahoma"/>
              </a:defRPr>
            </a:lvl4pPr>
            <a:lvl5pPr marL="1828800" indent="0" algn="l" defTabSz="457200" rtl="0" eaLnBrk="1" latinLnBrk="0" hangingPunct="1">
              <a:spcBef>
                <a:spcPct val="20000"/>
              </a:spcBef>
              <a:buFont typeface="Arial"/>
              <a:buNone/>
              <a:defRPr sz="1600" kern="1200">
                <a:solidFill>
                  <a:schemeClr val="tx1"/>
                </a:solidFill>
                <a:latin typeface="Tahoma"/>
                <a:ea typeface="+mn-ea"/>
                <a:cs typeface="Tahom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fontAlgn="auto">
              <a:spcBef>
                <a:spcPts val="600"/>
              </a:spcBef>
              <a:spcAft>
                <a:spcPts val="600"/>
              </a:spcAft>
              <a:buFont typeface="Wingdings" pitchFamily="2" charset="2"/>
              <a:buChar char="§"/>
            </a:pPr>
            <a:r>
              <a:rPr lang="en-US" sz="1750" dirty="0">
                <a:solidFill>
                  <a:srgbClr val="000000"/>
                </a:solidFill>
                <a:latin typeface="Verdana" panose="020B0604030504040204" pitchFamily="34" charset="0"/>
                <a:ea typeface="Verdana" panose="020B0604030504040204" pitchFamily="34" charset="0"/>
                <a:cs typeface="Verdana" panose="020B0604030504040204" pitchFamily="34" charset="0"/>
              </a:rPr>
              <a:t>Planner closes the work order in SAP once work is complete</a:t>
            </a:r>
          </a:p>
          <a:p>
            <a:pPr marL="285750" indent="-285750" fontAlgn="auto">
              <a:spcBef>
                <a:spcPts val="600"/>
              </a:spcBef>
              <a:spcAft>
                <a:spcPts val="0"/>
              </a:spcAft>
              <a:buFont typeface="Wingdings" pitchFamily="2" charset="2"/>
              <a:buChar char="§"/>
            </a:pPr>
            <a:r>
              <a:rPr lang="en-US" sz="1750" dirty="0">
                <a:solidFill>
                  <a:srgbClr val="000000"/>
                </a:solidFill>
                <a:latin typeface="Verdana" panose="020B0604030504040204" pitchFamily="34" charset="0"/>
                <a:ea typeface="Verdana" panose="020B0604030504040204" pitchFamily="34" charset="0"/>
                <a:cs typeface="Verdana" panose="020B0604030504040204" pitchFamily="34" charset="0"/>
              </a:rPr>
              <a:t>Planner must generate Outstanding Notifications Report and open Outstanding Work Orders Report regularly to determine what notifications/work orders need to be addressed</a:t>
            </a:r>
          </a:p>
          <a:p>
            <a:pPr marL="285750" indent="-285750" fontAlgn="auto">
              <a:spcBef>
                <a:spcPts val="600"/>
              </a:spcBef>
              <a:spcAft>
                <a:spcPts val="0"/>
              </a:spcAft>
              <a:buFont typeface="Wingdings" pitchFamily="2" charset="2"/>
              <a:buChar char="§"/>
            </a:pPr>
            <a:r>
              <a:rPr lang="en-US" sz="1750" dirty="0">
                <a:solidFill>
                  <a:srgbClr val="000000"/>
                </a:solidFill>
                <a:latin typeface="Verdana" panose="020B0604030504040204" pitchFamily="34" charset="0"/>
                <a:ea typeface="Verdana" panose="020B0604030504040204" pitchFamily="34" charset="0"/>
                <a:cs typeface="Verdana" panose="020B0604030504040204" pitchFamily="34" charset="0"/>
              </a:rPr>
              <a:t>Bulk of daily activities are devoted to analytics: Reviewing reports to ensure accuracy, manage duplicate requests, etc.</a:t>
            </a:r>
          </a:p>
          <a:p>
            <a:pPr fontAlgn="auto">
              <a:spcAft>
                <a:spcPts val="0"/>
              </a:spcAft>
            </a:pPr>
            <a:endParaRPr lang="en-US" dirty="0"/>
          </a:p>
        </p:txBody>
      </p:sp>
    </p:spTree>
    <p:extLst>
      <p:ext uri="{BB962C8B-B14F-4D97-AF65-F5344CB8AC3E}">
        <p14:creationId xmlns:p14="http://schemas.microsoft.com/office/powerpoint/2010/main" val="2864300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descr="C:\Users\namudaliar\Documents\Narayanan\Ball Corp\Images\shutterstock_49142218.jpg"/>
          <p:cNvPicPr>
            <a:picLocks noChangeAspect="1" noChangeArrowheads="1"/>
          </p:cNvPicPr>
          <p:nvPr/>
        </p:nvPicPr>
        <p:blipFill>
          <a:blip r:embed="rId2" cstate="print"/>
          <a:srcRect/>
          <a:stretch>
            <a:fillRect/>
          </a:stretch>
        </p:blipFill>
        <p:spPr bwMode="auto">
          <a:xfrm>
            <a:off x="2069686" y="1268361"/>
            <a:ext cx="5045669" cy="4420215"/>
          </a:xfrm>
          <a:prstGeom prst="rect">
            <a:avLst/>
          </a:prstGeom>
          <a:noFill/>
        </p:spPr>
      </p:pic>
      <p:sp>
        <p:nvSpPr>
          <p:cNvPr id="5" name="Title 1"/>
          <p:cNvSpPr txBox="1">
            <a:spLocks/>
          </p:cNvSpPr>
          <p:nvPr/>
        </p:nvSpPr>
        <p:spPr>
          <a:xfrm>
            <a:off x="252638" y="337458"/>
            <a:ext cx="8510588" cy="639762"/>
          </a:xfrm>
          <a:prstGeom prst="rect">
            <a:avLst/>
          </a:prstGeom>
        </p:spPr>
        <p:txBody>
          <a:bodyPr/>
          <a:lstStyle>
            <a:lvl1pPr algn="l" rtl="0" fontAlgn="base">
              <a:spcBef>
                <a:spcPct val="0"/>
              </a:spcBef>
              <a:spcAft>
                <a:spcPct val="0"/>
              </a:spcAft>
              <a:defRPr sz="2400" b="1">
                <a:solidFill>
                  <a:schemeClr val="tx1"/>
                </a:solidFill>
                <a:latin typeface="+mj-lt"/>
                <a:ea typeface="+mj-ea"/>
                <a:cs typeface="+mj-cs"/>
              </a:defRPr>
            </a:lvl1pPr>
            <a:lvl2pPr algn="ctr" rtl="0" fontAlgn="base">
              <a:spcBef>
                <a:spcPct val="0"/>
              </a:spcBef>
              <a:spcAft>
                <a:spcPct val="0"/>
              </a:spcAft>
              <a:defRPr sz="4400">
                <a:solidFill>
                  <a:srgbClr val="004B91"/>
                </a:solidFill>
                <a:latin typeface="Tahoma" pitchFamily="34" charset="0"/>
              </a:defRPr>
            </a:lvl2pPr>
            <a:lvl3pPr algn="ctr" rtl="0" fontAlgn="base">
              <a:spcBef>
                <a:spcPct val="0"/>
              </a:spcBef>
              <a:spcAft>
                <a:spcPct val="0"/>
              </a:spcAft>
              <a:defRPr sz="4400">
                <a:solidFill>
                  <a:srgbClr val="004B91"/>
                </a:solidFill>
                <a:latin typeface="Tahoma" pitchFamily="34" charset="0"/>
              </a:defRPr>
            </a:lvl3pPr>
            <a:lvl4pPr algn="ctr" rtl="0" fontAlgn="base">
              <a:spcBef>
                <a:spcPct val="0"/>
              </a:spcBef>
              <a:spcAft>
                <a:spcPct val="0"/>
              </a:spcAft>
              <a:defRPr sz="4400">
                <a:solidFill>
                  <a:srgbClr val="004B91"/>
                </a:solidFill>
                <a:latin typeface="Tahoma" pitchFamily="34" charset="0"/>
              </a:defRPr>
            </a:lvl4pPr>
            <a:lvl5pPr algn="ctr" rtl="0" fontAlgn="base">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a:lstStyle>
          <a:p>
            <a:r>
              <a:rPr lang="en-US" sz="3000" dirty="0">
                <a:solidFill>
                  <a:srgbClr val="1770B1"/>
                </a:solidFill>
                <a:latin typeface="Garamond"/>
                <a:ea typeface="+mn-ea"/>
                <a:cs typeface="Garamond"/>
              </a:rPr>
              <a:t>Questions</a:t>
            </a:r>
          </a:p>
        </p:txBody>
      </p:sp>
    </p:spTree>
    <p:extLst>
      <p:ext uri="{BB962C8B-B14F-4D97-AF65-F5344CB8AC3E}">
        <p14:creationId xmlns:p14="http://schemas.microsoft.com/office/powerpoint/2010/main" val="3015459254"/>
      </p:ext>
    </p:extLst>
  </p:cSld>
  <p:clrMapOvr>
    <a:masterClrMapping/>
  </p:clrMapOvr>
  <p:transition>
    <p:fade thruBlk="1"/>
  </p:transition>
</p:sld>
</file>

<file path=ppt/theme/theme1.xml><?xml version="1.0" encoding="utf-8"?>
<a:theme xmlns:a="http://schemas.openxmlformats.org/drawingml/2006/main" name="LW Cover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a:lstStyle>
        <a:defPPr marL="0" marR="0" indent="0" algn="ctr" defTabSz="457200" rtl="0" eaLnBrk="1" fontAlgn="base" latinLnBrk="0" hangingPunct="1">
          <a:lnSpc>
            <a:spcPct val="100000"/>
          </a:lnSpc>
          <a:spcBef>
            <a:spcPct val="0"/>
          </a:spcBef>
          <a:spcAft>
            <a:spcPct val="0"/>
          </a:spcAft>
          <a:buClrTx/>
          <a:buSzTx/>
          <a:buFontTx/>
          <a:buNone/>
          <a:tabLst/>
          <a:defRPr sz="2400" b="0" dirty="0" smtClean="0">
            <a:solidFill>
              <a:srgbClr val="A3C127"/>
            </a:solidFill>
            <a:latin typeface="Georgia"/>
            <a:cs typeface="Georgia"/>
          </a:defRPr>
        </a:defPPr>
      </a:lstStyle>
    </a:txDef>
  </a:objectDefaults>
  <a:extraClrSchemeLst/>
</a:theme>
</file>

<file path=ppt/theme/theme2.xml><?xml version="1.0" encoding="utf-8"?>
<a:theme xmlns:a="http://schemas.openxmlformats.org/drawingml/2006/main" name="LW Conten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B50E78D47E8940A25D3F36168FD1ED" ma:contentTypeVersion="0" ma:contentTypeDescription="Create a new document." ma:contentTypeScope="" ma:versionID="8b1325b0523fb73c5be1db57aa7a60e2">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AF7411A-2406-4C5A-AE54-629845C8D8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934ECABE-155C-419F-8570-4DE976136FFE}">
  <ds:schemaRefs>
    <ds:schemaRef ds:uri="http://schemas.microsoft.com/sharepoint/v3/contenttype/forms"/>
  </ds:schemaRefs>
</ds:datastoreItem>
</file>

<file path=customXml/itemProps3.xml><?xml version="1.0" encoding="utf-8"?>
<ds:datastoreItem xmlns:ds="http://schemas.openxmlformats.org/officeDocument/2006/customXml" ds:itemID="{39B7B6DD-644D-404C-9FD2-0D84F9D729ED}">
  <ds:schemaRefs>
    <ds:schemaRef ds:uri="http://purl.org/dc/elements/1.1/"/>
    <ds:schemaRef ds:uri="http://schemas.openxmlformats.org/package/2006/metadata/core-properties"/>
    <ds:schemaRef ds:uri="http://purl.org/dc/dcmitype/"/>
    <ds:schemaRef ds:uri="http://schemas.microsoft.com/office/infopath/2007/PartnerControls"/>
    <ds:schemaRef ds:uri="http://purl.org/dc/terms/"/>
    <ds:schemaRef ds:uri="http://schemas.microsoft.com/office/2006/metadata/properties"/>
    <ds:schemaRef ds:uri="http://schemas.microsoft.com/office/2006/documentManagement/typ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2487</TotalTime>
  <Words>1800</Words>
  <Application>Microsoft Office PowerPoint</Application>
  <PresentationFormat>On-screen Show (4:3)</PresentationFormat>
  <Paragraphs>228</Paragraphs>
  <Slides>22</Slides>
  <Notes>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22</vt:i4>
      </vt:variant>
    </vt:vector>
  </HeadingPairs>
  <TitlesOfParts>
    <vt:vector size="34" baseType="lpstr">
      <vt:lpstr>Arial</vt:lpstr>
      <vt:lpstr>Calibri</vt:lpstr>
      <vt:lpstr>Franklin Gothic Book</vt:lpstr>
      <vt:lpstr>Franklin Gothic Medium</vt:lpstr>
      <vt:lpstr>Garamond</vt:lpstr>
      <vt:lpstr>Symbol</vt:lpstr>
      <vt:lpstr>Tahoma</vt:lpstr>
      <vt:lpstr>Times New Roman</vt:lpstr>
      <vt:lpstr>Verdana</vt:lpstr>
      <vt:lpstr>Wingdings</vt:lpstr>
      <vt:lpstr>LW Cover Template</vt:lpstr>
      <vt:lpstr>LW Content Template</vt:lpstr>
      <vt:lpstr>Day In the Life:</vt:lpstr>
      <vt:lpstr>Agenda</vt:lpstr>
      <vt:lpstr>PowerPoint Presentation</vt:lpstr>
      <vt:lpstr>Overview Work Order Process Flow</vt:lpstr>
      <vt:lpstr>EAM - Notifications and Work Orders Process</vt:lpstr>
      <vt:lpstr>PowerPoint Presentation</vt:lpstr>
      <vt:lpstr>Where Does a Notification Come From?</vt:lpstr>
      <vt:lpstr>Notification Actions</vt:lpstr>
      <vt:lpstr>PowerPoint Presentation</vt:lpstr>
      <vt:lpstr>PowerPoint Presentation</vt:lpstr>
      <vt:lpstr>Planning and Scheduling</vt:lpstr>
      <vt:lpstr>Release a Work Order</vt:lpstr>
      <vt:lpstr>Close a Work Order</vt:lpstr>
      <vt:lpstr>PowerPoint Presentation</vt:lpstr>
      <vt:lpstr>PowerPoint Presentation</vt:lpstr>
      <vt:lpstr>Generating Reports - Analytics</vt:lpstr>
      <vt:lpstr>Sample of Reports Generated by the Planner</vt:lpstr>
      <vt:lpstr>PowerPoint Presentation</vt:lpstr>
      <vt:lpstr>Miscellaneous Duties</vt:lpstr>
      <vt:lpstr>Miscellaneous Duties (Cont.)</vt:lpstr>
      <vt:lpstr>PowerPoint Presentation</vt:lpstr>
      <vt:lpstr>PowerPoint Presentation</vt:lpstr>
    </vt:vector>
  </TitlesOfParts>
  <Company>Marcom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Marcom</dc:creator>
  <cp:lastModifiedBy>Gene Deloatch</cp:lastModifiedBy>
  <cp:revision>165</cp:revision>
  <cp:lastPrinted>2014-04-03T14:39:01Z</cp:lastPrinted>
  <dcterms:created xsi:type="dcterms:W3CDTF">2014-04-11T20:06:03Z</dcterms:created>
  <dcterms:modified xsi:type="dcterms:W3CDTF">2025-12-02T20:31:59Z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0x0101004FB50E78D47E8940A25D3F36168FD1ED</vt:lpwstr>
  </property>
</Properties>
</file>